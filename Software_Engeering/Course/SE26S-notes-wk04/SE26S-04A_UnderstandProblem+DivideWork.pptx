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619" r:id="rId3"/>
    <p:sldId id="550" r:id="rId5"/>
    <p:sldId id="560" r:id="rId6"/>
    <p:sldId id="603" r:id="rId7"/>
    <p:sldId id="578" r:id="rId8"/>
    <p:sldId id="606" r:id="rId9"/>
    <p:sldId id="580" r:id="rId10"/>
    <p:sldId id="583" r:id="rId11"/>
    <p:sldId id="599" r:id="rId12"/>
    <p:sldId id="612" r:id="rId13"/>
    <p:sldId id="610" r:id="rId14"/>
    <p:sldId id="600" r:id="rId15"/>
    <p:sldId id="597" r:id="rId16"/>
    <p:sldId id="598" r:id="rId17"/>
    <p:sldId id="611" r:id="rId18"/>
    <p:sldId id="614" r:id="rId19"/>
    <p:sldId id="615" r:id="rId20"/>
    <p:sldId id="607" r:id="rId21"/>
    <p:sldId id="601" r:id="rId22"/>
    <p:sldId id="604" r:id="rId23"/>
    <p:sldId id="616" r:id="rId24"/>
    <p:sldId id="617" r:id="rId25"/>
    <p:sldId id="618" r:id="rId26"/>
    <p:sldId id="576" r:id="rId27"/>
    <p:sldId id="575" r:id="rId28"/>
    <p:sldId id="577" r:id="rId29"/>
  </p:sldIdLst>
  <p:sldSz cx="9144000" cy="6858000" type="screen4x3"/>
  <p:notesSz cx="7010400" cy="9296400"/>
  <p:custDataLst>
    <p:tags r:id="rId3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000"/>
    <a:srgbClr val="A50021"/>
    <a:srgbClr val="FF0000"/>
    <a:srgbClr val="66FF33"/>
    <a:srgbClr val="FFFFCC"/>
    <a:srgbClr val="EED36E"/>
    <a:srgbClr val="CCFFCC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3"/>
  </p:normalViewPr>
  <p:slideViewPr>
    <p:cSldViewPr snapToGrid="0" showGuides="1">
      <p:cViewPr varScale="1">
        <p:scale>
          <a:sx n="106" d="100"/>
          <a:sy n="106" d="100"/>
        </p:scale>
        <p:origin x="-175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defTabSz="932180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 defTabSz="932180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defTabSz="932180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321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3177" tIns="46589" rIns="93177" bIns="46589" numCol="1" anchor="b" anchorCtr="0" compatLnSpc="1"/>
          <a:p>
            <a:pPr lvl="0" algn="r" defTabSz="932180" eaLnBrk="1" hangingPunct="1">
              <a:buNone/>
            </a:pPr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676" name="Rectangle 4"/>
          <p:cNvSpPr>
            <a:spLocks noTextEdit="1"/>
          </p:cNvSpPr>
          <p:nvPr>
            <p:ph type="sldImg" idx="2"/>
          </p:nvPr>
        </p:nvSpPr>
        <p:spPr>
          <a:xfrm>
            <a:off x="1168400" y="685800"/>
            <a:ext cx="4673600" cy="3505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816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en-US" dirty="0"/>
              <a:t>David J. Deming: "The Growing Importance of Social Skills in the Labor Market“, NBER Working Paper No. 21473, Issued in August 2015</a:t>
            </a:r>
            <a:endParaRPr lang="en-US" altLang="en-US" dirty="0"/>
          </a:p>
          <a:p>
            <a:pPr lvl="0"/>
            <a:r>
              <a:rPr lang="en-US" altLang="en-US" dirty="0"/>
              <a:t>http://www.nber.org/papers/w21473</a:t>
            </a:r>
            <a:endParaRPr lang="en-US" altLang="en-US" dirty="0"/>
          </a:p>
          <a:p>
            <a:pPr lvl="0"/>
            <a:r>
              <a:rPr lang="en-US" altLang="en-US" dirty="0"/>
              <a:t>Also see: The Economist, January 14</a:t>
            </a:r>
            <a:r>
              <a:rPr lang="en-US" altLang="en-US" baseline="30000" dirty="0"/>
              <a:t>th</a:t>
            </a:r>
            <a:r>
              <a:rPr lang="en-US" altLang="en-US" dirty="0"/>
              <a:t> 2017 print edition/special report: “Cognition switch: What employers can do to encourage their workers to retrain”</a:t>
            </a:r>
            <a:endParaRPr lang="en-US" altLang="en-US" dirty="0"/>
          </a:p>
          <a:p>
            <a:pPr lvl="0"/>
            <a:r>
              <a:rPr lang="en-US" altLang="en-US" dirty="0"/>
              <a:t>http://www.economist.com/node/21714171/print</a:t>
            </a:r>
            <a:endParaRPr lang="en-US" altLang="en-US" dirty="0"/>
          </a:p>
          <a:p>
            <a:pPr lvl="0"/>
            <a:r>
              <a:rPr lang="en-US" altLang="en-US" dirty="0"/>
              <a:t>https://en.wikipedia.org/wiki/Wright_brothers</a:t>
            </a:r>
            <a:endParaRPr lang="en-US" altLang="en-US" dirty="0"/>
          </a:p>
        </p:txBody>
      </p:sp>
      <p:sp>
        <p:nvSpPr>
          <p:cNvPr id="3174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en-US" dirty="0"/>
              <a:t>“The easier it is to communicate, the faster change happens.” -- James Burke, Science Historian, in "Connections"</a:t>
            </a:r>
            <a:endParaRPr lang="en-US" altLang="en-US" dirty="0"/>
          </a:p>
          <a:p>
            <a:pPr lvl="0"/>
            <a:r>
              <a:rPr lang="en-US" altLang="en-US" dirty="0"/>
              <a:t>https://www.amazon.com/Connections-James-Burke/dp/0743299558</a:t>
            </a:r>
            <a:endParaRPr lang="en-US" altLang="en-US" dirty="0"/>
          </a:p>
        </p:txBody>
      </p:sp>
      <p:sp>
        <p:nvSpPr>
          <p:cNvPr id="3277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en-US" dirty="0"/>
          </a:p>
        </p:txBody>
      </p:sp>
      <p:sp>
        <p:nvSpPr>
          <p:cNvPr id="337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en-US" dirty="0"/>
          </a:p>
        </p:txBody>
      </p:sp>
      <p:sp>
        <p:nvSpPr>
          <p:cNvPr id="348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en-US" dirty="0"/>
          </a:p>
        </p:txBody>
      </p:sp>
      <p:sp>
        <p:nvSpPr>
          <p:cNvPr id="3584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en-US" dirty="0"/>
          </a:p>
        </p:txBody>
      </p:sp>
      <p:sp>
        <p:nvSpPr>
          <p:cNvPr id="3686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en-US" dirty="0"/>
              <a:t>A. Querbes and K. Frenken, Grounding the “mirroring hypothesis”: Towards a general theory of organization design in New Product Development,Journal of Engineering and Technology Management, vol.47, pp.81-95, Jan 2018.</a:t>
            </a:r>
            <a:endParaRPr lang="en-US" altLang="en-US" dirty="0"/>
          </a:p>
          <a:p>
            <a:pPr lvl="0"/>
            <a:r>
              <a:rPr lang="en-US" altLang="en-US" dirty="0"/>
              <a:t>M.E. Conway, “How do committees invent?” Datamation, vol. 14, no. 5, pp. 28-31, 1968.</a:t>
            </a:r>
            <a:endParaRPr lang="en-US" altLang="en-US" dirty="0"/>
          </a:p>
          <a:p>
            <a:pPr lvl="0"/>
            <a:r>
              <a:rPr lang="en-US" altLang="en-US" dirty="0"/>
              <a:t>Coplien and Harrison (July 2004). Organizational Patterns of Agile Software Development. ISBN 978-0-13-146740-8.</a:t>
            </a:r>
            <a:endParaRPr lang="en-US" altLang="en-US" dirty="0"/>
          </a:p>
          <a:p>
            <a:pPr lvl="0"/>
            <a:r>
              <a:rPr lang="en-US" altLang="en-US" dirty="0"/>
              <a:t>https://en.wikipedia.org/wiki/Conway%27s_law</a:t>
            </a:r>
            <a:endParaRPr lang="en-US" altLang="en-US" dirty="0"/>
          </a:p>
        </p:txBody>
      </p:sp>
      <p:sp>
        <p:nvSpPr>
          <p:cNvPr id="3789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zh-CN" dirty="0">
              <a:ea typeface="宋体" panose="02010600030101010101" pitchFamily="2" charset="-122"/>
            </a:endParaRPr>
          </a:p>
        </p:txBody>
      </p:sp>
      <p:sp>
        <p:nvSpPr>
          <p:cNvPr id="3891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en-US" dirty="0"/>
              <a:t>https://jalopnik.com/the-first-car-in-the-world-was-hilariously-bad-and-awfu-1830075453</a:t>
            </a:r>
            <a:endParaRPr lang="en-US" altLang="en-US" dirty="0"/>
          </a:p>
          <a:p>
            <a:pPr lvl="0"/>
            <a:r>
              <a:rPr lang="en-US" altLang="en-US" dirty="0"/>
              <a:t>https://youtu.be/XsEbeCrPcA8</a:t>
            </a:r>
            <a:endParaRPr lang="en-US" altLang="en-US" dirty="0"/>
          </a:p>
          <a:p>
            <a:pPr lvl="0"/>
            <a:r>
              <a:rPr lang="en-US" altLang="en-US" dirty="0"/>
              <a:t>https://i.kinja-img.com/gawker-media/image/upload/bjmtbvnnw8spilrqmgp0.mp4</a:t>
            </a:r>
            <a:endParaRPr lang="en-US" altLang="en-US" dirty="0"/>
          </a:p>
          <a:p>
            <a:pPr lvl="0"/>
            <a:endParaRPr lang="en-US" altLang="en-US" dirty="0"/>
          </a:p>
        </p:txBody>
      </p:sp>
      <p:sp>
        <p:nvSpPr>
          <p:cNvPr id="3994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A50021"/>
              </a:buClr>
              <a:buFont typeface="Wingdings" panose="05000000000000000000" pitchFamily="2" charset="2"/>
              <a:buChar char="q"/>
              <a:defRPr>
                <a:latin typeface="AvantGarde Bk BT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129088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6313" y="1600200"/>
            <a:ext cx="4129087" cy="445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>
                <a:latin typeface="Arial Rounded MT Bold" panose="020F07040305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0375" y="152400"/>
            <a:ext cx="2143125" cy="59055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276975" cy="59055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143000"/>
          </a:xfrm>
          <a:prstGeom prst="rect">
            <a:avLst/>
          </a:prstGeom>
          <a:noFill/>
          <a:ln w="9525">
            <a:noFill/>
          </a:ln>
        </p:spPr>
        <p:txBody>
          <a:bodyPr lIns="0" rIns="0"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04825" y="1600200"/>
            <a:ext cx="8410575" cy="4457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2188" y="6353175"/>
            <a:ext cx="492125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en-US" dirty="0"/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0" y="1371600"/>
            <a:ext cx="91440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mic Sans MS" panose="030F07020303020202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5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50" y="471488"/>
            <a:ext cx="3370263" cy="2005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Line 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ln w="57150" cap="flat" cmpd="sng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2" name="矩形 5"/>
          <p:cNvSpPr/>
          <p:nvPr/>
        </p:nvSpPr>
        <p:spPr>
          <a:xfrm>
            <a:off x="590550" y="3744913"/>
            <a:ext cx="74676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200000"/>
              </a:lnSpc>
              <a:buNone/>
            </a:pPr>
            <a:r>
              <a:rPr lang="zh-CN" altLang="en-US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HE Mingxin, Max</a:t>
            </a:r>
            <a:endParaRPr lang="en-US" altLang="zh-CN" dirty="0">
              <a:solidFill>
                <a:srgbClr val="00206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dirty="0">
                <a:solidFill>
                  <a:srgbClr val="7030A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c.max@yeah.net</a:t>
            </a: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  with</a:t>
            </a:r>
            <a:endParaRPr lang="en-US" altLang="zh-CN" dirty="0">
              <a:solidFill>
                <a:srgbClr val="00206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a subject like:  SE</a:t>
            </a:r>
            <a:r>
              <a:rPr lang="en-US" altLang="zh-CN" i="1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-id-Andy: On What …</a:t>
            </a:r>
            <a:endParaRPr lang="en-US" altLang="zh-CN" i="1" dirty="0">
              <a:solidFill>
                <a:srgbClr val="00206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dirty="0">
                <a:solidFill>
                  <a:srgbClr val="7030A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c.program@yeah.net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dirty="0">
                <a:solidFill>
                  <a:srgbClr val="00206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/SoftwareEngineering26S</a:t>
            </a:r>
            <a:endParaRPr lang="en-US" altLang="zh-CN" dirty="0">
              <a:solidFill>
                <a:srgbClr val="00206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Rectangle 5"/>
          <p:cNvSpPr/>
          <p:nvPr/>
        </p:nvSpPr>
        <p:spPr>
          <a:xfrm>
            <a:off x="2828925" y="2676525"/>
            <a:ext cx="5400675" cy="107791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>
            <a:spAutoFit/>
          </a:bodyPr>
          <a:p>
            <a:pPr algn="ctr" eaLnBrk="1" hangingPunct="1">
              <a:spcBef>
                <a:spcPct val="20000"/>
              </a:spcBef>
            </a:pPr>
            <a:r>
              <a:rPr lang="en-US" altLang="en-US" sz="3200" dirty="0">
                <a:latin typeface="Comic Sans MS" panose="030F0702030302020204" pitchFamily="66" charset="0"/>
              </a:rPr>
              <a:t>Understanding the Problem</a:t>
            </a:r>
            <a:br>
              <a:rPr lang="en-US" altLang="en-US" sz="3200" dirty="0">
                <a:latin typeface="Comic Sans MS" panose="030F0702030302020204" pitchFamily="66" charset="0"/>
              </a:rPr>
            </a:br>
            <a:r>
              <a:rPr lang="en-US" altLang="en-US" sz="3200" dirty="0">
                <a:latin typeface="Comic Sans MS" panose="030F0702030302020204" pitchFamily="66" charset="0"/>
              </a:rPr>
              <a:t>and Dividing the Work</a:t>
            </a:r>
            <a:endParaRPr lang="en-US" altLang="en-US" sz="32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0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Topics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412750" y="1538288"/>
            <a:ext cx="8540750" cy="4986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Labor Division vs. Expertise Division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Reducing Inter-team Communication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Decomposition by Partitioning vs.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Projection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Key </a:t>
            </a:r>
            <a:r>
              <a:rPr kumimoji="0" lang="en-US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message:</a:t>
            </a:r>
            <a:endParaRPr kumimoji="0" lang="en-US" altLang="en-US" sz="3600" b="0" i="0" u="none" strike="noStrike" kern="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Divide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work by the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problems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that you want to solve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,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not by the 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expertise in software tools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: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400050" marR="0" lvl="1" indent="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problem provides the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purpose to the expert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knowledge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Expert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knowledge is a resource to be managed, based on the problem needs.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pPr eaLnBrk="1" hangingPunct="1"/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Why We Want To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Subdivide Problems/Projects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4100" name="Rectangle 3"/>
          <p:cNvSpPr>
            <a:spLocks noGrp="1"/>
          </p:cNvSpPr>
          <p:nvPr>
            <p:ph idx="1"/>
          </p:nvPr>
        </p:nvSpPr>
        <p:spPr>
          <a:xfrm>
            <a:off x="381000" y="1547813"/>
            <a:ext cx="8723313" cy="444023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spcBef>
                <a:spcPct val="40000"/>
              </a:spcBef>
              <a:buClr>
                <a:srgbClr val="A50021"/>
              </a:buClr>
            </a:pPr>
            <a:r>
              <a:rPr lang="en-US" altLang="en-US" sz="1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…</a:t>
            </a:r>
            <a:r>
              <a:rPr lang="en-US" altLang="en-US" sz="1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main value [of social skills] lies in the relationship between colleagues: </a:t>
            </a:r>
            <a:r>
              <a:rPr lang="en-US" altLang="en-US" sz="1800" i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people who can divide up tasks quickly and effectively between them form more productive teams</a:t>
            </a:r>
            <a:r>
              <a:rPr lang="en-US" altLang="en-US" sz="18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.”</a:t>
            </a:r>
            <a:r>
              <a:rPr lang="en-US" altLang="en-US" sz="1800" dirty="0"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—</a:t>
            </a: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David Deming (Harvard U. &amp; NBER)</a:t>
            </a:r>
            <a:endParaRPr lang="en-US" altLang="en-US" sz="1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Common problem-solving strategy:</a:t>
            </a:r>
            <a:b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“divide-and-conquer”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Division of labor vs. division of the knowledge within the developers team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It may be that a solution cannot be made by a single person (“</a:t>
            </a:r>
            <a:r>
              <a:rPr lang="en-US" altLang="en-US" sz="1700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hands limitation</a:t>
            </a: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”) or cannot be comprehended by a single person (“</a:t>
            </a:r>
            <a:r>
              <a:rPr lang="en-US" altLang="en-US" sz="1700" dirty="0">
                <a:solidFill>
                  <a:srgbClr val="68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mind limitation</a:t>
            </a: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”)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Different team members can focus on different sub-problems and not worry about everything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Different ways of dividing the work</a:t>
            </a:r>
            <a:r>
              <a:rPr lang="en-US" altLang="en-US" sz="1700" dirty="0">
                <a:latin typeface="Calibri" panose="020F0502020204030204" pitchFamily="34" charset="0"/>
                <a:ea typeface="Calibri" panose="020F0502020204030204" pitchFamily="34" charset="0"/>
              </a:rPr>
              <a:t>—</a:t>
            </a:r>
            <a:r>
              <a:rPr lang="en-US" altLang="en-US" sz="1700" dirty="0">
                <a:latin typeface="Calibri" panose="020F0502020204030204" pitchFamily="34" charset="0"/>
                <a:cs typeface="Calibri" panose="020F0502020204030204" pitchFamily="34" charset="0"/>
              </a:rPr>
              <a:t>which are better or best?</a:t>
            </a:r>
            <a:endParaRPr lang="en-US" alt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2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depends on the problem, which can be discovered only by iterating creative and evaluative steps</a:t>
            </a: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lvl="3" eaLnBrk="1" hangingPunct="1">
              <a:lnSpc>
                <a:spcPct val="80000"/>
              </a:lnSpc>
              <a:spcBef>
                <a:spcPct val="40000"/>
              </a:spcBef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Therefore the developer team must be </a:t>
            </a:r>
            <a:r>
              <a:rPr lang="en-US" altLang="en-US" sz="1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agile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  <a:sym typeface="Wingdings" panose="05000000000000000000" pitchFamily="2" charset="2"/>
              </a:rPr>
              <a:t>—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ready to reconfigure and reassign the work as insights are gained from the experience of testing their ideas in practice</a:t>
            </a:r>
            <a:endParaRPr lang="en-US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400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Support flexibility and future evolution by decoupling unrelated parts, so each can evolve separately (“separation of concerns”)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4101" name="Rectangle 1"/>
          <p:cNvSpPr/>
          <p:nvPr/>
        </p:nvSpPr>
        <p:spPr>
          <a:xfrm>
            <a:off x="109538" y="6030913"/>
            <a:ext cx="9034462" cy="739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“When we think what we might have accomplished if we had been able to devote this time to experiments, we feel very sad, but </a:t>
            </a:r>
            <a:r>
              <a:rPr lang="en-US" altLang="en-US" sz="1400" b="1" dirty="0">
                <a:latin typeface="Calibri" panose="020F0502020204030204" pitchFamily="34" charset="0"/>
                <a:cs typeface="Calibri" panose="020F0502020204030204" pitchFamily="34" charset="0"/>
              </a:rPr>
              <a:t>it is always easier to deal with things than with men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, and no one can direct his life entirely as he would choose.” </a:t>
            </a:r>
            <a:r>
              <a:rPr lang="en-US" altLang="en-US" sz="1400" dirty="0">
                <a:latin typeface="Calibri" panose="020F0502020204030204" pitchFamily="34" charset="0"/>
                <a:ea typeface="Calibri" panose="020F0502020204030204" pitchFamily="34" charset="0"/>
              </a:rPr>
              <a:t>—</a:t>
            </a: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Wilbur Wright</a:t>
            </a:r>
            <a:endParaRPr lang="en-US" altLang="en-US" sz="1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0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00">
                                            <p:txEl>
                                              <p:charRg st="0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207" end="2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100">
                                            <p:txEl>
                                              <p:charRg st="207" end="2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261" end="3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0">
                                            <p:txEl>
                                              <p:charRg st="261" end="3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336" end="4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4100">
                                            <p:txEl>
                                              <p:charRg st="336" end="4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482" end="5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100">
                                            <p:txEl>
                                              <p:charRg st="482" end="5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572" end="6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100">
                                            <p:txEl>
                                              <p:charRg st="572" end="6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634" end="7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100">
                                            <p:txEl>
                                              <p:charRg st="634" end="7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735" end="8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100">
                                            <p:txEl>
                                              <p:charRg st="735" end="8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charRg st="899" end="10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100">
                                            <p:txEl>
                                              <p:charRg st="899" end="10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charRg st="0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101">
                                            <p:txEl>
                                              <p:charRg st="0" end="2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build="p"/>
      <p:bldP spid="4101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512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38" y="107950"/>
            <a:ext cx="8697912" cy="6610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Freeform 6"/>
          <p:cNvSpPr>
            <a:spLocks noChangeAspect="1"/>
          </p:cNvSpPr>
          <p:nvPr/>
        </p:nvSpPr>
        <p:spPr bwMode="auto">
          <a:xfrm>
            <a:off x="7675563" y="2767013"/>
            <a:ext cx="1122363" cy="1152525"/>
          </a:xfrm>
          <a:custGeom>
            <a:avLst/>
            <a:gdLst>
              <a:gd name="connsiteX0" fmla="*/ 1162631 w 1633473"/>
              <a:gd name="connsiteY0" fmla="*/ 2122307 h 2167574"/>
              <a:gd name="connsiteX1" fmla="*/ 791439 w 1633473"/>
              <a:gd name="connsiteY1" fmla="*/ 1705848 h 2167574"/>
              <a:gd name="connsiteX2" fmla="*/ 610369 w 1633473"/>
              <a:gd name="connsiteY2" fmla="*/ 1361816 h 2167574"/>
              <a:gd name="connsiteX3" fmla="*/ 510781 w 1633473"/>
              <a:gd name="connsiteY3" fmla="*/ 827662 h 2167574"/>
              <a:gd name="connsiteX4" fmla="*/ 112429 w 1633473"/>
              <a:gd name="connsiteY4" fmla="*/ 900089 h 2167574"/>
              <a:gd name="connsiteX5" fmla="*/ 67162 w 1633473"/>
              <a:gd name="connsiteY5" fmla="*/ 76224 h 2167574"/>
              <a:gd name="connsiteX6" fmla="*/ 954401 w 1633473"/>
              <a:gd name="connsiteY6" fmla="*/ 67170 h 2167574"/>
              <a:gd name="connsiteX7" fmla="*/ 1416128 w 1633473"/>
              <a:gd name="connsiteY7" fmla="*/ 347828 h 2167574"/>
              <a:gd name="connsiteX8" fmla="*/ 1633411 w 1633473"/>
              <a:gd name="connsiteY8" fmla="*/ 709966 h 2167574"/>
              <a:gd name="connsiteX9" fmla="*/ 1398021 w 1633473"/>
              <a:gd name="connsiteY9" fmla="*/ 1280335 h 2167574"/>
              <a:gd name="connsiteX10" fmla="*/ 999668 w 1633473"/>
              <a:gd name="connsiteY10" fmla="*/ 1099265 h 2167574"/>
              <a:gd name="connsiteX11" fmla="*/ 746171 w 1633473"/>
              <a:gd name="connsiteY11" fmla="*/ 836715 h 2167574"/>
              <a:gd name="connsiteX12" fmla="*/ 510781 w 1633473"/>
              <a:gd name="connsiteY12" fmla="*/ 818608 h 2167574"/>
              <a:gd name="connsiteX13" fmla="*/ 1126417 w 1633473"/>
              <a:gd name="connsiteY13" fmla="*/ 2167574 h 2167574"/>
              <a:gd name="connsiteX0-1" fmla="*/ 1162631 w 1633473"/>
              <a:gd name="connsiteY0-2" fmla="*/ 2122307 h 2167574"/>
              <a:gd name="connsiteX1-3" fmla="*/ 791439 w 1633473"/>
              <a:gd name="connsiteY1-4" fmla="*/ 1705848 h 2167574"/>
              <a:gd name="connsiteX2-5" fmla="*/ 610369 w 1633473"/>
              <a:gd name="connsiteY2-6" fmla="*/ 1361816 h 2167574"/>
              <a:gd name="connsiteX3-7" fmla="*/ 510781 w 1633473"/>
              <a:gd name="connsiteY3-8" fmla="*/ 827662 h 2167574"/>
              <a:gd name="connsiteX4-9" fmla="*/ 112429 w 1633473"/>
              <a:gd name="connsiteY4-10" fmla="*/ 900089 h 2167574"/>
              <a:gd name="connsiteX5-11" fmla="*/ 67162 w 1633473"/>
              <a:gd name="connsiteY5-12" fmla="*/ 76224 h 2167574"/>
              <a:gd name="connsiteX6-13" fmla="*/ 954401 w 1633473"/>
              <a:gd name="connsiteY6-14" fmla="*/ 67170 h 2167574"/>
              <a:gd name="connsiteX7-15" fmla="*/ 1416128 w 1633473"/>
              <a:gd name="connsiteY7-16" fmla="*/ 347828 h 2167574"/>
              <a:gd name="connsiteX8-17" fmla="*/ 1633411 w 1633473"/>
              <a:gd name="connsiteY8-18" fmla="*/ 709966 h 2167574"/>
              <a:gd name="connsiteX9-19" fmla="*/ 1398021 w 1633473"/>
              <a:gd name="connsiteY9-20" fmla="*/ 1280335 h 2167574"/>
              <a:gd name="connsiteX10-21" fmla="*/ 999668 w 1633473"/>
              <a:gd name="connsiteY10-22" fmla="*/ 1099265 h 2167574"/>
              <a:gd name="connsiteX11-23" fmla="*/ 746171 w 1633473"/>
              <a:gd name="connsiteY11-24" fmla="*/ 836715 h 2167574"/>
              <a:gd name="connsiteX12-25" fmla="*/ 510781 w 1633473"/>
              <a:gd name="connsiteY12-26" fmla="*/ 818608 h 2167574"/>
              <a:gd name="connsiteX13-27" fmla="*/ 1126417 w 1633473"/>
              <a:gd name="connsiteY13-28" fmla="*/ 2167574 h 2167574"/>
              <a:gd name="connsiteX0-29" fmla="*/ 1162631 w 1633473"/>
              <a:gd name="connsiteY0-30" fmla="*/ 2122307 h 2122307"/>
              <a:gd name="connsiteX1-31" fmla="*/ 791439 w 1633473"/>
              <a:gd name="connsiteY1-32" fmla="*/ 1705848 h 2122307"/>
              <a:gd name="connsiteX2-33" fmla="*/ 610369 w 1633473"/>
              <a:gd name="connsiteY2-34" fmla="*/ 1361816 h 2122307"/>
              <a:gd name="connsiteX3-35" fmla="*/ 510781 w 1633473"/>
              <a:gd name="connsiteY3-36" fmla="*/ 827662 h 2122307"/>
              <a:gd name="connsiteX4-37" fmla="*/ 112429 w 1633473"/>
              <a:gd name="connsiteY4-38" fmla="*/ 900089 h 2122307"/>
              <a:gd name="connsiteX5-39" fmla="*/ 67162 w 1633473"/>
              <a:gd name="connsiteY5-40" fmla="*/ 76224 h 2122307"/>
              <a:gd name="connsiteX6-41" fmla="*/ 954401 w 1633473"/>
              <a:gd name="connsiteY6-42" fmla="*/ 67170 h 2122307"/>
              <a:gd name="connsiteX7-43" fmla="*/ 1416128 w 1633473"/>
              <a:gd name="connsiteY7-44" fmla="*/ 347828 h 2122307"/>
              <a:gd name="connsiteX8-45" fmla="*/ 1633411 w 1633473"/>
              <a:gd name="connsiteY8-46" fmla="*/ 709966 h 2122307"/>
              <a:gd name="connsiteX9-47" fmla="*/ 1398021 w 1633473"/>
              <a:gd name="connsiteY9-48" fmla="*/ 1280335 h 2122307"/>
              <a:gd name="connsiteX10-49" fmla="*/ 999668 w 1633473"/>
              <a:gd name="connsiteY10-50" fmla="*/ 1099265 h 2122307"/>
              <a:gd name="connsiteX11-51" fmla="*/ 746171 w 1633473"/>
              <a:gd name="connsiteY11-52" fmla="*/ 836715 h 2122307"/>
              <a:gd name="connsiteX12-53" fmla="*/ 510781 w 1633473"/>
              <a:gd name="connsiteY12-54" fmla="*/ 818608 h 2122307"/>
              <a:gd name="connsiteX13-55" fmla="*/ 954967 w 1633473"/>
              <a:gd name="connsiteY13-56" fmla="*/ 1865155 h 2122307"/>
              <a:gd name="connsiteX0-57" fmla="*/ 1181681 w 1633473"/>
              <a:gd name="connsiteY0-58" fmla="*/ 2127070 h 2127070"/>
              <a:gd name="connsiteX1-59" fmla="*/ 791439 w 1633473"/>
              <a:gd name="connsiteY1-60" fmla="*/ 1705848 h 2127070"/>
              <a:gd name="connsiteX2-61" fmla="*/ 610369 w 1633473"/>
              <a:gd name="connsiteY2-62" fmla="*/ 1361816 h 2127070"/>
              <a:gd name="connsiteX3-63" fmla="*/ 510781 w 1633473"/>
              <a:gd name="connsiteY3-64" fmla="*/ 827662 h 2127070"/>
              <a:gd name="connsiteX4-65" fmla="*/ 112429 w 1633473"/>
              <a:gd name="connsiteY4-66" fmla="*/ 900089 h 2127070"/>
              <a:gd name="connsiteX5-67" fmla="*/ 67162 w 1633473"/>
              <a:gd name="connsiteY5-68" fmla="*/ 76224 h 2127070"/>
              <a:gd name="connsiteX6-69" fmla="*/ 954401 w 1633473"/>
              <a:gd name="connsiteY6-70" fmla="*/ 67170 h 2127070"/>
              <a:gd name="connsiteX7-71" fmla="*/ 1416128 w 1633473"/>
              <a:gd name="connsiteY7-72" fmla="*/ 347828 h 2127070"/>
              <a:gd name="connsiteX8-73" fmla="*/ 1633411 w 1633473"/>
              <a:gd name="connsiteY8-74" fmla="*/ 709966 h 2127070"/>
              <a:gd name="connsiteX9-75" fmla="*/ 1398021 w 1633473"/>
              <a:gd name="connsiteY9-76" fmla="*/ 1280335 h 2127070"/>
              <a:gd name="connsiteX10-77" fmla="*/ 999668 w 1633473"/>
              <a:gd name="connsiteY10-78" fmla="*/ 1099265 h 2127070"/>
              <a:gd name="connsiteX11-79" fmla="*/ 746171 w 1633473"/>
              <a:gd name="connsiteY11-80" fmla="*/ 836715 h 2127070"/>
              <a:gd name="connsiteX12-81" fmla="*/ 510781 w 1633473"/>
              <a:gd name="connsiteY12-82" fmla="*/ 818608 h 2127070"/>
              <a:gd name="connsiteX13-83" fmla="*/ 954967 w 1633473"/>
              <a:gd name="connsiteY13-84" fmla="*/ 1865155 h 2127070"/>
              <a:gd name="connsiteX0-85" fmla="*/ 1181681 w 1633473"/>
              <a:gd name="connsiteY0-86" fmla="*/ 2127070 h 2127070"/>
              <a:gd name="connsiteX1-87" fmla="*/ 791439 w 1633473"/>
              <a:gd name="connsiteY1-88" fmla="*/ 1705848 h 2127070"/>
              <a:gd name="connsiteX2-89" fmla="*/ 712763 w 1633473"/>
              <a:gd name="connsiteY2-90" fmla="*/ 1292760 h 2127070"/>
              <a:gd name="connsiteX3-91" fmla="*/ 510781 w 1633473"/>
              <a:gd name="connsiteY3-92" fmla="*/ 827662 h 2127070"/>
              <a:gd name="connsiteX4-93" fmla="*/ 112429 w 1633473"/>
              <a:gd name="connsiteY4-94" fmla="*/ 900089 h 2127070"/>
              <a:gd name="connsiteX5-95" fmla="*/ 67162 w 1633473"/>
              <a:gd name="connsiteY5-96" fmla="*/ 76224 h 2127070"/>
              <a:gd name="connsiteX6-97" fmla="*/ 954401 w 1633473"/>
              <a:gd name="connsiteY6-98" fmla="*/ 67170 h 2127070"/>
              <a:gd name="connsiteX7-99" fmla="*/ 1416128 w 1633473"/>
              <a:gd name="connsiteY7-100" fmla="*/ 347828 h 2127070"/>
              <a:gd name="connsiteX8-101" fmla="*/ 1633411 w 1633473"/>
              <a:gd name="connsiteY8-102" fmla="*/ 709966 h 2127070"/>
              <a:gd name="connsiteX9-103" fmla="*/ 1398021 w 1633473"/>
              <a:gd name="connsiteY9-104" fmla="*/ 1280335 h 2127070"/>
              <a:gd name="connsiteX10-105" fmla="*/ 999668 w 1633473"/>
              <a:gd name="connsiteY10-106" fmla="*/ 1099265 h 2127070"/>
              <a:gd name="connsiteX11-107" fmla="*/ 746171 w 1633473"/>
              <a:gd name="connsiteY11-108" fmla="*/ 836715 h 2127070"/>
              <a:gd name="connsiteX12-109" fmla="*/ 510781 w 1633473"/>
              <a:gd name="connsiteY12-110" fmla="*/ 818608 h 2127070"/>
              <a:gd name="connsiteX13-111" fmla="*/ 954967 w 1633473"/>
              <a:gd name="connsiteY13-112" fmla="*/ 1865155 h 2127070"/>
              <a:gd name="connsiteX0-113" fmla="*/ 1181681 w 1633473"/>
              <a:gd name="connsiteY0-114" fmla="*/ 2127070 h 2127070"/>
              <a:gd name="connsiteX1-115" fmla="*/ 753339 w 1633473"/>
              <a:gd name="connsiteY1-116" fmla="*/ 1798716 h 2127070"/>
              <a:gd name="connsiteX2-117" fmla="*/ 712763 w 1633473"/>
              <a:gd name="connsiteY2-118" fmla="*/ 1292760 h 2127070"/>
              <a:gd name="connsiteX3-119" fmla="*/ 510781 w 1633473"/>
              <a:gd name="connsiteY3-120" fmla="*/ 827662 h 2127070"/>
              <a:gd name="connsiteX4-121" fmla="*/ 112429 w 1633473"/>
              <a:gd name="connsiteY4-122" fmla="*/ 900089 h 2127070"/>
              <a:gd name="connsiteX5-123" fmla="*/ 67162 w 1633473"/>
              <a:gd name="connsiteY5-124" fmla="*/ 76224 h 2127070"/>
              <a:gd name="connsiteX6-125" fmla="*/ 954401 w 1633473"/>
              <a:gd name="connsiteY6-126" fmla="*/ 67170 h 2127070"/>
              <a:gd name="connsiteX7-127" fmla="*/ 1416128 w 1633473"/>
              <a:gd name="connsiteY7-128" fmla="*/ 347828 h 2127070"/>
              <a:gd name="connsiteX8-129" fmla="*/ 1633411 w 1633473"/>
              <a:gd name="connsiteY8-130" fmla="*/ 709966 h 2127070"/>
              <a:gd name="connsiteX9-131" fmla="*/ 1398021 w 1633473"/>
              <a:gd name="connsiteY9-132" fmla="*/ 1280335 h 2127070"/>
              <a:gd name="connsiteX10-133" fmla="*/ 999668 w 1633473"/>
              <a:gd name="connsiteY10-134" fmla="*/ 1099265 h 2127070"/>
              <a:gd name="connsiteX11-135" fmla="*/ 746171 w 1633473"/>
              <a:gd name="connsiteY11-136" fmla="*/ 836715 h 2127070"/>
              <a:gd name="connsiteX12-137" fmla="*/ 510781 w 1633473"/>
              <a:gd name="connsiteY12-138" fmla="*/ 818608 h 2127070"/>
              <a:gd name="connsiteX13-139" fmla="*/ 954967 w 1633473"/>
              <a:gd name="connsiteY13-140" fmla="*/ 1865155 h 2127070"/>
              <a:gd name="connsiteX0-141" fmla="*/ 1181681 w 1633473"/>
              <a:gd name="connsiteY0-142" fmla="*/ 2127070 h 2127070"/>
              <a:gd name="connsiteX1-143" fmla="*/ 655707 w 1633473"/>
              <a:gd name="connsiteY1-144" fmla="*/ 1462960 h 2127070"/>
              <a:gd name="connsiteX2-145" fmla="*/ 712763 w 1633473"/>
              <a:gd name="connsiteY2-146" fmla="*/ 1292760 h 2127070"/>
              <a:gd name="connsiteX3-147" fmla="*/ 510781 w 1633473"/>
              <a:gd name="connsiteY3-148" fmla="*/ 827662 h 2127070"/>
              <a:gd name="connsiteX4-149" fmla="*/ 112429 w 1633473"/>
              <a:gd name="connsiteY4-150" fmla="*/ 900089 h 2127070"/>
              <a:gd name="connsiteX5-151" fmla="*/ 67162 w 1633473"/>
              <a:gd name="connsiteY5-152" fmla="*/ 76224 h 2127070"/>
              <a:gd name="connsiteX6-153" fmla="*/ 954401 w 1633473"/>
              <a:gd name="connsiteY6-154" fmla="*/ 67170 h 2127070"/>
              <a:gd name="connsiteX7-155" fmla="*/ 1416128 w 1633473"/>
              <a:gd name="connsiteY7-156" fmla="*/ 347828 h 2127070"/>
              <a:gd name="connsiteX8-157" fmla="*/ 1633411 w 1633473"/>
              <a:gd name="connsiteY8-158" fmla="*/ 709966 h 2127070"/>
              <a:gd name="connsiteX9-159" fmla="*/ 1398021 w 1633473"/>
              <a:gd name="connsiteY9-160" fmla="*/ 1280335 h 2127070"/>
              <a:gd name="connsiteX10-161" fmla="*/ 999668 w 1633473"/>
              <a:gd name="connsiteY10-162" fmla="*/ 1099265 h 2127070"/>
              <a:gd name="connsiteX11-163" fmla="*/ 746171 w 1633473"/>
              <a:gd name="connsiteY11-164" fmla="*/ 836715 h 2127070"/>
              <a:gd name="connsiteX12-165" fmla="*/ 510781 w 1633473"/>
              <a:gd name="connsiteY12-166" fmla="*/ 818608 h 2127070"/>
              <a:gd name="connsiteX13-167" fmla="*/ 954967 w 1633473"/>
              <a:gd name="connsiteY13-168" fmla="*/ 1865155 h 2127070"/>
              <a:gd name="connsiteX0-169" fmla="*/ 1181681 w 1633473"/>
              <a:gd name="connsiteY0-170" fmla="*/ 2127070 h 2127070"/>
              <a:gd name="connsiteX1-171" fmla="*/ 655707 w 1633473"/>
              <a:gd name="connsiteY1-172" fmla="*/ 1462960 h 2127070"/>
              <a:gd name="connsiteX2-173" fmla="*/ 712763 w 1633473"/>
              <a:gd name="connsiteY2-174" fmla="*/ 1292760 h 2127070"/>
              <a:gd name="connsiteX3-175" fmla="*/ 510781 w 1633473"/>
              <a:gd name="connsiteY3-176" fmla="*/ 827662 h 2127070"/>
              <a:gd name="connsiteX4-177" fmla="*/ 112429 w 1633473"/>
              <a:gd name="connsiteY4-178" fmla="*/ 900089 h 2127070"/>
              <a:gd name="connsiteX5-179" fmla="*/ 67162 w 1633473"/>
              <a:gd name="connsiteY5-180" fmla="*/ 76224 h 2127070"/>
              <a:gd name="connsiteX6-181" fmla="*/ 954401 w 1633473"/>
              <a:gd name="connsiteY6-182" fmla="*/ 67170 h 2127070"/>
              <a:gd name="connsiteX7-183" fmla="*/ 1416128 w 1633473"/>
              <a:gd name="connsiteY7-184" fmla="*/ 347828 h 2127070"/>
              <a:gd name="connsiteX8-185" fmla="*/ 1633411 w 1633473"/>
              <a:gd name="connsiteY8-186" fmla="*/ 709966 h 2127070"/>
              <a:gd name="connsiteX9-187" fmla="*/ 1398021 w 1633473"/>
              <a:gd name="connsiteY9-188" fmla="*/ 1280335 h 2127070"/>
              <a:gd name="connsiteX10-189" fmla="*/ 999668 w 1633473"/>
              <a:gd name="connsiteY10-190" fmla="*/ 1099265 h 2127070"/>
              <a:gd name="connsiteX11-191" fmla="*/ 746171 w 1633473"/>
              <a:gd name="connsiteY11-192" fmla="*/ 836715 h 2127070"/>
              <a:gd name="connsiteX12-193" fmla="*/ 510781 w 1633473"/>
              <a:gd name="connsiteY12-194" fmla="*/ 818608 h 2127070"/>
              <a:gd name="connsiteX13-195" fmla="*/ 954967 w 1633473"/>
              <a:gd name="connsiteY13-196" fmla="*/ 1865155 h 2127070"/>
              <a:gd name="connsiteX0-197" fmla="*/ 1181681 w 1633473"/>
              <a:gd name="connsiteY0-198" fmla="*/ 2127070 h 2127070"/>
              <a:gd name="connsiteX1-199" fmla="*/ 655707 w 1633473"/>
              <a:gd name="connsiteY1-200" fmla="*/ 1462960 h 2127070"/>
              <a:gd name="connsiteX2-201" fmla="*/ 712763 w 1633473"/>
              <a:gd name="connsiteY2-202" fmla="*/ 1292760 h 2127070"/>
              <a:gd name="connsiteX3-203" fmla="*/ 510781 w 1633473"/>
              <a:gd name="connsiteY3-204" fmla="*/ 827662 h 2127070"/>
              <a:gd name="connsiteX4-205" fmla="*/ 112429 w 1633473"/>
              <a:gd name="connsiteY4-206" fmla="*/ 900089 h 2127070"/>
              <a:gd name="connsiteX5-207" fmla="*/ 67162 w 1633473"/>
              <a:gd name="connsiteY5-208" fmla="*/ 76224 h 2127070"/>
              <a:gd name="connsiteX6-209" fmla="*/ 954401 w 1633473"/>
              <a:gd name="connsiteY6-210" fmla="*/ 67170 h 2127070"/>
              <a:gd name="connsiteX7-211" fmla="*/ 1416128 w 1633473"/>
              <a:gd name="connsiteY7-212" fmla="*/ 347828 h 2127070"/>
              <a:gd name="connsiteX8-213" fmla="*/ 1633411 w 1633473"/>
              <a:gd name="connsiteY8-214" fmla="*/ 709966 h 2127070"/>
              <a:gd name="connsiteX9-215" fmla="*/ 1398021 w 1633473"/>
              <a:gd name="connsiteY9-216" fmla="*/ 1280335 h 2127070"/>
              <a:gd name="connsiteX10-217" fmla="*/ 999668 w 1633473"/>
              <a:gd name="connsiteY10-218" fmla="*/ 1099265 h 2127070"/>
              <a:gd name="connsiteX11-219" fmla="*/ 746171 w 1633473"/>
              <a:gd name="connsiteY11-220" fmla="*/ 836715 h 2127070"/>
              <a:gd name="connsiteX12-221" fmla="*/ 510781 w 1633473"/>
              <a:gd name="connsiteY12-222" fmla="*/ 818608 h 2127070"/>
              <a:gd name="connsiteX13-223" fmla="*/ 954967 w 1633473"/>
              <a:gd name="connsiteY13-224" fmla="*/ 1865155 h 2127070"/>
              <a:gd name="connsiteX0-225" fmla="*/ 1181681 w 1633473"/>
              <a:gd name="connsiteY0-226" fmla="*/ 2127070 h 2127070"/>
              <a:gd name="connsiteX1-227" fmla="*/ 655707 w 1633473"/>
              <a:gd name="connsiteY1-228" fmla="*/ 1462960 h 2127070"/>
              <a:gd name="connsiteX2-229" fmla="*/ 672282 w 1633473"/>
              <a:gd name="connsiteY2-230" fmla="*/ 1318954 h 2127070"/>
              <a:gd name="connsiteX3-231" fmla="*/ 510781 w 1633473"/>
              <a:gd name="connsiteY3-232" fmla="*/ 827662 h 2127070"/>
              <a:gd name="connsiteX4-233" fmla="*/ 112429 w 1633473"/>
              <a:gd name="connsiteY4-234" fmla="*/ 900089 h 2127070"/>
              <a:gd name="connsiteX5-235" fmla="*/ 67162 w 1633473"/>
              <a:gd name="connsiteY5-236" fmla="*/ 76224 h 2127070"/>
              <a:gd name="connsiteX6-237" fmla="*/ 954401 w 1633473"/>
              <a:gd name="connsiteY6-238" fmla="*/ 67170 h 2127070"/>
              <a:gd name="connsiteX7-239" fmla="*/ 1416128 w 1633473"/>
              <a:gd name="connsiteY7-240" fmla="*/ 347828 h 2127070"/>
              <a:gd name="connsiteX8-241" fmla="*/ 1633411 w 1633473"/>
              <a:gd name="connsiteY8-242" fmla="*/ 709966 h 2127070"/>
              <a:gd name="connsiteX9-243" fmla="*/ 1398021 w 1633473"/>
              <a:gd name="connsiteY9-244" fmla="*/ 1280335 h 2127070"/>
              <a:gd name="connsiteX10-245" fmla="*/ 999668 w 1633473"/>
              <a:gd name="connsiteY10-246" fmla="*/ 1099265 h 2127070"/>
              <a:gd name="connsiteX11-247" fmla="*/ 746171 w 1633473"/>
              <a:gd name="connsiteY11-248" fmla="*/ 836715 h 2127070"/>
              <a:gd name="connsiteX12-249" fmla="*/ 510781 w 1633473"/>
              <a:gd name="connsiteY12-250" fmla="*/ 818608 h 2127070"/>
              <a:gd name="connsiteX13-251" fmla="*/ 954967 w 1633473"/>
              <a:gd name="connsiteY13-252" fmla="*/ 1865155 h 2127070"/>
              <a:gd name="connsiteX0-253" fmla="*/ 1181681 w 1633473"/>
              <a:gd name="connsiteY0-254" fmla="*/ 2127070 h 2127070"/>
              <a:gd name="connsiteX1-255" fmla="*/ 655707 w 1633473"/>
              <a:gd name="connsiteY1-256" fmla="*/ 1462960 h 2127070"/>
              <a:gd name="connsiteX2-257" fmla="*/ 672282 w 1633473"/>
              <a:gd name="connsiteY2-258" fmla="*/ 1318954 h 2127070"/>
              <a:gd name="connsiteX3-259" fmla="*/ 510781 w 1633473"/>
              <a:gd name="connsiteY3-260" fmla="*/ 827662 h 2127070"/>
              <a:gd name="connsiteX4-261" fmla="*/ 112429 w 1633473"/>
              <a:gd name="connsiteY4-262" fmla="*/ 900089 h 2127070"/>
              <a:gd name="connsiteX5-263" fmla="*/ 67162 w 1633473"/>
              <a:gd name="connsiteY5-264" fmla="*/ 76224 h 2127070"/>
              <a:gd name="connsiteX6-265" fmla="*/ 954401 w 1633473"/>
              <a:gd name="connsiteY6-266" fmla="*/ 67170 h 2127070"/>
              <a:gd name="connsiteX7-267" fmla="*/ 1416128 w 1633473"/>
              <a:gd name="connsiteY7-268" fmla="*/ 347828 h 2127070"/>
              <a:gd name="connsiteX8-269" fmla="*/ 1633411 w 1633473"/>
              <a:gd name="connsiteY8-270" fmla="*/ 709966 h 2127070"/>
              <a:gd name="connsiteX9-271" fmla="*/ 1398021 w 1633473"/>
              <a:gd name="connsiteY9-272" fmla="*/ 1280335 h 2127070"/>
              <a:gd name="connsiteX10-273" fmla="*/ 999668 w 1633473"/>
              <a:gd name="connsiteY10-274" fmla="*/ 1099265 h 2127070"/>
              <a:gd name="connsiteX11-275" fmla="*/ 746171 w 1633473"/>
              <a:gd name="connsiteY11-276" fmla="*/ 836715 h 2127070"/>
              <a:gd name="connsiteX12-277" fmla="*/ 510781 w 1633473"/>
              <a:gd name="connsiteY12-278" fmla="*/ 818608 h 2127070"/>
              <a:gd name="connsiteX13-279" fmla="*/ 954967 w 1633473"/>
              <a:gd name="connsiteY13-280" fmla="*/ 1865155 h 2127070"/>
              <a:gd name="connsiteX0-281" fmla="*/ 1181681 w 1633473"/>
              <a:gd name="connsiteY0-282" fmla="*/ 2127070 h 2127070"/>
              <a:gd name="connsiteX1-283" fmla="*/ 655707 w 1633473"/>
              <a:gd name="connsiteY1-284" fmla="*/ 1462960 h 2127070"/>
              <a:gd name="connsiteX2-285" fmla="*/ 672282 w 1633473"/>
              <a:gd name="connsiteY2-286" fmla="*/ 1318954 h 2127070"/>
              <a:gd name="connsiteX3-287" fmla="*/ 510781 w 1633473"/>
              <a:gd name="connsiteY3-288" fmla="*/ 827662 h 2127070"/>
              <a:gd name="connsiteX4-289" fmla="*/ 112429 w 1633473"/>
              <a:gd name="connsiteY4-290" fmla="*/ 900089 h 2127070"/>
              <a:gd name="connsiteX5-291" fmla="*/ 67162 w 1633473"/>
              <a:gd name="connsiteY5-292" fmla="*/ 76224 h 2127070"/>
              <a:gd name="connsiteX6-293" fmla="*/ 954401 w 1633473"/>
              <a:gd name="connsiteY6-294" fmla="*/ 67170 h 2127070"/>
              <a:gd name="connsiteX7-295" fmla="*/ 1416128 w 1633473"/>
              <a:gd name="connsiteY7-296" fmla="*/ 347828 h 2127070"/>
              <a:gd name="connsiteX8-297" fmla="*/ 1633411 w 1633473"/>
              <a:gd name="connsiteY8-298" fmla="*/ 709966 h 2127070"/>
              <a:gd name="connsiteX9-299" fmla="*/ 1398021 w 1633473"/>
              <a:gd name="connsiteY9-300" fmla="*/ 1280335 h 2127070"/>
              <a:gd name="connsiteX10-301" fmla="*/ 999668 w 1633473"/>
              <a:gd name="connsiteY10-302" fmla="*/ 1099265 h 2127070"/>
              <a:gd name="connsiteX11-303" fmla="*/ 746171 w 1633473"/>
              <a:gd name="connsiteY11-304" fmla="*/ 836715 h 2127070"/>
              <a:gd name="connsiteX12-305" fmla="*/ 510781 w 1633473"/>
              <a:gd name="connsiteY12-306" fmla="*/ 818608 h 2127070"/>
              <a:gd name="connsiteX13-307" fmla="*/ 954967 w 1633473"/>
              <a:gd name="connsiteY13-308" fmla="*/ 1865155 h 2127070"/>
              <a:gd name="connsiteX0-309" fmla="*/ 1181681 w 1633473"/>
              <a:gd name="connsiteY0-310" fmla="*/ 2127070 h 2127070"/>
              <a:gd name="connsiteX1-311" fmla="*/ 655707 w 1633473"/>
              <a:gd name="connsiteY1-312" fmla="*/ 1462960 h 2127070"/>
              <a:gd name="connsiteX2-313" fmla="*/ 672282 w 1633473"/>
              <a:gd name="connsiteY2-314" fmla="*/ 1318954 h 2127070"/>
              <a:gd name="connsiteX3-315" fmla="*/ 510781 w 1633473"/>
              <a:gd name="connsiteY3-316" fmla="*/ 827662 h 2127070"/>
              <a:gd name="connsiteX4-317" fmla="*/ 112429 w 1633473"/>
              <a:gd name="connsiteY4-318" fmla="*/ 900089 h 2127070"/>
              <a:gd name="connsiteX5-319" fmla="*/ 67162 w 1633473"/>
              <a:gd name="connsiteY5-320" fmla="*/ 76224 h 2127070"/>
              <a:gd name="connsiteX6-321" fmla="*/ 954401 w 1633473"/>
              <a:gd name="connsiteY6-322" fmla="*/ 67170 h 2127070"/>
              <a:gd name="connsiteX7-323" fmla="*/ 1416128 w 1633473"/>
              <a:gd name="connsiteY7-324" fmla="*/ 347828 h 2127070"/>
              <a:gd name="connsiteX8-325" fmla="*/ 1633411 w 1633473"/>
              <a:gd name="connsiteY8-326" fmla="*/ 709966 h 2127070"/>
              <a:gd name="connsiteX9-327" fmla="*/ 1398021 w 1633473"/>
              <a:gd name="connsiteY9-328" fmla="*/ 1280335 h 2127070"/>
              <a:gd name="connsiteX10-329" fmla="*/ 999668 w 1633473"/>
              <a:gd name="connsiteY10-330" fmla="*/ 1099265 h 2127070"/>
              <a:gd name="connsiteX11-331" fmla="*/ 746171 w 1633473"/>
              <a:gd name="connsiteY11-332" fmla="*/ 836715 h 2127070"/>
              <a:gd name="connsiteX12-333" fmla="*/ 510781 w 1633473"/>
              <a:gd name="connsiteY12-334" fmla="*/ 818608 h 2127070"/>
              <a:gd name="connsiteX13-335" fmla="*/ 954967 w 1633473"/>
              <a:gd name="connsiteY13-336" fmla="*/ 1865155 h 2127070"/>
              <a:gd name="connsiteX0-337" fmla="*/ 1181681 w 1633473"/>
              <a:gd name="connsiteY0-338" fmla="*/ 2127070 h 2127070"/>
              <a:gd name="connsiteX1-339" fmla="*/ 655707 w 1633473"/>
              <a:gd name="connsiteY1-340" fmla="*/ 1462960 h 2127070"/>
              <a:gd name="connsiteX2-341" fmla="*/ 672282 w 1633473"/>
              <a:gd name="connsiteY2-342" fmla="*/ 1318954 h 2127070"/>
              <a:gd name="connsiteX3-343" fmla="*/ 510781 w 1633473"/>
              <a:gd name="connsiteY3-344" fmla="*/ 827662 h 2127070"/>
              <a:gd name="connsiteX4-345" fmla="*/ 112429 w 1633473"/>
              <a:gd name="connsiteY4-346" fmla="*/ 900089 h 2127070"/>
              <a:gd name="connsiteX5-347" fmla="*/ 67162 w 1633473"/>
              <a:gd name="connsiteY5-348" fmla="*/ 76224 h 2127070"/>
              <a:gd name="connsiteX6-349" fmla="*/ 954401 w 1633473"/>
              <a:gd name="connsiteY6-350" fmla="*/ 67170 h 2127070"/>
              <a:gd name="connsiteX7-351" fmla="*/ 1416128 w 1633473"/>
              <a:gd name="connsiteY7-352" fmla="*/ 347828 h 2127070"/>
              <a:gd name="connsiteX8-353" fmla="*/ 1633411 w 1633473"/>
              <a:gd name="connsiteY8-354" fmla="*/ 709966 h 2127070"/>
              <a:gd name="connsiteX9-355" fmla="*/ 1398021 w 1633473"/>
              <a:gd name="connsiteY9-356" fmla="*/ 1280335 h 2127070"/>
              <a:gd name="connsiteX10-357" fmla="*/ 999668 w 1633473"/>
              <a:gd name="connsiteY10-358" fmla="*/ 1099265 h 2127070"/>
              <a:gd name="connsiteX11-359" fmla="*/ 746171 w 1633473"/>
              <a:gd name="connsiteY11-360" fmla="*/ 836715 h 2127070"/>
              <a:gd name="connsiteX12-361" fmla="*/ 510781 w 1633473"/>
              <a:gd name="connsiteY12-362" fmla="*/ 818608 h 2127070"/>
              <a:gd name="connsiteX13-363" fmla="*/ 954967 w 1633473"/>
              <a:gd name="connsiteY13-364" fmla="*/ 1865155 h 2127070"/>
              <a:gd name="connsiteX0-365" fmla="*/ 1181681 w 1633473"/>
              <a:gd name="connsiteY0-366" fmla="*/ 2127070 h 2127070"/>
              <a:gd name="connsiteX1-367" fmla="*/ 655707 w 1633473"/>
              <a:gd name="connsiteY1-368" fmla="*/ 1462960 h 2127070"/>
              <a:gd name="connsiteX2-369" fmla="*/ 672282 w 1633473"/>
              <a:gd name="connsiteY2-370" fmla="*/ 1318954 h 2127070"/>
              <a:gd name="connsiteX3-371" fmla="*/ 510781 w 1633473"/>
              <a:gd name="connsiteY3-372" fmla="*/ 827662 h 2127070"/>
              <a:gd name="connsiteX4-373" fmla="*/ 112429 w 1633473"/>
              <a:gd name="connsiteY4-374" fmla="*/ 900089 h 2127070"/>
              <a:gd name="connsiteX5-375" fmla="*/ 67162 w 1633473"/>
              <a:gd name="connsiteY5-376" fmla="*/ 76224 h 2127070"/>
              <a:gd name="connsiteX6-377" fmla="*/ 954401 w 1633473"/>
              <a:gd name="connsiteY6-378" fmla="*/ 67170 h 2127070"/>
              <a:gd name="connsiteX7-379" fmla="*/ 1416128 w 1633473"/>
              <a:gd name="connsiteY7-380" fmla="*/ 347828 h 2127070"/>
              <a:gd name="connsiteX8-381" fmla="*/ 1633411 w 1633473"/>
              <a:gd name="connsiteY8-382" fmla="*/ 709966 h 2127070"/>
              <a:gd name="connsiteX9-383" fmla="*/ 1398021 w 1633473"/>
              <a:gd name="connsiteY9-384" fmla="*/ 1280335 h 2127070"/>
              <a:gd name="connsiteX10-385" fmla="*/ 999668 w 1633473"/>
              <a:gd name="connsiteY10-386" fmla="*/ 1099265 h 2127070"/>
              <a:gd name="connsiteX11-387" fmla="*/ 746171 w 1633473"/>
              <a:gd name="connsiteY11-388" fmla="*/ 836715 h 2127070"/>
              <a:gd name="connsiteX12-389" fmla="*/ 510781 w 1633473"/>
              <a:gd name="connsiteY12-390" fmla="*/ 818608 h 2127070"/>
              <a:gd name="connsiteX13-391" fmla="*/ 954967 w 1633473"/>
              <a:gd name="connsiteY13-392" fmla="*/ 1865155 h 2127070"/>
              <a:gd name="connsiteX0-393" fmla="*/ 1181681 w 1633473"/>
              <a:gd name="connsiteY0-394" fmla="*/ 2127070 h 2127070"/>
              <a:gd name="connsiteX1-395" fmla="*/ 634276 w 1633473"/>
              <a:gd name="connsiteY1-396" fmla="*/ 1420098 h 2127070"/>
              <a:gd name="connsiteX2-397" fmla="*/ 672282 w 1633473"/>
              <a:gd name="connsiteY2-398" fmla="*/ 1318954 h 2127070"/>
              <a:gd name="connsiteX3-399" fmla="*/ 510781 w 1633473"/>
              <a:gd name="connsiteY3-400" fmla="*/ 827662 h 2127070"/>
              <a:gd name="connsiteX4-401" fmla="*/ 112429 w 1633473"/>
              <a:gd name="connsiteY4-402" fmla="*/ 900089 h 2127070"/>
              <a:gd name="connsiteX5-403" fmla="*/ 67162 w 1633473"/>
              <a:gd name="connsiteY5-404" fmla="*/ 76224 h 2127070"/>
              <a:gd name="connsiteX6-405" fmla="*/ 954401 w 1633473"/>
              <a:gd name="connsiteY6-406" fmla="*/ 67170 h 2127070"/>
              <a:gd name="connsiteX7-407" fmla="*/ 1416128 w 1633473"/>
              <a:gd name="connsiteY7-408" fmla="*/ 347828 h 2127070"/>
              <a:gd name="connsiteX8-409" fmla="*/ 1633411 w 1633473"/>
              <a:gd name="connsiteY8-410" fmla="*/ 709966 h 2127070"/>
              <a:gd name="connsiteX9-411" fmla="*/ 1398021 w 1633473"/>
              <a:gd name="connsiteY9-412" fmla="*/ 1280335 h 2127070"/>
              <a:gd name="connsiteX10-413" fmla="*/ 999668 w 1633473"/>
              <a:gd name="connsiteY10-414" fmla="*/ 1099265 h 2127070"/>
              <a:gd name="connsiteX11-415" fmla="*/ 746171 w 1633473"/>
              <a:gd name="connsiteY11-416" fmla="*/ 836715 h 2127070"/>
              <a:gd name="connsiteX12-417" fmla="*/ 510781 w 1633473"/>
              <a:gd name="connsiteY12-418" fmla="*/ 818608 h 2127070"/>
              <a:gd name="connsiteX13-419" fmla="*/ 954967 w 1633473"/>
              <a:gd name="connsiteY13-420" fmla="*/ 1865155 h 2127070"/>
              <a:gd name="connsiteX0-421" fmla="*/ 1181681 w 1633473"/>
              <a:gd name="connsiteY0-422" fmla="*/ 2127070 h 2127070"/>
              <a:gd name="connsiteX1-423" fmla="*/ 610463 w 1633473"/>
              <a:gd name="connsiteY1-424" fmla="*/ 1348661 h 2127070"/>
              <a:gd name="connsiteX2-425" fmla="*/ 672282 w 1633473"/>
              <a:gd name="connsiteY2-426" fmla="*/ 1318954 h 2127070"/>
              <a:gd name="connsiteX3-427" fmla="*/ 510781 w 1633473"/>
              <a:gd name="connsiteY3-428" fmla="*/ 827662 h 2127070"/>
              <a:gd name="connsiteX4-429" fmla="*/ 112429 w 1633473"/>
              <a:gd name="connsiteY4-430" fmla="*/ 900089 h 2127070"/>
              <a:gd name="connsiteX5-431" fmla="*/ 67162 w 1633473"/>
              <a:gd name="connsiteY5-432" fmla="*/ 76224 h 2127070"/>
              <a:gd name="connsiteX6-433" fmla="*/ 954401 w 1633473"/>
              <a:gd name="connsiteY6-434" fmla="*/ 67170 h 2127070"/>
              <a:gd name="connsiteX7-435" fmla="*/ 1416128 w 1633473"/>
              <a:gd name="connsiteY7-436" fmla="*/ 347828 h 2127070"/>
              <a:gd name="connsiteX8-437" fmla="*/ 1633411 w 1633473"/>
              <a:gd name="connsiteY8-438" fmla="*/ 709966 h 2127070"/>
              <a:gd name="connsiteX9-439" fmla="*/ 1398021 w 1633473"/>
              <a:gd name="connsiteY9-440" fmla="*/ 1280335 h 2127070"/>
              <a:gd name="connsiteX10-441" fmla="*/ 999668 w 1633473"/>
              <a:gd name="connsiteY10-442" fmla="*/ 1099265 h 2127070"/>
              <a:gd name="connsiteX11-443" fmla="*/ 746171 w 1633473"/>
              <a:gd name="connsiteY11-444" fmla="*/ 836715 h 2127070"/>
              <a:gd name="connsiteX12-445" fmla="*/ 510781 w 1633473"/>
              <a:gd name="connsiteY12-446" fmla="*/ 818608 h 2127070"/>
              <a:gd name="connsiteX13-447" fmla="*/ 954967 w 1633473"/>
              <a:gd name="connsiteY13-448" fmla="*/ 1865155 h 2127070"/>
              <a:gd name="connsiteX0-449" fmla="*/ 1181681 w 1633473"/>
              <a:gd name="connsiteY0-450" fmla="*/ 2127070 h 2127070"/>
              <a:gd name="connsiteX1-451" fmla="*/ 572363 w 1633473"/>
              <a:gd name="connsiteY1-452" fmla="*/ 1243886 h 2127070"/>
              <a:gd name="connsiteX2-453" fmla="*/ 672282 w 1633473"/>
              <a:gd name="connsiteY2-454" fmla="*/ 1318954 h 2127070"/>
              <a:gd name="connsiteX3-455" fmla="*/ 510781 w 1633473"/>
              <a:gd name="connsiteY3-456" fmla="*/ 827662 h 2127070"/>
              <a:gd name="connsiteX4-457" fmla="*/ 112429 w 1633473"/>
              <a:gd name="connsiteY4-458" fmla="*/ 900089 h 2127070"/>
              <a:gd name="connsiteX5-459" fmla="*/ 67162 w 1633473"/>
              <a:gd name="connsiteY5-460" fmla="*/ 76224 h 2127070"/>
              <a:gd name="connsiteX6-461" fmla="*/ 954401 w 1633473"/>
              <a:gd name="connsiteY6-462" fmla="*/ 67170 h 2127070"/>
              <a:gd name="connsiteX7-463" fmla="*/ 1416128 w 1633473"/>
              <a:gd name="connsiteY7-464" fmla="*/ 347828 h 2127070"/>
              <a:gd name="connsiteX8-465" fmla="*/ 1633411 w 1633473"/>
              <a:gd name="connsiteY8-466" fmla="*/ 709966 h 2127070"/>
              <a:gd name="connsiteX9-467" fmla="*/ 1398021 w 1633473"/>
              <a:gd name="connsiteY9-468" fmla="*/ 1280335 h 2127070"/>
              <a:gd name="connsiteX10-469" fmla="*/ 999668 w 1633473"/>
              <a:gd name="connsiteY10-470" fmla="*/ 1099265 h 2127070"/>
              <a:gd name="connsiteX11-471" fmla="*/ 746171 w 1633473"/>
              <a:gd name="connsiteY11-472" fmla="*/ 836715 h 2127070"/>
              <a:gd name="connsiteX12-473" fmla="*/ 510781 w 1633473"/>
              <a:gd name="connsiteY12-474" fmla="*/ 818608 h 2127070"/>
              <a:gd name="connsiteX13-475" fmla="*/ 954967 w 1633473"/>
              <a:gd name="connsiteY13-476" fmla="*/ 1865155 h 2127070"/>
              <a:gd name="connsiteX0-477" fmla="*/ 1181681 w 1633473"/>
              <a:gd name="connsiteY0-478" fmla="*/ 2127070 h 2127070"/>
              <a:gd name="connsiteX1-479" fmla="*/ 572363 w 1633473"/>
              <a:gd name="connsiteY1-480" fmla="*/ 1243886 h 2127070"/>
              <a:gd name="connsiteX2-481" fmla="*/ 672282 w 1633473"/>
              <a:gd name="connsiteY2-482" fmla="*/ 1318954 h 2127070"/>
              <a:gd name="connsiteX3-483" fmla="*/ 510781 w 1633473"/>
              <a:gd name="connsiteY3-484" fmla="*/ 827662 h 2127070"/>
              <a:gd name="connsiteX4-485" fmla="*/ 112429 w 1633473"/>
              <a:gd name="connsiteY4-486" fmla="*/ 900089 h 2127070"/>
              <a:gd name="connsiteX5-487" fmla="*/ 67162 w 1633473"/>
              <a:gd name="connsiteY5-488" fmla="*/ 76224 h 2127070"/>
              <a:gd name="connsiteX6-489" fmla="*/ 954401 w 1633473"/>
              <a:gd name="connsiteY6-490" fmla="*/ 67170 h 2127070"/>
              <a:gd name="connsiteX7-491" fmla="*/ 1416128 w 1633473"/>
              <a:gd name="connsiteY7-492" fmla="*/ 347828 h 2127070"/>
              <a:gd name="connsiteX8-493" fmla="*/ 1633411 w 1633473"/>
              <a:gd name="connsiteY8-494" fmla="*/ 709966 h 2127070"/>
              <a:gd name="connsiteX9-495" fmla="*/ 1398021 w 1633473"/>
              <a:gd name="connsiteY9-496" fmla="*/ 1280335 h 2127070"/>
              <a:gd name="connsiteX10-497" fmla="*/ 999668 w 1633473"/>
              <a:gd name="connsiteY10-498" fmla="*/ 1099265 h 2127070"/>
              <a:gd name="connsiteX11-499" fmla="*/ 746171 w 1633473"/>
              <a:gd name="connsiteY11-500" fmla="*/ 836715 h 2127070"/>
              <a:gd name="connsiteX12-501" fmla="*/ 510781 w 1633473"/>
              <a:gd name="connsiteY12-502" fmla="*/ 818608 h 2127070"/>
              <a:gd name="connsiteX13-503" fmla="*/ 954967 w 1633473"/>
              <a:gd name="connsiteY13-504" fmla="*/ 1865155 h 2127070"/>
              <a:gd name="connsiteX0-505" fmla="*/ 1181681 w 1633473"/>
              <a:gd name="connsiteY0-506" fmla="*/ 2127070 h 2127070"/>
              <a:gd name="connsiteX1-507" fmla="*/ 572363 w 1633473"/>
              <a:gd name="connsiteY1-508" fmla="*/ 1243886 h 2127070"/>
              <a:gd name="connsiteX2-509" fmla="*/ 672282 w 1633473"/>
              <a:gd name="connsiteY2-510" fmla="*/ 1318954 h 2127070"/>
              <a:gd name="connsiteX3-511" fmla="*/ 510781 w 1633473"/>
              <a:gd name="connsiteY3-512" fmla="*/ 827662 h 2127070"/>
              <a:gd name="connsiteX4-513" fmla="*/ 112429 w 1633473"/>
              <a:gd name="connsiteY4-514" fmla="*/ 900089 h 2127070"/>
              <a:gd name="connsiteX5-515" fmla="*/ 67162 w 1633473"/>
              <a:gd name="connsiteY5-516" fmla="*/ 76224 h 2127070"/>
              <a:gd name="connsiteX6-517" fmla="*/ 954401 w 1633473"/>
              <a:gd name="connsiteY6-518" fmla="*/ 67170 h 2127070"/>
              <a:gd name="connsiteX7-519" fmla="*/ 1416128 w 1633473"/>
              <a:gd name="connsiteY7-520" fmla="*/ 347828 h 2127070"/>
              <a:gd name="connsiteX8-521" fmla="*/ 1633411 w 1633473"/>
              <a:gd name="connsiteY8-522" fmla="*/ 709966 h 2127070"/>
              <a:gd name="connsiteX9-523" fmla="*/ 1398021 w 1633473"/>
              <a:gd name="connsiteY9-524" fmla="*/ 1280335 h 2127070"/>
              <a:gd name="connsiteX10-525" fmla="*/ 999668 w 1633473"/>
              <a:gd name="connsiteY10-526" fmla="*/ 1099265 h 2127070"/>
              <a:gd name="connsiteX11-527" fmla="*/ 746171 w 1633473"/>
              <a:gd name="connsiteY11-528" fmla="*/ 836715 h 2127070"/>
              <a:gd name="connsiteX12-529" fmla="*/ 510781 w 1633473"/>
              <a:gd name="connsiteY12-530" fmla="*/ 818608 h 2127070"/>
              <a:gd name="connsiteX13-531" fmla="*/ 954967 w 1633473"/>
              <a:gd name="connsiteY13-532" fmla="*/ 1865155 h 2127070"/>
              <a:gd name="connsiteX0-533" fmla="*/ 1181681 w 1633473"/>
              <a:gd name="connsiteY0-534" fmla="*/ 2127070 h 2127070"/>
              <a:gd name="connsiteX1-535" fmla="*/ 572363 w 1633473"/>
              <a:gd name="connsiteY1-536" fmla="*/ 1243886 h 2127070"/>
              <a:gd name="connsiteX2-537" fmla="*/ 672282 w 1633473"/>
              <a:gd name="connsiteY2-538" fmla="*/ 1318954 h 2127070"/>
              <a:gd name="connsiteX3-539" fmla="*/ 510781 w 1633473"/>
              <a:gd name="connsiteY3-540" fmla="*/ 827662 h 2127070"/>
              <a:gd name="connsiteX4-541" fmla="*/ 112429 w 1633473"/>
              <a:gd name="connsiteY4-542" fmla="*/ 900089 h 2127070"/>
              <a:gd name="connsiteX5-543" fmla="*/ 67162 w 1633473"/>
              <a:gd name="connsiteY5-544" fmla="*/ 76224 h 2127070"/>
              <a:gd name="connsiteX6-545" fmla="*/ 954401 w 1633473"/>
              <a:gd name="connsiteY6-546" fmla="*/ 67170 h 2127070"/>
              <a:gd name="connsiteX7-547" fmla="*/ 1416128 w 1633473"/>
              <a:gd name="connsiteY7-548" fmla="*/ 347828 h 2127070"/>
              <a:gd name="connsiteX8-549" fmla="*/ 1633411 w 1633473"/>
              <a:gd name="connsiteY8-550" fmla="*/ 709966 h 2127070"/>
              <a:gd name="connsiteX9-551" fmla="*/ 1398021 w 1633473"/>
              <a:gd name="connsiteY9-552" fmla="*/ 1280335 h 2127070"/>
              <a:gd name="connsiteX10-553" fmla="*/ 999668 w 1633473"/>
              <a:gd name="connsiteY10-554" fmla="*/ 1099265 h 2127070"/>
              <a:gd name="connsiteX11-555" fmla="*/ 746171 w 1633473"/>
              <a:gd name="connsiteY11-556" fmla="*/ 836715 h 2127070"/>
              <a:gd name="connsiteX12-557" fmla="*/ 510781 w 1633473"/>
              <a:gd name="connsiteY12-558" fmla="*/ 818608 h 2127070"/>
              <a:gd name="connsiteX13-559" fmla="*/ 954967 w 1633473"/>
              <a:gd name="connsiteY13-560" fmla="*/ 1865155 h 2127070"/>
              <a:gd name="connsiteX0-561" fmla="*/ 1181681 w 1633473"/>
              <a:gd name="connsiteY0-562" fmla="*/ 2127070 h 2127070"/>
              <a:gd name="connsiteX1-563" fmla="*/ 572363 w 1633473"/>
              <a:gd name="connsiteY1-564" fmla="*/ 1243886 h 2127070"/>
              <a:gd name="connsiteX2-565" fmla="*/ 572269 w 1633473"/>
              <a:gd name="connsiteY2-566" fmla="*/ 1335623 h 2127070"/>
              <a:gd name="connsiteX3-567" fmla="*/ 510781 w 1633473"/>
              <a:gd name="connsiteY3-568" fmla="*/ 827662 h 2127070"/>
              <a:gd name="connsiteX4-569" fmla="*/ 112429 w 1633473"/>
              <a:gd name="connsiteY4-570" fmla="*/ 900089 h 2127070"/>
              <a:gd name="connsiteX5-571" fmla="*/ 67162 w 1633473"/>
              <a:gd name="connsiteY5-572" fmla="*/ 76224 h 2127070"/>
              <a:gd name="connsiteX6-573" fmla="*/ 954401 w 1633473"/>
              <a:gd name="connsiteY6-574" fmla="*/ 67170 h 2127070"/>
              <a:gd name="connsiteX7-575" fmla="*/ 1416128 w 1633473"/>
              <a:gd name="connsiteY7-576" fmla="*/ 347828 h 2127070"/>
              <a:gd name="connsiteX8-577" fmla="*/ 1633411 w 1633473"/>
              <a:gd name="connsiteY8-578" fmla="*/ 709966 h 2127070"/>
              <a:gd name="connsiteX9-579" fmla="*/ 1398021 w 1633473"/>
              <a:gd name="connsiteY9-580" fmla="*/ 1280335 h 2127070"/>
              <a:gd name="connsiteX10-581" fmla="*/ 999668 w 1633473"/>
              <a:gd name="connsiteY10-582" fmla="*/ 1099265 h 2127070"/>
              <a:gd name="connsiteX11-583" fmla="*/ 746171 w 1633473"/>
              <a:gd name="connsiteY11-584" fmla="*/ 836715 h 2127070"/>
              <a:gd name="connsiteX12-585" fmla="*/ 510781 w 1633473"/>
              <a:gd name="connsiteY12-586" fmla="*/ 818608 h 2127070"/>
              <a:gd name="connsiteX13-587" fmla="*/ 954967 w 1633473"/>
              <a:gd name="connsiteY13-588" fmla="*/ 1865155 h 2127070"/>
              <a:gd name="connsiteX0-589" fmla="*/ 1181681 w 1633473"/>
              <a:gd name="connsiteY0-590" fmla="*/ 2127070 h 2127070"/>
              <a:gd name="connsiteX1-591" fmla="*/ 572363 w 1633473"/>
              <a:gd name="connsiteY1-592" fmla="*/ 1243886 h 2127070"/>
              <a:gd name="connsiteX2-593" fmla="*/ 572269 w 1633473"/>
              <a:gd name="connsiteY2-594" fmla="*/ 1335623 h 2127070"/>
              <a:gd name="connsiteX3-595" fmla="*/ 510781 w 1633473"/>
              <a:gd name="connsiteY3-596" fmla="*/ 827662 h 2127070"/>
              <a:gd name="connsiteX4-597" fmla="*/ 112429 w 1633473"/>
              <a:gd name="connsiteY4-598" fmla="*/ 900089 h 2127070"/>
              <a:gd name="connsiteX5-599" fmla="*/ 67162 w 1633473"/>
              <a:gd name="connsiteY5-600" fmla="*/ 76224 h 2127070"/>
              <a:gd name="connsiteX6-601" fmla="*/ 954401 w 1633473"/>
              <a:gd name="connsiteY6-602" fmla="*/ 67170 h 2127070"/>
              <a:gd name="connsiteX7-603" fmla="*/ 1416128 w 1633473"/>
              <a:gd name="connsiteY7-604" fmla="*/ 347828 h 2127070"/>
              <a:gd name="connsiteX8-605" fmla="*/ 1633411 w 1633473"/>
              <a:gd name="connsiteY8-606" fmla="*/ 709966 h 2127070"/>
              <a:gd name="connsiteX9-607" fmla="*/ 1398021 w 1633473"/>
              <a:gd name="connsiteY9-608" fmla="*/ 1280335 h 2127070"/>
              <a:gd name="connsiteX10-609" fmla="*/ 999668 w 1633473"/>
              <a:gd name="connsiteY10-610" fmla="*/ 1099265 h 2127070"/>
              <a:gd name="connsiteX11-611" fmla="*/ 746171 w 1633473"/>
              <a:gd name="connsiteY11-612" fmla="*/ 836715 h 2127070"/>
              <a:gd name="connsiteX12-613" fmla="*/ 510781 w 1633473"/>
              <a:gd name="connsiteY12-614" fmla="*/ 818608 h 2127070"/>
              <a:gd name="connsiteX13-615" fmla="*/ 954967 w 1633473"/>
              <a:gd name="connsiteY13-616" fmla="*/ 1865155 h 2127070"/>
              <a:gd name="connsiteX0-617" fmla="*/ 1181681 w 1633473"/>
              <a:gd name="connsiteY0-618" fmla="*/ 2127070 h 2127070"/>
              <a:gd name="connsiteX1-619" fmla="*/ 572363 w 1633473"/>
              <a:gd name="connsiteY1-620" fmla="*/ 1243886 h 2127070"/>
              <a:gd name="connsiteX2-621" fmla="*/ 572269 w 1633473"/>
              <a:gd name="connsiteY2-622" fmla="*/ 1335623 h 2127070"/>
              <a:gd name="connsiteX3-623" fmla="*/ 510781 w 1633473"/>
              <a:gd name="connsiteY3-624" fmla="*/ 827662 h 2127070"/>
              <a:gd name="connsiteX4-625" fmla="*/ 112429 w 1633473"/>
              <a:gd name="connsiteY4-626" fmla="*/ 900089 h 2127070"/>
              <a:gd name="connsiteX5-627" fmla="*/ 67162 w 1633473"/>
              <a:gd name="connsiteY5-628" fmla="*/ 76224 h 2127070"/>
              <a:gd name="connsiteX6-629" fmla="*/ 954401 w 1633473"/>
              <a:gd name="connsiteY6-630" fmla="*/ 67170 h 2127070"/>
              <a:gd name="connsiteX7-631" fmla="*/ 1416128 w 1633473"/>
              <a:gd name="connsiteY7-632" fmla="*/ 347828 h 2127070"/>
              <a:gd name="connsiteX8-633" fmla="*/ 1633411 w 1633473"/>
              <a:gd name="connsiteY8-634" fmla="*/ 709966 h 2127070"/>
              <a:gd name="connsiteX9-635" fmla="*/ 1398021 w 1633473"/>
              <a:gd name="connsiteY9-636" fmla="*/ 1280335 h 2127070"/>
              <a:gd name="connsiteX10-637" fmla="*/ 999668 w 1633473"/>
              <a:gd name="connsiteY10-638" fmla="*/ 1099265 h 2127070"/>
              <a:gd name="connsiteX11-639" fmla="*/ 746171 w 1633473"/>
              <a:gd name="connsiteY11-640" fmla="*/ 836715 h 2127070"/>
              <a:gd name="connsiteX12-641" fmla="*/ 510781 w 1633473"/>
              <a:gd name="connsiteY12-642" fmla="*/ 818608 h 2127070"/>
              <a:gd name="connsiteX13-643" fmla="*/ 954967 w 1633473"/>
              <a:gd name="connsiteY13-644" fmla="*/ 1865155 h 2127070"/>
              <a:gd name="connsiteX0-645" fmla="*/ 1181681 w 1633473"/>
              <a:gd name="connsiteY0-646" fmla="*/ 2127070 h 2127070"/>
              <a:gd name="connsiteX1-647" fmla="*/ 572363 w 1633473"/>
              <a:gd name="connsiteY1-648" fmla="*/ 1243886 h 2127070"/>
              <a:gd name="connsiteX2-649" fmla="*/ 474638 w 1633473"/>
              <a:gd name="connsiteY2-650" fmla="*/ 1314191 h 2127070"/>
              <a:gd name="connsiteX3-651" fmla="*/ 510781 w 1633473"/>
              <a:gd name="connsiteY3-652" fmla="*/ 827662 h 2127070"/>
              <a:gd name="connsiteX4-653" fmla="*/ 112429 w 1633473"/>
              <a:gd name="connsiteY4-654" fmla="*/ 900089 h 2127070"/>
              <a:gd name="connsiteX5-655" fmla="*/ 67162 w 1633473"/>
              <a:gd name="connsiteY5-656" fmla="*/ 76224 h 2127070"/>
              <a:gd name="connsiteX6-657" fmla="*/ 954401 w 1633473"/>
              <a:gd name="connsiteY6-658" fmla="*/ 67170 h 2127070"/>
              <a:gd name="connsiteX7-659" fmla="*/ 1416128 w 1633473"/>
              <a:gd name="connsiteY7-660" fmla="*/ 347828 h 2127070"/>
              <a:gd name="connsiteX8-661" fmla="*/ 1633411 w 1633473"/>
              <a:gd name="connsiteY8-662" fmla="*/ 709966 h 2127070"/>
              <a:gd name="connsiteX9-663" fmla="*/ 1398021 w 1633473"/>
              <a:gd name="connsiteY9-664" fmla="*/ 1280335 h 2127070"/>
              <a:gd name="connsiteX10-665" fmla="*/ 999668 w 1633473"/>
              <a:gd name="connsiteY10-666" fmla="*/ 1099265 h 2127070"/>
              <a:gd name="connsiteX11-667" fmla="*/ 746171 w 1633473"/>
              <a:gd name="connsiteY11-668" fmla="*/ 836715 h 2127070"/>
              <a:gd name="connsiteX12-669" fmla="*/ 510781 w 1633473"/>
              <a:gd name="connsiteY12-670" fmla="*/ 818608 h 2127070"/>
              <a:gd name="connsiteX13-671" fmla="*/ 954967 w 1633473"/>
              <a:gd name="connsiteY13-672" fmla="*/ 1865155 h 2127070"/>
              <a:gd name="connsiteX0-673" fmla="*/ 1181681 w 1633473"/>
              <a:gd name="connsiteY0-674" fmla="*/ 2127070 h 2127070"/>
              <a:gd name="connsiteX1-675" fmla="*/ 572363 w 1633473"/>
              <a:gd name="connsiteY1-676" fmla="*/ 1243886 h 2127070"/>
              <a:gd name="connsiteX2-677" fmla="*/ 474638 w 1633473"/>
              <a:gd name="connsiteY2-678" fmla="*/ 1314191 h 2127070"/>
              <a:gd name="connsiteX3-679" fmla="*/ 510781 w 1633473"/>
              <a:gd name="connsiteY3-680" fmla="*/ 827662 h 2127070"/>
              <a:gd name="connsiteX4-681" fmla="*/ 112429 w 1633473"/>
              <a:gd name="connsiteY4-682" fmla="*/ 900089 h 2127070"/>
              <a:gd name="connsiteX5-683" fmla="*/ 67162 w 1633473"/>
              <a:gd name="connsiteY5-684" fmla="*/ 76224 h 2127070"/>
              <a:gd name="connsiteX6-685" fmla="*/ 954401 w 1633473"/>
              <a:gd name="connsiteY6-686" fmla="*/ 67170 h 2127070"/>
              <a:gd name="connsiteX7-687" fmla="*/ 1416128 w 1633473"/>
              <a:gd name="connsiteY7-688" fmla="*/ 347828 h 2127070"/>
              <a:gd name="connsiteX8-689" fmla="*/ 1633411 w 1633473"/>
              <a:gd name="connsiteY8-690" fmla="*/ 709966 h 2127070"/>
              <a:gd name="connsiteX9-691" fmla="*/ 1398021 w 1633473"/>
              <a:gd name="connsiteY9-692" fmla="*/ 1280335 h 2127070"/>
              <a:gd name="connsiteX10-693" fmla="*/ 999668 w 1633473"/>
              <a:gd name="connsiteY10-694" fmla="*/ 1099265 h 2127070"/>
              <a:gd name="connsiteX11-695" fmla="*/ 746171 w 1633473"/>
              <a:gd name="connsiteY11-696" fmla="*/ 836715 h 2127070"/>
              <a:gd name="connsiteX12-697" fmla="*/ 510781 w 1633473"/>
              <a:gd name="connsiteY12-698" fmla="*/ 818608 h 2127070"/>
              <a:gd name="connsiteX13-699" fmla="*/ 954967 w 1633473"/>
              <a:gd name="connsiteY13-700" fmla="*/ 1865155 h 2127070"/>
              <a:gd name="connsiteX0-701" fmla="*/ 1181681 w 1633473"/>
              <a:gd name="connsiteY0-702" fmla="*/ 2127070 h 2127070"/>
              <a:gd name="connsiteX1-703" fmla="*/ 572363 w 1633473"/>
              <a:gd name="connsiteY1-704" fmla="*/ 1243886 h 2127070"/>
              <a:gd name="connsiteX2-705" fmla="*/ 474638 w 1633473"/>
              <a:gd name="connsiteY2-706" fmla="*/ 1314191 h 2127070"/>
              <a:gd name="connsiteX3-707" fmla="*/ 510781 w 1633473"/>
              <a:gd name="connsiteY3-708" fmla="*/ 827662 h 2127070"/>
              <a:gd name="connsiteX4-709" fmla="*/ 112429 w 1633473"/>
              <a:gd name="connsiteY4-710" fmla="*/ 900089 h 2127070"/>
              <a:gd name="connsiteX5-711" fmla="*/ 67162 w 1633473"/>
              <a:gd name="connsiteY5-712" fmla="*/ 76224 h 2127070"/>
              <a:gd name="connsiteX6-713" fmla="*/ 954401 w 1633473"/>
              <a:gd name="connsiteY6-714" fmla="*/ 67170 h 2127070"/>
              <a:gd name="connsiteX7-715" fmla="*/ 1416128 w 1633473"/>
              <a:gd name="connsiteY7-716" fmla="*/ 347828 h 2127070"/>
              <a:gd name="connsiteX8-717" fmla="*/ 1633411 w 1633473"/>
              <a:gd name="connsiteY8-718" fmla="*/ 709966 h 2127070"/>
              <a:gd name="connsiteX9-719" fmla="*/ 1398021 w 1633473"/>
              <a:gd name="connsiteY9-720" fmla="*/ 1280335 h 2127070"/>
              <a:gd name="connsiteX10-721" fmla="*/ 999668 w 1633473"/>
              <a:gd name="connsiteY10-722" fmla="*/ 1099265 h 2127070"/>
              <a:gd name="connsiteX11-723" fmla="*/ 746171 w 1633473"/>
              <a:gd name="connsiteY11-724" fmla="*/ 836715 h 2127070"/>
              <a:gd name="connsiteX12-725" fmla="*/ 510781 w 1633473"/>
              <a:gd name="connsiteY12-726" fmla="*/ 818608 h 2127070"/>
              <a:gd name="connsiteX13-727" fmla="*/ 954967 w 1633473"/>
              <a:gd name="connsiteY13-728" fmla="*/ 1865155 h 2127070"/>
              <a:gd name="connsiteX0-729" fmla="*/ 1181681 w 1633473"/>
              <a:gd name="connsiteY0-730" fmla="*/ 2127070 h 2127070"/>
              <a:gd name="connsiteX1-731" fmla="*/ 572363 w 1633473"/>
              <a:gd name="connsiteY1-732" fmla="*/ 1243886 h 2127070"/>
              <a:gd name="connsiteX2-733" fmla="*/ 484163 w 1633473"/>
              <a:gd name="connsiteY2-734" fmla="*/ 1311810 h 2127070"/>
              <a:gd name="connsiteX3-735" fmla="*/ 510781 w 1633473"/>
              <a:gd name="connsiteY3-736" fmla="*/ 827662 h 2127070"/>
              <a:gd name="connsiteX4-737" fmla="*/ 112429 w 1633473"/>
              <a:gd name="connsiteY4-738" fmla="*/ 900089 h 2127070"/>
              <a:gd name="connsiteX5-739" fmla="*/ 67162 w 1633473"/>
              <a:gd name="connsiteY5-740" fmla="*/ 76224 h 2127070"/>
              <a:gd name="connsiteX6-741" fmla="*/ 954401 w 1633473"/>
              <a:gd name="connsiteY6-742" fmla="*/ 67170 h 2127070"/>
              <a:gd name="connsiteX7-743" fmla="*/ 1416128 w 1633473"/>
              <a:gd name="connsiteY7-744" fmla="*/ 347828 h 2127070"/>
              <a:gd name="connsiteX8-745" fmla="*/ 1633411 w 1633473"/>
              <a:gd name="connsiteY8-746" fmla="*/ 709966 h 2127070"/>
              <a:gd name="connsiteX9-747" fmla="*/ 1398021 w 1633473"/>
              <a:gd name="connsiteY9-748" fmla="*/ 1280335 h 2127070"/>
              <a:gd name="connsiteX10-749" fmla="*/ 999668 w 1633473"/>
              <a:gd name="connsiteY10-750" fmla="*/ 1099265 h 2127070"/>
              <a:gd name="connsiteX11-751" fmla="*/ 746171 w 1633473"/>
              <a:gd name="connsiteY11-752" fmla="*/ 836715 h 2127070"/>
              <a:gd name="connsiteX12-753" fmla="*/ 510781 w 1633473"/>
              <a:gd name="connsiteY12-754" fmla="*/ 818608 h 2127070"/>
              <a:gd name="connsiteX13-755" fmla="*/ 954967 w 1633473"/>
              <a:gd name="connsiteY13-756" fmla="*/ 1865155 h 2127070"/>
              <a:gd name="connsiteX0-757" fmla="*/ 1181681 w 1633473"/>
              <a:gd name="connsiteY0-758" fmla="*/ 2127070 h 2127070"/>
              <a:gd name="connsiteX1-759" fmla="*/ 572363 w 1633473"/>
              <a:gd name="connsiteY1-760" fmla="*/ 1243886 h 2127070"/>
              <a:gd name="connsiteX2-761" fmla="*/ 484163 w 1633473"/>
              <a:gd name="connsiteY2-762" fmla="*/ 1311810 h 2127070"/>
              <a:gd name="connsiteX3-763" fmla="*/ 510781 w 1633473"/>
              <a:gd name="connsiteY3-764" fmla="*/ 827662 h 2127070"/>
              <a:gd name="connsiteX4-765" fmla="*/ 112429 w 1633473"/>
              <a:gd name="connsiteY4-766" fmla="*/ 900089 h 2127070"/>
              <a:gd name="connsiteX5-767" fmla="*/ 67162 w 1633473"/>
              <a:gd name="connsiteY5-768" fmla="*/ 76224 h 2127070"/>
              <a:gd name="connsiteX6-769" fmla="*/ 954401 w 1633473"/>
              <a:gd name="connsiteY6-770" fmla="*/ 67170 h 2127070"/>
              <a:gd name="connsiteX7-771" fmla="*/ 1416128 w 1633473"/>
              <a:gd name="connsiteY7-772" fmla="*/ 347828 h 2127070"/>
              <a:gd name="connsiteX8-773" fmla="*/ 1633411 w 1633473"/>
              <a:gd name="connsiteY8-774" fmla="*/ 709966 h 2127070"/>
              <a:gd name="connsiteX9-775" fmla="*/ 1398021 w 1633473"/>
              <a:gd name="connsiteY9-776" fmla="*/ 1280335 h 2127070"/>
              <a:gd name="connsiteX10-777" fmla="*/ 999668 w 1633473"/>
              <a:gd name="connsiteY10-778" fmla="*/ 1099265 h 2127070"/>
              <a:gd name="connsiteX11-779" fmla="*/ 746171 w 1633473"/>
              <a:gd name="connsiteY11-780" fmla="*/ 836715 h 2127070"/>
              <a:gd name="connsiteX12-781" fmla="*/ 510781 w 1633473"/>
              <a:gd name="connsiteY12-782" fmla="*/ 818608 h 2127070"/>
              <a:gd name="connsiteX13-783" fmla="*/ 954967 w 1633473"/>
              <a:gd name="connsiteY13-784" fmla="*/ 1865155 h 2127070"/>
              <a:gd name="connsiteX0-785" fmla="*/ 1181681 w 1633473"/>
              <a:gd name="connsiteY0-786" fmla="*/ 2127070 h 2127070"/>
              <a:gd name="connsiteX1-787" fmla="*/ 572363 w 1633473"/>
              <a:gd name="connsiteY1-788" fmla="*/ 1243886 h 2127070"/>
              <a:gd name="connsiteX2-789" fmla="*/ 484163 w 1633473"/>
              <a:gd name="connsiteY2-790" fmla="*/ 1311810 h 2127070"/>
              <a:gd name="connsiteX3-791" fmla="*/ 510781 w 1633473"/>
              <a:gd name="connsiteY3-792" fmla="*/ 827662 h 2127070"/>
              <a:gd name="connsiteX4-793" fmla="*/ 112429 w 1633473"/>
              <a:gd name="connsiteY4-794" fmla="*/ 900089 h 2127070"/>
              <a:gd name="connsiteX5-795" fmla="*/ 67162 w 1633473"/>
              <a:gd name="connsiteY5-796" fmla="*/ 76224 h 2127070"/>
              <a:gd name="connsiteX6-797" fmla="*/ 954401 w 1633473"/>
              <a:gd name="connsiteY6-798" fmla="*/ 67170 h 2127070"/>
              <a:gd name="connsiteX7-799" fmla="*/ 1416128 w 1633473"/>
              <a:gd name="connsiteY7-800" fmla="*/ 347828 h 2127070"/>
              <a:gd name="connsiteX8-801" fmla="*/ 1633411 w 1633473"/>
              <a:gd name="connsiteY8-802" fmla="*/ 709966 h 2127070"/>
              <a:gd name="connsiteX9-803" fmla="*/ 1398021 w 1633473"/>
              <a:gd name="connsiteY9-804" fmla="*/ 1280335 h 2127070"/>
              <a:gd name="connsiteX10-805" fmla="*/ 999668 w 1633473"/>
              <a:gd name="connsiteY10-806" fmla="*/ 1099265 h 2127070"/>
              <a:gd name="connsiteX11-807" fmla="*/ 746171 w 1633473"/>
              <a:gd name="connsiteY11-808" fmla="*/ 836715 h 2127070"/>
              <a:gd name="connsiteX12-809" fmla="*/ 510781 w 1633473"/>
              <a:gd name="connsiteY12-810" fmla="*/ 818608 h 2127070"/>
              <a:gd name="connsiteX13-811" fmla="*/ 954967 w 1633473"/>
              <a:gd name="connsiteY13-812" fmla="*/ 1865155 h 2127070"/>
              <a:gd name="connsiteX0-813" fmla="*/ 1181681 w 1633473"/>
              <a:gd name="connsiteY0-814" fmla="*/ 2127070 h 2127070"/>
              <a:gd name="connsiteX1-815" fmla="*/ 589032 w 1633473"/>
              <a:gd name="connsiteY1-816" fmla="*/ 1289130 h 2127070"/>
              <a:gd name="connsiteX2-817" fmla="*/ 484163 w 1633473"/>
              <a:gd name="connsiteY2-818" fmla="*/ 1311810 h 2127070"/>
              <a:gd name="connsiteX3-819" fmla="*/ 510781 w 1633473"/>
              <a:gd name="connsiteY3-820" fmla="*/ 827662 h 2127070"/>
              <a:gd name="connsiteX4-821" fmla="*/ 112429 w 1633473"/>
              <a:gd name="connsiteY4-822" fmla="*/ 900089 h 2127070"/>
              <a:gd name="connsiteX5-823" fmla="*/ 67162 w 1633473"/>
              <a:gd name="connsiteY5-824" fmla="*/ 76224 h 2127070"/>
              <a:gd name="connsiteX6-825" fmla="*/ 954401 w 1633473"/>
              <a:gd name="connsiteY6-826" fmla="*/ 67170 h 2127070"/>
              <a:gd name="connsiteX7-827" fmla="*/ 1416128 w 1633473"/>
              <a:gd name="connsiteY7-828" fmla="*/ 347828 h 2127070"/>
              <a:gd name="connsiteX8-829" fmla="*/ 1633411 w 1633473"/>
              <a:gd name="connsiteY8-830" fmla="*/ 709966 h 2127070"/>
              <a:gd name="connsiteX9-831" fmla="*/ 1398021 w 1633473"/>
              <a:gd name="connsiteY9-832" fmla="*/ 1280335 h 2127070"/>
              <a:gd name="connsiteX10-833" fmla="*/ 999668 w 1633473"/>
              <a:gd name="connsiteY10-834" fmla="*/ 1099265 h 2127070"/>
              <a:gd name="connsiteX11-835" fmla="*/ 746171 w 1633473"/>
              <a:gd name="connsiteY11-836" fmla="*/ 836715 h 2127070"/>
              <a:gd name="connsiteX12-837" fmla="*/ 510781 w 1633473"/>
              <a:gd name="connsiteY12-838" fmla="*/ 818608 h 2127070"/>
              <a:gd name="connsiteX13-839" fmla="*/ 954967 w 1633473"/>
              <a:gd name="connsiteY13-840" fmla="*/ 1865155 h 2127070"/>
              <a:gd name="connsiteX0-841" fmla="*/ 1181681 w 1633473"/>
              <a:gd name="connsiteY0-842" fmla="*/ 2127070 h 2127070"/>
              <a:gd name="connsiteX1-843" fmla="*/ 589032 w 1633473"/>
              <a:gd name="connsiteY1-844" fmla="*/ 1289130 h 2127070"/>
              <a:gd name="connsiteX2-845" fmla="*/ 484163 w 1633473"/>
              <a:gd name="connsiteY2-846" fmla="*/ 1311810 h 2127070"/>
              <a:gd name="connsiteX3-847" fmla="*/ 510781 w 1633473"/>
              <a:gd name="connsiteY3-848" fmla="*/ 827662 h 2127070"/>
              <a:gd name="connsiteX4-849" fmla="*/ 112429 w 1633473"/>
              <a:gd name="connsiteY4-850" fmla="*/ 900089 h 2127070"/>
              <a:gd name="connsiteX5-851" fmla="*/ 67162 w 1633473"/>
              <a:gd name="connsiteY5-852" fmla="*/ 76224 h 2127070"/>
              <a:gd name="connsiteX6-853" fmla="*/ 954401 w 1633473"/>
              <a:gd name="connsiteY6-854" fmla="*/ 67170 h 2127070"/>
              <a:gd name="connsiteX7-855" fmla="*/ 1416128 w 1633473"/>
              <a:gd name="connsiteY7-856" fmla="*/ 347828 h 2127070"/>
              <a:gd name="connsiteX8-857" fmla="*/ 1633411 w 1633473"/>
              <a:gd name="connsiteY8-858" fmla="*/ 709966 h 2127070"/>
              <a:gd name="connsiteX9-859" fmla="*/ 1398021 w 1633473"/>
              <a:gd name="connsiteY9-860" fmla="*/ 1280335 h 2127070"/>
              <a:gd name="connsiteX10-861" fmla="*/ 999668 w 1633473"/>
              <a:gd name="connsiteY10-862" fmla="*/ 1099265 h 2127070"/>
              <a:gd name="connsiteX11-863" fmla="*/ 746171 w 1633473"/>
              <a:gd name="connsiteY11-864" fmla="*/ 836715 h 2127070"/>
              <a:gd name="connsiteX12-865" fmla="*/ 510781 w 1633473"/>
              <a:gd name="connsiteY12-866" fmla="*/ 818608 h 2127070"/>
              <a:gd name="connsiteX13-867" fmla="*/ 954967 w 1633473"/>
              <a:gd name="connsiteY13-868" fmla="*/ 1865155 h 2127070"/>
              <a:gd name="connsiteX0-869" fmla="*/ 1181681 w 1633473"/>
              <a:gd name="connsiteY0-870" fmla="*/ 2127070 h 2127070"/>
              <a:gd name="connsiteX1-871" fmla="*/ 562838 w 1633473"/>
              <a:gd name="connsiteY1-872" fmla="*/ 1224836 h 2127070"/>
              <a:gd name="connsiteX2-873" fmla="*/ 484163 w 1633473"/>
              <a:gd name="connsiteY2-874" fmla="*/ 1311810 h 2127070"/>
              <a:gd name="connsiteX3-875" fmla="*/ 510781 w 1633473"/>
              <a:gd name="connsiteY3-876" fmla="*/ 827662 h 2127070"/>
              <a:gd name="connsiteX4-877" fmla="*/ 112429 w 1633473"/>
              <a:gd name="connsiteY4-878" fmla="*/ 900089 h 2127070"/>
              <a:gd name="connsiteX5-879" fmla="*/ 67162 w 1633473"/>
              <a:gd name="connsiteY5-880" fmla="*/ 76224 h 2127070"/>
              <a:gd name="connsiteX6-881" fmla="*/ 954401 w 1633473"/>
              <a:gd name="connsiteY6-882" fmla="*/ 67170 h 2127070"/>
              <a:gd name="connsiteX7-883" fmla="*/ 1416128 w 1633473"/>
              <a:gd name="connsiteY7-884" fmla="*/ 347828 h 2127070"/>
              <a:gd name="connsiteX8-885" fmla="*/ 1633411 w 1633473"/>
              <a:gd name="connsiteY8-886" fmla="*/ 709966 h 2127070"/>
              <a:gd name="connsiteX9-887" fmla="*/ 1398021 w 1633473"/>
              <a:gd name="connsiteY9-888" fmla="*/ 1280335 h 2127070"/>
              <a:gd name="connsiteX10-889" fmla="*/ 999668 w 1633473"/>
              <a:gd name="connsiteY10-890" fmla="*/ 1099265 h 2127070"/>
              <a:gd name="connsiteX11-891" fmla="*/ 746171 w 1633473"/>
              <a:gd name="connsiteY11-892" fmla="*/ 836715 h 2127070"/>
              <a:gd name="connsiteX12-893" fmla="*/ 510781 w 1633473"/>
              <a:gd name="connsiteY12-894" fmla="*/ 818608 h 2127070"/>
              <a:gd name="connsiteX13-895" fmla="*/ 954967 w 1633473"/>
              <a:gd name="connsiteY13-896" fmla="*/ 1865155 h 2127070"/>
              <a:gd name="connsiteX0-897" fmla="*/ 1181681 w 1633473"/>
              <a:gd name="connsiteY0-898" fmla="*/ 2127070 h 2127070"/>
              <a:gd name="connsiteX1-899" fmla="*/ 562838 w 1633473"/>
              <a:gd name="connsiteY1-900" fmla="*/ 1224836 h 2127070"/>
              <a:gd name="connsiteX2-901" fmla="*/ 484163 w 1633473"/>
              <a:gd name="connsiteY2-902" fmla="*/ 1311810 h 2127070"/>
              <a:gd name="connsiteX3-903" fmla="*/ 510781 w 1633473"/>
              <a:gd name="connsiteY3-904" fmla="*/ 827662 h 2127070"/>
              <a:gd name="connsiteX4-905" fmla="*/ 112429 w 1633473"/>
              <a:gd name="connsiteY4-906" fmla="*/ 900089 h 2127070"/>
              <a:gd name="connsiteX5-907" fmla="*/ 67162 w 1633473"/>
              <a:gd name="connsiteY5-908" fmla="*/ 76224 h 2127070"/>
              <a:gd name="connsiteX6-909" fmla="*/ 954401 w 1633473"/>
              <a:gd name="connsiteY6-910" fmla="*/ 67170 h 2127070"/>
              <a:gd name="connsiteX7-911" fmla="*/ 1416128 w 1633473"/>
              <a:gd name="connsiteY7-912" fmla="*/ 347828 h 2127070"/>
              <a:gd name="connsiteX8-913" fmla="*/ 1633411 w 1633473"/>
              <a:gd name="connsiteY8-914" fmla="*/ 709966 h 2127070"/>
              <a:gd name="connsiteX9-915" fmla="*/ 1398021 w 1633473"/>
              <a:gd name="connsiteY9-916" fmla="*/ 1280335 h 2127070"/>
              <a:gd name="connsiteX10-917" fmla="*/ 999668 w 1633473"/>
              <a:gd name="connsiteY10-918" fmla="*/ 1099265 h 2127070"/>
              <a:gd name="connsiteX11-919" fmla="*/ 746171 w 1633473"/>
              <a:gd name="connsiteY11-920" fmla="*/ 836715 h 2127070"/>
              <a:gd name="connsiteX12-921" fmla="*/ 510781 w 1633473"/>
              <a:gd name="connsiteY12-922" fmla="*/ 818608 h 2127070"/>
              <a:gd name="connsiteX13-923" fmla="*/ 954967 w 1633473"/>
              <a:gd name="connsiteY13-924" fmla="*/ 1865155 h 2127070"/>
              <a:gd name="connsiteX0-925" fmla="*/ 1181681 w 1633473"/>
              <a:gd name="connsiteY0-926" fmla="*/ 2127070 h 2127070"/>
              <a:gd name="connsiteX1-927" fmla="*/ 562838 w 1633473"/>
              <a:gd name="connsiteY1-928" fmla="*/ 1224836 h 2127070"/>
              <a:gd name="connsiteX2-929" fmla="*/ 484163 w 1633473"/>
              <a:gd name="connsiteY2-930" fmla="*/ 1311810 h 2127070"/>
              <a:gd name="connsiteX3-931" fmla="*/ 510781 w 1633473"/>
              <a:gd name="connsiteY3-932" fmla="*/ 827662 h 2127070"/>
              <a:gd name="connsiteX4-933" fmla="*/ 112429 w 1633473"/>
              <a:gd name="connsiteY4-934" fmla="*/ 900089 h 2127070"/>
              <a:gd name="connsiteX5-935" fmla="*/ 67162 w 1633473"/>
              <a:gd name="connsiteY5-936" fmla="*/ 76224 h 2127070"/>
              <a:gd name="connsiteX6-937" fmla="*/ 954401 w 1633473"/>
              <a:gd name="connsiteY6-938" fmla="*/ 67170 h 2127070"/>
              <a:gd name="connsiteX7-939" fmla="*/ 1416128 w 1633473"/>
              <a:gd name="connsiteY7-940" fmla="*/ 347828 h 2127070"/>
              <a:gd name="connsiteX8-941" fmla="*/ 1633411 w 1633473"/>
              <a:gd name="connsiteY8-942" fmla="*/ 709966 h 2127070"/>
              <a:gd name="connsiteX9-943" fmla="*/ 1398021 w 1633473"/>
              <a:gd name="connsiteY9-944" fmla="*/ 1280335 h 2127070"/>
              <a:gd name="connsiteX10-945" fmla="*/ 999668 w 1633473"/>
              <a:gd name="connsiteY10-946" fmla="*/ 1099265 h 2127070"/>
              <a:gd name="connsiteX11-947" fmla="*/ 746171 w 1633473"/>
              <a:gd name="connsiteY11-948" fmla="*/ 836715 h 2127070"/>
              <a:gd name="connsiteX12-949" fmla="*/ 510781 w 1633473"/>
              <a:gd name="connsiteY12-950" fmla="*/ 818608 h 2127070"/>
              <a:gd name="connsiteX13-951" fmla="*/ 954967 w 1633473"/>
              <a:gd name="connsiteY13-952" fmla="*/ 1865155 h 2127070"/>
              <a:gd name="connsiteX0-953" fmla="*/ 1181681 w 1633473"/>
              <a:gd name="connsiteY0-954" fmla="*/ 2127070 h 2127070"/>
              <a:gd name="connsiteX1-955" fmla="*/ 562838 w 1633473"/>
              <a:gd name="connsiteY1-956" fmla="*/ 1224836 h 2127070"/>
              <a:gd name="connsiteX2-957" fmla="*/ 503213 w 1633473"/>
              <a:gd name="connsiteY2-958" fmla="*/ 1328479 h 2127070"/>
              <a:gd name="connsiteX3-959" fmla="*/ 510781 w 1633473"/>
              <a:gd name="connsiteY3-960" fmla="*/ 827662 h 2127070"/>
              <a:gd name="connsiteX4-961" fmla="*/ 112429 w 1633473"/>
              <a:gd name="connsiteY4-962" fmla="*/ 900089 h 2127070"/>
              <a:gd name="connsiteX5-963" fmla="*/ 67162 w 1633473"/>
              <a:gd name="connsiteY5-964" fmla="*/ 76224 h 2127070"/>
              <a:gd name="connsiteX6-965" fmla="*/ 954401 w 1633473"/>
              <a:gd name="connsiteY6-966" fmla="*/ 67170 h 2127070"/>
              <a:gd name="connsiteX7-967" fmla="*/ 1416128 w 1633473"/>
              <a:gd name="connsiteY7-968" fmla="*/ 347828 h 2127070"/>
              <a:gd name="connsiteX8-969" fmla="*/ 1633411 w 1633473"/>
              <a:gd name="connsiteY8-970" fmla="*/ 709966 h 2127070"/>
              <a:gd name="connsiteX9-971" fmla="*/ 1398021 w 1633473"/>
              <a:gd name="connsiteY9-972" fmla="*/ 1280335 h 2127070"/>
              <a:gd name="connsiteX10-973" fmla="*/ 999668 w 1633473"/>
              <a:gd name="connsiteY10-974" fmla="*/ 1099265 h 2127070"/>
              <a:gd name="connsiteX11-975" fmla="*/ 746171 w 1633473"/>
              <a:gd name="connsiteY11-976" fmla="*/ 836715 h 2127070"/>
              <a:gd name="connsiteX12-977" fmla="*/ 510781 w 1633473"/>
              <a:gd name="connsiteY12-978" fmla="*/ 818608 h 2127070"/>
              <a:gd name="connsiteX13-979" fmla="*/ 954967 w 1633473"/>
              <a:gd name="connsiteY13-980" fmla="*/ 1865155 h 2127070"/>
              <a:gd name="connsiteX0-981" fmla="*/ 1181681 w 1633473"/>
              <a:gd name="connsiteY0-982" fmla="*/ 2127070 h 2127070"/>
              <a:gd name="connsiteX1-983" fmla="*/ 562838 w 1633473"/>
              <a:gd name="connsiteY1-984" fmla="*/ 1224836 h 2127070"/>
              <a:gd name="connsiteX2-985" fmla="*/ 503213 w 1633473"/>
              <a:gd name="connsiteY2-986" fmla="*/ 1328479 h 2127070"/>
              <a:gd name="connsiteX3-987" fmla="*/ 510781 w 1633473"/>
              <a:gd name="connsiteY3-988" fmla="*/ 827662 h 2127070"/>
              <a:gd name="connsiteX4-989" fmla="*/ 112429 w 1633473"/>
              <a:gd name="connsiteY4-990" fmla="*/ 900089 h 2127070"/>
              <a:gd name="connsiteX5-991" fmla="*/ 67162 w 1633473"/>
              <a:gd name="connsiteY5-992" fmla="*/ 76224 h 2127070"/>
              <a:gd name="connsiteX6-993" fmla="*/ 954401 w 1633473"/>
              <a:gd name="connsiteY6-994" fmla="*/ 67170 h 2127070"/>
              <a:gd name="connsiteX7-995" fmla="*/ 1416128 w 1633473"/>
              <a:gd name="connsiteY7-996" fmla="*/ 347828 h 2127070"/>
              <a:gd name="connsiteX8-997" fmla="*/ 1633411 w 1633473"/>
              <a:gd name="connsiteY8-998" fmla="*/ 709966 h 2127070"/>
              <a:gd name="connsiteX9-999" fmla="*/ 1398021 w 1633473"/>
              <a:gd name="connsiteY9-1000" fmla="*/ 1280335 h 2127070"/>
              <a:gd name="connsiteX10-1001" fmla="*/ 999668 w 1633473"/>
              <a:gd name="connsiteY10-1002" fmla="*/ 1099265 h 2127070"/>
              <a:gd name="connsiteX11-1003" fmla="*/ 746171 w 1633473"/>
              <a:gd name="connsiteY11-1004" fmla="*/ 836715 h 2127070"/>
              <a:gd name="connsiteX12-1005" fmla="*/ 510781 w 1633473"/>
              <a:gd name="connsiteY12-1006" fmla="*/ 818608 h 2127070"/>
              <a:gd name="connsiteX13-1007" fmla="*/ 954967 w 1633473"/>
              <a:gd name="connsiteY13-1008" fmla="*/ 1865155 h 2127070"/>
              <a:gd name="connsiteX0-1009" fmla="*/ 1181681 w 1633473"/>
              <a:gd name="connsiteY0-1010" fmla="*/ 2127070 h 2127070"/>
              <a:gd name="connsiteX1-1011" fmla="*/ 562838 w 1633473"/>
              <a:gd name="connsiteY1-1012" fmla="*/ 1224836 h 2127070"/>
              <a:gd name="connsiteX2-1013" fmla="*/ 503213 w 1633473"/>
              <a:gd name="connsiteY2-1014" fmla="*/ 1328479 h 2127070"/>
              <a:gd name="connsiteX3-1015" fmla="*/ 510781 w 1633473"/>
              <a:gd name="connsiteY3-1016" fmla="*/ 827662 h 2127070"/>
              <a:gd name="connsiteX4-1017" fmla="*/ 112429 w 1633473"/>
              <a:gd name="connsiteY4-1018" fmla="*/ 900089 h 2127070"/>
              <a:gd name="connsiteX5-1019" fmla="*/ 67162 w 1633473"/>
              <a:gd name="connsiteY5-1020" fmla="*/ 76224 h 2127070"/>
              <a:gd name="connsiteX6-1021" fmla="*/ 954401 w 1633473"/>
              <a:gd name="connsiteY6-1022" fmla="*/ 67170 h 2127070"/>
              <a:gd name="connsiteX7-1023" fmla="*/ 1416128 w 1633473"/>
              <a:gd name="connsiteY7-1024" fmla="*/ 347828 h 2127070"/>
              <a:gd name="connsiteX8-1025" fmla="*/ 1633411 w 1633473"/>
              <a:gd name="connsiteY8-1026" fmla="*/ 709966 h 2127070"/>
              <a:gd name="connsiteX9-1027" fmla="*/ 1398021 w 1633473"/>
              <a:gd name="connsiteY9-1028" fmla="*/ 1280335 h 2127070"/>
              <a:gd name="connsiteX10-1029" fmla="*/ 999668 w 1633473"/>
              <a:gd name="connsiteY10-1030" fmla="*/ 1099265 h 2127070"/>
              <a:gd name="connsiteX11-1031" fmla="*/ 746171 w 1633473"/>
              <a:gd name="connsiteY11-1032" fmla="*/ 836715 h 2127070"/>
              <a:gd name="connsiteX12-1033" fmla="*/ 510781 w 1633473"/>
              <a:gd name="connsiteY12-1034" fmla="*/ 818608 h 2127070"/>
              <a:gd name="connsiteX13-1035" fmla="*/ 954967 w 1633473"/>
              <a:gd name="connsiteY13-1036" fmla="*/ 1865155 h 2127070"/>
              <a:gd name="connsiteX0-1037" fmla="*/ 1181681 w 1633473"/>
              <a:gd name="connsiteY0-1038" fmla="*/ 2127070 h 2127070"/>
              <a:gd name="connsiteX1-1039" fmla="*/ 562838 w 1633473"/>
              <a:gd name="connsiteY1-1040" fmla="*/ 1224836 h 2127070"/>
              <a:gd name="connsiteX2-1041" fmla="*/ 503213 w 1633473"/>
              <a:gd name="connsiteY2-1042" fmla="*/ 1328479 h 2127070"/>
              <a:gd name="connsiteX3-1043" fmla="*/ 510781 w 1633473"/>
              <a:gd name="connsiteY3-1044" fmla="*/ 827662 h 2127070"/>
              <a:gd name="connsiteX4-1045" fmla="*/ 112429 w 1633473"/>
              <a:gd name="connsiteY4-1046" fmla="*/ 900089 h 2127070"/>
              <a:gd name="connsiteX5-1047" fmla="*/ 67162 w 1633473"/>
              <a:gd name="connsiteY5-1048" fmla="*/ 76224 h 2127070"/>
              <a:gd name="connsiteX6-1049" fmla="*/ 954401 w 1633473"/>
              <a:gd name="connsiteY6-1050" fmla="*/ 67170 h 2127070"/>
              <a:gd name="connsiteX7-1051" fmla="*/ 1416128 w 1633473"/>
              <a:gd name="connsiteY7-1052" fmla="*/ 347828 h 2127070"/>
              <a:gd name="connsiteX8-1053" fmla="*/ 1633411 w 1633473"/>
              <a:gd name="connsiteY8-1054" fmla="*/ 709966 h 2127070"/>
              <a:gd name="connsiteX9-1055" fmla="*/ 1398021 w 1633473"/>
              <a:gd name="connsiteY9-1056" fmla="*/ 1280335 h 2127070"/>
              <a:gd name="connsiteX10-1057" fmla="*/ 999668 w 1633473"/>
              <a:gd name="connsiteY10-1058" fmla="*/ 1099265 h 2127070"/>
              <a:gd name="connsiteX11-1059" fmla="*/ 746171 w 1633473"/>
              <a:gd name="connsiteY11-1060" fmla="*/ 836715 h 2127070"/>
              <a:gd name="connsiteX12-1061" fmla="*/ 510781 w 1633473"/>
              <a:gd name="connsiteY12-1062" fmla="*/ 766221 h 2127070"/>
              <a:gd name="connsiteX13-1063" fmla="*/ 954967 w 1633473"/>
              <a:gd name="connsiteY13-1064" fmla="*/ 1865155 h 2127070"/>
              <a:gd name="connsiteX0-1065" fmla="*/ 1182535 w 1634327"/>
              <a:gd name="connsiteY0-1066" fmla="*/ 2127070 h 2127070"/>
              <a:gd name="connsiteX1-1067" fmla="*/ 563692 w 1634327"/>
              <a:gd name="connsiteY1-1068" fmla="*/ 1224836 h 2127070"/>
              <a:gd name="connsiteX2-1069" fmla="*/ 504067 w 1634327"/>
              <a:gd name="connsiteY2-1070" fmla="*/ 1328479 h 2127070"/>
              <a:gd name="connsiteX3-1071" fmla="*/ 533066 w 1634327"/>
              <a:gd name="connsiteY3-1072" fmla="*/ 982443 h 2127070"/>
              <a:gd name="connsiteX4-1073" fmla="*/ 113283 w 1634327"/>
              <a:gd name="connsiteY4-1074" fmla="*/ 900089 h 2127070"/>
              <a:gd name="connsiteX5-1075" fmla="*/ 68016 w 1634327"/>
              <a:gd name="connsiteY5-1076" fmla="*/ 76224 h 2127070"/>
              <a:gd name="connsiteX6-1077" fmla="*/ 955255 w 1634327"/>
              <a:gd name="connsiteY6-1078" fmla="*/ 67170 h 2127070"/>
              <a:gd name="connsiteX7-1079" fmla="*/ 1416982 w 1634327"/>
              <a:gd name="connsiteY7-1080" fmla="*/ 347828 h 2127070"/>
              <a:gd name="connsiteX8-1081" fmla="*/ 1634265 w 1634327"/>
              <a:gd name="connsiteY8-1082" fmla="*/ 709966 h 2127070"/>
              <a:gd name="connsiteX9-1083" fmla="*/ 1398875 w 1634327"/>
              <a:gd name="connsiteY9-1084" fmla="*/ 1280335 h 2127070"/>
              <a:gd name="connsiteX10-1085" fmla="*/ 1000522 w 1634327"/>
              <a:gd name="connsiteY10-1086" fmla="*/ 1099265 h 2127070"/>
              <a:gd name="connsiteX11-1087" fmla="*/ 747025 w 1634327"/>
              <a:gd name="connsiteY11-1088" fmla="*/ 836715 h 2127070"/>
              <a:gd name="connsiteX12-1089" fmla="*/ 511635 w 1634327"/>
              <a:gd name="connsiteY12-1090" fmla="*/ 766221 h 2127070"/>
              <a:gd name="connsiteX13-1091" fmla="*/ 955821 w 1634327"/>
              <a:gd name="connsiteY13-1092" fmla="*/ 1865155 h 2127070"/>
              <a:gd name="connsiteX0-1093" fmla="*/ 1182535 w 1634327"/>
              <a:gd name="connsiteY0-1094" fmla="*/ 2127070 h 2127070"/>
              <a:gd name="connsiteX1-1095" fmla="*/ 563692 w 1634327"/>
              <a:gd name="connsiteY1-1096" fmla="*/ 1224836 h 2127070"/>
              <a:gd name="connsiteX2-1097" fmla="*/ 504067 w 1634327"/>
              <a:gd name="connsiteY2-1098" fmla="*/ 1328479 h 2127070"/>
              <a:gd name="connsiteX3-1099" fmla="*/ 533066 w 1634327"/>
              <a:gd name="connsiteY3-1100" fmla="*/ 982443 h 2127070"/>
              <a:gd name="connsiteX4-1101" fmla="*/ 113283 w 1634327"/>
              <a:gd name="connsiteY4-1102" fmla="*/ 900089 h 2127070"/>
              <a:gd name="connsiteX5-1103" fmla="*/ 68016 w 1634327"/>
              <a:gd name="connsiteY5-1104" fmla="*/ 76224 h 2127070"/>
              <a:gd name="connsiteX6-1105" fmla="*/ 955255 w 1634327"/>
              <a:gd name="connsiteY6-1106" fmla="*/ 67170 h 2127070"/>
              <a:gd name="connsiteX7-1107" fmla="*/ 1416982 w 1634327"/>
              <a:gd name="connsiteY7-1108" fmla="*/ 347828 h 2127070"/>
              <a:gd name="connsiteX8-1109" fmla="*/ 1634265 w 1634327"/>
              <a:gd name="connsiteY8-1110" fmla="*/ 709966 h 2127070"/>
              <a:gd name="connsiteX9-1111" fmla="*/ 1398875 w 1634327"/>
              <a:gd name="connsiteY9-1112" fmla="*/ 1280335 h 2127070"/>
              <a:gd name="connsiteX10-1113" fmla="*/ 1000522 w 1634327"/>
              <a:gd name="connsiteY10-1114" fmla="*/ 1099265 h 2127070"/>
              <a:gd name="connsiteX11-1115" fmla="*/ 747025 w 1634327"/>
              <a:gd name="connsiteY11-1116" fmla="*/ 836715 h 2127070"/>
              <a:gd name="connsiteX12-1117" fmla="*/ 511635 w 1634327"/>
              <a:gd name="connsiteY12-1118" fmla="*/ 766221 h 2127070"/>
              <a:gd name="connsiteX13-1119" fmla="*/ 955821 w 1634327"/>
              <a:gd name="connsiteY13-1120" fmla="*/ 1865155 h 2127070"/>
              <a:gd name="connsiteX0-1121" fmla="*/ 1186704 w 1638496"/>
              <a:gd name="connsiteY0-1122" fmla="*/ 2127070 h 2127070"/>
              <a:gd name="connsiteX1-1123" fmla="*/ 567861 w 1638496"/>
              <a:gd name="connsiteY1-1124" fmla="*/ 1224836 h 2127070"/>
              <a:gd name="connsiteX2-1125" fmla="*/ 508236 w 1638496"/>
              <a:gd name="connsiteY2-1126" fmla="*/ 1328479 h 2127070"/>
              <a:gd name="connsiteX3-1127" fmla="*/ 637248 w 1638496"/>
              <a:gd name="connsiteY3-1128" fmla="*/ 1111030 h 2127070"/>
              <a:gd name="connsiteX4-1129" fmla="*/ 117452 w 1638496"/>
              <a:gd name="connsiteY4-1130" fmla="*/ 900089 h 2127070"/>
              <a:gd name="connsiteX5-1131" fmla="*/ 72185 w 1638496"/>
              <a:gd name="connsiteY5-1132" fmla="*/ 76224 h 2127070"/>
              <a:gd name="connsiteX6-1133" fmla="*/ 959424 w 1638496"/>
              <a:gd name="connsiteY6-1134" fmla="*/ 67170 h 2127070"/>
              <a:gd name="connsiteX7-1135" fmla="*/ 1421151 w 1638496"/>
              <a:gd name="connsiteY7-1136" fmla="*/ 347828 h 2127070"/>
              <a:gd name="connsiteX8-1137" fmla="*/ 1638434 w 1638496"/>
              <a:gd name="connsiteY8-1138" fmla="*/ 709966 h 2127070"/>
              <a:gd name="connsiteX9-1139" fmla="*/ 1403044 w 1638496"/>
              <a:gd name="connsiteY9-1140" fmla="*/ 1280335 h 2127070"/>
              <a:gd name="connsiteX10-1141" fmla="*/ 1004691 w 1638496"/>
              <a:gd name="connsiteY10-1142" fmla="*/ 1099265 h 2127070"/>
              <a:gd name="connsiteX11-1143" fmla="*/ 751194 w 1638496"/>
              <a:gd name="connsiteY11-1144" fmla="*/ 836715 h 2127070"/>
              <a:gd name="connsiteX12-1145" fmla="*/ 515804 w 1638496"/>
              <a:gd name="connsiteY12-1146" fmla="*/ 766221 h 2127070"/>
              <a:gd name="connsiteX13-1147" fmla="*/ 959990 w 1638496"/>
              <a:gd name="connsiteY13-1148" fmla="*/ 1865155 h 2127070"/>
              <a:gd name="connsiteX0-1149" fmla="*/ 1186704 w 1638496"/>
              <a:gd name="connsiteY0-1150" fmla="*/ 2127070 h 2127070"/>
              <a:gd name="connsiteX1-1151" fmla="*/ 567861 w 1638496"/>
              <a:gd name="connsiteY1-1152" fmla="*/ 1224836 h 2127070"/>
              <a:gd name="connsiteX2-1153" fmla="*/ 508236 w 1638496"/>
              <a:gd name="connsiteY2-1154" fmla="*/ 1328479 h 2127070"/>
              <a:gd name="connsiteX3-1155" fmla="*/ 637248 w 1638496"/>
              <a:gd name="connsiteY3-1156" fmla="*/ 1111030 h 2127070"/>
              <a:gd name="connsiteX4-1157" fmla="*/ 117452 w 1638496"/>
              <a:gd name="connsiteY4-1158" fmla="*/ 900089 h 2127070"/>
              <a:gd name="connsiteX5-1159" fmla="*/ 72185 w 1638496"/>
              <a:gd name="connsiteY5-1160" fmla="*/ 76224 h 2127070"/>
              <a:gd name="connsiteX6-1161" fmla="*/ 959424 w 1638496"/>
              <a:gd name="connsiteY6-1162" fmla="*/ 67170 h 2127070"/>
              <a:gd name="connsiteX7-1163" fmla="*/ 1421151 w 1638496"/>
              <a:gd name="connsiteY7-1164" fmla="*/ 347828 h 2127070"/>
              <a:gd name="connsiteX8-1165" fmla="*/ 1638434 w 1638496"/>
              <a:gd name="connsiteY8-1166" fmla="*/ 709966 h 2127070"/>
              <a:gd name="connsiteX9-1167" fmla="*/ 1403044 w 1638496"/>
              <a:gd name="connsiteY9-1168" fmla="*/ 1280335 h 2127070"/>
              <a:gd name="connsiteX10-1169" fmla="*/ 1004691 w 1638496"/>
              <a:gd name="connsiteY10-1170" fmla="*/ 1099265 h 2127070"/>
              <a:gd name="connsiteX11-1171" fmla="*/ 751194 w 1638496"/>
              <a:gd name="connsiteY11-1172" fmla="*/ 836715 h 2127070"/>
              <a:gd name="connsiteX12-1173" fmla="*/ 515804 w 1638496"/>
              <a:gd name="connsiteY12-1174" fmla="*/ 766221 h 2127070"/>
              <a:gd name="connsiteX13-1175" fmla="*/ 959990 w 1638496"/>
              <a:gd name="connsiteY13-1176" fmla="*/ 1865155 h 2127070"/>
              <a:gd name="connsiteX0-1177" fmla="*/ 1186704 w 1638496"/>
              <a:gd name="connsiteY0-1178" fmla="*/ 2127070 h 2127070"/>
              <a:gd name="connsiteX1-1179" fmla="*/ 567861 w 1638496"/>
              <a:gd name="connsiteY1-1180" fmla="*/ 1224836 h 2127070"/>
              <a:gd name="connsiteX2-1181" fmla="*/ 508236 w 1638496"/>
              <a:gd name="connsiteY2-1182" fmla="*/ 1328479 h 2127070"/>
              <a:gd name="connsiteX3-1183" fmla="*/ 637248 w 1638496"/>
              <a:gd name="connsiteY3-1184" fmla="*/ 1111030 h 2127070"/>
              <a:gd name="connsiteX4-1185" fmla="*/ 117452 w 1638496"/>
              <a:gd name="connsiteY4-1186" fmla="*/ 900089 h 2127070"/>
              <a:gd name="connsiteX5-1187" fmla="*/ 72185 w 1638496"/>
              <a:gd name="connsiteY5-1188" fmla="*/ 76224 h 2127070"/>
              <a:gd name="connsiteX6-1189" fmla="*/ 959424 w 1638496"/>
              <a:gd name="connsiteY6-1190" fmla="*/ 67170 h 2127070"/>
              <a:gd name="connsiteX7-1191" fmla="*/ 1421151 w 1638496"/>
              <a:gd name="connsiteY7-1192" fmla="*/ 347828 h 2127070"/>
              <a:gd name="connsiteX8-1193" fmla="*/ 1638434 w 1638496"/>
              <a:gd name="connsiteY8-1194" fmla="*/ 709966 h 2127070"/>
              <a:gd name="connsiteX9-1195" fmla="*/ 1403044 w 1638496"/>
              <a:gd name="connsiteY9-1196" fmla="*/ 1280335 h 2127070"/>
              <a:gd name="connsiteX10-1197" fmla="*/ 1004691 w 1638496"/>
              <a:gd name="connsiteY10-1198" fmla="*/ 1099265 h 2127070"/>
              <a:gd name="connsiteX11-1199" fmla="*/ 751194 w 1638496"/>
              <a:gd name="connsiteY11-1200" fmla="*/ 836715 h 2127070"/>
              <a:gd name="connsiteX12-1201" fmla="*/ 515804 w 1638496"/>
              <a:gd name="connsiteY12-1202" fmla="*/ 766221 h 2127070"/>
              <a:gd name="connsiteX13-1203" fmla="*/ 959990 w 1638496"/>
              <a:gd name="connsiteY13-1204" fmla="*/ 1865155 h 2127070"/>
              <a:gd name="connsiteX0-1205" fmla="*/ 1186704 w 1638496"/>
              <a:gd name="connsiteY0-1206" fmla="*/ 2127070 h 2127070"/>
              <a:gd name="connsiteX1-1207" fmla="*/ 567861 w 1638496"/>
              <a:gd name="connsiteY1-1208" fmla="*/ 1224836 h 2127070"/>
              <a:gd name="connsiteX2-1209" fmla="*/ 474899 w 1638496"/>
              <a:gd name="connsiteY2-1210" fmla="*/ 1311810 h 2127070"/>
              <a:gd name="connsiteX3-1211" fmla="*/ 637248 w 1638496"/>
              <a:gd name="connsiteY3-1212" fmla="*/ 1111030 h 2127070"/>
              <a:gd name="connsiteX4-1213" fmla="*/ 117452 w 1638496"/>
              <a:gd name="connsiteY4-1214" fmla="*/ 900089 h 2127070"/>
              <a:gd name="connsiteX5-1215" fmla="*/ 72185 w 1638496"/>
              <a:gd name="connsiteY5-1216" fmla="*/ 76224 h 2127070"/>
              <a:gd name="connsiteX6-1217" fmla="*/ 959424 w 1638496"/>
              <a:gd name="connsiteY6-1218" fmla="*/ 67170 h 2127070"/>
              <a:gd name="connsiteX7-1219" fmla="*/ 1421151 w 1638496"/>
              <a:gd name="connsiteY7-1220" fmla="*/ 347828 h 2127070"/>
              <a:gd name="connsiteX8-1221" fmla="*/ 1638434 w 1638496"/>
              <a:gd name="connsiteY8-1222" fmla="*/ 709966 h 2127070"/>
              <a:gd name="connsiteX9-1223" fmla="*/ 1403044 w 1638496"/>
              <a:gd name="connsiteY9-1224" fmla="*/ 1280335 h 2127070"/>
              <a:gd name="connsiteX10-1225" fmla="*/ 1004691 w 1638496"/>
              <a:gd name="connsiteY10-1226" fmla="*/ 1099265 h 2127070"/>
              <a:gd name="connsiteX11-1227" fmla="*/ 751194 w 1638496"/>
              <a:gd name="connsiteY11-1228" fmla="*/ 836715 h 2127070"/>
              <a:gd name="connsiteX12-1229" fmla="*/ 515804 w 1638496"/>
              <a:gd name="connsiteY12-1230" fmla="*/ 766221 h 2127070"/>
              <a:gd name="connsiteX13-1231" fmla="*/ 959990 w 1638496"/>
              <a:gd name="connsiteY13-1232" fmla="*/ 1865155 h 2127070"/>
              <a:gd name="connsiteX0-1233" fmla="*/ 1186704 w 1638496"/>
              <a:gd name="connsiteY0-1234" fmla="*/ 2127070 h 2127070"/>
              <a:gd name="connsiteX1-1235" fmla="*/ 567861 w 1638496"/>
              <a:gd name="connsiteY1-1236" fmla="*/ 1224836 h 2127070"/>
              <a:gd name="connsiteX2-1237" fmla="*/ 474899 w 1638496"/>
              <a:gd name="connsiteY2-1238" fmla="*/ 1311810 h 2127070"/>
              <a:gd name="connsiteX3-1239" fmla="*/ 637248 w 1638496"/>
              <a:gd name="connsiteY3-1240" fmla="*/ 1111030 h 2127070"/>
              <a:gd name="connsiteX4-1241" fmla="*/ 117452 w 1638496"/>
              <a:gd name="connsiteY4-1242" fmla="*/ 900089 h 2127070"/>
              <a:gd name="connsiteX5-1243" fmla="*/ 72185 w 1638496"/>
              <a:gd name="connsiteY5-1244" fmla="*/ 76224 h 2127070"/>
              <a:gd name="connsiteX6-1245" fmla="*/ 959424 w 1638496"/>
              <a:gd name="connsiteY6-1246" fmla="*/ 67170 h 2127070"/>
              <a:gd name="connsiteX7-1247" fmla="*/ 1421151 w 1638496"/>
              <a:gd name="connsiteY7-1248" fmla="*/ 347828 h 2127070"/>
              <a:gd name="connsiteX8-1249" fmla="*/ 1638434 w 1638496"/>
              <a:gd name="connsiteY8-1250" fmla="*/ 709966 h 2127070"/>
              <a:gd name="connsiteX9-1251" fmla="*/ 1403044 w 1638496"/>
              <a:gd name="connsiteY9-1252" fmla="*/ 1280335 h 2127070"/>
              <a:gd name="connsiteX10-1253" fmla="*/ 1004691 w 1638496"/>
              <a:gd name="connsiteY10-1254" fmla="*/ 1099265 h 2127070"/>
              <a:gd name="connsiteX11-1255" fmla="*/ 751194 w 1638496"/>
              <a:gd name="connsiteY11-1256" fmla="*/ 836715 h 2127070"/>
              <a:gd name="connsiteX12-1257" fmla="*/ 515804 w 1638496"/>
              <a:gd name="connsiteY12-1258" fmla="*/ 766221 h 2127070"/>
              <a:gd name="connsiteX13-1259" fmla="*/ 959990 w 1638496"/>
              <a:gd name="connsiteY13-1260" fmla="*/ 1865155 h 2127070"/>
              <a:gd name="connsiteX0-1261" fmla="*/ 1186704 w 1638496"/>
              <a:gd name="connsiteY0-1262" fmla="*/ 2127070 h 2127070"/>
              <a:gd name="connsiteX1-1263" fmla="*/ 567861 w 1638496"/>
              <a:gd name="connsiteY1-1264" fmla="*/ 1224836 h 2127070"/>
              <a:gd name="connsiteX2-1265" fmla="*/ 474899 w 1638496"/>
              <a:gd name="connsiteY2-1266" fmla="*/ 1311810 h 2127070"/>
              <a:gd name="connsiteX3-1267" fmla="*/ 637248 w 1638496"/>
              <a:gd name="connsiteY3-1268" fmla="*/ 1111030 h 2127070"/>
              <a:gd name="connsiteX4-1269" fmla="*/ 117452 w 1638496"/>
              <a:gd name="connsiteY4-1270" fmla="*/ 900089 h 2127070"/>
              <a:gd name="connsiteX5-1271" fmla="*/ 72185 w 1638496"/>
              <a:gd name="connsiteY5-1272" fmla="*/ 76224 h 2127070"/>
              <a:gd name="connsiteX6-1273" fmla="*/ 959424 w 1638496"/>
              <a:gd name="connsiteY6-1274" fmla="*/ 67170 h 2127070"/>
              <a:gd name="connsiteX7-1275" fmla="*/ 1421151 w 1638496"/>
              <a:gd name="connsiteY7-1276" fmla="*/ 347828 h 2127070"/>
              <a:gd name="connsiteX8-1277" fmla="*/ 1638434 w 1638496"/>
              <a:gd name="connsiteY8-1278" fmla="*/ 709966 h 2127070"/>
              <a:gd name="connsiteX9-1279" fmla="*/ 1403044 w 1638496"/>
              <a:gd name="connsiteY9-1280" fmla="*/ 1280335 h 2127070"/>
              <a:gd name="connsiteX10-1281" fmla="*/ 1004691 w 1638496"/>
              <a:gd name="connsiteY10-1282" fmla="*/ 1099265 h 2127070"/>
              <a:gd name="connsiteX11-1283" fmla="*/ 751194 w 1638496"/>
              <a:gd name="connsiteY11-1284" fmla="*/ 836715 h 2127070"/>
              <a:gd name="connsiteX12-1285" fmla="*/ 515804 w 1638496"/>
              <a:gd name="connsiteY12-1286" fmla="*/ 766221 h 2127070"/>
              <a:gd name="connsiteX13-1287" fmla="*/ 959990 w 1638496"/>
              <a:gd name="connsiteY13-1288" fmla="*/ 1865155 h 2127070"/>
              <a:gd name="connsiteX0-1289" fmla="*/ 1186704 w 1638496"/>
              <a:gd name="connsiteY0-1290" fmla="*/ 2127070 h 2127070"/>
              <a:gd name="connsiteX1-1291" fmla="*/ 567861 w 1638496"/>
              <a:gd name="connsiteY1-1292" fmla="*/ 1224836 h 2127070"/>
              <a:gd name="connsiteX2-1293" fmla="*/ 474899 w 1638496"/>
              <a:gd name="connsiteY2-1294" fmla="*/ 1311810 h 2127070"/>
              <a:gd name="connsiteX3-1295" fmla="*/ 637248 w 1638496"/>
              <a:gd name="connsiteY3-1296" fmla="*/ 1111030 h 2127070"/>
              <a:gd name="connsiteX4-1297" fmla="*/ 117452 w 1638496"/>
              <a:gd name="connsiteY4-1298" fmla="*/ 900089 h 2127070"/>
              <a:gd name="connsiteX5-1299" fmla="*/ 72185 w 1638496"/>
              <a:gd name="connsiteY5-1300" fmla="*/ 76224 h 2127070"/>
              <a:gd name="connsiteX6-1301" fmla="*/ 959424 w 1638496"/>
              <a:gd name="connsiteY6-1302" fmla="*/ 67170 h 2127070"/>
              <a:gd name="connsiteX7-1303" fmla="*/ 1421151 w 1638496"/>
              <a:gd name="connsiteY7-1304" fmla="*/ 347828 h 2127070"/>
              <a:gd name="connsiteX8-1305" fmla="*/ 1638434 w 1638496"/>
              <a:gd name="connsiteY8-1306" fmla="*/ 709966 h 2127070"/>
              <a:gd name="connsiteX9-1307" fmla="*/ 1403044 w 1638496"/>
              <a:gd name="connsiteY9-1308" fmla="*/ 1280335 h 2127070"/>
              <a:gd name="connsiteX10-1309" fmla="*/ 1004691 w 1638496"/>
              <a:gd name="connsiteY10-1310" fmla="*/ 1099265 h 2127070"/>
              <a:gd name="connsiteX11-1311" fmla="*/ 751194 w 1638496"/>
              <a:gd name="connsiteY11-1312" fmla="*/ 836715 h 2127070"/>
              <a:gd name="connsiteX12-1313" fmla="*/ 515804 w 1638496"/>
              <a:gd name="connsiteY12-1314" fmla="*/ 766221 h 2127070"/>
              <a:gd name="connsiteX13-1315" fmla="*/ 959990 w 1638496"/>
              <a:gd name="connsiteY13-1316" fmla="*/ 1865155 h 2127070"/>
              <a:gd name="connsiteX0-1317" fmla="*/ 1186704 w 1638496"/>
              <a:gd name="connsiteY0-1318" fmla="*/ 2127070 h 2127070"/>
              <a:gd name="connsiteX1-1319" fmla="*/ 567861 w 1638496"/>
              <a:gd name="connsiteY1-1320" fmla="*/ 1224836 h 2127070"/>
              <a:gd name="connsiteX2-1321" fmla="*/ 474899 w 1638496"/>
              <a:gd name="connsiteY2-1322" fmla="*/ 1311810 h 2127070"/>
              <a:gd name="connsiteX3-1323" fmla="*/ 637248 w 1638496"/>
              <a:gd name="connsiteY3-1324" fmla="*/ 1111030 h 2127070"/>
              <a:gd name="connsiteX4-1325" fmla="*/ 117452 w 1638496"/>
              <a:gd name="connsiteY4-1326" fmla="*/ 900089 h 2127070"/>
              <a:gd name="connsiteX5-1327" fmla="*/ 72185 w 1638496"/>
              <a:gd name="connsiteY5-1328" fmla="*/ 76224 h 2127070"/>
              <a:gd name="connsiteX6-1329" fmla="*/ 959424 w 1638496"/>
              <a:gd name="connsiteY6-1330" fmla="*/ 67170 h 2127070"/>
              <a:gd name="connsiteX7-1331" fmla="*/ 1421151 w 1638496"/>
              <a:gd name="connsiteY7-1332" fmla="*/ 347828 h 2127070"/>
              <a:gd name="connsiteX8-1333" fmla="*/ 1638434 w 1638496"/>
              <a:gd name="connsiteY8-1334" fmla="*/ 709966 h 2127070"/>
              <a:gd name="connsiteX9-1335" fmla="*/ 1403044 w 1638496"/>
              <a:gd name="connsiteY9-1336" fmla="*/ 1280335 h 2127070"/>
              <a:gd name="connsiteX10-1337" fmla="*/ 1004691 w 1638496"/>
              <a:gd name="connsiteY10-1338" fmla="*/ 1099265 h 2127070"/>
              <a:gd name="connsiteX11-1339" fmla="*/ 751194 w 1638496"/>
              <a:gd name="connsiteY11-1340" fmla="*/ 836715 h 2127070"/>
              <a:gd name="connsiteX12-1341" fmla="*/ 892042 w 1638496"/>
              <a:gd name="connsiteY12-1342" fmla="*/ 1575846 h 2127070"/>
              <a:gd name="connsiteX13-1343" fmla="*/ 959990 w 1638496"/>
              <a:gd name="connsiteY13-1344" fmla="*/ 1865155 h 2127070"/>
              <a:gd name="connsiteX0-1345" fmla="*/ 1186704 w 1638496"/>
              <a:gd name="connsiteY0-1346" fmla="*/ 2127070 h 2127070"/>
              <a:gd name="connsiteX1-1347" fmla="*/ 567861 w 1638496"/>
              <a:gd name="connsiteY1-1348" fmla="*/ 1224836 h 2127070"/>
              <a:gd name="connsiteX2-1349" fmla="*/ 474899 w 1638496"/>
              <a:gd name="connsiteY2-1350" fmla="*/ 1311810 h 2127070"/>
              <a:gd name="connsiteX3-1351" fmla="*/ 637248 w 1638496"/>
              <a:gd name="connsiteY3-1352" fmla="*/ 1111030 h 2127070"/>
              <a:gd name="connsiteX4-1353" fmla="*/ 117452 w 1638496"/>
              <a:gd name="connsiteY4-1354" fmla="*/ 900089 h 2127070"/>
              <a:gd name="connsiteX5-1355" fmla="*/ 72185 w 1638496"/>
              <a:gd name="connsiteY5-1356" fmla="*/ 76224 h 2127070"/>
              <a:gd name="connsiteX6-1357" fmla="*/ 959424 w 1638496"/>
              <a:gd name="connsiteY6-1358" fmla="*/ 67170 h 2127070"/>
              <a:gd name="connsiteX7-1359" fmla="*/ 1421151 w 1638496"/>
              <a:gd name="connsiteY7-1360" fmla="*/ 347828 h 2127070"/>
              <a:gd name="connsiteX8-1361" fmla="*/ 1638434 w 1638496"/>
              <a:gd name="connsiteY8-1362" fmla="*/ 709966 h 2127070"/>
              <a:gd name="connsiteX9-1363" fmla="*/ 1403044 w 1638496"/>
              <a:gd name="connsiteY9-1364" fmla="*/ 1280335 h 2127070"/>
              <a:gd name="connsiteX10-1365" fmla="*/ 1004691 w 1638496"/>
              <a:gd name="connsiteY10-1366" fmla="*/ 1099265 h 2127070"/>
              <a:gd name="connsiteX11-1367" fmla="*/ 751194 w 1638496"/>
              <a:gd name="connsiteY11-1368" fmla="*/ 836715 h 2127070"/>
              <a:gd name="connsiteX12-1369" fmla="*/ 892042 w 1638496"/>
              <a:gd name="connsiteY12-1370" fmla="*/ 1575846 h 2127070"/>
              <a:gd name="connsiteX13-1371" fmla="*/ 959990 w 1638496"/>
              <a:gd name="connsiteY13-1372" fmla="*/ 1865155 h 2127070"/>
              <a:gd name="connsiteX0-1373" fmla="*/ 1186704 w 1638496"/>
              <a:gd name="connsiteY0-1374" fmla="*/ 2127070 h 2127070"/>
              <a:gd name="connsiteX1-1375" fmla="*/ 567861 w 1638496"/>
              <a:gd name="connsiteY1-1376" fmla="*/ 1224836 h 2127070"/>
              <a:gd name="connsiteX2-1377" fmla="*/ 474899 w 1638496"/>
              <a:gd name="connsiteY2-1378" fmla="*/ 1311810 h 2127070"/>
              <a:gd name="connsiteX3-1379" fmla="*/ 637248 w 1638496"/>
              <a:gd name="connsiteY3-1380" fmla="*/ 1111030 h 2127070"/>
              <a:gd name="connsiteX4-1381" fmla="*/ 117452 w 1638496"/>
              <a:gd name="connsiteY4-1382" fmla="*/ 900089 h 2127070"/>
              <a:gd name="connsiteX5-1383" fmla="*/ 72185 w 1638496"/>
              <a:gd name="connsiteY5-1384" fmla="*/ 76224 h 2127070"/>
              <a:gd name="connsiteX6-1385" fmla="*/ 959424 w 1638496"/>
              <a:gd name="connsiteY6-1386" fmla="*/ 67170 h 2127070"/>
              <a:gd name="connsiteX7-1387" fmla="*/ 1421151 w 1638496"/>
              <a:gd name="connsiteY7-1388" fmla="*/ 347828 h 2127070"/>
              <a:gd name="connsiteX8-1389" fmla="*/ 1638434 w 1638496"/>
              <a:gd name="connsiteY8-1390" fmla="*/ 709966 h 2127070"/>
              <a:gd name="connsiteX9-1391" fmla="*/ 1403044 w 1638496"/>
              <a:gd name="connsiteY9-1392" fmla="*/ 1280335 h 2127070"/>
              <a:gd name="connsiteX10-1393" fmla="*/ 1004691 w 1638496"/>
              <a:gd name="connsiteY10-1394" fmla="*/ 1099265 h 2127070"/>
              <a:gd name="connsiteX11-1395" fmla="*/ 751194 w 1638496"/>
              <a:gd name="connsiteY11-1396" fmla="*/ 836715 h 2127070"/>
              <a:gd name="connsiteX12-1397" fmla="*/ 892042 w 1638496"/>
              <a:gd name="connsiteY12-1398" fmla="*/ 1575846 h 2127070"/>
              <a:gd name="connsiteX13-1399" fmla="*/ 959990 w 1638496"/>
              <a:gd name="connsiteY13-1400" fmla="*/ 1865155 h 2127070"/>
              <a:gd name="connsiteX0-1401" fmla="*/ 1186704 w 1638496"/>
              <a:gd name="connsiteY0-1402" fmla="*/ 2127070 h 2127070"/>
              <a:gd name="connsiteX1-1403" fmla="*/ 567861 w 1638496"/>
              <a:gd name="connsiteY1-1404" fmla="*/ 1224836 h 2127070"/>
              <a:gd name="connsiteX2-1405" fmla="*/ 474899 w 1638496"/>
              <a:gd name="connsiteY2-1406" fmla="*/ 1311810 h 2127070"/>
              <a:gd name="connsiteX3-1407" fmla="*/ 637248 w 1638496"/>
              <a:gd name="connsiteY3-1408" fmla="*/ 1111030 h 2127070"/>
              <a:gd name="connsiteX4-1409" fmla="*/ 117452 w 1638496"/>
              <a:gd name="connsiteY4-1410" fmla="*/ 900089 h 2127070"/>
              <a:gd name="connsiteX5-1411" fmla="*/ 72185 w 1638496"/>
              <a:gd name="connsiteY5-1412" fmla="*/ 76224 h 2127070"/>
              <a:gd name="connsiteX6-1413" fmla="*/ 959424 w 1638496"/>
              <a:gd name="connsiteY6-1414" fmla="*/ 67170 h 2127070"/>
              <a:gd name="connsiteX7-1415" fmla="*/ 1421151 w 1638496"/>
              <a:gd name="connsiteY7-1416" fmla="*/ 347828 h 2127070"/>
              <a:gd name="connsiteX8-1417" fmla="*/ 1638434 w 1638496"/>
              <a:gd name="connsiteY8-1418" fmla="*/ 709966 h 2127070"/>
              <a:gd name="connsiteX9-1419" fmla="*/ 1403044 w 1638496"/>
              <a:gd name="connsiteY9-1420" fmla="*/ 1280335 h 2127070"/>
              <a:gd name="connsiteX10-1421" fmla="*/ 1004691 w 1638496"/>
              <a:gd name="connsiteY10-1422" fmla="*/ 1099265 h 2127070"/>
              <a:gd name="connsiteX11-1423" fmla="*/ 1386987 w 1638496"/>
              <a:gd name="connsiteY11-1424" fmla="*/ 1520134 h 2127070"/>
              <a:gd name="connsiteX12-1425" fmla="*/ 892042 w 1638496"/>
              <a:gd name="connsiteY12-1426" fmla="*/ 1575846 h 2127070"/>
              <a:gd name="connsiteX13-1427" fmla="*/ 959990 w 1638496"/>
              <a:gd name="connsiteY13-1428" fmla="*/ 1865155 h 2127070"/>
              <a:gd name="connsiteX0-1429" fmla="*/ 1186704 w 1638496"/>
              <a:gd name="connsiteY0-1430" fmla="*/ 2127070 h 2127070"/>
              <a:gd name="connsiteX1-1431" fmla="*/ 567861 w 1638496"/>
              <a:gd name="connsiteY1-1432" fmla="*/ 1224836 h 2127070"/>
              <a:gd name="connsiteX2-1433" fmla="*/ 474899 w 1638496"/>
              <a:gd name="connsiteY2-1434" fmla="*/ 1311810 h 2127070"/>
              <a:gd name="connsiteX3-1435" fmla="*/ 637248 w 1638496"/>
              <a:gd name="connsiteY3-1436" fmla="*/ 1111030 h 2127070"/>
              <a:gd name="connsiteX4-1437" fmla="*/ 117452 w 1638496"/>
              <a:gd name="connsiteY4-1438" fmla="*/ 900089 h 2127070"/>
              <a:gd name="connsiteX5-1439" fmla="*/ 72185 w 1638496"/>
              <a:gd name="connsiteY5-1440" fmla="*/ 76224 h 2127070"/>
              <a:gd name="connsiteX6-1441" fmla="*/ 959424 w 1638496"/>
              <a:gd name="connsiteY6-1442" fmla="*/ 67170 h 2127070"/>
              <a:gd name="connsiteX7-1443" fmla="*/ 1421151 w 1638496"/>
              <a:gd name="connsiteY7-1444" fmla="*/ 347828 h 2127070"/>
              <a:gd name="connsiteX8-1445" fmla="*/ 1638434 w 1638496"/>
              <a:gd name="connsiteY8-1446" fmla="*/ 709966 h 2127070"/>
              <a:gd name="connsiteX9-1447" fmla="*/ 1403044 w 1638496"/>
              <a:gd name="connsiteY9-1448" fmla="*/ 1280335 h 2127070"/>
              <a:gd name="connsiteX10-1449" fmla="*/ 1004691 w 1638496"/>
              <a:gd name="connsiteY10-1450" fmla="*/ 1099265 h 2127070"/>
              <a:gd name="connsiteX11-1451" fmla="*/ 1386987 w 1638496"/>
              <a:gd name="connsiteY11-1452" fmla="*/ 1520134 h 2127070"/>
              <a:gd name="connsiteX12-1453" fmla="*/ 892042 w 1638496"/>
              <a:gd name="connsiteY12-1454" fmla="*/ 1575846 h 2127070"/>
              <a:gd name="connsiteX13-1455" fmla="*/ 959990 w 1638496"/>
              <a:gd name="connsiteY13-1456" fmla="*/ 1865155 h 2127070"/>
              <a:gd name="connsiteX0-1457" fmla="*/ 1186704 w 1638496"/>
              <a:gd name="connsiteY0-1458" fmla="*/ 2127070 h 2127070"/>
              <a:gd name="connsiteX1-1459" fmla="*/ 567861 w 1638496"/>
              <a:gd name="connsiteY1-1460" fmla="*/ 1224836 h 2127070"/>
              <a:gd name="connsiteX2-1461" fmla="*/ 474899 w 1638496"/>
              <a:gd name="connsiteY2-1462" fmla="*/ 1311810 h 2127070"/>
              <a:gd name="connsiteX3-1463" fmla="*/ 637248 w 1638496"/>
              <a:gd name="connsiteY3-1464" fmla="*/ 1111030 h 2127070"/>
              <a:gd name="connsiteX4-1465" fmla="*/ 117452 w 1638496"/>
              <a:gd name="connsiteY4-1466" fmla="*/ 900089 h 2127070"/>
              <a:gd name="connsiteX5-1467" fmla="*/ 72185 w 1638496"/>
              <a:gd name="connsiteY5-1468" fmla="*/ 76224 h 2127070"/>
              <a:gd name="connsiteX6-1469" fmla="*/ 959424 w 1638496"/>
              <a:gd name="connsiteY6-1470" fmla="*/ 67170 h 2127070"/>
              <a:gd name="connsiteX7-1471" fmla="*/ 1421151 w 1638496"/>
              <a:gd name="connsiteY7-1472" fmla="*/ 347828 h 2127070"/>
              <a:gd name="connsiteX8-1473" fmla="*/ 1638434 w 1638496"/>
              <a:gd name="connsiteY8-1474" fmla="*/ 709966 h 2127070"/>
              <a:gd name="connsiteX9-1475" fmla="*/ 1403044 w 1638496"/>
              <a:gd name="connsiteY9-1476" fmla="*/ 1280335 h 2127070"/>
              <a:gd name="connsiteX10-1477" fmla="*/ 1004691 w 1638496"/>
              <a:gd name="connsiteY10-1478" fmla="*/ 1099265 h 2127070"/>
              <a:gd name="connsiteX11-1479" fmla="*/ 1386987 w 1638496"/>
              <a:gd name="connsiteY11-1480" fmla="*/ 1520134 h 2127070"/>
              <a:gd name="connsiteX12-1481" fmla="*/ 863467 w 1638496"/>
              <a:gd name="connsiteY12-1482" fmla="*/ 1554415 h 2127070"/>
              <a:gd name="connsiteX13-1483" fmla="*/ 959990 w 1638496"/>
              <a:gd name="connsiteY13-1484" fmla="*/ 1865155 h 2127070"/>
              <a:gd name="connsiteX0-1485" fmla="*/ 1186704 w 1638496"/>
              <a:gd name="connsiteY0-1486" fmla="*/ 2127070 h 2127070"/>
              <a:gd name="connsiteX1-1487" fmla="*/ 567861 w 1638496"/>
              <a:gd name="connsiteY1-1488" fmla="*/ 1224836 h 2127070"/>
              <a:gd name="connsiteX2-1489" fmla="*/ 474899 w 1638496"/>
              <a:gd name="connsiteY2-1490" fmla="*/ 1311810 h 2127070"/>
              <a:gd name="connsiteX3-1491" fmla="*/ 637248 w 1638496"/>
              <a:gd name="connsiteY3-1492" fmla="*/ 1111030 h 2127070"/>
              <a:gd name="connsiteX4-1493" fmla="*/ 117452 w 1638496"/>
              <a:gd name="connsiteY4-1494" fmla="*/ 900089 h 2127070"/>
              <a:gd name="connsiteX5-1495" fmla="*/ 72185 w 1638496"/>
              <a:gd name="connsiteY5-1496" fmla="*/ 76224 h 2127070"/>
              <a:gd name="connsiteX6-1497" fmla="*/ 959424 w 1638496"/>
              <a:gd name="connsiteY6-1498" fmla="*/ 67170 h 2127070"/>
              <a:gd name="connsiteX7-1499" fmla="*/ 1421151 w 1638496"/>
              <a:gd name="connsiteY7-1500" fmla="*/ 347828 h 2127070"/>
              <a:gd name="connsiteX8-1501" fmla="*/ 1638434 w 1638496"/>
              <a:gd name="connsiteY8-1502" fmla="*/ 709966 h 2127070"/>
              <a:gd name="connsiteX9-1503" fmla="*/ 1403044 w 1638496"/>
              <a:gd name="connsiteY9-1504" fmla="*/ 1280335 h 2127070"/>
              <a:gd name="connsiteX10-1505" fmla="*/ 1004691 w 1638496"/>
              <a:gd name="connsiteY10-1506" fmla="*/ 1099265 h 2127070"/>
              <a:gd name="connsiteX11-1507" fmla="*/ 1386987 w 1638496"/>
              <a:gd name="connsiteY11-1508" fmla="*/ 1520134 h 2127070"/>
              <a:gd name="connsiteX12-1509" fmla="*/ 863467 w 1638496"/>
              <a:gd name="connsiteY12-1510" fmla="*/ 1554415 h 2127070"/>
              <a:gd name="connsiteX13-1511" fmla="*/ 959990 w 1638496"/>
              <a:gd name="connsiteY13-1512" fmla="*/ 1865155 h 2127070"/>
              <a:gd name="connsiteX0-1513" fmla="*/ 1186704 w 1638496"/>
              <a:gd name="connsiteY0-1514" fmla="*/ 2127070 h 2127070"/>
              <a:gd name="connsiteX1-1515" fmla="*/ 567861 w 1638496"/>
              <a:gd name="connsiteY1-1516" fmla="*/ 1224836 h 2127070"/>
              <a:gd name="connsiteX2-1517" fmla="*/ 474899 w 1638496"/>
              <a:gd name="connsiteY2-1518" fmla="*/ 1311810 h 2127070"/>
              <a:gd name="connsiteX3-1519" fmla="*/ 637248 w 1638496"/>
              <a:gd name="connsiteY3-1520" fmla="*/ 1111030 h 2127070"/>
              <a:gd name="connsiteX4-1521" fmla="*/ 117452 w 1638496"/>
              <a:gd name="connsiteY4-1522" fmla="*/ 900089 h 2127070"/>
              <a:gd name="connsiteX5-1523" fmla="*/ 72185 w 1638496"/>
              <a:gd name="connsiteY5-1524" fmla="*/ 76224 h 2127070"/>
              <a:gd name="connsiteX6-1525" fmla="*/ 959424 w 1638496"/>
              <a:gd name="connsiteY6-1526" fmla="*/ 67170 h 2127070"/>
              <a:gd name="connsiteX7-1527" fmla="*/ 1421151 w 1638496"/>
              <a:gd name="connsiteY7-1528" fmla="*/ 347828 h 2127070"/>
              <a:gd name="connsiteX8-1529" fmla="*/ 1638434 w 1638496"/>
              <a:gd name="connsiteY8-1530" fmla="*/ 709966 h 2127070"/>
              <a:gd name="connsiteX9-1531" fmla="*/ 1403044 w 1638496"/>
              <a:gd name="connsiteY9-1532" fmla="*/ 1280335 h 2127070"/>
              <a:gd name="connsiteX10-1533" fmla="*/ 1004691 w 1638496"/>
              <a:gd name="connsiteY10-1534" fmla="*/ 1099265 h 2127070"/>
              <a:gd name="connsiteX11-1535" fmla="*/ 1386987 w 1638496"/>
              <a:gd name="connsiteY11-1536" fmla="*/ 1520134 h 2127070"/>
              <a:gd name="connsiteX12-1537" fmla="*/ 863467 w 1638496"/>
              <a:gd name="connsiteY12-1538" fmla="*/ 1554415 h 2127070"/>
              <a:gd name="connsiteX13-1539" fmla="*/ 955227 w 1638496"/>
              <a:gd name="connsiteY13-1540" fmla="*/ 1872299 h 2127070"/>
              <a:gd name="connsiteX0-1541" fmla="*/ 1186704 w 1638496"/>
              <a:gd name="connsiteY0-1542" fmla="*/ 2127070 h 2127070"/>
              <a:gd name="connsiteX1-1543" fmla="*/ 567861 w 1638496"/>
              <a:gd name="connsiteY1-1544" fmla="*/ 1224836 h 2127070"/>
              <a:gd name="connsiteX2-1545" fmla="*/ 474899 w 1638496"/>
              <a:gd name="connsiteY2-1546" fmla="*/ 1311810 h 2127070"/>
              <a:gd name="connsiteX3-1547" fmla="*/ 637248 w 1638496"/>
              <a:gd name="connsiteY3-1548" fmla="*/ 1111030 h 2127070"/>
              <a:gd name="connsiteX4-1549" fmla="*/ 117452 w 1638496"/>
              <a:gd name="connsiteY4-1550" fmla="*/ 900089 h 2127070"/>
              <a:gd name="connsiteX5-1551" fmla="*/ 72185 w 1638496"/>
              <a:gd name="connsiteY5-1552" fmla="*/ 76224 h 2127070"/>
              <a:gd name="connsiteX6-1553" fmla="*/ 959424 w 1638496"/>
              <a:gd name="connsiteY6-1554" fmla="*/ 67170 h 2127070"/>
              <a:gd name="connsiteX7-1555" fmla="*/ 1421151 w 1638496"/>
              <a:gd name="connsiteY7-1556" fmla="*/ 347828 h 2127070"/>
              <a:gd name="connsiteX8-1557" fmla="*/ 1638434 w 1638496"/>
              <a:gd name="connsiteY8-1558" fmla="*/ 709966 h 2127070"/>
              <a:gd name="connsiteX9-1559" fmla="*/ 1403044 w 1638496"/>
              <a:gd name="connsiteY9-1560" fmla="*/ 1280335 h 2127070"/>
              <a:gd name="connsiteX10-1561" fmla="*/ 1004691 w 1638496"/>
              <a:gd name="connsiteY10-1562" fmla="*/ 1099265 h 2127070"/>
              <a:gd name="connsiteX11-1563" fmla="*/ 1386987 w 1638496"/>
              <a:gd name="connsiteY11-1564" fmla="*/ 1520134 h 2127070"/>
              <a:gd name="connsiteX12-1565" fmla="*/ 863467 w 1638496"/>
              <a:gd name="connsiteY12-1566" fmla="*/ 1554415 h 2127070"/>
              <a:gd name="connsiteX13-1567" fmla="*/ 955227 w 1638496"/>
              <a:gd name="connsiteY13-1568" fmla="*/ 1872299 h 2127070"/>
              <a:gd name="connsiteX0-1569" fmla="*/ 1186704 w 1638496"/>
              <a:gd name="connsiteY0-1570" fmla="*/ 2127070 h 2127070"/>
              <a:gd name="connsiteX1-1571" fmla="*/ 567861 w 1638496"/>
              <a:gd name="connsiteY1-1572" fmla="*/ 1224836 h 2127070"/>
              <a:gd name="connsiteX2-1573" fmla="*/ 474899 w 1638496"/>
              <a:gd name="connsiteY2-1574" fmla="*/ 1311810 h 2127070"/>
              <a:gd name="connsiteX3-1575" fmla="*/ 637248 w 1638496"/>
              <a:gd name="connsiteY3-1576" fmla="*/ 1111030 h 2127070"/>
              <a:gd name="connsiteX4-1577" fmla="*/ 117452 w 1638496"/>
              <a:gd name="connsiteY4-1578" fmla="*/ 900089 h 2127070"/>
              <a:gd name="connsiteX5-1579" fmla="*/ 72185 w 1638496"/>
              <a:gd name="connsiteY5-1580" fmla="*/ 76224 h 2127070"/>
              <a:gd name="connsiteX6-1581" fmla="*/ 959424 w 1638496"/>
              <a:gd name="connsiteY6-1582" fmla="*/ 67170 h 2127070"/>
              <a:gd name="connsiteX7-1583" fmla="*/ 1421151 w 1638496"/>
              <a:gd name="connsiteY7-1584" fmla="*/ 347828 h 2127070"/>
              <a:gd name="connsiteX8-1585" fmla="*/ 1638434 w 1638496"/>
              <a:gd name="connsiteY8-1586" fmla="*/ 709966 h 2127070"/>
              <a:gd name="connsiteX9-1587" fmla="*/ 1403044 w 1638496"/>
              <a:gd name="connsiteY9-1588" fmla="*/ 1280335 h 2127070"/>
              <a:gd name="connsiteX10-1589" fmla="*/ 1004691 w 1638496"/>
              <a:gd name="connsiteY10-1590" fmla="*/ 1099265 h 2127070"/>
              <a:gd name="connsiteX11-1591" fmla="*/ 1386987 w 1638496"/>
              <a:gd name="connsiteY11-1592" fmla="*/ 1520134 h 2127070"/>
              <a:gd name="connsiteX12-1593" fmla="*/ 863467 w 1638496"/>
              <a:gd name="connsiteY12-1594" fmla="*/ 1554415 h 2127070"/>
              <a:gd name="connsiteX13-1595" fmla="*/ 955227 w 1638496"/>
              <a:gd name="connsiteY13-1596" fmla="*/ 1872299 h 2127070"/>
              <a:gd name="connsiteX0-1597" fmla="*/ 1186704 w 1638496"/>
              <a:gd name="connsiteY0-1598" fmla="*/ 2127070 h 2127070"/>
              <a:gd name="connsiteX1-1599" fmla="*/ 567861 w 1638496"/>
              <a:gd name="connsiteY1-1600" fmla="*/ 1224836 h 2127070"/>
              <a:gd name="connsiteX2-1601" fmla="*/ 474899 w 1638496"/>
              <a:gd name="connsiteY2-1602" fmla="*/ 1311810 h 2127070"/>
              <a:gd name="connsiteX3-1603" fmla="*/ 637248 w 1638496"/>
              <a:gd name="connsiteY3-1604" fmla="*/ 1111030 h 2127070"/>
              <a:gd name="connsiteX4-1605" fmla="*/ 117452 w 1638496"/>
              <a:gd name="connsiteY4-1606" fmla="*/ 900089 h 2127070"/>
              <a:gd name="connsiteX5-1607" fmla="*/ 72185 w 1638496"/>
              <a:gd name="connsiteY5-1608" fmla="*/ 76224 h 2127070"/>
              <a:gd name="connsiteX6-1609" fmla="*/ 959424 w 1638496"/>
              <a:gd name="connsiteY6-1610" fmla="*/ 67170 h 2127070"/>
              <a:gd name="connsiteX7-1611" fmla="*/ 1421151 w 1638496"/>
              <a:gd name="connsiteY7-1612" fmla="*/ 347828 h 2127070"/>
              <a:gd name="connsiteX8-1613" fmla="*/ 1638434 w 1638496"/>
              <a:gd name="connsiteY8-1614" fmla="*/ 709966 h 2127070"/>
              <a:gd name="connsiteX9-1615" fmla="*/ 1403044 w 1638496"/>
              <a:gd name="connsiteY9-1616" fmla="*/ 1280335 h 2127070"/>
              <a:gd name="connsiteX10-1617" fmla="*/ 1004691 w 1638496"/>
              <a:gd name="connsiteY10-1618" fmla="*/ 1099265 h 2127070"/>
              <a:gd name="connsiteX11-1619" fmla="*/ 1386987 w 1638496"/>
              <a:gd name="connsiteY11-1620" fmla="*/ 1520134 h 2127070"/>
              <a:gd name="connsiteX12-1621" fmla="*/ 863467 w 1638496"/>
              <a:gd name="connsiteY12-1622" fmla="*/ 1554415 h 2127070"/>
              <a:gd name="connsiteX13-1623" fmla="*/ 955227 w 1638496"/>
              <a:gd name="connsiteY13-1624" fmla="*/ 1872299 h 2127070"/>
              <a:gd name="connsiteX0-1625" fmla="*/ 1186704 w 1638496"/>
              <a:gd name="connsiteY0-1626" fmla="*/ 2127070 h 2127070"/>
              <a:gd name="connsiteX1-1627" fmla="*/ 567861 w 1638496"/>
              <a:gd name="connsiteY1-1628" fmla="*/ 1224836 h 2127070"/>
              <a:gd name="connsiteX2-1629" fmla="*/ 474899 w 1638496"/>
              <a:gd name="connsiteY2-1630" fmla="*/ 1311810 h 2127070"/>
              <a:gd name="connsiteX3-1631" fmla="*/ 637248 w 1638496"/>
              <a:gd name="connsiteY3-1632" fmla="*/ 1111030 h 2127070"/>
              <a:gd name="connsiteX4-1633" fmla="*/ 117452 w 1638496"/>
              <a:gd name="connsiteY4-1634" fmla="*/ 900089 h 2127070"/>
              <a:gd name="connsiteX5-1635" fmla="*/ 72185 w 1638496"/>
              <a:gd name="connsiteY5-1636" fmla="*/ 76224 h 2127070"/>
              <a:gd name="connsiteX6-1637" fmla="*/ 959424 w 1638496"/>
              <a:gd name="connsiteY6-1638" fmla="*/ 67170 h 2127070"/>
              <a:gd name="connsiteX7-1639" fmla="*/ 1421151 w 1638496"/>
              <a:gd name="connsiteY7-1640" fmla="*/ 347828 h 2127070"/>
              <a:gd name="connsiteX8-1641" fmla="*/ 1638434 w 1638496"/>
              <a:gd name="connsiteY8-1642" fmla="*/ 709966 h 2127070"/>
              <a:gd name="connsiteX9-1643" fmla="*/ 1403044 w 1638496"/>
              <a:gd name="connsiteY9-1644" fmla="*/ 1280335 h 2127070"/>
              <a:gd name="connsiteX10-1645" fmla="*/ 1004691 w 1638496"/>
              <a:gd name="connsiteY10-1646" fmla="*/ 1099265 h 2127070"/>
              <a:gd name="connsiteX11-1647" fmla="*/ 1386987 w 1638496"/>
              <a:gd name="connsiteY11-1648" fmla="*/ 1520134 h 2127070"/>
              <a:gd name="connsiteX12-1649" fmla="*/ 842036 w 1638496"/>
              <a:gd name="connsiteY12-1650" fmla="*/ 1532984 h 2127070"/>
              <a:gd name="connsiteX13-1651" fmla="*/ 955227 w 1638496"/>
              <a:gd name="connsiteY13-1652" fmla="*/ 1872299 h 2127070"/>
              <a:gd name="connsiteX0-1653" fmla="*/ 1186704 w 1638496"/>
              <a:gd name="connsiteY0-1654" fmla="*/ 2127070 h 2127070"/>
              <a:gd name="connsiteX1-1655" fmla="*/ 567861 w 1638496"/>
              <a:gd name="connsiteY1-1656" fmla="*/ 1224836 h 2127070"/>
              <a:gd name="connsiteX2-1657" fmla="*/ 474899 w 1638496"/>
              <a:gd name="connsiteY2-1658" fmla="*/ 1311810 h 2127070"/>
              <a:gd name="connsiteX3-1659" fmla="*/ 637248 w 1638496"/>
              <a:gd name="connsiteY3-1660" fmla="*/ 1111030 h 2127070"/>
              <a:gd name="connsiteX4-1661" fmla="*/ 117452 w 1638496"/>
              <a:gd name="connsiteY4-1662" fmla="*/ 900089 h 2127070"/>
              <a:gd name="connsiteX5-1663" fmla="*/ 72185 w 1638496"/>
              <a:gd name="connsiteY5-1664" fmla="*/ 76224 h 2127070"/>
              <a:gd name="connsiteX6-1665" fmla="*/ 959424 w 1638496"/>
              <a:gd name="connsiteY6-1666" fmla="*/ 67170 h 2127070"/>
              <a:gd name="connsiteX7-1667" fmla="*/ 1421151 w 1638496"/>
              <a:gd name="connsiteY7-1668" fmla="*/ 347828 h 2127070"/>
              <a:gd name="connsiteX8-1669" fmla="*/ 1638434 w 1638496"/>
              <a:gd name="connsiteY8-1670" fmla="*/ 709966 h 2127070"/>
              <a:gd name="connsiteX9-1671" fmla="*/ 1403044 w 1638496"/>
              <a:gd name="connsiteY9-1672" fmla="*/ 1280335 h 2127070"/>
              <a:gd name="connsiteX10-1673" fmla="*/ 1004691 w 1638496"/>
              <a:gd name="connsiteY10-1674" fmla="*/ 1099265 h 2127070"/>
              <a:gd name="connsiteX11-1675" fmla="*/ 1386987 w 1638496"/>
              <a:gd name="connsiteY11-1676" fmla="*/ 1520134 h 2127070"/>
              <a:gd name="connsiteX12-1677" fmla="*/ 842036 w 1638496"/>
              <a:gd name="connsiteY12-1678" fmla="*/ 1532984 h 2127070"/>
              <a:gd name="connsiteX13-1679" fmla="*/ 955227 w 1638496"/>
              <a:gd name="connsiteY13-1680" fmla="*/ 1872299 h 2127070"/>
              <a:gd name="connsiteX0-1681" fmla="*/ 1186704 w 1638496"/>
              <a:gd name="connsiteY0-1682" fmla="*/ 2127070 h 2127070"/>
              <a:gd name="connsiteX1-1683" fmla="*/ 567861 w 1638496"/>
              <a:gd name="connsiteY1-1684" fmla="*/ 1224836 h 2127070"/>
              <a:gd name="connsiteX2-1685" fmla="*/ 474899 w 1638496"/>
              <a:gd name="connsiteY2-1686" fmla="*/ 1311810 h 2127070"/>
              <a:gd name="connsiteX3-1687" fmla="*/ 637248 w 1638496"/>
              <a:gd name="connsiteY3-1688" fmla="*/ 1111030 h 2127070"/>
              <a:gd name="connsiteX4-1689" fmla="*/ 117452 w 1638496"/>
              <a:gd name="connsiteY4-1690" fmla="*/ 900089 h 2127070"/>
              <a:gd name="connsiteX5-1691" fmla="*/ 72185 w 1638496"/>
              <a:gd name="connsiteY5-1692" fmla="*/ 76224 h 2127070"/>
              <a:gd name="connsiteX6-1693" fmla="*/ 959424 w 1638496"/>
              <a:gd name="connsiteY6-1694" fmla="*/ 67170 h 2127070"/>
              <a:gd name="connsiteX7-1695" fmla="*/ 1421151 w 1638496"/>
              <a:gd name="connsiteY7-1696" fmla="*/ 347828 h 2127070"/>
              <a:gd name="connsiteX8-1697" fmla="*/ 1638434 w 1638496"/>
              <a:gd name="connsiteY8-1698" fmla="*/ 709966 h 2127070"/>
              <a:gd name="connsiteX9-1699" fmla="*/ 1403044 w 1638496"/>
              <a:gd name="connsiteY9-1700" fmla="*/ 1280335 h 2127070"/>
              <a:gd name="connsiteX10-1701" fmla="*/ 1004691 w 1638496"/>
              <a:gd name="connsiteY10-1702" fmla="*/ 1099265 h 2127070"/>
              <a:gd name="connsiteX11-1703" fmla="*/ 1386987 w 1638496"/>
              <a:gd name="connsiteY11-1704" fmla="*/ 1520134 h 2127070"/>
              <a:gd name="connsiteX12-1705" fmla="*/ 858705 w 1638496"/>
              <a:gd name="connsiteY12-1706" fmla="*/ 1540128 h 2127070"/>
              <a:gd name="connsiteX13-1707" fmla="*/ 955227 w 1638496"/>
              <a:gd name="connsiteY13-1708" fmla="*/ 1872299 h 2127070"/>
              <a:gd name="connsiteX0-1709" fmla="*/ 1186704 w 1638496"/>
              <a:gd name="connsiteY0-1710" fmla="*/ 2127070 h 2127070"/>
              <a:gd name="connsiteX1-1711" fmla="*/ 567861 w 1638496"/>
              <a:gd name="connsiteY1-1712" fmla="*/ 1224836 h 2127070"/>
              <a:gd name="connsiteX2-1713" fmla="*/ 474899 w 1638496"/>
              <a:gd name="connsiteY2-1714" fmla="*/ 1311810 h 2127070"/>
              <a:gd name="connsiteX3-1715" fmla="*/ 637248 w 1638496"/>
              <a:gd name="connsiteY3-1716" fmla="*/ 1111030 h 2127070"/>
              <a:gd name="connsiteX4-1717" fmla="*/ 117452 w 1638496"/>
              <a:gd name="connsiteY4-1718" fmla="*/ 900089 h 2127070"/>
              <a:gd name="connsiteX5-1719" fmla="*/ 72185 w 1638496"/>
              <a:gd name="connsiteY5-1720" fmla="*/ 76224 h 2127070"/>
              <a:gd name="connsiteX6-1721" fmla="*/ 959424 w 1638496"/>
              <a:gd name="connsiteY6-1722" fmla="*/ 67170 h 2127070"/>
              <a:gd name="connsiteX7-1723" fmla="*/ 1421151 w 1638496"/>
              <a:gd name="connsiteY7-1724" fmla="*/ 347828 h 2127070"/>
              <a:gd name="connsiteX8-1725" fmla="*/ 1638434 w 1638496"/>
              <a:gd name="connsiteY8-1726" fmla="*/ 709966 h 2127070"/>
              <a:gd name="connsiteX9-1727" fmla="*/ 1403044 w 1638496"/>
              <a:gd name="connsiteY9-1728" fmla="*/ 1280335 h 2127070"/>
              <a:gd name="connsiteX10-1729" fmla="*/ 1004691 w 1638496"/>
              <a:gd name="connsiteY10-1730" fmla="*/ 1099265 h 2127070"/>
              <a:gd name="connsiteX11-1731" fmla="*/ 1386987 w 1638496"/>
              <a:gd name="connsiteY11-1732" fmla="*/ 1520134 h 2127070"/>
              <a:gd name="connsiteX12-1733" fmla="*/ 846799 w 1638496"/>
              <a:gd name="connsiteY12-1734" fmla="*/ 1547272 h 2127070"/>
              <a:gd name="connsiteX13-1735" fmla="*/ 955227 w 1638496"/>
              <a:gd name="connsiteY13-1736" fmla="*/ 1872299 h 2127070"/>
              <a:gd name="connsiteX0-1737" fmla="*/ 1186704 w 1638496"/>
              <a:gd name="connsiteY0-1738" fmla="*/ 2127070 h 2127070"/>
              <a:gd name="connsiteX1-1739" fmla="*/ 567861 w 1638496"/>
              <a:gd name="connsiteY1-1740" fmla="*/ 1224836 h 2127070"/>
              <a:gd name="connsiteX2-1741" fmla="*/ 474899 w 1638496"/>
              <a:gd name="connsiteY2-1742" fmla="*/ 1311810 h 2127070"/>
              <a:gd name="connsiteX3-1743" fmla="*/ 637248 w 1638496"/>
              <a:gd name="connsiteY3-1744" fmla="*/ 1111030 h 2127070"/>
              <a:gd name="connsiteX4-1745" fmla="*/ 117452 w 1638496"/>
              <a:gd name="connsiteY4-1746" fmla="*/ 900089 h 2127070"/>
              <a:gd name="connsiteX5-1747" fmla="*/ 72185 w 1638496"/>
              <a:gd name="connsiteY5-1748" fmla="*/ 76224 h 2127070"/>
              <a:gd name="connsiteX6-1749" fmla="*/ 959424 w 1638496"/>
              <a:gd name="connsiteY6-1750" fmla="*/ 67170 h 2127070"/>
              <a:gd name="connsiteX7-1751" fmla="*/ 1421151 w 1638496"/>
              <a:gd name="connsiteY7-1752" fmla="*/ 347828 h 2127070"/>
              <a:gd name="connsiteX8-1753" fmla="*/ 1638434 w 1638496"/>
              <a:gd name="connsiteY8-1754" fmla="*/ 709966 h 2127070"/>
              <a:gd name="connsiteX9-1755" fmla="*/ 1403044 w 1638496"/>
              <a:gd name="connsiteY9-1756" fmla="*/ 1280335 h 2127070"/>
              <a:gd name="connsiteX10-1757" fmla="*/ 1004691 w 1638496"/>
              <a:gd name="connsiteY10-1758" fmla="*/ 1099265 h 2127070"/>
              <a:gd name="connsiteX11-1759" fmla="*/ 1386987 w 1638496"/>
              <a:gd name="connsiteY11-1760" fmla="*/ 1520134 h 2127070"/>
              <a:gd name="connsiteX12-1761" fmla="*/ 846799 w 1638496"/>
              <a:gd name="connsiteY12-1762" fmla="*/ 1547272 h 2127070"/>
              <a:gd name="connsiteX13-1763" fmla="*/ 955227 w 1638496"/>
              <a:gd name="connsiteY13-1764" fmla="*/ 1872299 h 2127070"/>
              <a:gd name="connsiteX0-1765" fmla="*/ 1186704 w 1638496"/>
              <a:gd name="connsiteY0-1766" fmla="*/ 2127070 h 2127070"/>
              <a:gd name="connsiteX1-1767" fmla="*/ 567861 w 1638496"/>
              <a:gd name="connsiteY1-1768" fmla="*/ 1224836 h 2127070"/>
              <a:gd name="connsiteX2-1769" fmla="*/ 474899 w 1638496"/>
              <a:gd name="connsiteY2-1770" fmla="*/ 1311810 h 2127070"/>
              <a:gd name="connsiteX3-1771" fmla="*/ 637248 w 1638496"/>
              <a:gd name="connsiteY3-1772" fmla="*/ 1111030 h 2127070"/>
              <a:gd name="connsiteX4-1773" fmla="*/ 117452 w 1638496"/>
              <a:gd name="connsiteY4-1774" fmla="*/ 900089 h 2127070"/>
              <a:gd name="connsiteX5-1775" fmla="*/ 72185 w 1638496"/>
              <a:gd name="connsiteY5-1776" fmla="*/ 76224 h 2127070"/>
              <a:gd name="connsiteX6-1777" fmla="*/ 959424 w 1638496"/>
              <a:gd name="connsiteY6-1778" fmla="*/ 67170 h 2127070"/>
              <a:gd name="connsiteX7-1779" fmla="*/ 1421151 w 1638496"/>
              <a:gd name="connsiteY7-1780" fmla="*/ 347828 h 2127070"/>
              <a:gd name="connsiteX8-1781" fmla="*/ 1638434 w 1638496"/>
              <a:gd name="connsiteY8-1782" fmla="*/ 709966 h 2127070"/>
              <a:gd name="connsiteX9-1783" fmla="*/ 1403044 w 1638496"/>
              <a:gd name="connsiteY9-1784" fmla="*/ 1280335 h 2127070"/>
              <a:gd name="connsiteX10-1785" fmla="*/ 1004691 w 1638496"/>
              <a:gd name="connsiteY10-1786" fmla="*/ 1099265 h 2127070"/>
              <a:gd name="connsiteX11-1787" fmla="*/ 1386987 w 1638496"/>
              <a:gd name="connsiteY11-1788" fmla="*/ 1520134 h 2127070"/>
              <a:gd name="connsiteX12-1789" fmla="*/ 846799 w 1638496"/>
              <a:gd name="connsiteY12-1790" fmla="*/ 1547272 h 2127070"/>
              <a:gd name="connsiteX13-1791" fmla="*/ 955227 w 1638496"/>
              <a:gd name="connsiteY13-1792" fmla="*/ 1872299 h 2127070"/>
              <a:gd name="connsiteX0-1793" fmla="*/ 1186704 w 1638496"/>
              <a:gd name="connsiteY0-1794" fmla="*/ 2127070 h 2127070"/>
              <a:gd name="connsiteX1-1795" fmla="*/ 567861 w 1638496"/>
              <a:gd name="connsiteY1-1796" fmla="*/ 1224836 h 2127070"/>
              <a:gd name="connsiteX2-1797" fmla="*/ 474899 w 1638496"/>
              <a:gd name="connsiteY2-1798" fmla="*/ 1311810 h 2127070"/>
              <a:gd name="connsiteX3-1799" fmla="*/ 637248 w 1638496"/>
              <a:gd name="connsiteY3-1800" fmla="*/ 1111030 h 2127070"/>
              <a:gd name="connsiteX4-1801" fmla="*/ 117452 w 1638496"/>
              <a:gd name="connsiteY4-1802" fmla="*/ 900089 h 2127070"/>
              <a:gd name="connsiteX5-1803" fmla="*/ 72185 w 1638496"/>
              <a:gd name="connsiteY5-1804" fmla="*/ 76224 h 2127070"/>
              <a:gd name="connsiteX6-1805" fmla="*/ 959424 w 1638496"/>
              <a:gd name="connsiteY6-1806" fmla="*/ 67170 h 2127070"/>
              <a:gd name="connsiteX7-1807" fmla="*/ 1421151 w 1638496"/>
              <a:gd name="connsiteY7-1808" fmla="*/ 347828 h 2127070"/>
              <a:gd name="connsiteX8-1809" fmla="*/ 1638434 w 1638496"/>
              <a:gd name="connsiteY8-1810" fmla="*/ 709966 h 2127070"/>
              <a:gd name="connsiteX9-1811" fmla="*/ 1403044 w 1638496"/>
              <a:gd name="connsiteY9-1812" fmla="*/ 1280335 h 2127070"/>
              <a:gd name="connsiteX10-1813" fmla="*/ 1528566 w 1638496"/>
              <a:gd name="connsiteY10-1814" fmla="*/ 1125458 h 2127070"/>
              <a:gd name="connsiteX11-1815" fmla="*/ 1386987 w 1638496"/>
              <a:gd name="connsiteY11-1816" fmla="*/ 1520134 h 2127070"/>
              <a:gd name="connsiteX12-1817" fmla="*/ 846799 w 1638496"/>
              <a:gd name="connsiteY12-1818" fmla="*/ 1547272 h 2127070"/>
              <a:gd name="connsiteX13-1819" fmla="*/ 955227 w 1638496"/>
              <a:gd name="connsiteY13-1820" fmla="*/ 1872299 h 2127070"/>
              <a:gd name="connsiteX0-1821" fmla="*/ 1186704 w 1638767"/>
              <a:gd name="connsiteY0-1822" fmla="*/ 2127070 h 2127070"/>
              <a:gd name="connsiteX1-1823" fmla="*/ 567861 w 1638767"/>
              <a:gd name="connsiteY1-1824" fmla="*/ 1224836 h 2127070"/>
              <a:gd name="connsiteX2-1825" fmla="*/ 474899 w 1638767"/>
              <a:gd name="connsiteY2-1826" fmla="*/ 1311810 h 2127070"/>
              <a:gd name="connsiteX3-1827" fmla="*/ 637248 w 1638767"/>
              <a:gd name="connsiteY3-1828" fmla="*/ 1111030 h 2127070"/>
              <a:gd name="connsiteX4-1829" fmla="*/ 117452 w 1638767"/>
              <a:gd name="connsiteY4-1830" fmla="*/ 900089 h 2127070"/>
              <a:gd name="connsiteX5-1831" fmla="*/ 72185 w 1638767"/>
              <a:gd name="connsiteY5-1832" fmla="*/ 76224 h 2127070"/>
              <a:gd name="connsiteX6-1833" fmla="*/ 959424 w 1638767"/>
              <a:gd name="connsiteY6-1834" fmla="*/ 67170 h 2127070"/>
              <a:gd name="connsiteX7-1835" fmla="*/ 1421151 w 1638767"/>
              <a:gd name="connsiteY7-1836" fmla="*/ 347828 h 2127070"/>
              <a:gd name="connsiteX8-1837" fmla="*/ 1638434 w 1638767"/>
              <a:gd name="connsiteY8-1838" fmla="*/ 709966 h 2127070"/>
              <a:gd name="connsiteX9-1839" fmla="*/ 1472100 w 1638767"/>
              <a:gd name="connsiteY9-1840" fmla="*/ 1125554 h 2127070"/>
              <a:gd name="connsiteX10-1841" fmla="*/ 1528566 w 1638767"/>
              <a:gd name="connsiteY10-1842" fmla="*/ 1125458 h 2127070"/>
              <a:gd name="connsiteX11-1843" fmla="*/ 1386987 w 1638767"/>
              <a:gd name="connsiteY11-1844" fmla="*/ 1520134 h 2127070"/>
              <a:gd name="connsiteX12-1845" fmla="*/ 846799 w 1638767"/>
              <a:gd name="connsiteY12-1846" fmla="*/ 1547272 h 2127070"/>
              <a:gd name="connsiteX13-1847" fmla="*/ 955227 w 1638767"/>
              <a:gd name="connsiteY13-1848" fmla="*/ 1872299 h 2127070"/>
              <a:gd name="connsiteX0-1849" fmla="*/ 1186704 w 1638565"/>
              <a:gd name="connsiteY0-1850" fmla="*/ 2127070 h 2127070"/>
              <a:gd name="connsiteX1-1851" fmla="*/ 567861 w 1638565"/>
              <a:gd name="connsiteY1-1852" fmla="*/ 1224836 h 2127070"/>
              <a:gd name="connsiteX2-1853" fmla="*/ 474899 w 1638565"/>
              <a:gd name="connsiteY2-1854" fmla="*/ 1311810 h 2127070"/>
              <a:gd name="connsiteX3-1855" fmla="*/ 637248 w 1638565"/>
              <a:gd name="connsiteY3-1856" fmla="*/ 1111030 h 2127070"/>
              <a:gd name="connsiteX4-1857" fmla="*/ 117452 w 1638565"/>
              <a:gd name="connsiteY4-1858" fmla="*/ 900089 h 2127070"/>
              <a:gd name="connsiteX5-1859" fmla="*/ 72185 w 1638565"/>
              <a:gd name="connsiteY5-1860" fmla="*/ 76224 h 2127070"/>
              <a:gd name="connsiteX6-1861" fmla="*/ 959424 w 1638565"/>
              <a:gd name="connsiteY6-1862" fmla="*/ 67170 h 2127070"/>
              <a:gd name="connsiteX7-1863" fmla="*/ 1421151 w 1638565"/>
              <a:gd name="connsiteY7-1864" fmla="*/ 347828 h 2127070"/>
              <a:gd name="connsiteX8-1865" fmla="*/ 1638434 w 1638565"/>
              <a:gd name="connsiteY8-1866" fmla="*/ 709966 h 2127070"/>
              <a:gd name="connsiteX9-1867" fmla="*/ 1472100 w 1638565"/>
              <a:gd name="connsiteY9-1868" fmla="*/ 1125554 h 2127070"/>
              <a:gd name="connsiteX10-1869" fmla="*/ 1528566 w 1638565"/>
              <a:gd name="connsiteY10-1870" fmla="*/ 1125458 h 2127070"/>
              <a:gd name="connsiteX11-1871" fmla="*/ 1386987 w 1638565"/>
              <a:gd name="connsiteY11-1872" fmla="*/ 1520134 h 2127070"/>
              <a:gd name="connsiteX12-1873" fmla="*/ 846799 w 1638565"/>
              <a:gd name="connsiteY12-1874" fmla="*/ 1547272 h 2127070"/>
              <a:gd name="connsiteX13-1875" fmla="*/ 955227 w 1638565"/>
              <a:gd name="connsiteY13-1876" fmla="*/ 1872299 h 2127070"/>
              <a:gd name="connsiteX0-1877" fmla="*/ 1186704 w 1638771"/>
              <a:gd name="connsiteY0-1878" fmla="*/ 2127070 h 2127070"/>
              <a:gd name="connsiteX1-1879" fmla="*/ 567861 w 1638771"/>
              <a:gd name="connsiteY1-1880" fmla="*/ 1224836 h 2127070"/>
              <a:gd name="connsiteX2-1881" fmla="*/ 474899 w 1638771"/>
              <a:gd name="connsiteY2-1882" fmla="*/ 1311810 h 2127070"/>
              <a:gd name="connsiteX3-1883" fmla="*/ 637248 w 1638771"/>
              <a:gd name="connsiteY3-1884" fmla="*/ 1111030 h 2127070"/>
              <a:gd name="connsiteX4-1885" fmla="*/ 117452 w 1638771"/>
              <a:gd name="connsiteY4-1886" fmla="*/ 900089 h 2127070"/>
              <a:gd name="connsiteX5-1887" fmla="*/ 72185 w 1638771"/>
              <a:gd name="connsiteY5-1888" fmla="*/ 76224 h 2127070"/>
              <a:gd name="connsiteX6-1889" fmla="*/ 959424 w 1638771"/>
              <a:gd name="connsiteY6-1890" fmla="*/ 67170 h 2127070"/>
              <a:gd name="connsiteX7-1891" fmla="*/ 1421151 w 1638771"/>
              <a:gd name="connsiteY7-1892" fmla="*/ 347828 h 2127070"/>
              <a:gd name="connsiteX8-1893" fmla="*/ 1638434 w 1638771"/>
              <a:gd name="connsiteY8-1894" fmla="*/ 709966 h 2127070"/>
              <a:gd name="connsiteX9-1895" fmla="*/ 1500675 w 1638771"/>
              <a:gd name="connsiteY9-1896" fmla="*/ 1142222 h 2127070"/>
              <a:gd name="connsiteX10-1897" fmla="*/ 1528566 w 1638771"/>
              <a:gd name="connsiteY10-1898" fmla="*/ 1125458 h 2127070"/>
              <a:gd name="connsiteX11-1899" fmla="*/ 1386987 w 1638771"/>
              <a:gd name="connsiteY11-1900" fmla="*/ 1520134 h 2127070"/>
              <a:gd name="connsiteX12-1901" fmla="*/ 846799 w 1638771"/>
              <a:gd name="connsiteY12-1902" fmla="*/ 1547272 h 2127070"/>
              <a:gd name="connsiteX13-1903" fmla="*/ 955227 w 1638771"/>
              <a:gd name="connsiteY13-1904" fmla="*/ 1872299 h 2127070"/>
              <a:gd name="connsiteX0-1905" fmla="*/ 1186704 w 1639367"/>
              <a:gd name="connsiteY0-1906" fmla="*/ 2127070 h 2127070"/>
              <a:gd name="connsiteX1-1907" fmla="*/ 567861 w 1639367"/>
              <a:gd name="connsiteY1-1908" fmla="*/ 1224836 h 2127070"/>
              <a:gd name="connsiteX2-1909" fmla="*/ 474899 w 1639367"/>
              <a:gd name="connsiteY2-1910" fmla="*/ 1311810 h 2127070"/>
              <a:gd name="connsiteX3-1911" fmla="*/ 637248 w 1639367"/>
              <a:gd name="connsiteY3-1912" fmla="*/ 1111030 h 2127070"/>
              <a:gd name="connsiteX4-1913" fmla="*/ 117452 w 1639367"/>
              <a:gd name="connsiteY4-1914" fmla="*/ 900089 h 2127070"/>
              <a:gd name="connsiteX5-1915" fmla="*/ 72185 w 1639367"/>
              <a:gd name="connsiteY5-1916" fmla="*/ 76224 h 2127070"/>
              <a:gd name="connsiteX6-1917" fmla="*/ 959424 w 1639367"/>
              <a:gd name="connsiteY6-1918" fmla="*/ 67170 h 2127070"/>
              <a:gd name="connsiteX7-1919" fmla="*/ 1421151 w 1639367"/>
              <a:gd name="connsiteY7-1920" fmla="*/ 347828 h 2127070"/>
              <a:gd name="connsiteX8-1921" fmla="*/ 1638434 w 1639367"/>
              <a:gd name="connsiteY8-1922" fmla="*/ 709966 h 2127070"/>
              <a:gd name="connsiteX9-1923" fmla="*/ 1500675 w 1639367"/>
              <a:gd name="connsiteY9-1924" fmla="*/ 1142222 h 2127070"/>
              <a:gd name="connsiteX10-1925" fmla="*/ 1523804 w 1639367"/>
              <a:gd name="connsiteY10-1926" fmla="*/ 1101646 h 2127070"/>
              <a:gd name="connsiteX11-1927" fmla="*/ 1386987 w 1639367"/>
              <a:gd name="connsiteY11-1928" fmla="*/ 1520134 h 2127070"/>
              <a:gd name="connsiteX12-1929" fmla="*/ 846799 w 1639367"/>
              <a:gd name="connsiteY12-1930" fmla="*/ 1547272 h 2127070"/>
              <a:gd name="connsiteX13-1931" fmla="*/ 955227 w 1639367"/>
              <a:gd name="connsiteY13-1932" fmla="*/ 1872299 h 2127070"/>
              <a:gd name="connsiteX0-1933" fmla="*/ 1186704 w 1638766"/>
              <a:gd name="connsiteY0-1934" fmla="*/ 2127070 h 2127070"/>
              <a:gd name="connsiteX1-1935" fmla="*/ 567861 w 1638766"/>
              <a:gd name="connsiteY1-1936" fmla="*/ 1224836 h 2127070"/>
              <a:gd name="connsiteX2-1937" fmla="*/ 474899 w 1638766"/>
              <a:gd name="connsiteY2-1938" fmla="*/ 1311810 h 2127070"/>
              <a:gd name="connsiteX3-1939" fmla="*/ 637248 w 1638766"/>
              <a:gd name="connsiteY3-1940" fmla="*/ 1111030 h 2127070"/>
              <a:gd name="connsiteX4-1941" fmla="*/ 117452 w 1638766"/>
              <a:gd name="connsiteY4-1942" fmla="*/ 900089 h 2127070"/>
              <a:gd name="connsiteX5-1943" fmla="*/ 72185 w 1638766"/>
              <a:gd name="connsiteY5-1944" fmla="*/ 76224 h 2127070"/>
              <a:gd name="connsiteX6-1945" fmla="*/ 959424 w 1638766"/>
              <a:gd name="connsiteY6-1946" fmla="*/ 67170 h 2127070"/>
              <a:gd name="connsiteX7-1947" fmla="*/ 1421151 w 1638766"/>
              <a:gd name="connsiteY7-1948" fmla="*/ 347828 h 2127070"/>
              <a:gd name="connsiteX8-1949" fmla="*/ 1638434 w 1638766"/>
              <a:gd name="connsiteY8-1950" fmla="*/ 709966 h 2127070"/>
              <a:gd name="connsiteX9-1951" fmla="*/ 1500675 w 1638766"/>
              <a:gd name="connsiteY9-1952" fmla="*/ 1142222 h 2127070"/>
              <a:gd name="connsiteX10-1953" fmla="*/ 1523804 w 1638766"/>
              <a:gd name="connsiteY10-1954" fmla="*/ 1101646 h 2127070"/>
              <a:gd name="connsiteX11-1955" fmla="*/ 1386987 w 1638766"/>
              <a:gd name="connsiteY11-1956" fmla="*/ 1520134 h 2127070"/>
              <a:gd name="connsiteX12-1957" fmla="*/ 846799 w 1638766"/>
              <a:gd name="connsiteY12-1958" fmla="*/ 1547272 h 2127070"/>
              <a:gd name="connsiteX13-1959" fmla="*/ 955227 w 1638766"/>
              <a:gd name="connsiteY13-1960" fmla="*/ 1872299 h 2127070"/>
              <a:gd name="connsiteX0-1961" fmla="*/ 1121364 w 1573426"/>
              <a:gd name="connsiteY0-1962" fmla="*/ 2112131 h 2112131"/>
              <a:gd name="connsiteX1-1963" fmla="*/ 502521 w 1573426"/>
              <a:gd name="connsiteY1-1964" fmla="*/ 1209897 h 2112131"/>
              <a:gd name="connsiteX2-1965" fmla="*/ 409559 w 1573426"/>
              <a:gd name="connsiteY2-1966" fmla="*/ 1296871 h 2112131"/>
              <a:gd name="connsiteX3-1967" fmla="*/ 571908 w 1573426"/>
              <a:gd name="connsiteY3-1968" fmla="*/ 1096091 h 2112131"/>
              <a:gd name="connsiteX4-1969" fmla="*/ 487881 w 1573426"/>
              <a:gd name="connsiteY4-1970" fmla="*/ 673219 h 2112131"/>
              <a:gd name="connsiteX5-1971" fmla="*/ 6845 w 1573426"/>
              <a:gd name="connsiteY5-1972" fmla="*/ 61285 h 2112131"/>
              <a:gd name="connsiteX6-1973" fmla="*/ 894084 w 1573426"/>
              <a:gd name="connsiteY6-1974" fmla="*/ 52231 h 2112131"/>
              <a:gd name="connsiteX7-1975" fmla="*/ 1355811 w 1573426"/>
              <a:gd name="connsiteY7-1976" fmla="*/ 332889 h 2112131"/>
              <a:gd name="connsiteX8-1977" fmla="*/ 1573094 w 1573426"/>
              <a:gd name="connsiteY8-1978" fmla="*/ 695027 h 2112131"/>
              <a:gd name="connsiteX9-1979" fmla="*/ 1435335 w 1573426"/>
              <a:gd name="connsiteY9-1980" fmla="*/ 1127283 h 2112131"/>
              <a:gd name="connsiteX10-1981" fmla="*/ 1458464 w 1573426"/>
              <a:gd name="connsiteY10-1982" fmla="*/ 1086707 h 2112131"/>
              <a:gd name="connsiteX11-1983" fmla="*/ 1321647 w 1573426"/>
              <a:gd name="connsiteY11-1984" fmla="*/ 1505195 h 2112131"/>
              <a:gd name="connsiteX12-1985" fmla="*/ 781459 w 1573426"/>
              <a:gd name="connsiteY12-1986" fmla="*/ 1532333 h 2112131"/>
              <a:gd name="connsiteX13-1987" fmla="*/ 889887 w 1573426"/>
              <a:gd name="connsiteY13-1988" fmla="*/ 1857360 h 2112131"/>
              <a:gd name="connsiteX0-1989" fmla="*/ 1127120 w 1579182"/>
              <a:gd name="connsiteY0-1990" fmla="*/ 2121628 h 2121628"/>
              <a:gd name="connsiteX1-1991" fmla="*/ 508277 w 1579182"/>
              <a:gd name="connsiteY1-1992" fmla="*/ 1219394 h 2121628"/>
              <a:gd name="connsiteX2-1993" fmla="*/ 415315 w 1579182"/>
              <a:gd name="connsiteY2-1994" fmla="*/ 1306368 h 2121628"/>
              <a:gd name="connsiteX3-1995" fmla="*/ 577664 w 1579182"/>
              <a:gd name="connsiteY3-1996" fmla="*/ 1105588 h 2121628"/>
              <a:gd name="connsiteX4-1997" fmla="*/ 493637 w 1579182"/>
              <a:gd name="connsiteY4-1998" fmla="*/ 682716 h 2121628"/>
              <a:gd name="connsiteX5-1999" fmla="*/ 384830 w 1579182"/>
              <a:gd name="connsiteY5-2000" fmla="*/ 818141 h 2121628"/>
              <a:gd name="connsiteX6-2001" fmla="*/ 12601 w 1579182"/>
              <a:gd name="connsiteY6-2002" fmla="*/ 70782 h 2121628"/>
              <a:gd name="connsiteX7-2003" fmla="*/ 899840 w 1579182"/>
              <a:gd name="connsiteY7-2004" fmla="*/ 61728 h 2121628"/>
              <a:gd name="connsiteX8-2005" fmla="*/ 1361567 w 1579182"/>
              <a:gd name="connsiteY8-2006" fmla="*/ 342386 h 2121628"/>
              <a:gd name="connsiteX9-2007" fmla="*/ 1578850 w 1579182"/>
              <a:gd name="connsiteY9-2008" fmla="*/ 704524 h 2121628"/>
              <a:gd name="connsiteX10-2009" fmla="*/ 1441091 w 1579182"/>
              <a:gd name="connsiteY10-2010" fmla="*/ 1136780 h 2121628"/>
              <a:gd name="connsiteX11-2011" fmla="*/ 1464220 w 1579182"/>
              <a:gd name="connsiteY11-2012" fmla="*/ 1096204 h 2121628"/>
              <a:gd name="connsiteX12-2013" fmla="*/ 1327403 w 1579182"/>
              <a:gd name="connsiteY12-2014" fmla="*/ 1514692 h 2121628"/>
              <a:gd name="connsiteX13-2015" fmla="*/ 787215 w 1579182"/>
              <a:gd name="connsiteY13-2016" fmla="*/ 1541830 h 2121628"/>
              <a:gd name="connsiteX14" fmla="*/ 895643 w 1579182"/>
              <a:gd name="connsiteY14" fmla="*/ 1866857 h 2121628"/>
              <a:gd name="connsiteX0-2017" fmla="*/ 1127120 w 1579182"/>
              <a:gd name="connsiteY0-2018" fmla="*/ 2121628 h 2121628"/>
              <a:gd name="connsiteX1-2019" fmla="*/ 508277 w 1579182"/>
              <a:gd name="connsiteY1-2020" fmla="*/ 1219394 h 2121628"/>
              <a:gd name="connsiteX2-2021" fmla="*/ 415315 w 1579182"/>
              <a:gd name="connsiteY2-2022" fmla="*/ 1306368 h 2121628"/>
              <a:gd name="connsiteX3-2023" fmla="*/ 577664 w 1579182"/>
              <a:gd name="connsiteY3-2024" fmla="*/ 1105588 h 2121628"/>
              <a:gd name="connsiteX4-2025" fmla="*/ 493637 w 1579182"/>
              <a:gd name="connsiteY4-2026" fmla="*/ 682716 h 2121628"/>
              <a:gd name="connsiteX5-2027" fmla="*/ 384830 w 1579182"/>
              <a:gd name="connsiteY5-2028" fmla="*/ 818141 h 2121628"/>
              <a:gd name="connsiteX6-2029" fmla="*/ 12601 w 1579182"/>
              <a:gd name="connsiteY6-2030" fmla="*/ 70782 h 2121628"/>
              <a:gd name="connsiteX7-2031" fmla="*/ 899840 w 1579182"/>
              <a:gd name="connsiteY7-2032" fmla="*/ 61728 h 2121628"/>
              <a:gd name="connsiteX8-2033" fmla="*/ 1361567 w 1579182"/>
              <a:gd name="connsiteY8-2034" fmla="*/ 342386 h 2121628"/>
              <a:gd name="connsiteX9-2035" fmla="*/ 1578850 w 1579182"/>
              <a:gd name="connsiteY9-2036" fmla="*/ 704524 h 2121628"/>
              <a:gd name="connsiteX10-2037" fmla="*/ 1441091 w 1579182"/>
              <a:gd name="connsiteY10-2038" fmla="*/ 1136780 h 2121628"/>
              <a:gd name="connsiteX11-2039" fmla="*/ 1464220 w 1579182"/>
              <a:gd name="connsiteY11-2040" fmla="*/ 1096204 h 2121628"/>
              <a:gd name="connsiteX12-2041" fmla="*/ 1327403 w 1579182"/>
              <a:gd name="connsiteY12-2042" fmla="*/ 1514692 h 2121628"/>
              <a:gd name="connsiteX13-2043" fmla="*/ 787215 w 1579182"/>
              <a:gd name="connsiteY13-2044" fmla="*/ 1541830 h 2121628"/>
              <a:gd name="connsiteX14-2045" fmla="*/ 895643 w 1579182"/>
              <a:gd name="connsiteY14-2046" fmla="*/ 1866857 h 2121628"/>
              <a:gd name="connsiteX0-2047" fmla="*/ 1127120 w 1579182"/>
              <a:gd name="connsiteY0-2048" fmla="*/ 2121628 h 2121628"/>
              <a:gd name="connsiteX1-2049" fmla="*/ 508277 w 1579182"/>
              <a:gd name="connsiteY1-2050" fmla="*/ 1219394 h 2121628"/>
              <a:gd name="connsiteX2-2051" fmla="*/ 415315 w 1579182"/>
              <a:gd name="connsiteY2-2052" fmla="*/ 1306368 h 2121628"/>
              <a:gd name="connsiteX3-2053" fmla="*/ 577664 w 1579182"/>
              <a:gd name="connsiteY3-2054" fmla="*/ 1105588 h 2121628"/>
              <a:gd name="connsiteX4-2055" fmla="*/ 493637 w 1579182"/>
              <a:gd name="connsiteY4-2056" fmla="*/ 682716 h 2121628"/>
              <a:gd name="connsiteX5-2057" fmla="*/ 384830 w 1579182"/>
              <a:gd name="connsiteY5-2058" fmla="*/ 818141 h 2121628"/>
              <a:gd name="connsiteX6-2059" fmla="*/ 12601 w 1579182"/>
              <a:gd name="connsiteY6-2060" fmla="*/ 70782 h 2121628"/>
              <a:gd name="connsiteX7-2061" fmla="*/ 899840 w 1579182"/>
              <a:gd name="connsiteY7-2062" fmla="*/ 61728 h 2121628"/>
              <a:gd name="connsiteX8-2063" fmla="*/ 1361567 w 1579182"/>
              <a:gd name="connsiteY8-2064" fmla="*/ 342386 h 2121628"/>
              <a:gd name="connsiteX9-2065" fmla="*/ 1578850 w 1579182"/>
              <a:gd name="connsiteY9-2066" fmla="*/ 704524 h 2121628"/>
              <a:gd name="connsiteX10-2067" fmla="*/ 1441091 w 1579182"/>
              <a:gd name="connsiteY10-2068" fmla="*/ 1136780 h 2121628"/>
              <a:gd name="connsiteX11-2069" fmla="*/ 1464220 w 1579182"/>
              <a:gd name="connsiteY11-2070" fmla="*/ 1096204 h 2121628"/>
              <a:gd name="connsiteX12-2071" fmla="*/ 1327403 w 1579182"/>
              <a:gd name="connsiteY12-2072" fmla="*/ 1514692 h 2121628"/>
              <a:gd name="connsiteX13-2073" fmla="*/ 787215 w 1579182"/>
              <a:gd name="connsiteY13-2074" fmla="*/ 1541830 h 2121628"/>
              <a:gd name="connsiteX14-2075" fmla="*/ 895643 w 1579182"/>
              <a:gd name="connsiteY14-2076" fmla="*/ 1866857 h 2121628"/>
              <a:gd name="connsiteX0-2077" fmla="*/ 1127120 w 1579182"/>
              <a:gd name="connsiteY0-2078" fmla="*/ 2121628 h 2121628"/>
              <a:gd name="connsiteX1-2079" fmla="*/ 508277 w 1579182"/>
              <a:gd name="connsiteY1-2080" fmla="*/ 1219394 h 2121628"/>
              <a:gd name="connsiteX2-2081" fmla="*/ 415315 w 1579182"/>
              <a:gd name="connsiteY2-2082" fmla="*/ 1306368 h 2121628"/>
              <a:gd name="connsiteX3-2083" fmla="*/ 577664 w 1579182"/>
              <a:gd name="connsiteY3-2084" fmla="*/ 1105588 h 2121628"/>
              <a:gd name="connsiteX4-2085" fmla="*/ 507924 w 1579182"/>
              <a:gd name="connsiteY4-2086" fmla="*/ 677953 h 2121628"/>
              <a:gd name="connsiteX5-2087" fmla="*/ 384830 w 1579182"/>
              <a:gd name="connsiteY5-2088" fmla="*/ 818141 h 2121628"/>
              <a:gd name="connsiteX6-2089" fmla="*/ 12601 w 1579182"/>
              <a:gd name="connsiteY6-2090" fmla="*/ 70782 h 2121628"/>
              <a:gd name="connsiteX7-2091" fmla="*/ 899840 w 1579182"/>
              <a:gd name="connsiteY7-2092" fmla="*/ 61728 h 2121628"/>
              <a:gd name="connsiteX8-2093" fmla="*/ 1361567 w 1579182"/>
              <a:gd name="connsiteY8-2094" fmla="*/ 342386 h 2121628"/>
              <a:gd name="connsiteX9-2095" fmla="*/ 1578850 w 1579182"/>
              <a:gd name="connsiteY9-2096" fmla="*/ 704524 h 2121628"/>
              <a:gd name="connsiteX10-2097" fmla="*/ 1441091 w 1579182"/>
              <a:gd name="connsiteY10-2098" fmla="*/ 1136780 h 2121628"/>
              <a:gd name="connsiteX11-2099" fmla="*/ 1464220 w 1579182"/>
              <a:gd name="connsiteY11-2100" fmla="*/ 1096204 h 2121628"/>
              <a:gd name="connsiteX12-2101" fmla="*/ 1327403 w 1579182"/>
              <a:gd name="connsiteY12-2102" fmla="*/ 1514692 h 2121628"/>
              <a:gd name="connsiteX13-2103" fmla="*/ 787215 w 1579182"/>
              <a:gd name="connsiteY13-2104" fmla="*/ 1541830 h 2121628"/>
              <a:gd name="connsiteX14-2105" fmla="*/ 895643 w 1579182"/>
              <a:gd name="connsiteY14-2106" fmla="*/ 1866857 h 2121628"/>
              <a:gd name="connsiteX0-2107" fmla="*/ 1127120 w 1579182"/>
              <a:gd name="connsiteY0-2108" fmla="*/ 2121628 h 2121628"/>
              <a:gd name="connsiteX1-2109" fmla="*/ 508277 w 1579182"/>
              <a:gd name="connsiteY1-2110" fmla="*/ 1219394 h 2121628"/>
              <a:gd name="connsiteX2-2111" fmla="*/ 415315 w 1579182"/>
              <a:gd name="connsiteY2-2112" fmla="*/ 1306368 h 2121628"/>
              <a:gd name="connsiteX3-2113" fmla="*/ 577664 w 1579182"/>
              <a:gd name="connsiteY3-2114" fmla="*/ 1105588 h 2121628"/>
              <a:gd name="connsiteX4-2115" fmla="*/ 507924 w 1579182"/>
              <a:gd name="connsiteY4-2116" fmla="*/ 677953 h 2121628"/>
              <a:gd name="connsiteX5-2117" fmla="*/ 384830 w 1579182"/>
              <a:gd name="connsiteY5-2118" fmla="*/ 818141 h 2121628"/>
              <a:gd name="connsiteX6-2119" fmla="*/ 12601 w 1579182"/>
              <a:gd name="connsiteY6-2120" fmla="*/ 70782 h 2121628"/>
              <a:gd name="connsiteX7-2121" fmla="*/ 899840 w 1579182"/>
              <a:gd name="connsiteY7-2122" fmla="*/ 61728 h 2121628"/>
              <a:gd name="connsiteX8-2123" fmla="*/ 1361567 w 1579182"/>
              <a:gd name="connsiteY8-2124" fmla="*/ 342386 h 2121628"/>
              <a:gd name="connsiteX9-2125" fmla="*/ 1578850 w 1579182"/>
              <a:gd name="connsiteY9-2126" fmla="*/ 704524 h 2121628"/>
              <a:gd name="connsiteX10-2127" fmla="*/ 1441091 w 1579182"/>
              <a:gd name="connsiteY10-2128" fmla="*/ 1136780 h 2121628"/>
              <a:gd name="connsiteX11-2129" fmla="*/ 1464220 w 1579182"/>
              <a:gd name="connsiteY11-2130" fmla="*/ 1096204 h 2121628"/>
              <a:gd name="connsiteX12-2131" fmla="*/ 1327403 w 1579182"/>
              <a:gd name="connsiteY12-2132" fmla="*/ 1514692 h 2121628"/>
              <a:gd name="connsiteX13-2133" fmla="*/ 787215 w 1579182"/>
              <a:gd name="connsiteY13-2134" fmla="*/ 1541830 h 2121628"/>
              <a:gd name="connsiteX14-2135" fmla="*/ 895643 w 1579182"/>
              <a:gd name="connsiteY14-2136" fmla="*/ 1866857 h 2121628"/>
              <a:gd name="connsiteX0-2137" fmla="*/ 1127120 w 1579182"/>
              <a:gd name="connsiteY0-2138" fmla="*/ 2121628 h 2121628"/>
              <a:gd name="connsiteX1-2139" fmla="*/ 508277 w 1579182"/>
              <a:gd name="connsiteY1-2140" fmla="*/ 1219394 h 2121628"/>
              <a:gd name="connsiteX2-2141" fmla="*/ 415315 w 1579182"/>
              <a:gd name="connsiteY2-2142" fmla="*/ 1306368 h 2121628"/>
              <a:gd name="connsiteX3-2143" fmla="*/ 577664 w 1579182"/>
              <a:gd name="connsiteY3-2144" fmla="*/ 1105588 h 2121628"/>
              <a:gd name="connsiteX4-2145" fmla="*/ 507924 w 1579182"/>
              <a:gd name="connsiteY4-2146" fmla="*/ 677953 h 2121628"/>
              <a:gd name="connsiteX5-2147" fmla="*/ 384830 w 1579182"/>
              <a:gd name="connsiteY5-2148" fmla="*/ 818141 h 2121628"/>
              <a:gd name="connsiteX6-2149" fmla="*/ 12601 w 1579182"/>
              <a:gd name="connsiteY6-2150" fmla="*/ 70782 h 2121628"/>
              <a:gd name="connsiteX7-2151" fmla="*/ 899840 w 1579182"/>
              <a:gd name="connsiteY7-2152" fmla="*/ 61728 h 2121628"/>
              <a:gd name="connsiteX8-2153" fmla="*/ 1361567 w 1579182"/>
              <a:gd name="connsiteY8-2154" fmla="*/ 342386 h 2121628"/>
              <a:gd name="connsiteX9-2155" fmla="*/ 1578850 w 1579182"/>
              <a:gd name="connsiteY9-2156" fmla="*/ 704524 h 2121628"/>
              <a:gd name="connsiteX10-2157" fmla="*/ 1441091 w 1579182"/>
              <a:gd name="connsiteY10-2158" fmla="*/ 1136780 h 2121628"/>
              <a:gd name="connsiteX11-2159" fmla="*/ 1464220 w 1579182"/>
              <a:gd name="connsiteY11-2160" fmla="*/ 1096204 h 2121628"/>
              <a:gd name="connsiteX12-2161" fmla="*/ 1327403 w 1579182"/>
              <a:gd name="connsiteY12-2162" fmla="*/ 1514692 h 2121628"/>
              <a:gd name="connsiteX13-2163" fmla="*/ 787215 w 1579182"/>
              <a:gd name="connsiteY13-2164" fmla="*/ 1541830 h 2121628"/>
              <a:gd name="connsiteX14-2165" fmla="*/ 895643 w 1579182"/>
              <a:gd name="connsiteY14-2166" fmla="*/ 1866857 h 2121628"/>
              <a:gd name="connsiteX0-2167" fmla="*/ 1127120 w 1579182"/>
              <a:gd name="connsiteY0-2168" fmla="*/ 2121628 h 2121628"/>
              <a:gd name="connsiteX1-2169" fmla="*/ 508277 w 1579182"/>
              <a:gd name="connsiteY1-2170" fmla="*/ 1219394 h 2121628"/>
              <a:gd name="connsiteX2-2171" fmla="*/ 415315 w 1579182"/>
              <a:gd name="connsiteY2-2172" fmla="*/ 1306368 h 2121628"/>
              <a:gd name="connsiteX3-2173" fmla="*/ 577664 w 1579182"/>
              <a:gd name="connsiteY3-2174" fmla="*/ 1105588 h 2121628"/>
              <a:gd name="connsiteX4-2175" fmla="*/ 507924 w 1579182"/>
              <a:gd name="connsiteY4-2176" fmla="*/ 677953 h 2121628"/>
              <a:gd name="connsiteX5-2177" fmla="*/ 384830 w 1579182"/>
              <a:gd name="connsiteY5-2178" fmla="*/ 818141 h 2121628"/>
              <a:gd name="connsiteX6-2179" fmla="*/ 12601 w 1579182"/>
              <a:gd name="connsiteY6-2180" fmla="*/ 70782 h 2121628"/>
              <a:gd name="connsiteX7-2181" fmla="*/ 899840 w 1579182"/>
              <a:gd name="connsiteY7-2182" fmla="*/ 61728 h 2121628"/>
              <a:gd name="connsiteX8-2183" fmla="*/ 1361567 w 1579182"/>
              <a:gd name="connsiteY8-2184" fmla="*/ 342386 h 2121628"/>
              <a:gd name="connsiteX9-2185" fmla="*/ 1578850 w 1579182"/>
              <a:gd name="connsiteY9-2186" fmla="*/ 704524 h 2121628"/>
              <a:gd name="connsiteX10-2187" fmla="*/ 1441091 w 1579182"/>
              <a:gd name="connsiteY10-2188" fmla="*/ 1136780 h 2121628"/>
              <a:gd name="connsiteX11-2189" fmla="*/ 1464220 w 1579182"/>
              <a:gd name="connsiteY11-2190" fmla="*/ 1096204 h 2121628"/>
              <a:gd name="connsiteX12-2191" fmla="*/ 1327403 w 1579182"/>
              <a:gd name="connsiteY12-2192" fmla="*/ 1514692 h 2121628"/>
              <a:gd name="connsiteX13-2193" fmla="*/ 787215 w 1579182"/>
              <a:gd name="connsiteY13-2194" fmla="*/ 1541830 h 2121628"/>
              <a:gd name="connsiteX14-2195" fmla="*/ 895643 w 1579182"/>
              <a:gd name="connsiteY14-2196" fmla="*/ 1866857 h 2121628"/>
              <a:gd name="connsiteX0-2197" fmla="*/ 1560715 w 2012777"/>
              <a:gd name="connsiteY0-2198" fmla="*/ 2121460 h 2121460"/>
              <a:gd name="connsiteX1-2199" fmla="*/ 941872 w 2012777"/>
              <a:gd name="connsiteY1-2200" fmla="*/ 1219226 h 2121460"/>
              <a:gd name="connsiteX2-2201" fmla="*/ 848910 w 2012777"/>
              <a:gd name="connsiteY2-2202" fmla="*/ 1306200 h 2121460"/>
              <a:gd name="connsiteX3-2203" fmla="*/ 1011259 w 2012777"/>
              <a:gd name="connsiteY3-2204" fmla="*/ 1105420 h 2121460"/>
              <a:gd name="connsiteX4-2205" fmla="*/ 941519 w 2012777"/>
              <a:gd name="connsiteY4-2206" fmla="*/ 677785 h 2121460"/>
              <a:gd name="connsiteX5-2207" fmla="*/ 818425 w 2012777"/>
              <a:gd name="connsiteY5-2208" fmla="*/ 817973 h 2121460"/>
              <a:gd name="connsiteX6-2209" fmla="*/ 8800 w 2012777"/>
              <a:gd name="connsiteY6-2210" fmla="*/ 815592 h 2121460"/>
              <a:gd name="connsiteX7-2211" fmla="*/ 446196 w 2012777"/>
              <a:gd name="connsiteY7-2212" fmla="*/ 70614 h 2121460"/>
              <a:gd name="connsiteX8-2213" fmla="*/ 1333435 w 2012777"/>
              <a:gd name="connsiteY8-2214" fmla="*/ 61560 h 2121460"/>
              <a:gd name="connsiteX9-2215" fmla="*/ 1795162 w 2012777"/>
              <a:gd name="connsiteY9-2216" fmla="*/ 342218 h 2121460"/>
              <a:gd name="connsiteX10-2217" fmla="*/ 2012445 w 2012777"/>
              <a:gd name="connsiteY10-2218" fmla="*/ 704356 h 2121460"/>
              <a:gd name="connsiteX11-2219" fmla="*/ 1874686 w 2012777"/>
              <a:gd name="connsiteY11-2220" fmla="*/ 1136612 h 2121460"/>
              <a:gd name="connsiteX12-2221" fmla="*/ 1897815 w 2012777"/>
              <a:gd name="connsiteY12-2222" fmla="*/ 1096036 h 2121460"/>
              <a:gd name="connsiteX13-2223" fmla="*/ 1760998 w 2012777"/>
              <a:gd name="connsiteY13-2224" fmla="*/ 1514524 h 2121460"/>
              <a:gd name="connsiteX14-2225" fmla="*/ 1220810 w 2012777"/>
              <a:gd name="connsiteY14-2226" fmla="*/ 1541662 h 2121460"/>
              <a:gd name="connsiteX15" fmla="*/ 1329238 w 2012777"/>
              <a:gd name="connsiteY15" fmla="*/ 1866689 h 2121460"/>
              <a:gd name="connsiteX0-2227" fmla="*/ 1438491 w 1890553"/>
              <a:gd name="connsiteY0-2228" fmla="*/ 2130455 h 2130455"/>
              <a:gd name="connsiteX1-2229" fmla="*/ 819648 w 1890553"/>
              <a:gd name="connsiteY1-2230" fmla="*/ 1228221 h 2130455"/>
              <a:gd name="connsiteX2-2231" fmla="*/ 726686 w 1890553"/>
              <a:gd name="connsiteY2-2232" fmla="*/ 1315195 h 2130455"/>
              <a:gd name="connsiteX3-2233" fmla="*/ 889035 w 1890553"/>
              <a:gd name="connsiteY3-2234" fmla="*/ 1114415 h 2130455"/>
              <a:gd name="connsiteX4-2235" fmla="*/ 819295 w 1890553"/>
              <a:gd name="connsiteY4-2236" fmla="*/ 686780 h 2130455"/>
              <a:gd name="connsiteX5-2237" fmla="*/ 696201 w 1890553"/>
              <a:gd name="connsiteY5-2238" fmla="*/ 826968 h 2130455"/>
              <a:gd name="connsiteX6-2239" fmla="*/ 12782 w 1890553"/>
              <a:gd name="connsiteY6-2240" fmla="*/ 950793 h 2130455"/>
              <a:gd name="connsiteX7-2241" fmla="*/ 323972 w 1890553"/>
              <a:gd name="connsiteY7-2242" fmla="*/ 79609 h 2130455"/>
              <a:gd name="connsiteX8-2243" fmla="*/ 1211211 w 1890553"/>
              <a:gd name="connsiteY8-2244" fmla="*/ 70555 h 2130455"/>
              <a:gd name="connsiteX9-2245" fmla="*/ 1672938 w 1890553"/>
              <a:gd name="connsiteY9-2246" fmla="*/ 351213 h 2130455"/>
              <a:gd name="connsiteX10-2247" fmla="*/ 1890221 w 1890553"/>
              <a:gd name="connsiteY10-2248" fmla="*/ 713351 h 2130455"/>
              <a:gd name="connsiteX11-2249" fmla="*/ 1752462 w 1890553"/>
              <a:gd name="connsiteY11-2250" fmla="*/ 1145607 h 2130455"/>
              <a:gd name="connsiteX12-2251" fmla="*/ 1775591 w 1890553"/>
              <a:gd name="connsiteY12-2252" fmla="*/ 1105031 h 2130455"/>
              <a:gd name="connsiteX13-2253" fmla="*/ 1638774 w 1890553"/>
              <a:gd name="connsiteY13-2254" fmla="*/ 1523519 h 2130455"/>
              <a:gd name="connsiteX14-2255" fmla="*/ 1098586 w 1890553"/>
              <a:gd name="connsiteY14-2256" fmla="*/ 1550657 h 2130455"/>
              <a:gd name="connsiteX15-2257" fmla="*/ 1207014 w 1890553"/>
              <a:gd name="connsiteY15-2258" fmla="*/ 1875684 h 2130455"/>
              <a:gd name="connsiteX0-2259" fmla="*/ 1438491 w 1890553"/>
              <a:gd name="connsiteY0-2260" fmla="*/ 2130455 h 2130455"/>
              <a:gd name="connsiteX1-2261" fmla="*/ 819648 w 1890553"/>
              <a:gd name="connsiteY1-2262" fmla="*/ 1228221 h 2130455"/>
              <a:gd name="connsiteX2-2263" fmla="*/ 726686 w 1890553"/>
              <a:gd name="connsiteY2-2264" fmla="*/ 1315195 h 2130455"/>
              <a:gd name="connsiteX3-2265" fmla="*/ 889035 w 1890553"/>
              <a:gd name="connsiteY3-2266" fmla="*/ 1114415 h 2130455"/>
              <a:gd name="connsiteX4-2267" fmla="*/ 819295 w 1890553"/>
              <a:gd name="connsiteY4-2268" fmla="*/ 686780 h 2130455"/>
              <a:gd name="connsiteX5-2269" fmla="*/ 696201 w 1890553"/>
              <a:gd name="connsiteY5-2270" fmla="*/ 826968 h 2130455"/>
              <a:gd name="connsiteX6-2271" fmla="*/ 12782 w 1890553"/>
              <a:gd name="connsiteY6-2272" fmla="*/ 950793 h 2130455"/>
              <a:gd name="connsiteX7-2273" fmla="*/ 323972 w 1890553"/>
              <a:gd name="connsiteY7-2274" fmla="*/ 79609 h 2130455"/>
              <a:gd name="connsiteX8-2275" fmla="*/ 1211211 w 1890553"/>
              <a:gd name="connsiteY8-2276" fmla="*/ 70555 h 2130455"/>
              <a:gd name="connsiteX9-2277" fmla="*/ 1672938 w 1890553"/>
              <a:gd name="connsiteY9-2278" fmla="*/ 351213 h 2130455"/>
              <a:gd name="connsiteX10-2279" fmla="*/ 1890221 w 1890553"/>
              <a:gd name="connsiteY10-2280" fmla="*/ 713351 h 2130455"/>
              <a:gd name="connsiteX11-2281" fmla="*/ 1752462 w 1890553"/>
              <a:gd name="connsiteY11-2282" fmla="*/ 1145607 h 2130455"/>
              <a:gd name="connsiteX12-2283" fmla="*/ 1775591 w 1890553"/>
              <a:gd name="connsiteY12-2284" fmla="*/ 1105031 h 2130455"/>
              <a:gd name="connsiteX13-2285" fmla="*/ 1638774 w 1890553"/>
              <a:gd name="connsiteY13-2286" fmla="*/ 1523519 h 2130455"/>
              <a:gd name="connsiteX14-2287" fmla="*/ 1098586 w 1890553"/>
              <a:gd name="connsiteY14-2288" fmla="*/ 1550657 h 2130455"/>
              <a:gd name="connsiteX15-2289" fmla="*/ 1207014 w 1890553"/>
              <a:gd name="connsiteY15-2290" fmla="*/ 1875684 h 2130455"/>
              <a:gd name="connsiteX0-2291" fmla="*/ 1438491 w 1890553"/>
              <a:gd name="connsiteY0-2292" fmla="*/ 2130455 h 2130455"/>
              <a:gd name="connsiteX1-2293" fmla="*/ 819648 w 1890553"/>
              <a:gd name="connsiteY1-2294" fmla="*/ 1228221 h 2130455"/>
              <a:gd name="connsiteX2-2295" fmla="*/ 726686 w 1890553"/>
              <a:gd name="connsiteY2-2296" fmla="*/ 1315195 h 2130455"/>
              <a:gd name="connsiteX3-2297" fmla="*/ 889035 w 1890553"/>
              <a:gd name="connsiteY3-2298" fmla="*/ 1114415 h 2130455"/>
              <a:gd name="connsiteX4-2299" fmla="*/ 819295 w 1890553"/>
              <a:gd name="connsiteY4-2300" fmla="*/ 686780 h 2130455"/>
              <a:gd name="connsiteX5-2301" fmla="*/ 696201 w 1890553"/>
              <a:gd name="connsiteY5-2302" fmla="*/ 826968 h 2130455"/>
              <a:gd name="connsiteX6-2303" fmla="*/ 12782 w 1890553"/>
              <a:gd name="connsiteY6-2304" fmla="*/ 950793 h 2130455"/>
              <a:gd name="connsiteX7-2305" fmla="*/ 323972 w 1890553"/>
              <a:gd name="connsiteY7-2306" fmla="*/ 79609 h 2130455"/>
              <a:gd name="connsiteX8-2307" fmla="*/ 1211211 w 1890553"/>
              <a:gd name="connsiteY8-2308" fmla="*/ 70555 h 2130455"/>
              <a:gd name="connsiteX9-2309" fmla="*/ 1672938 w 1890553"/>
              <a:gd name="connsiteY9-2310" fmla="*/ 351213 h 2130455"/>
              <a:gd name="connsiteX10-2311" fmla="*/ 1890221 w 1890553"/>
              <a:gd name="connsiteY10-2312" fmla="*/ 713351 h 2130455"/>
              <a:gd name="connsiteX11-2313" fmla="*/ 1752462 w 1890553"/>
              <a:gd name="connsiteY11-2314" fmla="*/ 1145607 h 2130455"/>
              <a:gd name="connsiteX12-2315" fmla="*/ 1775591 w 1890553"/>
              <a:gd name="connsiteY12-2316" fmla="*/ 1105031 h 2130455"/>
              <a:gd name="connsiteX13-2317" fmla="*/ 1638774 w 1890553"/>
              <a:gd name="connsiteY13-2318" fmla="*/ 1523519 h 2130455"/>
              <a:gd name="connsiteX14-2319" fmla="*/ 1098586 w 1890553"/>
              <a:gd name="connsiteY14-2320" fmla="*/ 1550657 h 2130455"/>
              <a:gd name="connsiteX15-2321" fmla="*/ 1207014 w 1890553"/>
              <a:gd name="connsiteY15-2322" fmla="*/ 1875684 h 2130455"/>
              <a:gd name="connsiteX0-2323" fmla="*/ 1473959 w 1926021"/>
              <a:gd name="connsiteY0-2324" fmla="*/ 2130455 h 2130455"/>
              <a:gd name="connsiteX1-2325" fmla="*/ 855116 w 1926021"/>
              <a:gd name="connsiteY1-2326" fmla="*/ 1228221 h 2130455"/>
              <a:gd name="connsiteX2-2327" fmla="*/ 762154 w 1926021"/>
              <a:gd name="connsiteY2-2328" fmla="*/ 1315195 h 2130455"/>
              <a:gd name="connsiteX3-2329" fmla="*/ 924503 w 1926021"/>
              <a:gd name="connsiteY3-2330" fmla="*/ 1114415 h 2130455"/>
              <a:gd name="connsiteX4-2331" fmla="*/ 854763 w 1926021"/>
              <a:gd name="connsiteY4-2332" fmla="*/ 686780 h 2130455"/>
              <a:gd name="connsiteX5-2333" fmla="*/ 731669 w 1926021"/>
              <a:gd name="connsiteY5-2334" fmla="*/ 826968 h 2130455"/>
              <a:gd name="connsiteX6-2335" fmla="*/ 48250 w 1926021"/>
              <a:gd name="connsiteY6-2336" fmla="*/ 950793 h 2130455"/>
              <a:gd name="connsiteX7-2337" fmla="*/ 359440 w 1926021"/>
              <a:gd name="connsiteY7-2338" fmla="*/ 79609 h 2130455"/>
              <a:gd name="connsiteX8-2339" fmla="*/ 1246679 w 1926021"/>
              <a:gd name="connsiteY8-2340" fmla="*/ 70555 h 2130455"/>
              <a:gd name="connsiteX9-2341" fmla="*/ 1708406 w 1926021"/>
              <a:gd name="connsiteY9-2342" fmla="*/ 351213 h 2130455"/>
              <a:gd name="connsiteX10-2343" fmla="*/ 1925689 w 1926021"/>
              <a:gd name="connsiteY10-2344" fmla="*/ 713351 h 2130455"/>
              <a:gd name="connsiteX11-2345" fmla="*/ 1787930 w 1926021"/>
              <a:gd name="connsiteY11-2346" fmla="*/ 1145607 h 2130455"/>
              <a:gd name="connsiteX12-2347" fmla="*/ 1811059 w 1926021"/>
              <a:gd name="connsiteY12-2348" fmla="*/ 1105031 h 2130455"/>
              <a:gd name="connsiteX13-2349" fmla="*/ 1674242 w 1926021"/>
              <a:gd name="connsiteY13-2350" fmla="*/ 1523519 h 2130455"/>
              <a:gd name="connsiteX14-2351" fmla="*/ 1134054 w 1926021"/>
              <a:gd name="connsiteY14-2352" fmla="*/ 1550657 h 2130455"/>
              <a:gd name="connsiteX15-2353" fmla="*/ 1242482 w 1926021"/>
              <a:gd name="connsiteY15-2354" fmla="*/ 1875684 h 2130455"/>
              <a:gd name="connsiteX0-2355" fmla="*/ 1404394 w 1856456"/>
              <a:gd name="connsiteY0-2356" fmla="*/ 2134047 h 2134047"/>
              <a:gd name="connsiteX1-2357" fmla="*/ 785551 w 1856456"/>
              <a:gd name="connsiteY1-2358" fmla="*/ 1231813 h 2134047"/>
              <a:gd name="connsiteX2-2359" fmla="*/ 692589 w 1856456"/>
              <a:gd name="connsiteY2-2360" fmla="*/ 1318787 h 2134047"/>
              <a:gd name="connsiteX3-2361" fmla="*/ 854938 w 1856456"/>
              <a:gd name="connsiteY3-2362" fmla="*/ 1118007 h 2134047"/>
              <a:gd name="connsiteX4-2363" fmla="*/ 785198 w 1856456"/>
              <a:gd name="connsiteY4-2364" fmla="*/ 690372 h 2134047"/>
              <a:gd name="connsiteX5-2365" fmla="*/ 662104 w 1856456"/>
              <a:gd name="connsiteY5-2366" fmla="*/ 830560 h 2134047"/>
              <a:gd name="connsiteX6-2367" fmla="*/ 57266 w 1856456"/>
              <a:gd name="connsiteY6-2368" fmla="*/ 1004391 h 2134047"/>
              <a:gd name="connsiteX7-2369" fmla="*/ 289875 w 1856456"/>
              <a:gd name="connsiteY7-2370" fmla="*/ 83201 h 2134047"/>
              <a:gd name="connsiteX8-2371" fmla="*/ 1177114 w 1856456"/>
              <a:gd name="connsiteY8-2372" fmla="*/ 74147 h 2134047"/>
              <a:gd name="connsiteX9-2373" fmla="*/ 1638841 w 1856456"/>
              <a:gd name="connsiteY9-2374" fmla="*/ 354805 h 2134047"/>
              <a:gd name="connsiteX10-2375" fmla="*/ 1856124 w 1856456"/>
              <a:gd name="connsiteY10-2376" fmla="*/ 716943 h 2134047"/>
              <a:gd name="connsiteX11-2377" fmla="*/ 1718365 w 1856456"/>
              <a:gd name="connsiteY11-2378" fmla="*/ 1149199 h 2134047"/>
              <a:gd name="connsiteX12-2379" fmla="*/ 1741494 w 1856456"/>
              <a:gd name="connsiteY12-2380" fmla="*/ 1108623 h 2134047"/>
              <a:gd name="connsiteX13-2381" fmla="*/ 1604677 w 1856456"/>
              <a:gd name="connsiteY13-2382" fmla="*/ 1527111 h 2134047"/>
              <a:gd name="connsiteX14-2383" fmla="*/ 1064489 w 1856456"/>
              <a:gd name="connsiteY14-2384" fmla="*/ 1554249 h 2134047"/>
              <a:gd name="connsiteX15-2385" fmla="*/ 1172917 w 1856456"/>
              <a:gd name="connsiteY15-2386" fmla="*/ 1879276 h 2134047"/>
              <a:gd name="connsiteX0-2387" fmla="*/ 1404394 w 1856456"/>
              <a:gd name="connsiteY0-2388" fmla="*/ 2134047 h 2134047"/>
              <a:gd name="connsiteX1-2389" fmla="*/ 785551 w 1856456"/>
              <a:gd name="connsiteY1-2390" fmla="*/ 1231813 h 2134047"/>
              <a:gd name="connsiteX2-2391" fmla="*/ 692589 w 1856456"/>
              <a:gd name="connsiteY2-2392" fmla="*/ 1318787 h 2134047"/>
              <a:gd name="connsiteX3-2393" fmla="*/ 854938 w 1856456"/>
              <a:gd name="connsiteY3-2394" fmla="*/ 1118007 h 2134047"/>
              <a:gd name="connsiteX4-2395" fmla="*/ 785198 w 1856456"/>
              <a:gd name="connsiteY4-2396" fmla="*/ 690372 h 2134047"/>
              <a:gd name="connsiteX5-2397" fmla="*/ 662104 w 1856456"/>
              <a:gd name="connsiteY5-2398" fmla="*/ 830560 h 2134047"/>
              <a:gd name="connsiteX6-2399" fmla="*/ 57266 w 1856456"/>
              <a:gd name="connsiteY6-2400" fmla="*/ 1004391 h 2134047"/>
              <a:gd name="connsiteX7-2401" fmla="*/ 289875 w 1856456"/>
              <a:gd name="connsiteY7-2402" fmla="*/ 83201 h 2134047"/>
              <a:gd name="connsiteX8-2403" fmla="*/ 1177114 w 1856456"/>
              <a:gd name="connsiteY8-2404" fmla="*/ 74147 h 2134047"/>
              <a:gd name="connsiteX9-2405" fmla="*/ 1638841 w 1856456"/>
              <a:gd name="connsiteY9-2406" fmla="*/ 354805 h 2134047"/>
              <a:gd name="connsiteX10-2407" fmla="*/ 1856124 w 1856456"/>
              <a:gd name="connsiteY10-2408" fmla="*/ 716943 h 2134047"/>
              <a:gd name="connsiteX11-2409" fmla="*/ 1718365 w 1856456"/>
              <a:gd name="connsiteY11-2410" fmla="*/ 1149199 h 2134047"/>
              <a:gd name="connsiteX12-2411" fmla="*/ 1741494 w 1856456"/>
              <a:gd name="connsiteY12-2412" fmla="*/ 1108623 h 2134047"/>
              <a:gd name="connsiteX13-2413" fmla="*/ 1604677 w 1856456"/>
              <a:gd name="connsiteY13-2414" fmla="*/ 1527111 h 2134047"/>
              <a:gd name="connsiteX14-2415" fmla="*/ 1064489 w 1856456"/>
              <a:gd name="connsiteY14-2416" fmla="*/ 1554249 h 2134047"/>
              <a:gd name="connsiteX15-2417" fmla="*/ 1172917 w 1856456"/>
              <a:gd name="connsiteY15-2418" fmla="*/ 1879276 h 2134047"/>
              <a:gd name="connsiteX0-2419" fmla="*/ 1360600 w 1812662"/>
              <a:gd name="connsiteY0-2420" fmla="*/ 2134047 h 2134047"/>
              <a:gd name="connsiteX1-2421" fmla="*/ 741757 w 1812662"/>
              <a:gd name="connsiteY1-2422" fmla="*/ 1231813 h 2134047"/>
              <a:gd name="connsiteX2-2423" fmla="*/ 648795 w 1812662"/>
              <a:gd name="connsiteY2-2424" fmla="*/ 1318787 h 2134047"/>
              <a:gd name="connsiteX3-2425" fmla="*/ 811144 w 1812662"/>
              <a:gd name="connsiteY3-2426" fmla="*/ 1118007 h 2134047"/>
              <a:gd name="connsiteX4-2427" fmla="*/ 741404 w 1812662"/>
              <a:gd name="connsiteY4-2428" fmla="*/ 690372 h 2134047"/>
              <a:gd name="connsiteX5-2429" fmla="*/ 551635 w 1812662"/>
              <a:gd name="connsiteY5-2430" fmla="*/ 901997 h 2134047"/>
              <a:gd name="connsiteX6-2431" fmla="*/ 13472 w 1812662"/>
              <a:gd name="connsiteY6-2432" fmla="*/ 1004391 h 2134047"/>
              <a:gd name="connsiteX7-2433" fmla="*/ 246081 w 1812662"/>
              <a:gd name="connsiteY7-2434" fmla="*/ 83201 h 2134047"/>
              <a:gd name="connsiteX8-2435" fmla="*/ 1133320 w 1812662"/>
              <a:gd name="connsiteY8-2436" fmla="*/ 74147 h 2134047"/>
              <a:gd name="connsiteX9-2437" fmla="*/ 1595047 w 1812662"/>
              <a:gd name="connsiteY9-2438" fmla="*/ 354805 h 2134047"/>
              <a:gd name="connsiteX10-2439" fmla="*/ 1812330 w 1812662"/>
              <a:gd name="connsiteY10-2440" fmla="*/ 716943 h 2134047"/>
              <a:gd name="connsiteX11-2441" fmla="*/ 1674571 w 1812662"/>
              <a:gd name="connsiteY11-2442" fmla="*/ 1149199 h 2134047"/>
              <a:gd name="connsiteX12-2443" fmla="*/ 1697700 w 1812662"/>
              <a:gd name="connsiteY12-2444" fmla="*/ 1108623 h 2134047"/>
              <a:gd name="connsiteX13-2445" fmla="*/ 1560883 w 1812662"/>
              <a:gd name="connsiteY13-2446" fmla="*/ 1527111 h 2134047"/>
              <a:gd name="connsiteX14-2447" fmla="*/ 1020695 w 1812662"/>
              <a:gd name="connsiteY14-2448" fmla="*/ 1554249 h 2134047"/>
              <a:gd name="connsiteX15-2449" fmla="*/ 1129123 w 1812662"/>
              <a:gd name="connsiteY15-2450" fmla="*/ 1879276 h 2134047"/>
              <a:gd name="connsiteX0-2451" fmla="*/ 1360600 w 1812662"/>
              <a:gd name="connsiteY0-2452" fmla="*/ 2134047 h 2134047"/>
              <a:gd name="connsiteX1-2453" fmla="*/ 741757 w 1812662"/>
              <a:gd name="connsiteY1-2454" fmla="*/ 1231813 h 2134047"/>
              <a:gd name="connsiteX2-2455" fmla="*/ 648795 w 1812662"/>
              <a:gd name="connsiteY2-2456" fmla="*/ 1318787 h 2134047"/>
              <a:gd name="connsiteX3-2457" fmla="*/ 811144 w 1812662"/>
              <a:gd name="connsiteY3-2458" fmla="*/ 1118007 h 2134047"/>
              <a:gd name="connsiteX4-2459" fmla="*/ 741404 w 1812662"/>
              <a:gd name="connsiteY4-2460" fmla="*/ 690372 h 2134047"/>
              <a:gd name="connsiteX5-2461" fmla="*/ 839766 w 1812662"/>
              <a:gd name="connsiteY5-2462" fmla="*/ 780555 h 2134047"/>
              <a:gd name="connsiteX6-2463" fmla="*/ 551635 w 1812662"/>
              <a:gd name="connsiteY6-2464" fmla="*/ 901997 h 2134047"/>
              <a:gd name="connsiteX7-2465" fmla="*/ 13472 w 1812662"/>
              <a:gd name="connsiteY7-2466" fmla="*/ 1004391 h 2134047"/>
              <a:gd name="connsiteX8-2467" fmla="*/ 246081 w 1812662"/>
              <a:gd name="connsiteY8-2468" fmla="*/ 83201 h 2134047"/>
              <a:gd name="connsiteX9-2469" fmla="*/ 1133320 w 1812662"/>
              <a:gd name="connsiteY9-2470" fmla="*/ 74147 h 2134047"/>
              <a:gd name="connsiteX10-2471" fmla="*/ 1595047 w 1812662"/>
              <a:gd name="connsiteY10-2472" fmla="*/ 354805 h 2134047"/>
              <a:gd name="connsiteX11-2473" fmla="*/ 1812330 w 1812662"/>
              <a:gd name="connsiteY11-2474" fmla="*/ 716943 h 2134047"/>
              <a:gd name="connsiteX12-2475" fmla="*/ 1674571 w 1812662"/>
              <a:gd name="connsiteY12-2476" fmla="*/ 1149199 h 2134047"/>
              <a:gd name="connsiteX13-2477" fmla="*/ 1697700 w 1812662"/>
              <a:gd name="connsiteY13-2478" fmla="*/ 1108623 h 2134047"/>
              <a:gd name="connsiteX14-2479" fmla="*/ 1560883 w 1812662"/>
              <a:gd name="connsiteY14-2480" fmla="*/ 1527111 h 2134047"/>
              <a:gd name="connsiteX15-2481" fmla="*/ 1020695 w 1812662"/>
              <a:gd name="connsiteY15-2482" fmla="*/ 1554249 h 2134047"/>
              <a:gd name="connsiteX16" fmla="*/ 1129123 w 1812662"/>
              <a:gd name="connsiteY16" fmla="*/ 1879276 h 2134047"/>
              <a:gd name="connsiteX0-2483" fmla="*/ 1360600 w 1812662"/>
              <a:gd name="connsiteY0-2484" fmla="*/ 2134047 h 2134047"/>
              <a:gd name="connsiteX1-2485" fmla="*/ 741757 w 1812662"/>
              <a:gd name="connsiteY1-2486" fmla="*/ 1231813 h 2134047"/>
              <a:gd name="connsiteX2-2487" fmla="*/ 648795 w 1812662"/>
              <a:gd name="connsiteY2-2488" fmla="*/ 1318787 h 2134047"/>
              <a:gd name="connsiteX3-2489" fmla="*/ 811144 w 1812662"/>
              <a:gd name="connsiteY3-2490" fmla="*/ 1118007 h 2134047"/>
              <a:gd name="connsiteX4-2491" fmla="*/ 693779 w 1812662"/>
              <a:gd name="connsiteY4-2492" fmla="*/ 716566 h 2134047"/>
              <a:gd name="connsiteX5-2493" fmla="*/ 839766 w 1812662"/>
              <a:gd name="connsiteY5-2494" fmla="*/ 780555 h 2134047"/>
              <a:gd name="connsiteX6-2495" fmla="*/ 551635 w 1812662"/>
              <a:gd name="connsiteY6-2496" fmla="*/ 901997 h 2134047"/>
              <a:gd name="connsiteX7-2497" fmla="*/ 13472 w 1812662"/>
              <a:gd name="connsiteY7-2498" fmla="*/ 1004391 h 2134047"/>
              <a:gd name="connsiteX8-2499" fmla="*/ 246081 w 1812662"/>
              <a:gd name="connsiteY8-2500" fmla="*/ 83201 h 2134047"/>
              <a:gd name="connsiteX9-2501" fmla="*/ 1133320 w 1812662"/>
              <a:gd name="connsiteY9-2502" fmla="*/ 74147 h 2134047"/>
              <a:gd name="connsiteX10-2503" fmla="*/ 1595047 w 1812662"/>
              <a:gd name="connsiteY10-2504" fmla="*/ 354805 h 2134047"/>
              <a:gd name="connsiteX11-2505" fmla="*/ 1812330 w 1812662"/>
              <a:gd name="connsiteY11-2506" fmla="*/ 716943 h 2134047"/>
              <a:gd name="connsiteX12-2507" fmla="*/ 1674571 w 1812662"/>
              <a:gd name="connsiteY12-2508" fmla="*/ 1149199 h 2134047"/>
              <a:gd name="connsiteX13-2509" fmla="*/ 1697700 w 1812662"/>
              <a:gd name="connsiteY13-2510" fmla="*/ 1108623 h 2134047"/>
              <a:gd name="connsiteX14-2511" fmla="*/ 1560883 w 1812662"/>
              <a:gd name="connsiteY14-2512" fmla="*/ 1527111 h 2134047"/>
              <a:gd name="connsiteX15-2513" fmla="*/ 1020695 w 1812662"/>
              <a:gd name="connsiteY15-2514" fmla="*/ 1554249 h 2134047"/>
              <a:gd name="connsiteX16-2515" fmla="*/ 1129123 w 1812662"/>
              <a:gd name="connsiteY16-2516" fmla="*/ 1879276 h 2134047"/>
              <a:gd name="connsiteX0-2517" fmla="*/ 1360600 w 1812662"/>
              <a:gd name="connsiteY0-2518" fmla="*/ 2134047 h 2134047"/>
              <a:gd name="connsiteX1-2519" fmla="*/ 741757 w 1812662"/>
              <a:gd name="connsiteY1-2520" fmla="*/ 1231813 h 2134047"/>
              <a:gd name="connsiteX2-2521" fmla="*/ 648795 w 1812662"/>
              <a:gd name="connsiteY2-2522" fmla="*/ 1318787 h 2134047"/>
              <a:gd name="connsiteX3-2523" fmla="*/ 811144 w 1812662"/>
              <a:gd name="connsiteY3-2524" fmla="*/ 1118007 h 2134047"/>
              <a:gd name="connsiteX4-2525" fmla="*/ 693779 w 1812662"/>
              <a:gd name="connsiteY4-2526" fmla="*/ 716566 h 2134047"/>
              <a:gd name="connsiteX5-2527" fmla="*/ 839766 w 1812662"/>
              <a:gd name="connsiteY5-2528" fmla="*/ 780555 h 2134047"/>
              <a:gd name="connsiteX6-2529" fmla="*/ 551635 w 1812662"/>
              <a:gd name="connsiteY6-2530" fmla="*/ 901997 h 2134047"/>
              <a:gd name="connsiteX7-2531" fmla="*/ 13472 w 1812662"/>
              <a:gd name="connsiteY7-2532" fmla="*/ 1004391 h 2134047"/>
              <a:gd name="connsiteX8-2533" fmla="*/ 246081 w 1812662"/>
              <a:gd name="connsiteY8-2534" fmla="*/ 83201 h 2134047"/>
              <a:gd name="connsiteX9-2535" fmla="*/ 1133320 w 1812662"/>
              <a:gd name="connsiteY9-2536" fmla="*/ 74147 h 2134047"/>
              <a:gd name="connsiteX10-2537" fmla="*/ 1595047 w 1812662"/>
              <a:gd name="connsiteY10-2538" fmla="*/ 354805 h 2134047"/>
              <a:gd name="connsiteX11-2539" fmla="*/ 1812330 w 1812662"/>
              <a:gd name="connsiteY11-2540" fmla="*/ 716943 h 2134047"/>
              <a:gd name="connsiteX12-2541" fmla="*/ 1674571 w 1812662"/>
              <a:gd name="connsiteY12-2542" fmla="*/ 1149199 h 2134047"/>
              <a:gd name="connsiteX13-2543" fmla="*/ 1697700 w 1812662"/>
              <a:gd name="connsiteY13-2544" fmla="*/ 1108623 h 2134047"/>
              <a:gd name="connsiteX14-2545" fmla="*/ 1560883 w 1812662"/>
              <a:gd name="connsiteY14-2546" fmla="*/ 1527111 h 2134047"/>
              <a:gd name="connsiteX15-2547" fmla="*/ 1020695 w 1812662"/>
              <a:gd name="connsiteY15-2548" fmla="*/ 1554249 h 2134047"/>
              <a:gd name="connsiteX16-2549" fmla="*/ 1129123 w 1812662"/>
              <a:gd name="connsiteY16-2550" fmla="*/ 1879276 h 2134047"/>
              <a:gd name="connsiteX0-2551" fmla="*/ 1360600 w 1812662"/>
              <a:gd name="connsiteY0-2552" fmla="*/ 2134047 h 2134047"/>
              <a:gd name="connsiteX1-2553" fmla="*/ 741757 w 1812662"/>
              <a:gd name="connsiteY1-2554" fmla="*/ 1231813 h 2134047"/>
              <a:gd name="connsiteX2-2555" fmla="*/ 648795 w 1812662"/>
              <a:gd name="connsiteY2-2556" fmla="*/ 1318787 h 2134047"/>
              <a:gd name="connsiteX3-2557" fmla="*/ 811144 w 1812662"/>
              <a:gd name="connsiteY3-2558" fmla="*/ 1118007 h 2134047"/>
              <a:gd name="connsiteX4-2559" fmla="*/ 693779 w 1812662"/>
              <a:gd name="connsiteY4-2560" fmla="*/ 716566 h 2134047"/>
              <a:gd name="connsiteX5-2561" fmla="*/ 839766 w 1812662"/>
              <a:gd name="connsiteY5-2562" fmla="*/ 780555 h 2134047"/>
              <a:gd name="connsiteX6-2563" fmla="*/ 551635 w 1812662"/>
              <a:gd name="connsiteY6-2564" fmla="*/ 901997 h 2134047"/>
              <a:gd name="connsiteX7-2565" fmla="*/ 13472 w 1812662"/>
              <a:gd name="connsiteY7-2566" fmla="*/ 1004391 h 2134047"/>
              <a:gd name="connsiteX8-2567" fmla="*/ 246081 w 1812662"/>
              <a:gd name="connsiteY8-2568" fmla="*/ 83201 h 2134047"/>
              <a:gd name="connsiteX9-2569" fmla="*/ 1133320 w 1812662"/>
              <a:gd name="connsiteY9-2570" fmla="*/ 74147 h 2134047"/>
              <a:gd name="connsiteX10-2571" fmla="*/ 1595047 w 1812662"/>
              <a:gd name="connsiteY10-2572" fmla="*/ 354805 h 2134047"/>
              <a:gd name="connsiteX11-2573" fmla="*/ 1812330 w 1812662"/>
              <a:gd name="connsiteY11-2574" fmla="*/ 716943 h 2134047"/>
              <a:gd name="connsiteX12-2575" fmla="*/ 1674571 w 1812662"/>
              <a:gd name="connsiteY12-2576" fmla="*/ 1149199 h 2134047"/>
              <a:gd name="connsiteX13-2577" fmla="*/ 1697700 w 1812662"/>
              <a:gd name="connsiteY13-2578" fmla="*/ 1108623 h 2134047"/>
              <a:gd name="connsiteX14-2579" fmla="*/ 1560883 w 1812662"/>
              <a:gd name="connsiteY14-2580" fmla="*/ 1527111 h 2134047"/>
              <a:gd name="connsiteX15-2581" fmla="*/ 1020695 w 1812662"/>
              <a:gd name="connsiteY15-2582" fmla="*/ 1554249 h 2134047"/>
              <a:gd name="connsiteX16-2583" fmla="*/ 1129123 w 1812662"/>
              <a:gd name="connsiteY16-2584" fmla="*/ 1879276 h 2134047"/>
              <a:gd name="connsiteX0-2585" fmla="*/ 1360600 w 1812662"/>
              <a:gd name="connsiteY0-2586" fmla="*/ 2134047 h 2134047"/>
              <a:gd name="connsiteX1-2587" fmla="*/ 741757 w 1812662"/>
              <a:gd name="connsiteY1-2588" fmla="*/ 1231813 h 2134047"/>
              <a:gd name="connsiteX2-2589" fmla="*/ 648795 w 1812662"/>
              <a:gd name="connsiteY2-2590" fmla="*/ 1318787 h 2134047"/>
              <a:gd name="connsiteX3-2591" fmla="*/ 811144 w 1812662"/>
              <a:gd name="connsiteY3-2592" fmla="*/ 1118007 h 2134047"/>
              <a:gd name="connsiteX4-2593" fmla="*/ 693779 w 1812662"/>
              <a:gd name="connsiteY4-2594" fmla="*/ 716566 h 2134047"/>
              <a:gd name="connsiteX5-2595" fmla="*/ 839766 w 1812662"/>
              <a:gd name="connsiteY5-2596" fmla="*/ 780555 h 2134047"/>
              <a:gd name="connsiteX6-2597" fmla="*/ 551635 w 1812662"/>
              <a:gd name="connsiteY6-2598" fmla="*/ 901997 h 2134047"/>
              <a:gd name="connsiteX7-2599" fmla="*/ 13472 w 1812662"/>
              <a:gd name="connsiteY7-2600" fmla="*/ 1004391 h 2134047"/>
              <a:gd name="connsiteX8-2601" fmla="*/ 246081 w 1812662"/>
              <a:gd name="connsiteY8-2602" fmla="*/ 83201 h 2134047"/>
              <a:gd name="connsiteX9-2603" fmla="*/ 1133320 w 1812662"/>
              <a:gd name="connsiteY9-2604" fmla="*/ 74147 h 2134047"/>
              <a:gd name="connsiteX10-2605" fmla="*/ 1595047 w 1812662"/>
              <a:gd name="connsiteY10-2606" fmla="*/ 354805 h 2134047"/>
              <a:gd name="connsiteX11-2607" fmla="*/ 1812330 w 1812662"/>
              <a:gd name="connsiteY11-2608" fmla="*/ 716943 h 2134047"/>
              <a:gd name="connsiteX12-2609" fmla="*/ 1674571 w 1812662"/>
              <a:gd name="connsiteY12-2610" fmla="*/ 1149199 h 2134047"/>
              <a:gd name="connsiteX13-2611" fmla="*/ 1697700 w 1812662"/>
              <a:gd name="connsiteY13-2612" fmla="*/ 1108623 h 2134047"/>
              <a:gd name="connsiteX14-2613" fmla="*/ 1560883 w 1812662"/>
              <a:gd name="connsiteY14-2614" fmla="*/ 1527111 h 2134047"/>
              <a:gd name="connsiteX15-2615" fmla="*/ 1020695 w 1812662"/>
              <a:gd name="connsiteY15-2616" fmla="*/ 1554249 h 2134047"/>
              <a:gd name="connsiteX16-2617" fmla="*/ 1129123 w 1812662"/>
              <a:gd name="connsiteY16-2618" fmla="*/ 1879276 h 2134047"/>
              <a:gd name="connsiteX0-2619" fmla="*/ 1360600 w 1812662"/>
              <a:gd name="connsiteY0-2620" fmla="*/ 2134047 h 2134047"/>
              <a:gd name="connsiteX1-2621" fmla="*/ 741757 w 1812662"/>
              <a:gd name="connsiteY1-2622" fmla="*/ 1231813 h 2134047"/>
              <a:gd name="connsiteX2-2623" fmla="*/ 648795 w 1812662"/>
              <a:gd name="connsiteY2-2624" fmla="*/ 1318787 h 2134047"/>
              <a:gd name="connsiteX3-2625" fmla="*/ 811144 w 1812662"/>
              <a:gd name="connsiteY3-2626" fmla="*/ 1118007 h 2134047"/>
              <a:gd name="connsiteX4-2627" fmla="*/ 693779 w 1812662"/>
              <a:gd name="connsiteY4-2628" fmla="*/ 716566 h 2134047"/>
              <a:gd name="connsiteX5-2629" fmla="*/ 839766 w 1812662"/>
              <a:gd name="connsiteY5-2630" fmla="*/ 780555 h 2134047"/>
              <a:gd name="connsiteX6-2631" fmla="*/ 551635 w 1812662"/>
              <a:gd name="connsiteY6-2632" fmla="*/ 901997 h 2134047"/>
              <a:gd name="connsiteX7-2633" fmla="*/ 13472 w 1812662"/>
              <a:gd name="connsiteY7-2634" fmla="*/ 1004391 h 2134047"/>
              <a:gd name="connsiteX8-2635" fmla="*/ 246081 w 1812662"/>
              <a:gd name="connsiteY8-2636" fmla="*/ 83201 h 2134047"/>
              <a:gd name="connsiteX9-2637" fmla="*/ 1133320 w 1812662"/>
              <a:gd name="connsiteY9-2638" fmla="*/ 74147 h 2134047"/>
              <a:gd name="connsiteX10-2639" fmla="*/ 1595047 w 1812662"/>
              <a:gd name="connsiteY10-2640" fmla="*/ 354805 h 2134047"/>
              <a:gd name="connsiteX11-2641" fmla="*/ 1812330 w 1812662"/>
              <a:gd name="connsiteY11-2642" fmla="*/ 716943 h 2134047"/>
              <a:gd name="connsiteX12-2643" fmla="*/ 1674571 w 1812662"/>
              <a:gd name="connsiteY12-2644" fmla="*/ 1149199 h 2134047"/>
              <a:gd name="connsiteX13-2645" fmla="*/ 1697700 w 1812662"/>
              <a:gd name="connsiteY13-2646" fmla="*/ 1108623 h 2134047"/>
              <a:gd name="connsiteX14-2647" fmla="*/ 1560883 w 1812662"/>
              <a:gd name="connsiteY14-2648" fmla="*/ 1527111 h 2134047"/>
              <a:gd name="connsiteX15-2649" fmla="*/ 1020695 w 1812662"/>
              <a:gd name="connsiteY15-2650" fmla="*/ 1554249 h 2134047"/>
              <a:gd name="connsiteX16-2651" fmla="*/ 1129123 w 1812662"/>
              <a:gd name="connsiteY16-2652" fmla="*/ 1879276 h 2134047"/>
              <a:gd name="connsiteX0-2653" fmla="*/ 1436339 w 1888401"/>
              <a:gd name="connsiteY0-2654" fmla="*/ 2134047 h 2134047"/>
              <a:gd name="connsiteX1-2655" fmla="*/ 817496 w 1888401"/>
              <a:gd name="connsiteY1-2656" fmla="*/ 1231813 h 2134047"/>
              <a:gd name="connsiteX2-2657" fmla="*/ 724534 w 1888401"/>
              <a:gd name="connsiteY2-2658" fmla="*/ 1318787 h 2134047"/>
              <a:gd name="connsiteX3-2659" fmla="*/ 886883 w 1888401"/>
              <a:gd name="connsiteY3-2660" fmla="*/ 1118007 h 2134047"/>
              <a:gd name="connsiteX4-2661" fmla="*/ 769518 w 1888401"/>
              <a:gd name="connsiteY4-2662" fmla="*/ 716566 h 2134047"/>
              <a:gd name="connsiteX5-2663" fmla="*/ 915505 w 1888401"/>
              <a:gd name="connsiteY5-2664" fmla="*/ 780555 h 2134047"/>
              <a:gd name="connsiteX6-2665" fmla="*/ 627374 w 1888401"/>
              <a:gd name="connsiteY6-2666" fmla="*/ 901997 h 2134047"/>
              <a:gd name="connsiteX7-2667" fmla="*/ 89211 w 1888401"/>
              <a:gd name="connsiteY7-2668" fmla="*/ 1004391 h 2134047"/>
              <a:gd name="connsiteX8-2669" fmla="*/ 321820 w 1888401"/>
              <a:gd name="connsiteY8-2670" fmla="*/ 83201 h 2134047"/>
              <a:gd name="connsiteX9-2671" fmla="*/ 1209059 w 1888401"/>
              <a:gd name="connsiteY9-2672" fmla="*/ 74147 h 2134047"/>
              <a:gd name="connsiteX10-2673" fmla="*/ 1670786 w 1888401"/>
              <a:gd name="connsiteY10-2674" fmla="*/ 354805 h 2134047"/>
              <a:gd name="connsiteX11-2675" fmla="*/ 1888069 w 1888401"/>
              <a:gd name="connsiteY11-2676" fmla="*/ 716943 h 2134047"/>
              <a:gd name="connsiteX12-2677" fmla="*/ 1750310 w 1888401"/>
              <a:gd name="connsiteY12-2678" fmla="*/ 1149199 h 2134047"/>
              <a:gd name="connsiteX13-2679" fmla="*/ 1773439 w 1888401"/>
              <a:gd name="connsiteY13-2680" fmla="*/ 1108623 h 2134047"/>
              <a:gd name="connsiteX14-2681" fmla="*/ 1636622 w 1888401"/>
              <a:gd name="connsiteY14-2682" fmla="*/ 1527111 h 2134047"/>
              <a:gd name="connsiteX15-2683" fmla="*/ 1096434 w 1888401"/>
              <a:gd name="connsiteY15-2684" fmla="*/ 1554249 h 2134047"/>
              <a:gd name="connsiteX16-2685" fmla="*/ 1204862 w 1888401"/>
              <a:gd name="connsiteY16-2686" fmla="*/ 1879276 h 2134047"/>
              <a:gd name="connsiteX0-2687" fmla="*/ 1485804 w 1937866"/>
              <a:gd name="connsiteY0-2688" fmla="*/ 2102407 h 2102407"/>
              <a:gd name="connsiteX1-2689" fmla="*/ 866961 w 1937866"/>
              <a:gd name="connsiteY1-2690" fmla="*/ 1200173 h 2102407"/>
              <a:gd name="connsiteX2-2691" fmla="*/ 773999 w 1937866"/>
              <a:gd name="connsiteY2-2692" fmla="*/ 1287147 h 2102407"/>
              <a:gd name="connsiteX3-2693" fmla="*/ 936348 w 1937866"/>
              <a:gd name="connsiteY3-2694" fmla="*/ 1086367 h 2102407"/>
              <a:gd name="connsiteX4-2695" fmla="*/ 818983 w 1937866"/>
              <a:gd name="connsiteY4-2696" fmla="*/ 684926 h 2102407"/>
              <a:gd name="connsiteX5-2697" fmla="*/ 964970 w 1937866"/>
              <a:gd name="connsiteY5-2698" fmla="*/ 748915 h 2102407"/>
              <a:gd name="connsiteX6-2699" fmla="*/ 676839 w 1937866"/>
              <a:gd name="connsiteY6-2700" fmla="*/ 870357 h 2102407"/>
              <a:gd name="connsiteX7-2701" fmla="*/ 138676 w 1937866"/>
              <a:gd name="connsiteY7-2702" fmla="*/ 972751 h 2102407"/>
              <a:gd name="connsiteX8-2703" fmla="*/ 12471 w 1937866"/>
              <a:gd name="connsiteY8-2704" fmla="*/ 520315 h 2102407"/>
              <a:gd name="connsiteX9-2705" fmla="*/ 371285 w 1937866"/>
              <a:gd name="connsiteY9-2706" fmla="*/ 51561 h 2102407"/>
              <a:gd name="connsiteX10-2707" fmla="*/ 1258524 w 1937866"/>
              <a:gd name="connsiteY10-2708" fmla="*/ 42507 h 2102407"/>
              <a:gd name="connsiteX11-2709" fmla="*/ 1720251 w 1937866"/>
              <a:gd name="connsiteY11-2710" fmla="*/ 323165 h 2102407"/>
              <a:gd name="connsiteX12-2711" fmla="*/ 1937534 w 1937866"/>
              <a:gd name="connsiteY12-2712" fmla="*/ 685303 h 2102407"/>
              <a:gd name="connsiteX13-2713" fmla="*/ 1799775 w 1937866"/>
              <a:gd name="connsiteY13-2714" fmla="*/ 1117559 h 2102407"/>
              <a:gd name="connsiteX14-2715" fmla="*/ 1822904 w 1937866"/>
              <a:gd name="connsiteY14-2716" fmla="*/ 1076983 h 2102407"/>
              <a:gd name="connsiteX15-2717" fmla="*/ 1686087 w 1937866"/>
              <a:gd name="connsiteY15-2718" fmla="*/ 1495471 h 2102407"/>
              <a:gd name="connsiteX16-2719" fmla="*/ 1145899 w 1937866"/>
              <a:gd name="connsiteY16-2720" fmla="*/ 1522609 h 2102407"/>
              <a:gd name="connsiteX17" fmla="*/ 1254327 w 1937866"/>
              <a:gd name="connsiteY17" fmla="*/ 1847636 h 2102407"/>
              <a:gd name="connsiteX0-2721" fmla="*/ 1550287 w 2002349"/>
              <a:gd name="connsiteY0-2722" fmla="*/ 2102407 h 2102407"/>
              <a:gd name="connsiteX1-2723" fmla="*/ 931444 w 2002349"/>
              <a:gd name="connsiteY1-2724" fmla="*/ 1200173 h 2102407"/>
              <a:gd name="connsiteX2-2725" fmla="*/ 838482 w 2002349"/>
              <a:gd name="connsiteY2-2726" fmla="*/ 1287147 h 2102407"/>
              <a:gd name="connsiteX3-2727" fmla="*/ 1000831 w 2002349"/>
              <a:gd name="connsiteY3-2728" fmla="*/ 1086367 h 2102407"/>
              <a:gd name="connsiteX4-2729" fmla="*/ 883466 w 2002349"/>
              <a:gd name="connsiteY4-2730" fmla="*/ 684926 h 2102407"/>
              <a:gd name="connsiteX5-2731" fmla="*/ 1029453 w 2002349"/>
              <a:gd name="connsiteY5-2732" fmla="*/ 748915 h 2102407"/>
              <a:gd name="connsiteX6-2733" fmla="*/ 741322 w 2002349"/>
              <a:gd name="connsiteY6-2734" fmla="*/ 870357 h 2102407"/>
              <a:gd name="connsiteX7-2735" fmla="*/ 203159 w 2002349"/>
              <a:gd name="connsiteY7-2736" fmla="*/ 972751 h 2102407"/>
              <a:gd name="connsiteX8-2737" fmla="*/ 76954 w 2002349"/>
              <a:gd name="connsiteY8-2738" fmla="*/ 520315 h 2102407"/>
              <a:gd name="connsiteX9-2739" fmla="*/ 435768 w 2002349"/>
              <a:gd name="connsiteY9-2740" fmla="*/ 51561 h 2102407"/>
              <a:gd name="connsiteX10-2741" fmla="*/ 1323007 w 2002349"/>
              <a:gd name="connsiteY10-2742" fmla="*/ 42507 h 2102407"/>
              <a:gd name="connsiteX11-2743" fmla="*/ 1784734 w 2002349"/>
              <a:gd name="connsiteY11-2744" fmla="*/ 323165 h 2102407"/>
              <a:gd name="connsiteX12-2745" fmla="*/ 2002017 w 2002349"/>
              <a:gd name="connsiteY12-2746" fmla="*/ 685303 h 2102407"/>
              <a:gd name="connsiteX13-2747" fmla="*/ 1864258 w 2002349"/>
              <a:gd name="connsiteY13-2748" fmla="*/ 1117559 h 2102407"/>
              <a:gd name="connsiteX14-2749" fmla="*/ 1887387 w 2002349"/>
              <a:gd name="connsiteY14-2750" fmla="*/ 1076983 h 2102407"/>
              <a:gd name="connsiteX15-2751" fmla="*/ 1750570 w 2002349"/>
              <a:gd name="connsiteY15-2752" fmla="*/ 1495471 h 2102407"/>
              <a:gd name="connsiteX16-2753" fmla="*/ 1210382 w 2002349"/>
              <a:gd name="connsiteY16-2754" fmla="*/ 1522609 h 2102407"/>
              <a:gd name="connsiteX17-2755" fmla="*/ 1318810 w 2002349"/>
              <a:gd name="connsiteY17-2756" fmla="*/ 1847636 h 2102407"/>
              <a:gd name="connsiteX0-2757" fmla="*/ 1550287 w 2002349"/>
              <a:gd name="connsiteY0-2758" fmla="*/ 2062161 h 2062161"/>
              <a:gd name="connsiteX1-2759" fmla="*/ 931444 w 2002349"/>
              <a:gd name="connsiteY1-2760" fmla="*/ 1159927 h 2062161"/>
              <a:gd name="connsiteX2-2761" fmla="*/ 838482 w 2002349"/>
              <a:gd name="connsiteY2-2762" fmla="*/ 1246901 h 2062161"/>
              <a:gd name="connsiteX3-2763" fmla="*/ 1000831 w 2002349"/>
              <a:gd name="connsiteY3-2764" fmla="*/ 1046121 h 2062161"/>
              <a:gd name="connsiteX4-2765" fmla="*/ 883466 w 2002349"/>
              <a:gd name="connsiteY4-2766" fmla="*/ 644680 h 2062161"/>
              <a:gd name="connsiteX5-2767" fmla="*/ 1029453 w 2002349"/>
              <a:gd name="connsiteY5-2768" fmla="*/ 708669 h 2062161"/>
              <a:gd name="connsiteX6-2769" fmla="*/ 741322 w 2002349"/>
              <a:gd name="connsiteY6-2770" fmla="*/ 830111 h 2062161"/>
              <a:gd name="connsiteX7-2771" fmla="*/ 203159 w 2002349"/>
              <a:gd name="connsiteY7-2772" fmla="*/ 932505 h 2062161"/>
              <a:gd name="connsiteX8-2773" fmla="*/ 76954 w 2002349"/>
              <a:gd name="connsiteY8-2774" fmla="*/ 480069 h 2062161"/>
              <a:gd name="connsiteX9-2775" fmla="*/ 309562 w 2002349"/>
              <a:gd name="connsiteY9-2776" fmla="*/ 168477 h 2062161"/>
              <a:gd name="connsiteX10-2777" fmla="*/ 1323007 w 2002349"/>
              <a:gd name="connsiteY10-2778" fmla="*/ 2261 h 2062161"/>
              <a:gd name="connsiteX11-2779" fmla="*/ 1784734 w 2002349"/>
              <a:gd name="connsiteY11-2780" fmla="*/ 282919 h 2062161"/>
              <a:gd name="connsiteX12-2781" fmla="*/ 2002017 w 2002349"/>
              <a:gd name="connsiteY12-2782" fmla="*/ 645057 h 2062161"/>
              <a:gd name="connsiteX13-2783" fmla="*/ 1864258 w 2002349"/>
              <a:gd name="connsiteY13-2784" fmla="*/ 1077313 h 2062161"/>
              <a:gd name="connsiteX14-2785" fmla="*/ 1887387 w 2002349"/>
              <a:gd name="connsiteY14-2786" fmla="*/ 1036737 h 2062161"/>
              <a:gd name="connsiteX15-2787" fmla="*/ 1750570 w 2002349"/>
              <a:gd name="connsiteY15-2788" fmla="*/ 1455225 h 2062161"/>
              <a:gd name="connsiteX16-2789" fmla="*/ 1210382 w 2002349"/>
              <a:gd name="connsiteY16-2790" fmla="*/ 1482363 h 2062161"/>
              <a:gd name="connsiteX17-2791" fmla="*/ 1318810 w 2002349"/>
              <a:gd name="connsiteY17-2792" fmla="*/ 1807390 h 2062161"/>
              <a:gd name="connsiteX0-2793" fmla="*/ 1550287 w 2002349"/>
              <a:gd name="connsiteY0-2794" fmla="*/ 2062161 h 2062161"/>
              <a:gd name="connsiteX1-2795" fmla="*/ 931444 w 2002349"/>
              <a:gd name="connsiteY1-2796" fmla="*/ 1159927 h 2062161"/>
              <a:gd name="connsiteX2-2797" fmla="*/ 838482 w 2002349"/>
              <a:gd name="connsiteY2-2798" fmla="*/ 1246901 h 2062161"/>
              <a:gd name="connsiteX3-2799" fmla="*/ 1000831 w 2002349"/>
              <a:gd name="connsiteY3-2800" fmla="*/ 1046121 h 2062161"/>
              <a:gd name="connsiteX4-2801" fmla="*/ 883466 w 2002349"/>
              <a:gd name="connsiteY4-2802" fmla="*/ 644680 h 2062161"/>
              <a:gd name="connsiteX5-2803" fmla="*/ 1029453 w 2002349"/>
              <a:gd name="connsiteY5-2804" fmla="*/ 708669 h 2062161"/>
              <a:gd name="connsiteX6-2805" fmla="*/ 741322 w 2002349"/>
              <a:gd name="connsiteY6-2806" fmla="*/ 830111 h 2062161"/>
              <a:gd name="connsiteX7-2807" fmla="*/ 203159 w 2002349"/>
              <a:gd name="connsiteY7-2808" fmla="*/ 932505 h 2062161"/>
              <a:gd name="connsiteX8-2809" fmla="*/ 76954 w 2002349"/>
              <a:gd name="connsiteY8-2810" fmla="*/ 480069 h 2062161"/>
              <a:gd name="connsiteX9-2811" fmla="*/ 309562 w 2002349"/>
              <a:gd name="connsiteY9-2812" fmla="*/ 168477 h 2062161"/>
              <a:gd name="connsiteX10-2813" fmla="*/ 1323007 w 2002349"/>
              <a:gd name="connsiteY10-2814" fmla="*/ 2261 h 2062161"/>
              <a:gd name="connsiteX11-2815" fmla="*/ 1784734 w 2002349"/>
              <a:gd name="connsiteY11-2816" fmla="*/ 282919 h 2062161"/>
              <a:gd name="connsiteX12-2817" fmla="*/ 2002017 w 2002349"/>
              <a:gd name="connsiteY12-2818" fmla="*/ 645057 h 2062161"/>
              <a:gd name="connsiteX13-2819" fmla="*/ 1864258 w 2002349"/>
              <a:gd name="connsiteY13-2820" fmla="*/ 1077313 h 2062161"/>
              <a:gd name="connsiteX14-2821" fmla="*/ 1887387 w 2002349"/>
              <a:gd name="connsiteY14-2822" fmla="*/ 1036737 h 2062161"/>
              <a:gd name="connsiteX15-2823" fmla="*/ 1750570 w 2002349"/>
              <a:gd name="connsiteY15-2824" fmla="*/ 1455225 h 2062161"/>
              <a:gd name="connsiteX16-2825" fmla="*/ 1210382 w 2002349"/>
              <a:gd name="connsiteY16-2826" fmla="*/ 1482363 h 2062161"/>
              <a:gd name="connsiteX17-2827" fmla="*/ 1318810 w 2002349"/>
              <a:gd name="connsiteY17-2828" fmla="*/ 1807390 h 2062161"/>
              <a:gd name="connsiteX0-2829" fmla="*/ 1550287 w 2002349"/>
              <a:gd name="connsiteY0-2830" fmla="*/ 2099377 h 2099377"/>
              <a:gd name="connsiteX1-2831" fmla="*/ 931444 w 2002349"/>
              <a:gd name="connsiteY1-2832" fmla="*/ 1197143 h 2099377"/>
              <a:gd name="connsiteX2-2833" fmla="*/ 838482 w 2002349"/>
              <a:gd name="connsiteY2-2834" fmla="*/ 1284117 h 2099377"/>
              <a:gd name="connsiteX3-2835" fmla="*/ 1000831 w 2002349"/>
              <a:gd name="connsiteY3-2836" fmla="*/ 1083337 h 2099377"/>
              <a:gd name="connsiteX4-2837" fmla="*/ 883466 w 2002349"/>
              <a:gd name="connsiteY4-2838" fmla="*/ 681896 h 2099377"/>
              <a:gd name="connsiteX5-2839" fmla="*/ 1029453 w 2002349"/>
              <a:gd name="connsiteY5-2840" fmla="*/ 745885 h 2099377"/>
              <a:gd name="connsiteX6-2841" fmla="*/ 741322 w 2002349"/>
              <a:gd name="connsiteY6-2842" fmla="*/ 867327 h 2099377"/>
              <a:gd name="connsiteX7-2843" fmla="*/ 203159 w 2002349"/>
              <a:gd name="connsiteY7-2844" fmla="*/ 969721 h 2099377"/>
              <a:gd name="connsiteX8-2845" fmla="*/ 76954 w 2002349"/>
              <a:gd name="connsiteY8-2846" fmla="*/ 517285 h 2099377"/>
              <a:gd name="connsiteX9-2847" fmla="*/ 309562 w 2002349"/>
              <a:gd name="connsiteY9-2848" fmla="*/ 205693 h 2099377"/>
              <a:gd name="connsiteX10-2849" fmla="*/ 781805 w 2002349"/>
              <a:gd name="connsiteY10-2850" fmla="*/ 19603 h 2099377"/>
              <a:gd name="connsiteX11-2851" fmla="*/ 1323007 w 2002349"/>
              <a:gd name="connsiteY11-2852" fmla="*/ 39477 h 2099377"/>
              <a:gd name="connsiteX12-2853" fmla="*/ 1784734 w 2002349"/>
              <a:gd name="connsiteY12-2854" fmla="*/ 320135 h 2099377"/>
              <a:gd name="connsiteX13-2855" fmla="*/ 2002017 w 2002349"/>
              <a:gd name="connsiteY13-2856" fmla="*/ 682273 h 2099377"/>
              <a:gd name="connsiteX14-2857" fmla="*/ 1864258 w 2002349"/>
              <a:gd name="connsiteY14-2858" fmla="*/ 1114529 h 2099377"/>
              <a:gd name="connsiteX15-2859" fmla="*/ 1887387 w 2002349"/>
              <a:gd name="connsiteY15-2860" fmla="*/ 1073953 h 2099377"/>
              <a:gd name="connsiteX16-2861" fmla="*/ 1750570 w 2002349"/>
              <a:gd name="connsiteY16-2862" fmla="*/ 1492441 h 2099377"/>
              <a:gd name="connsiteX17-2863" fmla="*/ 1210382 w 2002349"/>
              <a:gd name="connsiteY17-2864" fmla="*/ 1519579 h 2099377"/>
              <a:gd name="connsiteX18" fmla="*/ 1318810 w 2002349"/>
              <a:gd name="connsiteY18" fmla="*/ 1844606 h 2099377"/>
              <a:gd name="connsiteX0-2865" fmla="*/ 1550287 w 2002349"/>
              <a:gd name="connsiteY0-2866" fmla="*/ 2097190 h 2097190"/>
              <a:gd name="connsiteX1-2867" fmla="*/ 931444 w 2002349"/>
              <a:gd name="connsiteY1-2868" fmla="*/ 1194956 h 2097190"/>
              <a:gd name="connsiteX2-2869" fmla="*/ 838482 w 2002349"/>
              <a:gd name="connsiteY2-2870" fmla="*/ 1281930 h 2097190"/>
              <a:gd name="connsiteX3-2871" fmla="*/ 1000831 w 2002349"/>
              <a:gd name="connsiteY3-2872" fmla="*/ 1081150 h 2097190"/>
              <a:gd name="connsiteX4-2873" fmla="*/ 883466 w 2002349"/>
              <a:gd name="connsiteY4-2874" fmla="*/ 679709 h 2097190"/>
              <a:gd name="connsiteX5-2875" fmla="*/ 1029453 w 2002349"/>
              <a:gd name="connsiteY5-2876" fmla="*/ 743698 h 2097190"/>
              <a:gd name="connsiteX6-2877" fmla="*/ 741322 w 2002349"/>
              <a:gd name="connsiteY6-2878" fmla="*/ 865140 h 2097190"/>
              <a:gd name="connsiteX7-2879" fmla="*/ 203159 w 2002349"/>
              <a:gd name="connsiteY7-2880" fmla="*/ 967534 h 2097190"/>
              <a:gd name="connsiteX8-2881" fmla="*/ 76954 w 2002349"/>
              <a:gd name="connsiteY8-2882" fmla="*/ 515098 h 2097190"/>
              <a:gd name="connsiteX9-2883" fmla="*/ 309562 w 2002349"/>
              <a:gd name="connsiteY9-2884" fmla="*/ 203506 h 2097190"/>
              <a:gd name="connsiteX10-2885" fmla="*/ 781805 w 2002349"/>
              <a:gd name="connsiteY10-2886" fmla="*/ 17416 h 2097190"/>
              <a:gd name="connsiteX11-2887" fmla="*/ 703224 w 2002349"/>
              <a:gd name="connsiteY11-2888" fmla="*/ 12654 h 2097190"/>
              <a:gd name="connsiteX12-2889" fmla="*/ 1323007 w 2002349"/>
              <a:gd name="connsiteY12-2890" fmla="*/ 37290 h 2097190"/>
              <a:gd name="connsiteX13-2891" fmla="*/ 1784734 w 2002349"/>
              <a:gd name="connsiteY13-2892" fmla="*/ 317948 h 2097190"/>
              <a:gd name="connsiteX14-2893" fmla="*/ 2002017 w 2002349"/>
              <a:gd name="connsiteY14-2894" fmla="*/ 680086 h 2097190"/>
              <a:gd name="connsiteX15-2895" fmla="*/ 1864258 w 2002349"/>
              <a:gd name="connsiteY15-2896" fmla="*/ 1112342 h 2097190"/>
              <a:gd name="connsiteX16-2897" fmla="*/ 1887387 w 2002349"/>
              <a:gd name="connsiteY16-2898" fmla="*/ 1071766 h 2097190"/>
              <a:gd name="connsiteX17-2899" fmla="*/ 1750570 w 2002349"/>
              <a:gd name="connsiteY17-2900" fmla="*/ 1490254 h 2097190"/>
              <a:gd name="connsiteX18-2901" fmla="*/ 1210382 w 2002349"/>
              <a:gd name="connsiteY18-2902" fmla="*/ 1517392 h 2097190"/>
              <a:gd name="connsiteX19" fmla="*/ 1318810 w 2002349"/>
              <a:gd name="connsiteY19" fmla="*/ 1842419 h 2097190"/>
              <a:gd name="connsiteX0-2903" fmla="*/ 1575697 w 2027759"/>
              <a:gd name="connsiteY0-2904" fmla="*/ 2097190 h 2097190"/>
              <a:gd name="connsiteX1-2905" fmla="*/ 956854 w 2027759"/>
              <a:gd name="connsiteY1-2906" fmla="*/ 1194956 h 2097190"/>
              <a:gd name="connsiteX2-2907" fmla="*/ 863892 w 2027759"/>
              <a:gd name="connsiteY2-2908" fmla="*/ 1281930 h 2097190"/>
              <a:gd name="connsiteX3-2909" fmla="*/ 1026241 w 2027759"/>
              <a:gd name="connsiteY3-2910" fmla="*/ 1081150 h 2097190"/>
              <a:gd name="connsiteX4-2911" fmla="*/ 908876 w 2027759"/>
              <a:gd name="connsiteY4-2912" fmla="*/ 679709 h 2097190"/>
              <a:gd name="connsiteX5-2913" fmla="*/ 1054863 w 2027759"/>
              <a:gd name="connsiteY5-2914" fmla="*/ 743698 h 2097190"/>
              <a:gd name="connsiteX6-2915" fmla="*/ 766732 w 2027759"/>
              <a:gd name="connsiteY6-2916" fmla="*/ 865140 h 2097190"/>
              <a:gd name="connsiteX7-2917" fmla="*/ 228569 w 2027759"/>
              <a:gd name="connsiteY7-2918" fmla="*/ 967534 h 2097190"/>
              <a:gd name="connsiteX8-2919" fmla="*/ 102364 w 2027759"/>
              <a:gd name="connsiteY8-2920" fmla="*/ 515098 h 2097190"/>
              <a:gd name="connsiteX9-2921" fmla="*/ 334972 w 2027759"/>
              <a:gd name="connsiteY9-2922" fmla="*/ 203506 h 2097190"/>
              <a:gd name="connsiteX10-2923" fmla="*/ 807215 w 2027759"/>
              <a:gd name="connsiteY10-2924" fmla="*/ 17416 h 2097190"/>
              <a:gd name="connsiteX11-2925" fmla="*/ 728634 w 2027759"/>
              <a:gd name="connsiteY11-2926" fmla="*/ 12654 h 2097190"/>
              <a:gd name="connsiteX12-2927" fmla="*/ 1348417 w 2027759"/>
              <a:gd name="connsiteY12-2928" fmla="*/ 37290 h 2097190"/>
              <a:gd name="connsiteX13-2929" fmla="*/ 1810144 w 2027759"/>
              <a:gd name="connsiteY13-2930" fmla="*/ 317948 h 2097190"/>
              <a:gd name="connsiteX14-2931" fmla="*/ 2027427 w 2027759"/>
              <a:gd name="connsiteY14-2932" fmla="*/ 680086 h 2097190"/>
              <a:gd name="connsiteX15-2933" fmla="*/ 1889668 w 2027759"/>
              <a:gd name="connsiteY15-2934" fmla="*/ 1112342 h 2097190"/>
              <a:gd name="connsiteX16-2935" fmla="*/ 1912797 w 2027759"/>
              <a:gd name="connsiteY16-2936" fmla="*/ 1071766 h 2097190"/>
              <a:gd name="connsiteX17-2937" fmla="*/ 1775980 w 2027759"/>
              <a:gd name="connsiteY17-2938" fmla="*/ 1490254 h 2097190"/>
              <a:gd name="connsiteX18-2939" fmla="*/ 1235792 w 2027759"/>
              <a:gd name="connsiteY18-2940" fmla="*/ 1517392 h 2097190"/>
              <a:gd name="connsiteX19-2941" fmla="*/ 1344220 w 2027759"/>
              <a:gd name="connsiteY19-2942" fmla="*/ 1842419 h 2097190"/>
              <a:gd name="connsiteX0-2943" fmla="*/ 1575697 w 2027759"/>
              <a:gd name="connsiteY0-2944" fmla="*/ 2097190 h 2097190"/>
              <a:gd name="connsiteX1-2945" fmla="*/ 956854 w 2027759"/>
              <a:gd name="connsiteY1-2946" fmla="*/ 1194956 h 2097190"/>
              <a:gd name="connsiteX2-2947" fmla="*/ 863892 w 2027759"/>
              <a:gd name="connsiteY2-2948" fmla="*/ 1281930 h 2097190"/>
              <a:gd name="connsiteX3-2949" fmla="*/ 1026241 w 2027759"/>
              <a:gd name="connsiteY3-2950" fmla="*/ 1081150 h 2097190"/>
              <a:gd name="connsiteX4-2951" fmla="*/ 908876 w 2027759"/>
              <a:gd name="connsiteY4-2952" fmla="*/ 679709 h 2097190"/>
              <a:gd name="connsiteX5-2953" fmla="*/ 1054863 w 2027759"/>
              <a:gd name="connsiteY5-2954" fmla="*/ 743698 h 2097190"/>
              <a:gd name="connsiteX6-2955" fmla="*/ 766732 w 2027759"/>
              <a:gd name="connsiteY6-2956" fmla="*/ 865140 h 2097190"/>
              <a:gd name="connsiteX7-2957" fmla="*/ 228569 w 2027759"/>
              <a:gd name="connsiteY7-2958" fmla="*/ 967534 h 2097190"/>
              <a:gd name="connsiteX8-2959" fmla="*/ 102364 w 2027759"/>
              <a:gd name="connsiteY8-2960" fmla="*/ 515098 h 2097190"/>
              <a:gd name="connsiteX9-2961" fmla="*/ 334972 w 2027759"/>
              <a:gd name="connsiteY9-2962" fmla="*/ 203506 h 2097190"/>
              <a:gd name="connsiteX10-2963" fmla="*/ 807215 w 2027759"/>
              <a:gd name="connsiteY10-2964" fmla="*/ 17416 h 2097190"/>
              <a:gd name="connsiteX11-2965" fmla="*/ 728634 w 2027759"/>
              <a:gd name="connsiteY11-2966" fmla="*/ 12654 h 2097190"/>
              <a:gd name="connsiteX12-2967" fmla="*/ 1348417 w 2027759"/>
              <a:gd name="connsiteY12-2968" fmla="*/ 37290 h 2097190"/>
              <a:gd name="connsiteX13-2969" fmla="*/ 1810144 w 2027759"/>
              <a:gd name="connsiteY13-2970" fmla="*/ 317948 h 2097190"/>
              <a:gd name="connsiteX14-2971" fmla="*/ 2027427 w 2027759"/>
              <a:gd name="connsiteY14-2972" fmla="*/ 680086 h 2097190"/>
              <a:gd name="connsiteX15-2973" fmla="*/ 1889668 w 2027759"/>
              <a:gd name="connsiteY15-2974" fmla="*/ 1112342 h 2097190"/>
              <a:gd name="connsiteX16-2975" fmla="*/ 1912797 w 2027759"/>
              <a:gd name="connsiteY16-2976" fmla="*/ 1071766 h 2097190"/>
              <a:gd name="connsiteX17-2977" fmla="*/ 1775980 w 2027759"/>
              <a:gd name="connsiteY17-2978" fmla="*/ 1490254 h 2097190"/>
              <a:gd name="connsiteX18-2979" fmla="*/ 1235792 w 2027759"/>
              <a:gd name="connsiteY18-2980" fmla="*/ 1517392 h 2097190"/>
              <a:gd name="connsiteX19-2981" fmla="*/ 1344220 w 2027759"/>
              <a:gd name="connsiteY19-2982" fmla="*/ 1842419 h 2097190"/>
              <a:gd name="connsiteX0-2983" fmla="*/ 1575697 w 2027759"/>
              <a:gd name="connsiteY0-2984" fmla="*/ 2097190 h 2097190"/>
              <a:gd name="connsiteX1-2985" fmla="*/ 956854 w 2027759"/>
              <a:gd name="connsiteY1-2986" fmla="*/ 1194956 h 2097190"/>
              <a:gd name="connsiteX2-2987" fmla="*/ 863892 w 2027759"/>
              <a:gd name="connsiteY2-2988" fmla="*/ 1281930 h 2097190"/>
              <a:gd name="connsiteX3-2989" fmla="*/ 1026241 w 2027759"/>
              <a:gd name="connsiteY3-2990" fmla="*/ 1081150 h 2097190"/>
              <a:gd name="connsiteX4-2991" fmla="*/ 908876 w 2027759"/>
              <a:gd name="connsiteY4-2992" fmla="*/ 679709 h 2097190"/>
              <a:gd name="connsiteX5-2993" fmla="*/ 1054863 w 2027759"/>
              <a:gd name="connsiteY5-2994" fmla="*/ 743698 h 2097190"/>
              <a:gd name="connsiteX6-2995" fmla="*/ 766732 w 2027759"/>
              <a:gd name="connsiteY6-2996" fmla="*/ 865140 h 2097190"/>
              <a:gd name="connsiteX7-2997" fmla="*/ 228569 w 2027759"/>
              <a:gd name="connsiteY7-2998" fmla="*/ 967534 h 2097190"/>
              <a:gd name="connsiteX8-2999" fmla="*/ 102364 w 2027759"/>
              <a:gd name="connsiteY8-3000" fmla="*/ 515098 h 2097190"/>
              <a:gd name="connsiteX9-3001" fmla="*/ 334972 w 2027759"/>
              <a:gd name="connsiteY9-3002" fmla="*/ 203506 h 2097190"/>
              <a:gd name="connsiteX10-3003" fmla="*/ 807215 w 2027759"/>
              <a:gd name="connsiteY10-3004" fmla="*/ 17416 h 2097190"/>
              <a:gd name="connsiteX11-3005" fmla="*/ 728634 w 2027759"/>
              <a:gd name="connsiteY11-3006" fmla="*/ 12654 h 2097190"/>
              <a:gd name="connsiteX12-3007" fmla="*/ 1348417 w 2027759"/>
              <a:gd name="connsiteY12-3008" fmla="*/ 37290 h 2097190"/>
              <a:gd name="connsiteX13-3009" fmla="*/ 1810144 w 2027759"/>
              <a:gd name="connsiteY13-3010" fmla="*/ 317948 h 2097190"/>
              <a:gd name="connsiteX14-3011" fmla="*/ 2027427 w 2027759"/>
              <a:gd name="connsiteY14-3012" fmla="*/ 680086 h 2097190"/>
              <a:gd name="connsiteX15-3013" fmla="*/ 1889668 w 2027759"/>
              <a:gd name="connsiteY15-3014" fmla="*/ 1112342 h 2097190"/>
              <a:gd name="connsiteX16-3015" fmla="*/ 1912797 w 2027759"/>
              <a:gd name="connsiteY16-3016" fmla="*/ 1071766 h 2097190"/>
              <a:gd name="connsiteX17-3017" fmla="*/ 1775980 w 2027759"/>
              <a:gd name="connsiteY17-3018" fmla="*/ 1490254 h 2097190"/>
              <a:gd name="connsiteX18-3019" fmla="*/ 1235792 w 2027759"/>
              <a:gd name="connsiteY18-3020" fmla="*/ 1517392 h 2097190"/>
              <a:gd name="connsiteX19-3021" fmla="*/ 1344220 w 2027759"/>
              <a:gd name="connsiteY19-3022" fmla="*/ 1842419 h 2097190"/>
              <a:gd name="connsiteX0-3023" fmla="*/ 1575697 w 2027759"/>
              <a:gd name="connsiteY0-3024" fmla="*/ 2113985 h 2113985"/>
              <a:gd name="connsiteX1-3025" fmla="*/ 956854 w 2027759"/>
              <a:gd name="connsiteY1-3026" fmla="*/ 1211751 h 2113985"/>
              <a:gd name="connsiteX2-3027" fmla="*/ 863892 w 2027759"/>
              <a:gd name="connsiteY2-3028" fmla="*/ 1298725 h 2113985"/>
              <a:gd name="connsiteX3-3029" fmla="*/ 1026241 w 2027759"/>
              <a:gd name="connsiteY3-3030" fmla="*/ 1097945 h 2113985"/>
              <a:gd name="connsiteX4-3031" fmla="*/ 908876 w 2027759"/>
              <a:gd name="connsiteY4-3032" fmla="*/ 696504 h 2113985"/>
              <a:gd name="connsiteX5-3033" fmla="*/ 1054863 w 2027759"/>
              <a:gd name="connsiteY5-3034" fmla="*/ 760493 h 2113985"/>
              <a:gd name="connsiteX6-3035" fmla="*/ 766732 w 2027759"/>
              <a:gd name="connsiteY6-3036" fmla="*/ 881935 h 2113985"/>
              <a:gd name="connsiteX7-3037" fmla="*/ 228569 w 2027759"/>
              <a:gd name="connsiteY7-3038" fmla="*/ 984329 h 2113985"/>
              <a:gd name="connsiteX8-3039" fmla="*/ 102364 w 2027759"/>
              <a:gd name="connsiteY8-3040" fmla="*/ 531893 h 2113985"/>
              <a:gd name="connsiteX9-3041" fmla="*/ 334972 w 2027759"/>
              <a:gd name="connsiteY9-3042" fmla="*/ 220301 h 2113985"/>
              <a:gd name="connsiteX10-3043" fmla="*/ 807215 w 2027759"/>
              <a:gd name="connsiteY10-3044" fmla="*/ 34211 h 2113985"/>
              <a:gd name="connsiteX11-3045" fmla="*/ 728634 w 2027759"/>
              <a:gd name="connsiteY11-3046" fmla="*/ 29449 h 2113985"/>
              <a:gd name="connsiteX12-3047" fmla="*/ 1348417 w 2027759"/>
              <a:gd name="connsiteY12-3048" fmla="*/ 54085 h 2113985"/>
              <a:gd name="connsiteX13-3049" fmla="*/ 1810144 w 2027759"/>
              <a:gd name="connsiteY13-3050" fmla="*/ 334743 h 2113985"/>
              <a:gd name="connsiteX14-3051" fmla="*/ 2027427 w 2027759"/>
              <a:gd name="connsiteY14-3052" fmla="*/ 696881 h 2113985"/>
              <a:gd name="connsiteX15-3053" fmla="*/ 1889668 w 2027759"/>
              <a:gd name="connsiteY15-3054" fmla="*/ 1129137 h 2113985"/>
              <a:gd name="connsiteX16-3055" fmla="*/ 1912797 w 2027759"/>
              <a:gd name="connsiteY16-3056" fmla="*/ 1088561 h 2113985"/>
              <a:gd name="connsiteX17-3057" fmla="*/ 1775980 w 2027759"/>
              <a:gd name="connsiteY17-3058" fmla="*/ 1507049 h 2113985"/>
              <a:gd name="connsiteX18-3059" fmla="*/ 1235792 w 2027759"/>
              <a:gd name="connsiteY18-3060" fmla="*/ 1534187 h 2113985"/>
              <a:gd name="connsiteX19-3061" fmla="*/ 1344220 w 2027759"/>
              <a:gd name="connsiteY19-3062" fmla="*/ 1859214 h 2113985"/>
              <a:gd name="connsiteX0-3063" fmla="*/ 1575697 w 2027759"/>
              <a:gd name="connsiteY0-3064" fmla="*/ 2090103 h 2090103"/>
              <a:gd name="connsiteX1-3065" fmla="*/ 956854 w 2027759"/>
              <a:gd name="connsiteY1-3066" fmla="*/ 1187869 h 2090103"/>
              <a:gd name="connsiteX2-3067" fmla="*/ 863892 w 2027759"/>
              <a:gd name="connsiteY2-3068" fmla="*/ 1274843 h 2090103"/>
              <a:gd name="connsiteX3-3069" fmla="*/ 1026241 w 2027759"/>
              <a:gd name="connsiteY3-3070" fmla="*/ 1074063 h 2090103"/>
              <a:gd name="connsiteX4-3071" fmla="*/ 908876 w 2027759"/>
              <a:gd name="connsiteY4-3072" fmla="*/ 672622 h 2090103"/>
              <a:gd name="connsiteX5-3073" fmla="*/ 1054863 w 2027759"/>
              <a:gd name="connsiteY5-3074" fmla="*/ 736611 h 2090103"/>
              <a:gd name="connsiteX6-3075" fmla="*/ 766732 w 2027759"/>
              <a:gd name="connsiteY6-3076" fmla="*/ 858053 h 2090103"/>
              <a:gd name="connsiteX7-3077" fmla="*/ 228569 w 2027759"/>
              <a:gd name="connsiteY7-3078" fmla="*/ 960447 h 2090103"/>
              <a:gd name="connsiteX8-3079" fmla="*/ 102364 w 2027759"/>
              <a:gd name="connsiteY8-3080" fmla="*/ 508011 h 2090103"/>
              <a:gd name="connsiteX9-3081" fmla="*/ 334972 w 2027759"/>
              <a:gd name="connsiteY9-3082" fmla="*/ 196419 h 2090103"/>
              <a:gd name="connsiteX10-3083" fmla="*/ 807215 w 2027759"/>
              <a:gd name="connsiteY10-3084" fmla="*/ 10329 h 2090103"/>
              <a:gd name="connsiteX11-3085" fmla="*/ 728634 w 2027759"/>
              <a:gd name="connsiteY11-3086" fmla="*/ 5567 h 2090103"/>
              <a:gd name="connsiteX12-3087" fmla="*/ 1348417 w 2027759"/>
              <a:gd name="connsiteY12-3088" fmla="*/ 30203 h 2090103"/>
              <a:gd name="connsiteX13-3089" fmla="*/ 1810144 w 2027759"/>
              <a:gd name="connsiteY13-3090" fmla="*/ 310861 h 2090103"/>
              <a:gd name="connsiteX14-3091" fmla="*/ 2027427 w 2027759"/>
              <a:gd name="connsiteY14-3092" fmla="*/ 672999 h 2090103"/>
              <a:gd name="connsiteX15-3093" fmla="*/ 1889668 w 2027759"/>
              <a:gd name="connsiteY15-3094" fmla="*/ 1105255 h 2090103"/>
              <a:gd name="connsiteX16-3095" fmla="*/ 1912797 w 2027759"/>
              <a:gd name="connsiteY16-3096" fmla="*/ 1064679 h 2090103"/>
              <a:gd name="connsiteX17-3097" fmla="*/ 1775980 w 2027759"/>
              <a:gd name="connsiteY17-3098" fmla="*/ 1483167 h 2090103"/>
              <a:gd name="connsiteX18-3099" fmla="*/ 1235792 w 2027759"/>
              <a:gd name="connsiteY18-3100" fmla="*/ 1510305 h 2090103"/>
              <a:gd name="connsiteX19-3101" fmla="*/ 1344220 w 2027759"/>
              <a:gd name="connsiteY19-3102" fmla="*/ 1835332 h 2090103"/>
              <a:gd name="connsiteX0-3103" fmla="*/ 1575697 w 2027759"/>
              <a:gd name="connsiteY0-3104" fmla="*/ 2112958 h 2112958"/>
              <a:gd name="connsiteX1-3105" fmla="*/ 956854 w 2027759"/>
              <a:gd name="connsiteY1-3106" fmla="*/ 1210724 h 2112958"/>
              <a:gd name="connsiteX2-3107" fmla="*/ 863892 w 2027759"/>
              <a:gd name="connsiteY2-3108" fmla="*/ 1297698 h 2112958"/>
              <a:gd name="connsiteX3-3109" fmla="*/ 1026241 w 2027759"/>
              <a:gd name="connsiteY3-3110" fmla="*/ 1096918 h 2112958"/>
              <a:gd name="connsiteX4-3111" fmla="*/ 908876 w 2027759"/>
              <a:gd name="connsiteY4-3112" fmla="*/ 695477 h 2112958"/>
              <a:gd name="connsiteX5-3113" fmla="*/ 1054863 w 2027759"/>
              <a:gd name="connsiteY5-3114" fmla="*/ 759466 h 2112958"/>
              <a:gd name="connsiteX6-3115" fmla="*/ 766732 w 2027759"/>
              <a:gd name="connsiteY6-3116" fmla="*/ 880908 h 2112958"/>
              <a:gd name="connsiteX7-3117" fmla="*/ 228569 w 2027759"/>
              <a:gd name="connsiteY7-3118" fmla="*/ 983302 h 2112958"/>
              <a:gd name="connsiteX8-3119" fmla="*/ 102364 w 2027759"/>
              <a:gd name="connsiteY8-3120" fmla="*/ 530866 h 2112958"/>
              <a:gd name="connsiteX9-3121" fmla="*/ 334972 w 2027759"/>
              <a:gd name="connsiteY9-3122" fmla="*/ 219274 h 2112958"/>
              <a:gd name="connsiteX10-3123" fmla="*/ 807215 w 2027759"/>
              <a:gd name="connsiteY10-3124" fmla="*/ 33184 h 2112958"/>
              <a:gd name="connsiteX11-3125" fmla="*/ 728634 w 2027759"/>
              <a:gd name="connsiteY11-3126" fmla="*/ 28422 h 2112958"/>
              <a:gd name="connsiteX12-3127" fmla="*/ 1348417 w 2027759"/>
              <a:gd name="connsiteY12-3128" fmla="*/ 53058 h 2112958"/>
              <a:gd name="connsiteX13-3129" fmla="*/ 1810144 w 2027759"/>
              <a:gd name="connsiteY13-3130" fmla="*/ 333716 h 2112958"/>
              <a:gd name="connsiteX14-3131" fmla="*/ 2027427 w 2027759"/>
              <a:gd name="connsiteY14-3132" fmla="*/ 695854 h 2112958"/>
              <a:gd name="connsiteX15-3133" fmla="*/ 1889668 w 2027759"/>
              <a:gd name="connsiteY15-3134" fmla="*/ 1128110 h 2112958"/>
              <a:gd name="connsiteX16-3135" fmla="*/ 1912797 w 2027759"/>
              <a:gd name="connsiteY16-3136" fmla="*/ 1087534 h 2112958"/>
              <a:gd name="connsiteX17-3137" fmla="*/ 1775980 w 2027759"/>
              <a:gd name="connsiteY17-3138" fmla="*/ 1506022 h 2112958"/>
              <a:gd name="connsiteX18-3139" fmla="*/ 1235792 w 2027759"/>
              <a:gd name="connsiteY18-3140" fmla="*/ 1533160 h 2112958"/>
              <a:gd name="connsiteX19-3141" fmla="*/ 1344220 w 2027759"/>
              <a:gd name="connsiteY19-3142" fmla="*/ 1858187 h 2112958"/>
              <a:gd name="connsiteX0-3143" fmla="*/ 1575697 w 2027759"/>
              <a:gd name="connsiteY0-3144" fmla="*/ 2129246 h 2129246"/>
              <a:gd name="connsiteX1-3145" fmla="*/ 956854 w 2027759"/>
              <a:gd name="connsiteY1-3146" fmla="*/ 1227012 h 2129246"/>
              <a:gd name="connsiteX2-3147" fmla="*/ 863892 w 2027759"/>
              <a:gd name="connsiteY2-3148" fmla="*/ 1313986 h 2129246"/>
              <a:gd name="connsiteX3-3149" fmla="*/ 1026241 w 2027759"/>
              <a:gd name="connsiteY3-3150" fmla="*/ 1113206 h 2129246"/>
              <a:gd name="connsiteX4-3151" fmla="*/ 908876 w 2027759"/>
              <a:gd name="connsiteY4-3152" fmla="*/ 711765 h 2129246"/>
              <a:gd name="connsiteX5-3153" fmla="*/ 1054863 w 2027759"/>
              <a:gd name="connsiteY5-3154" fmla="*/ 775754 h 2129246"/>
              <a:gd name="connsiteX6-3155" fmla="*/ 766732 w 2027759"/>
              <a:gd name="connsiteY6-3156" fmla="*/ 897196 h 2129246"/>
              <a:gd name="connsiteX7-3157" fmla="*/ 228569 w 2027759"/>
              <a:gd name="connsiteY7-3158" fmla="*/ 999590 h 2129246"/>
              <a:gd name="connsiteX8-3159" fmla="*/ 102364 w 2027759"/>
              <a:gd name="connsiteY8-3160" fmla="*/ 547154 h 2129246"/>
              <a:gd name="connsiteX9-3161" fmla="*/ 334972 w 2027759"/>
              <a:gd name="connsiteY9-3162" fmla="*/ 235562 h 2129246"/>
              <a:gd name="connsiteX10-3163" fmla="*/ 797690 w 2027759"/>
              <a:gd name="connsiteY10-3164" fmla="*/ 30422 h 2129246"/>
              <a:gd name="connsiteX11-3165" fmla="*/ 728634 w 2027759"/>
              <a:gd name="connsiteY11-3166" fmla="*/ 44710 h 2129246"/>
              <a:gd name="connsiteX12-3167" fmla="*/ 1348417 w 2027759"/>
              <a:gd name="connsiteY12-3168" fmla="*/ 69346 h 2129246"/>
              <a:gd name="connsiteX13-3169" fmla="*/ 1810144 w 2027759"/>
              <a:gd name="connsiteY13-3170" fmla="*/ 350004 h 2129246"/>
              <a:gd name="connsiteX14-3171" fmla="*/ 2027427 w 2027759"/>
              <a:gd name="connsiteY14-3172" fmla="*/ 712142 h 2129246"/>
              <a:gd name="connsiteX15-3173" fmla="*/ 1889668 w 2027759"/>
              <a:gd name="connsiteY15-3174" fmla="*/ 1144398 h 2129246"/>
              <a:gd name="connsiteX16-3175" fmla="*/ 1912797 w 2027759"/>
              <a:gd name="connsiteY16-3176" fmla="*/ 1103822 h 2129246"/>
              <a:gd name="connsiteX17-3177" fmla="*/ 1775980 w 2027759"/>
              <a:gd name="connsiteY17-3178" fmla="*/ 1522310 h 2129246"/>
              <a:gd name="connsiteX18-3179" fmla="*/ 1235792 w 2027759"/>
              <a:gd name="connsiteY18-3180" fmla="*/ 1549448 h 2129246"/>
              <a:gd name="connsiteX19-3181" fmla="*/ 1344220 w 2027759"/>
              <a:gd name="connsiteY19-3182" fmla="*/ 1874475 h 2129246"/>
              <a:gd name="connsiteX0-3183" fmla="*/ 1575697 w 2027759"/>
              <a:gd name="connsiteY0-3184" fmla="*/ 2132451 h 2132451"/>
              <a:gd name="connsiteX1-3185" fmla="*/ 956854 w 2027759"/>
              <a:gd name="connsiteY1-3186" fmla="*/ 1230217 h 2132451"/>
              <a:gd name="connsiteX2-3187" fmla="*/ 863892 w 2027759"/>
              <a:gd name="connsiteY2-3188" fmla="*/ 1317191 h 2132451"/>
              <a:gd name="connsiteX3-3189" fmla="*/ 1026241 w 2027759"/>
              <a:gd name="connsiteY3-3190" fmla="*/ 1116411 h 2132451"/>
              <a:gd name="connsiteX4-3191" fmla="*/ 908876 w 2027759"/>
              <a:gd name="connsiteY4-3192" fmla="*/ 714970 h 2132451"/>
              <a:gd name="connsiteX5-3193" fmla="*/ 1054863 w 2027759"/>
              <a:gd name="connsiteY5-3194" fmla="*/ 778959 h 2132451"/>
              <a:gd name="connsiteX6-3195" fmla="*/ 766732 w 2027759"/>
              <a:gd name="connsiteY6-3196" fmla="*/ 900401 h 2132451"/>
              <a:gd name="connsiteX7-3197" fmla="*/ 228569 w 2027759"/>
              <a:gd name="connsiteY7-3198" fmla="*/ 1002795 h 2132451"/>
              <a:gd name="connsiteX8-3199" fmla="*/ 102364 w 2027759"/>
              <a:gd name="connsiteY8-3200" fmla="*/ 550359 h 2132451"/>
              <a:gd name="connsiteX9-3201" fmla="*/ 334972 w 2027759"/>
              <a:gd name="connsiteY9-3202" fmla="*/ 238767 h 2132451"/>
              <a:gd name="connsiteX10-3203" fmla="*/ 797690 w 2027759"/>
              <a:gd name="connsiteY10-3204" fmla="*/ 33627 h 2132451"/>
              <a:gd name="connsiteX11-3205" fmla="*/ 728634 w 2027759"/>
              <a:gd name="connsiteY11-3206" fmla="*/ 47915 h 2132451"/>
              <a:gd name="connsiteX12-3207" fmla="*/ 1348417 w 2027759"/>
              <a:gd name="connsiteY12-3208" fmla="*/ 72551 h 2132451"/>
              <a:gd name="connsiteX13-3209" fmla="*/ 1810144 w 2027759"/>
              <a:gd name="connsiteY13-3210" fmla="*/ 353209 h 2132451"/>
              <a:gd name="connsiteX14-3211" fmla="*/ 2027427 w 2027759"/>
              <a:gd name="connsiteY14-3212" fmla="*/ 715347 h 2132451"/>
              <a:gd name="connsiteX15-3213" fmla="*/ 1889668 w 2027759"/>
              <a:gd name="connsiteY15-3214" fmla="*/ 1147603 h 2132451"/>
              <a:gd name="connsiteX16-3215" fmla="*/ 1912797 w 2027759"/>
              <a:gd name="connsiteY16-3216" fmla="*/ 1107027 h 2132451"/>
              <a:gd name="connsiteX17-3217" fmla="*/ 1775980 w 2027759"/>
              <a:gd name="connsiteY17-3218" fmla="*/ 1525515 h 2132451"/>
              <a:gd name="connsiteX18-3219" fmla="*/ 1235792 w 2027759"/>
              <a:gd name="connsiteY18-3220" fmla="*/ 1552653 h 2132451"/>
              <a:gd name="connsiteX19-3221" fmla="*/ 1344220 w 2027759"/>
              <a:gd name="connsiteY19-3222" fmla="*/ 1877680 h 2132451"/>
              <a:gd name="connsiteX0-3223" fmla="*/ 1575697 w 2027759"/>
              <a:gd name="connsiteY0-3224" fmla="*/ 2125640 h 2125640"/>
              <a:gd name="connsiteX1-3225" fmla="*/ 956854 w 2027759"/>
              <a:gd name="connsiteY1-3226" fmla="*/ 1223406 h 2125640"/>
              <a:gd name="connsiteX2-3227" fmla="*/ 863892 w 2027759"/>
              <a:gd name="connsiteY2-3228" fmla="*/ 1310380 h 2125640"/>
              <a:gd name="connsiteX3-3229" fmla="*/ 1026241 w 2027759"/>
              <a:gd name="connsiteY3-3230" fmla="*/ 1109600 h 2125640"/>
              <a:gd name="connsiteX4-3231" fmla="*/ 908876 w 2027759"/>
              <a:gd name="connsiteY4-3232" fmla="*/ 708159 h 2125640"/>
              <a:gd name="connsiteX5-3233" fmla="*/ 1054863 w 2027759"/>
              <a:gd name="connsiteY5-3234" fmla="*/ 772148 h 2125640"/>
              <a:gd name="connsiteX6-3235" fmla="*/ 766732 w 2027759"/>
              <a:gd name="connsiteY6-3236" fmla="*/ 893590 h 2125640"/>
              <a:gd name="connsiteX7-3237" fmla="*/ 228569 w 2027759"/>
              <a:gd name="connsiteY7-3238" fmla="*/ 995984 h 2125640"/>
              <a:gd name="connsiteX8-3239" fmla="*/ 102364 w 2027759"/>
              <a:gd name="connsiteY8-3240" fmla="*/ 543548 h 2125640"/>
              <a:gd name="connsiteX9-3241" fmla="*/ 334972 w 2027759"/>
              <a:gd name="connsiteY9-3242" fmla="*/ 231956 h 2125640"/>
              <a:gd name="connsiteX10-3243" fmla="*/ 797690 w 2027759"/>
              <a:gd name="connsiteY10-3244" fmla="*/ 26816 h 2125640"/>
              <a:gd name="connsiteX11-3245" fmla="*/ 728634 w 2027759"/>
              <a:gd name="connsiteY11-3246" fmla="*/ 41104 h 2125640"/>
              <a:gd name="connsiteX12-3247" fmla="*/ 1348417 w 2027759"/>
              <a:gd name="connsiteY12-3248" fmla="*/ 65740 h 2125640"/>
              <a:gd name="connsiteX13-3249" fmla="*/ 1810144 w 2027759"/>
              <a:gd name="connsiteY13-3250" fmla="*/ 346398 h 2125640"/>
              <a:gd name="connsiteX14-3251" fmla="*/ 2027427 w 2027759"/>
              <a:gd name="connsiteY14-3252" fmla="*/ 708536 h 2125640"/>
              <a:gd name="connsiteX15-3253" fmla="*/ 1889668 w 2027759"/>
              <a:gd name="connsiteY15-3254" fmla="*/ 1140792 h 2125640"/>
              <a:gd name="connsiteX16-3255" fmla="*/ 1912797 w 2027759"/>
              <a:gd name="connsiteY16-3256" fmla="*/ 1100216 h 2125640"/>
              <a:gd name="connsiteX17-3257" fmla="*/ 1775980 w 2027759"/>
              <a:gd name="connsiteY17-3258" fmla="*/ 1518704 h 2125640"/>
              <a:gd name="connsiteX18-3259" fmla="*/ 1235792 w 2027759"/>
              <a:gd name="connsiteY18-3260" fmla="*/ 1545842 h 2125640"/>
              <a:gd name="connsiteX19-3261" fmla="*/ 1344220 w 2027759"/>
              <a:gd name="connsiteY19-3262" fmla="*/ 1870869 h 2125640"/>
              <a:gd name="connsiteX0-3263" fmla="*/ 1575697 w 2027759"/>
              <a:gd name="connsiteY0-3264" fmla="*/ 2116587 h 2116587"/>
              <a:gd name="connsiteX1-3265" fmla="*/ 956854 w 2027759"/>
              <a:gd name="connsiteY1-3266" fmla="*/ 1214353 h 2116587"/>
              <a:gd name="connsiteX2-3267" fmla="*/ 863892 w 2027759"/>
              <a:gd name="connsiteY2-3268" fmla="*/ 1301327 h 2116587"/>
              <a:gd name="connsiteX3-3269" fmla="*/ 1026241 w 2027759"/>
              <a:gd name="connsiteY3-3270" fmla="*/ 1100547 h 2116587"/>
              <a:gd name="connsiteX4-3271" fmla="*/ 908876 w 2027759"/>
              <a:gd name="connsiteY4-3272" fmla="*/ 699106 h 2116587"/>
              <a:gd name="connsiteX5-3273" fmla="*/ 1054863 w 2027759"/>
              <a:gd name="connsiteY5-3274" fmla="*/ 763095 h 2116587"/>
              <a:gd name="connsiteX6-3275" fmla="*/ 766732 w 2027759"/>
              <a:gd name="connsiteY6-3276" fmla="*/ 884537 h 2116587"/>
              <a:gd name="connsiteX7-3277" fmla="*/ 228569 w 2027759"/>
              <a:gd name="connsiteY7-3278" fmla="*/ 986931 h 2116587"/>
              <a:gd name="connsiteX8-3279" fmla="*/ 102364 w 2027759"/>
              <a:gd name="connsiteY8-3280" fmla="*/ 534495 h 2116587"/>
              <a:gd name="connsiteX9-3281" fmla="*/ 334972 w 2027759"/>
              <a:gd name="connsiteY9-3282" fmla="*/ 222903 h 2116587"/>
              <a:gd name="connsiteX10-3283" fmla="*/ 797690 w 2027759"/>
              <a:gd name="connsiteY10-3284" fmla="*/ 17763 h 2116587"/>
              <a:gd name="connsiteX11-3285" fmla="*/ 735778 w 2027759"/>
              <a:gd name="connsiteY11-3286" fmla="*/ 13001 h 2116587"/>
              <a:gd name="connsiteX12-3287" fmla="*/ 1348417 w 2027759"/>
              <a:gd name="connsiteY12-3288" fmla="*/ 56687 h 2116587"/>
              <a:gd name="connsiteX13-3289" fmla="*/ 1810144 w 2027759"/>
              <a:gd name="connsiteY13-3290" fmla="*/ 337345 h 2116587"/>
              <a:gd name="connsiteX14-3291" fmla="*/ 2027427 w 2027759"/>
              <a:gd name="connsiteY14-3292" fmla="*/ 699483 h 2116587"/>
              <a:gd name="connsiteX15-3293" fmla="*/ 1889668 w 2027759"/>
              <a:gd name="connsiteY15-3294" fmla="*/ 1131739 h 2116587"/>
              <a:gd name="connsiteX16-3295" fmla="*/ 1912797 w 2027759"/>
              <a:gd name="connsiteY16-3296" fmla="*/ 1091163 h 2116587"/>
              <a:gd name="connsiteX17-3297" fmla="*/ 1775980 w 2027759"/>
              <a:gd name="connsiteY17-3298" fmla="*/ 1509651 h 2116587"/>
              <a:gd name="connsiteX18-3299" fmla="*/ 1235792 w 2027759"/>
              <a:gd name="connsiteY18-3300" fmla="*/ 1536789 h 2116587"/>
              <a:gd name="connsiteX19-3301" fmla="*/ 1344220 w 2027759"/>
              <a:gd name="connsiteY19-3302" fmla="*/ 1861816 h 2116587"/>
              <a:gd name="connsiteX0-3303" fmla="*/ 1575697 w 2027759"/>
              <a:gd name="connsiteY0-3304" fmla="*/ 2117752 h 2117752"/>
              <a:gd name="connsiteX1-3305" fmla="*/ 956854 w 2027759"/>
              <a:gd name="connsiteY1-3306" fmla="*/ 1215518 h 2117752"/>
              <a:gd name="connsiteX2-3307" fmla="*/ 863892 w 2027759"/>
              <a:gd name="connsiteY2-3308" fmla="*/ 1302492 h 2117752"/>
              <a:gd name="connsiteX3-3309" fmla="*/ 1026241 w 2027759"/>
              <a:gd name="connsiteY3-3310" fmla="*/ 1101712 h 2117752"/>
              <a:gd name="connsiteX4-3311" fmla="*/ 908876 w 2027759"/>
              <a:gd name="connsiteY4-3312" fmla="*/ 700271 h 2117752"/>
              <a:gd name="connsiteX5-3313" fmla="*/ 1054863 w 2027759"/>
              <a:gd name="connsiteY5-3314" fmla="*/ 764260 h 2117752"/>
              <a:gd name="connsiteX6-3315" fmla="*/ 766732 w 2027759"/>
              <a:gd name="connsiteY6-3316" fmla="*/ 885702 h 2117752"/>
              <a:gd name="connsiteX7-3317" fmla="*/ 228569 w 2027759"/>
              <a:gd name="connsiteY7-3318" fmla="*/ 988096 h 2117752"/>
              <a:gd name="connsiteX8-3319" fmla="*/ 102364 w 2027759"/>
              <a:gd name="connsiteY8-3320" fmla="*/ 535660 h 2117752"/>
              <a:gd name="connsiteX9-3321" fmla="*/ 334972 w 2027759"/>
              <a:gd name="connsiteY9-3322" fmla="*/ 224068 h 2117752"/>
              <a:gd name="connsiteX10-3323" fmla="*/ 797690 w 2027759"/>
              <a:gd name="connsiteY10-3324" fmla="*/ 18928 h 2117752"/>
              <a:gd name="connsiteX11-3325" fmla="*/ 735778 w 2027759"/>
              <a:gd name="connsiteY11-3326" fmla="*/ 14166 h 2117752"/>
              <a:gd name="connsiteX12-3327" fmla="*/ 1348417 w 2027759"/>
              <a:gd name="connsiteY12-3328" fmla="*/ 57852 h 2117752"/>
              <a:gd name="connsiteX13-3329" fmla="*/ 1810144 w 2027759"/>
              <a:gd name="connsiteY13-3330" fmla="*/ 338510 h 2117752"/>
              <a:gd name="connsiteX14-3331" fmla="*/ 2027427 w 2027759"/>
              <a:gd name="connsiteY14-3332" fmla="*/ 700648 h 2117752"/>
              <a:gd name="connsiteX15-3333" fmla="*/ 1889668 w 2027759"/>
              <a:gd name="connsiteY15-3334" fmla="*/ 1132904 h 2117752"/>
              <a:gd name="connsiteX16-3335" fmla="*/ 1912797 w 2027759"/>
              <a:gd name="connsiteY16-3336" fmla="*/ 1092328 h 2117752"/>
              <a:gd name="connsiteX17-3337" fmla="*/ 1775980 w 2027759"/>
              <a:gd name="connsiteY17-3338" fmla="*/ 1510816 h 2117752"/>
              <a:gd name="connsiteX18-3339" fmla="*/ 1235792 w 2027759"/>
              <a:gd name="connsiteY18-3340" fmla="*/ 1537954 h 2117752"/>
              <a:gd name="connsiteX19-3341" fmla="*/ 1344220 w 2027759"/>
              <a:gd name="connsiteY19-3342" fmla="*/ 1862981 h 2117752"/>
              <a:gd name="connsiteX0-3343" fmla="*/ 1575697 w 2027759"/>
              <a:gd name="connsiteY0-3344" fmla="*/ 2132452 h 2132452"/>
              <a:gd name="connsiteX1-3345" fmla="*/ 956854 w 2027759"/>
              <a:gd name="connsiteY1-3346" fmla="*/ 1230218 h 2132452"/>
              <a:gd name="connsiteX2-3347" fmla="*/ 863892 w 2027759"/>
              <a:gd name="connsiteY2-3348" fmla="*/ 1317192 h 2132452"/>
              <a:gd name="connsiteX3-3349" fmla="*/ 1026241 w 2027759"/>
              <a:gd name="connsiteY3-3350" fmla="*/ 1116412 h 2132452"/>
              <a:gd name="connsiteX4-3351" fmla="*/ 908876 w 2027759"/>
              <a:gd name="connsiteY4-3352" fmla="*/ 714971 h 2132452"/>
              <a:gd name="connsiteX5-3353" fmla="*/ 1054863 w 2027759"/>
              <a:gd name="connsiteY5-3354" fmla="*/ 778960 h 2132452"/>
              <a:gd name="connsiteX6-3355" fmla="*/ 766732 w 2027759"/>
              <a:gd name="connsiteY6-3356" fmla="*/ 900402 h 2132452"/>
              <a:gd name="connsiteX7-3357" fmla="*/ 228569 w 2027759"/>
              <a:gd name="connsiteY7-3358" fmla="*/ 1002796 h 2132452"/>
              <a:gd name="connsiteX8-3359" fmla="*/ 102364 w 2027759"/>
              <a:gd name="connsiteY8-3360" fmla="*/ 550360 h 2132452"/>
              <a:gd name="connsiteX9-3361" fmla="*/ 334972 w 2027759"/>
              <a:gd name="connsiteY9-3362" fmla="*/ 238768 h 2132452"/>
              <a:gd name="connsiteX10-3363" fmla="*/ 797690 w 2027759"/>
              <a:gd name="connsiteY10-3364" fmla="*/ 33628 h 2132452"/>
              <a:gd name="connsiteX11-3365" fmla="*/ 735778 w 2027759"/>
              <a:gd name="connsiteY11-3366" fmla="*/ 28866 h 2132452"/>
              <a:gd name="connsiteX12-3367" fmla="*/ 1348417 w 2027759"/>
              <a:gd name="connsiteY12-3368" fmla="*/ 72552 h 2132452"/>
              <a:gd name="connsiteX13-3369" fmla="*/ 1810144 w 2027759"/>
              <a:gd name="connsiteY13-3370" fmla="*/ 353210 h 2132452"/>
              <a:gd name="connsiteX14-3371" fmla="*/ 2027427 w 2027759"/>
              <a:gd name="connsiteY14-3372" fmla="*/ 715348 h 2132452"/>
              <a:gd name="connsiteX15-3373" fmla="*/ 1889668 w 2027759"/>
              <a:gd name="connsiteY15-3374" fmla="*/ 1147604 h 2132452"/>
              <a:gd name="connsiteX16-3375" fmla="*/ 1912797 w 2027759"/>
              <a:gd name="connsiteY16-3376" fmla="*/ 1107028 h 2132452"/>
              <a:gd name="connsiteX17-3377" fmla="*/ 1775980 w 2027759"/>
              <a:gd name="connsiteY17-3378" fmla="*/ 1525516 h 2132452"/>
              <a:gd name="connsiteX18-3379" fmla="*/ 1235792 w 2027759"/>
              <a:gd name="connsiteY18-3380" fmla="*/ 1552654 h 2132452"/>
              <a:gd name="connsiteX19-3381" fmla="*/ 1344220 w 2027759"/>
              <a:gd name="connsiteY19-3382" fmla="*/ 1877681 h 2132452"/>
              <a:gd name="connsiteX0-3383" fmla="*/ 1575697 w 2027759"/>
              <a:gd name="connsiteY0-3384" fmla="*/ 2132452 h 2132452"/>
              <a:gd name="connsiteX1-3385" fmla="*/ 956854 w 2027759"/>
              <a:gd name="connsiteY1-3386" fmla="*/ 1230218 h 2132452"/>
              <a:gd name="connsiteX2-3387" fmla="*/ 863892 w 2027759"/>
              <a:gd name="connsiteY2-3388" fmla="*/ 1317192 h 2132452"/>
              <a:gd name="connsiteX3-3389" fmla="*/ 1026241 w 2027759"/>
              <a:gd name="connsiteY3-3390" fmla="*/ 1116412 h 2132452"/>
              <a:gd name="connsiteX4-3391" fmla="*/ 908876 w 2027759"/>
              <a:gd name="connsiteY4-3392" fmla="*/ 714971 h 2132452"/>
              <a:gd name="connsiteX5-3393" fmla="*/ 1054863 w 2027759"/>
              <a:gd name="connsiteY5-3394" fmla="*/ 778960 h 2132452"/>
              <a:gd name="connsiteX6-3395" fmla="*/ 766732 w 2027759"/>
              <a:gd name="connsiteY6-3396" fmla="*/ 900402 h 2132452"/>
              <a:gd name="connsiteX7-3397" fmla="*/ 228569 w 2027759"/>
              <a:gd name="connsiteY7-3398" fmla="*/ 1002796 h 2132452"/>
              <a:gd name="connsiteX8-3399" fmla="*/ 102364 w 2027759"/>
              <a:gd name="connsiteY8-3400" fmla="*/ 550360 h 2132452"/>
              <a:gd name="connsiteX9-3401" fmla="*/ 334972 w 2027759"/>
              <a:gd name="connsiteY9-3402" fmla="*/ 238768 h 2132452"/>
              <a:gd name="connsiteX10-3403" fmla="*/ 797690 w 2027759"/>
              <a:gd name="connsiteY10-3404" fmla="*/ 33628 h 2132452"/>
              <a:gd name="connsiteX11-3405" fmla="*/ 735778 w 2027759"/>
              <a:gd name="connsiteY11-3406" fmla="*/ 28866 h 2132452"/>
              <a:gd name="connsiteX12-3407" fmla="*/ 1348417 w 2027759"/>
              <a:gd name="connsiteY12-3408" fmla="*/ 72552 h 2132452"/>
              <a:gd name="connsiteX13-3409" fmla="*/ 1810144 w 2027759"/>
              <a:gd name="connsiteY13-3410" fmla="*/ 353210 h 2132452"/>
              <a:gd name="connsiteX14-3411" fmla="*/ 2027427 w 2027759"/>
              <a:gd name="connsiteY14-3412" fmla="*/ 715348 h 2132452"/>
              <a:gd name="connsiteX15-3413" fmla="*/ 1889668 w 2027759"/>
              <a:gd name="connsiteY15-3414" fmla="*/ 1147604 h 2132452"/>
              <a:gd name="connsiteX16-3415" fmla="*/ 1912797 w 2027759"/>
              <a:gd name="connsiteY16-3416" fmla="*/ 1107028 h 2132452"/>
              <a:gd name="connsiteX17-3417" fmla="*/ 1775980 w 2027759"/>
              <a:gd name="connsiteY17-3418" fmla="*/ 1525516 h 2132452"/>
              <a:gd name="connsiteX18-3419" fmla="*/ 1235792 w 2027759"/>
              <a:gd name="connsiteY18-3420" fmla="*/ 1552654 h 2132452"/>
              <a:gd name="connsiteX19-3421" fmla="*/ 1344220 w 2027759"/>
              <a:gd name="connsiteY19-3422" fmla="*/ 1877681 h 2132452"/>
              <a:gd name="connsiteX0-3423" fmla="*/ 1575697 w 2027759"/>
              <a:gd name="connsiteY0-3424" fmla="*/ 2143974 h 2143974"/>
              <a:gd name="connsiteX1-3425" fmla="*/ 956854 w 2027759"/>
              <a:gd name="connsiteY1-3426" fmla="*/ 1241740 h 2143974"/>
              <a:gd name="connsiteX2-3427" fmla="*/ 863892 w 2027759"/>
              <a:gd name="connsiteY2-3428" fmla="*/ 1328714 h 2143974"/>
              <a:gd name="connsiteX3-3429" fmla="*/ 1026241 w 2027759"/>
              <a:gd name="connsiteY3-3430" fmla="*/ 1127934 h 2143974"/>
              <a:gd name="connsiteX4-3431" fmla="*/ 908876 w 2027759"/>
              <a:gd name="connsiteY4-3432" fmla="*/ 726493 h 2143974"/>
              <a:gd name="connsiteX5-3433" fmla="*/ 1054863 w 2027759"/>
              <a:gd name="connsiteY5-3434" fmla="*/ 790482 h 2143974"/>
              <a:gd name="connsiteX6-3435" fmla="*/ 766732 w 2027759"/>
              <a:gd name="connsiteY6-3436" fmla="*/ 911924 h 2143974"/>
              <a:gd name="connsiteX7-3437" fmla="*/ 228569 w 2027759"/>
              <a:gd name="connsiteY7-3438" fmla="*/ 1014318 h 2143974"/>
              <a:gd name="connsiteX8-3439" fmla="*/ 102364 w 2027759"/>
              <a:gd name="connsiteY8-3440" fmla="*/ 561882 h 2143974"/>
              <a:gd name="connsiteX9-3441" fmla="*/ 334972 w 2027759"/>
              <a:gd name="connsiteY9-3442" fmla="*/ 250290 h 2143974"/>
              <a:gd name="connsiteX10-3443" fmla="*/ 797690 w 2027759"/>
              <a:gd name="connsiteY10-3444" fmla="*/ 45150 h 2143974"/>
              <a:gd name="connsiteX11-3445" fmla="*/ 752447 w 2027759"/>
              <a:gd name="connsiteY11-3446" fmla="*/ 26101 h 2143974"/>
              <a:gd name="connsiteX12-3447" fmla="*/ 1348417 w 2027759"/>
              <a:gd name="connsiteY12-3448" fmla="*/ 84074 h 2143974"/>
              <a:gd name="connsiteX13-3449" fmla="*/ 1810144 w 2027759"/>
              <a:gd name="connsiteY13-3450" fmla="*/ 364732 h 2143974"/>
              <a:gd name="connsiteX14-3451" fmla="*/ 2027427 w 2027759"/>
              <a:gd name="connsiteY14-3452" fmla="*/ 726870 h 2143974"/>
              <a:gd name="connsiteX15-3453" fmla="*/ 1889668 w 2027759"/>
              <a:gd name="connsiteY15-3454" fmla="*/ 1159126 h 2143974"/>
              <a:gd name="connsiteX16-3455" fmla="*/ 1912797 w 2027759"/>
              <a:gd name="connsiteY16-3456" fmla="*/ 1118550 h 2143974"/>
              <a:gd name="connsiteX17-3457" fmla="*/ 1775980 w 2027759"/>
              <a:gd name="connsiteY17-3458" fmla="*/ 1537038 h 2143974"/>
              <a:gd name="connsiteX18-3459" fmla="*/ 1235792 w 2027759"/>
              <a:gd name="connsiteY18-3460" fmla="*/ 1564176 h 2143974"/>
              <a:gd name="connsiteX19-3461" fmla="*/ 1344220 w 2027759"/>
              <a:gd name="connsiteY19-3462" fmla="*/ 1889203 h 2143974"/>
              <a:gd name="connsiteX0-3463" fmla="*/ 1575697 w 2027759"/>
              <a:gd name="connsiteY0-3464" fmla="*/ 2143974 h 2143974"/>
              <a:gd name="connsiteX1-3465" fmla="*/ 956854 w 2027759"/>
              <a:gd name="connsiteY1-3466" fmla="*/ 1241740 h 2143974"/>
              <a:gd name="connsiteX2-3467" fmla="*/ 863892 w 2027759"/>
              <a:gd name="connsiteY2-3468" fmla="*/ 1328714 h 2143974"/>
              <a:gd name="connsiteX3-3469" fmla="*/ 1026241 w 2027759"/>
              <a:gd name="connsiteY3-3470" fmla="*/ 1127934 h 2143974"/>
              <a:gd name="connsiteX4-3471" fmla="*/ 908876 w 2027759"/>
              <a:gd name="connsiteY4-3472" fmla="*/ 726493 h 2143974"/>
              <a:gd name="connsiteX5-3473" fmla="*/ 1054863 w 2027759"/>
              <a:gd name="connsiteY5-3474" fmla="*/ 790482 h 2143974"/>
              <a:gd name="connsiteX6-3475" fmla="*/ 766732 w 2027759"/>
              <a:gd name="connsiteY6-3476" fmla="*/ 911924 h 2143974"/>
              <a:gd name="connsiteX7-3477" fmla="*/ 228569 w 2027759"/>
              <a:gd name="connsiteY7-3478" fmla="*/ 1014318 h 2143974"/>
              <a:gd name="connsiteX8-3479" fmla="*/ 102364 w 2027759"/>
              <a:gd name="connsiteY8-3480" fmla="*/ 561882 h 2143974"/>
              <a:gd name="connsiteX9-3481" fmla="*/ 334972 w 2027759"/>
              <a:gd name="connsiteY9-3482" fmla="*/ 250290 h 2143974"/>
              <a:gd name="connsiteX10-3483" fmla="*/ 797690 w 2027759"/>
              <a:gd name="connsiteY10-3484" fmla="*/ 45150 h 2143974"/>
              <a:gd name="connsiteX11-3485" fmla="*/ 752447 w 2027759"/>
              <a:gd name="connsiteY11-3486" fmla="*/ 26101 h 2143974"/>
              <a:gd name="connsiteX12-3487" fmla="*/ 1348417 w 2027759"/>
              <a:gd name="connsiteY12-3488" fmla="*/ 84074 h 2143974"/>
              <a:gd name="connsiteX13-3489" fmla="*/ 1810144 w 2027759"/>
              <a:gd name="connsiteY13-3490" fmla="*/ 364732 h 2143974"/>
              <a:gd name="connsiteX14-3491" fmla="*/ 2027427 w 2027759"/>
              <a:gd name="connsiteY14-3492" fmla="*/ 726870 h 2143974"/>
              <a:gd name="connsiteX15-3493" fmla="*/ 1889668 w 2027759"/>
              <a:gd name="connsiteY15-3494" fmla="*/ 1159126 h 2143974"/>
              <a:gd name="connsiteX16-3495" fmla="*/ 1912797 w 2027759"/>
              <a:gd name="connsiteY16-3496" fmla="*/ 1118550 h 2143974"/>
              <a:gd name="connsiteX17-3497" fmla="*/ 1775980 w 2027759"/>
              <a:gd name="connsiteY17-3498" fmla="*/ 1537038 h 2143974"/>
              <a:gd name="connsiteX18-3499" fmla="*/ 1235792 w 2027759"/>
              <a:gd name="connsiteY18-3500" fmla="*/ 1564176 h 2143974"/>
              <a:gd name="connsiteX19-3501" fmla="*/ 1344220 w 2027759"/>
              <a:gd name="connsiteY19-3502" fmla="*/ 1889203 h 2143974"/>
              <a:gd name="connsiteX0-3503" fmla="*/ 1575697 w 2027759"/>
              <a:gd name="connsiteY0-3504" fmla="*/ 2122925 h 2122925"/>
              <a:gd name="connsiteX1-3505" fmla="*/ 956854 w 2027759"/>
              <a:gd name="connsiteY1-3506" fmla="*/ 1220691 h 2122925"/>
              <a:gd name="connsiteX2-3507" fmla="*/ 863892 w 2027759"/>
              <a:gd name="connsiteY2-3508" fmla="*/ 1307665 h 2122925"/>
              <a:gd name="connsiteX3-3509" fmla="*/ 1026241 w 2027759"/>
              <a:gd name="connsiteY3-3510" fmla="*/ 1106885 h 2122925"/>
              <a:gd name="connsiteX4-3511" fmla="*/ 908876 w 2027759"/>
              <a:gd name="connsiteY4-3512" fmla="*/ 705444 h 2122925"/>
              <a:gd name="connsiteX5-3513" fmla="*/ 1054863 w 2027759"/>
              <a:gd name="connsiteY5-3514" fmla="*/ 769433 h 2122925"/>
              <a:gd name="connsiteX6-3515" fmla="*/ 766732 w 2027759"/>
              <a:gd name="connsiteY6-3516" fmla="*/ 890875 h 2122925"/>
              <a:gd name="connsiteX7-3517" fmla="*/ 228569 w 2027759"/>
              <a:gd name="connsiteY7-3518" fmla="*/ 993269 h 2122925"/>
              <a:gd name="connsiteX8-3519" fmla="*/ 102364 w 2027759"/>
              <a:gd name="connsiteY8-3520" fmla="*/ 540833 h 2122925"/>
              <a:gd name="connsiteX9-3521" fmla="*/ 334972 w 2027759"/>
              <a:gd name="connsiteY9-3522" fmla="*/ 229241 h 2122925"/>
              <a:gd name="connsiteX10-3523" fmla="*/ 792927 w 2027759"/>
              <a:gd name="connsiteY10-3524" fmla="*/ 19338 h 2122925"/>
              <a:gd name="connsiteX11-3525" fmla="*/ 752447 w 2027759"/>
              <a:gd name="connsiteY11-3526" fmla="*/ 5052 h 2122925"/>
              <a:gd name="connsiteX12-3527" fmla="*/ 1348417 w 2027759"/>
              <a:gd name="connsiteY12-3528" fmla="*/ 63025 h 2122925"/>
              <a:gd name="connsiteX13-3529" fmla="*/ 1810144 w 2027759"/>
              <a:gd name="connsiteY13-3530" fmla="*/ 343683 h 2122925"/>
              <a:gd name="connsiteX14-3531" fmla="*/ 2027427 w 2027759"/>
              <a:gd name="connsiteY14-3532" fmla="*/ 705821 h 2122925"/>
              <a:gd name="connsiteX15-3533" fmla="*/ 1889668 w 2027759"/>
              <a:gd name="connsiteY15-3534" fmla="*/ 1138077 h 2122925"/>
              <a:gd name="connsiteX16-3535" fmla="*/ 1912797 w 2027759"/>
              <a:gd name="connsiteY16-3536" fmla="*/ 1097501 h 2122925"/>
              <a:gd name="connsiteX17-3537" fmla="*/ 1775980 w 2027759"/>
              <a:gd name="connsiteY17-3538" fmla="*/ 1515989 h 2122925"/>
              <a:gd name="connsiteX18-3539" fmla="*/ 1235792 w 2027759"/>
              <a:gd name="connsiteY18-3540" fmla="*/ 1543127 h 2122925"/>
              <a:gd name="connsiteX19-3541" fmla="*/ 1344220 w 2027759"/>
              <a:gd name="connsiteY19-3542" fmla="*/ 1868154 h 2122925"/>
              <a:gd name="connsiteX0-3543" fmla="*/ 1575697 w 2027759"/>
              <a:gd name="connsiteY0-3544" fmla="*/ 2122007 h 2122007"/>
              <a:gd name="connsiteX1-3545" fmla="*/ 956854 w 2027759"/>
              <a:gd name="connsiteY1-3546" fmla="*/ 1219773 h 2122007"/>
              <a:gd name="connsiteX2-3547" fmla="*/ 863892 w 2027759"/>
              <a:gd name="connsiteY2-3548" fmla="*/ 1306747 h 2122007"/>
              <a:gd name="connsiteX3-3549" fmla="*/ 1026241 w 2027759"/>
              <a:gd name="connsiteY3-3550" fmla="*/ 1105967 h 2122007"/>
              <a:gd name="connsiteX4-3551" fmla="*/ 908876 w 2027759"/>
              <a:gd name="connsiteY4-3552" fmla="*/ 704526 h 2122007"/>
              <a:gd name="connsiteX5-3553" fmla="*/ 1054863 w 2027759"/>
              <a:gd name="connsiteY5-3554" fmla="*/ 768515 h 2122007"/>
              <a:gd name="connsiteX6-3555" fmla="*/ 766732 w 2027759"/>
              <a:gd name="connsiteY6-3556" fmla="*/ 889957 h 2122007"/>
              <a:gd name="connsiteX7-3557" fmla="*/ 228569 w 2027759"/>
              <a:gd name="connsiteY7-3558" fmla="*/ 992351 h 2122007"/>
              <a:gd name="connsiteX8-3559" fmla="*/ 102364 w 2027759"/>
              <a:gd name="connsiteY8-3560" fmla="*/ 539915 h 2122007"/>
              <a:gd name="connsiteX9-3561" fmla="*/ 334972 w 2027759"/>
              <a:gd name="connsiteY9-3562" fmla="*/ 228323 h 2122007"/>
              <a:gd name="connsiteX10-3563" fmla="*/ 792927 w 2027759"/>
              <a:gd name="connsiteY10-3564" fmla="*/ 18420 h 2122007"/>
              <a:gd name="connsiteX11-3565" fmla="*/ 752447 w 2027759"/>
              <a:gd name="connsiteY11-3566" fmla="*/ 4134 h 2122007"/>
              <a:gd name="connsiteX12-3567" fmla="*/ 1348417 w 2027759"/>
              <a:gd name="connsiteY12-3568" fmla="*/ 62107 h 2122007"/>
              <a:gd name="connsiteX13-3569" fmla="*/ 1810144 w 2027759"/>
              <a:gd name="connsiteY13-3570" fmla="*/ 342765 h 2122007"/>
              <a:gd name="connsiteX14-3571" fmla="*/ 2027427 w 2027759"/>
              <a:gd name="connsiteY14-3572" fmla="*/ 704903 h 2122007"/>
              <a:gd name="connsiteX15-3573" fmla="*/ 1889668 w 2027759"/>
              <a:gd name="connsiteY15-3574" fmla="*/ 1137159 h 2122007"/>
              <a:gd name="connsiteX16-3575" fmla="*/ 1912797 w 2027759"/>
              <a:gd name="connsiteY16-3576" fmla="*/ 1096583 h 2122007"/>
              <a:gd name="connsiteX17-3577" fmla="*/ 1775980 w 2027759"/>
              <a:gd name="connsiteY17-3578" fmla="*/ 1515071 h 2122007"/>
              <a:gd name="connsiteX18-3579" fmla="*/ 1235792 w 2027759"/>
              <a:gd name="connsiteY18-3580" fmla="*/ 1542209 h 2122007"/>
              <a:gd name="connsiteX19-3581" fmla="*/ 1344220 w 2027759"/>
              <a:gd name="connsiteY19-3582" fmla="*/ 1867236 h 2122007"/>
              <a:gd name="connsiteX0-3583" fmla="*/ 1575697 w 2027759"/>
              <a:gd name="connsiteY0-3584" fmla="*/ 2143277 h 2143277"/>
              <a:gd name="connsiteX1-3585" fmla="*/ 956854 w 2027759"/>
              <a:gd name="connsiteY1-3586" fmla="*/ 1241043 h 2143277"/>
              <a:gd name="connsiteX2-3587" fmla="*/ 863892 w 2027759"/>
              <a:gd name="connsiteY2-3588" fmla="*/ 1328017 h 2143277"/>
              <a:gd name="connsiteX3-3589" fmla="*/ 1026241 w 2027759"/>
              <a:gd name="connsiteY3-3590" fmla="*/ 1127237 h 2143277"/>
              <a:gd name="connsiteX4-3591" fmla="*/ 908876 w 2027759"/>
              <a:gd name="connsiteY4-3592" fmla="*/ 725796 h 2143277"/>
              <a:gd name="connsiteX5-3593" fmla="*/ 1054863 w 2027759"/>
              <a:gd name="connsiteY5-3594" fmla="*/ 789785 h 2143277"/>
              <a:gd name="connsiteX6-3595" fmla="*/ 766732 w 2027759"/>
              <a:gd name="connsiteY6-3596" fmla="*/ 911227 h 2143277"/>
              <a:gd name="connsiteX7-3597" fmla="*/ 228569 w 2027759"/>
              <a:gd name="connsiteY7-3598" fmla="*/ 1013621 h 2143277"/>
              <a:gd name="connsiteX8-3599" fmla="*/ 102364 w 2027759"/>
              <a:gd name="connsiteY8-3600" fmla="*/ 561185 h 2143277"/>
              <a:gd name="connsiteX9-3601" fmla="*/ 334972 w 2027759"/>
              <a:gd name="connsiteY9-3602" fmla="*/ 249593 h 2143277"/>
              <a:gd name="connsiteX10-3603" fmla="*/ 792927 w 2027759"/>
              <a:gd name="connsiteY10-3604" fmla="*/ 39690 h 2143277"/>
              <a:gd name="connsiteX11-3605" fmla="*/ 752447 w 2027759"/>
              <a:gd name="connsiteY11-3606" fmla="*/ 25404 h 2143277"/>
              <a:gd name="connsiteX12-3607" fmla="*/ 1348417 w 2027759"/>
              <a:gd name="connsiteY12-3608" fmla="*/ 83377 h 2143277"/>
              <a:gd name="connsiteX13-3609" fmla="*/ 1810144 w 2027759"/>
              <a:gd name="connsiteY13-3610" fmla="*/ 364035 h 2143277"/>
              <a:gd name="connsiteX14-3611" fmla="*/ 2027427 w 2027759"/>
              <a:gd name="connsiteY14-3612" fmla="*/ 726173 h 2143277"/>
              <a:gd name="connsiteX15-3613" fmla="*/ 1889668 w 2027759"/>
              <a:gd name="connsiteY15-3614" fmla="*/ 1158429 h 2143277"/>
              <a:gd name="connsiteX16-3615" fmla="*/ 1912797 w 2027759"/>
              <a:gd name="connsiteY16-3616" fmla="*/ 1117853 h 2143277"/>
              <a:gd name="connsiteX17-3617" fmla="*/ 1775980 w 2027759"/>
              <a:gd name="connsiteY17-3618" fmla="*/ 1536341 h 2143277"/>
              <a:gd name="connsiteX18-3619" fmla="*/ 1235792 w 2027759"/>
              <a:gd name="connsiteY18-3620" fmla="*/ 1563479 h 2143277"/>
              <a:gd name="connsiteX19-3621" fmla="*/ 1344220 w 2027759"/>
              <a:gd name="connsiteY19-3622" fmla="*/ 1888506 h 2143277"/>
              <a:gd name="connsiteX0-3623" fmla="*/ 1575697 w 2027759"/>
              <a:gd name="connsiteY0-3624" fmla="*/ 2149220 h 2149220"/>
              <a:gd name="connsiteX1-3625" fmla="*/ 956854 w 2027759"/>
              <a:gd name="connsiteY1-3626" fmla="*/ 1246986 h 2149220"/>
              <a:gd name="connsiteX2-3627" fmla="*/ 863892 w 2027759"/>
              <a:gd name="connsiteY2-3628" fmla="*/ 1333960 h 2149220"/>
              <a:gd name="connsiteX3-3629" fmla="*/ 1026241 w 2027759"/>
              <a:gd name="connsiteY3-3630" fmla="*/ 1133180 h 2149220"/>
              <a:gd name="connsiteX4-3631" fmla="*/ 908876 w 2027759"/>
              <a:gd name="connsiteY4-3632" fmla="*/ 731739 h 2149220"/>
              <a:gd name="connsiteX5-3633" fmla="*/ 1054863 w 2027759"/>
              <a:gd name="connsiteY5-3634" fmla="*/ 795728 h 2149220"/>
              <a:gd name="connsiteX6-3635" fmla="*/ 766732 w 2027759"/>
              <a:gd name="connsiteY6-3636" fmla="*/ 917170 h 2149220"/>
              <a:gd name="connsiteX7-3637" fmla="*/ 228569 w 2027759"/>
              <a:gd name="connsiteY7-3638" fmla="*/ 1019564 h 2149220"/>
              <a:gd name="connsiteX8-3639" fmla="*/ 102364 w 2027759"/>
              <a:gd name="connsiteY8-3640" fmla="*/ 567128 h 2149220"/>
              <a:gd name="connsiteX9-3641" fmla="*/ 334972 w 2027759"/>
              <a:gd name="connsiteY9-3642" fmla="*/ 255536 h 2149220"/>
              <a:gd name="connsiteX10-3643" fmla="*/ 792927 w 2027759"/>
              <a:gd name="connsiteY10-3644" fmla="*/ 45633 h 2149220"/>
              <a:gd name="connsiteX11-3645" fmla="*/ 771497 w 2027759"/>
              <a:gd name="connsiteY11-3646" fmla="*/ 24204 h 2149220"/>
              <a:gd name="connsiteX12-3647" fmla="*/ 1348417 w 2027759"/>
              <a:gd name="connsiteY12-3648" fmla="*/ 89320 h 2149220"/>
              <a:gd name="connsiteX13-3649" fmla="*/ 1810144 w 2027759"/>
              <a:gd name="connsiteY13-3650" fmla="*/ 369978 h 2149220"/>
              <a:gd name="connsiteX14-3651" fmla="*/ 2027427 w 2027759"/>
              <a:gd name="connsiteY14-3652" fmla="*/ 732116 h 2149220"/>
              <a:gd name="connsiteX15-3653" fmla="*/ 1889668 w 2027759"/>
              <a:gd name="connsiteY15-3654" fmla="*/ 1164372 h 2149220"/>
              <a:gd name="connsiteX16-3655" fmla="*/ 1912797 w 2027759"/>
              <a:gd name="connsiteY16-3656" fmla="*/ 1123796 h 2149220"/>
              <a:gd name="connsiteX17-3657" fmla="*/ 1775980 w 2027759"/>
              <a:gd name="connsiteY17-3658" fmla="*/ 1542284 h 2149220"/>
              <a:gd name="connsiteX18-3659" fmla="*/ 1235792 w 2027759"/>
              <a:gd name="connsiteY18-3660" fmla="*/ 1569422 h 2149220"/>
              <a:gd name="connsiteX19-3661" fmla="*/ 1344220 w 2027759"/>
              <a:gd name="connsiteY19-3662" fmla="*/ 1894449 h 2149220"/>
              <a:gd name="connsiteX0-3663" fmla="*/ 1575697 w 2027759"/>
              <a:gd name="connsiteY0-3664" fmla="*/ 2149220 h 2149220"/>
              <a:gd name="connsiteX1-3665" fmla="*/ 956854 w 2027759"/>
              <a:gd name="connsiteY1-3666" fmla="*/ 1246986 h 2149220"/>
              <a:gd name="connsiteX2-3667" fmla="*/ 863892 w 2027759"/>
              <a:gd name="connsiteY2-3668" fmla="*/ 1333960 h 2149220"/>
              <a:gd name="connsiteX3-3669" fmla="*/ 1026241 w 2027759"/>
              <a:gd name="connsiteY3-3670" fmla="*/ 1133180 h 2149220"/>
              <a:gd name="connsiteX4-3671" fmla="*/ 908876 w 2027759"/>
              <a:gd name="connsiteY4-3672" fmla="*/ 731739 h 2149220"/>
              <a:gd name="connsiteX5-3673" fmla="*/ 1054863 w 2027759"/>
              <a:gd name="connsiteY5-3674" fmla="*/ 795728 h 2149220"/>
              <a:gd name="connsiteX6-3675" fmla="*/ 766732 w 2027759"/>
              <a:gd name="connsiteY6-3676" fmla="*/ 917170 h 2149220"/>
              <a:gd name="connsiteX7-3677" fmla="*/ 228569 w 2027759"/>
              <a:gd name="connsiteY7-3678" fmla="*/ 1019564 h 2149220"/>
              <a:gd name="connsiteX8-3679" fmla="*/ 102364 w 2027759"/>
              <a:gd name="connsiteY8-3680" fmla="*/ 567128 h 2149220"/>
              <a:gd name="connsiteX9-3681" fmla="*/ 334972 w 2027759"/>
              <a:gd name="connsiteY9-3682" fmla="*/ 255536 h 2149220"/>
              <a:gd name="connsiteX10-3683" fmla="*/ 792927 w 2027759"/>
              <a:gd name="connsiteY10-3684" fmla="*/ 45633 h 2149220"/>
              <a:gd name="connsiteX11-3685" fmla="*/ 771497 w 2027759"/>
              <a:gd name="connsiteY11-3686" fmla="*/ 24204 h 2149220"/>
              <a:gd name="connsiteX12-3687" fmla="*/ 1348417 w 2027759"/>
              <a:gd name="connsiteY12-3688" fmla="*/ 89320 h 2149220"/>
              <a:gd name="connsiteX13-3689" fmla="*/ 1810144 w 2027759"/>
              <a:gd name="connsiteY13-3690" fmla="*/ 369978 h 2149220"/>
              <a:gd name="connsiteX14-3691" fmla="*/ 2027427 w 2027759"/>
              <a:gd name="connsiteY14-3692" fmla="*/ 732116 h 2149220"/>
              <a:gd name="connsiteX15-3693" fmla="*/ 1889668 w 2027759"/>
              <a:gd name="connsiteY15-3694" fmla="*/ 1164372 h 2149220"/>
              <a:gd name="connsiteX16-3695" fmla="*/ 1912797 w 2027759"/>
              <a:gd name="connsiteY16-3696" fmla="*/ 1123796 h 2149220"/>
              <a:gd name="connsiteX17-3697" fmla="*/ 1775980 w 2027759"/>
              <a:gd name="connsiteY17-3698" fmla="*/ 1542284 h 2149220"/>
              <a:gd name="connsiteX18-3699" fmla="*/ 1235792 w 2027759"/>
              <a:gd name="connsiteY18-3700" fmla="*/ 1569422 h 2149220"/>
              <a:gd name="connsiteX19-3701" fmla="*/ 1344220 w 2027759"/>
              <a:gd name="connsiteY19-3702" fmla="*/ 1894449 h 2149220"/>
              <a:gd name="connsiteX0-3703" fmla="*/ 1575697 w 2027759"/>
              <a:gd name="connsiteY0-3704" fmla="*/ 2149220 h 2149220"/>
              <a:gd name="connsiteX1-3705" fmla="*/ 956854 w 2027759"/>
              <a:gd name="connsiteY1-3706" fmla="*/ 1246986 h 2149220"/>
              <a:gd name="connsiteX2-3707" fmla="*/ 863892 w 2027759"/>
              <a:gd name="connsiteY2-3708" fmla="*/ 1333960 h 2149220"/>
              <a:gd name="connsiteX3-3709" fmla="*/ 1026241 w 2027759"/>
              <a:gd name="connsiteY3-3710" fmla="*/ 1133180 h 2149220"/>
              <a:gd name="connsiteX4-3711" fmla="*/ 908876 w 2027759"/>
              <a:gd name="connsiteY4-3712" fmla="*/ 731739 h 2149220"/>
              <a:gd name="connsiteX5-3713" fmla="*/ 1054863 w 2027759"/>
              <a:gd name="connsiteY5-3714" fmla="*/ 795728 h 2149220"/>
              <a:gd name="connsiteX6-3715" fmla="*/ 766732 w 2027759"/>
              <a:gd name="connsiteY6-3716" fmla="*/ 917170 h 2149220"/>
              <a:gd name="connsiteX7-3717" fmla="*/ 228569 w 2027759"/>
              <a:gd name="connsiteY7-3718" fmla="*/ 1019564 h 2149220"/>
              <a:gd name="connsiteX8-3719" fmla="*/ 102364 w 2027759"/>
              <a:gd name="connsiteY8-3720" fmla="*/ 567128 h 2149220"/>
              <a:gd name="connsiteX9-3721" fmla="*/ 334972 w 2027759"/>
              <a:gd name="connsiteY9-3722" fmla="*/ 255536 h 2149220"/>
              <a:gd name="connsiteX10-3723" fmla="*/ 792927 w 2027759"/>
              <a:gd name="connsiteY10-3724" fmla="*/ 45633 h 2149220"/>
              <a:gd name="connsiteX11-3725" fmla="*/ 771497 w 2027759"/>
              <a:gd name="connsiteY11-3726" fmla="*/ 24204 h 2149220"/>
              <a:gd name="connsiteX12-3727" fmla="*/ 1348417 w 2027759"/>
              <a:gd name="connsiteY12-3728" fmla="*/ 89320 h 2149220"/>
              <a:gd name="connsiteX13-3729" fmla="*/ 1810144 w 2027759"/>
              <a:gd name="connsiteY13-3730" fmla="*/ 369978 h 2149220"/>
              <a:gd name="connsiteX14-3731" fmla="*/ 2027427 w 2027759"/>
              <a:gd name="connsiteY14-3732" fmla="*/ 732116 h 2149220"/>
              <a:gd name="connsiteX15-3733" fmla="*/ 1889668 w 2027759"/>
              <a:gd name="connsiteY15-3734" fmla="*/ 1164372 h 2149220"/>
              <a:gd name="connsiteX16-3735" fmla="*/ 1912797 w 2027759"/>
              <a:gd name="connsiteY16-3736" fmla="*/ 1123796 h 2149220"/>
              <a:gd name="connsiteX17-3737" fmla="*/ 1775980 w 2027759"/>
              <a:gd name="connsiteY17-3738" fmla="*/ 1542284 h 2149220"/>
              <a:gd name="connsiteX18-3739" fmla="*/ 1235792 w 2027759"/>
              <a:gd name="connsiteY18-3740" fmla="*/ 1569422 h 2149220"/>
              <a:gd name="connsiteX19-3741" fmla="*/ 1344220 w 2027759"/>
              <a:gd name="connsiteY19-3742" fmla="*/ 1894449 h 2149220"/>
              <a:gd name="connsiteX0-3743" fmla="*/ 1575697 w 2027759"/>
              <a:gd name="connsiteY0-3744" fmla="*/ 2149220 h 2149220"/>
              <a:gd name="connsiteX1-3745" fmla="*/ 956854 w 2027759"/>
              <a:gd name="connsiteY1-3746" fmla="*/ 1246986 h 2149220"/>
              <a:gd name="connsiteX2-3747" fmla="*/ 863892 w 2027759"/>
              <a:gd name="connsiteY2-3748" fmla="*/ 1333960 h 2149220"/>
              <a:gd name="connsiteX3-3749" fmla="*/ 1026241 w 2027759"/>
              <a:gd name="connsiteY3-3750" fmla="*/ 1133180 h 2149220"/>
              <a:gd name="connsiteX4-3751" fmla="*/ 908876 w 2027759"/>
              <a:gd name="connsiteY4-3752" fmla="*/ 731739 h 2149220"/>
              <a:gd name="connsiteX5-3753" fmla="*/ 1054863 w 2027759"/>
              <a:gd name="connsiteY5-3754" fmla="*/ 795728 h 2149220"/>
              <a:gd name="connsiteX6-3755" fmla="*/ 766732 w 2027759"/>
              <a:gd name="connsiteY6-3756" fmla="*/ 917170 h 2149220"/>
              <a:gd name="connsiteX7-3757" fmla="*/ 228569 w 2027759"/>
              <a:gd name="connsiteY7-3758" fmla="*/ 1019564 h 2149220"/>
              <a:gd name="connsiteX8-3759" fmla="*/ 102364 w 2027759"/>
              <a:gd name="connsiteY8-3760" fmla="*/ 567128 h 2149220"/>
              <a:gd name="connsiteX9-3761" fmla="*/ 334972 w 2027759"/>
              <a:gd name="connsiteY9-3762" fmla="*/ 255536 h 2149220"/>
              <a:gd name="connsiteX10-3763" fmla="*/ 792927 w 2027759"/>
              <a:gd name="connsiteY10-3764" fmla="*/ 45633 h 2149220"/>
              <a:gd name="connsiteX11-3765" fmla="*/ 771497 w 2027759"/>
              <a:gd name="connsiteY11-3766" fmla="*/ 24204 h 2149220"/>
              <a:gd name="connsiteX12-3767" fmla="*/ 1348417 w 2027759"/>
              <a:gd name="connsiteY12-3768" fmla="*/ 89320 h 2149220"/>
              <a:gd name="connsiteX13-3769" fmla="*/ 1810144 w 2027759"/>
              <a:gd name="connsiteY13-3770" fmla="*/ 369978 h 2149220"/>
              <a:gd name="connsiteX14-3771" fmla="*/ 2027427 w 2027759"/>
              <a:gd name="connsiteY14-3772" fmla="*/ 732116 h 2149220"/>
              <a:gd name="connsiteX15-3773" fmla="*/ 1889668 w 2027759"/>
              <a:gd name="connsiteY15-3774" fmla="*/ 1164372 h 2149220"/>
              <a:gd name="connsiteX16-3775" fmla="*/ 1912797 w 2027759"/>
              <a:gd name="connsiteY16-3776" fmla="*/ 1123796 h 2149220"/>
              <a:gd name="connsiteX17-3777" fmla="*/ 1775980 w 2027759"/>
              <a:gd name="connsiteY17-3778" fmla="*/ 1542284 h 2149220"/>
              <a:gd name="connsiteX18-3779" fmla="*/ 1235792 w 2027759"/>
              <a:gd name="connsiteY18-3780" fmla="*/ 1569422 h 2149220"/>
              <a:gd name="connsiteX19-3781" fmla="*/ 1344220 w 2027759"/>
              <a:gd name="connsiteY19-3782" fmla="*/ 1894449 h 2149220"/>
              <a:gd name="connsiteX0-3783" fmla="*/ 1575697 w 2027759"/>
              <a:gd name="connsiteY0-3784" fmla="*/ 2125930 h 2125930"/>
              <a:gd name="connsiteX1-3785" fmla="*/ 956854 w 2027759"/>
              <a:gd name="connsiteY1-3786" fmla="*/ 1223696 h 2125930"/>
              <a:gd name="connsiteX2-3787" fmla="*/ 863892 w 2027759"/>
              <a:gd name="connsiteY2-3788" fmla="*/ 1310670 h 2125930"/>
              <a:gd name="connsiteX3-3789" fmla="*/ 1026241 w 2027759"/>
              <a:gd name="connsiteY3-3790" fmla="*/ 1109890 h 2125930"/>
              <a:gd name="connsiteX4-3791" fmla="*/ 908876 w 2027759"/>
              <a:gd name="connsiteY4-3792" fmla="*/ 708449 h 2125930"/>
              <a:gd name="connsiteX5-3793" fmla="*/ 1054863 w 2027759"/>
              <a:gd name="connsiteY5-3794" fmla="*/ 772438 h 2125930"/>
              <a:gd name="connsiteX6-3795" fmla="*/ 766732 w 2027759"/>
              <a:gd name="connsiteY6-3796" fmla="*/ 893880 h 2125930"/>
              <a:gd name="connsiteX7-3797" fmla="*/ 228569 w 2027759"/>
              <a:gd name="connsiteY7-3798" fmla="*/ 996274 h 2125930"/>
              <a:gd name="connsiteX8-3799" fmla="*/ 102364 w 2027759"/>
              <a:gd name="connsiteY8-3800" fmla="*/ 543838 h 2125930"/>
              <a:gd name="connsiteX9-3801" fmla="*/ 334972 w 2027759"/>
              <a:gd name="connsiteY9-3802" fmla="*/ 232246 h 2125930"/>
              <a:gd name="connsiteX10-3803" fmla="*/ 792927 w 2027759"/>
              <a:gd name="connsiteY10-3804" fmla="*/ 22343 h 2125930"/>
              <a:gd name="connsiteX11-3805" fmla="*/ 771497 w 2027759"/>
              <a:gd name="connsiteY11-3806" fmla="*/ 914 h 2125930"/>
              <a:gd name="connsiteX12-3807" fmla="*/ 1384136 w 2027759"/>
              <a:gd name="connsiteY12-3808" fmla="*/ 85080 h 2125930"/>
              <a:gd name="connsiteX13-3809" fmla="*/ 1810144 w 2027759"/>
              <a:gd name="connsiteY13-3810" fmla="*/ 346688 h 2125930"/>
              <a:gd name="connsiteX14-3811" fmla="*/ 2027427 w 2027759"/>
              <a:gd name="connsiteY14-3812" fmla="*/ 708826 h 2125930"/>
              <a:gd name="connsiteX15-3813" fmla="*/ 1889668 w 2027759"/>
              <a:gd name="connsiteY15-3814" fmla="*/ 1141082 h 2125930"/>
              <a:gd name="connsiteX16-3815" fmla="*/ 1912797 w 2027759"/>
              <a:gd name="connsiteY16-3816" fmla="*/ 1100506 h 2125930"/>
              <a:gd name="connsiteX17-3817" fmla="*/ 1775980 w 2027759"/>
              <a:gd name="connsiteY17-3818" fmla="*/ 1518994 h 2125930"/>
              <a:gd name="connsiteX18-3819" fmla="*/ 1235792 w 2027759"/>
              <a:gd name="connsiteY18-3820" fmla="*/ 1546132 h 2125930"/>
              <a:gd name="connsiteX19-3821" fmla="*/ 1344220 w 2027759"/>
              <a:gd name="connsiteY19-3822" fmla="*/ 1871159 h 2125930"/>
              <a:gd name="connsiteX0-3823" fmla="*/ 1575697 w 2027759"/>
              <a:gd name="connsiteY0-3824" fmla="*/ 2125930 h 2125930"/>
              <a:gd name="connsiteX1-3825" fmla="*/ 956854 w 2027759"/>
              <a:gd name="connsiteY1-3826" fmla="*/ 1223696 h 2125930"/>
              <a:gd name="connsiteX2-3827" fmla="*/ 863892 w 2027759"/>
              <a:gd name="connsiteY2-3828" fmla="*/ 1310670 h 2125930"/>
              <a:gd name="connsiteX3-3829" fmla="*/ 1026241 w 2027759"/>
              <a:gd name="connsiteY3-3830" fmla="*/ 1109890 h 2125930"/>
              <a:gd name="connsiteX4-3831" fmla="*/ 908876 w 2027759"/>
              <a:gd name="connsiteY4-3832" fmla="*/ 708449 h 2125930"/>
              <a:gd name="connsiteX5-3833" fmla="*/ 1054863 w 2027759"/>
              <a:gd name="connsiteY5-3834" fmla="*/ 772438 h 2125930"/>
              <a:gd name="connsiteX6-3835" fmla="*/ 766732 w 2027759"/>
              <a:gd name="connsiteY6-3836" fmla="*/ 893880 h 2125930"/>
              <a:gd name="connsiteX7-3837" fmla="*/ 228569 w 2027759"/>
              <a:gd name="connsiteY7-3838" fmla="*/ 996274 h 2125930"/>
              <a:gd name="connsiteX8-3839" fmla="*/ 102364 w 2027759"/>
              <a:gd name="connsiteY8-3840" fmla="*/ 543838 h 2125930"/>
              <a:gd name="connsiteX9-3841" fmla="*/ 334972 w 2027759"/>
              <a:gd name="connsiteY9-3842" fmla="*/ 232246 h 2125930"/>
              <a:gd name="connsiteX10-3843" fmla="*/ 792927 w 2027759"/>
              <a:gd name="connsiteY10-3844" fmla="*/ 22343 h 2125930"/>
              <a:gd name="connsiteX11-3845" fmla="*/ 771497 w 2027759"/>
              <a:gd name="connsiteY11-3846" fmla="*/ 914 h 2125930"/>
              <a:gd name="connsiteX12-3847" fmla="*/ 1384136 w 2027759"/>
              <a:gd name="connsiteY12-3848" fmla="*/ 85080 h 2125930"/>
              <a:gd name="connsiteX13-3849" fmla="*/ 1369190 w 2027759"/>
              <a:gd name="connsiteY13-3850" fmla="*/ 58063 h 2125930"/>
              <a:gd name="connsiteX14-3851" fmla="*/ 1810144 w 2027759"/>
              <a:gd name="connsiteY14-3852" fmla="*/ 346688 h 2125930"/>
              <a:gd name="connsiteX15-3853" fmla="*/ 2027427 w 2027759"/>
              <a:gd name="connsiteY15-3854" fmla="*/ 708826 h 2125930"/>
              <a:gd name="connsiteX16-3855" fmla="*/ 1889668 w 2027759"/>
              <a:gd name="connsiteY16-3856" fmla="*/ 1141082 h 2125930"/>
              <a:gd name="connsiteX17-3857" fmla="*/ 1912797 w 2027759"/>
              <a:gd name="connsiteY17-3858" fmla="*/ 1100506 h 2125930"/>
              <a:gd name="connsiteX18-3859" fmla="*/ 1775980 w 2027759"/>
              <a:gd name="connsiteY18-3860" fmla="*/ 1518994 h 2125930"/>
              <a:gd name="connsiteX19-3861" fmla="*/ 1235792 w 2027759"/>
              <a:gd name="connsiteY19-3862" fmla="*/ 1546132 h 2125930"/>
              <a:gd name="connsiteX20" fmla="*/ 1344220 w 2027759"/>
              <a:gd name="connsiteY20" fmla="*/ 1871159 h 2125930"/>
              <a:gd name="connsiteX0-3863" fmla="*/ 1575697 w 2027759"/>
              <a:gd name="connsiteY0-3864" fmla="*/ 2125930 h 2125930"/>
              <a:gd name="connsiteX1-3865" fmla="*/ 956854 w 2027759"/>
              <a:gd name="connsiteY1-3866" fmla="*/ 1223696 h 2125930"/>
              <a:gd name="connsiteX2-3867" fmla="*/ 863892 w 2027759"/>
              <a:gd name="connsiteY2-3868" fmla="*/ 1310670 h 2125930"/>
              <a:gd name="connsiteX3-3869" fmla="*/ 1026241 w 2027759"/>
              <a:gd name="connsiteY3-3870" fmla="*/ 1109890 h 2125930"/>
              <a:gd name="connsiteX4-3871" fmla="*/ 908876 w 2027759"/>
              <a:gd name="connsiteY4-3872" fmla="*/ 708449 h 2125930"/>
              <a:gd name="connsiteX5-3873" fmla="*/ 1054863 w 2027759"/>
              <a:gd name="connsiteY5-3874" fmla="*/ 772438 h 2125930"/>
              <a:gd name="connsiteX6-3875" fmla="*/ 766732 w 2027759"/>
              <a:gd name="connsiteY6-3876" fmla="*/ 893880 h 2125930"/>
              <a:gd name="connsiteX7-3877" fmla="*/ 228569 w 2027759"/>
              <a:gd name="connsiteY7-3878" fmla="*/ 996274 h 2125930"/>
              <a:gd name="connsiteX8-3879" fmla="*/ 102364 w 2027759"/>
              <a:gd name="connsiteY8-3880" fmla="*/ 543838 h 2125930"/>
              <a:gd name="connsiteX9-3881" fmla="*/ 334972 w 2027759"/>
              <a:gd name="connsiteY9-3882" fmla="*/ 232246 h 2125930"/>
              <a:gd name="connsiteX10-3883" fmla="*/ 792927 w 2027759"/>
              <a:gd name="connsiteY10-3884" fmla="*/ 22343 h 2125930"/>
              <a:gd name="connsiteX11-3885" fmla="*/ 771497 w 2027759"/>
              <a:gd name="connsiteY11-3886" fmla="*/ 914 h 2125930"/>
              <a:gd name="connsiteX12-3887" fmla="*/ 1384136 w 2027759"/>
              <a:gd name="connsiteY12-3888" fmla="*/ 85080 h 2125930"/>
              <a:gd name="connsiteX13-3889" fmla="*/ 1369190 w 2027759"/>
              <a:gd name="connsiteY13-3890" fmla="*/ 58063 h 2125930"/>
              <a:gd name="connsiteX14-3891" fmla="*/ 1810144 w 2027759"/>
              <a:gd name="connsiteY14-3892" fmla="*/ 346688 h 2125930"/>
              <a:gd name="connsiteX15-3893" fmla="*/ 2027427 w 2027759"/>
              <a:gd name="connsiteY15-3894" fmla="*/ 708826 h 2125930"/>
              <a:gd name="connsiteX16-3895" fmla="*/ 1889668 w 2027759"/>
              <a:gd name="connsiteY16-3896" fmla="*/ 1141082 h 2125930"/>
              <a:gd name="connsiteX17-3897" fmla="*/ 1912797 w 2027759"/>
              <a:gd name="connsiteY17-3898" fmla="*/ 1100506 h 2125930"/>
              <a:gd name="connsiteX18-3899" fmla="*/ 1775980 w 2027759"/>
              <a:gd name="connsiteY18-3900" fmla="*/ 1518994 h 2125930"/>
              <a:gd name="connsiteX19-3901" fmla="*/ 1235792 w 2027759"/>
              <a:gd name="connsiteY19-3902" fmla="*/ 1546132 h 2125930"/>
              <a:gd name="connsiteX20-3903" fmla="*/ 1344220 w 2027759"/>
              <a:gd name="connsiteY20-3904" fmla="*/ 1871159 h 2125930"/>
              <a:gd name="connsiteX0-3905" fmla="*/ 1575697 w 2027759"/>
              <a:gd name="connsiteY0-3906" fmla="*/ 2125930 h 2125930"/>
              <a:gd name="connsiteX1-3907" fmla="*/ 956854 w 2027759"/>
              <a:gd name="connsiteY1-3908" fmla="*/ 1223696 h 2125930"/>
              <a:gd name="connsiteX2-3909" fmla="*/ 863892 w 2027759"/>
              <a:gd name="connsiteY2-3910" fmla="*/ 1310670 h 2125930"/>
              <a:gd name="connsiteX3-3911" fmla="*/ 1026241 w 2027759"/>
              <a:gd name="connsiteY3-3912" fmla="*/ 1109890 h 2125930"/>
              <a:gd name="connsiteX4-3913" fmla="*/ 908876 w 2027759"/>
              <a:gd name="connsiteY4-3914" fmla="*/ 708449 h 2125930"/>
              <a:gd name="connsiteX5-3915" fmla="*/ 1054863 w 2027759"/>
              <a:gd name="connsiteY5-3916" fmla="*/ 772438 h 2125930"/>
              <a:gd name="connsiteX6-3917" fmla="*/ 766732 w 2027759"/>
              <a:gd name="connsiteY6-3918" fmla="*/ 893880 h 2125930"/>
              <a:gd name="connsiteX7-3919" fmla="*/ 228569 w 2027759"/>
              <a:gd name="connsiteY7-3920" fmla="*/ 996274 h 2125930"/>
              <a:gd name="connsiteX8-3921" fmla="*/ 102364 w 2027759"/>
              <a:gd name="connsiteY8-3922" fmla="*/ 543838 h 2125930"/>
              <a:gd name="connsiteX9-3923" fmla="*/ 334972 w 2027759"/>
              <a:gd name="connsiteY9-3924" fmla="*/ 232246 h 2125930"/>
              <a:gd name="connsiteX10-3925" fmla="*/ 792927 w 2027759"/>
              <a:gd name="connsiteY10-3926" fmla="*/ 22343 h 2125930"/>
              <a:gd name="connsiteX11-3927" fmla="*/ 771497 w 2027759"/>
              <a:gd name="connsiteY11-3928" fmla="*/ 914 h 2125930"/>
              <a:gd name="connsiteX12-3929" fmla="*/ 1384136 w 2027759"/>
              <a:gd name="connsiteY12-3930" fmla="*/ 85080 h 2125930"/>
              <a:gd name="connsiteX13-3931" fmla="*/ 1369190 w 2027759"/>
              <a:gd name="connsiteY13-3932" fmla="*/ 58063 h 2125930"/>
              <a:gd name="connsiteX14-3933" fmla="*/ 1810144 w 2027759"/>
              <a:gd name="connsiteY14-3934" fmla="*/ 346688 h 2125930"/>
              <a:gd name="connsiteX15-3935" fmla="*/ 2027427 w 2027759"/>
              <a:gd name="connsiteY15-3936" fmla="*/ 708826 h 2125930"/>
              <a:gd name="connsiteX16-3937" fmla="*/ 1889668 w 2027759"/>
              <a:gd name="connsiteY16-3938" fmla="*/ 1141082 h 2125930"/>
              <a:gd name="connsiteX17-3939" fmla="*/ 1912797 w 2027759"/>
              <a:gd name="connsiteY17-3940" fmla="*/ 1100506 h 2125930"/>
              <a:gd name="connsiteX18-3941" fmla="*/ 1775980 w 2027759"/>
              <a:gd name="connsiteY18-3942" fmla="*/ 1518994 h 2125930"/>
              <a:gd name="connsiteX19-3943" fmla="*/ 1235792 w 2027759"/>
              <a:gd name="connsiteY19-3944" fmla="*/ 1546132 h 2125930"/>
              <a:gd name="connsiteX20-3945" fmla="*/ 1344220 w 2027759"/>
              <a:gd name="connsiteY20-3946" fmla="*/ 1871159 h 2125930"/>
              <a:gd name="connsiteX0-3947" fmla="*/ 1575697 w 2027759"/>
              <a:gd name="connsiteY0-3948" fmla="*/ 2125930 h 2125930"/>
              <a:gd name="connsiteX1-3949" fmla="*/ 956854 w 2027759"/>
              <a:gd name="connsiteY1-3950" fmla="*/ 1223696 h 2125930"/>
              <a:gd name="connsiteX2-3951" fmla="*/ 863892 w 2027759"/>
              <a:gd name="connsiteY2-3952" fmla="*/ 1310670 h 2125930"/>
              <a:gd name="connsiteX3-3953" fmla="*/ 1026241 w 2027759"/>
              <a:gd name="connsiteY3-3954" fmla="*/ 1109890 h 2125930"/>
              <a:gd name="connsiteX4-3955" fmla="*/ 908876 w 2027759"/>
              <a:gd name="connsiteY4-3956" fmla="*/ 708449 h 2125930"/>
              <a:gd name="connsiteX5-3957" fmla="*/ 1054863 w 2027759"/>
              <a:gd name="connsiteY5-3958" fmla="*/ 772438 h 2125930"/>
              <a:gd name="connsiteX6-3959" fmla="*/ 766732 w 2027759"/>
              <a:gd name="connsiteY6-3960" fmla="*/ 893880 h 2125930"/>
              <a:gd name="connsiteX7-3961" fmla="*/ 228569 w 2027759"/>
              <a:gd name="connsiteY7-3962" fmla="*/ 996274 h 2125930"/>
              <a:gd name="connsiteX8-3963" fmla="*/ 102364 w 2027759"/>
              <a:gd name="connsiteY8-3964" fmla="*/ 543838 h 2125930"/>
              <a:gd name="connsiteX9-3965" fmla="*/ 334972 w 2027759"/>
              <a:gd name="connsiteY9-3966" fmla="*/ 232246 h 2125930"/>
              <a:gd name="connsiteX10-3967" fmla="*/ 792927 w 2027759"/>
              <a:gd name="connsiteY10-3968" fmla="*/ 22343 h 2125930"/>
              <a:gd name="connsiteX11-3969" fmla="*/ 771497 w 2027759"/>
              <a:gd name="connsiteY11-3970" fmla="*/ 914 h 2125930"/>
              <a:gd name="connsiteX12-3971" fmla="*/ 1384136 w 2027759"/>
              <a:gd name="connsiteY12-3972" fmla="*/ 85080 h 2125930"/>
              <a:gd name="connsiteX13-3973" fmla="*/ 1369190 w 2027759"/>
              <a:gd name="connsiteY13-3974" fmla="*/ 58063 h 2125930"/>
              <a:gd name="connsiteX14-3975" fmla="*/ 1810144 w 2027759"/>
              <a:gd name="connsiteY14-3976" fmla="*/ 346688 h 2125930"/>
              <a:gd name="connsiteX15-3977" fmla="*/ 2027427 w 2027759"/>
              <a:gd name="connsiteY15-3978" fmla="*/ 708826 h 2125930"/>
              <a:gd name="connsiteX16-3979" fmla="*/ 1889668 w 2027759"/>
              <a:gd name="connsiteY16-3980" fmla="*/ 1141082 h 2125930"/>
              <a:gd name="connsiteX17-3981" fmla="*/ 1912797 w 2027759"/>
              <a:gd name="connsiteY17-3982" fmla="*/ 1100506 h 2125930"/>
              <a:gd name="connsiteX18-3983" fmla="*/ 1775980 w 2027759"/>
              <a:gd name="connsiteY18-3984" fmla="*/ 1518994 h 2125930"/>
              <a:gd name="connsiteX19-3985" fmla="*/ 1235792 w 2027759"/>
              <a:gd name="connsiteY19-3986" fmla="*/ 1546132 h 2125930"/>
              <a:gd name="connsiteX20-3987" fmla="*/ 1344220 w 2027759"/>
              <a:gd name="connsiteY20-3988" fmla="*/ 1871159 h 2125930"/>
              <a:gd name="connsiteX0-3989" fmla="*/ 1575697 w 2027759"/>
              <a:gd name="connsiteY0-3990" fmla="*/ 2152085 h 2152085"/>
              <a:gd name="connsiteX1-3991" fmla="*/ 956854 w 2027759"/>
              <a:gd name="connsiteY1-3992" fmla="*/ 1249851 h 2152085"/>
              <a:gd name="connsiteX2-3993" fmla="*/ 863892 w 2027759"/>
              <a:gd name="connsiteY2-3994" fmla="*/ 1336825 h 2152085"/>
              <a:gd name="connsiteX3-3995" fmla="*/ 1026241 w 2027759"/>
              <a:gd name="connsiteY3-3996" fmla="*/ 1136045 h 2152085"/>
              <a:gd name="connsiteX4-3997" fmla="*/ 908876 w 2027759"/>
              <a:gd name="connsiteY4-3998" fmla="*/ 734604 h 2152085"/>
              <a:gd name="connsiteX5-3999" fmla="*/ 1054863 w 2027759"/>
              <a:gd name="connsiteY5-4000" fmla="*/ 798593 h 2152085"/>
              <a:gd name="connsiteX6-4001" fmla="*/ 766732 w 2027759"/>
              <a:gd name="connsiteY6-4002" fmla="*/ 920035 h 2152085"/>
              <a:gd name="connsiteX7-4003" fmla="*/ 228569 w 2027759"/>
              <a:gd name="connsiteY7-4004" fmla="*/ 1022429 h 2152085"/>
              <a:gd name="connsiteX8-4005" fmla="*/ 102364 w 2027759"/>
              <a:gd name="connsiteY8-4006" fmla="*/ 569993 h 2152085"/>
              <a:gd name="connsiteX9-4007" fmla="*/ 334972 w 2027759"/>
              <a:gd name="connsiteY9-4008" fmla="*/ 258401 h 2152085"/>
              <a:gd name="connsiteX10-4009" fmla="*/ 792927 w 2027759"/>
              <a:gd name="connsiteY10-4010" fmla="*/ 48498 h 2152085"/>
              <a:gd name="connsiteX11-4011" fmla="*/ 771497 w 2027759"/>
              <a:gd name="connsiteY11-4012" fmla="*/ 27069 h 2152085"/>
              <a:gd name="connsiteX12-4013" fmla="*/ 1384136 w 2027759"/>
              <a:gd name="connsiteY12-4014" fmla="*/ 111235 h 2152085"/>
              <a:gd name="connsiteX13-4015" fmla="*/ 1369190 w 2027759"/>
              <a:gd name="connsiteY13-4016" fmla="*/ 84218 h 2152085"/>
              <a:gd name="connsiteX14-4017" fmla="*/ 1810144 w 2027759"/>
              <a:gd name="connsiteY14-4018" fmla="*/ 372843 h 2152085"/>
              <a:gd name="connsiteX15-4019" fmla="*/ 2027427 w 2027759"/>
              <a:gd name="connsiteY15-4020" fmla="*/ 734981 h 2152085"/>
              <a:gd name="connsiteX16-4021" fmla="*/ 1889668 w 2027759"/>
              <a:gd name="connsiteY16-4022" fmla="*/ 1167237 h 2152085"/>
              <a:gd name="connsiteX17-4023" fmla="*/ 1912797 w 2027759"/>
              <a:gd name="connsiteY17-4024" fmla="*/ 1126661 h 2152085"/>
              <a:gd name="connsiteX18-4025" fmla="*/ 1775980 w 2027759"/>
              <a:gd name="connsiteY18-4026" fmla="*/ 1545149 h 2152085"/>
              <a:gd name="connsiteX19-4027" fmla="*/ 1235792 w 2027759"/>
              <a:gd name="connsiteY19-4028" fmla="*/ 1572287 h 2152085"/>
              <a:gd name="connsiteX20-4029" fmla="*/ 1344220 w 2027759"/>
              <a:gd name="connsiteY20-4030" fmla="*/ 1897314 h 2152085"/>
              <a:gd name="connsiteX0-4031" fmla="*/ 1575697 w 2027759"/>
              <a:gd name="connsiteY0-4032" fmla="*/ 2148344 h 2148344"/>
              <a:gd name="connsiteX1-4033" fmla="*/ 956854 w 2027759"/>
              <a:gd name="connsiteY1-4034" fmla="*/ 1246110 h 2148344"/>
              <a:gd name="connsiteX2-4035" fmla="*/ 863892 w 2027759"/>
              <a:gd name="connsiteY2-4036" fmla="*/ 1333084 h 2148344"/>
              <a:gd name="connsiteX3-4037" fmla="*/ 1026241 w 2027759"/>
              <a:gd name="connsiteY3-4038" fmla="*/ 1132304 h 2148344"/>
              <a:gd name="connsiteX4-4039" fmla="*/ 908876 w 2027759"/>
              <a:gd name="connsiteY4-4040" fmla="*/ 730863 h 2148344"/>
              <a:gd name="connsiteX5-4041" fmla="*/ 1054863 w 2027759"/>
              <a:gd name="connsiteY5-4042" fmla="*/ 794852 h 2148344"/>
              <a:gd name="connsiteX6-4043" fmla="*/ 766732 w 2027759"/>
              <a:gd name="connsiteY6-4044" fmla="*/ 916294 h 2148344"/>
              <a:gd name="connsiteX7-4045" fmla="*/ 228569 w 2027759"/>
              <a:gd name="connsiteY7-4046" fmla="*/ 1018688 h 2148344"/>
              <a:gd name="connsiteX8-4047" fmla="*/ 102364 w 2027759"/>
              <a:gd name="connsiteY8-4048" fmla="*/ 566252 h 2148344"/>
              <a:gd name="connsiteX9-4049" fmla="*/ 334972 w 2027759"/>
              <a:gd name="connsiteY9-4050" fmla="*/ 254660 h 2148344"/>
              <a:gd name="connsiteX10-4051" fmla="*/ 792927 w 2027759"/>
              <a:gd name="connsiteY10-4052" fmla="*/ 44757 h 2148344"/>
              <a:gd name="connsiteX11-4053" fmla="*/ 771497 w 2027759"/>
              <a:gd name="connsiteY11-4054" fmla="*/ 23328 h 2148344"/>
              <a:gd name="connsiteX12-4055" fmla="*/ 1341273 w 2027759"/>
              <a:gd name="connsiteY12-4056" fmla="*/ 67013 h 2148344"/>
              <a:gd name="connsiteX13-4057" fmla="*/ 1369190 w 2027759"/>
              <a:gd name="connsiteY13-4058" fmla="*/ 80477 h 2148344"/>
              <a:gd name="connsiteX14-4059" fmla="*/ 1810144 w 2027759"/>
              <a:gd name="connsiteY14-4060" fmla="*/ 369102 h 2148344"/>
              <a:gd name="connsiteX15-4061" fmla="*/ 2027427 w 2027759"/>
              <a:gd name="connsiteY15-4062" fmla="*/ 731240 h 2148344"/>
              <a:gd name="connsiteX16-4063" fmla="*/ 1889668 w 2027759"/>
              <a:gd name="connsiteY16-4064" fmla="*/ 1163496 h 2148344"/>
              <a:gd name="connsiteX17-4065" fmla="*/ 1912797 w 2027759"/>
              <a:gd name="connsiteY17-4066" fmla="*/ 1122920 h 2148344"/>
              <a:gd name="connsiteX18-4067" fmla="*/ 1775980 w 2027759"/>
              <a:gd name="connsiteY18-4068" fmla="*/ 1541408 h 2148344"/>
              <a:gd name="connsiteX19-4069" fmla="*/ 1235792 w 2027759"/>
              <a:gd name="connsiteY19-4070" fmla="*/ 1568546 h 2148344"/>
              <a:gd name="connsiteX20-4071" fmla="*/ 1344220 w 2027759"/>
              <a:gd name="connsiteY20-4072" fmla="*/ 1893573 h 2148344"/>
              <a:gd name="connsiteX0-4073" fmla="*/ 1575697 w 2027759"/>
              <a:gd name="connsiteY0-4074" fmla="*/ 2138580 h 2138580"/>
              <a:gd name="connsiteX1-4075" fmla="*/ 956854 w 2027759"/>
              <a:gd name="connsiteY1-4076" fmla="*/ 1236346 h 2138580"/>
              <a:gd name="connsiteX2-4077" fmla="*/ 863892 w 2027759"/>
              <a:gd name="connsiteY2-4078" fmla="*/ 1323320 h 2138580"/>
              <a:gd name="connsiteX3-4079" fmla="*/ 1026241 w 2027759"/>
              <a:gd name="connsiteY3-4080" fmla="*/ 1122540 h 2138580"/>
              <a:gd name="connsiteX4-4081" fmla="*/ 908876 w 2027759"/>
              <a:gd name="connsiteY4-4082" fmla="*/ 721099 h 2138580"/>
              <a:gd name="connsiteX5-4083" fmla="*/ 1054863 w 2027759"/>
              <a:gd name="connsiteY5-4084" fmla="*/ 785088 h 2138580"/>
              <a:gd name="connsiteX6-4085" fmla="*/ 766732 w 2027759"/>
              <a:gd name="connsiteY6-4086" fmla="*/ 906530 h 2138580"/>
              <a:gd name="connsiteX7-4087" fmla="*/ 228569 w 2027759"/>
              <a:gd name="connsiteY7-4088" fmla="*/ 1008924 h 2138580"/>
              <a:gd name="connsiteX8-4089" fmla="*/ 102364 w 2027759"/>
              <a:gd name="connsiteY8-4090" fmla="*/ 556488 h 2138580"/>
              <a:gd name="connsiteX9-4091" fmla="*/ 334972 w 2027759"/>
              <a:gd name="connsiteY9-4092" fmla="*/ 244896 h 2138580"/>
              <a:gd name="connsiteX10-4093" fmla="*/ 792927 w 2027759"/>
              <a:gd name="connsiteY10-4094" fmla="*/ 34993 h 2138580"/>
              <a:gd name="connsiteX11-4095" fmla="*/ 771497 w 2027759"/>
              <a:gd name="connsiteY11-4096" fmla="*/ 13564 h 2138580"/>
              <a:gd name="connsiteX12-4097" fmla="*/ 1341273 w 2027759"/>
              <a:gd name="connsiteY12-4098" fmla="*/ 57249 h 2138580"/>
              <a:gd name="connsiteX13-4099" fmla="*/ 1369190 w 2027759"/>
              <a:gd name="connsiteY13-4100" fmla="*/ 70713 h 2138580"/>
              <a:gd name="connsiteX14-4101" fmla="*/ 1810144 w 2027759"/>
              <a:gd name="connsiteY14-4102" fmla="*/ 359338 h 2138580"/>
              <a:gd name="connsiteX15-4103" fmla="*/ 2027427 w 2027759"/>
              <a:gd name="connsiteY15-4104" fmla="*/ 721476 h 2138580"/>
              <a:gd name="connsiteX16-4105" fmla="*/ 1889668 w 2027759"/>
              <a:gd name="connsiteY16-4106" fmla="*/ 1153732 h 2138580"/>
              <a:gd name="connsiteX17-4107" fmla="*/ 1912797 w 2027759"/>
              <a:gd name="connsiteY17-4108" fmla="*/ 1113156 h 2138580"/>
              <a:gd name="connsiteX18-4109" fmla="*/ 1775980 w 2027759"/>
              <a:gd name="connsiteY18-4110" fmla="*/ 1531644 h 2138580"/>
              <a:gd name="connsiteX19-4111" fmla="*/ 1235792 w 2027759"/>
              <a:gd name="connsiteY19-4112" fmla="*/ 1558782 h 2138580"/>
              <a:gd name="connsiteX20-4113" fmla="*/ 1344220 w 2027759"/>
              <a:gd name="connsiteY20-4114" fmla="*/ 1883809 h 2138580"/>
              <a:gd name="connsiteX0-4115" fmla="*/ 1575697 w 2027759"/>
              <a:gd name="connsiteY0-4116" fmla="*/ 2150342 h 2150342"/>
              <a:gd name="connsiteX1-4117" fmla="*/ 956854 w 2027759"/>
              <a:gd name="connsiteY1-4118" fmla="*/ 1248108 h 2150342"/>
              <a:gd name="connsiteX2-4119" fmla="*/ 863892 w 2027759"/>
              <a:gd name="connsiteY2-4120" fmla="*/ 1335082 h 2150342"/>
              <a:gd name="connsiteX3-4121" fmla="*/ 1026241 w 2027759"/>
              <a:gd name="connsiteY3-4122" fmla="*/ 1134302 h 2150342"/>
              <a:gd name="connsiteX4-4123" fmla="*/ 908876 w 2027759"/>
              <a:gd name="connsiteY4-4124" fmla="*/ 732861 h 2150342"/>
              <a:gd name="connsiteX5-4125" fmla="*/ 1054863 w 2027759"/>
              <a:gd name="connsiteY5-4126" fmla="*/ 796850 h 2150342"/>
              <a:gd name="connsiteX6-4127" fmla="*/ 766732 w 2027759"/>
              <a:gd name="connsiteY6-4128" fmla="*/ 918292 h 2150342"/>
              <a:gd name="connsiteX7-4129" fmla="*/ 228569 w 2027759"/>
              <a:gd name="connsiteY7-4130" fmla="*/ 1020686 h 2150342"/>
              <a:gd name="connsiteX8-4131" fmla="*/ 102364 w 2027759"/>
              <a:gd name="connsiteY8-4132" fmla="*/ 568250 h 2150342"/>
              <a:gd name="connsiteX9-4133" fmla="*/ 334972 w 2027759"/>
              <a:gd name="connsiteY9-4134" fmla="*/ 256658 h 2150342"/>
              <a:gd name="connsiteX10-4135" fmla="*/ 792927 w 2027759"/>
              <a:gd name="connsiteY10-4136" fmla="*/ 46755 h 2150342"/>
              <a:gd name="connsiteX11-4137" fmla="*/ 771497 w 2027759"/>
              <a:gd name="connsiteY11-4138" fmla="*/ 25326 h 2150342"/>
              <a:gd name="connsiteX12-4139" fmla="*/ 1341273 w 2027759"/>
              <a:gd name="connsiteY12-4140" fmla="*/ 69011 h 2150342"/>
              <a:gd name="connsiteX13-4141" fmla="*/ 1369190 w 2027759"/>
              <a:gd name="connsiteY13-4142" fmla="*/ 82475 h 2150342"/>
              <a:gd name="connsiteX14-4143" fmla="*/ 1810144 w 2027759"/>
              <a:gd name="connsiteY14-4144" fmla="*/ 371100 h 2150342"/>
              <a:gd name="connsiteX15-4145" fmla="*/ 2027427 w 2027759"/>
              <a:gd name="connsiteY15-4146" fmla="*/ 733238 h 2150342"/>
              <a:gd name="connsiteX16-4147" fmla="*/ 1889668 w 2027759"/>
              <a:gd name="connsiteY16-4148" fmla="*/ 1165494 h 2150342"/>
              <a:gd name="connsiteX17-4149" fmla="*/ 1912797 w 2027759"/>
              <a:gd name="connsiteY17-4150" fmla="*/ 1124918 h 2150342"/>
              <a:gd name="connsiteX18-4151" fmla="*/ 1775980 w 2027759"/>
              <a:gd name="connsiteY18-4152" fmla="*/ 1543406 h 2150342"/>
              <a:gd name="connsiteX19-4153" fmla="*/ 1235792 w 2027759"/>
              <a:gd name="connsiteY19-4154" fmla="*/ 1570544 h 2150342"/>
              <a:gd name="connsiteX20-4155" fmla="*/ 1344220 w 2027759"/>
              <a:gd name="connsiteY20-4156" fmla="*/ 1895571 h 2150342"/>
              <a:gd name="connsiteX0-4157" fmla="*/ 1575697 w 2027759"/>
              <a:gd name="connsiteY0-4158" fmla="*/ 2161662 h 2161662"/>
              <a:gd name="connsiteX1-4159" fmla="*/ 956854 w 2027759"/>
              <a:gd name="connsiteY1-4160" fmla="*/ 1259428 h 2161662"/>
              <a:gd name="connsiteX2-4161" fmla="*/ 863892 w 2027759"/>
              <a:gd name="connsiteY2-4162" fmla="*/ 1346402 h 2161662"/>
              <a:gd name="connsiteX3-4163" fmla="*/ 1026241 w 2027759"/>
              <a:gd name="connsiteY3-4164" fmla="*/ 1145622 h 2161662"/>
              <a:gd name="connsiteX4-4165" fmla="*/ 908876 w 2027759"/>
              <a:gd name="connsiteY4-4166" fmla="*/ 744181 h 2161662"/>
              <a:gd name="connsiteX5-4167" fmla="*/ 1054863 w 2027759"/>
              <a:gd name="connsiteY5-4168" fmla="*/ 808170 h 2161662"/>
              <a:gd name="connsiteX6-4169" fmla="*/ 766732 w 2027759"/>
              <a:gd name="connsiteY6-4170" fmla="*/ 929612 h 2161662"/>
              <a:gd name="connsiteX7-4171" fmla="*/ 228569 w 2027759"/>
              <a:gd name="connsiteY7-4172" fmla="*/ 1032006 h 2161662"/>
              <a:gd name="connsiteX8-4173" fmla="*/ 102364 w 2027759"/>
              <a:gd name="connsiteY8-4174" fmla="*/ 579570 h 2161662"/>
              <a:gd name="connsiteX9-4175" fmla="*/ 334972 w 2027759"/>
              <a:gd name="connsiteY9-4176" fmla="*/ 267978 h 2161662"/>
              <a:gd name="connsiteX10-4177" fmla="*/ 792927 w 2027759"/>
              <a:gd name="connsiteY10-4178" fmla="*/ 58075 h 2161662"/>
              <a:gd name="connsiteX11-4179" fmla="*/ 771497 w 2027759"/>
              <a:gd name="connsiteY11-4180" fmla="*/ 36646 h 2161662"/>
              <a:gd name="connsiteX12-4181" fmla="*/ 1341273 w 2027759"/>
              <a:gd name="connsiteY12-4182" fmla="*/ 80331 h 2161662"/>
              <a:gd name="connsiteX13-4183" fmla="*/ 1369190 w 2027759"/>
              <a:gd name="connsiteY13-4184" fmla="*/ 93795 h 2161662"/>
              <a:gd name="connsiteX14-4185" fmla="*/ 1810144 w 2027759"/>
              <a:gd name="connsiteY14-4186" fmla="*/ 382420 h 2161662"/>
              <a:gd name="connsiteX15-4187" fmla="*/ 2027427 w 2027759"/>
              <a:gd name="connsiteY15-4188" fmla="*/ 744558 h 2161662"/>
              <a:gd name="connsiteX16-4189" fmla="*/ 1889668 w 2027759"/>
              <a:gd name="connsiteY16-4190" fmla="*/ 1176814 h 2161662"/>
              <a:gd name="connsiteX17-4191" fmla="*/ 1912797 w 2027759"/>
              <a:gd name="connsiteY17-4192" fmla="*/ 1136238 h 2161662"/>
              <a:gd name="connsiteX18-4193" fmla="*/ 1775980 w 2027759"/>
              <a:gd name="connsiteY18-4194" fmla="*/ 1554726 h 2161662"/>
              <a:gd name="connsiteX19-4195" fmla="*/ 1235792 w 2027759"/>
              <a:gd name="connsiteY19-4196" fmla="*/ 1581864 h 2161662"/>
              <a:gd name="connsiteX20-4197" fmla="*/ 1344220 w 2027759"/>
              <a:gd name="connsiteY20-4198" fmla="*/ 1906891 h 2161662"/>
              <a:gd name="connsiteX0-4199" fmla="*/ 1575697 w 2027759"/>
              <a:gd name="connsiteY0-4200" fmla="*/ 2152236 h 2152236"/>
              <a:gd name="connsiteX1-4201" fmla="*/ 956854 w 2027759"/>
              <a:gd name="connsiteY1-4202" fmla="*/ 1250002 h 2152236"/>
              <a:gd name="connsiteX2-4203" fmla="*/ 863892 w 2027759"/>
              <a:gd name="connsiteY2-4204" fmla="*/ 1336976 h 2152236"/>
              <a:gd name="connsiteX3-4205" fmla="*/ 1026241 w 2027759"/>
              <a:gd name="connsiteY3-4206" fmla="*/ 1136196 h 2152236"/>
              <a:gd name="connsiteX4-4207" fmla="*/ 908876 w 2027759"/>
              <a:gd name="connsiteY4-4208" fmla="*/ 734755 h 2152236"/>
              <a:gd name="connsiteX5-4209" fmla="*/ 1054863 w 2027759"/>
              <a:gd name="connsiteY5-4210" fmla="*/ 798744 h 2152236"/>
              <a:gd name="connsiteX6-4211" fmla="*/ 766732 w 2027759"/>
              <a:gd name="connsiteY6-4212" fmla="*/ 920186 h 2152236"/>
              <a:gd name="connsiteX7-4213" fmla="*/ 228569 w 2027759"/>
              <a:gd name="connsiteY7-4214" fmla="*/ 1022580 h 2152236"/>
              <a:gd name="connsiteX8-4215" fmla="*/ 102364 w 2027759"/>
              <a:gd name="connsiteY8-4216" fmla="*/ 570144 h 2152236"/>
              <a:gd name="connsiteX9-4217" fmla="*/ 334972 w 2027759"/>
              <a:gd name="connsiteY9-4218" fmla="*/ 258552 h 2152236"/>
              <a:gd name="connsiteX10-4219" fmla="*/ 792927 w 2027759"/>
              <a:gd name="connsiteY10-4220" fmla="*/ 48649 h 2152236"/>
              <a:gd name="connsiteX11-4221" fmla="*/ 757209 w 2027759"/>
              <a:gd name="connsiteY11-4222" fmla="*/ 84369 h 2152236"/>
              <a:gd name="connsiteX12-4223" fmla="*/ 771497 w 2027759"/>
              <a:gd name="connsiteY12-4224" fmla="*/ 27220 h 2152236"/>
              <a:gd name="connsiteX13-4225" fmla="*/ 1341273 w 2027759"/>
              <a:gd name="connsiteY13-4226" fmla="*/ 70905 h 2152236"/>
              <a:gd name="connsiteX14-4227" fmla="*/ 1369190 w 2027759"/>
              <a:gd name="connsiteY14-4228" fmla="*/ 84369 h 2152236"/>
              <a:gd name="connsiteX15-4229" fmla="*/ 1810144 w 2027759"/>
              <a:gd name="connsiteY15-4230" fmla="*/ 372994 h 2152236"/>
              <a:gd name="connsiteX16-4231" fmla="*/ 2027427 w 2027759"/>
              <a:gd name="connsiteY16-4232" fmla="*/ 735132 h 2152236"/>
              <a:gd name="connsiteX17-4233" fmla="*/ 1889668 w 2027759"/>
              <a:gd name="connsiteY17-4234" fmla="*/ 1167388 h 2152236"/>
              <a:gd name="connsiteX18-4235" fmla="*/ 1912797 w 2027759"/>
              <a:gd name="connsiteY18-4236" fmla="*/ 1126812 h 2152236"/>
              <a:gd name="connsiteX19-4237" fmla="*/ 1775980 w 2027759"/>
              <a:gd name="connsiteY19-4238" fmla="*/ 1545300 h 2152236"/>
              <a:gd name="connsiteX20-4239" fmla="*/ 1235792 w 2027759"/>
              <a:gd name="connsiteY20-4240" fmla="*/ 1572438 h 2152236"/>
              <a:gd name="connsiteX21" fmla="*/ 1344220 w 2027759"/>
              <a:gd name="connsiteY21" fmla="*/ 1897465 h 2152236"/>
              <a:gd name="connsiteX0-4241" fmla="*/ 1575697 w 2027759"/>
              <a:gd name="connsiteY0-4242" fmla="*/ 2152236 h 2152236"/>
              <a:gd name="connsiteX1-4243" fmla="*/ 956854 w 2027759"/>
              <a:gd name="connsiteY1-4244" fmla="*/ 1250002 h 2152236"/>
              <a:gd name="connsiteX2-4245" fmla="*/ 863892 w 2027759"/>
              <a:gd name="connsiteY2-4246" fmla="*/ 1336976 h 2152236"/>
              <a:gd name="connsiteX3-4247" fmla="*/ 1026241 w 2027759"/>
              <a:gd name="connsiteY3-4248" fmla="*/ 1136196 h 2152236"/>
              <a:gd name="connsiteX4-4249" fmla="*/ 908876 w 2027759"/>
              <a:gd name="connsiteY4-4250" fmla="*/ 734755 h 2152236"/>
              <a:gd name="connsiteX5-4251" fmla="*/ 1054863 w 2027759"/>
              <a:gd name="connsiteY5-4252" fmla="*/ 798744 h 2152236"/>
              <a:gd name="connsiteX6-4253" fmla="*/ 766732 w 2027759"/>
              <a:gd name="connsiteY6-4254" fmla="*/ 920186 h 2152236"/>
              <a:gd name="connsiteX7-4255" fmla="*/ 228569 w 2027759"/>
              <a:gd name="connsiteY7-4256" fmla="*/ 1022580 h 2152236"/>
              <a:gd name="connsiteX8-4257" fmla="*/ 102364 w 2027759"/>
              <a:gd name="connsiteY8-4258" fmla="*/ 570144 h 2152236"/>
              <a:gd name="connsiteX9-4259" fmla="*/ 334972 w 2027759"/>
              <a:gd name="connsiteY9-4260" fmla="*/ 258552 h 2152236"/>
              <a:gd name="connsiteX10-4261" fmla="*/ 792927 w 2027759"/>
              <a:gd name="connsiteY10-4262" fmla="*/ 48649 h 2152236"/>
              <a:gd name="connsiteX11-4263" fmla="*/ 757209 w 2027759"/>
              <a:gd name="connsiteY11-4264" fmla="*/ 84369 h 2152236"/>
              <a:gd name="connsiteX12-4265" fmla="*/ 771497 w 2027759"/>
              <a:gd name="connsiteY12-4266" fmla="*/ 27220 h 2152236"/>
              <a:gd name="connsiteX13-4267" fmla="*/ 1341273 w 2027759"/>
              <a:gd name="connsiteY13-4268" fmla="*/ 70905 h 2152236"/>
              <a:gd name="connsiteX14-4269" fmla="*/ 1369190 w 2027759"/>
              <a:gd name="connsiteY14-4270" fmla="*/ 84369 h 2152236"/>
              <a:gd name="connsiteX15-4271" fmla="*/ 1810144 w 2027759"/>
              <a:gd name="connsiteY15-4272" fmla="*/ 372994 h 2152236"/>
              <a:gd name="connsiteX16-4273" fmla="*/ 2027427 w 2027759"/>
              <a:gd name="connsiteY16-4274" fmla="*/ 735132 h 2152236"/>
              <a:gd name="connsiteX17-4275" fmla="*/ 1889668 w 2027759"/>
              <a:gd name="connsiteY17-4276" fmla="*/ 1167388 h 2152236"/>
              <a:gd name="connsiteX18-4277" fmla="*/ 1912797 w 2027759"/>
              <a:gd name="connsiteY18-4278" fmla="*/ 1126812 h 2152236"/>
              <a:gd name="connsiteX19-4279" fmla="*/ 1775980 w 2027759"/>
              <a:gd name="connsiteY19-4280" fmla="*/ 1545300 h 2152236"/>
              <a:gd name="connsiteX20-4281" fmla="*/ 1235792 w 2027759"/>
              <a:gd name="connsiteY20-4282" fmla="*/ 1572438 h 2152236"/>
              <a:gd name="connsiteX21-4283" fmla="*/ 1344220 w 2027759"/>
              <a:gd name="connsiteY21-4284" fmla="*/ 1897465 h 2152236"/>
              <a:gd name="connsiteX0-4285" fmla="*/ 1575697 w 2027759"/>
              <a:gd name="connsiteY0-4286" fmla="*/ 2160370 h 2160370"/>
              <a:gd name="connsiteX1-4287" fmla="*/ 956854 w 2027759"/>
              <a:gd name="connsiteY1-4288" fmla="*/ 1258136 h 2160370"/>
              <a:gd name="connsiteX2-4289" fmla="*/ 863892 w 2027759"/>
              <a:gd name="connsiteY2-4290" fmla="*/ 1345110 h 2160370"/>
              <a:gd name="connsiteX3-4291" fmla="*/ 1026241 w 2027759"/>
              <a:gd name="connsiteY3-4292" fmla="*/ 1144330 h 2160370"/>
              <a:gd name="connsiteX4-4293" fmla="*/ 908876 w 2027759"/>
              <a:gd name="connsiteY4-4294" fmla="*/ 742889 h 2160370"/>
              <a:gd name="connsiteX5-4295" fmla="*/ 1054863 w 2027759"/>
              <a:gd name="connsiteY5-4296" fmla="*/ 806878 h 2160370"/>
              <a:gd name="connsiteX6-4297" fmla="*/ 766732 w 2027759"/>
              <a:gd name="connsiteY6-4298" fmla="*/ 928320 h 2160370"/>
              <a:gd name="connsiteX7-4299" fmla="*/ 228569 w 2027759"/>
              <a:gd name="connsiteY7-4300" fmla="*/ 1030714 h 2160370"/>
              <a:gd name="connsiteX8-4301" fmla="*/ 102364 w 2027759"/>
              <a:gd name="connsiteY8-4302" fmla="*/ 578278 h 2160370"/>
              <a:gd name="connsiteX9-4303" fmla="*/ 334972 w 2027759"/>
              <a:gd name="connsiteY9-4304" fmla="*/ 266686 h 2160370"/>
              <a:gd name="connsiteX10-4305" fmla="*/ 792927 w 2027759"/>
              <a:gd name="connsiteY10-4306" fmla="*/ 56783 h 2160370"/>
              <a:gd name="connsiteX11-4307" fmla="*/ 757209 w 2027759"/>
              <a:gd name="connsiteY11-4308" fmla="*/ 92503 h 2160370"/>
              <a:gd name="connsiteX12-4309" fmla="*/ 771497 w 2027759"/>
              <a:gd name="connsiteY12-4310" fmla="*/ 35354 h 2160370"/>
              <a:gd name="connsiteX13-4311" fmla="*/ 1341273 w 2027759"/>
              <a:gd name="connsiteY13-4312" fmla="*/ 79039 h 2160370"/>
              <a:gd name="connsiteX14-4313" fmla="*/ 1369190 w 2027759"/>
              <a:gd name="connsiteY14-4314" fmla="*/ 92503 h 2160370"/>
              <a:gd name="connsiteX15-4315" fmla="*/ 1810144 w 2027759"/>
              <a:gd name="connsiteY15-4316" fmla="*/ 381128 h 2160370"/>
              <a:gd name="connsiteX16-4317" fmla="*/ 2027427 w 2027759"/>
              <a:gd name="connsiteY16-4318" fmla="*/ 743266 h 2160370"/>
              <a:gd name="connsiteX17-4319" fmla="*/ 1889668 w 2027759"/>
              <a:gd name="connsiteY17-4320" fmla="*/ 1175522 h 2160370"/>
              <a:gd name="connsiteX18-4321" fmla="*/ 1912797 w 2027759"/>
              <a:gd name="connsiteY18-4322" fmla="*/ 1134946 h 2160370"/>
              <a:gd name="connsiteX19-4323" fmla="*/ 1775980 w 2027759"/>
              <a:gd name="connsiteY19-4324" fmla="*/ 1553434 h 2160370"/>
              <a:gd name="connsiteX20-4325" fmla="*/ 1235792 w 2027759"/>
              <a:gd name="connsiteY20-4326" fmla="*/ 1580572 h 2160370"/>
              <a:gd name="connsiteX21-4327" fmla="*/ 1344220 w 2027759"/>
              <a:gd name="connsiteY21-4328" fmla="*/ 1905599 h 2160370"/>
              <a:gd name="connsiteX0-4329" fmla="*/ 1575697 w 2027759"/>
              <a:gd name="connsiteY0-4330" fmla="*/ 2160370 h 2160370"/>
              <a:gd name="connsiteX1-4331" fmla="*/ 956854 w 2027759"/>
              <a:gd name="connsiteY1-4332" fmla="*/ 1258136 h 2160370"/>
              <a:gd name="connsiteX2-4333" fmla="*/ 863892 w 2027759"/>
              <a:gd name="connsiteY2-4334" fmla="*/ 1345110 h 2160370"/>
              <a:gd name="connsiteX3-4335" fmla="*/ 1026241 w 2027759"/>
              <a:gd name="connsiteY3-4336" fmla="*/ 1144330 h 2160370"/>
              <a:gd name="connsiteX4-4337" fmla="*/ 908876 w 2027759"/>
              <a:gd name="connsiteY4-4338" fmla="*/ 742889 h 2160370"/>
              <a:gd name="connsiteX5-4339" fmla="*/ 1054863 w 2027759"/>
              <a:gd name="connsiteY5-4340" fmla="*/ 806878 h 2160370"/>
              <a:gd name="connsiteX6-4341" fmla="*/ 766732 w 2027759"/>
              <a:gd name="connsiteY6-4342" fmla="*/ 928320 h 2160370"/>
              <a:gd name="connsiteX7-4343" fmla="*/ 228569 w 2027759"/>
              <a:gd name="connsiteY7-4344" fmla="*/ 1030714 h 2160370"/>
              <a:gd name="connsiteX8-4345" fmla="*/ 102364 w 2027759"/>
              <a:gd name="connsiteY8-4346" fmla="*/ 578278 h 2160370"/>
              <a:gd name="connsiteX9-4347" fmla="*/ 334972 w 2027759"/>
              <a:gd name="connsiteY9-4348" fmla="*/ 266686 h 2160370"/>
              <a:gd name="connsiteX10-4349" fmla="*/ 792927 w 2027759"/>
              <a:gd name="connsiteY10-4350" fmla="*/ 56783 h 2160370"/>
              <a:gd name="connsiteX11-4351" fmla="*/ 757209 w 2027759"/>
              <a:gd name="connsiteY11-4352" fmla="*/ 92503 h 2160370"/>
              <a:gd name="connsiteX12-4353" fmla="*/ 771497 w 2027759"/>
              <a:gd name="connsiteY12-4354" fmla="*/ 35354 h 2160370"/>
              <a:gd name="connsiteX13-4355" fmla="*/ 1341273 w 2027759"/>
              <a:gd name="connsiteY13-4356" fmla="*/ 79039 h 2160370"/>
              <a:gd name="connsiteX14-4357" fmla="*/ 1369190 w 2027759"/>
              <a:gd name="connsiteY14-4358" fmla="*/ 92503 h 2160370"/>
              <a:gd name="connsiteX15-4359" fmla="*/ 1810144 w 2027759"/>
              <a:gd name="connsiteY15-4360" fmla="*/ 381128 h 2160370"/>
              <a:gd name="connsiteX16-4361" fmla="*/ 2027427 w 2027759"/>
              <a:gd name="connsiteY16-4362" fmla="*/ 743266 h 2160370"/>
              <a:gd name="connsiteX17-4363" fmla="*/ 1889668 w 2027759"/>
              <a:gd name="connsiteY17-4364" fmla="*/ 1175522 h 2160370"/>
              <a:gd name="connsiteX18-4365" fmla="*/ 1912797 w 2027759"/>
              <a:gd name="connsiteY18-4366" fmla="*/ 1134946 h 2160370"/>
              <a:gd name="connsiteX19-4367" fmla="*/ 1775980 w 2027759"/>
              <a:gd name="connsiteY19-4368" fmla="*/ 1553434 h 2160370"/>
              <a:gd name="connsiteX20-4369" fmla="*/ 1235792 w 2027759"/>
              <a:gd name="connsiteY20-4370" fmla="*/ 1580572 h 2160370"/>
              <a:gd name="connsiteX21-4371" fmla="*/ 1344220 w 2027759"/>
              <a:gd name="connsiteY21-4372" fmla="*/ 1905599 h 2160370"/>
              <a:gd name="connsiteX0-4373" fmla="*/ 1575697 w 2027759"/>
              <a:gd name="connsiteY0-4374" fmla="*/ 2160370 h 2160370"/>
              <a:gd name="connsiteX1-4375" fmla="*/ 956854 w 2027759"/>
              <a:gd name="connsiteY1-4376" fmla="*/ 1258136 h 2160370"/>
              <a:gd name="connsiteX2-4377" fmla="*/ 863892 w 2027759"/>
              <a:gd name="connsiteY2-4378" fmla="*/ 1345110 h 2160370"/>
              <a:gd name="connsiteX3-4379" fmla="*/ 1026241 w 2027759"/>
              <a:gd name="connsiteY3-4380" fmla="*/ 1144330 h 2160370"/>
              <a:gd name="connsiteX4-4381" fmla="*/ 908876 w 2027759"/>
              <a:gd name="connsiteY4-4382" fmla="*/ 742889 h 2160370"/>
              <a:gd name="connsiteX5-4383" fmla="*/ 1054863 w 2027759"/>
              <a:gd name="connsiteY5-4384" fmla="*/ 806878 h 2160370"/>
              <a:gd name="connsiteX6-4385" fmla="*/ 766732 w 2027759"/>
              <a:gd name="connsiteY6-4386" fmla="*/ 928320 h 2160370"/>
              <a:gd name="connsiteX7-4387" fmla="*/ 228569 w 2027759"/>
              <a:gd name="connsiteY7-4388" fmla="*/ 1030714 h 2160370"/>
              <a:gd name="connsiteX8-4389" fmla="*/ 102364 w 2027759"/>
              <a:gd name="connsiteY8-4390" fmla="*/ 578278 h 2160370"/>
              <a:gd name="connsiteX9-4391" fmla="*/ 334972 w 2027759"/>
              <a:gd name="connsiteY9-4392" fmla="*/ 266686 h 2160370"/>
              <a:gd name="connsiteX10-4393" fmla="*/ 754827 w 2027759"/>
              <a:gd name="connsiteY10-4394" fmla="*/ 47258 h 2160370"/>
              <a:gd name="connsiteX11-4395" fmla="*/ 757209 w 2027759"/>
              <a:gd name="connsiteY11-4396" fmla="*/ 92503 h 2160370"/>
              <a:gd name="connsiteX12-4397" fmla="*/ 771497 w 2027759"/>
              <a:gd name="connsiteY12-4398" fmla="*/ 35354 h 2160370"/>
              <a:gd name="connsiteX13-4399" fmla="*/ 1341273 w 2027759"/>
              <a:gd name="connsiteY13-4400" fmla="*/ 79039 h 2160370"/>
              <a:gd name="connsiteX14-4401" fmla="*/ 1369190 w 2027759"/>
              <a:gd name="connsiteY14-4402" fmla="*/ 92503 h 2160370"/>
              <a:gd name="connsiteX15-4403" fmla="*/ 1810144 w 2027759"/>
              <a:gd name="connsiteY15-4404" fmla="*/ 381128 h 2160370"/>
              <a:gd name="connsiteX16-4405" fmla="*/ 2027427 w 2027759"/>
              <a:gd name="connsiteY16-4406" fmla="*/ 743266 h 2160370"/>
              <a:gd name="connsiteX17-4407" fmla="*/ 1889668 w 2027759"/>
              <a:gd name="connsiteY17-4408" fmla="*/ 1175522 h 2160370"/>
              <a:gd name="connsiteX18-4409" fmla="*/ 1912797 w 2027759"/>
              <a:gd name="connsiteY18-4410" fmla="*/ 1134946 h 2160370"/>
              <a:gd name="connsiteX19-4411" fmla="*/ 1775980 w 2027759"/>
              <a:gd name="connsiteY19-4412" fmla="*/ 1553434 h 2160370"/>
              <a:gd name="connsiteX20-4413" fmla="*/ 1235792 w 2027759"/>
              <a:gd name="connsiteY20-4414" fmla="*/ 1580572 h 2160370"/>
              <a:gd name="connsiteX21-4415" fmla="*/ 1344220 w 2027759"/>
              <a:gd name="connsiteY21-4416" fmla="*/ 1905599 h 2160370"/>
              <a:gd name="connsiteX0-4417" fmla="*/ 1575697 w 2027759"/>
              <a:gd name="connsiteY0-4418" fmla="*/ 2160370 h 2160370"/>
              <a:gd name="connsiteX1-4419" fmla="*/ 956854 w 2027759"/>
              <a:gd name="connsiteY1-4420" fmla="*/ 1258136 h 2160370"/>
              <a:gd name="connsiteX2-4421" fmla="*/ 863892 w 2027759"/>
              <a:gd name="connsiteY2-4422" fmla="*/ 1345110 h 2160370"/>
              <a:gd name="connsiteX3-4423" fmla="*/ 1026241 w 2027759"/>
              <a:gd name="connsiteY3-4424" fmla="*/ 1144330 h 2160370"/>
              <a:gd name="connsiteX4-4425" fmla="*/ 908876 w 2027759"/>
              <a:gd name="connsiteY4-4426" fmla="*/ 742889 h 2160370"/>
              <a:gd name="connsiteX5-4427" fmla="*/ 1054863 w 2027759"/>
              <a:gd name="connsiteY5-4428" fmla="*/ 806878 h 2160370"/>
              <a:gd name="connsiteX6-4429" fmla="*/ 766732 w 2027759"/>
              <a:gd name="connsiteY6-4430" fmla="*/ 928320 h 2160370"/>
              <a:gd name="connsiteX7-4431" fmla="*/ 228569 w 2027759"/>
              <a:gd name="connsiteY7-4432" fmla="*/ 1030714 h 2160370"/>
              <a:gd name="connsiteX8-4433" fmla="*/ 102364 w 2027759"/>
              <a:gd name="connsiteY8-4434" fmla="*/ 578278 h 2160370"/>
              <a:gd name="connsiteX9-4435" fmla="*/ 334972 w 2027759"/>
              <a:gd name="connsiteY9-4436" fmla="*/ 266686 h 2160370"/>
              <a:gd name="connsiteX10-4437" fmla="*/ 754827 w 2027759"/>
              <a:gd name="connsiteY10-4438" fmla="*/ 47258 h 2160370"/>
              <a:gd name="connsiteX11-4439" fmla="*/ 757209 w 2027759"/>
              <a:gd name="connsiteY11-4440" fmla="*/ 92503 h 2160370"/>
              <a:gd name="connsiteX12-4441" fmla="*/ 771497 w 2027759"/>
              <a:gd name="connsiteY12-4442" fmla="*/ 35354 h 2160370"/>
              <a:gd name="connsiteX13-4443" fmla="*/ 1341273 w 2027759"/>
              <a:gd name="connsiteY13-4444" fmla="*/ 79039 h 2160370"/>
              <a:gd name="connsiteX14-4445" fmla="*/ 1369190 w 2027759"/>
              <a:gd name="connsiteY14-4446" fmla="*/ 92503 h 2160370"/>
              <a:gd name="connsiteX15-4447" fmla="*/ 1810144 w 2027759"/>
              <a:gd name="connsiteY15-4448" fmla="*/ 381128 h 2160370"/>
              <a:gd name="connsiteX16-4449" fmla="*/ 2027427 w 2027759"/>
              <a:gd name="connsiteY16-4450" fmla="*/ 743266 h 2160370"/>
              <a:gd name="connsiteX17-4451" fmla="*/ 1889668 w 2027759"/>
              <a:gd name="connsiteY17-4452" fmla="*/ 1175522 h 2160370"/>
              <a:gd name="connsiteX18-4453" fmla="*/ 1912797 w 2027759"/>
              <a:gd name="connsiteY18-4454" fmla="*/ 1134946 h 2160370"/>
              <a:gd name="connsiteX19-4455" fmla="*/ 1775980 w 2027759"/>
              <a:gd name="connsiteY19-4456" fmla="*/ 1553434 h 2160370"/>
              <a:gd name="connsiteX20-4457" fmla="*/ 1235792 w 2027759"/>
              <a:gd name="connsiteY20-4458" fmla="*/ 1580572 h 2160370"/>
              <a:gd name="connsiteX21-4459" fmla="*/ 1344220 w 2027759"/>
              <a:gd name="connsiteY21-4460" fmla="*/ 1905599 h 2160370"/>
              <a:gd name="connsiteX0-4461" fmla="*/ 1575697 w 2027759"/>
              <a:gd name="connsiteY0-4462" fmla="*/ 2160370 h 2160370"/>
              <a:gd name="connsiteX1-4463" fmla="*/ 956854 w 2027759"/>
              <a:gd name="connsiteY1-4464" fmla="*/ 1258136 h 2160370"/>
              <a:gd name="connsiteX2-4465" fmla="*/ 863892 w 2027759"/>
              <a:gd name="connsiteY2-4466" fmla="*/ 1345110 h 2160370"/>
              <a:gd name="connsiteX3-4467" fmla="*/ 1026241 w 2027759"/>
              <a:gd name="connsiteY3-4468" fmla="*/ 1144330 h 2160370"/>
              <a:gd name="connsiteX4-4469" fmla="*/ 908876 w 2027759"/>
              <a:gd name="connsiteY4-4470" fmla="*/ 742889 h 2160370"/>
              <a:gd name="connsiteX5-4471" fmla="*/ 1054863 w 2027759"/>
              <a:gd name="connsiteY5-4472" fmla="*/ 806878 h 2160370"/>
              <a:gd name="connsiteX6-4473" fmla="*/ 766732 w 2027759"/>
              <a:gd name="connsiteY6-4474" fmla="*/ 928320 h 2160370"/>
              <a:gd name="connsiteX7-4475" fmla="*/ 228569 w 2027759"/>
              <a:gd name="connsiteY7-4476" fmla="*/ 1030714 h 2160370"/>
              <a:gd name="connsiteX8-4477" fmla="*/ 102364 w 2027759"/>
              <a:gd name="connsiteY8-4478" fmla="*/ 578278 h 2160370"/>
              <a:gd name="connsiteX9-4479" fmla="*/ 334972 w 2027759"/>
              <a:gd name="connsiteY9-4480" fmla="*/ 266686 h 2160370"/>
              <a:gd name="connsiteX10-4481" fmla="*/ 754827 w 2027759"/>
              <a:gd name="connsiteY10-4482" fmla="*/ 47258 h 2160370"/>
              <a:gd name="connsiteX11-4483" fmla="*/ 757209 w 2027759"/>
              <a:gd name="connsiteY11-4484" fmla="*/ 92503 h 2160370"/>
              <a:gd name="connsiteX12-4485" fmla="*/ 771497 w 2027759"/>
              <a:gd name="connsiteY12-4486" fmla="*/ 35354 h 2160370"/>
              <a:gd name="connsiteX13-4487" fmla="*/ 1341273 w 2027759"/>
              <a:gd name="connsiteY13-4488" fmla="*/ 79039 h 2160370"/>
              <a:gd name="connsiteX14-4489" fmla="*/ 1369190 w 2027759"/>
              <a:gd name="connsiteY14-4490" fmla="*/ 92503 h 2160370"/>
              <a:gd name="connsiteX15-4491" fmla="*/ 1810144 w 2027759"/>
              <a:gd name="connsiteY15-4492" fmla="*/ 381128 h 2160370"/>
              <a:gd name="connsiteX16-4493" fmla="*/ 2027427 w 2027759"/>
              <a:gd name="connsiteY16-4494" fmla="*/ 743266 h 2160370"/>
              <a:gd name="connsiteX17-4495" fmla="*/ 1889668 w 2027759"/>
              <a:gd name="connsiteY17-4496" fmla="*/ 1175522 h 2160370"/>
              <a:gd name="connsiteX18-4497" fmla="*/ 1912797 w 2027759"/>
              <a:gd name="connsiteY18-4498" fmla="*/ 1134946 h 2160370"/>
              <a:gd name="connsiteX19-4499" fmla="*/ 1775980 w 2027759"/>
              <a:gd name="connsiteY19-4500" fmla="*/ 1553434 h 2160370"/>
              <a:gd name="connsiteX20-4501" fmla="*/ 1235792 w 2027759"/>
              <a:gd name="connsiteY20-4502" fmla="*/ 1580572 h 2160370"/>
              <a:gd name="connsiteX21-4503" fmla="*/ 1344220 w 2027759"/>
              <a:gd name="connsiteY21-4504" fmla="*/ 1905599 h 2160370"/>
              <a:gd name="connsiteX0-4505" fmla="*/ 1575697 w 2027759"/>
              <a:gd name="connsiteY0-4506" fmla="*/ 2152365 h 2152365"/>
              <a:gd name="connsiteX1-4507" fmla="*/ 956854 w 2027759"/>
              <a:gd name="connsiteY1-4508" fmla="*/ 1250131 h 2152365"/>
              <a:gd name="connsiteX2-4509" fmla="*/ 863892 w 2027759"/>
              <a:gd name="connsiteY2-4510" fmla="*/ 1337105 h 2152365"/>
              <a:gd name="connsiteX3-4511" fmla="*/ 1026241 w 2027759"/>
              <a:gd name="connsiteY3-4512" fmla="*/ 1136325 h 2152365"/>
              <a:gd name="connsiteX4-4513" fmla="*/ 908876 w 2027759"/>
              <a:gd name="connsiteY4-4514" fmla="*/ 734884 h 2152365"/>
              <a:gd name="connsiteX5-4515" fmla="*/ 1054863 w 2027759"/>
              <a:gd name="connsiteY5-4516" fmla="*/ 798873 h 2152365"/>
              <a:gd name="connsiteX6-4517" fmla="*/ 766732 w 2027759"/>
              <a:gd name="connsiteY6-4518" fmla="*/ 920315 h 2152365"/>
              <a:gd name="connsiteX7-4519" fmla="*/ 228569 w 2027759"/>
              <a:gd name="connsiteY7-4520" fmla="*/ 1022709 h 2152365"/>
              <a:gd name="connsiteX8-4521" fmla="*/ 102364 w 2027759"/>
              <a:gd name="connsiteY8-4522" fmla="*/ 570273 h 2152365"/>
              <a:gd name="connsiteX9-4523" fmla="*/ 334972 w 2027759"/>
              <a:gd name="connsiteY9-4524" fmla="*/ 258681 h 2152365"/>
              <a:gd name="connsiteX10-4525" fmla="*/ 754827 w 2027759"/>
              <a:gd name="connsiteY10-4526" fmla="*/ 39253 h 2152365"/>
              <a:gd name="connsiteX11-4527" fmla="*/ 759590 w 2027759"/>
              <a:gd name="connsiteY11-4528" fmla="*/ 86879 h 2152365"/>
              <a:gd name="connsiteX12-4529" fmla="*/ 771497 w 2027759"/>
              <a:gd name="connsiteY12-4530" fmla="*/ 27349 h 2152365"/>
              <a:gd name="connsiteX13-4531" fmla="*/ 1341273 w 2027759"/>
              <a:gd name="connsiteY13-4532" fmla="*/ 71034 h 2152365"/>
              <a:gd name="connsiteX14-4533" fmla="*/ 1369190 w 2027759"/>
              <a:gd name="connsiteY14-4534" fmla="*/ 84498 h 2152365"/>
              <a:gd name="connsiteX15-4535" fmla="*/ 1810144 w 2027759"/>
              <a:gd name="connsiteY15-4536" fmla="*/ 373123 h 2152365"/>
              <a:gd name="connsiteX16-4537" fmla="*/ 2027427 w 2027759"/>
              <a:gd name="connsiteY16-4538" fmla="*/ 735261 h 2152365"/>
              <a:gd name="connsiteX17-4539" fmla="*/ 1889668 w 2027759"/>
              <a:gd name="connsiteY17-4540" fmla="*/ 1167517 h 2152365"/>
              <a:gd name="connsiteX18-4541" fmla="*/ 1912797 w 2027759"/>
              <a:gd name="connsiteY18-4542" fmla="*/ 1126941 h 2152365"/>
              <a:gd name="connsiteX19-4543" fmla="*/ 1775980 w 2027759"/>
              <a:gd name="connsiteY19-4544" fmla="*/ 1545429 h 2152365"/>
              <a:gd name="connsiteX20-4545" fmla="*/ 1235792 w 2027759"/>
              <a:gd name="connsiteY20-4546" fmla="*/ 1572567 h 2152365"/>
              <a:gd name="connsiteX21-4547" fmla="*/ 1344220 w 2027759"/>
              <a:gd name="connsiteY21-4548" fmla="*/ 1897594 h 2152365"/>
              <a:gd name="connsiteX0-4549" fmla="*/ 1575697 w 2027759"/>
              <a:gd name="connsiteY0-4550" fmla="*/ 2152365 h 2152365"/>
              <a:gd name="connsiteX1-4551" fmla="*/ 956854 w 2027759"/>
              <a:gd name="connsiteY1-4552" fmla="*/ 1250131 h 2152365"/>
              <a:gd name="connsiteX2-4553" fmla="*/ 863892 w 2027759"/>
              <a:gd name="connsiteY2-4554" fmla="*/ 1337105 h 2152365"/>
              <a:gd name="connsiteX3-4555" fmla="*/ 1026241 w 2027759"/>
              <a:gd name="connsiteY3-4556" fmla="*/ 1136325 h 2152365"/>
              <a:gd name="connsiteX4-4557" fmla="*/ 908876 w 2027759"/>
              <a:gd name="connsiteY4-4558" fmla="*/ 734884 h 2152365"/>
              <a:gd name="connsiteX5-4559" fmla="*/ 1054863 w 2027759"/>
              <a:gd name="connsiteY5-4560" fmla="*/ 798873 h 2152365"/>
              <a:gd name="connsiteX6-4561" fmla="*/ 766732 w 2027759"/>
              <a:gd name="connsiteY6-4562" fmla="*/ 920315 h 2152365"/>
              <a:gd name="connsiteX7-4563" fmla="*/ 228569 w 2027759"/>
              <a:gd name="connsiteY7-4564" fmla="*/ 1022709 h 2152365"/>
              <a:gd name="connsiteX8-4565" fmla="*/ 102364 w 2027759"/>
              <a:gd name="connsiteY8-4566" fmla="*/ 570273 h 2152365"/>
              <a:gd name="connsiteX9-4567" fmla="*/ 334972 w 2027759"/>
              <a:gd name="connsiteY9-4568" fmla="*/ 258681 h 2152365"/>
              <a:gd name="connsiteX10-4569" fmla="*/ 754827 w 2027759"/>
              <a:gd name="connsiteY10-4570" fmla="*/ 39253 h 2152365"/>
              <a:gd name="connsiteX11-4571" fmla="*/ 759590 w 2027759"/>
              <a:gd name="connsiteY11-4572" fmla="*/ 86879 h 2152365"/>
              <a:gd name="connsiteX12-4573" fmla="*/ 771497 w 2027759"/>
              <a:gd name="connsiteY12-4574" fmla="*/ 27349 h 2152365"/>
              <a:gd name="connsiteX13-4575" fmla="*/ 1341273 w 2027759"/>
              <a:gd name="connsiteY13-4576" fmla="*/ 71034 h 2152365"/>
              <a:gd name="connsiteX14-4577" fmla="*/ 1369190 w 2027759"/>
              <a:gd name="connsiteY14-4578" fmla="*/ 84498 h 2152365"/>
              <a:gd name="connsiteX15-4579" fmla="*/ 1810144 w 2027759"/>
              <a:gd name="connsiteY15-4580" fmla="*/ 373123 h 2152365"/>
              <a:gd name="connsiteX16-4581" fmla="*/ 2027427 w 2027759"/>
              <a:gd name="connsiteY16-4582" fmla="*/ 735261 h 2152365"/>
              <a:gd name="connsiteX17-4583" fmla="*/ 1889668 w 2027759"/>
              <a:gd name="connsiteY17-4584" fmla="*/ 1167517 h 2152365"/>
              <a:gd name="connsiteX18-4585" fmla="*/ 1912797 w 2027759"/>
              <a:gd name="connsiteY18-4586" fmla="*/ 1126941 h 2152365"/>
              <a:gd name="connsiteX19-4587" fmla="*/ 1775980 w 2027759"/>
              <a:gd name="connsiteY19-4588" fmla="*/ 1545429 h 2152365"/>
              <a:gd name="connsiteX20-4589" fmla="*/ 1235792 w 2027759"/>
              <a:gd name="connsiteY20-4590" fmla="*/ 1572567 h 2152365"/>
              <a:gd name="connsiteX21-4591" fmla="*/ 1344220 w 2027759"/>
              <a:gd name="connsiteY21-4592" fmla="*/ 1897594 h 2152365"/>
              <a:gd name="connsiteX0-4593" fmla="*/ 1575697 w 2027759"/>
              <a:gd name="connsiteY0-4594" fmla="*/ 2160513 h 2160513"/>
              <a:gd name="connsiteX1-4595" fmla="*/ 956854 w 2027759"/>
              <a:gd name="connsiteY1-4596" fmla="*/ 1258279 h 2160513"/>
              <a:gd name="connsiteX2-4597" fmla="*/ 863892 w 2027759"/>
              <a:gd name="connsiteY2-4598" fmla="*/ 1345253 h 2160513"/>
              <a:gd name="connsiteX3-4599" fmla="*/ 1026241 w 2027759"/>
              <a:gd name="connsiteY3-4600" fmla="*/ 1144473 h 2160513"/>
              <a:gd name="connsiteX4-4601" fmla="*/ 908876 w 2027759"/>
              <a:gd name="connsiteY4-4602" fmla="*/ 743032 h 2160513"/>
              <a:gd name="connsiteX5-4603" fmla="*/ 1054863 w 2027759"/>
              <a:gd name="connsiteY5-4604" fmla="*/ 807021 h 2160513"/>
              <a:gd name="connsiteX6-4605" fmla="*/ 766732 w 2027759"/>
              <a:gd name="connsiteY6-4606" fmla="*/ 928463 h 2160513"/>
              <a:gd name="connsiteX7-4607" fmla="*/ 228569 w 2027759"/>
              <a:gd name="connsiteY7-4608" fmla="*/ 1030857 h 2160513"/>
              <a:gd name="connsiteX8-4609" fmla="*/ 102364 w 2027759"/>
              <a:gd name="connsiteY8-4610" fmla="*/ 578421 h 2160513"/>
              <a:gd name="connsiteX9-4611" fmla="*/ 334972 w 2027759"/>
              <a:gd name="connsiteY9-4612" fmla="*/ 266829 h 2160513"/>
              <a:gd name="connsiteX10-4613" fmla="*/ 754827 w 2027759"/>
              <a:gd name="connsiteY10-4614" fmla="*/ 47401 h 2160513"/>
              <a:gd name="connsiteX11-4615" fmla="*/ 759590 w 2027759"/>
              <a:gd name="connsiteY11-4616" fmla="*/ 95027 h 2160513"/>
              <a:gd name="connsiteX12-4617" fmla="*/ 771497 w 2027759"/>
              <a:gd name="connsiteY12-4618" fmla="*/ 35497 h 2160513"/>
              <a:gd name="connsiteX13-4619" fmla="*/ 1341273 w 2027759"/>
              <a:gd name="connsiteY13-4620" fmla="*/ 79182 h 2160513"/>
              <a:gd name="connsiteX14-4621" fmla="*/ 1369190 w 2027759"/>
              <a:gd name="connsiteY14-4622" fmla="*/ 92646 h 2160513"/>
              <a:gd name="connsiteX15-4623" fmla="*/ 1810144 w 2027759"/>
              <a:gd name="connsiteY15-4624" fmla="*/ 381271 h 2160513"/>
              <a:gd name="connsiteX16-4625" fmla="*/ 2027427 w 2027759"/>
              <a:gd name="connsiteY16-4626" fmla="*/ 743409 h 2160513"/>
              <a:gd name="connsiteX17-4627" fmla="*/ 1889668 w 2027759"/>
              <a:gd name="connsiteY17-4628" fmla="*/ 1175665 h 2160513"/>
              <a:gd name="connsiteX18-4629" fmla="*/ 1912797 w 2027759"/>
              <a:gd name="connsiteY18-4630" fmla="*/ 1135089 h 2160513"/>
              <a:gd name="connsiteX19-4631" fmla="*/ 1775980 w 2027759"/>
              <a:gd name="connsiteY19-4632" fmla="*/ 1553577 h 2160513"/>
              <a:gd name="connsiteX20-4633" fmla="*/ 1235792 w 2027759"/>
              <a:gd name="connsiteY20-4634" fmla="*/ 1580715 h 2160513"/>
              <a:gd name="connsiteX21-4635" fmla="*/ 1344220 w 2027759"/>
              <a:gd name="connsiteY21-4636" fmla="*/ 1905742 h 2160513"/>
              <a:gd name="connsiteX0-4637" fmla="*/ 1575697 w 2027759"/>
              <a:gd name="connsiteY0-4638" fmla="*/ 2160513 h 2160513"/>
              <a:gd name="connsiteX1-4639" fmla="*/ 956854 w 2027759"/>
              <a:gd name="connsiteY1-4640" fmla="*/ 1258279 h 2160513"/>
              <a:gd name="connsiteX2-4641" fmla="*/ 863892 w 2027759"/>
              <a:gd name="connsiteY2-4642" fmla="*/ 1345253 h 2160513"/>
              <a:gd name="connsiteX3-4643" fmla="*/ 1026241 w 2027759"/>
              <a:gd name="connsiteY3-4644" fmla="*/ 1144473 h 2160513"/>
              <a:gd name="connsiteX4-4645" fmla="*/ 908876 w 2027759"/>
              <a:gd name="connsiteY4-4646" fmla="*/ 743032 h 2160513"/>
              <a:gd name="connsiteX5-4647" fmla="*/ 1054863 w 2027759"/>
              <a:gd name="connsiteY5-4648" fmla="*/ 807021 h 2160513"/>
              <a:gd name="connsiteX6-4649" fmla="*/ 766732 w 2027759"/>
              <a:gd name="connsiteY6-4650" fmla="*/ 928463 h 2160513"/>
              <a:gd name="connsiteX7-4651" fmla="*/ 228569 w 2027759"/>
              <a:gd name="connsiteY7-4652" fmla="*/ 1030857 h 2160513"/>
              <a:gd name="connsiteX8-4653" fmla="*/ 102364 w 2027759"/>
              <a:gd name="connsiteY8-4654" fmla="*/ 578421 h 2160513"/>
              <a:gd name="connsiteX9-4655" fmla="*/ 334972 w 2027759"/>
              <a:gd name="connsiteY9-4656" fmla="*/ 266829 h 2160513"/>
              <a:gd name="connsiteX10-4657" fmla="*/ 754827 w 2027759"/>
              <a:gd name="connsiteY10-4658" fmla="*/ 47401 h 2160513"/>
              <a:gd name="connsiteX11-4659" fmla="*/ 759590 w 2027759"/>
              <a:gd name="connsiteY11-4660" fmla="*/ 95027 h 2160513"/>
              <a:gd name="connsiteX12-4661" fmla="*/ 771497 w 2027759"/>
              <a:gd name="connsiteY12-4662" fmla="*/ 35497 h 2160513"/>
              <a:gd name="connsiteX13-4663" fmla="*/ 1341273 w 2027759"/>
              <a:gd name="connsiteY13-4664" fmla="*/ 79182 h 2160513"/>
              <a:gd name="connsiteX14-4665" fmla="*/ 1369190 w 2027759"/>
              <a:gd name="connsiteY14-4666" fmla="*/ 92646 h 2160513"/>
              <a:gd name="connsiteX15-4667" fmla="*/ 1810144 w 2027759"/>
              <a:gd name="connsiteY15-4668" fmla="*/ 381271 h 2160513"/>
              <a:gd name="connsiteX16-4669" fmla="*/ 2027427 w 2027759"/>
              <a:gd name="connsiteY16-4670" fmla="*/ 743409 h 2160513"/>
              <a:gd name="connsiteX17-4671" fmla="*/ 1889668 w 2027759"/>
              <a:gd name="connsiteY17-4672" fmla="*/ 1175665 h 2160513"/>
              <a:gd name="connsiteX18-4673" fmla="*/ 1912797 w 2027759"/>
              <a:gd name="connsiteY18-4674" fmla="*/ 1135089 h 2160513"/>
              <a:gd name="connsiteX19-4675" fmla="*/ 1775980 w 2027759"/>
              <a:gd name="connsiteY19-4676" fmla="*/ 1553577 h 2160513"/>
              <a:gd name="connsiteX20-4677" fmla="*/ 1235792 w 2027759"/>
              <a:gd name="connsiteY20-4678" fmla="*/ 1580715 h 2160513"/>
              <a:gd name="connsiteX21-4679" fmla="*/ 1344220 w 2027759"/>
              <a:gd name="connsiteY21-4680" fmla="*/ 1905742 h 2160513"/>
              <a:gd name="connsiteX0-4681" fmla="*/ 1575697 w 2027759"/>
              <a:gd name="connsiteY0-4682" fmla="*/ 2160513 h 2160513"/>
              <a:gd name="connsiteX1-4683" fmla="*/ 956854 w 2027759"/>
              <a:gd name="connsiteY1-4684" fmla="*/ 1258279 h 2160513"/>
              <a:gd name="connsiteX2-4685" fmla="*/ 863892 w 2027759"/>
              <a:gd name="connsiteY2-4686" fmla="*/ 1345253 h 2160513"/>
              <a:gd name="connsiteX3-4687" fmla="*/ 1026241 w 2027759"/>
              <a:gd name="connsiteY3-4688" fmla="*/ 1144473 h 2160513"/>
              <a:gd name="connsiteX4-4689" fmla="*/ 908876 w 2027759"/>
              <a:gd name="connsiteY4-4690" fmla="*/ 743032 h 2160513"/>
              <a:gd name="connsiteX5-4691" fmla="*/ 1054863 w 2027759"/>
              <a:gd name="connsiteY5-4692" fmla="*/ 807021 h 2160513"/>
              <a:gd name="connsiteX6-4693" fmla="*/ 766732 w 2027759"/>
              <a:gd name="connsiteY6-4694" fmla="*/ 928463 h 2160513"/>
              <a:gd name="connsiteX7-4695" fmla="*/ 228569 w 2027759"/>
              <a:gd name="connsiteY7-4696" fmla="*/ 1030857 h 2160513"/>
              <a:gd name="connsiteX8-4697" fmla="*/ 102364 w 2027759"/>
              <a:gd name="connsiteY8-4698" fmla="*/ 578421 h 2160513"/>
              <a:gd name="connsiteX9-4699" fmla="*/ 334972 w 2027759"/>
              <a:gd name="connsiteY9-4700" fmla="*/ 266829 h 2160513"/>
              <a:gd name="connsiteX10-4701" fmla="*/ 754827 w 2027759"/>
              <a:gd name="connsiteY10-4702" fmla="*/ 47401 h 2160513"/>
              <a:gd name="connsiteX11-4703" fmla="*/ 759590 w 2027759"/>
              <a:gd name="connsiteY11-4704" fmla="*/ 95027 h 2160513"/>
              <a:gd name="connsiteX12-4705" fmla="*/ 771497 w 2027759"/>
              <a:gd name="connsiteY12-4706" fmla="*/ 35497 h 2160513"/>
              <a:gd name="connsiteX13-4707" fmla="*/ 1341273 w 2027759"/>
              <a:gd name="connsiteY13-4708" fmla="*/ 79182 h 2160513"/>
              <a:gd name="connsiteX14-4709" fmla="*/ 1369190 w 2027759"/>
              <a:gd name="connsiteY14-4710" fmla="*/ 92646 h 2160513"/>
              <a:gd name="connsiteX15-4711" fmla="*/ 1810144 w 2027759"/>
              <a:gd name="connsiteY15-4712" fmla="*/ 381271 h 2160513"/>
              <a:gd name="connsiteX16-4713" fmla="*/ 2027427 w 2027759"/>
              <a:gd name="connsiteY16-4714" fmla="*/ 743409 h 2160513"/>
              <a:gd name="connsiteX17-4715" fmla="*/ 1889668 w 2027759"/>
              <a:gd name="connsiteY17-4716" fmla="*/ 1175665 h 2160513"/>
              <a:gd name="connsiteX18-4717" fmla="*/ 1912797 w 2027759"/>
              <a:gd name="connsiteY18-4718" fmla="*/ 1135089 h 2160513"/>
              <a:gd name="connsiteX19-4719" fmla="*/ 1775980 w 2027759"/>
              <a:gd name="connsiteY19-4720" fmla="*/ 1553577 h 2160513"/>
              <a:gd name="connsiteX20-4721" fmla="*/ 1235792 w 2027759"/>
              <a:gd name="connsiteY20-4722" fmla="*/ 1580715 h 2160513"/>
              <a:gd name="connsiteX21-4723" fmla="*/ 1344220 w 2027759"/>
              <a:gd name="connsiteY21-4724" fmla="*/ 1905742 h 2160513"/>
              <a:gd name="connsiteX0-4725" fmla="*/ 1575697 w 2027759"/>
              <a:gd name="connsiteY0-4726" fmla="*/ 2160513 h 2160513"/>
              <a:gd name="connsiteX1-4727" fmla="*/ 956854 w 2027759"/>
              <a:gd name="connsiteY1-4728" fmla="*/ 1258279 h 2160513"/>
              <a:gd name="connsiteX2-4729" fmla="*/ 863892 w 2027759"/>
              <a:gd name="connsiteY2-4730" fmla="*/ 1345253 h 2160513"/>
              <a:gd name="connsiteX3-4731" fmla="*/ 1026241 w 2027759"/>
              <a:gd name="connsiteY3-4732" fmla="*/ 1144473 h 2160513"/>
              <a:gd name="connsiteX4-4733" fmla="*/ 908876 w 2027759"/>
              <a:gd name="connsiteY4-4734" fmla="*/ 743032 h 2160513"/>
              <a:gd name="connsiteX5-4735" fmla="*/ 1054863 w 2027759"/>
              <a:gd name="connsiteY5-4736" fmla="*/ 807021 h 2160513"/>
              <a:gd name="connsiteX6-4737" fmla="*/ 766732 w 2027759"/>
              <a:gd name="connsiteY6-4738" fmla="*/ 928463 h 2160513"/>
              <a:gd name="connsiteX7-4739" fmla="*/ 228569 w 2027759"/>
              <a:gd name="connsiteY7-4740" fmla="*/ 1030857 h 2160513"/>
              <a:gd name="connsiteX8-4741" fmla="*/ 102364 w 2027759"/>
              <a:gd name="connsiteY8-4742" fmla="*/ 578421 h 2160513"/>
              <a:gd name="connsiteX9-4743" fmla="*/ 334972 w 2027759"/>
              <a:gd name="connsiteY9-4744" fmla="*/ 266829 h 2160513"/>
              <a:gd name="connsiteX10-4745" fmla="*/ 754827 w 2027759"/>
              <a:gd name="connsiteY10-4746" fmla="*/ 47401 h 2160513"/>
              <a:gd name="connsiteX11-4747" fmla="*/ 759590 w 2027759"/>
              <a:gd name="connsiteY11-4748" fmla="*/ 95027 h 2160513"/>
              <a:gd name="connsiteX12-4749" fmla="*/ 771497 w 2027759"/>
              <a:gd name="connsiteY12-4750" fmla="*/ 35497 h 2160513"/>
              <a:gd name="connsiteX13-4751" fmla="*/ 1341273 w 2027759"/>
              <a:gd name="connsiteY13-4752" fmla="*/ 79182 h 2160513"/>
              <a:gd name="connsiteX14-4753" fmla="*/ 1369190 w 2027759"/>
              <a:gd name="connsiteY14-4754" fmla="*/ 92646 h 2160513"/>
              <a:gd name="connsiteX15-4755" fmla="*/ 1810144 w 2027759"/>
              <a:gd name="connsiteY15-4756" fmla="*/ 381271 h 2160513"/>
              <a:gd name="connsiteX16-4757" fmla="*/ 2027427 w 2027759"/>
              <a:gd name="connsiteY16-4758" fmla="*/ 743409 h 2160513"/>
              <a:gd name="connsiteX17-4759" fmla="*/ 1889668 w 2027759"/>
              <a:gd name="connsiteY17-4760" fmla="*/ 1175665 h 2160513"/>
              <a:gd name="connsiteX18-4761" fmla="*/ 1912797 w 2027759"/>
              <a:gd name="connsiteY18-4762" fmla="*/ 1135089 h 2160513"/>
              <a:gd name="connsiteX19-4763" fmla="*/ 1775980 w 2027759"/>
              <a:gd name="connsiteY19-4764" fmla="*/ 1553577 h 2160513"/>
              <a:gd name="connsiteX20-4765" fmla="*/ 1235792 w 2027759"/>
              <a:gd name="connsiteY20-4766" fmla="*/ 1580715 h 2160513"/>
              <a:gd name="connsiteX21-4767" fmla="*/ 1344220 w 2027759"/>
              <a:gd name="connsiteY21-4768" fmla="*/ 1905742 h 2160513"/>
              <a:gd name="connsiteX0-4769" fmla="*/ 1575697 w 2027759"/>
              <a:gd name="connsiteY0-4770" fmla="*/ 2160513 h 2160513"/>
              <a:gd name="connsiteX1-4771" fmla="*/ 956854 w 2027759"/>
              <a:gd name="connsiteY1-4772" fmla="*/ 1258279 h 2160513"/>
              <a:gd name="connsiteX2-4773" fmla="*/ 863892 w 2027759"/>
              <a:gd name="connsiteY2-4774" fmla="*/ 1345253 h 2160513"/>
              <a:gd name="connsiteX3-4775" fmla="*/ 1026241 w 2027759"/>
              <a:gd name="connsiteY3-4776" fmla="*/ 1144473 h 2160513"/>
              <a:gd name="connsiteX4-4777" fmla="*/ 908876 w 2027759"/>
              <a:gd name="connsiteY4-4778" fmla="*/ 743032 h 2160513"/>
              <a:gd name="connsiteX5-4779" fmla="*/ 1054863 w 2027759"/>
              <a:gd name="connsiteY5-4780" fmla="*/ 807021 h 2160513"/>
              <a:gd name="connsiteX6-4781" fmla="*/ 766732 w 2027759"/>
              <a:gd name="connsiteY6-4782" fmla="*/ 928463 h 2160513"/>
              <a:gd name="connsiteX7-4783" fmla="*/ 228569 w 2027759"/>
              <a:gd name="connsiteY7-4784" fmla="*/ 1030857 h 2160513"/>
              <a:gd name="connsiteX8-4785" fmla="*/ 102364 w 2027759"/>
              <a:gd name="connsiteY8-4786" fmla="*/ 578421 h 2160513"/>
              <a:gd name="connsiteX9-4787" fmla="*/ 334972 w 2027759"/>
              <a:gd name="connsiteY9-4788" fmla="*/ 266829 h 2160513"/>
              <a:gd name="connsiteX10-4789" fmla="*/ 754827 w 2027759"/>
              <a:gd name="connsiteY10-4790" fmla="*/ 47401 h 2160513"/>
              <a:gd name="connsiteX11-4791" fmla="*/ 759590 w 2027759"/>
              <a:gd name="connsiteY11-4792" fmla="*/ 95027 h 2160513"/>
              <a:gd name="connsiteX12-4793" fmla="*/ 771497 w 2027759"/>
              <a:gd name="connsiteY12-4794" fmla="*/ 35497 h 2160513"/>
              <a:gd name="connsiteX13-4795" fmla="*/ 1341273 w 2027759"/>
              <a:gd name="connsiteY13-4796" fmla="*/ 79182 h 2160513"/>
              <a:gd name="connsiteX14-4797" fmla="*/ 1369190 w 2027759"/>
              <a:gd name="connsiteY14-4798" fmla="*/ 92646 h 2160513"/>
              <a:gd name="connsiteX15-4799" fmla="*/ 1810144 w 2027759"/>
              <a:gd name="connsiteY15-4800" fmla="*/ 381271 h 2160513"/>
              <a:gd name="connsiteX16-4801" fmla="*/ 2027427 w 2027759"/>
              <a:gd name="connsiteY16-4802" fmla="*/ 743409 h 2160513"/>
              <a:gd name="connsiteX17-4803" fmla="*/ 1889668 w 2027759"/>
              <a:gd name="connsiteY17-4804" fmla="*/ 1175665 h 2160513"/>
              <a:gd name="connsiteX18-4805" fmla="*/ 1912797 w 2027759"/>
              <a:gd name="connsiteY18-4806" fmla="*/ 1135089 h 2160513"/>
              <a:gd name="connsiteX19-4807" fmla="*/ 1775980 w 2027759"/>
              <a:gd name="connsiteY19-4808" fmla="*/ 1553577 h 2160513"/>
              <a:gd name="connsiteX20-4809" fmla="*/ 1235792 w 2027759"/>
              <a:gd name="connsiteY20-4810" fmla="*/ 1580715 h 2160513"/>
              <a:gd name="connsiteX21-4811" fmla="*/ 1344220 w 2027759"/>
              <a:gd name="connsiteY21-4812" fmla="*/ 1905742 h 2160513"/>
              <a:gd name="connsiteX0-4813" fmla="*/ 1575697 w 2027759"/>
              <a:gd name="connsiteY0-4814" fmla="*/ 2160513 h 2160513"/>
              <a:gd name="connsiteX1-4815" fmla="*/ 956854 w 2027759"/>
              <a:gd name="connsiteY1-4816" fmla="*/ 1258279 h 2160513"/>
              <a:gd name="connsiteX2-4817" fmla="*/ 863892 w 2027759"/>
              <a:gd name="connsiteY2-4818" fmla="*/ 1345253 h 2160513"/>
              <a:gd name="connsiteX3-4819" fmla="*/ 1026241 w 2027759"/>
              <a:gd name="connsiteY3-4820" fmla="*/ 1144473 h 2160513"/>
              <a:gd name="connsiteX4-4821" fmla="*/ 908876 w 2027759"/>
              <a:gd name="connsiteY4-4822" fmla="*/ 743032 h 2160513"/>
              <a:gd name="connsiteX5-4823" fmla="*/ 1054863 w 2027759"/>
              <a:gd name="connsiteY5-4824" fmla="*/ 807021 h 2160513"/>
              <a:gd name="connsiteX6-4825" fmla="*/ 766732 w 2027759"/>
              <a:gd name="connsiteY6-4826" fmla="*/ 928463 h 2160513"/>
              <a:gd name="connsiteX7-4827" fmla="*/ 228569 w 2027759"/>
              <a:gd name="connsiteY7-4828" fmla="*/ 1030857 h 2160513"/>
              <a:gd name="connsiteX8-4829" fmla="*/ 102364 w 2027759"/>
              <a:gd name="connsiteY8-4830" fmla="*/ 578421 h 2160513"/>
              <a:gd name="connsiteX9-4831" fmla="*/ 334972 w 2027759"/>
              <a:gd name="connsiteY9-4832" fmla="*/ 266829 h 2160513"/>
              <a:gd name="connsiteX10-4833" fmla="*/ 754827 w 2027759"/>
              <a:gd name="connsiteY10-4834" fmla="*/ 47401 h 2160513"/>
              <a:gd name="connsiteX11-4835" fmla="*/ 759590 w 2027759"/>
              <a:gd name="connsiteY11-4836" fmla="*/ 95027 h 2160513"/>
              <a:gd name="connsiteX12-4837" fmla="*/ 771497 w 2027759"/>
              <a:gd name="connsiteY12-4838" fmla="*/ 35497 h 2160513"/>
              <a:gd name="connsiteX13-4839" fmla="*/ 1341273 w 2027759"/>
              <a:gd name="connsiteY13-4840" fmla="*/ 79182 h 2160513"/>
              <a:gd name="connsiteX14-4841" fmla="*/ 1369190 w 2027759"/>
              <a:gd name="connsiteY14-4842" fmla="*/ 92646 h 2160513"/>
              <a:gd name="connsiteX15-4843" fmla="*/ 1810144 w 2027759"/>
              <a:gd name="connsiteY15-4844" fmla="*/ 381271 h 2160513"/>
              <a:gd name="connsiteX16-4845" fmla="*/ 2027427 w 2027759"/>
              <a:gd name="connsiteY16-4846" fmla="*/ 743409 h 2160513"/>
              <a:gd name="connsiteX17-4847" fmla="*/ 1889668 w 2027759"/>
              <a:gd name="connsiteY17-4848" fmla="*/ 1175665 h 2160513"/>
              <a:gd name="connsiteX18-4849" fmla="*/ 1912797 w 2027759"/>
              <a:gd name="connsiteY18-4850" fmla="*/ 1135089 h 2160513"/>
              <a:gd name="connsiteX19-4851" fmla="*/ 1775980 w 2027759"/>
              <a:gd name="connsiteY19-4852" fmla="*/ 1553577 h 2160513"/>
              <a:gd name="connsiteX20-4853" fmla="*/ 1235792 w 2027759"/>
              <a:gd name="connsiteY20-4854" fmla="*/ 1580715 h 2160513"/>
              <a:gd name="connsiteX21-4855" fmla="*/ 1344220 w 2027759"/>
              <a:gd name="connsiteY21-4856" fmla="*/ 1905742 h 2160513"/>
              <a:gd name="connsiteX0-4857" fmla="*/ 1575697 w 2028163"/>
              <a:gd name="connsiteY0-4858" fmla="*/ 2160513 h 2160513"/>
              <a:gd name="connsiteX1-4859" fmla="*/ 956854 w 2028163"/>
              <a:gd name="connsiteY1-4860" fmla="*/ 1258279 h 2160513"/>
              <a:gd name="connsiteX2-4861" fmla="*/ 863892 w 2028163"/>
              <a:gd name="connsiteY2-4862" fmla="*/ 1345253 h 2160513"/>
              <a:gd name="connsiteX3-4863" fmla="*/ 1026241 w 2028163"/>
              <a:gd name="connsiteY3-4864" fmla="*/ 1144473 h 2160513"/>
              <a:gd name="connsiteX4-4865" fmla="*/ 908876 w 2028163"/>
              <a:gd name="connsiteY4-4866" fmla="*/ 743032 h 2160513"/>
              <a:gd name="connsiteX5-4867" fmla="*/ 1054863 w 2028163"/>
              <a:gd name="connsiteY5-4868" fmla="*/ 807021 h 2160513"/>
              <a:gd name="connsiteX6-4869" fmla="*/ 766732 w 2028163"/>
              <a:gd name="connsiteY6-4870" fmla="*/ 928463 h 2160513"/>
              <a:gd name="connsiteX7-4871" fmla="*/ 228569 w 2028163"/>
              <a:gd name="connsiteY7-4872" fmla="*/ 1030857 h 2160513"/>
              <a:gd name="connsiteX8-4873" fmla="*/ 102364 w 2028163"/>
              <a:gd name="connsiteY8-4874" fmla="*/ 578421 h 2160513"/>
              <a:gd name="connsiteX9-4875" fmla="*/ 334972 w 2028163"/>
              <a:gd name="connsiteY9-4876" fmla="*/ 266829 h 2160513"/>
              <a:gd name="connsiteX10-4877" fmla="*/ 754827 w 2028163"/>
              <a:gd name="connsiteY10-4878" fmla="*/ 47401 h 2160513"/>
              <a:gd name="connsiteX11-4879" fmla="*/ 759590 w 2028163"/>
              <a:gd name="connsiteY11-4880" fmla="*/ 95027 h 2160513"/>
              <a:gd name="connsiteX12-4881" fmla="*/ 771497 w 2028163"/>
              <a:gd name="connsiteY12-4882" fmla="*/ 35497 h 2160513"/>
              <a:gd name="connsiteX13-4883" fmla="*/ 1341273 w 2028163"/>
              <a:gd name="connsiteY13-4884" fmla="*/ 79182 h 2160513"/>
              <a:gd name="connsiteX14-4885" fmla="*/ 1369190 w 2028163"/>
              <a:gd name="connsiteY14-4886" fmla="*/ 92646 h 2160513"/>
              <a:gd name="connsiteX15-4887" fmla="*/ 1769663 w 2028163"/>
              <a:gd name="connsiteY15-4888" fmla="*/ 369365 h 2160513"/>
              <a:gd name="connsiteX16-4889" fmla="*/ 2027427 w 2028163"/>
              <a:gd name="connsiteY16-4890" fmla="*/ 743409 h 2160513"/>
              <a:gd name="connsiteX17-4891" fmla="*/ 1889668 w 2028163"/>
              <a:gd name="connsiteY17-4892" fmla="*/ 1175665 h 2160513"/>
              <a:gd name="connsiteX18-4893" fmla="*/ 1912797 w 2028163"/>
              <a:gd name="connsiteY18-4894" fmla="*/ 1135089 h 2160513"/>
              <a:gd name="connsiteX19-4895" fmla="*/ 1775980 w 2028163"/>
              <a:gd name="connsiteY19-4896" fmla="*/ 1553577 h 2160513"/>
              <a:gd name="connsiteX20-4897" fmla="*/ 1235792 w 2028163"/>
              <a:gd name="connsiteY20-4898" fmla="*/ 1580715 h 2160513"/>
              <a:gd name="connsiteX21-4899" fmla="*/ 1344220 w 2028163"/>
              <a:gd name="connsiteY21-4900" fmla="*/ 1905742 h 2160513"/>
              <a:gd name="connsiteX0-4901" fmla="*/ 1575697 w 2028828"/>
              <a:gd name="connsiteY0-4902" fmla="*/ 2160513 h 2160513"/>
              <a:gd name="connsiteX1-4903" fmla="*/ 956854 w 2028828"/>
              <a:gd name="connsiteY1-4904" fmla="*/ 1258279 h 2160513"/>
              <a:gd name="connsiteX2-4905" fmla="*/ 863892 w 2028828"/>
              <a:gd name="connsiteY2-4906" fmla="*/ 1345253 h 2160513"/>
              <a:gd name="connsiteX3-4907" fmla="*/ 1026241 w 2028828"/>
              <a:gd name="connsiteY3-4908" fmla="*/ 1144473 h 2160513"/>
              <a:gd name="connsiteX4-4909" fmla="*/ 908876 w 2028828"/>
              <a:gd name="connsiteY4-4910" fmla="*/ 743032 h 2160513"/>
              <a:gd name="connsiteX5-4911" fmla="*/ 1054863 w 2028828"/>
              <a:gd name="connsiteY5-4912" fmla="*/ 807021 h 2160513"/>
              <a:gd name="connsiteX6-4913" fmla="*/ 766732 w 2028828"/>
              <a:gd name="connsiteY6-4914" fmla="*/ 928463 h 2160513"/>
              <a:gd name="connsiteX7-4915" fmla="*/ 228569 w 2028828"/>
              <a:gd name="connsiteY7-4916" fmla="*/ 1030857 h 2160513"/>
              <a:gd name="connsiteX8-4917" fmla="*/ 102364 w 2028828"/>
              <a:gd name="connsiteY8-4918" fmla="*/ 578421 h 2160513"/>
              <a:gd name="connsiteX9-4919" fmla="*/ 334972 w 2028828"/>
              <a:gd name="connsiteY9-4920" fmla="*/ 266829 h 2160513"/>
              <a:gd name="connsiteX10-4921" fmla="*/ 754827 w 2028828"/>
              <a:gd name="connsiteY10-4922" fmla="*/ 47401 h 2160513"/>
              <a:gd name="connsiteX11-4923" fmla="*/ 759590 w 2028828"/>
              <a:gd name="connsiteY11-4924" fmla="*/ 95027 h 2160513"/>
              <a:gd name="connsiteX12-4925" fmla="*/ 771497 w 2028828"/>
              <a:gd name="connsiteY12-4926" fmla="*/ 35497 h 2160513"/>
              <a:gd name="connsiteX13-4927" fmla="*/ 1341273 w 2028828"/>
              <a:gd name="connsiteY13-4928" fmla="*/ 79182 h 2160513"/>
              <a:gd name="connsiteX14-4929" fmla="*/ 1369190 w 2028828"/>
              <a:gd name="connsiteY14-4930" fmla="*/ 92646 h 2160513"/>
              <a:gd name="connsiteX15-4931" fmla="*/ 1769663 w 2028828"/>
              <a:gd name="connsiteY15-4932" fmla="*/ 369365 h 2160513"/>
              <a:gd name="connsiteX16-4933" fmla="*/ 1721615 w 2028828"/>
              <a:gd name="connsiteY16-4934" fmla="*/ 352202 h 2160513"/>
              <a:gd name="connsiteX17-4935" fmla="*/ 2027427 w 2028828"/>
              <a:gd name="connsiteY17-4936" fmla="*/ 743409 h 2160513"/>
              <a:gd name="connsiteX18-4937" fmla="*/ 1889668 w 2028828"/>
              <a:gd name="connsiteY18-4938" fmla="*/ 1175665 h 2160513"/>
              <a:gd name="connsiteX19-4939" fmla="*/ 1912797 w 2028828"/>
              <a:gd name="connsiteY19-4940" fmla="*/ 1135089 h 2160513"/>
              <a:gd name="connsiteX20-4941" fmla="*/ 1775980 w 2028828"/>
              <a:gd name="connsiteY20-4942" fmla="*/ 1553577 h 2160513"/>
              <a:gd name="connsiteX21-4943" fmla="*/ 1235792 w 2028828"/>
              <a:gd name="connsiteY21-4944" fmla="*/ 1580715 h 2160513"/>
              <a:gd name="connsiteX22" fmla="*/ 1344220 w 2028828"/>
              <a:gd name="connsiteY22" fmla="*/ 1905742 h 2160513"/>
              <a:gd name="connsiteX0-4945" fmla="*/ 1575697 w 2028828"/>
              <a:gd name="connsiteY0-4946" fmla="*/ 2160513 h 2160513"/>
              <a:gd name="connsiteX1-4947" fmla="*/ 956854 w 2028828"/>
              <a:gd name="connsiteY1-4948" fmla="*/ 1258279 h 2160513"/>
              <a:gd name="connsiteX2-4949" fmla="*/ 863892 w 2028828"/>
              <a:gd name="connsiteY2-4950" fmla="*/ 1345253 h 2160513"/>
              <a:gd name="connsiteX3-4951" fmla="*/ 1026241 w 2028828"/>
              <a:gd name="connsiteY3-4952" fmla="*/ 1144473 h 2160513"/>
              <a:gd name="connsiteX4-4953" fmla="*/ 908876 w 2028828"/>
              <a:gd name="connsiteY4-4954" fmla="*/ 743032 h 2160513"/>
              <a:gd name="connsiteX5-4955" fmla="*/ 1054863 w 2028828"/>
              <a:gd name="connsiteY5-4956" fmla="*/ 807021 h 2160513"/>
              <a:gd name="connsiteX6-4957" fmla="*/ 766732 w 2028828"/>
              <a:gd name="connsiteY6-4958" fmla="*/ 928463 h 2160513"/>
              <a:gd name="connsiteX7-4959" fmla="*/ 228569 w 2028828"/>
              <a:gd name="connsiteY7-4960" fmla="*/ 1030857 h 2160513"/>
              <a:gd name="connsiteX8-4961" fmla="*/ 102364 w 2028828"/>
              <a:gd name="connsiteY8-4962" fmla="*/ 578421 h 2160513"/>
              <a:gd name="connsiteX9-4963" fmla="*/ 334972 w 2028828"/>
              <a:gd name="connsiteY9-4964" fmla="*/ 266829 h 2160513"/>
              <a:gd name="connsiteX10-4965" fmla="*/ 754827 w 2028828"/>
              <a:gd name="connsiteY10-4966" fmla="*/ 47401 h 2160513"/>
              <a:gd name="connsiteX11-4967" fmla="*/ 759590 w 2028828"/>
              <a:gd name="connsiteY11-4968" fmla="*/ 95027 h 2160513"/>
              <a:gd name="connsiteX12-4969" fmla="*/ 771497 w 2028828"/>
              <a:gd name="connsiteY12-4970" fmla="*/ 35497 h 2160513"/>
              <a:gd name="connsiteX13-4971" fmla="*/ 1341273 w 2028828"/>
              <a:gd name="connsiteY13-4972" fmla="*/ 79182 h 2160513"/>
              <a:gd name="connsiteX14-4973" fmla="*/ 1369190 w 2028828"/>
              <a:gd name="connsiteY14-4974" fmla="*/ 92646 h 2160513"/>
              <a:gd name="connsiteX15-4975" fmla="*/ 1769663 w 2028828"/>
              <a:gd name="connsiteY15-4976" fmla="*/ 369365 h 2160513"/>
              <a:gd name="connsiteX16-4977" fmla="*/ 1721615 w 2028828"/>
              <a:gd name="connsiteY16-4978" fmla="*/ 352202 h 2160513"/>
              <a:gd name="connsiteX17-4979" fmla="*/ 2027427 w 2028828"/>
              <a:gd name="connsiteY17-4980" fmla="*/ 743409 h 2160513"/>
              <a:gd name="connsiteX18-4981" fmla="*/ 1889668 w 2028828"/>
              <a:gd name="connsiteY18-4982" fmla="*/ 1175665 h 2160513"/>
              <a:gd name="connsiteX19-4983" fmla="*/ 1912797 w 2028828"/>
              <a:gd name="connsiteY19-4984" fmla="*/ 1135089 h 2160513"/>
              <a:gd name="connsiteX20-4985" fmla="*/ 1775980 w 2028828"/>
              <a:gd name="connsiteY20-4986" fmla="*/ 1553577 h 2160513"/>
              <a:gd name="connsiteX21-4987" fmla="*/ 1235792 w 2028828"/>
              <a:gd name="connsiteY21-4988" fmla="*/ 1580715 h 2160513"/>
              <a:gd name="connsiteX22-4989" fmla="*/ 1344220 w 2028828"/>
              <a:gd name="connsiteY22-4990" fmla="*/ 1905742 h 2160513"/>
              <a:gd name="connsiteX0-4991" fmla="*/ 1575697 w 2028828"/>
              <a:gd name="connsiteY0-4992" fmla="*/ 2160513 h 2160513"/>
              <a:gd name="connsiteX1-4993" fmla="*/ 956854 w 2028828"/>
              <a:gd name="connsiteY1-4994" fmla="*/ 1258279 h 2160513"/>
              <a:gd name="connsiteX2-4995" fmla="*/ 863892 w 2028828"/>
              <a:gd name="connsiteY2-4996" fmla="*/ 1345253 h 2160513"/>
              <a:gd name="connsiteX3-4997" fmla="*/ 1026241 w 2028828"/>
              <a:gd name="connsiteY3-4998" fmla="*/ 1144473 h 2160513"/>
              <a:gd name="connsiteX4-4999" fmla="*/ 908876 w 2028828"/>
              <a:gd name="connsiteY4-5000" fmla="*/ 743032 h 2160513"/>
              <a:gd name="connsiteX5-5001" fmla="*/ 1054863 w 2028828"/>
              <a:gd name="connsiteY5-5002" fmla="*/ 807021 h 2160513"/>
              <a:gd name="connsiteX6-5003" fmla="*/ 766732 w 2028828"/>
              <a:gd name="connsiteY6-5004" fmla="*/ 928463 h 2160513"/>
              <a:gd name="connsiteX7-5005" fmla="*/ 228569 w 2028828"/>
              <a:gd name="connsiteY7-5006" fmla="*/ 1030857 h 2160513"/>
              <a:gd name="connsiteX8-5007" fmla="*/ 102364 w 2028828"/>
              <a:gd name="connsiteY8-5008" fmla="*/ 578421 h 2160513"/>
              <a:gd name="connsiteX9-5009" fmla="*/ 334972 w 2028828"/>
              <a:gd name="connsiteY9-5010" fmla="*/ 266829 h 2160513"/>
              <a:gd name="connsiteX10-5011" fmla="*/ 754827 w 2028828"/>
              <a:gd name="connsiteY10-5012" fmla="*/ 47401 h 2160513"/>
              <a:gd name="connsiteX11-5013" fmla="*/ 759590 w 2028828"/>
              <a:gd name="connsiteY11-5014" fmla="*/ 95027 h 2160513"/>
              <a:gd name="connsiteX12-5015" fmla="*/ 771497 w 2028828"/>
              <a:gd name="connsiteY12-5016" fmla="*/ 35497 h 2160513"/>
              <a:gd name="connsiteX13-5017" fmla="*/ 1341273 w 2028828"/>
              <a:gd name="connsiteY13-5018" fmla="*/ 79182 h 2160513"/>
              <a:gd name="connsiteX14-5019" fmla="*/ 1369190 w 2028828"/>
              <a:gd name="connsiteY14-5020" fmla="*/ 92646 h 2160513"/>
              <a:gd name="connsiteX15-5021" fmla="*/ 1769663 w 2028828"/>
              <a:gd name="connsiteY15-5022" fmla="*/ 369365 h 2160513"/>
              <a:gd name="connsiteX16-5023" fmla="*/ 1721615 w 2028828"/>
              <a:gd name="connsiteY16-5024" fmla="*/ 352202 h 2160513"/>
              <a:gd name="connsiteX17-5025" fmla="*/ 2027427 w 2028828"/>
              <a:gd name="connsiteY17-5026" fmla="*/ 743409 h 2160513"/>
              <a:gd name="connsiteX18-5027" fmla="*/ 1889668 w 2028828"/>
              <a:gd name="connsiteY18-5028" fmla="*/ 1175665 h 2160513"/>
              <a:gd name="connsiteX19-5029" fmla="*/ 1912797 w 2028828"/>
              <a:gd name="connsiteY19-5030" fmla="*/ 1135089 h 2160513"/>
              <a:gd name="connsiteX20-5031" fmla="*/ 1775980 w 2028828"/>
              <a:gd name="connsiteY20-5032" fmla="*/ 1553577 h 2160513"/>
              <a:gd name="connsiteX21-5033" fmla="*/ 1235792 w 2028828"/>
              <a:gd name="connsiteY21-5034" fmla="*/ 1580715 h 2160513"/>
              <a:gd name="connsiteX22-5035" fmla="*/ 1344220 w 2028828"/>
              <a:gd name="connsiteY22-5036" fmla="*/ 1905742 h 2160513"/>
              <a:gd name="connsiteX0-5037" fmla="*/ 1575697 w 2028828"/>
              <a:gd name="connsiteY0-5038" fmla="*/ 2160513 h 2160513"/>
              <a:gd name="connsiteX1-5039" fmla="*/ 956854 w 2028828"/>
              <a:gd name="connsiteY1-5040" fmla="*/ 1258279 h 2160513"/>
              <a:gd name="connsiteX2-5041" fmla="*/ 863892 w 2028828"/>
              <a:gd name="connsiteY2-5042" fmla="*/ 1345253 h 2160513"/>
              <a:gd name="connsiteX3-5043" fmla="*/ 1026241 w 2028828"/>
              <a:gd name="connsiteY3-5044" fmla="*/ 1144473 h 2160513"/>
              <a:gd name="connsiteX4-5045" fmla="*/ 908876 w 2028828"/>
              <a:gd name="connsiteY4-5046" fmla="*/ 743032 h 2160513"/>
              <a:gd name="connsiteX5-5047" fmla="*/ 1054863 w 2028828"/>
              <a:gd name="connsiteY5-5048" fmla="*/ 807021 h 2160513"/>
              <a:gd name="connsiteX6-5049" fmla="*/ 766732 w 2028828"/>
              <a:gd name="connsiteY6-5050" fmla="*/ 928463 h 2160513"/>
              <a:gd name="connsiteX7-5051" fmla="*/ 228569 w 2028828"/>
              <a:gd name="connsiteY7-5052" fmla="*/ 1030857 h 2160513"/>
              <a:gd name="connsiteX8-5053" fmla="*/ 102364 w 2028828"/>
              <a:gd name="connsiteY8-5054" fmla="*/ 578421 h 2160513"/>
              <a:gd name="connsiteX9-5055" fmla="*/ 334972 w 2028828"/>
              <a:gd name="connsiteY9-5056" fmla="*/ 266829 h 2160513"/>
              <a:gd name="connsiteX10-5057" fmla="*/ 754827 w 2028828"/>
              <a:gd name="connsiteY10-5058" fmla="*/ 47401 h 2160513"/>
              <a:gd name="connsiteX11-5059" fmla="*/ 759590 w 2028828"/>
              <a:gd name="connsiteY11-5060" fmla="*/ 95027 h 2160513"/>
              <a:gd name="connsiteX12-5061" fmla="*/ 771497 w 2028828"/>
              <a:gd name="connsiteY12-5062" fmla="*/ 35497 h 2160513"/>
              <a:gd name="connsiteX13-5063" fmla="*/ 1341273 w 2028828"/>
              <a:gd name="connsiteY13-5064" fmla="*/ 79182 h 2160513"/>
              <a:gd name="connsiteX14-5065" fmla="*/ 1369190 w 2028828"/>
              <a:gd name="connsiteY14-5066" fmla="*/ 92646 h 2160513"/>
              <a:gd name="connsiteX15-5067" fmla="*/ 1769663 w 2028828"/>
              <a:gd name="connsiteY15-5068" fmla="*/ 369365 h 2160513"/>
              <a:gd name="connsiteX16-5069" fmla="*/ 1721615 w 2028828"/>
              <a:gd name="connsiteY16-5070" fmla="*/ 352202 h 2160513"/>
              <a:gd name="connsiteX17-5071" fmla="*/ 2027427 w 2028828"/>
              <a:gd name="connsiteY17-5072" fmla="*/ 743409 h 2160513"/>
              <a:gd name="connsiteX18-5073" fmla="*/ 1889668 w 2028828"/>
              <a:gd name="connsiteY18-5074" fmla="*/ 1175665 h 2160513"/>
              <a:gd name="connsiteX19-5075" fmla="*/ 1912797 w 2028828"/>
              <a:gd name="connsiteY19-5076" fmla="*/ 1135089 h 2160513"/>
              <a:gd name="connsiteX20-5077" fmla="*/ 1775980 w 2028828"/>
              <a:gd name="connsiteY20-5078" fmla="*/ 1553577 h 2160513"/>
              <a:gd name="connsiteX21-5079" fmla="*/ 1235792 w 2028828"/>
              <a:gd name="connsiteY21-5080" fmla="*/ 1580715 h 2160513"/>
              <a:gd name="connsiteX22-5081" fmla="*/ 1344220 w 2028828"/>
              <a:gd name="connsiteY22-5082" fmla="*/ 1905742 h 2160513"/>
              <a:gd name="connsiteX0-5083" fmla="*/ 1575697 w 2028828"/>
              <a:gd name="connsiteY0-5084" fmla="*/ 2160513 h 2160513"/>
              <a:gd name="connsiteX1-5085" fmla="*/ 956854 w 2028828"/>
              <a:gd name="connsiteY1-5086" fmla="*/ 1258279 h 2160513"/>
              <a:gd name="connsiteX2-5087" fmla="*/ 863892 w 2028828"/>
              <a:gd name="connsiteY2-5088" fmla="*/ 1345253 h 2160513"/>
              <a:gd name="connsiteX3-5089" fmla="*/ 1026241 w 2028828"/>
              <a:gd name="connsiteY3-5090" fmla="*/ 1144473 h 2160513"/>
              <a:gd name="connsiteX4-5091" fmla="*/ 908876 w 2028828"/>
              <a:gd name="connsiteY4-5092" fmla="*/ 743032 h 2160513"/>
              <a:gd name="connsiteX5-5093" fmla="*/ 1054863 w 2028828"/>
              <a:gd name="connsiteY5-5094" fmla="*/ 807021 h 2160513"/>
              <a:gd name="connsiteX6-5095" fmla="*/ 766732 w 2028828"/>
              <a:gd name="connsiteY6-5096" fmla="*/ 928463 h 2160513"/>
              <a:gd name="connsiteX7-5097" fmla="*/ 228569 w 2028828"/>
              <a:gd name="connsiteY7-5098" fmla="*/ 1030857 h 2160513"/>
              <a:gd name="connsiteX8-5099" fmla="*/ 102364 w 2028828"/>
              <a:gd name="connsiteY8-5100" fmla="*/ 578421 h 2160513"/>
              <a:gd name="connsiteX9-5101" fmla="*/ 334972 w 2028828"/>
              <a:gd name="connsiteY9-5102" fmla="*/ 266829 h 2160513"/>
              <a:gd name="connsiteX10-5103" fmla="*/ 754827 w 2028828"/>
              <a:gd name="connsiteY10-5104" fmla="*/ 47401 h 2160513"/>
              <a:gd name="connsiteX11-5105" fmla="*/ 759590 w 2028828"/>
              <a:gd name="connsiteY11-5106" fmla="*/ 95027 h 2160513"/>
              <a:gd name="connsiteX12-5107" fmla="*/ 771497 w 2028828"/>
              <a:gd name="connsiteY12-5108" fmla="*/ 35497 h 2160513"/>
              <a:gd name="connsiteX13-5109" fmla="*/ 1341273 w 2028828"/>
              <a:gd name="connsiteY13-5110" fmla="*/ 79182 h 2160513"/>
              <a:gd name="connsiteX14-5111" fmla="*/ 1369190 w 2028828"/>
              <a:gd name="connsiteY14-5112" fmla="*/ 92646 h 2160513"/>
              <a:gd name="connsiteX15-5113" fmla="*/ 1769663 w 2028828"/>
              <a:gd name="connsiteY15-5114" fmla="*/ 369365 h 2160513"/>
              <a:gd name="connsiteX16-5115" fmla="*/ 1721615 w 2028828"/>
              <a:gd name="connsiteY16-5116" fmla="*/ 352202 h 2160513"/>
              <a:gd name="connsiteX17-5117" fmla="*/ 2027427 w 2028828"/>
              <a:gd name="connsiteY17-5118" fmla="*/ 743409 h 2160513"/>
              <a:gd name="connsiteX18-5119" fmla="*/ 1889668 w 2028828"/>
              <a:gd name="connsiteY18-5120" fmla="*/ 1175665 h 2160513"/>
              <a:gd name="connsiteX19-5121" fmla="*/ 1912797 w 2028828"/>
              <a:gd name="connsiteY19-5122" fmla="*/ 1135089 h 2160513"/>
              <a:gd name="connsiteX20-5123" fmla="*/ 1775980 w 2028828"/>
              <a:gd name="connsiteY20-5124" fmla="*/ 1553577 h 2160513"/>
              <a:gd name="connsiteX21-5125" fmla="*/ 1235792 w 2028828"/>
              <a:gd name="connsiteY21-5126" fmla="*/ 1580715 h 2160513"/>
              <a:gd name="connsiteX22-5127" fmla="*/ 1344220 w 2028828"/>
              <a:gd name="connsiteY22-5128" fmla="*/ 1905742 h 2160513"/>
              <a:gd name="connsiteX0-5129" fmla="*/ 1575697 w 2028828"/>
              <a:gd name="connsiteY0-5130" fmla="*/ 2160513 h 2160513"/>
              <a:gd name="connsiteX1-5131" fmla="*/ 956854 w 2028828"/>
              <a:gd name="connsiteY1-5132" fmla="*/ 1258279 h 2160513"/>
              <a:gd name="connsiteX2-5133" fmla="*/ 863892 w 2028828"/>
              <a:gd name="connsiteY2-5134" fmla="*/ 1345253 h 2160513"/>
              <a:gd name="connsiteX3-5135" fmla="*/ 1026241 w 2028828"/>
              <a:gd name="connsiteY3-5136" fmla="*/ 1144473 h 2160513"/>
              <a:gd name="connsiteX4-5137" fmla="*/ 908876 w 2028828"/>
              <a:gd name="connsiteY4-5138" fmla="*/ 743032 h 2160513"/>
              <a:gd name="connsiteX5-5139" fmla="*/ 1054863 w 2028828"/>
              <a:gd name="connsiteY5-5140" fmla="*/ 807021 h 2160513"/>
              <a:gd name="connsiteX6-5141" fmla="*/ 766732 w 2028828"/>
              <a:gd name="connsiteY6-5142" fmla="*/ 928463 h 2160513"/>
              <a:gd name="connsiteX7-5143" fmla="*/ 228569 w 2028828"/>
              <a:gd name="connsiteY7-5144" fmla="*/ 1030857 h 2160513"/>
              <a:gd name="connsiteX8-5145" fmla="*/ 102364 w 2028828"/>
              <a:gd name="connsiteY8-5146" fmla="*/ 578421 h 2160513"/>
              <a:gd name="connsiteX9-5147" fmla="*/ 334972 w 2028828"/>
              <a:gd name="connsiteY9-5148" fmla="*/ 266829 h 2160513"/>
              <a:gd name="connsiteX10-5149" fmla="*/ 754827 w 2028828"/>
              <a:gd name="connsiteY10-5150" fmla="*/ 47401 h 2160513"/>
              <a:gd name="connsiteX11-5151" fmla="*/ 759590 w 2028828"/>
              <a:gd name="connsiteY11-5152" fmla="*/ 95027 h 2160513"/>
              <a:gd name="connsiteX12-5153" fmla="*/ 771497 w 2028828"/>
              <a:gd name="connsiteY12-5154" fmla="*/ 35497 h 2160513"/>
              <a:gd name="connsiteX13-5155" fmla="*/ 1341273 w 2028828"/>
              <a:gd name="connsiteY13-5156" fmla="*/ 79182 h 2160513"/>
              <a:gd name="connsiteX14-5157" fmla="*/ 1369190 w 2028828"/>
              <a:gd name="connsiteY14-5158" fmla="*/ 92646 h 2160513"/>
              <a:gd name="connsiteX15-5159" fmla="*/ 1769663 w 2028828"/>
              <a:gd name="connsiteY15-5160" fmla="*/ 369365 h 2160513"/>
              <a:gd name="connsiteX16-5161" fmla="*/ 1721615 w 2028828"/>
              <a:gd name="connsiteY16-5162" fmla="*/ 352202 h 2160513"/>
              <a:gd name="connsiteX17-5163" fmla="*/ 2027427 w 2028828"/>
              <a:gd name="connsiteY17-5164" fmla="*/ 743409 h 2160513"/>
              <a:gd name="connsiteX18-5165" fmla="*/ 1889668 w 2028828"/>
              <a:gd name="connsiteY18-5166" fmla="*/ 1175665 h 2160513"/>
              <a:gd name="connsiteX19-5167" fmla="*/ 1912797 w 2028828"/>
              <a:gd name="connsiteY19-5168" fmla="*/ 1135089 h 2160513"/>
              <a:gd name="connsiteX20-5169" fmla="*/ 1775980 w 2028828"/>
              <a:gd name="connsiteY20-5170" fmla="*/ 1553577 h 2160513"/>
              <a:gd name="connsiteX21-5171" fmla="*/ 1235792 w 2028828"/>
              <a:gd name="connsiteY21-5172" fmla="*/ 1580715 h 2160513"/>
              <a:gd name="connsiteX22-5173" fmla="*/ 1344220 w 2028828"/>
              <a:gd name="connsiteY22-5174" fmla="*/ 1905742 h 2160513"/>
              <a:gd name="connsiteX0-5175" fmla="*/ 1575697 w 2028378"/>
              <a:gd name="connsiteY0-5176" fmla="*/ 2160513 h 2160513"/>
              <a:gd name="connsiteX1-5177" fmla="*/ 956854 w 2028378"/>
              <a:gd name="connsiteY1-5178" fmla="*/ 1258279 h 2160513"/>
              <a:gd name="connsiteX2-5179" fmla="*/ 863892 w 2028378"/>
              <a:gd name="connsiteY2-5180" fmla="*/ 1345253 h 2160513"/>
              <a:gd name="connsiteX3-5181" fmla="*/ 1026241 w 2028378"/>
              <a:gd name="connsiteY3-5182" fmla="*/ 1144473 h 2160513"/>
              <a:gd name="connsiteX4-5183" fmla="*/ 908876 w 2028378"/>
              <a:gd name="connsiteY4-5184" fmla="*/ 743032 h 2160513"/>
              <a:gd name="connsiteX5-5185" fmla="*/ 1054863 w 2028378"/>
              <a:gd name="connsiteY5-5186" fmla="*/ 807021 h 2160513"/>
              <a:gd name="connsiteX6-5187" fmla="*/ 766732 w 2028378"/>
              <a:gd name="connsiteY6-5188" fmla="*/ 928463 h 2160513"/>
              <a:gd name="connsiteX7-5189" fmla="*/ 228569 w 2028378"/>
              <a:gd name="connsiteY7-5190" fmla="*/ 1030857 h 2160513"/>
              <a:gd name="connsiteX8-5191" fmla="*/ 102364 w 2028378"/>
              <a:gd name="connsiteY8-5192" fmla="*/ 578421 h 2160513"/>
              <a:gd name="connsiteX9-5193" fmla="*/ 334972 w 2028378"/>
              <a:gd name="connsiteY9-5194" fmla="*/ 266829 h 2160513"/>
              <a:gd name="connsiteX10-5195" fmla="*/ 754827 w 2028378"/>
              <a:gd name="connsiteY10-5196" fmla="*/ 47401 h 2160513"/>
              <a:gd name="connsiteX11-5197" fmla="*/ 759590 w 2028378"/>
              <a:gd name="connsiteY11-5198" fmla="*/ 95027 h 2160513"/>
              <a:gd name="connsiteX12-5199" fmla="*/ 771497 w 2028378"/>
              <a:gd name="connsiteY12-5200" fmla="*/ 35497 h 2160513"/>
              <a:gd name="connsiteX13-5201" fmla="*/ 1341273 w 2028378"/>
              <a:gd name="connsiteY13-5202" fmla="*/ 79182 h 2160513"/>
              <a:gd name="connsiteX14-5203" fmla="*/ 1369190 w 2028378"/>
              <a:gd name="connsiteY14-5204" fmla="*/ 92646 h 2160513"/>
              <a:gd name="connsiteX15-5205" fmla="*/ 1769663 w 2028378"/>
              <a:gd name="connsiteY15-5206" fmla="*/ 369365 h 2160513"/>
              <a:gd name="connsiteX16-5207" fmla="*/ 1752572 w 2028378"/>
              <a:gd name="connsiteY16-5208" fmla="*/ 342677 h 2160513"/>
              <a:gd name="connsiteX17-5209" fmla="*/ 2027427 w 2028378"/>
              <a:gd name="connsiteY17-5210" fmla="*/ 743409 h 2160513"/>
              <a:gd name="connsiteX18-5211" fmla="*/ 1889668 w 2028378"/>
              <a:gd name="connsiteY18-5212" fmla="*/ 1175665 h 2160513"/>
              <a:gd name="connsiteX19-5213" fmla="*/ 1912797 w 2028378"/>
              <a:gd name="connsiteY19-5214" fmla="*/ 1135089 h 2160513"/>
              <a:gd name="connsiteX20-5215" fmla="*/ 1775980 w 2028378"/>
              <a:gd name="connsiteY20-5216" fmla="*/ 1553577 h 2160513"/>
              <a:gd name="connsiteX21-5217" fmla="*/ 1235792 w 2028378"/>
              <a:gd name="connsiteY21-5218" fmla="*/ 1580715 h 2160513"/>
              <a:gd name="connsiteX22-5219" fmla="*/ 1344220 w 2028378"/>
              <a:gd name="connsiteY22-5220" fmla="*/ 1905742 h 2160513"/>
              <a:gd name="connsiteX0-5221" fmla="*/ 1575697 w 2028378"/>
              <a:gd name="connsiteY0-5222" fmla="*/ 2160513 h 2160513"/>
              <a:gd name="connsiteX1-5223" fmla="*/ 956854 w 2028378"/>
              <a:gd name="connsiteY1-5224" fmla="*/ 1258279 h 2160513"/>
              <a:gd name="connsiteX2-5225" fmla="*/ 863892 w 2028378"/>
              <a:gd name="connsiteY2-5226" fmla="*/ 1345253 h 2160513"/>
              <a:gd name="connsiteX3-5227" fmla="*/ 1026241 w 2028378"/>
              <a:gd name="connsiteY3-5228" fmla="*/ 1144473 h 2160513"/>
              <a:gd name="connsiteX4-5229" fmla="*/ 908876 w 2028378"/>
              <a:gd name="connsiteY4-5230" fmla="*/ 743032 h 2160513"/>
              <a:gd name="connsiteX5-5231" fmla="*/ 1054863 w 2028378"/>
              <a:gd name="connsiteY5-5232" fmla="*/ 807021 h 2160513"/>
              <a:gd name="connsiteX6-5233" fmla="*/ 766732 w 2028378"/>
              <a:gd name="connsiteY6-5234" fmla="*/ 928463 h 2160513"/>
              <a:gd name="connsiteX7-5235" fmla="*/ 228569 w 2028378"/>
              <a:gd name="connsiteY7-5236" fmla="*/ 1030857 h 2160513"/>
              <a:gd name="connsiteX8-5237" fmla="*/ 102364 w 2028378"/>
              <a:gd name="connsiteY8-5238" fmla="*/ 578421 h 2160513"/>
              <a:gd name="connsiteX9-5239" fmla="*/ 334972 w 2028378"/>
              <a:gd name="connsiteY9-5240" fmla="*/ 266829 h 2160513"/>
              <a:gd name="connsiteX10-5241" fmla="*/ 754827 w 2028378"/>
              <a:gd name="connsiteY10-5242" fmla="*/ 47401 h 2160513"/>
              <a:gd name="connsiteX11-5243" fmla="*/ 759590 w 2028378"/>
              <a:gd name="connsiteY11-5244" fmla="*/ 95027 h 2160513"/>
              <a:gd name="connsiteX12-5245" fmla="*/ 771497 w 2028378"/>
              <a:gd name="connsiteY12-5246" fmla="*/ 35497 h 2160513"/>
              <a:gd name="connsiteX13-5247" fmla="*/ 1341273 w 2028378"/>
              <a:gd name="connsiteY13-5248" fmla="*/ 79182 h 2160513"/>
              <a:gd name="connsiteX14-5249" fmla="*/ 1369190 w 2028378"/>
              <a:gd name="connsiteY14-5250" fmla="*/ 92646 h 2160513"/>
              <a:gd name="connsiteX15-5251" fmla="*/ 1769663 w 2028378"/>
              <a:gd name="connsiteY15-5252" fmla="*/ 369365 h 2160513"/>
              <a:gd name="connsiteX16-5253" fmla="*/ 1752572 w 2028378"/>
              <a:gd name="connsiteY16-5254" fmla="*/ 342677 h 2160513"/>
              <a:gd name="connsiteX17-5255" fmla="*/ 2027427 w 2028378"/>
              <a:gd name="connsiteY17-5256" fmla="*/ 743409 h 2160513"/>
              <a:gd name="connsiteX18-5257" fmla="*/ 1889668 w 2028378"/>
              <a:gd name="connsiteY18-5258" fmla="*/ 1175665 h 2160513"/>
              <a:gd name="connsiteX19-5259" fmla="*/ 1912797 w 2028378"/>
              <a:gd name="connsiteY19-5260" fmla="*/ 1135089 h 2160513"/>
              <a:gd name="connsiteX20-5261" fmla="*/ 1775980 w 2028378"/>
              <a:gd name="connsiteY20-5262" fmla="*/ 1553577 h 2160513"/>
              <a:gd name="connsiteX21-5263" fmla="*/ 1235792 w 2028378"/>
              <a:gd name="connsiteY21-5264" fmla="*/ 1580715 h 2160513"/>
              <a:gd name="connsiteX22-5265" fmla="*/ 1344220 w 2028378"/>
              <a:gd name="connsiteY22-5266" fmla="*/ 1905742 h 2160513"/>
              <a:gd name="connsiteX0-5267" fmla="*/ 1575697 w 2028378"/>
              <a:gd name="connsiteY0-5268" fmla="*/ 2160513 h 2160513"/>
              <a:gd name="connsiteX1-5269" fmla="*/ 956854 w 2028378"/>
              <a:gd name="connsiteY1-5270" fmla="*/ 1258279 h 2160513"/>
              <a:gd name="connsiteX2-5271" fmla="*/ 863892 w 2028378"/>
              <a:gd name="connsiteY2-5272" fmla="*/ 1345253 h 2160513"/>
              <a:gd name="connsiteX3-5273" fmla="*/ 1026241 w 2028378"/>
              <a:gd name="connsiteY3-5274" fmla="*/ 1144473 h 2160513"/>
              <a:gd name="connsiteX4-5275" fmla="*/ 908876 w 2028378"/>
              <a:gd name="connsiteY4-5276" fmla="*/ 743032 h 2160513"/>
              <a:gd name="connsiteX5-5277" fmla="*/ 1054863 w 2028378"/>
              <a:gd name="connsiteY5-5278" fmla="*/ 807021 h 2160513"/>
              <a:gd name="connsiteX6-5279" fmla="*/ 766732 w 2028378"/>
              <a:gd name="connsiteY6-5280" fmla="*/ 928463 h 2160513"/>
              <a:gd name="connsiteX7-5281" fmla="*/ 228569 w 2028378"/>
              <a:gd name="connsiteY7-5282" fmla="*/ 1030857 h 2160513"/>
              <a:gd name="connsiteX8-5283" fmla="*/ 102364 w 2028378"/>
              <a:gd name="connsiteY8-5284" fmla="*/ 578421 h 2160513"/>
              <a:gd name="connsiteX9-5285" fmla="*/ 334972 w 2028378"/>
              <a:gd name="connsiteY9-5286" fmla="*/ 266829 h 2160513"/>
              <a:gd name="connsiteX10-5287" fmla="*/ 754827 w 2028378"/>
              <a:gd name="connsiteY10-5288" fmla="*/ 47401 h 2160513"/>
              <a:gd name="connsiteX11-5289" fmla="*/ 759590 w 2028378"/>
              <a:gd name="connsiteY11-5290" fmla="*/ 95027 h 2160513"/>
              <a:gd name="connsiteX12-5291" fmla="*/ 771497 w 2028378"/>
              <a:gd name="connsiteY12-5292" fmla="*/ 35497 h 2160513"/>
              <a:gd name="connsiteX13-5293" fmla="*/ 1341273 w 2028378"/>
              <a:gd name="connsiteY13-5294" fmla="*/ 79182 h 2160513"/>
              <a:gd name="connsiteX14-5295" fmla="*/ 1369190 w 2028378"/>
              <a:gd name="connsiteY14-5296" fmla="*/ 92646 h 2160513"/>
              <a:gd name="connsiteX15-5297" fmla="*/ 1769663 w 2028378"/>
              <a:gd name="connsiteY15-5298" fmla="*/ 369365 h 2160513"/>
              <a:gd name="connsiteX16-5299" fmla="*/ 1752572 w 2028378"/>
              <a:gd name="connsiteY16-5300" fmla="*/ 342677 h 2160513"/>
              <a:gd name="connsiteX17-5301" fmla="*/ 2027427 w 2028378"/>
              <a:gd name="connsiteY17-5302" fmla="*/ 743409 h 2160513"/>
              <a:gd name="connsiteX18-5303" fmla="*/ 1889668 w 2028378"/>
              <a:gd name="connsiteY18-5304" fmla="*/ 1175665 h 2160513"/>
              <a:gd name="connsiteX19-5305" fmla="*/ 1912797 w 2028378"/>
              <a:gd name="connsiteY19-5306" fmla="*/ 1135089 h 2160513"/>
              <a:gd name="connsiteX20-5307" fmla="*/ 1775980 w 2028378"/>
              <a:gd name="connsiteY20-5308" fmla="*/ 1553577 h 2160513"/>
              <a:gd name="connsiteX21-5309" fmla="*/ 1235792 w 2028378"/>
              <a:gd name="connsiteY21-5310" fmla="*/ 1580715 h 2160513"/>
              <a:gd name="connsiteX22-5311" fmla="*/ 1344220 w 2028378"/>
              <a:gd name="connsiteY22-5312" fmla="*/ 1905742 h 2160513"/>
              <a:gd name="connsiteX0-5313" fmla="*/ 1575697 w 2028378"/>
              <a:gd name="connsiteY0-5314" fmla="*/ 2160513 h 2160513"/>
              <a:gd name="connsiteX1-5315" fmla="*/ 956854 w 2028378"/>
              <a:gd name="connsiteY1-5316" fmla="*/ 1258279 h 2160513"/>
              <a:gd name="connsiteX2-5317" fmla="*/ 863892 w 2028378"/>
              <a:gd name="connsiteY2-5318" fmla="*/ 1345253 h 2160513"/>
              <a:gd name="connsiteX3-5319" fmla="*/ 1026241 w 2028378"/>
              <a:gd name="connsiteY3-5320" fmla="*/ 1144473 h 2160513"/>
              <a:gd name="connsiteX4-5321" fmla="*/ 908876 w 2028378"/>
              <a:gd name="connsiteY4-5322" fmla="*/ 743032 h 2160513"/>
              <a:gd name="connsiteX5-5323" fmla="*/ 1054863 w 2028378"/>
              <a:gd name="connsiteY5-5324" fmla="*/ 807021 h 2160513"/>
              <a:gd name="connsiteX6-5325" fmla="*/ 766732 w 2028378"/>
              <a:gd name="connsiteY6-5326" fmla="*/ 928463 h 2160513"/>
              <a:gd name="connsiteX7-5327" fmla="*/ 228569 w 2028378"/>
              <a:gd name="connsiteY7-5328" fmla="*/ 1030857 h 2160513"/>
              <a:gd name="connsiteX8-5329" fmla="*/ 102364 w 2028378"/>
              <a:gd name="connsiteY8-5330" fmla="*/ 578421 h 2160513"/>
              <a:gd name="connsiteX9-5331" fmla="*/ 334972 w 2028378"/>
              <a:gd name="connsiteY9-5332" fmla="*/ 266829 h 2160513"/>
              <a:gd name="connsiteX10-5333" fmla="*/ 754827 w 2028378"/>
              <a:gd name="connsiteY10-5334" fmla="*/ 47401 h 2160513"/>
              <a:gd name="connsiteX11-5335" fmla="*/ 759590 w 2028378"/>
              <a:gd name="connsiteY11-5336" fmla="*/ 95027 h 2160513"/>
              <a:gd name="connsiteX12-5337" fmla="*/ 771497 w 2028378"/>
              <a:gd name="connsiteY12-5338" fmla="*/ 35497 h 2160513"/>
              <a:gd name="connsiteX13-5339" fmla="*/ 1341273 w 2028378"/>
              <a:gd name="connsiteY13-5340" fmla="*/ 79182 h 2160513"/>
              <a:gd name="connsiteX14-5341" fmla="*/ 1369190 w 2028378"/>
              <a:gd name="connsiteY14-5342" fmla="*/ 92646 h 2160513"/>
              <a:gd name="connsiteX15-5343" fmla="*/ 1769663 w 2028378"/>
              <a:gd name="connsiteY15-5344" fmla="*/ 369365 h 2160513"/>
              <a:gd name="connsiteX16-5345" fmla="*/ 1752572 w 2028378"/>
              <a:gd name="connsiteY16-5346" fmla="*/ 342677 h 2160513"/>
              <a:gd name="connsiteX17-5347" fmla="*/ 2027427 w 2028378"/>
              <a:gd name="connsiteY17-5348" fmla="*/ 743409 h 2160513"/>
              <a:gd name="connsiteX18-5349" fmla="*/ 1889668 w 2028378"/>
              <a:gd name="connsiteY18-5350" fmla="*/ 1175665 h 2160513"/>
              <a:gd name="connsiteX19-5351" fmla="*/ 1912797 w 2028378"/>
              <a:gd name="connsiteY19-5352" fmla="*/ 1135089 h 2160513"/>
              <a:gd name="connsiteX20-5353" fmla="*/ 1775980 w 2028378"/>
              <a:gd name="connsiteY20-5354" fmla="*/ 1553577 h 2160513"/>
              <a:gd name="connsiteX21-5355" fmla="*/ 1235792 w 2028378"/>
              <a:gd name="connsiteY21-5356" fmla="*/ 1580715 h 2160513"/>
              <a:gd name="connsiteX22-5357" fmla="*/ 1344220 w 2028378"/>
              <a:gd name="connsiteY22-5358" fmla="*/ 1905742 h 2160513"/>
              <a:gd name="connsiteX0-5359" fmla="*/ 1575697 w 2028378"/>
              <a:gd name="connsiteY0-5360" fmla="*/ 2160513 h 2160513"/>
              <a:gd name="connsiteX1-5361" fmla="*/ 956854 w 2028378"/>
              <a:gd name="connsiteY1-5362" fmla="*/ 1258279 h 2160513"/>
              <a:gd name="connsiteX2-5363" fmla="*/ 863892 w 2028378"/>
              <a:gd name="connsiteY2-5364" fmla="*/ 1345253 h 2160513"/>
              <a:gd name="connsiteX3-5365" fmla="*/ 1026241 w 2028378"/>
              <a:gd name="connsiteY3-5366" fmla="*/ 1144473 h 2160513"/>
              <a:gd name="connsiteX4-5367" fmla="*/ 908876 w 2028378"/>
              <a:gd name="connsiteY4-5368" fmla="*/ 743032 h 2160513"/>
              <a:gd name="connsiteX5-5369" fmla="*/ 1054863 w 2028378"/>
              <a:gd name="connsiteY5-5370" fmla="*/ 807021 h 2160513"/>
              <a:gd name="connsiteX6-5371" fmla="*/ 766732 w 2028378"/>
              <a:gd name="connsiteY6-5372" fmla="*/ 928463 h 2160513"/>
              <a:gd name="connsiteX7-5373" fmla="*/ 228569 w 2028378"/>
              <a:gd name="connsiteY7-5374" fmla="*/ 1030857 h 2160513"/>
              <a:gd name="connsiteX8-5375" fmla="*/ 102364 w 2028378"/>
              <a:gd name="connsiteY8-5376" fmla="*/ 578421 h 2160513"/>
              <a:gd name="connsiteX9-5377" fmla="*/ 334972 w 2028378"/>
              <a:gd name="connsiteY9-5378" fmla="*/ 266829 h 2160513"/>
              <a:gd name="connsiteX10-5379" fmla="*/ 754827 w 2028378"/>
              <a:gd name="connsiteY10-5380" fmla="*/ 47401 h 2160513"/>
              <a:gd name="connsiteX11-5381" fmla="*/ 759590 w 2028378"/>
              <a:gd name="connsiteY11-5382" fmla="*/ 95027 h 2160513"/>
              <a:gd name="connsiteX12-5383" fmla="*/ 771497 w 2028378"/>
              <a:gd name="connsiteY12-5384" fmla="*/ 35497 h 2160513"/>
              <a:gd name="connsiteX13-5385" fmla="*/ 1341273 w 2028378"/>
              <a:gd name="connsiteY13-5386" fmla="*/ 79182 h 2160513"/>
              <a:gd name="connsiteX14-5387" fmla="*/ 1369190 w 2028378"/>
              <a:gd name="connsiteY14-5388" fmla="*/ 92646 h 2160513"/>
              <a:gd name="connsiteX15-5389" fmla="*/ 1772045 w 2028378"/>
              <a:gd name="connsiteY15-5390" fmla="*/ 359840 h 2160513"/>
              <a:gd name="connsiteX16-5391" fmla="*/ 1752572 w 2028378"/>
              <a:gd name="connsiteY16-5392" fmla="*/ 342677 h 2160513"/>
              <a:gd name="connsiteX17-5393" fmla="*/ 2027427 w 2028378"/>
              <a:gd name="connsiteY17-5394" fmla="*/ 743409 h 2160513"/>
              <a:gd name="connsiteX18-5395" fmla="*/ 1889668 w 2028378"/>
              <a:gd name="connsiteY18-5396" fmla="*/ 1175665 h 2160513"/>
              <a:gd name="connsiteX19-5397" fmla="*/ 1912797 w 2028378"/>
              <a:gd name="connsiteY19-5398" fmla="*/ 1135089 h 2160513"/>
              <a:gd name="connsiteX20-5399" fmla="*/ 1775980 w 2028378"/>
              <a:gd name="connsiteY20-5400" fmla="*/ 1553577 h 2160513"/>
              <a:gd name="connsiteX21-5401" fmla="*/ 1235792 w 2028378"/>
              <a:gd name="connsiteY21-5402" fmla="*/ 1580715 h 2160513"/>
              <a:gd name="connsiteX22-5403" fmla="*/ 1344220 w 2028378"/>
              <a:gd name="connsiteY22-5404" fmla="*/ 1905742 h 2160513"/>
              <a:gd name="connsiteX0-5405" fmla="*/ 1575697 w 2028378"/>
              <a:gd name="connsiteY0-5406" fmla="*/ 2160513 h 2160513"/>
              <a:gd name="connsiteX1-5407" fmla="*/ 956854 w 2028378"/>
              <a:gd name="connsiteY1-5408" fmla="*/ 1258279 h 2160513"/>
              <a:gd name="connsiteX2-5409" fmla="*/ 863892 w 2028378"/>
              <a:gd name="connsiteY2-5410" fmla="*/ 1345253 h 2160513"/>
              <a:gd name="connsiteX3-5411" fmla="*/ 1026241 w 2028378"/>
              <a:gd name="connsiteY3-5412" fmla="*/ 1144473 h 2160513"/>
              <a:gd name="connsiteX4-5413" fmla="*/ 908876 w 2028378"/>
              <a:gd name="connsiteY4-5414" fmla="*/ 743032 h 2160513"/>
              <a:gd name="connsiteX5-5415" fmla="*/ 1054863 w 2028378"/>
              <a:gd name="connsiteY5-5416" fmla="*/ 807021 h 2160513"/>
              <a:gd name="connsiteX6-5417" fmla="*/ 766732 w 2028378"/>
              <a:gd name="connsiteY6-5418" fmla="*/ 928463 h 2160513"/>
              <a:gd name="connsiteX7-5419" fmla="*/ 228569 w 2028378"/>
              <a:gd name="connsiteY7-5420" fmla="*/ 1030857 h 2160513"/>
              <a:gd name="connsiteX8-5421" fmla="*/ 102364 w 2028378"/>
              <a:gd name="connsiteY8-5422" fmla="*/ 578421 h 2160513"/>
              <a:gd name="connsiteX9-5423" fmla="*/ 334972 w 2028378"/>
              <a:gd name="connsiteY9-5424" fmla="*/ 266829 h 2160513"/>
              <a:gd name="connsiteX10-5425" fmla="*/ 754827 w 2028378"/>
              <a:gd name="connsiteY10-5426" fmla="*/ 47401 h 2160513"/>
              <a:gd name="connsiteX11-5427" fmla="*/ 759590 w 2028378"/>
              <a:gd name="connsiteY11-5428" fmla="*/ 95027 h 2160513"/>
              <a:gd name="connsiteX12-5429" fmla="*/ 771497 w 2028378"/>
              <a:gd name="connsiteY12-5430" fmla="*/ 35497 h 2160513"/>
              <a:gd name="connsiteX13-5431" fmla="*/ 1341273 w 2028378"/>
              <a:gd name="connsiteY13-5432" fmla="*/ 79182 h 2160513"/>
              <a:gd name="connsiteX14-5433" fmla="*/ 1369190 w 2028378"/>
              <a:gd name="connsiteY14-5434" fmla="*/ 92646 h 2160513"/>
              <a:gd name="connsiteX15-5435" fmla="*/ 1772045 w 2028378"/>
              <a:gd name="connsiteY15-5436" fmla="*/ 359840 h 2160513"/>
              <a:gd name="connsiteX16-5437" fmla="*/ 1752572 w 2028378"/>
              <a:gd name="connsiteY16-5438" fmla="*/ 342677 h 2160513"/>
              <a:gd name="connsiteX17-5439" fmla="*/ 2027427 w 2028378"/>
              <a:gd name="connsiteY17-5440" fmla="*/ 743409 h 2160513"/>
              <a:gd name="connsiteX18-5441" fmla="*/ 1889668 w 2028378"/>
              <a:gd name="connsiteY18-5442" fmla="*/ 1175665 h 2160513"/>
              <a:gd name="connsiteX19-5443" fmla="*/ 1912797 w 2028378"/>
              <a:gd name="connsiteY19-5444" fmla="*/ 1135089 h 2160513"/>
              <a:gd name="connsiteX20-5445" fmla="*/ 1775980 w 2028378"/>
              <a:gd name="connsiteY20-5446" fmla="*/ 1553577 h 2160513"/>
              <a:gd name="connsiteX21-5447" fmla="*/ 1235792 w 2028378"/>
              <a:gd name="connsiteY21-5448" fmla="*/ 1580715 h 2160513"/>
              <a:gd name="connsiteX22-5449" fmla="*/ 1344220 w 2028378"/>
              <a:gd name="connsiteY22-5450" fmla="*/ 1905742 h 2160513"/>
              <a:gd name="connsiteX0-5451" fmla="*/ 1575697 w 2028378"/>
              <a:gd name="connsiteY0-5452" fmla="*/ 2160513 h 2160513"/>
              <a:gd name="connsiteX1-5453" fmla="*/ 956854 w 2028378"/>
              <a:gd name="connsiteY1-5454" fmla="*/ 1258279 h 2160513"/>
              <a:gd name="connsiteX2-5455" fmla="*/ 863892 w 2028378"/>
              <a:gd name="connsiteY2-5456" fmla="*/ 1345253 h 2160513"/>
              <a:gd name="connsiteX3-5457" fmla="*/ 1026241 w 2028378"/>
              <a:gd name="connsiteY3-5458" fmla="*/ 1144473 h 2160513"/>
              <a:gd name="connsiteX4-5459" fmla="*/ 908876 w 2028378"/>
              <a:gd name="connsiteY4-5460" fmla="*/ 743032 h 2160513"/>
              <a:gd name="connsiteX5-5461" fmla="*/ 1054863 w 2028378"/>
              <a:gd name="connsiteY5-5462" fmla="*/ 807021 h 2160513"/>
              <a:gd name="connsiteX6-5463" fmla="*/ 766732 w 2028378"/>
              <a:gd name="connsiteY6-5464" fmla="*/ 928463 h 2160513"/>
              <a:gd name="connsiteX7-5465" fmla="*/ 228569 w 2028378"/>
              <a:gd name="connsiteY7-5466" fmla="*/ 1030857 h 2160513"/>
              <a:gd name="connsiteX8-5467" fmla="*/ 102364 w 2028378"/>
              <a:gd name="connsiteY8-5468" fmla="*/ 578421 h 2160513"/>
              <a:gd name="connsiteX9-5469" fmla="*/ 334972 w 2028378"/>
              <a:gd name="connsiteY9-5470" fmla="*/ 266829 h 2160513"/>
              <a:gd name="connsiteX10-5471" fmla="*/ 754827 w 2028378"/>
              <a:gd name="connsiteY10-5472" fmla="*/ 47401 h 2160513"/>
              <a:gd name="connsiteX11-5473" fmla="*/ 759590 w 2028378"/>
              <a:gd name="connsiteY11-5474" fmla="*/ 95027 h 2160513"/>
              <a:gd name="connsiteX12-5475" fmla="*/ 771497 w 2028378"/>
              <a:gd name="connsiteY12-5476" fmla="*/ 35497 h 2160513"/>
              <a:gd name="connsiteX13-5477" fmla="*/ 1341273 w 2028378"/>
              <a:gd name="connsiteY13-5478" fmla="*/ 79182 h 2160513"/>
              <a:gd name="connsiteX14-5479" fmla="*/ 1369190 w 2028378"/>
              <a:gd name="connsiteY14-5480" fmla="*/ 92646 h 2160513"/>
              <a:gd name="connsiteX15-5481" fmla="*/ 1772045 w 2028378"/>
              <a:gd name="connsiteY15-5482" fmla="*/ 359840 h 2160513"/>
              <a:gd name="connsiteX16-5483" fmla="*/ 1752572 w 2028378"/>
              <a:gd name="connsiteY16-5484" fmla="*/ 342677 h 2160513"/>
              <a:gd name="connsiteX17-5485" fmla="*/ 2027427 w 2028378"/>
              <a:gd name="connsiteY17-5486" fmla="*/ 743409 h 2160513"/>
              <a:gd name="connsiteX18-5487" fmla="*/ 1889668 w 2028378"/>
              <a:gd name="connsiteY18-5488" fmla="*/ 1175665 h 2160513"/>
              <a:gd name="connsiteX19-5489" fmla="*/ 1912797 w 2028378"/>
              <a:gd name="connsiteY19-5490" fmla="*/ 1135089 h 2160513"/>
              <a:gd name="connsiteX20-5491" fmla="*/ 1775980 w 2028378"/>
              <a:gd name="connsiteY20-5492" fmla="*/ 1553577 h 2160513"/>
              <a:gd name="connsiteX21-5493" fmla="*/ 1235792 w 2028378"/>
              <a:gd name="connsiteY21-5494" fmla="*/ 1580715 h 2160513"/>
              <a:gd name="connsiteX22-5495" fmla="*/ 1344220 w 2028378"/>
              <a:gd name="connsiteY22-5496" fmla="*/ 1905742 h 2160513"/>
              <a:gd name="connsiteX0-5497" fmla="*/ 1575697 w 2028378"/>
              <a:gd name="connsiteY0-5498" fmla="*/ 2160513 h 2160513"/>
              <a:gd name="connsiteX1-5499" fmla="*/ 956854 w 2028378"/>
              <a:gd name="connsiteY1-5500" fmla="*/ 1258279 h 2160513"/>
              <a:gd name="connsiteX2-5501" fmla="*/ 863892 w 2028378"/>
              <a:gd name="connsiteY2-5502" fmla="*/ 1345253 h 2160513"/>
              <a:gd name="connsiteX3-5503" fmla="*/ 1026241 w 2028378"/>
              <a:gd name="connsiteY3-5504" fmla="*/ 1144473 h 2160513"/>
              <a:gd name="connsiteX4-5505" fmla="*/ 908876 w 2028378"/>
              <a:gd name="connsiteY4-5506" fmla="*/ 743032 h 2160513"/>
              <a:gd name="connsiteX5-5507" fmla="*/ 1054863 w 2028378"/>
              <a:gd name="connsiteY5-5508" fmla="*/ 807021 h 2160513"/>
              <a:gd name="connsiteX6-5509" fmla="*/ 766732 w 2028378"/>
              <a:gd name="connsiteY6-5510" fmla="*/ 928463 h 2160513"/>
              <a:gd name="connsiteX7-5511" fmla="*/ 228569 w 2028378"/>
              <a:gd name="connsiteY7-5512" fmla="*/ 1030857 h 2160513"/>
              <a:gd name="connsiteX8-5513" fmla="*/ 102364 w 2028378"/>
              <a:gd name="connsiteY8-5514" fmla="*/ 578421 h 2160513"/>
              <a:gd name="connsiteX9-5515" fmla="*/ 334972 w 2028378"/>
              <a:gd name="connsiteY9-5516" fmla="*/ 266829 h 2160513"/>
              <a:gd name="connsiteX10-5517" fmla="*/ 754827 w 2028378"/>
              <a:gd name="connsiteY10-5518" fmla="*/ 47401 h 2160513"/>
              <a:gd name="connsiteX11-5519" fmla="*/ 759590 w 2028378"/>
              <a:gd name="connsiteY11-5520" fmla="*/ 95027 h 2160513"/>
              <a:gd name="connsiteX12-5521" fmla="*/ 771497 w 2028378"/>
              <a:gd name="connsiteY12-5522" fmla="*/ 35497 h 2160513"/>
              <a:gd name="connsiteX13-5523" fmla="*/ 1341273 w 2028378"/>
              <a:gd name="connsiteY13-5524" fmla="*/ 79182 h 2160513"/>
              <a:gd name="connsiteX14-5525" fmla="*/ 1369190 w 2028378"/>
              <a:gd name="connsiteY14-5526" fmla="*/ 92646 h 2160513"/>
              <a:gd name="connsiteX15-5527" fmla="*/ 1772045 w 2028378"/>
              <a:gd name="connsiteY15-5528" fmla="*/ 359840 h 2160513"/>
              <a:gd name="connsiteX16-5529" fmla="*/ 1752572 w 2028378"/>
              <a:gd name="connsiteY16-5530" fmla="*/ 342677 h 2160513"/>
              <a:gd name="connsiteX17-5531" fmla="*/ 2027427 w 2028378"/>
              <a:gd name="connsiteY17-5532" fmla="*/ 743409 h 2160513"/>
              <a:gd name="connsiteX18-5533" fmla="*/ 1889668 w 2028378"/>
              <a:gd name="connsiteY18-5534" fmla="*/ 1175665 h 2160513"/>
              <a:gd name="connsiteX19-5535" fmla="*/ 1912797 w 2028378"/>
              <a:gd name="connsiteY19-5536" fmla="*/ 1135089 h 2160513"/>
              <a:gd name="connsiteX20-5537" fmla="*/ 1775980 w 2028378"/>
              <a:gd name="connsiteY20-5538" fmla="*/ 1553577 h 2160513"/>
              <a:gd name="connsiteX21-5539" fmla="*/ 1235792 w 2028378"/>
              <a:gd name="connsiteY21-5540" fmla="*/ 1580715 h 2160513"/>
              <a:gd name="connsiteX22-5541" fmla="*/ 1344220 w 2028378"/>
              <a:gd name="connsiteY22-5542" fmla="*/ 1905742 h 2160513"/>
              <a:gd name="connsiteX0-5543" fmla="*/ 1575697 w 1999448"/>
              <a:gd name="connsiteY0-5544" fmla="*/ 2160513 h 2160513"/>
              <a:gd name="connsiteX1-5545" fmla="*/ 956854 w 1999448"/>
              <a:gd name="connsiteY1-5546" fmla="*/ 1258279 h 2160513"/>
              <a:gd name="connsiteX2-5547" fmla="*/ 863892 w 1999448"/>
              <a:gd name="connsiteY2-5548" fmla="*/ 1345253 h 2160513"/>
              <a:gd name="connsiteX3-5549" fmla="*/ 1026241 w 1999448"/>
              <a:gd name="connsiteY3-5550" fmla="*/ 1144473 h 2160513"/>
              <a:gd name="connsiteX4-5551" fmla="*/ 908876 w 1999448"/>
              <a:gd name="connsiteY4-5552" fmla="*/ 743032 h 2160513"/>
              <a:gd name="connsiteX5-5553" fmla="*/ 1054863 w 1999448"/>
              <a:gd name="connsiteY5-5554" fmla="*/ 807021 h 2160513"/>
              <a:gd name="connsiteX6-5555" fmla="*/ 766732 w 1999448"/>
              <a:gd name="connsiteY6-5556" fmla="*/ 928463 h 2160513"/>
              <a:gd name="connsiteX7-5557" fmla="*/ 228569 w 1999448"/>
              <a:gd name="connsiteY7-5558" fmla="*/ 1030857 h 2160513"/>
              <a:gd name="connsiteX8-5559" fmla="*/ 102364 w 1999448"/>
              <a:gd name="connsiteY8-5560" fmla="*/ 578421 h 2160513"/>
              <a:gd name="connsiteX9-5561" fmla="*/ 334972 w 1999448"/>
              <a:gd name="connsiteY9-5562" fmla="*/ 266829 h 2160513"/>
              <a:gd name="connsiteX10-5563" fmla="*/ 754827 w 1999448"/>
              <a:gd name="connsiteY10-5564" fmla="*/ 47401 h 2160513"/>
              <a:gd name="connsiteX11-5565" fmla="*/ 759590 w 1999448"/>
              <a:gd name="connsiteY11-5566" fmla="*/ 95027 h 2160513"/>
              <a:gd name="connsiteX12-5567" fmla="*/ 771497 w 1999448"/>
              <a:gd name="connsiteY12-5568" fmla="*/ 35497 h 2160513"/>
              <a:gd name="connsiteX13-5569" fmla="*/ 1341273 w 1999448"/>
              <a:gd name="connsiteY13-5570" fmla="*/ 79182 h 2160513"/>
              <a:gd name="connsiteX14-5571" fmla="*/ 1369190 w 1999448"/>
              <a:gd name="connsiteY14-5572" fmla="*/ 92646 h 2160513"/>
              <a:gd name="connsiteX15-5573" fmla="*/ 1772045 w 1999448"/>
              <a:gd name="connsiteY15-5574" fmla="*/ 359840 h 2160513"/>
              <a:gd name="connsiteX16-5575" fmla="*/ 1752572 w 1999448"/>
              <a:gd name="connsiteY16-5576" fmla="*/ 342677 h 2160513"/>
              <a:gd name="connsiteX17-5577" fmla="*/ 1996471 w 1999448"/>
              <a:gd name="connsiteY17-5578" fmla="*/ 762459 h 2160513"/>
              <a:gd name="connsiteX18-5579" fmla="*/ 1889668 w 1999448"/>
              <a:gd name="connsiteY18-5580" fmla="*/ 1175665 h 2160513"/>
              <a:gd name="connsiteX19-5581" fmla="*/ 1912797 w 1999448"/>
              <a:gd name="connsiteY19-5582" fmla="*/ 1135089 h 2160513"/>
              <a:gd name="connsiteX20-5583" fmla="*/ 1775980 w 1999448"/>
              <a:gd name="connsiteY20-5584" fmla="*/ 1553577 h 2160513"/>
              <a:gd name="connsiteX21-5585" fmla="*/ 1235792 w 1999448"/>
              <a:gd name="connsiteY21-5586" fmla="*/ 1580715 h 2160513"/>
              <a:gd name="connsiteX22-5587" fmla="*/ 1344220 w 1999448"/>
              <a:gd name="connsiteY22-5588" fmla="*/ 1905742 h 2160513"/>
              <a:gd name="connsiteX0-5589" fmla="*/ 1575697 w 2023258"/>
              <a:gd name="connsiteY0-5590" fmla="*/ 2160513 h 2160513"/>
              <a:gd name="connsiteX1-5591" fmla="*/ 956854 w 2023258"/>
              <a:gd name="connsiteY1-5592" fmla="*/ 1258279 h 2160513"/>
              <a:gd name="connsiteX2-5593" fmla="*/ 863892 w 2023258"/>
              <a:gd name="connsiteY2-5594" fmla="*/ 1345253 h 2160513"/>
              <a:gd name="connsiteX3-5595" fmla="*/ 1026241 w 2023258"/>
              <a:gd name="connsiteY3-5596" fmla="*/ 1144473 h 2160513"/>
              <a:gd name="connsiteX4-5597" fmla="*/ 908876 w 2023258"/>
              <a:gd name="connsiteY4-5598" fmla="*/ 743032 h 2160513"/>
              <a:gd name="connsiteX5-5599" fmla="*/ 1054863 w 2023258"/>
              <a:gd name="connsiteY5-5600" fmla="*/ 807021 h 2160513"/>
              <a:gd name="connsiteX6-5601" fmla="*/ 766732 w 2023258"/>
              <a:gd name="connsiteY6-5602" fmla="*/ 928463 h 2160513"/>
              <a:gd name="connsiteX7-5603" fmla="*/ 228569 w 2023258"/>
              <a:gd name="connsiteY7-5604" fmla="*/ 1030857 h 2160513"/>
              <a:gd name="connsiteX8-5605" fmla="*/ 102364 w 2023258"/>
              <a:gd name="connsiteY8-5606" fmla="*/ 578421 h 2160513"/>
              <a:gd name="connsiteX9-5607" fmla="*/ 334972 w 2023258"/>
              <a:gd name="connsiteY9-5608" fmla="*/ 266829 h 2160513"/>
              <a:gd name="connsiteX10-5609" fmla="*/ 754827 w 2023258"/>
              <a:gd name="connsiteY10-5610" fmla="*/ 47401 h 2160513"/>
              <a:gd name="connsiteX11-5611" fmla="*/ 759590 w 2023258"/>
              <a:gd name="connsiteY11-5612" fmla="*/ 95027 h 2160513"/>
              <a:gd name="connsiteX12-5613" fmla="*/ 771497 w 2023258"/>
              <a:gd name="connsiteY12-5614" fmla="*/ 35497 h 2160513"/>
              <a:gd name="connsiteX13-5615" fmla="*/ 1341273 w 2023258"/>
              <a:gd name="connsiteY13-5616" fmla="*/ 79182 h 2160513"/>
              <a:gd name="connsiteX14-5617" fmla="*/ 1369190 w 2023258"/>
              <a:gd name="connsiteY14-5618" fmla="*/ 92646 h 2160513"/>
              <a:gd name="connsiteX15-5619" fmla="*/ 1772045 w 2023258"/>
              <a:gd name="connsiteY15-5620" fmla="*/ 359840 h 2160513"/>
              <a:gd name="connsiteX16-5621" fmla="*/ 1752572 w 2023258"/>
              <a:gd name="connsiteY16-5622" fmla="*/ 342677 h 2160513"/>
              <a:gd name="connsiteX17-5623" fmla="*/ 1996471 w 2023258"/>
              <a:gd name="connsiteY17-5624" fmla="*/ 762459 h 2160513"/>
              <a:gd name="connsiteX18-5625" fmla="*/ 2004983 w 2023258"/>
              <a:gd name="connsiteY18-5626" fmla="*/ 716533 h 2160513"/>
              <a:gd name="connsiteX19-5627" fmla="*/ 1889668 w 2023258"/>
              <a:gd name="connsiteY19-5628" fmla="*/ 1175665 h 2160513"/>
              <a:gd name="connsiteX20-5629" fmla="*/ 1912797 w 2023258"/>
              <a:gd name="connsiteY20-5630" fmla="*/ 1135089 h 2160513"/>
              <a:gd name="connsiteX21-5631" fmla="*/ 1775980 w 2023258"/>
              <a:gd name="connsiteY21-5632" fmla="*/ 1553577 h 2160513"/>
              <a:gd name="connsiteX22-5633" fmla="*/ 1235792 w 2023258"/>
              <a:gd name="connsiteY22-5634" fmla="*/ 1580715 h 2160513"/>
              <a:gd name="connsiteX23" fmla="*/ 1344220 w 2023258"/>
              <a:gd name="connsiteY23" fmla="*/ 1905742 h 2160513"/>
              <a:gd name="connsiteX0-5635" fmla="*/ 1575697 w 2023258"/>
              <a:gd name="connsiteY0-5636" fmla="*/ 2160513 h 2160513"/>
              <a:gd name="connsiteX1-5637" fmla="*/ 956854 w 2023258"/>
              <a:gd name="connsiteY1-5638" fmla="*/ 1258279 h 2160513"/>
              <a:gd name="connsiteX2-5639" fmla="*/ 863892 w 2023258"/>
              <a:gd name="connsiteY2-5640" fmla="*/ 1345253 h 2160513"/>
              <a:gd name="connsiteX3-5641" fmla="*/ 1026241 w 2023258"/>
              <a:gd name="connsiteY3-5642" fmla="*/ 1144473 h 2160513"/>
              <a:gd name="connsiteX4-5643" fmla="*/ 908876 w 2023258"/>
              <a:gd name="connsiteY4-5644" fmla="*/ 743032 h 2160513"/>
              <a:gd name="connsiteX5-5645" fmla="*/ 1054863 w 2023258"/>
              <a:gd name="connsiteY5-5646" fmla="*/ 807021 h 2160513"/>
              <a:gd name="connsiteX6-5647" fmla="*/ 766732 w 2023258"/>
              <a:gd name="connsiteY6-5648" fmla="*/ 928463 h 2160513"/>
              <a:gd name="connsiteX7-5649" fmla="*/ 228569 w 2023258"/>
              <a:gd name="connsiteY7-5650" fmla="*/ 1030857 h 2160513"/>
              <a:gd name="connsiteX8-5651" fmla="*/ 102364 w 2023258"/>
              <a:gd name="connsiteY8-5652" fmla="*/ 578421 h 2160513"/>
              <a:gd name="connsiteX9-5653" fmla="*/ 334972 w 2023258"/>
              <a:gd name="connsiteY9-5654" fmla="*/ 266829 h 2160513"/>
              <a:gd name="connsiteX10-5655" fmla="*/ 754827 w 2023258"/>
              <a:gd name="connsiteY10-5656" fmla="*/ 47401 h 2160513"/>
              <a:gd name="connsiteX11-5657" fmla="*/ 759590 w 2023258"/>
              <a:gd name="connsiteY11-5658" fmla="*/ 95027 h 2160513"/>
              <a:gd name="connsiteX12-5659" fmla="*/ 771497 w 2023258"/>
              <a:gd name="connsiteY12-5660" fmla="*/ 35497 h 2160513"/>
              <a:gd name="connsiteX13-5661" fmla="*/ 1341273 w 2023258"/>
              <a:gd name="connsiteY13-5662" fmla="*/ 79182 h 2160513"/>
              <a:gd name="connsiteX14-5663" fmla="*/ 1369190 w 2023258"/>
              <a:gd name="connsiteY14-5664" fmla="*/ 92646 h 2160513"/>
              <a:gd name="connsiteX15-5665" fmla="*/ 1772045 w 2023258"/>
              <a:gd name="connsiteY15-5666" fmla="*/ 359840 h 2160513"/>
              <a:gd name="connsiteX16-5667" fmla="*/ 1752572 w 2023258"/>
              <a:gd name="connsiteY16-5668" fmla="*/ 342677 h 2160513"/>
              <a:gd name="connsiteX17-5669" fmla="*/ 1996471 w 2023258"/>
              <a:gd name="connsiteY17-5670" fmla="*/ 762459 h 2160513"/>
              <a:gd name="connsiteX18-5671" fmla="*/ 2004983 w 2023258"/>
              <a:gd name="connsiteY18-5672" fmla="*/ 716533 h 2160513"/>
              <a:gd name="connsiteX19-5673" fmla="*/ 1889668 w 2023258"/>
              <a:gd name="connsiteY19-5674" fmla="*/ 1175665 h 2160513"/>
              <a:gd name="connsiteX20-5675" fmla="*/ 1912797 w 2023258"/>
              <a:gd name="connsiteY20-5676" fmla="*/ 1135089 h 2160513"/>
              <a:gd name="connsiteX21-5677" fmla="*/ 1775980 w 2023258"/>
              <a:gd name="connsiteY21-5678" fmla="*/ 1553577 h 2160513"/>
              <a:gd name="connsiteX22-5679" fmla="*/ 1235792 w 2023258"/>
              <a:gd name="connsiteY22-5680" fmla="*/ 1580715 h 2160513"/>
              <a:gd name="connsiteX23-5681" fmla="*/ 1344220 w 2023258"/>
              <a:gd name="connsiteY23-5682" fmla="*/ 1905742 h 2160513"/>
              <a:gd name="connsiteX0-5683" fmla="*/ 1575697 w 2021093"/>
              <a:gd name="connsiteY0-5684" fmla="*/ 2160513 h 2160513"/>
              <a:gd name="connsiteX1-5685" fmla="*/ 956854 w 2021093"/>
              <a:gd name="connsiteY1-5686" fmla="*/ 1258279 h 2160513"/>
              <a:gd name="connsiteX2-5687" fmla="*/ 863892 w 2021093"/>
              <a:gd name="connsiteY2-5688" fmla="*/ 1345253 h 2160513"/>
              <a:gd name="connsiteX3-5689" fmla="*/ 1026241 w 2021093"/>
              <a:gd name="connsiteY3-5690" fmla="*/ 1144473 h 2160513"/>
              <a:gd name="connsiteX4-5691" fmla="*/ 908876 w 2021093"/>
              <a:gd name="connsiteY4-5692" fmla="*/ 743032 h 2160513"/>
              <a:gd name="connsiteX5-5693" fmla="*/ 1054863 w 2021093"/>
              <a:gd name="connsiteY5-5694" fmla="*/ 807021 h 2160513"/>
              <a:gd name="connsiteX6-5695" fmla="*/ 766732 w 2021093"/>
              <a:gd name="connsiteY6-5696" fmla="*/ 928463 h 2160513"/>
              <a:gd name="connsiteX7-5697" fmla="*/ 228569 w 2021093"/>
              <a:gd name="connsiteY7-5698" fmla="*/ 1030857 h 2160513"/>
              <a:gd name="connsiteX8-5699" fmla="*/ 102364 w 2021093"/>
              <a:gd name="connsiteY8-5700" fmla="*/ 578421 h 2160513"/>
              <a:gd name="connsiteX9-5701" fmla="*/ 334972 w 2021093"/>
              <a:gd name="connsiteY9-5702" fmla="*/ 266829 h 2160513"/>
              <a:gd name="connsiteX10-5703" fmla="*/ 754827 w 2021093"/>
              <a:gd name="connsiteY10-5704" fmla="*/ 47401 h 2160513"/>
              <a:gd name="connsiteX11-5705" fmla="*/ 759590 w 2021093"/>
              <a:gd name="connsiteY11-5706" fmla="*/ 95027 h 2160513"/>
              <a:gd name="connsiteX12-5707" fmla="*/ 771497 w 2021093"/>
              <a:gd name="connsiteY12-5708" fmla="*/ 35497 h 2160513"/>
              <a:gd name="connsiteX13-5709" fmla="*/ 1341273 w 2021093"/>
              <a:gd name="connsiteY13-5710" fmla="*/ 79182 h 2160513"/>
              <a:gd name="connsiteX14-5711" fmla="*/ 1369190 w 2021093"/>
              <a:gd name="connsiteY14-5712" fmla="*/ 92646 h 2160513"/>
              <a:gd name="connsiteX15-5713" fmla="*/ 1772045 w 2021093"/>
              <a:gd name="connsiteY15-5714" fmla="*/ 359840 h 2160513"/>
              <a:gd name="connsiteX16-5715" fmla="*/ 1752572 w 2021093"/>
              <a:gd name="connsiteY16-5716" fmla="*/ 342677 h 2160513"/>
              <a:gd name="connsiteX17-5717" fmla="*/ 1996471 w 2021093"/>
              <a:gd name="connsiteY17-5718" fmla="*/ 762459 h 2160513"/>
              <a:gd name="connsiteX18-5719" fmla="*/ 2004983 w 2021093"/>
              <a:gd name="connsiteY18-5720" fmla="*/ 716533 h 2160513"/>
              <a:gd name="connsiteX19-5721" fmla="*/ 1889668 w 2021093"/>
              <a:gd name="connsiteY19-5722" fmla="*/ 1175665 h 2160513"/>
              <a:gd name="connsiteX20-5723" fmla="*/ 1912797 w 2021093"/>
              <a:gd name="connsiteY20-5724" fmla="*/ 1135089 h 2160513"/>
              <a:gd name="connsiteX21-5725" fmla="*/ 1775980 w 2021093"/>
              <a:gd name="connsiteY21-5726" fmla="*/ 1553577 h 2160513"/>
              <a:gd name="connsiteX22-5727" fmla="*/ 1235792 w 2021093"/>
              <a:gd name="connsiteY22-5728" fmla="*/ 1580715 h 2160513"/>
              <a:gd name="connsiteX23-5729" fmla="*/ 1344220 w 2021093"/>
              <a:gd name="connsiteY23-5730" fmla="*/ 1905742 h 2160513"/>
              <a:gd name="connsiteX0-5731" fmla="*/ 1575697 w 2021093"/>
              <a:gd name="connsiteY0-5732" fmla="*/ 2160513 h 2160513"/>
              <a:gd name="connsiteX1-5733" fmla="*/ 956854 w 2021093"/>
              <a:gd name="connsiteY1-5734" fmla="*/ 1258279 h 2160513"/>
              <a:gd name="connsiteX2-5735" fmla="*/ 863892 w 2021093"/>
              <a:gd name="connsiteY2-5736" fmla="*/ 1345253 h 2160513"/>
              <a:gd name="connsiteX3-5737" fmla="*/ 1026241 w 2021093"/>
              <a:gd name="connsiteY3-5738" fmla="*/ 1144473 h 2160513"/>
              <a:gd name="connsiteX4-5739" fmla="*/ 908876 w 2021093"/>
              <a:gd name="connsiteY4-5740" fmla="*/ 743032 h 2160513"/>
              <a:gd name="connsiteX5-5741" fmla="*/ 1054863 w 2021093"/>
              <a:gd name="connsiteY5-5742" fmla="*/ 807021 h 2160513"/>
              <a:gd name="connsiteX6-5743" fmla="*/ 766732 w 2021093"/>
              <a:gd name="connsiteY6-5744" fmla="*/ 928463 h 2160513"/>
              <a:gd name="connsiteX7-5745" fmla="*/ 228569 w 2021093"/>
              <a:gd name="connsiteY7-5746" fmla="*/ 1030857 h 2160513"/>
              <a:gd name="connsiteX8-5747" fmla="*/ 102364 w 2021093"/>
              <a:gd name="connsiteY8-5748" fmla="*/ 578421 h 2160513"/>
              <a:gd name="connsiteX9-5749" fmla="*/ 334972 w 2021093"/>
              <a:gd name="connsiteY9-5750" fmla="*/ 266829 h 2160513"/>
              <a:gd name="connsiteX10-5751" fmla="*/ 754827 w 2021093"/>
              <a:gd name="connsiteY10-5752" fmla="*/ 47401 h 2160513"/>
              <a:gd name="connsiteX11-5753" fmla="*/ 759590 w 2021093"/>
              <a:gd name="connsiteY11-5754" fmla="*/ 95027 h 2160513"/>
              <a:gd name="connsiteX12-5755" fmla="*/ 771497 w 2021093"/>
              <a:gd name="connsiteY12-5756" fmla="*/ 35497 h 2160513"/>
              <a:gd name="connsiteX13-5757" fmla="*/ 1341273 w 2021093"/>
              <a:gd name="connsiteY13-5758" fmla="*/ 79182 h 2160513"/>
              <a:gd name="connsiteX14-5759" fmla="*/ 1369190 w 2021093"/>
              <a:gd name="connsiteY14-5760" fmla="*/ 92646 h 2160513"/>
              <a:gd name="connsiteX15-5761" fmla="*/ 1772045 w 2021093"/>
              <a:gd name="connsiteY15-5762" fmla="*/ 359840 h 2160513"/>
              <a:gd name="connsiteX16-5763" fmla="*/ 1752572 w 2021093"/>
              <a:gd name="connsiteY16-5764" fmla="*/ 342677 h 2160513"/>
              <a:gd name="connsiteX17-5765" fmla="*/ 1996471 w 2021093"/>
              <a:gd name="connsiteY17-5766" fmla="*/ 762459 h 2160513"/>
              <a:gd name="connsiteX18-5767" fmla="*/ 2004983 w 2021093"/>
              <a:gd name="connsiteY18-5768" fmla="*/ 716533 h 2160513"/>
              <a:gd name="connsiteX19-5769" fmla="*/ 1889668 w 2021093"/>
              <a:gd name="connsiteY19-5770" fmla="*/ 1175665 h 2160513"/>
              <a:gd name="connsiteX20-5771" fmla="*/ 1912797 w 2021093"/>
              <a:gd name="connsiteY20-5772" fmla="*/ 1135089 h 2160513"/>
              <a:gd name="connsiteX21-5773" fmla="*/ 1775980 w 2021093"/>
              <a:gd name="connsiteY21-5774" fmla="*/ 1553577 h 2160513"/>
              <a:gd name="connsiteX22-5775" fmla="*/ 1235792 w 2021093"/>
              <a:gd name="connsiteY22-5776" fmla="*/ 1580715 h 2160513"/>
              <a:gd name="connsiteX23-5777" fmla="*/ 1344220 w 2021093"/>
              <a:gd name="connsiteY23-5778" fmla="*/ 1905742 h 2160513"/>
              <a:gd name="connsiteX0-5779" fmla="*/ 1575697 w 2021093"/>
              <a:gd name="connsiteY0-5780" fmla="*/ 2160513 h 2160513"/>
              <a:gd name="connsiteX1-5781" fmla="*/ 956854 w 2021093"/>
              <a:gd name="connsiteY1-5782" fmla="*/ 1258279 h 2160513"/>
              <a:gd name="connsiteX2-5783" fmla="*/ 863892 w 2021093"/>
              <a:gd name="connsiteY2-5784" fmla="*/ 1345253 h 2160513"/>
              <a:gd name="connsiteX3-5785" fmla="*/ 1026241 w 2021093"/>
              <a:gd name="connsiteY3-5786" fmla="*/ 1144473 h 2160513"/>
              <a:gd name="connsiteX4-5787" fmla="*/ 908876 w 2021093"/>
              <a:gd name="connsiteY4-5788" fmla="*/ 743032 h 2160513"/>
              <a:gd name="connsiteX5-5789" fmla="*/ 1054863 w 2021093"/>
              <a:gd name="connsiteY5-5790" fmla="*/ 807021 h 2160513"/>
              <a:gd name="connsiteX6-5791" fmla="*/ 766732 w 2021093"/>
              <a:gd name="connsiteY6-5792" fmla="*/ 928463 h 2160513"/>
              <a:gd name="connsiteX7-5793" fmla="*/ 228569 w 2021093"/>
              <a:gd name="connsiteY7-5794" fmla="*/ 1030857 h 2160513"/>
              <a:gd name="connsiteX8-5795" fmla="*/ 102364 w 2021093"/>
              <a:gd name="connsiteY8-5796" fmla="*/ 578421 h 2160513"/>
              <a:gd name="connsiteX9-5797" fmla="*/ 334972 w 2021093"/>
              <a:gd name="connsiteY9-5798" fmla="*/ 266829 h 2160513"/>
              <a:gd name="connsiteX10-5799" fmla="*/ 754827 w 2021093"/>
              <a:gd name="connsiteY10-5800" fmla="*/ 47401 h 2160513"/>
              <a:gd name="connsiteX11-5801" fmla="*/ 759590 w 2021093"/>
              <a:gd name="connsiteY11-5802" fmla="*/ 95027 h 2160513"/>
              <a:gd name="connsiteX12-5803" fmla="*/ 771497 w 2021093"/>
              <a:gd name="connsiteY12-5804" fmla="*/ 35497 h 2160513"/>
              <a:gd name="connsiteX13-5805" fmla="*/ 1341273 w 2021093"/>
              <a:gd name="connsiteY13-5806" fmla="*/ 79182 h 2160513"/>
              <a:gd name="connsiteX14-5807" fmla="*/ 1369190 w 2021093"/>
              <a:gd name="connsiteY14-5808" fmla="*/ 92646 h 2160513"/>
              <a:gd name="connsiteX15-5809" fmla="*/ 1772045 w 2021093"/>
              <a:gd name="connsiteY15-5810" fmla="*/ 359840 h 2160513"/>
              <a:gd name="connsiteX16-5811" fmla="*/ 1752572 w 2021093"/>
              <a:gd name="connsiteY16-5812" fmla="*/ 342677 h 2160513"/>
              <a:gd name="connsiteX17-5813" fmla="*/ 1996471 w 2021093"/>
              <a:gd name="connsiteY17-5814" fmla="*/ 762459 h 2160513"/>
              <a:gd name="connsiteX18-5815" fmla="*/ 2004983 w 2021093"/>
              <a:gd name="connsiteY18-5816" fmla="*/ 716533 h 2160513"/>
              <a:gd name="connsiteX19-5817" fmla="*/ 1889668 w 2021093"/>
              <a:gd name="connsiteY19-5818" fmla="*/ 1175665 h 2160513"/>
              <a:gd name="connsiteX20-5819" fmla="*/ 1912797 w 2021093"/>
              <a:gd name="connsiteY20-5820" fmla="*/ 1135089 h 2160513"/>
              <a:gd name="connsiteX21-5821" fmla="*/ 1775980 w 2021093"/>
              <a:gd name="connsiteY21-5822" fmla="*/ 1553577 h 2160513"/>
              <a:gd name="connsiteX22-5823" fmla="*/ 1235792 w 2021093"/>
              <a:gd name="connsiteY22-5824" fmla="*/ 1580715 h 2160513"/>
              <a:gd name="connsiteX23-5825" fmla="*/ 1344220 w 2021093"/>
              <a:gd name="connsiteY23-5826" fmla="*/ 1905742 h 2160513"/>
              <a:gd name="connsiteX0-5827" fmla="*/ 1575697 w 2021093"/>
              <a:gd name="connsiteY0-5828" fmla="*/ 2160513 h 2160513"/>
              <a:gd name="connsiteX1-5829" fmla="*/ 956854 w 2021093"/>
              <a:gd name="connsiteY1-5830" fmla="*/ 1258279 h 2160513"/>
              <a:gd name="connsiteX2-5831" fmla="*/ 863892 w 2021093"/>
              <a:gd name="connsiteY2-5832" fmla="*/ 1345253 h 2160513"/>
              <a:gd name="connsiteX3-5833" fmla="*/ 1026241 w 2021093"/>
              <a:gd name="connsiteY3-5834" fmla="*/ 1144473 h 2160513"/>
              <a:gd name="connsiteX4-5835" fmla="*/ 908876 w 2021093"/>
              <a:gd name="connsiteY4-5836" fmla="*/ 743032 h 2160513"/>
              <a:gd name="connsiteX5-5837" fmla="*/ 1054863 w 2021093"/>
              <a:gd name="connsiteY5-5838" fmla="*/ 807021 h 2160513"/>
              <a:gd name="connsiteX6-5839" fmla="*/ 766732 w 2021093"/>
              <a:gd name="connsiteY6-5840" fmla="*/ 928463 h 2160513"/>
              <a:gd name="connsiteX7-5841" fmla="*/ 228569 w 2021093"/>
              <a:gd name="connsiteY7-5842" fmla="*/ 1030857 h 2160513"/>
              <a:gd name="connsiteX8-5843" fmla="*/ 102364 w 2021093"/>
              <a:gd name="connsiteY8-5844" fmla="*/ 578421 h 2160513"/>
              <a:gd name="connsiteX9-5845" fmla="*/ 334972 w 2021093"/>
              <a:gd name="connsiteY9-5846" fmla="*/ 266829 h 2160513"/>
              <a:gd name="connsiteX10-5847" fmla="*/ 754827 w 2021093"/>
              <a:gd name="connsiteY10-5848" fmla="*/ 47401 h 2160513"/>
              <a:gd name="connsiteX11-5849" fmla="*/ 759590 w 2021093"/>
              <a:gd name="connsiteY11-5850" fmla="*/ 95027 h 2160513"/>
              <a:gd name="connsiteX12-5851" fmla="*/ 771497 w 2021093"/>
              <a:gd name="connsiteY12-5852" fmla="*/ 35497 h 2160513"/>
              <a:gd name="connsiteX13-5853" fmla="*/ 1341273 w 2021093"/>
              <a:gd name="connsiteY13-5854" fmla="*/ 79182 h 2160513"/>
              <a:gd name="connsiteX14-5855" fmla="*/ 1369190 w 2021093"/>
              <a:gd name="connsiteY14-5856" fmla="*/ 92646 h 2160513"/>
              <a:gd name="connsiteX15-5857" fmla="*/ 1772045 w 2021093"/>
              <a:gd name="connsiteY15-5858" fmla="*/ 359840 h 2160513"/>
              <a:gd name="connsiteX16-5859" fmla="*/ 1752572 w 2021093"/>
              <a:gd name="connsiteY16-5860" fmla="*/ 342677 h 2160513"/>
              <a:gd name="connsiteX17-5861" fmla="*/ 1996471 w 2021093"/>
              <a:gd name="connsiteY17-5862" fmla="*/ 762459 h 2160513"/>
              <a:gd name="connsiteX18-5863" fmla="*/ 2004983 w 2021093"/>
              <a:gd name="connsiteY18-5864" fmla="*/ 716533 h 2160513"/>
              <a:gd name="connsiteX19-5865" fmla="*/ 1889668 w 2021093"/>
              <a:gd name="connsiteY19-5866" fmla="*/ 1175665 h 2160513"/>
              <a:gd name="connsiteX20-5867" fmla="*/ 1912797 w 2021093"/>
              <a:gd name="connsiteY20-5868" fmla="*/ 1135089 h 2160513"/>
              <a:gd name="connsiteX21-5869" fmla="*/ 1775980 w 2021093"/>
              <a:gd name="connsiteY21-5870" fmla="*/ 1553577 h 2160513"/>
              <a:gd name="connsiteX22-5871" fmla="*/ 1235792 w 2021093"/>
              <a:gd name="connsiteY22-5872" fmla="*/ 1580715 h 2160513"/>
              <a:gd name="connsiteX23-5873" fmla="*/ 1344220 w 2021093"/>
              <a:gd name="connsiteY23-5874" fmla="*/ 1905742 h 2160513"/>
              <a:gd name="connsiteX0-5875" fmla="*/ 1575697 w 2030496"/>
              <a:gd name="connsiteY0-5876" fmla="*/ 2160513 h 2160513"/>
              <a:gd name="connsiteX1-5877" fmla="*/ 956854 w 2030496"/>
              <a:gd name="connsiteY1-5878" fmla="*/ 1258279 h 2160513"/>
              <a:gd name="connsiteX2-5879" fmla="*/ 863892 w 2030496"/>
              <a:gd name="connsiteY2-5880" fmla="*/ 1345253 h 2160513"/>
              <a:gd name="connsiteX3-5881" fmla="*/ 1026241 w 2030496"/>
              <a:gd name="connsiteY3-5882" fmla="*/ 1144473 h 2160513"/>
              <a:gd name="connsiteX4-5883" fmla="*/ 908876 w 2030496"/>
              <a:gd name="connsiteY4-5884" fmla="*/ 743032 h 2160513"/>
              <a:gd name="connsiteX5-5885" fmla="*/ 1054863 w 2030496"/>
              <a:gd name="connsiteY5-5886" fmla="*/ 807021 h 2160513"/>
              <a:gd name="connsiteX6-5887" fmla="*/ 766732 w 2030496"/>
              <a:gd name="connsiteY6-5888" fmla="*/ 928463 h 2160513"/>
              <a:gd name="connsiteX7-5889" fmla="*/ 228569 w 2030496"/>
              <a:gd name="connsiteY7-5890" fmla="*/ 1030857 h 2160513"/>
              <a:gd name="connsiteX8-5891" fmla="*/ 102364 w 2030496"/>
              <a:gd name="connsiteY8-5892" fmla="*/ 578421 h 2160513"/>
              <a:gd name="connsiteX9-5893" fmla="*/ 334972 w 2030496"/>
              <a:gd name="connsiteY9-5894" fmla="*/ 266829 h 2160513"/>
              <a:gd name="connsiteX10-5895" fmla="*/ 754827 w 2030496"/>
              <a:gd name="connsiteY10-5896" fmla="*/ 47401 h 2160513"/>
              <a:gd name="connsiteX11-5897" fmla="*/ 759590 w 2030496"/>
              <a:gd name="connsiteY11-5898" fmla="*/ 95027 h 2160513"/>
              <a:gd name="connsiteX12-5899" fmla="*/ 771497 w 2030496"/>
              <a:gd name="connsiteY12-5900" fmla="*/ 35497 h 2160513"/>
              <a:gd name="connsiteX13-5901" fmla="*/ 1341273 w 2030496"/>
              <a:gd name="connsiteY13-5902" fmla="*/ 79182 h 2160513"/>
              <a:gd name="connsiteX14-5903" fmla="*/ 1369190 w 2030496"/>
              <a:gd name="connsiteY14-5904" fmla="*/ 92646 h 2160513"/>
              <a:gd name="connsiteX15-5905" fmla="*/ 1772045 w 2030496"/>
              <a:gd name="connsiteY15-5906" fmla="*/ 359840 h 2160513"/>
              <a:gd name="connsiteX16-5907" fmla="*/ 1752572 w 2030496"/>
              <a:gd name="connsiteY16-5908" fmla="*/ 342677 h 2160513"/>
              <a:gd name="connsiteX17-5909" fmla="*/ 2013140 w 2030496"/>
              <a:gd name="connsiteY17-5910" fmla="*/ 736265 h 2160513"/>
              <a:gd name="connsiteX18-5911" fmla="*/ 2004983 w 2030496"/>
              <a:gd name="connsiteY18-5912" fmla="*/ 716533 h 2160513"/>
              <a:gd name="connsiteX19-5913" fmla="*/ 1889668 w 2030496"/>
              <a:gd name="connsiteY19-5914" fmla="*/ 1175665 h 2160513"/>
              <a:gd name="connsiteX20-5915" fmla="*/ 1912797 w 2030496"/>
              <a:gd name="connsiteY20-5916" fmla="*/ 1135089 h 2160513"/>
              <a:gd name="connsiteX21-5917" fmla="*/ 1775980 w 2030496"/>
              <a:gd name="connsiteY21-5918" fmla="*/ 1553577 h 2160513"/>
              <a:gd name="connsiteX22-5919" fmla="*/ 1235792 w 2030496"/>
              <a:gd name="connsiteY22-5920" fmla="*/ 1580715 h 2160513"/>
              <a:gd name="connsiteX23-5921" fmla="*/ 1344220 w 2030496"/>
              <a:gd name="connsiteY23-5922" fmla="*/ 1905742 h 2160513"/>
              <a:gd name="connsiteX0-5923" fmla="*/ 1575697 w 2035274"/>
              <a:gd name="connsiteY0-5924" fmla="*/ 2160513 h 2160513"/>
              <a:gd name="connsiteX1-5925" fmla="*/ 956854 w 2035274"/>
              <a:gd name="connsiteY1-5926" fmla="*/ 1258279 h 2160513"/>
              <a:gd name="connsiteX2-5927" fmla="*/ 863892 w 2035274"/>
              <a:gd name="connsiteY2-5928" fmla="*/ 1345253 h 2160513"/>
              <a:gd name="connsiteX3-5929" fmla="*/ 1026241 w 2035274"/>
              <a:gd name="connsiteY3-5930" fmla="*/ 1144473 h 2160513"/>
              <a:gd name="connsiteX4-5931" fmla="*/ 908876 w 2035274"/>
              <a:gd name="connsiteY4-5932" fmla="*/ 743032 h 2160513"/>
              <a:gd name="connsiteX5-5933" fmla="*/ 1054863 w 2035274"/>
              <a:gd name="connsiteY5-5934" fmla="*/ 807021 h 2160513"/>
              <a:gd name="connsiteX6-5935" fmla="*/ 766732 w 2035274"/>
              <a:gd name="connsiteY6-5936" fmla="*/ 928463 h 2160513"/>
              <a:gd name="connsiteX7-5937" fmla="*/ 228569 w 2035274"/>
              <a:gd name="connsiteY7-5938" fmla="*/ 1030857 h 2160513"/>
              <a:gd name="connsiteX8-5939" fmla="*/ 102364 w 2035274"/>
              <a:gd name="connsiteY8-5940" fmla="*/ 578421 h 2160513"/>
              <a:gd name="connsiteX9-5941" fmla="*/ 334972 w 2035274"/>
              <a:gd name="connsiteY9-5942" fmla="*/ 266829 h 2160513"/>
              <a:gd name="connsiteX10-5943" fmla="*/ 754827 w 2035274"/>
              <a:gd name="connsiteY10-5944" fmla="*/ 47401 h 2160513"/>
              <a:gd name="connsiteX11-5945" fmla="*/ 759590 w 2035274"/>
              <a:gd name="connsiteY11-5946" fmla="*/ 95027 h 2160513"/>
              <a:gd name="connsiteX12-5947" fmla="*/ 771497 w 2035274"/>
              <a:gd name="connsiteY12-5948" fmla="*/ 35497 h 2160513"/>
              <a:gd name="connsiteX13-5949" fmla="*/ 1341273 w 2035274"/>
              <a:gd name="connsiteY13-5950" fmla="*/ 79182 h 2160513"/>
              <a:gd name="connsiteX14-5951" fmla="*/ 1369190 w 2035274"/>
              <a:gd name="connsiteY14-5952" fmla="*/ 92646 h 2160513"/>
              <a:gd name="connsiteX15-5953" fmla="*/ 1772045 w 2035274"/>
              <a:gd name="connsiteY15-5954" fmla="*/ 359840 h 2160513"/>
              <a:gd name="connsiteX16-5955" fmla="*/ 1752572 w 2035274"/>
              <a:gd name="connsiteY16-5956" fmla="*/ 342677 h 2160513"/>
              <a:gd name="connsiteX17-5957" fmla="*/ 2013140 w 2035274"/>
              <a:gd name="connsiteY17-5958" fmla="*/ 736265 h 2160513"/>
              <a:gd name="connsiteX18-5959" fmla="*/ 2004983 w 2035274"/>
              <a:gd name="connsiteY18-5960" fmla="*/ 716533 h 2160513"/>
              <a:gd name="connsiteX19-5961" fmla="*/ 1889668 w 2035274"/>
              <a:gd name="connsiteY19-5962" fmla="*/ 1175665 h 2160513"/>
              <a:gd name="connsiteX20-5963" fmla="*/ 1912797 w 2035274"/>
              <a:gd name="connsiteY20-5964" fmla="*/ 1135089 h 2160513"/>
              <a:gd name="connsiteX21-5965" fmla="*/ 1775980 w 2035274"/>
              <a:gd name="connsiteY21-5966" fmla="*/ 1553577 h 2160513"/>
              <a:gd name="connsiteX22-5967" fmla="*/ 1235792 w 2035274"/>
              <a:gd name="connsiteY22-5968" fmla="*/ 1580715 h 2160513"/>
              <a:gd name="connsiteX23-5969" fmla="*/ 1344220 w 2035274"/>
              <a:gd name="connsiteY23-5970" fmla="*/ 1905742 h 2160513"/>
              <a:gd name="connsiteX0-5971" fmla="*/ 1575697 w 2026695"/>
              <a:gd name="connsiteY0-5972" fmla="*/ 2160513 h 2160513"/>
              <a:gd name="connsiteX1-5973" fmla="*/ 956854 w 2026695"/>
              <a:gd name="connsiteY1-5974" fmla="*/ 1258279 h 2160513"/>
              <a:gd name="connsiteX2-5975" fmla="*/ 863892 w 2026695"/>
              <a:gd name="connsiteY2-5976" fmla="*/ 1345253 h 2160513"/>
              <a:gd name="connsiteX3-5977" fmla="*/ 1026241 w 2026695"/>
              <a:gd name="connsiteY3-5978" fmla="*/ 1144473 h 2160513"/>
              <a:gd name="connsiteX4-5979" fmla="*/ 908876 w 2026695"/>
              <a:gd name="connsiteY4-5980" fmla="*/ 743032 h 2160513"/>
              <a:gd name="connsiteX5-5981" fmla="*/ 1054863 w 2026695"/>
              <a:gd name="connsiteY5-5982" fmla="*/ 807021 h 2160513"/>
              <a:gd name="connsiteX6-5983" fmla="*/ 766732 w 2026695"/>
              <a:gd name="connsiteY6-5984" fmla="*/ 928463 h 2160513"/>
              <a:gd name="connsiteX7-5985" fmla="*/ 228569 w 2026695"/>
              <a:gd name="connsiteY7-5986" fmla="*/ 1030857 h 2160513"/>
              <a:gd name="connsiteX8-5987" fmla="*/ 102364 w 2026695"/>
              <a:gd name="connsiteY8-5988" fmla="*/ 578421 h 2160513"/>
              <a:gd name="connsiteX9-5989" fmla="*/ 334972 w 2026695"/>
              <a:gd name="connsiteY9-5990" fmla="*/ 266829 h 2160513"/>
              <a:gd name="connsiteX10-5991" fmla="*/ 754827 w 2026695"/>
              <a:gd name="connsiteY10-5992" fmla="*/ 47401 h 2160513"/>
              <a:gd name="connsiteX11-5993" fmla="*/ 759590 w 2026695"/>
              <a:gd name="connsiteY11-5994" fmla="*/ 95027 h 2160513"/>
              <a:gd name="connsiteX12-5995" fmla="*/ 771497 w 2026695"/>
              <a:gd name="connsiteY12-5996" fmla="*/ 35497 h 2160513"/>
              <a:gd name="connsiteX13-5997" fmla="*/ 1341273 w 2026695"/>
              <a:gd name="connsiteY13-5998" fmla="*/ 79182 h 2160513"/>
              <a:gd name="connsiteX14-5999" fmla="*/ 1369190 w 2026695"/>
              <a:gd name="connsiteY14-6000" fmla="*/ 92646 h 2160513"/>
              <a:gd name="connsiteX15-6001" fmla="*/ 1772045 w 2026695"/>
              <a:gd name="connsiteY15-6002" fmla="*/ 359840 h 2160513"/>
              <a:gd name="connsiteX16-6003" fmla="*/ 1752572 w 2026695"/>
              <a:gd name="connsiteY16-6004" fmla="*/ 342677 h 2160513"/>
              <a:gd name="connsiteX17-6005" fmla="*/ 2013140 w 2026695"/>
              <a:gd name="connsiteY17-6006" fmla="*/ 736265 h 2160513"/>
              <a:gd name="connsiteX18-6007" fmla="*/ 2004983 w 2026695"/>
              <a:gd name="connsiteY18-6008" fmla="*/ 716533 h 2160513"/>
              <a:gd name="connsiteX19-6009" fmla="*/ 1889668 w 2026695"/>
              <a:gd name="connsiteY19-6010" fmla="*/ 1175665 h 2160513"/>
              <a:gd name="connsiteX20-6011" fmla="*/ 1912797 w 2026695"/>
              <a:gd name="connsiteY20-6012" fmla="*/ 1135089 h 2160513"/>
              <a:gd name="connsiteX21-6013" fmla="*/ 1775980 w 2026695"/>
              <a:gd name="connsiteY21-6014" fmla="*/ 1553577 h 2160513"/>
              <a:gd name="connsiteX22-6015" fmla="*/ 1235792 w 2026695"/>
              <a:gd name="connsiteY22-6016" fmla="*/ 1580715 h 2160513"/>
              <a:gd name="connsiteX23-6017" fmla="*/ 1344220 w 2026695"/>
              <a:gd name="connsiteY23-6018" fmla="*/ 1905742 h 2160513"/>
              <a:gd name="connsiteX0-6019" fmla="*/ 1575697 w 2037810"/>
              <a:gd name="connsiteY0-6020" fmla="*/ 2160513 h 2160513"/>
              <a:gd name="connsiteX1-6021" fmla="*/ 956854 w 2037810"/>
              <a:gd name="connsiteY1-6022" fmla="*/ 1258279 h 2160513"/>
              <a:gd name="connsiteX2-6023" fmla="*/ 863892 w 2037810"/>
              <a:gd name="connsiteY2-6024" fmla="*/ 1345253 h 2160513"/>
              <a:gd name="connsiteX3-6025" fmla="*/ 1026241 w 2037810"/>
              <a:gd name="connsiteY3-6026" fmla="*/ 1144473 h 2160513"/>
              <a:gd name="connsiteX4-6027" fmla="*/ 908876 w 2037810"/>
              <a:gd name="connsiteY4-6028" fmla="*/ 743032 h 2160513"/>
              <a:gd name="connsiteX5-6029" fmla="*/ 1054863 w 2037810"/>
              <a:gd name="connsiteY5-6030" fmla="*/ 807021 h 2160513"/>
              <a:gd name="connsiteX6-6031" fmla="*/ 766732 w 2037810"/>
              <a:gd name="connsiteY6-6032" fmla="*/ 928463 h 2160513"/>
              <a:gd name="connsiteX7-6033" fmla="*/ 228569 w 2037810"/>
              <a:gd name="connsiteY7-6034" fmla="*/ 1030857 h 2160513"/>
              <a:gd name="connsiteX8-6035" fmla="*/ 102364 w 2037810"/>
              <a:gd name="connsiteY8-6036" fmla="*/ 578421 h 2160513"/>
              <a:gd name="connsiteX9-6037" fmla="*/ 334972 w 2037810"/>
              <a:gd name="connsiteY9-6038" fmla="*/ 266829 h 2160513"/>
              <a:gd name="connsiteX10-6039" fmla="*/ 754827 w 2037810"/>
              <a:gd name="connsiteY10-6040" fmla="*/ 47401 h 2160513"/>
              <a:gd name="connsiteX11-6041" fmla="*/ 759590 w 2037810"/>
              <a:gd name="connsiteY11-6042" fmla="*/ 95027 h 2160513"/>
              <a:gd name="connsiteX12-6043" fmla="*/ 771497 w 2037810"/>
              <a:gd name="connsiteY12-6044" fmla="*/ 35497 h 2160513"/>
              <a:gd name="connsiteX13-6045" fmla="*/ 1341273 w 2037810"/>
              <a:gd name="connsiteY13-6046" fmla="*/ 79182 h 2160513"/>
              <a:gd name="connsiteX14-6047" fmla="*/ 1369190 w 2037810"/>
              <a:gd name="connsiteY14-6048" fmla="*/ 92646 h 2160513"/>
              <a:gd name="connsiteX15-6049" fmla="*/ 1772045 w 2037810"/>
              <a:gd name="connsiteY15-6050" fmla="*/ 359840 h 2160513"/>
              <a:gd name="connsiteX16-6051" fmla="*/ 1752572 w 2037810"/>
              <a:gd name="connsiteY16-6052" fmla="*/ 342677 h 2160513"/>
              <a:gd name="connsiteX17-6053" fmla="*/ 2013140 w 2037810"/>
              <a:gd name="connsiteY17-6054" fmla="*/ 736265 h 2160513"/>
              <a:gd name="connsiteX18-6055" fmla="*/ 2004983 w 2037810"/>
              <a:gd name="connsiteY18-6056" fmla="*/ 716533 h 2160513"/>
              <a:gd name="connsiteX19-6057" fmla="*/ 1889668 w 2037810"/>
              <a:gd name="connsiteY19-6058" fmla="*/ 1175665 h 2160513"/>
              <a:gd name="connsiteX20-6059" fmla="*/ 1912797 w 2037810"/>
              <a:gd name="connsiteY20-6060" fmla="*/ 1135089 h 2160513"/>
              <a:gd name="connsiteX21-6061" fmla="*/ 1775980 w 2037810"/>
              <a:gd name="connsiteY21-6062" fmla="*/ 1553577 h 2160513"/>
              <a:gd name="connsiteX22-6063" fmla="*/ 1235792 w 2037810"/>
              <a:gd name="connsiteY22-6064" fmla="*/ 1580715 h 2160513"/>
              <a:gd name="connsiteX23-6065" fmla="*/ 1344220 w 2037810"/>
              <a:gd name="connsiteY23-6066" fmla="*/ 1905742 h 2160513"/>
              <a:gd name="connsiteX0-6067" fmla="*/ 1575697 w 2026695"/>
              <a:gd name="connsiteY0-6068" fmla="*/ 2160513 h 2160513"/>
              <a:gd name="connsiteX1-6069" fmla="*/ 956854 w 2026695"/>
              <a:gd name="connsiteY1-6070" fmla="*/ 1258279 h 2160513"/>
              <a:gd name="connsiteX2-6071" fmla="*/ 863892 w 2026695"/>
              <a:gd name="connsiteY2-6072" fmla="*/ 1345253 h 2160513"/>
              <a:gd name="connsiteX3-6073" fmla="*/ 1026241 w 2026695"/>
              <a:gd name="connsiteY3-6074" fmla="*/ 1144473 h 2160513"/>
              <a:gd name="connsiteX4-6075" fmla="*/ 908876 w 2026695"/>
              <a:gd name="connsiteY4-6076" fmla="*/ 743032 h 2160513"/>
              <a:gd name="connsiteX5-6077" fmla="*/ 1054863 w 2026695"/>
              <a:gd name="connsiteY5-6078" fmla="*/ 807021 h 2160513"/>
              <a:gd name="connsiteX6-6079" fmla="*/ 766732 w 2026695"/>
              <a:gd name="connsiteY6-6080" fmla="*/ 928463 h 2160513"/>
              <a:gd name="connsiteX7-6081" fmla="*/ 228569 w 2026695"/>
              <a:gd name="connsiteY7-6082" fmla="*/ 1030857 h 2160513"/>
              <a:gd name="connsiteX8-6083" fmla="*/ 102364 w 2026695"/>
              <a:gd name="connsiteY8-6084" fmla="*/ 578421 h 2160513"/>
              <a:gd name="connsiteX9-6085" fmla="*/ 334972 w 2026695"/>
              <a:gd name="connsiteY9-6086" fmla="*/ 266829 h 2160513"/>
              <a:gd name="connsiteX10-6087" fmla="*/ 754827 w 2026695"/>
              <a:gd name="connsiteY10-6088" fmla="*/ 47401 h 2160513"/>
              <a:gd name="connsiteX11-6089" fmla="*/ 759590 w 2026695"/>
              <a:gd name="connsiteY11-6090" fmla="*/ 95027 h 2160513"/>
              <a:gd name="connsiteX12-6091" fmla="*/ 771497 w 2026695"/>
              <a:gd name="connsiteY12-6092" fmla="*/ 35497 h 2160513"/>
              <a:gd name="connsiteX13-6093" fmla="*/ 1341273 w 2026695"/>
              <a:gd name="connsiteY13-6094" fmla="*/ 79182 h 2160513"/>
              <a:gd name="connsiteX14-6095" fmla="*/ 1369190 w 2026695"/>
              <a:gd name="connsiteY14-6096" fmla="*/ 92646 h 2160513"/>
              <a:gd name="connsiteX15-6097" fmla="*/ 1772045 w 2026695"/>
              <a:gd name="connsiteY15-6098" fmla="*/ 359840 h 2160513"/>
              <a:gd name="connsiteX16-6099" fmla="*/ 1752572 w 2026695"/>
              <a:gd name="connsiteY16-6100" fmla="*/ 342677 h 2160513"/>
              <a:gd name="connsiteX17-6101" fmla="*/ 2013140 w 2026695"/>
              <a:gd name="connsiteY17-6102" fmla="*/ 736265 h 2160513"/>
              <a:gd name="connsiteX18-6103" fmla="*/ 2004983 w 2026695"/>
              <a:gd name="connsiteY18-6104" fmla="*/ 716533 h 2160513"/>
              <a:gd name="connsiteX19-6105" fmla="*/ 1795433 w 2026695"/>
              <a:gd name="connsiteY19-6106" fmla="*/ 1304702 h 2160513"/>
              <a:gd name="connsiteX20-6107" fmla="*/ 1889668 w 2026695"/>
              <a:gd name="connsiteY20-6108" fmla="*/ 1175665 h 2160513"/>
              <a:gd name="connsiteX21-6109" fmla="*/ 1912797 w 2026695"/>
              <a:gd name="connsiteY21-6110" fmla="*/ 1135089 h 2160513"/>
              <a:gd name="connsiteX22-6111" fmla="*/ 1775980 w 2026695"/>
              <a:gd name="connsiteY22-6112" fmla="*/ 1553577 h 2160513"/>
              <a:gd name="connsiteX23-6113" fmla="*/ 1235792 w 2026695"/>
              <a:gd name="connsiteY23-6114" fmla="*/ 1580715 h 2160513"/>
              <a:gd name="connsiteX24" fmla="*/ 1344220 w 2026695"/>
              <a:gd name="connsiteY24" fmla="*/ 1905742 h 2160513"/>
              <a:gd name="connsiteX0-6115" fmla="*/ 1575697 w 2026695"/>
              <a:gd name="connsiteY0-6116" fmla="*/ 2160513 h 2160513"/>
              <a:gd name="connsiteX1-6117" fmla="*/ 956854 w 2026695"/>
              <a:gd name="connsiteY1-6118" fmla="*/ 1258279 h 2160513"/>
              <a:gd name="connsiteX2-6119" fmla="*/ 863892 w 2026695"/>
              <a:gd name="connsiteY2-6120" fmla="*/ 1345253 h 2160513"/>
              <a:gd name="connsiteX3-6121" fmla="*/ 1026241 w 2026695"/>
              <a:gd name="connsiteY3-6122" fmla="*/ 1144473 h 2160513"/>
              <a:gd name="connsiteX4-6123" fmla="*/ 908876 w 2026695"/>
              <a:gd name="connsiteY4-6124" fmla="*/ 743032 h 2160513"/>
              <a:gd name="connsiteX5-6125" fmla="*/ 1054863 w 2026695"/>
              <a:gd name="connsiteY5-6126" fmla="*/ 807021 h 2160513"/>
              <a:gd name="connsiteX6-6127" fmla="*/ 766732 w 2026695"/>
              <a:gd name="connsiteY6-6128" fmla="*/ 928463 h 2160513"/>
              <a:gd name="connsiteX7-6129" fmla="*/ 228569 w 2026695"/>
              <a:gd name="connsiteY7-6130" fmla="*/ 1030857 h 2160513"/>
              <a:gd name="connsiteX8-6131" fmla="*/ 102364 w 2026695"/>
              <a:gd name="connsiteY8-6132" fmla="*/ 578421 h 2160513"/>
              <a:gd name="connsiteX9-6133" fmla="*/ 334972 w 2026695"/>
              <a:gd name="connsiteY9-6134" fmla="*/ 266829 h 2160513"/>
              <a:gd name="connsiteX10-6135" fmla="*/ 754827 w 2026695"/>
              <a:gd name="connsiteY10-6136" fmla="*/ 47401 h 2160513"/>
              <a:gd name="connsiteX11-6137" fmla="*/ 759590 w 2026695"/>
              <a:gd name="connsiteY11-6138" fmla="*/ 95027 h 2160513"/>
              <a:gd name="connsiteX12-6139" fmla="*/ 771497 w 2026695"/>
              <a:gd name="connsiteY12-6140" fmla="*/ 35497 h 2160513"/>
              <a:gd name="connsiteX13-6141" fmla="*/ 1341273 w 2026695"/>
              <a:gd name="connsiteY13-6142" fmla="*/ 79182 h 2160513"/>
              <a:gd name="connsiteX14-6143" fmla="*/ 1369190 w 2026695"/>
              <a:gd name="connsiteY14-6144" fmla="*/ 92646 h 2160513"/>
              <a:gd name="connsiteX15-6145" fmla="*/ 1772045 w 2026695"/>
              <a:gd name="connsiteY15-6146" fmla="*/ 359840 h 2160513"/>
              <a:gd name="connsiteX16-6147" fmla="*/ 1752572 w 2026695"/>
              <a:gd name="connsiteY16-6148" fmla="*/ 342677 h 2160513"/>
              <a:gd name="connsiteX17-6149" fmla="*/ 2013140 w 2026695"/>
              <a:gd name="connsiteY17-6150" fmla="*/ 736265 h 2160513"/>
              <a:gd name="connsiteX18-6151" fmla="*/ 2004983 w 2026695"/>
              <a:gd name="connsiteY18-6152" fmla="*/ 716533 h 2160513"/>
              <a:gd name="connsiteX19-6153" fmla="*/ 1835915 w 2026695"/>
              <a:gd name="connsiteY19-6154" fmla="*/ 1330896 h 2160513"/>
              <a:gd name="connsiteX20-6155" fmla="*/ 1795433 w 2026695"/>
              <a:gd name="connsiteY20-6156" fmla="*/ 1304702 h 2160513"/>
              <a:gd name="connsiteX21-6157" fmla="*/ 1889668 w 2026695"/>
              <a:gd name="connsiteY21-6158" fmla="*/ 1175665 h 2160513"/>
              <a:gd name="connsiteX22-6159" fmla="*/ 1912797 w 2026695"/>
              <a:gd name="connsiteY22-6160" fmla="*/ 1135089 h 2160513"/>
              <a:gd name="connsiteX23-6161" fmla="*/ 1775980 w 2026695"/>
              <a:gd name="connsiteY23-6162" fmla="*/ 1553577 h 2160513"/>
              <a:gd name="connsiteX24-6163" fmla="*/ 1235792 w 2026695"/>
              <a:gd name="connsiteY24-6164" fmla="*/ 1580715 h 2160513"/>
              <a:gd name="connsiteX25" fmla="*/ 1344220 w 2026695"/>
              <a:gd name="connsiteY25" fmla="*/ 1905742 h 2160513"/>
              <a:gd name="connsiteX0-6165" fmla="*/ 1575697 w 2026695"/>
              <a:gd name="connsiteY0-6166" fmla="*/ 2160513 h 2160513"/>
              <a:gd name="connsiteX1-6167" fmla="*/ 956854 w 2026695"/>
              <a:gd name="connsiteY1-6168" fmla="*/ 1258279 h 2160513"/>
              <a:gd name="connsiteX2-6169" fmla="*/ 863892 w 2026695"/>
              <a:gd name="connsiteY2-6170" fmla="*/ 1345253 h 2160513"/>
              <a:gd name="connsiteX3-6171" fmla="*/ 1026241 w 2026695"/>
              <a:gd name="connsiteY3-6172" fmla="*/ 1144473 h 2160513"/>
              <a:gd name="connsiteX4-6173" fmla="*/ 908876 w 2026695"/>
              <a:gd name="connsiteY4-6174" fmla="*/ 743032 h 2160513"/>
              <a:gd name="connsiteX5-6175" fmla="*/ 1054863 w 2026695"/>
              <a:gd name="connsiteY5-6176" fmla="*/ 807021 h 2160513"/>
              <a:gd name="connsiteX6-6177" fmla="*/ 766732 w 2026695"/>
              <a:gd name="connsiteY6-6178" fmla="*/ 928463 h 2160513"/>
              <a:gd name="connsiteX7-6179" fmla="*/ 228569 w 2026695"/>
              <a:gd name="connsiteY7-6180" fmla="*/ 1030857 h 2160513"/>
              <a:gd name="connsiteX8-6181" fmla="*/ 102364 w 2026695"/>
              <a:gd name="connsiteY8-6182" fmla="*/ 578421 h 2160513"/>
              <a:gd name="connsiteX9-6183" fmla="*/ 334972 w 2026695"/>
              <a:gd name="connsiteY9-6184" fmla="*/ 266829 h 2160513"/>
              <a:gd name="connsiteX10-6185" fmla="*/ 754827 w 2026695"/>
              <a:gd name="connsiteY10-6186" fmla="*/ 47401 h 2160513"/>
              <a:gd name="connsiteX11-6187" fmla="*/ 759590 w 2026695"/>
              <a:gd name="connsiteY11-6188" fmla="*/ 95027 h 2160513"/>
              <a:gd name="connsiteX12-6189" fmla="*/ 771497 w 2026695"/>
              <a:gd name="connsiteY12-6190" fmla="*/ 35497 h 2160513"/>
              <a:gd name="connsiteX13-6191" fmla="*/ 1341273 w 2026695"/>
              <a:gd name="connsiteY13-6192" fmla="*/ 79182 h 2160513"/>
              <a:gd name="connsiteX14-6193" fmla="*/ 1369190 w 2026695"/>
              <a:gd name="connsiteY14-6194" fmla="*/ 92646 h 2160513"/>
              <a:gd name="connsiteX15-6195" fmla="*/ 1772045 w 2026695"/>
              <a:gd name="connsiteY15-6196" fmla="*/ 359840 h 2160513"/>
              <a:gd name="connsiteX16-6197" fmla="*/ 1752572 w 2026695"/>
              <a:gd name="connsiteY16-6198" fmla="*/ 342677 h 2160513"/>
              <a:gd name="connsiteX17-6199" fmla="*/ 2013140 w 2026695"/>
              <a:gd name="connsiteY17-6200" fmla="*/ 736265 h 2160513"/>
              <a:gd name="connsiteX18-6201" fmla="*/ 2004983 w 2026695"/>
              <a:gd name="connsiteY18-6202" fmla="*/ 716533 h 2160513"/>
              <a:gd name="connsiteX19-6203" fmla="*/ 1835915 w 2026695"/>
              <a:gd name="connsiteY19-6204" fmla="*/ 1330896 h 2160513"/>
              <a:gd name="connsiteX20-6205" fmla="*/ 1795433 w 2026695"/>
              <a:gd name="connsiteY20-6206" fmla="*/ 1304702 h 2160513"/>
              <a:gd name="connsiteX21-6207" fmla="*/ 1889668 w 2026695"/>
              <a:gd name="connsiteY21-6208" fmla="*/ 1175665 h 2160513"/>
              <a:gd name="connsiteX22-6209" fmla="*/ 1912797 w 2026695"/>
              <a:gd name="connsiteY22-6210" fmla="*/ 1135089 h 2160513"/>
              <a:gd name="connsiteX23-6211" fmla="*/ 1775980 w 2026695"/>
              <a:gd name="connsiteY23-6212" fmla="*/ 1553577 h 2160513"/>
              <a:gd name="connsiteX24-6213" fmla="*/ 1235792 w 2026695"/>
              <a:gd name="connsiteY24-6214" fmla="*/ 1580715 h 2160513"/>
              <a:gd name="connsiteX25-6215" fmla="*/ 1344220 w 2026695"/>
              <a:gd name="connsiteY25-6216" fmla="*/ 1905742 h 2160513"/>
              <a:gd name="connsiteX0-6217" fmla="*/ 1575697 w 2026695"/>
              <a:gd name="connsiteY0-6218" fmla="*/ 2160513 h 2160513"/>
              <a:gd name="connsiteX1-6219" fmla="*/ 956854 w 2026695"/>
              <a:gd name="connsiteY1-6220" fmla="*/ 1258279 h 2160513"/>
              <a:gd name="connsiteX2-6221" fmla="*/ 863892 w 2026695"/>
              <a:gd name="connsiteY2-6222" fmla="*/ 1345253 h 2160513"/>
              <a:gd name="connsiteX3-6223" fmla="*/ 1026241 w 2026695"/>
              <a:gd name="connsiteY3-6224" fmla="*/ 1144473 h 2160513"/>
              <a:gd name="connsiteX4-6225" fmla="*/ 908876 w 2026695"/>
              <a:gd name="connsiteY4-6226" fmla="*/ 743032 h 2160513"/>
              <a:gd name="connsiteX5-6227" fmla="*/ 1054863 w 2026695"/>
              <a:gd name="connsiteY5-6228" fmla="*/ 807021 h 2160513"/>
              <a:gd name="connsiteX6-6229" fmla="*/ 766732 w 2026695"/>
              <a:gd name="connsiteY6-6230" fmla="*/ 928463 h 2160513"/>
              <a:gd name="connsiteX7-6231" fmla="*/ 228569 w 2026695"/>
              <a:gd name="connsiteY7-6232" fmla="*/ 1030857 h 2160513"/>
              <a:gd name="connsiteX8-6233" fmla="*/ 102364 w 2026695"/>
              <a:gd name="connsiteY8-6234" fmla="*/ 578421 h 2160513"/>
              <a:gd name="connsiteX9-6235" fmla="*/ 334972 w 2026695"/>
              <a:gd name="connsiteY9-6236" fmla="*/ 266829 h 2160513"/>
              <a:gd name="connsiteX10-6237" fmla="*/ 754827 w 2026695"/>
              <a:gd name="connsiteY10-6238" fmla="*/ 47401 h 2160513"/>
              <a:gd name="connsiteX11-6239" fmla="*/ 759590 w 2026695"/>
              <a:gd name="connsiteY11-6240" fmla="*/ 95027 h 2160513"/>
              <a:gd name="connsiteX12-6241" fmla="*/ 771497 w 2026695"/>
              <a:gd name="connsiteY12-6242" fmla="*/ 35497 h 2160513"/>
              <a:gd name="connsiteX13-6243" fmla="*/ 1341273 w 2026695"/>
              <a:gd name="connsiteY13-6244" fmla="*/ 79182 h 2160513"/>
              <a:gd name="connsiteX14-6245" fmla="*/ 1369190 w 2026695"/>
              <a:gd name="connsiteY14-6246" fmla="*/ 92646 h 2160513"/>
              <a:gd name="connsiteX15-6247" fmla="*/ 1772045 w 2026695"/>
              <a:gd name="connsiteY15-6248" fmla="*/ 359840 h 2160513"/>
              <a:gd name="connsiteX16-6249" fmla="*/ 1752572 w 2026695"/>
              <a:gd name="connsiteY16-6250" fmla="*/ 342677 h 2160513"/>
              <a:gd name="connsiteX17-6251" fmla="*/ 2013140 w 2026695"/>
              <a:gd name="connsiteY17-6252" fmla="*/ 736265 h 2160513"/>
              <a:gd name="connsiteX18-6253" fmla="*/ 2004983 w 2026695"/>
              <a:gd name="connsiteY18-6254" fmla="*/ 716533 h 2160513"/>
              <a:gd name="connsiteX19-6255" fmla="*/ 1835915 w 2026695"/>
              <a:gd name="connsiteY19-6256" fmla="*/ 1330896 h 2160513"/>
              <a:gd name="connsiteX20-6257" fmla="*/ 1795433 w 2026695"/>
              <a:gd name="connsiteY20-6258" fmla="*/ 1304702 h 2160513"/>
              <a:gd name="connsiteX21-6259" fmla="*/ 1889668 w 2026695"/>
              <a:gd name="connsiteY21-6260" fmla="*/ 1175665 h 2160513"/>
              <a:gd name="connsiteX22-6261" fmla="*/ 1912797 w 2026695"/>
              <a:gd name="connsiteY22-6262" fmla="*/ 1135089 h 2160513"/>
              <a:gd name="connsiteX23-6263" fmla="*/ 1775980 w 2026695"/>
              <a:gd name="connsiteY23-6264" fmla="*/ 1553577 h 2160513"/>
              <a:gd name="connsiteX24-6265" fmla="*/ 1235792 w 2026695"/>
              <a:gd name="connsiteY24-6266" fmla="*/ 1580715 h 2160513"/>
              <a:gd name="connsiteX25-6267" fmla="*/ 1344220 w 2026695"/>
              <a:gd name="connsiteY25-6268" fmla="*/ 1905742 h 2160513"/>
              <a:gd name="connsiteX0-6269" fmla="*/ 1575697 w 2038897"/>
              <a:gd name="connsiteY0-6270" fmla="*/ 2160513 h 2160513"/>
              <a:gd name="connsiteX1-6271" fmla="*/ 956854 w 2038897"/>
              <a:gd name="connsiteY1-6272" fmla="*/ 1258279 h 2160513"/>
              <a:gd name="connsiteX2-6273" fmla="*/ 863892 w 2038897"/>
              <a:gd name="connsiteY2-6274" fmla="*/ 1345253 h 2160513"/>
              <a:gd name="connsiteX3-6275" fmla="*/ 1026241 w 2038897"/>
              <a:gd name="connsiteY3-6276" fmla="*/ 1144473 h 2160513"/>
              <a:gd name="connsiteX4-6277" fmla="*/ 908876 w 2038897"/>
              <a:gd name="connsiteY4-6278" fmla="*/ 743032 h 2160513"/>
              <a:gd name="connsiteX5-6279" fmla="*/ 1054863 w 2038897"/>
              <a:gd name="connsiteY5-6280" fmla="*/ 807021 h 2160513"/>
              <a:gd name="connsiteX6-6281" fmla="*/ 766732 w 2038897"/>
              <a:gd name="connsiteY6-6282" fmla="*/ 928463 h 2160513"/>
              <a:gd name="connsiteX7-6283" fmla="*/ 228569 w 2038897"/>
              <a:gd name="connsiteY7-6284" fmla="*/ 1030857 h 2160513"/>
              <a:gd name="connsiteX8-6285" fmla="*/ 102364 w 2038897"/>
              <a:gd name="connsiteY8-6286" fmla="*/ 578421 h 2160513"/>
              <a:gd name="connsiteX9-6287" fmla="*/ 334972 w 2038897"/>
              <a:gd name="connsiteY9-6288" fmla="*/ 266829 h 2160513"/>
              <a:gd name="connsiteX10-6289" fmla="*/ 754827 w 2038897"/>
              <a:gd name="connsiteY10-6290" fmla="*/ 47401 h 2160513"/>
              <a:gd name="connsiteX11-6291" fmla="*/ 759590 w 2038897"/>
              <a:gd name="connsiteY11-6292" fmla="*/ 95027 h 2160513"/>
              <a:gd name="connsiteX12-6293" fmla="*/ 771497 w 2038897"/>
              <a:gd name="connsiteY12-6294" fmla="*/ 35497 h 2160513"/>
              <a:gd name="connsiteX13-6295" fmla="*/ 1341273 w 2038897"/>
              <a:gd name="connsiteY13-6296" fmla="*/ 79182 h 2160513"/>
              <a:gd name="connsiteX14-6297" fmla="*/ 1369190 w 2038897"/>
              <a:gd name="connsiteY14-6298" fmla="*/ 92646 h 2160513"/>
              <a:gd name="connsiteX15-6299" fmla="*/ 1772045 w 2038897"/>
              <a:gd name="connsiteY15-6300" fmla="*/ 359840 h 2160513"/>
              <a:gd name="connsiteX16-6301" fmla="*/ 1752572 w 2038897"/>
              <a:gd name="connsiteY16-6302" fmla="*/ 342677 h 2160513"/>
              <a:gd name="connsiteX17-6303" fmla="*/ 2013140 w 2038897"/>
              <a:gd name="connsiteY17-6304" fmla="*/ 736265 h 2160513"/>
              <a:gd name="connsiteX18-6305" fmla="*/ 2004983 w 2038897"/>
              <a:gd name="connsiteY18-6306" fmla="*/ 716533 h 2160513"/>
              <a:gd name="connsiteX19-6307" fmla="*/ 1835915 w 2038897"/>
              <a:gd name="connsiteY19-6308" fmla="*/ 1330896 h 2160513"/>
              <a:gd name="connsiteX20-6309" fmla="*/ 1795433 w 2038897"/>
              <a:gd name="connsiteY20-6310" fmla="*/ 1304702 h 2160513"/>
              <a:gd name="connsiteX21-6311" fmla="*/ 1889668 w 2038897"/>
              <a:gd name="connsiteY21-6312" fmla="*/ 1175665 h 2160513"/>
              <a:gd name="connsiteX22-6313" fmla="*/ 1912797 w 2038897"/>
              <a:gd name="connsiteY22-6314" fmla="*/ 1135089 h 2160513"/>
              <a:gd name="connsiteX23-6315" fmla="*/ 1775980 w 2038897"/>
              <a:gd name="connsiteY23-6316" fmla="*/ 1553577 h 2160513"/>
              <a:gd name="connsiteX24-6317" fmla="*/ 1235792 w 2038897"/>
              <a:gd name="connsiteY24-6318" fmla="*/ 1580715 h 2160513"/>
              <a:gd name="connsiteX25-6319" fmla="*/ 1344220 w 2038897"/>
              <a:gd name="connsiteY25-6320" fmla="*/ 1905742 h 2160513"/>
              <a:gd name="connsiteX0-6321" fmla="*/ 1575697 w 2038897"/>
              <a:gd name="connsiteY0-6322" fmla="*/ 2160513 h 2160513"/>
              <a:gd name="connsiteX1-6323" fmla="*/ 956854 w 2038897"/>
              <a:gd name="connsiteY1-6324" fmla="*/ 1258279 h 2160513"/>
              <a:gd name="connsiteX2-6325" fmla="*/ 863892 w 2038897"/>
              <a:gd name="connsiteY2-6326" fmla="*/ 1345253 h 2160513"/>
              <a:gd name="connsiteX3-6327" fmla="*/ 1026241 w 2038897"/>
              <a:gd name="connsiteY3-6328" fmla="*/ 1144473 h 2160513"/>
              <a:gd name="connsiteX4-6329" fmla="*/ 908876 w 2038897"/>
              <a:gd name="connsiteY4-6330" fmla="*/ 743032 h 2160513"/>
              <a:gd name="connsiteX5-6331" fmla="*/ 1054863 w 2038897"/>
              <a:gd name="connsiteY5-6332" fmla="*/ 807021 h 2160513"/>
              <a:gd name="connsiteX6-6333" fmla="*/ 766732 w 2038897"/>
              <a:gd name="connsiteY6-6334" fmla="*/ 928463 h 2160513"/>
              <a:gd name="connsiteX7-6335" fmla="*/ 228569 w 2038897"/>
              <a:gd name="connsiteY7-6336" fmla="*/ 1030857 h 2160513"/>
              <a:gd name="connsiteX8-6337" fmla="*/ 102364 w 2038897"/>
              <a:gd name="connsiteY8-6338" fmla="*/ 578421 h 2160513"/>
              <a:gd name="connsiteX9-6339" fmla="*/ 334972 w 2038897"/>
              <a:gd name="connsiteY9-6340" fmla="*/ 266829 h 2160513"/>
              <a:gd name="connsiteX10-6341" fmla="*/ 754827 w 2038897"/>
              <a:gd name="connsiteY10-6342" fmla="*/ 47401 h 2160513"/>
              <a:gd name="connsiteX11-6343" fmla="*/ 759590 w 2038897"/>
              <a:gd name="connsiteY11-6344" fmla="*/ 95027 h 2160513"/>
              <a:gd name="connsiteX12-6345" fmla="*/ 771497 w 2038897"/>
              <a:gd name="connsiteY12-6346" fmla="*/ 35497 h 2160513"/>
              <a:gd name="connsiteX13-6347" fmla="*/ 1341273 w 2038897"/>
              <a:gd name="connsiteY13-6348" fmla="*/ 79182 h 2160513"/>
              <a:gd name="connsiteX14-6349" fmla="*/ 1369190 w 2038897"/>
              <a:gd name="connsiteY14-6350" fmla="*/ 92646 h 2160513"/>
              <a:gd name="connsiteX15-6351" fmla="*/ 1772045 w 2038897"/>
              <a:gd name="connsiteY15-6352" fmla="*/ 359840 h 2160513"/>
              <a:gd name="connsiteX16-6353" fmla="*/ 1752572 w 2038897"/>
              <a:gd name="connsiteY16-6354" fmla="*/ 342677 h 2160513"/>
              <a:gd name="connsiteX17-6355" fmla="*/ 2013140 w 2038897"/>
              <a:gd name="connsiteY17-6356" fmla="*/ 736265 h 2160513"/>
              <a:gd name="connsiteX18-6357" fmla="*/ 2004983 w 2038897"/>
              <a:gd name="connsiteY18-6358" fmla="*/ 716533 h 2160513"/>
              <a:gd name="connsiteX19-6359" fmla="*/ 1835915 w 2038897"/>
              <a:gd name="connsiteY19-6360" fmla="*/ 1330896 h 2160513"/>
              <a:gd name="connsiteX20-6361" fmla="*/ 1862108 w 2038897"/>
              <a:gd name="connsiteY20-6362" fmla="*/ 1392808 h 2160513"/>
              <a:gd name="connsiteX21-6363" fmla="*/ 1889668 w 2038897"/>
              <a:gd name="connsiteY21-6364" fmla="*/ 1175665 h 2160513"/>
              <a:gd name="connsiteX22-6365" fmla="*/ 1912797 w 2038897"/>
              <a:gd name="connsiteY22-6366" fmla="*/ 1135089 h 2160513"/>
              <a:gd name="connsiteX23-6367" fmla="*/ 1775980 w 2038897"/>
              <a:gd name="connsiteY23-6368" fmla="*/ 1553577 h 2160513"/>
              <a:gd name="connsiteX24-6369" fmla="*/ 1235792 w 2038897"/>
              <a:gd name="connsiteY24-6370" fmla="*/ 1580715 h 2160513"/>
              <a:gd name="connsiteX25-6371" fmla="*/ 1344220 w 2038897"/>
              <a:gd name="connsiteY25-6372" fmla="*/ 1905742 h 2160513"/>
              <a:gd name="connsiteX0-6373" fmla="*/ 1575697 w 2026695"/>
              <a:gd name="connsiteY0-6374" fmla="*/ 2160513 h 2160513"/>
              <a:gd name="connsiteX1-6375" fmla="*/ 956854 w 2026695"/>
              <a:gd name="connsiteY1-6376" fmla="*/ 1258279 h 2160513"/>
              <a:gd name="connsiteX2-6377" fmla="*/ 863892 w 2026695"/>
              <a:gd name="connsiteY2-6378" fmla="*/ 1345253 h 2160513"/>
              <a:gd name="connsiteX3-6379" fmla="*/ 1026241 w 2026695"/>
              <a:gd name="connsiteY3-6380" fmla="*/ 1144473 h 2160513"/>
              <a:gd name="connsiteX4-6381" fmla="*/ 908876 w 2026695"/>
              <a:gd name="connsiteY4-6382" fmla="*/ 743032 h 2160513"/>
              <a:gd name="connsiteX5-6383" fmla="*/ 1054863 w 2026695"/>
              <a:gd name="connsiteY5-6384" fmla="*/ 807021 h 2160513"/>
              <a:gd name="connsiteX6-6385" fmla="*/ 766732 w 2026695"/>
              <a:gd name="connsiteY6-6386" fmla="*/ 928463 h 2160513"/>
              <a:gd name="connsiteX7-6387" fmla="*/ 228569 w 2026695"/>
              <a:gd name="connsiteY7-6388" fmla="*/ 1030857 h 2160513"/>
              <a:gd name="connsiteX8-6389" fmla="*/ 102364 w 2026695"/>
              <a:gd name="connsiteY8-6390" fmla="*/ 578421 h 2160513"/>
              <a:gd name="connsiteX9-6391" fmla="*/ 334972 w 2026695"/>
              <a:gd name="connsiteY9-6392" fmla="*/ 266829 h 2160513"/>
              <a:gd name="connsiteX10-6393" fmla="*/ 754827 w 2026695"/>
              <a:gd name="connsiteY10-6394" fmla="*/ 47401 h 2160513"/>
              <a:gd name="connsiteX11-6395" fmla="*/ 759590 w 2026695"/>
              <a:gd name="connsiteY11-6396" fmla="*/ 95027 h 2160513"/>
              <a:gd name="connsiteX12-6397" fmla="*/ 771497 w 2026695"/>
              <a:gd name="connsiteY12-6398" fmla="*/ 35497 h 2160513"/>
              <a:gd name="connsiteX13-6399" fmla="*/ 1341273 w 2026695"/>
              <a:gd name="connsiteY13-6400" fmla="*/ 79182 h 2160513"/>
              <a:gd name="connsiteX14-6401" fmla="*/ 1369190 w 2026695"/>
              <a:gd name="connsiteY14-6402" fmla="*/ 92646 h 2160513"/>
              <a:gd name="connsiteX15-6403" fmla="*/ 1772045 w 2026695"/>
              <a:gd name="connsiteY15-6404" fmla="*/ 359840 h 2160513"/>
              <a:gd name="connsiteX16-6405" fmla="*/ 1752572 w 2026695"/>
              <a:gd name="connsiteY16-6406" fmla="*/ 342677 h 2160513"/>
              <a:gd name="connsiteX17-6407" fmla="*/ 2013140 w 2026695"/>
              <a:gd name="connsiteY17-6408" fmla="*/ 736265 h 2160513"/>
              <a:gd name="connsiteX18-6409" fmla="*/ 2004983 w 2026695"/>
              <a:gd name="connsiteY18-6410" fmla="*/ 716533 h 2160513"/>
              <a:gd name="connsiteX19-6411" fmla="*/ 1826390 w 2026695"/>
              <a:gd name="connsiteY19-6412" fmla="*/ 1311846 h 2160513"/>
              <a:gd name="connsiteX20-6413" fmla="*/ 1862108 w 2026695"/>
              <a:gd name="connsiteY20-6414" fmla="*/ 1392808 h 2160513"/>
              <a:gd name="connsiteX21-6415" fmla="*/ 1889668 w 2026695"/>
              <a:gd name="connsiteY21-6416" fmla="*/ 1175665 h 2160513"/>
              <a:gd name="connsiteX22-6417" fmla="*/ 1912797 w 2026695"/>
              <a:gd name="connsiteY22-6418" fmla="*/ 1135089 h 2160513"/>
              <a:gd name="connsiteX23-6419" fmla="*/ 1775980 w 2026695"/>
              <a:gd name="connsiteY23-6420" fmla="*/ 1553577 h 2160513"/>
              <a:gd name="connsiteX24-6421" fmla="*/ 1235792 w 2026695"/>
              <a:gd name="connsiteY24-6422" fmla="*/ 1580715 h 2160513"/>
              <a:gd name="connsiteX25-6423" fmla="*/ 1344220 w 2026695"/>
              <a:gd name="connsiteY25-6424" fmla="*/ 1905742 h 2160513"/>
              <a:gd name="connsiteX0-6425" fmla="*/ 1575697 w 2036061"/>
              <a:gd name="connsiteY0-6426" fmla="*/ 2160513 h 2160513"/>
              <a:gd name="connsiteX1-6427" fmla="*/ 956854 w 2036061"/>
              <a:gd name="connsiteY1-6428" fmla="*/ 1258279 h 2160513"/>
              <a:gd name="connsiteX2-6429" fmla="*/ 863892 w 2036061"/>
              <a:gd name="connsiteY2-6430" fmla="*/ 1345253 h 2160513"/>
              <a:gd name="connsiteX3-6431" fmla="*/ 1026241 w 2036061"/>
              <a:gd name="connsiteY3-6432" fmla="*/ 1144473 h 2160513"/>
              <a:gd name="connsiteX4-6433" fmla="*/ 908876 w 2036061"/>
              <a:gd name="connsiteY4-6434" fmla="*/ 743032 h 2160513"/>
              <a:gd name="connsiteX5-6435" fmla="*/ 1054863 w 2036061"/>
              <a:gd name="connsiteY5-6436" fmla="*/ 807021 h 2160513"/>
              <a:gd name="connsiteX6-6437" fmla="*/ 766732 w 2036061"/>
              <a:gd name="connsiteY6-6438" fmla="*/ 928463 h 2160513"/>
              <a:gd name="connsiteX7-6439" fmla="*/ 228569 w 2036061"/>
              <a:gd name="connsiteY7-6440" fmla="*/ 1030857 h 2160513"/>
              <a:gd name="connsiteX8-6441" fmla="*/ 102364 w 2036061"/>
              <a:gd name="connsiteY8-6442" fmla="*/ 578421 h 2160513"/>
              <a:gd name="connsiteX9-6443" fmla="*/ 334972 w 2036061"/>
              <a:gd name="connsiteY9-6444" fmla="*/ 266829 h 2160513"/>
              <a:gd name="connsiteX10-6445" fmla="*/ 754827 w 2036061"/>
              <a:gd name="connsiteY10-6446" fmla="*/ 47401 h 2160513"/>
              <a:gd name="connsiteX11-6447" fmla="*/ 759590 w 2036061"/>
              <a:gd name="connsiteY11-6448" fmla="*/ 95027 h 2160513"/>
              <a:gd name="connsiteX12-6449" fmla="*/ 771497 w 2036061"/>
              <a:gd name="connsiteY12-6450" fmla="*/ 35497 h 2160513"/>
              <a:gd name="connsiteX13-6451" fmla="*/ 1341273 w 2036061"/>
              <a:gd name="connsiteY13-6452" fmla="*/ 79182 h 2160513"/>
              <a:gd name="connsiteX14-6453" fmla="*/ 1369190 w 2036061"/>
              <a:gd name="connsiteY14-6454" fmla="*/ 92646 h 2160513"/>
              <a:gd name="connsiteX15-6455" fmla="*/ 1772045 w 2036061"/>
              <a:gd name="connsiteY15-6456" fmla="*/ 359840 h 2160513"/>
              <a:gd name="connsiteX16-6457" fmla="*/ 1752572 w 2036061"/>
              <a:gd name="connsiteY16-6458" fmla="*/ 342677 h 2160513"/>
              <a:gd name="connsiteX17-6459" fmla="*/ 2013140 w 2036061"/>
              <a:gd name="connsiteY17-6460" fmla="*/ 736265 h 2160513"/>
              <a:gd name="connsiteX18-6461" fmla="*/ 2004983 w 2036061"/>
              <a:gd name="connsiteY18-6462" fmla="*/ 716533 h 2160513"/>
              <a:gd name="connsiteX19-6463" fmla="*/ 1826390 w 2036061"/>
              <a:gd name="connsiteY19-6464" fmla="*/ 1311846 h 2160513"/>
              <a:gd name="connsiteX20-6465" fmla="*/ 1862108 w 2036061"/>
              <a:gd name="connsiteY20-6466" fmla="*/ 1392808 h 2160513"/>
              <a:gd name="connsiteX21-6467" fmla="*/ 1889668 w 2036061"/>
              <a:gd name="connsiteY21-6468" fmla="*/ 1175665 h 2160513"/>
              <a:gd name="connsiteX22-6469" fmla="*/ 1912797 w 2036061"/>
              <a:gd name="connsiteY22-6470" fmla="*/ 1135089 h 2160513"/>
              <a:gd name="connsiteX23-6471" fmla="*/ 1775980 w 2036061"/>
              <a:gd name="connsiteY23-6472" fmla="*/ 1553577 h 2160513"/>
              <a:gd name="connsiteX24-6473" fmla="*/ 1235792 w 2036061"/>
              <a:gd name="connsiteY24-6474" fmla="*/ 1580715 h 2160513"/>
              <a:gd name="connsiteX25-6475" fmla="*/ 1344220 w 2036061"/>
              <a:gd name="connsiteY25-6476" fmla="*/ 1905742 h 2160513"/>
              <a:gd name="connsiteX0-6477" fmla="*/ 1575697 w 2026695"/>
              <a:gd name="connsiteY0-6478" fmla="*/ 2160513 h 2160513"/>
              <a:gd name="connsiteX1-6479" fmla="*/ 956854 w 2026695"/>
              <a:gd name="connsiteY1-6480" fmla="*/ 1258279 h 2160513"/>
              <a:gd name="connsiteX2-6481" fmla="*/ 863892 w 2026695"/>
              <a:gd name="connsiteY2-6482" fmla="*/ 1345253 h 2160513"/>
              <a:gd name="connsiteX3-6483" fmla="*/ 1026241 w 2026695"/>
              <a:gd name="connsiteY3-6484" fmla="*/ 1144473 h 2160513"/>
              <a:gd name="connsiteX4-6485" fmla="*/ 908876 w 2026695"/>
              <a:gd name="connsiteY4-6486" fmla="*/ 743032 h 2160513"/>
              <a:gd name="connsiteX5-6487" fmla="*/ 1054863 w 2026695"/>
              <a:gd name="connsiteY5-6488" fmla="*/ 807021 h 2160513"/>
              <a:gd name="connsiteX6-6489" fmla="*/ 766732 w 2026695"/>
              <a:gd name="connsiteY6-6490" fmla="*/ 928463 h 2160513"/>
              <a:gd name="connsiteX7-6491" fmla="*/ 228569 w 2026695"/>
              <a:gd name="connsiteY7-6492" fmla="*/ 1030857 h 2160513"/>
              <a:gd name="connsiteX8-6493" fmla="*/ 102364 w 2026695"/>
              <a:gd name="connsiteY8-6494" fmla="*/ 578421 h 2160513"/>
              <a:gd name="connsiteX9-6495" fmla="*/ 334972 w 2026695"/>
              <a:gd name="connsiteY9-6496" fmla="*/ 266829 h 2160513"/>
              <a:gd name="connsiteX10-6497" fmla="*/ 754827 w 2026695"/>
              <a:gd name="connsiteY10-6498" fmla="*/ 47401 h 2160513"/>
              <a:gd name="connsiteX11-6499" fmla="*/ 759590 w 2026695"/>
              <a:gd name="connsiteY11-6500" fmla="*/ 95027 h 2160513"/>
              <a:gd name="connsiteX12-6501" fmla="*/ 771497 w 2026695"/>
              <a:gd name="connsiteY12-6502" fmla="*/ 35497 h 2160513"/>
              <a:gd name="connsiteX13-6503" fmla="*/ 1341273 w 2026695"/>
              <a:gd name="connsiteY13-6504" fmla="*/ 79182 h 2160513"/>
              <a:gd name="connsiteX14-6505" fmla="*/ 1369190 w 2026695"/>
              <a:gd name="connsiteY14-6506" fmla="*/ 92646 h 2160513"/>
              <a:gd name="connsiteX15-6507" fmla="*/ 1772045 w 2026695"/>
              <a:gd name="connsiteY15-6508" fmla="*/ 359840 h 2160513"/>
              <a:gd name="connsiteX16-6509" fmla="*/ 1752572 w 2026695"/>
              <a:gd name="connsiteY16-6510" fmla="*/ 342677 h 2160513"/>
              <a:gd name="connsiteX17-6511" fmla="*/ 2013140 w 2026695"/>
              <a:gd name="connsiteY17-6512" fmla="*/ 736265 h 2160513"/>
              <a:gd name="connsiteX18-6513" fmla="*/ 2004983 w 2026695"/>
              <a:gd name="connsiteY18-6514" fmla="*/ 716533 h 2160513"/>
              <a:gd name="connsiteX19-6515" fmla="*/ 1826390 w 2026695"/>
              <a:gd name="connsiteY19-6516" fmla="*/ 1311846 h 2160513"/>
              <a:gd name="connsiteX20-6517" fmla="*/ 1862108 w 2026695"/>
              <a:gd name="connsiteY20-6518" fmla="*/ 1392808 h 2160513"/>
              <a:gd name="connsiteX21-6519" fmla="*/ 1889668 w 2026695"/>
              <a:gd name="connsiteY21-6520" fmla="*/ 1175665 h 2160513"/>
              <a:gd name="connsiteX22-6521" fmla="*/ 1912797 w 2026695"/>
              <a:gd name="connsiteY22-6522" fmla="*/ 1135089 h 2160513"/>
              <a:gd name="connsiteX23-6523" fmla="*/ 1775980 w 2026695"/>
              <a:gd name="connsiteY23-6524" fmla="*/ 1553577 h 2160513"/>
              <a:gd name="connsiteX24-6525" fmla="*/ 1235792 w 2026695"/>
              <a:gd name="connsiteY24-6526" fmla="*/ 1580715 h 2160513"/>
              <a:gd name="connsiteX25-6527" fmla="*/ 1344220 w 2026695"/>
              <a:gd name="connsiteY25-6528" fmla="*/ 1905742 h 2160513"/>
              <a:gd name="connsiteX0-6529" fmla="*/ 1575697 w 2026695"/>
              <a:gd name="connsiteY0-6530" fmla="*/ 2160513 h 2160513"/>
              <a:gd name="connsiteX1-6531" fmla="*/ 956854 w 2026695"/>
              <a:gd name="connsiteY1-6532" fmla="*/ 1258279 h 2160513"/>
              <a:gd name="connsiteX2-6533" fmla="*/ 863892 w 2026695"/>
              <a:gd name="connsiteY2-6534" fmla="*/ 1345253 h 2160513"/>
              <a:gd name="connsiteX3-6535" fmla="*/ 1026241 w 2026695"/>
              <a:gd name="connsiteY3-6536" fmla="*/ 1144473 h 2160513"/>
              <a:gd name="connsiteX4-6537" fmla="*/ 908876 w 2026695"/>
              <a:gd name="connsiteY4-6538" fmla="*/ 743032 h 2160513"/>
              <a:gd name="connsiteX5-6539" fmla="*/ 1054863 w 2026695"/>
              <a:gd name="connsiteY5-6540" fmla="*/ 807021 h 2160513"/>
              <a:gd name="connsiteX6-6541" fmla="*/ 766732 w 2026695"/>
              <a:gd name="connsiteY6-6542" fmla="*/ 928463 h 2160513"/>
              <a:gd name="connsiteX7-6543" fmla="*/ 228569 w 2026695"/>
              <a:gd name="connsiteY7-6544" fmla="*/ 1030857 h 2160513"/>
              <a:gd name="connsiteX8-6545" fmla="*/ 102364 w 2026695"/>
              <a:gd name="connsiteY8-6546" fmla="*/ 578421 h 2160513"/>
              <a:gd name="connsiteX9-6547" fmla="*/ 334972 w 2026695"/>
              <a:gd name="connsiteY9-6548" fmla="*/ 266829 h 2160513"/>
              <a:gd name="connsiteX10-6549" fmla="*/ 754827 w 2026695"/>
              <a:gd name="connsiteY10-6550" fmla="*/ 47401 h 2160513"/>
              <a:gd name="connsiteX11-6551" fmla="*/ 759590 w 2026695"/>
              <a:gd name="connsiteY11-6552" fmla="*/ 95027 h 2160513"/>
              <a:gd name="connsiteX12-6553" fmla="*/ 771497 w 2026695"/>
              <a:gd name="connsiteY12-6554" fmla="*/ 35497 h 2160513"/>
              <a:gd name="connsiteX13-6555" fmla="*/ 1341273 w 2026695"/>
              <a:gd name="connsiteY13-6556" fmla="*/ 79182 h 2160513"/>
              <a:gd name="connsiteX14-6557" fmla="*/ 1369190 w 2026695"/>
              <a:gd name="connsiteY14-6558" fmla="*/ 92646 h 2160513"/>
              <a:gd name="connsiteX15-6559" fmla="*/ 1772045 w 2026695"/>
              <a:gd name="connsiteY15-6560" fmla="*/ 359840 h 2160513"/>
              <a:gd name="connsiteX16-6561" fmla="*/ 1752572 w 2026695"/>
              <a:gd name="connsiteY16-6562" fmla="*/ 342677 h 2160513"/>
              <a:gd name="connsiteX17-6563" fmla="*/ 2013140 w 2026695"/>
              <a:gd name="connsiteY17-6564" fmla="*/ 736265 h 2160513"/>
              <a:gd name="connsiteX18-6565" fmla="*/ 2004983 w 2026695"/>
              <a:gd name="connsiteY18-6566" fmla="*/ 716533 h 2160513"/>
              <a:gd name="connsiteX19-6567" fmla="*/ 1826390 w 2026695"/>
              <a:gd name="connsiteY19-6568" fmla="*/ 1311846 h 2160513"/>
              <a:gd name="connsiteX20-6569" fmla="*/ 1862108 w 2026695"/>
              <a:gd name="connsiteY20-6570" fmla="*/ 1392808 h 2160513"/>
              <a:gd name="connsiteX21-6571" fmla="*/ 1889668 w 2026695"/>
              <a:gd name="connsiteY21-6572" fmla="*/ 1175665 h 2160513"/>
              <a:gd name="connsiteX22-6573" fmla="*/ 1912797 w 2026695"/>
              <a:gd name="connsiteY22-6574" fmla="*/ 1135089 h 2160513"/>
              <a:gd name="connsiteX23-6575" fmla="*/ 1775980 w 2026695"/>
              <a:gd name="connsiteY23-6576" fmla="*/ 1553577 h 2160513"/>
              <a:gd name="connsiteX24-6577" fmla="*/ 1235792 w 2026695"/>
              <a:gd name="connsiteY24-6578" fmla="*/ 1580715 h 2160513"/>
              <a:gd name="connsiteX25-6579" fmla="*/ 1344220 w 2026695"/>
              <a:gd name="connsiteY25-6580" fmla="*/ 1905742 h 2160513"/>
              <a:gd name="connsiteX0-6581" fmla="*/ 1575697 w 2060855"/>
              <a:gd name="connsiteY0-6582" fmla="*/ 2160513 h 2160513"/>
              <a:gd name="connsiteX1-6583" fmla="*/ 956854 w 2060855"/>
              <a:gd name="connsiteY1-6584" fmla="*/ 1258279 h 2160513"/>
              <a:gd name="connsiteX2-6585" fmla="*/ 863892 w 2060855"/>
              <a:gd name="connsiteY2-6586" fmla="*/ 1345253 h 2160513"/>
              <a:gd name="connsiteX3-6587" fmla="*/ 1026241 w 2060855"/>
              <a:gd name="connsiteY3-6588" fmla="*/ 1144473 h 2160513"/>
              <a:gd name="connsiteX4-6589" fmla="*/ 908876 w 2060855"/>
              <a:gd name="connsiteY4-6590" fmla="*/ 743032 h 2160513"/>
              <a:gd name="connsiteX5-6591" fmla="*/ 1054863 w 2060855"/>
              <a:gd name="connsiteY5-6592" fmla="*/ 807021 h 2160513"/>
              <a:gd name="connsiteX6-6593" fmla="*/ 766732 w 2060855"/>
              <a:gd name="connsiteY6-6594" fmla="*/ 928463 h 2160513"/>
              <a:gd name="connsiteX7-6595" fmla="*/ 228569 w 2060855"/>
              <a:gd name="connsiteY7-6596" fmla="*/ 1030857 h 2160513"/>
              <a:gd name="connsiteX8-6597" fmla="*/ 102364 w 2060855"/>
              <a:gd name="connsiteY8-6598" fmla="*/ 578421 h 2160513"/>
              <a:gd name="connsiteX9-6599" fmla="*/ 334972 w 2060855"/>
              <a:gd name="connsiteY9-6600" fmla="*/ 266829 h 2160513"/>
              <a:gd name="connsiteX10-6601" fmla="*/ 754827 w 2060855"/>
              <a:gd name="connsiteY10-6602" fmla="*/ 47401 h 2160513"/>
              <a:gd name="connsiteX11-6603" fmla="*/ 759590 w 2060855"/>
              <a:gd name="connsiteY11-6604" fmla="*/ 95027 h 2160513"/>
              <a:gd name="connsiteX12-6605" fmla="*/ 771497 w 2060855"/>
              <a:gd name="connsiteY12-6606" fmla="*/ 35497 h 2160513"/>
              <a:gd name="connsiteX13-6607" fmla="*/ 1341273 w 2060855"/>
              <a:gd name="connsiteY13-6608" fmla="*/ 79182 h 2160513"/>
              <a:gd name="connsiteX14-6609" fmla="*/ 1369190 w 2060855"/>
              <a:gd name="connsiteY14-6610" fmla="*/ 92646 h 2160513"/>
              <a:gd name="connsiteX15-6611" fmla="*/ 1772045 w 2060855"/>
              <a:gd name="connsiteY15-6612" fmla="*/ 359840 h 2160513"/>
              <a:gd name="connsiteX16-6613" fmla="*/ 1752572 w 2060855"/>
              <a:gd name="connsiteY16-6614" fmla="*/ 342677 h 2160513"/>
              <a:gd name="connsiteX17-6615" fmla="*/ 2013140 w 2060855"/>
              <a:gd name="connsiteY17-6616" fmla="*/ 736265 h 2160513"/>
              <a:gd name="connsiteX18-6617" fmla="*/ 2004983 w 2060855"/>
              <a:gd name="connsiteY18-6618" fmla="*/ 716533 h 2160513"/>
              <a:gd name="connsiteX19-6619" fmla="*/ 1826390 w 2060855"/>
              <a:gd name="connsiteY19-6620" fmla="*/ 1311846 h 2160513"/>
              <a:gd name="connsiteX20-6621" fmla="*/ 1862108 w 2060855"/>
              <a:gd name="connsiteY20-6622" fmla="*/ 1392808 h 2160513"/>
              <a:gd name="connsiteX21-6623" fmla="*/ 1889668 w 2060855"/>
              <a:gd name="connsiteY21-6624" fmla="*/ 1175665 h 2160513"/>
              <a:gd name="connsiteX22-6625" fmla="*/ 1912797 w 2060855"/>
              <a:gd name="connsiteY22-6626" fmla="*/ 1135089 h 2160513"/>
              <a:gd name="connsiteX23-6627" fmla="*/ 1775980 w 2060855"/>
              <a:gd name="connsiteY23-6628" fmla="*/ 1553577 h 2160513"/>
              <a:gd name="connsiteX24-6629" fmla="*/ 1235792 w 2060855"/>
              <a:gd name="connsiteY24-6630" fmla="*/ 1580715 h 2160513"/>
              <a:gd name="connsiteX25-6631" fmla="*/ 1344220 w 2060855"/>
              <a:gd name="connsiteY25-6632" fmla="*/ 1905742 h 2160513"/>
              <a:gd name="connsiteX0-6633" fmla="*/ 1575697 w 2100696"/>
              <a:gd name="connsiteY0-6634" fmla="*/ 2160513 h 2160513"/>
              <a:gd name="connsiteX1-6635" fmla="*/ 956854 w 2100696"/>
              <a:gd name="connsiteY1-6636" fmla="*/ 1258279 h 2160513"/>
              <a:gd name="connsiteX2-6637" fmla="*/ 863892 w 2100696"/>
              <a:gd name="connsiteY2-6638" fmla="*/ 1345253 h 2160513"/>
              <a:gd name="connsiteX3-6639" fmla="*/ 1026241 w 2100696"/>
              <a:gd name="connsiteY3-6640" fmla="*/ 1144473 h 2160513"/>
              <a:gd name="connsiteX4-6641" fmla="*/ 908876 w 2100696"/>
              <a:gd name="connsiteY4-6642" fmla="*/ 743032 h 2160513"/>
              <a:gd name="connsiteX5-6643" fmla="*/ 1054863 w 2100696"/>
              <a:gd name="connsiteY5-6644" fmla="*/ 807021 h 2160513"/>
              <a:gd name="connsiteX6-6645" fmla="*/ 766732 w 2100696"/>
              <a:gd name="connsiteY6-6646" fmla="*/ 928463 h 2160513"/>
              <a:gd name="connsiteX7-6647" fmla="*/ 228569 w 2100696"/>
              <a:gd name="connsiteY7-6648" fmla="*/ 1030857 h 2160513"/>
              <a:gd name="connsiteX8-6649" fmla="*/ 102364 w 2100696"/>
              <a:gd name="connsiteY8-6650" fmla="*/ 578421 h 2160513"/>
              <a:gd name="connsiteX9-6651" fmla="*/ 334972 w 2100696"/>
              <a:gd name="connsiteY9-6652" fmla="*/ 266829 h 2160513"/>
              <a:gd name="connsiteX10-6653" fmla="*/ 754827 w 2100696"/>
              <a:gd name="connsiteY10-6654" fmla="*/ 47401 h 2160513"/>
              <a:gd name="connsiteX11-6655" fmla="*/ 759590 w 2100696"/>
              <a:gd name="connsiteY11-6656" fmla="*/ 95027 h 2160513"/>
              <a:gd name="connsiteX12-6657" fmla="*/ 771497 w 2100696"/>
              <a:gd name="connsiteY12-6658" fmla="*/ 35497 h 2160513"/>
              <a:gd name="connsiteX13-6659" fmla="*/ 1341273 w 2100696"/>
              <a:gd name="connsiteY13-6660" fmla="*/ 79182 h 2160513"/>
              <a:gd name="connsiteX14-6661" fmla="*/ 1369190 w 2100696"/>
              <a:gd name="connsiteY14-6662" fmla="*/ 92646 h 2160513"/>
              <a:gd name="connsiteX15-6663" fmla="*/ 1772045 w 2100696"/>
              <a:gd name="connsiteY15-6664" fmla="*/ 359840 h 2160513"/>
              <a:gd name="connsiteX16-6665" fmla="*/ 1752572 w 2100696"/>
              <a:gd name="connsiteY16-6666" fmla="*/ 342677 h 2160513"/>
              <a:gd name="connsiteX17-6667" fmla="*/ 2013140 w 2100696"/>
              <a:gd name="connsiteY17-6668" fmla="*/ 736265 h 2160513"/>
              <a:gd name="connsiteX18-6669" fmla="*/ 2004983 w 2100696"/>
              <a:gd name="connsiteY18-6670" fmla="*/ 716533 h 2160513"/>
              <a:gd name="connsiteX19-6671" fmla="*/ 2095472 w 2100696"/>
              <a:gd name="connsiteY19-6672" fmla="*/ 1073721 h 2160513"/>
              <a:gd name="connsiteX20-6673" fmla="*/ 1826390 w 2100696"/>
              <a:gd name="connsiteY20-6674" fmla="*/ 1311846 h 2160513"/>
              <a:gd name="connsiteX21-6675" fmla="*/ 1862108 w 2100696"/>
              <a:gd name="connsiteY21-6676" fmla="*/ 1392808 h 2160513"/>
              <a:gd name="connsiteX22-6677" fmla="*/ 1889668 w 2100696"/>
              <a:gd name="connsiteY22-6678" fmla="*/ 1175665 h 2160513"/>
              <a:gd name="connsiteX23-6679" fmla="*/ 1912797 w 2100696"/>
              <a:gd name="connsiteY23-6680" fmla="*/ 1135089 h 2160513"/>
              <a:gd name="connsiteX24-6681" fmla="*/ 1775980 w 2100696"/>
              <a:gd name="connsiteY24-6682" fmla="*/ 1553577 h 2160513"/>
              <a:gd name="connsiteX25-6683" fmla="*/ 1235792 w 2100696"/>
              <a:gd name="connsiteY25-6684" fmla="*/ 1580715 h 2160513"/>
              <a:gd name="connsiteX26" fmla="*/ 1344220 w 2100696"/>
              <a:gd name="connsiteY26" fmla="*/ 1905742 h 2160513"/>
              <a:gd name="connsiteX0-6685" fmla="*/ 1575697 w 2100696"/>
              <a:gd name="connsiteY0-6686" fmla="*/ 2160513 h 2160513"/>
              <a:gd name="connsiteX1-6687" fmla="*/ 956854 w 2100696"/>
              <a:gd name="connsiteY1-6688" fmla="*/ 1258279 h 2160513"/>
              <a:gd name="connsiteX2-6689" fmla="*/ 863892 w 2100696"/>
              <a:gd name="connsiteY2-6690" fmla="*/ 1345253 h 2160513"/>
              <a:gd name="connsiteX3-6691" fmla="*/ 1026241 w 2100696"/>
              <a:gd name="connsiteY3-6692" fmla="*/ 1144473 h 2160513"/>
              <a:gd name="connsiteX4-6693" fmla="*/ 908876 w 2100696"/>
              <a:gd name="connsiteY4-6694" fmla="*/ 743032 h 2160513"/>
              <a:gd name="connsiteX5-6695" fmla="*/ 1054863 w 2100696"/>
              <a:gd name="connsiteY5-6696" fmla="*/ 807021 h 2160513"/>
              <a:gd name="connsiteX6-6697" fmla="*/ 766732 w 2100696"/>
              <a:gd name="connsiteY6-6698" fmla="*/ 928463 h 2160513"/>
              <a:gd name="connsiteX7-6699" fmla="*/ 228569 w 2100696"/>
              <a:gd name="connsiteY7-6700" fmla="*/ 1030857 h 2160513"/>
              <a:gd name="connsiteX8-6701" fmla="*/ 102364 w 2100696"/>
              <a:gd name="connsiteY8-6702" fmla="*/ 578421 h 2160513"/>
              <a:gd name="connsiteX9-6703" fmla="*/ 334972 w 2100696"/>
              <a:gd name="connsiteY9-6704" fmla="*/ 266829 h 2160513"/>
              <a:gd name="connsiteX10-6705" fmla="*/ 754827 w 2100696"/>
              <a:gd name="connsiteY10-6706" fmla="*/ 47401 h 2160513"/>
              <a:gd name="connsiteX11-6707" fmla="*/ 759590 w 2100696"/>
              <a:gd name="connsiteY11-6708" fmla="*/ 95027 h 2160513"/>
              <a:gd name="connsiteX12-6709" fmla="*/ 771497 w 2100696"/>
              <a:gd name="connsiteY12-6710" fmla="*/ 35497 h 2160513"/>
              <a:gd name="connsiteX13-6711" fmla="*/ 1341273 w 2100696"/>
              <a:gd name="connsiteY13-6712" fmla="*/ 79182 h 2160513"/>
              <a:gd name="connsiteX14-6713" fmla="*/ 1369190 w 2100696"/>
              <a:gd name="connsiteY14-6714" fmla="*/ 92646 h 2160513"/>
              <a:gd name="connsiteX15-6715" fmla="*/ 1772045 w 2100696"/>
              <a:gd name="connsiteY15-6716" fmla="*/ 359840 h 2160513"/>
              <a:gd name="connsiteX16-6717" fmla="*/ 1752572 w 2100696"/>
              <a:gd name="connsiteY16-6718" fmla="*/ 342677 h 2160513"/>
              <a:gd name="connsiteX17-6719" fmla="*/ 2013140 w 2100696"/>
              <a:gd name="connsiteY17-6720" fmla="*/ 736265 h 2160513"/>
              <a:gd name="connsiteX18-6721" fmla="*/ 2004983 w 2100696"/>
              <a:gd name="connsiteY18-6722" fmla="*/ 716533 h 2160513"/>
              <a:gd name="connsiteX19-6723" fmla="*/ 2095472 w 2100696"/>
              <a:gd name="connsiteY19-6724" fmla="*/ 1073721 h 2160513"/>
              <a:gd name="connsiteX20-6725" fmla="*/ 1826390 w 2100696"/>
              <a:gd name="connsiteY20-6726" fmla="*/ 1311846 h 2160513"/>
              <a:gd name="connsiteX21-6727" fmla="*/ 1862108 w 2100696"/>
              <a:gd name="connsiteY21-6728" fmla="*/ 1392808 h 2160513"/>
              <a:gd name="connsiteX22-6729" fmla="*/ 1889668 w 2100696"/>
              <a:gd name="connsiteY22-6730" fmla="*/ 1175665 h 2160513"/>
              <a:gd name="connsiteX23-6731" fmla="*/ 1912797 w 2100696"/>
              <a:gd name="connsiteY23-6732" fmla="*/ 1135089 h 2160513"/>
              <a:gd name="connsiteX24-6733" fmla="*/ 1775980 w 2100696"/>
              <a:gd name="connsiteY24-6734" fmla="*/ 1553577 h 2160513"/>
              <a:gd name="connsiteX25-6735" fmla="*/ 1235792 w 2100696"/>
              <a:gd name="connsiteY25-6736" fmla="*/ 1580715 h 2160513"/>
              <a:gd name="connsiteX26-6737" fmla="*/ 1344220 w 2100696"/>
              <a:gd name="connsiteY26-6738" fmla="*/ 1905742 h 2160513"/>
              <a:gd name="connsiteX0-6739" fmla="*/ 1575697 w 2107590"/>
              <a:gd name="connsiteY0-6740" fmla="*/ 2160513 h 2160513"/>
              <a:gd name="connsiteX1-6741" fmla="*/ 956854 w 2107590"/>
              <a:gd name="connsiteY1-6742" fmla="*/ 1258279 h 2160513"/>
              <a:gd name="connsiteX2-6743" fmla="*/ 863892 w 2107590"/>
              <a:gd name="connsiteY2-6744" fmla="*/ 1345253 h 2160513"/>
              <a:gd name="connsiteX3-6745" fmla="*/ 1026241 w 2107590"/>
              <a:gd name="connsiteY3-6746" fmla="*/ 1144473 h 2160513"/>
              <a:gd name="connsiteX4-6747" fmla="*/ 908876 w 2107590"/>
              <a:gd name="connsiteY4-6748" fmla="*/ 743032 h 2160513"/>
              <a:gd name="connsiteX5-6749" fmla="*/ 1054863 w 2107590"/>
              <a:gd name="connsiteY5-6750" fmla="*/ 807021 h 2160513"/>
              <a:gd name="connsiteX6-6751" fmla="*/ 766732 w 2107590"/>
              <a:gd name="connsiteY6-6752" fmla="*/ 928463 h 2160513"/>
              <a:gd name="connsiteX7-6753" fmla="*/ 228569 w 2107590"/>
              <a:gd name="connsiteY7-6754" fmla="*/ 1030857 h 2160513"/>
              <a:gd name="connsiteX8-6755" fmla="*/ 102364 w 2107590"/>
              <a:gd name="connsiteY8-6756" fmla="*/ 578421 h 2160513"/>
              <a:gd name="connsiteX9-6757" fmla="*/ 334972 w 2107590"/>
              <a:gd name="connsiteY9-6758" fmla="*/ 266829 h 2160513"/>
              <a:gd name="connsiteX10-6759" fmla="*/ 754827 w 2107590"/>
              <a:gd name="connsiteY10-6760" fmla="*/ 47401 h 2160513"/>
              <a:gd name="connsiteX11-6761" fmla="*/ 759590 w 2107590"/>
              <a:gd name="connsiteY11-6762" fmla="*/ 95027 h 2160513"/>
              <a:gd name="connsiteX12-6763" fmla="*/ 771497 w 2107590"/>
              <a:gd name="connsiteY12-6764" fmla="*/ 35497 h 2160513"/>
              <a:gd name="connsiteX13-6765" fmla="*/ 1341273 w 2107590"/>
              <a:gd name="connsiteY13-6766" fmla="*/ 79182 h 2160513"/>
              <a:gd name="connsiteX14-6767" fmla="*/ 1369190 w 2107590"/>
              <a:gd name="connsiteY14-6768" fmla="*/ 92646 h 2160513"/>
              <a:gd name="connsiteX15-6769" fmla="*/ 1772045 w 2107590"/>
              <a:gd name="connsiteY15-6770" fmla="*/ 359840 h 2160513"/>
              <a:gd name="connsiteX16-6771" fmla="*/ 1752572 w 2107590"/>
              <a:gd name="connsiteY16-6772" fmla="*/ 342677 h 2160513"/>
              <a:gd name="connsiteX17-6773" fmla="*/ 2013140 w 2107590"/>
              <a:gd name="connsiteY17-6774" fmla="*/ 736265 h 2160513"/>
              <a:gd name="connsiteX18-6775" fmla="*/ 2004983 w 2107590"/>
              <a:gd name="connsiteY18-6776" fmla="*/ 716533 h 2160513"/>
              <a:gd name="connsiteX19-6777" fmla="*/ 2095472 w 2107590"/>
              <a:gd name="connsiteY19-6778" fmla="*/ 1073721 h 2160513"/>
              <a:gd name="connsiteX20-6779" fmla="*/ 1826390 w 2107590"/>
              <a:gd name="connsiteY20-6780" fmla="*/ 1311846 h 2160513"/>
              <a:gd name="connsiteX21-6781" fmla="*/ 1862108 w 2107590"/>
              <a:gd name="connsiteY21-6782" fmla="*/ 1392808 h 2160513"/>
              <a:gd name="connsiteX22-6783" fmla="*/ 1889668 w 2107590"/>
              <a:gd name="connsiteY22-6784" fmla="*/ 1175665 h 2160513"/>
              <a:gd name="connsiteX23-6785" fmla="*/ 1912797 w 2107590"/>
              <a:gd name="connsiteY23-6786" fmla="*/ 1135089 h 2160513"/>
              <a:gd name="connsiteX24-6787" fmla="*/ 1775980 w 2107590"/>
              <a:gd name="connsiteY24-6788" fmla="*/ 1553577 h 2160513"/>
              <a:gd name="connsiteX25-6789" fmla="*/ 1235792 w 2107590"/>
              <a:gd name="connsiteY25-6790" fmla="*/ 1580715 h 2160513"/>
              <a:gd name="connsiteX26-6791" fmla="*/ 1344220 w 2107590"/>
              <a:gd name="connsiteY26-6792" fmla="*/ 1905742 h 2160513"/>
              <a:gd name="connsiteX0-6793" fmla="*/ 1575697 w 2107590"/>
              <a:gd name="connsiteY0-6794" fmla="*/ 2160513 h 2160513"/>
              <a:gd name="connsiteX1-6795" fmla="*/ 956854 w 2107590"/>
              <a:gd name="connsiteY1-6796" fmla="*/ 1258279 h 2160513"/>
              <a:gd name="connsiteX2-6797" fmla="*/ 863892 w 2107590"/>
              <a:gd name="connsiteY2-6798" fmla="*/ 1345253 h 2160513"/>
              <a:gd name="connsiteX3-6799" fmla="*/ 1026241 w 2107590"/>
              <a:gd name="connsiteY3-6800" fmla="*/ 1144473 h 2160513"/>
              <a:gd name="connsiteX4-6801" fmla="*/ 908876 w 2107590"/>
              <a:gd name="connsiteY4-6802" fmla="*/ 743032 h 2160513"/>
              <a:gd name="connsiteX5-6803" fmla="*/ 1054863 w 2107590"/>
              <a:gd name="connsiteY5-6804" fmla="*/ 807021 h 2160513"/>
              <a:gd name="connsiteX6-6805" fmla="*/ 766732 w 2107590"/>
              <a:gd name="connsiteY6-6806" fmla="*/ 928463 h 2160513"/>
              <a:gd name="connsiteX7-6807" fmla="*/ 228569 w 2107590"/>
              <a:gd name="connsiteY7-6808" fmla="*/ 1030857 h 2160513"/>
              <a:gd name="connsiteX8-6809" fmla="*/ 102364 w 2107590"/>
              <a:gd name="connsiteY8-6810" fmla="*/ 578421 h 2160513"/>
              <a:gd name="connsiteX9-6811" fmla="*/ 334972 w 2107590"/>
              <a:gd name="connsiteY9-6812" fmla="*/ 266829 h 2160513"/>
              <a:gd name="connsiteX10-6813" fmla="*/ 754827 w 2107590"/>
              <a:gd name="connsiteY10-6814" fmla="*/ 47401 h 2160513"/>
              <a:gd name="connsiteX11-6815" fmla="*/ 759590 w 2107590"/>
              <a:gd name="connsiteY11-6816" fmla="*/ 95027 h 2160513"/>
              <a:gd name="connsiteX12-6817" fmla="*/ 771497 w 2107590"/>
              <a:gd name="connsiteY12-6818" fmla="*/ 35497 h 2160513"/>
              <a:gd name="connsiteX13-6819" fmla="*/ 1341273 w 2107590"/>
              <a:gd name="connsiteY13-6820" fmla="*/ 79182 h 2160513"/>
              <a:gd name="connsiteX14-6821" fmla="*/ 1369190 w 2107590"/>
              <a:gd name="connsiteY14-6822" fmla="*/ 92646 h 2160513"/>
              <a:gd name="connsiteX15-6823" fmla="*/ 1772045 w 2107590"/>
              <a:gd name="connsiteY15-6824" fmla="*/ 359840 h 2160513"/>
              <a:gd name="connsiteX16-6825" fmla="*/ 1752572 w 2107590"/>
              <a:gd name="connsiteY16-6826" fmla="*/ 342677 h 2160513"/>
              <a:gd name="connsiteX17-6827" fmla="*/ 2013140 w 2107590"/>
              <a:gd name="connsiteY17-6828" fmla="*/ 736265 h 2160513"/>
              <a:gd name="connsiteX18-6829" fmla="*/ 2004983 w 2107590"/>
              <a:gd name="connsiteY18-6830" fmla="*/ 716533 h 2160513"/>
              <a:gd name="connsiteX19-6831" fmla="*/ 2095472 w 2107590"/>
              <a:gd name="connsiteY19-6832" fmla="*/ 1073721 h 2160513"/>
              <a:gd name="connsiteX20-6833" fmla="*/ 1826390 w 2107590"/>
              <a:gd name="connsiteY20-6834" fmla="*/ 1311846 h 2160513"/>
              <a:gd name="connsiteX21-6835" fmla="*/ 1862108 w 2107590"/>
              <a:gd name="connsiteY21-6836" fmla="*/ 1392808 h 2160513"/>
              <a:gd name="connsiteX22-6837" fmla="*/ 1889668 w 2107590"/>
              <a:gd name="connsiteY22-6838" fmla="*/ 1175665 h 2160513"/>
              <a:gd name="connsiteX23-6839" fmla="*/ 1912797 w 2107590"/>
              <a:gd name="connsiteY23-6840" fmla="*/ 1135089 h 2160513"/>
              <a:gd name="connsiteX24-6841" fmla="*/ 1775980 w 2107590"/>
              <a:gd name="connsiteY24-6842" fmla="*/ 1553577 h 2160513"/>
              <a:gd name="connsiteX25-6843" fmla="*/ 1235792 w 2107590"/>
              <a:gd name="connsiteY25-6844" fmla="*/ 1580715 h 2160513"/>
              <a:gd name="connsiteX26-6845" fmla="*/ 1344220 w 2107590"/>
              <a:gd name="connsiteY26-6846" fmla="*/ 1905742 h 2160513"/>
              <a:gd name="connsiteX0-6847" fmla="*/ 1575697 w 2107590"/>
              <a:gd name="connsiteY0-6848" fmla="*/ 2160513 h 2160513"/>
              <a:gd name="connsiteX1-6849" fmla="*/ 956854 w 2107590"/>
              <a:gd name="connsiteY1-6850" fmla="*/ 1258279 h 2160513"/>
              <a:gd name="connsiteX2-6851" fmla="*/ 863892 w 2107590"/>
              <a:gd name="connsiteY2-6852" fmla="*/ 1345253 h 2160513"/>
              <a:gd name="connsiteX3-6853" fmla="*/ 1026241 w 2107590"/>
              <a:gd name="connsiteY3-6854" fmla="*/ 1144473 h 2160513"/>
              <a:gd name="connsiteX4-6855" fmla="*/ 908876 w 2107590"/>
              <a:gd name="connsiteY4-6856" fmla="*/ 743032 h 2160513"/>
              <a:gd name="connsiteX5-6857" fmla="*/ 1054863 w 2107590"/>
              <a:gd name="connsiteY5-6858" fmla="*/ 807021 h 2160513"/>
              <a:gd name="connsiteX6-6859" fmla="*/ 766732 w 2107590"/>
              <a:gd name="connsiteY6-6860" fmla="*/ 928463 h 2160513"/>
              <a:gd name="connsiteX7-6861" fmla="*/ 228569 w 2107590"/>
              <a:gd name="connsiteY7-6862" fmla="*/ 1030857 h 2160513"/>
              <a:gd name="connsiteX8-6863" fmla="*/ 102364 w 2107590"/>
              <a:gd name="connsiteY8-6864" fmla="*/ 578421 h 2160513"/>
              <a:gd name="connsiteX9-6865" fmla="*/ 334972 w 2107590"/>
              <a:gd name="connsiteY9-6866" fmla="*/ 266829 h 2160513"/>
              <a:gd name="connsiteX10-6867" fmla="*/ 754827 w 2107590"/>
              <a:gd name="connsiteY10-6868" fmla="*/ 47401 h 2160513"/>
              <a:gd name="connsiteX11-6869" fmla="*/ 759590 w 2107590"/>
              <a:gd name="connsiteY11-6870" fmla="*/ 95027 h 2160513"/>
              <a:gd name="connsiteX12-6871" fmla="*/ 771497 w 2107590"/>
              <a:gd name="connsiteY12-6872" fmla="*/ 35497 h 2160513"/>
              <a:gd name="connsiteX13-6873" fmla="*/ 1341273 w 2107590"/>
              <a:gd name="connsiteY13-6874" fmla="*/ 79182 h 2160513"/>
              <a:gd name="connsiteX14-6875" fmla="*/ 1369190 w 2107590"/>
              <a:gd name="connsiteY14-6876" fmla="*/ 92646 h 2160513"/>
              <a:gd name="connsiteX15-6877" fmla="*/ 1772045 w 2107590"/>
              <a:gd name="connsiteY15-6878" fmla="*/ 359840 h 2160513"/>
              <a:gd name="connsiteX16-6879" fmla="*/ 1752572 w 2107590"/>
              <a:gd name="connsiteY16-6880" fmla="*/ 342677 h 2160513"/>
              <a:gd name="connsiteX17-6881" fmla="*/ 2013140 w 2107590"/>
              <a:gd name="connsiteY17-6882" fmla="*/ 736265 h 2160513"/>
              <a:gd name="connsiteX18-6883" fmla="*/ 2004983 w 2107590"/>
              <a:gd name="connsiteY18-6884" fmla="*/ 716533 h 2160513"/>
              <a:gd name="connsiteX19-6885" fmla="*/ 2095472 w 2107590"/>
              <a:gd name="connsiteY19-6886" fmla="*/ 1073721 h 2160513"/>
              <a:gd name="connsiteX20-6887" fmla="*/ 1826390 w 2107590"/>
              <a:gd name="connsiteY20-6888" fmla="*/ 1311846 h 2160513"/>
              <a:gd name="connsiteX21-6889" fmla="*/ 1862108 w 2107590"/>
              <a:gd name="connsiteY21-6890" fmla="*/ 1392808 h 2160513"/>
              <a:gd name="connsiteX22-6891" fmla="*/ 1889668 w 2107590"/>
              <a:gd name="connsiteY22-6892" fmla="*/ 1175665 h 2160513"/>
              <a:gd name="connsiteX23-6893" fmla="*/ 1912797 w 2107590"/>
              <a:gd name="connsiteY23-6894" fmla="*/ 1135089 h 2160513"/>
              <a:gd name="connsiteX24-6895" fmla="*/ 1775980 w 2107590"/>
              <a:gd name="connsiteY24-6896" fmla="*/ 1553577 h 2160513"/>
              <a:gd name="connsiteX25-6897" fmla="*/ 1235792 w 2107590"/>
              <a:gd name="connsiteY25-6898" fmla="*/ 1580715 h 2160513"/>
              <a:gd name="connsiteX26-6899" fmla="*/ 1344220 w 2107590"/>
              <a:gd name="connsiteY26-6900" fmla="*/ 1905742 h 2160513"/>
              <a:gd name="connsiteX0-6901" fmla="*/ 1575697 w 2107590"/>
              <a:gd name="connsiteY0-6902" fmla="*/ 2160513 h 2160513"/>
              <a:gd name="connsiteX1-6903" fmla="*/ 956854 w 2107590"/>
              <a:gd name="connsiteY1-6904" fmla="*/ 1258279 h 2160513"/>
              <a:gd name="connsiteX2-6905" fmla="*/ 863892 w 2107590"/>
              <a:gd name="connsiteY2-6906" fmla="*/ 1345253 h 2160513"/>
              <a:gd name="connsiteX3-6907" fmla="*/ 1026241 w 2107590"/>
              <a:gd name="connsiteY3-6908" fmla="*/ 1144473 h 2160513"/>
              <a:gd name="connsiteX4-6909" fmla="*/ 908876 w 2107590"/>
              <a:gd name="connsiteY4-6910" fmla="*/ 743032 h 2160513"/>
              <a:gd name="connsiteX5-6911" fmla="*/ 1054863 w 2107590"/>
              <a:gd name="connsiteY5-6912" fmla="*/ 807021 h 2160513"/>
              <a:gd name="connsiteX6-6913" fmla="*/ 766732 w 2107590"/>
              <a:gd name="connsiteY6-6914" fmla="*/ 928463 h 2160513"/>
              <a:gd name="connsiteX7-6915" fmla="*/ 228569 w 2107590"/>
              <a:gd name="connsiteY7-6916" fmla="*/ 1030857 h 2160513"/>
              <a:gd name="connsiteX8-6917" fmla="*/ 102364 w 2107590"/>
              <a:gd name="connsiteY8-6918" fmla="*/ 578421 h 2160513"/>
              <a:gd name="connsiteX9-6919" fmla="*/ 334972 w 2107590"/>
              <a:gd name="connsiteY9-6920" fmla="*/ 266829 h 2160513"/>
              <a:gd name="connsiteX10-6921" fmla="*/ 754827 w 2107590"/>
              <a:gd name="connsiteY10-6922" fmla="*/ 47401 h 2160513"/>
              <a:gd name="connsiteX11-6923" fmla="*/ 759590 w 2107590"/>
              <a:gd name="connsiteY11-6924" fmla="*/ 95027 h 2160513"/>
              <a:gd name="connsiteX12-6925" fmla="*/ 771497 w 2107590"/>
              <a:gd name="connsiteY12-6926" fmla="*/ 35497 h 2160513"/>
              <a:gd name="connsiteX13-6927" fmla="*/ 1341273 w 2107590"/>
              <a:gd name="connsiteY13-6928" fmla="*/ 79182 h 2160513"/>
              <a:gd name="connsiteX14-6929" fmla="*/ 1369190 w 2107590"/>
              <a:gd name="connsiteY14-6930" fmla="*/ 92646 h 2160513"/>
              <a:gd name="connsiteX15-6931" fmla="*/ 1772045 w 2107590"/>
              <a:gd name="connsiteY15-6932" fmla="*/ 359840 h 2160513"/>
              <a:gd name="connsiteX16-6933" fmla="*/ 1752572 w 2107590"/>
              <a:gd name="connsiteY16-6934" fmla="*/ 342677 h 2160513"/>
              <a:gd name="connsiteX17-6935" fmla="*/ 2013140 w 2107590"/>
              <a:gd name="connsiteY17-6936" fmla="*/ 736265 h 2160513"/>
              <a:gd name="connsiteX18-6937" fmla="*/ 2004983 w 2107590"/>
              <a:gd name="connsiteY18-6938" fmla="*/ 716533 h 2160513"/>
              <a:gd name="connsiteX19-6939" fmla="*/ 2095472 w 2107590"/>
              <a:gd name="connsiteY19-6940" fmla="*/ 1073721 h 2160513"/>
              <a:gd name="connsiteX20-6941" fmla="*/ 1826390 w 2107590"/>
              <a:gd name="connsiteY20-6942" fmla="*/ 1311846 h 2160513"/>
              <a:gd name="connsiteX21-6943" fmla="*/ 1819246 w 2107590"/>
              <a:gd name="connsiteY21-6944" fmla="*/ 1266602 h 2160513"/>
              <a:gd name="connsiteX22-6945" fmla="*/ 1889668 w 2107590"/>
              <a:gd name="connsiteY22-6946" fmla="*/ 1175665 h 2160513"/>
              <a:gd name="connsiteX23-6947" fmla="*/ 1912797 w 2107590"/>
              <a:gd name="connsiteY23-6948" fmla="*/ 1135089 h 2160513"/>
              <a:gd name="connsiteX24-6949" fmla="*/ 1775980 w 2107590"/>
              <a:gd name="connsiteY24-6950" fmla="*/ 1553577 h 2160513"/>
              <a:gd name="connsiteX25-6951" fmla="*/ 1235792 w 2107590"/>
              <a:gd name="connsiteY25-6952" fmla="*/ 1580715 h 2160513"/>
              <a:gd name="connsiteX26-6953" fmla="*/ 1344220 w 2107590"/>
              <a:gd name="connsiteY26-6954" fmla="*/ 1905742 h 2160513"/>
              <a:gd name="connsiteX0-6955" fmla="*/ 1575697 w 2107590"/>
              <a:gd name="connsiteY0-6956" fmla="*/ 2160513 h 2160513"/>
              <a:gd name="connsiteX1-6957" fmla="*/ 956854 w 2107590"/>
              <a:gd name="connsiteY1-6958" fmla="*/ 1258279 h 2160513"/>
              <a:gd name="connsiteX2-6959" fmla="*/ 863892 w 2107590"/>
              <a:gd name="connsiteY2-6960" fmla="*/ 1345253 h 2160513"/>
              <a:gd name="connsiteX3-6961" fmla="*/ 1026241 w 2107590"/>
              <a:gd name="connsiteY3-6962" fmla="*/ 1144473 h 2160513"/>
              <a:gd name="connsiteX4-6963" fmla="*/ 908876 w 2107590"/>
              <a:gd name="connsiteY4-6964" fmla="*/ 743032 h 2160513"/>
              <a:gd name="connsiteX5-6965" fmla="*/ 1054863 w 2107590"/>
              <a:gd name="connsiteY5-6966" fmla="*/ 807021 h 2160513"/>
              <a:gd name="connsiteX6-6967" fmla="*/ 766732 w 2107590"/>
              <a:gd name="connsiteY6-6968" fmla="*/ 928463 h 2160513"/>
              <a:gd name="connsiteX7-6969" fmla="*/ 228569 w 2107590"/>
              <a:gd name="connsiteY7-6970" fmla="*/ 1030857 h 2160513"/>
              <a:gd name="connsiteX8-6971" fmla="*/ 102364 w 2107590"/>
              <a:gd name="connsiteY8-6972" fmla="*/ 578421 h 2160513"/>
              <a:gd name="connsiteX9-6973" fmla="*/ 334972 w 2107590"/>
              <a:gd name="connsiteY9-6974" fmla="*/ 266829 h 2160513"/>
              <a:gd name="connsiteX10-6975" fmla="*/ 754827 w 2107590"/>
              <a:gd name="connsiteY10-6976" fmla="*/ 47401 h 2160513"/>
              <a:gd name="connsiteX11-6977" fmla="*/ 759590 w 2107590"/>
              <a:gd name="connsiteY11-6978" fmla="*/ 95027 h 2160513"/>
              <a:gd name="connsiteX12-6979" fmla="*/ 771497 w 2107590"/>
              <a:gd name="connsiteY12-6980" fmla="*/ 35497 h 2160513"/>
              <a:gd name="connsiteX13-6981" fmla="*/ 1341273 w 2107590"/>
              <a:gd name="connsiteY13-6982" fmla="*/ 79182 h 2160513"/>
              <a:gd name="connsiteX14-6983" fmla="*/ 1369190 w 2107590"/>
              <a:gd name="connsiteY14-6984" fmla="*/ 92646 h 2160513"/>
              <a:gd name="connsiteX15-6985" fmla="*/ 1772045 w 2107590"/>
              <a:gd name="connsiteY15-6986" fmla="*/ 359840 h 2160513"/>
              <a:gd name="connsiteX16-6987" fmla="*/ 1752572 w 2107590"/>
              <a:gd name="connsiteY16-6988" fmla="*/ 342677 h 2160513"/>
              <a:gd name="connsiteX17-6989" fmla="*/ 2013140 w 2107590"/>
              <a:gd name="connsiteY17-6990" fmla="*/ 736265 h 2160513"/>
              <a:gd name="connsiteX18-6991" fmla="*/ 2004983 w 2107590"/>
              <a:gd name="connsiteY18-6992" fmla="*/ 716533 h 2160513"/>
              <a:gd name="connsiteX19-6993" fmla="*/ 2095472 w 2107590"/>
              <a:gd name="connsiteY19-6994" fmla="*/ 1073721 h 2160513"/>
              <a:gd name="connsiteX20-6995" fmla="*/ 1826390 w 2107590"/>
              <a:gd name="connsiteY20-6996" fmla="*/ 1311846 h 2160513"/>
              <a:gd name="connsiteX21-6997" fmla="*/ 1819246 w 2107590"/>
              <a:gd name="connsiteY21-6998" fmla="*/ 1266602 h 2160513"/>
              <a:gd name="connsiteX22-6999" fmla="*/ 1889668 w 2107590"/>
              <a:gd name="connsiteY22-7000" fmla="*/ 1175665 h 2160513"/>
              <a:gd name="connsiteX23-7001" fmla="*/ 1912797 w 2107590"/>
              <a:gd name="connsiteY23-7002" fmla="*/ 1135089 h 2160513"/>
              <a:gd name="connsiteX24-7003" fmla="*/ 1775980 w 2107590"/>
              <a:gd name="connsiteY24-7004" fmla="*/ 1553577 h 2160513"/>
              <a:gd name="connsiteX25-7005" fmla="*/ 1235792 w 2107590"/>
              <a:gd name="connsiteY25-7006" fmla="*/ 1580715 h 2160513"/>
              <a:gd name="connsiteX26-7007" fmla="*/ 1344220 w 2107590"/>
              <a:gd name="connsiteY26-7008" fmla="*/ 1905742 h 2160513"/>
              <a:gd name="connsiteX0-7009" fmla="*/ 1575697 w 2107590"/>
              <a:gd name="connsiteY0-7010" fmla="*/ 2160513 h 2160513"/>
              <a:gd name="connsiteX1-7011" fmla="*/ 956854 w 2107590"/>
              <a:gd name="connsiteY1-7012" fmla="*/ 1258279 h 2160513"/>
              <a:gd name="connsiteX2-7013" fmla="*/ 863892 w 2107590"/>
              <a:gd name="connsiteY2-7014" fmla="*/ 1345253 h 2160513"/>
              <a:gd name="connsiteX3-7015" fmla="*/ 1026241 w 2107590"/>
              <a:gd name="connsiteY3-7016" fmla="*/ 1144473 h 2160513"/>
              <a:gd name="connsiteX4-7017" fmla="*/ 908876 w 2107590"/>
              <a:gd name="connsiteY4-7018" fmla="*/ 743032 h 2160513"/>
              <a:gd name="connsiteX5-7019" fmla="*/ 1054863 w 2107590"/>
              <a:gd name="connsiteY5-7020" fmla="*/ 807021 h 2160513"/>
              <a:gd name="connsiteX6-7021" fmla="*/ 766732 w 2107590"/>
              <a:gd name="connsiteY6-7022" fmla="*/ 928463 h 2160513"/>
              <a:gd name="connsiteX7-7023" fmla="*/ 228569 w 2107590"/>
              <a:gd name="connsiteY7-7024" fmla="*/ 1030857 h 2160513"/>
              <a:gd name="connsiteX8-7025" fmla="*/ 102364 w 2107590"/>
              <a:gd name="connsiteY8-7026" fmla="*/ 578421 h 2160513"/>
              <a:gd name="connsiteX9-7027" fmla="*/ 334972 w 2107590"/>
              <a:gd name="connsiteY9-7028" fmla="*/ 266829 h 2160513"/>
              <a:gd name="connsiteX10-7029" fmla="*/ 754827 w 2107590"/>
              <a:gd name="connsiteY10-7030" fmla="*/ 47401 h 2160513"/>
              <a:gd name="connsiteX11-7031" fmla="*/ 759590 w 2107590"/>
              <a:gd name="connsiteY11-7032" fmla="*/ 95027 h 2160513"/>
              <a:gd name="connsiteX12-7033" fmla="*/ 771497 w 2107590"/>
              <a:gd name="connsiteY12-7034" fmla="*/ 35497 h 2160513"/>
              <a:gd name="connsiteX13-7035" fmla="*/ 1341273 w 2107590"/>
              <a:gd name="connsiteY13-7036" fmla="*/ 79182 h 2160513"/>
              <a:gd name="connsiteX14-7037" fmla="*/ 1369190 w 2107590"/>
              <a:gd name="connsiteY14-7038" fmla="*/ 92646 h 2160513"/>
              <a:gd name="connsiteX15-7039" fmla="*/ 1772045 w 2107590"/>
              <a:gd name="connsiteY15-7040" fmla="*/ 359840 h 2160513"/>
              <a:gd name="connsiteX16-7041" fmla="*/ 1752572 w 2107590"/>
              <a:gd name="connsiteY16-7042" fmla="*/ 342677 h 2160513"/>
              <a:gd name="connsiteX17-7043" fmla="*/ 2013140 w 2107590"/>
              <a:gd name="connsiteY17-7044" fmla="*/ 736265 h 2160513"/>
              <a:gd name="connsiteX18-7045" fmla="*/ 2004983 w 2107590"/>
              <a:gd name="connsiteY18-7046" fmla="*/ 716533 h 2160513"/>
              <a:gd name="connsiteX19-7047" fmla="*/ 2095472 w 2107590"/>
              <a:gd name="connsiteY19-7048" fmla="*/ 1073721 h 2160513"/>
              <a:gd name="connsiteX20-7049" fmla="*/ 1826390 w 2107590"/>
              <a:gd name="connsiteY20-7050" fmla="*/ 1311846 h 2160513"/>
              <a:gd name="connsiteX21-7051" fmla="*/ 1819246 w 2107590"/>
              <a:gd name="connsiteY21-7052" fmla="*/ 1266602 h 2160513"/>
              <a:gd name="connsiteX22-7053" fmla="*/ 1889668 w 2107590"/>
              <a:gd name="connsiteY22-7054" fmla="*/ 1175665 h 2160513"/>
              <a:gd name="connsiteX23-7055" fmla="*/ 1912797 w 2107590"/>
              <a:gd name="connsiteY23-7056" fmla="*/ 1135089 h 2160513"/>
              <a:gd name="connsiteX24-7057" fmla="*/ 1775980 w 2107590"/>
              <a:gd name="connsiteY24-7058" fmla="*/ 1553577 h 2160513"/>
              <a:gd name="connsiteX25-7059" fmla="*/ 1235792 w 2107590"/>
              <a:gd name="connsiteY25-7060" fmla="*/ 1580715 h 2160513"/>
              <a:gd name="connsiteX26-7061" fmla="*/ 1344220 w 2107590"/>
              <a:gd name="connsiteY26-7062" fmla="*/ 1905742 h 2160513"/>
              <a:gd name="connsiteX0-7063" fmla="*/ 1575697 w 2107590"/>
              <a:gd name="connsiteY0-7064" fmla="*/ 2160513 h 2160513"/>
              <a:gd name="connsiteX1-7065" fmla="*/ 956854 w 2107590"/>
              <a:gd name="connsiteY1-7066" fmla="*/ 1258279 h 2160513"/>
              <a:gd name="connsiteX2-7067" fmla="*/ 863892 w 2107590"/>
              <a:gd name="connsiteY2-7068" fmla="*/ 1345253 h 2160513"/>
              <a:gd name="connsiteX3-7069" fmla="*/ 1026241 w 2107590"/>
              <a:gd name="connsiteY3-7070" fmla="*/ 1144473 h 2160513"/>
              <a:gd name="connsiteX4-7071" fmla="*/ 908876 w 2107590"/>
              <a:gd name="connsiteY4-7072" fmla="*/ 743032 h 2160513"/>
              <a:gd name="connsiteX5-7073" fmla="*/ 1054863 w 2107590"/>
              <a:gd name="connsiteY5-7074" fmla="*/ 807021 h 2160513"/>
              <a:gd name="connsiteX6-7075" fmla="*/ 766732 w 2107590"/>
              <a:gd name="connsiteY6-7076" fmla="*/ 928463 h 2160513"/>
              <a:gd name="connsiteX7-7077" fmla="*/ 228569 w 2107590"/>
              <a:gd name="connsiteY7-7078" fmla="*/ 1030857 h 2160513"/>
              <a:gd name="connsiteX8-7079" fmla="*/ 102364 w 2107590"/>
              <a:gd name="connsiteY8-7080" fmla="*/ 578421 h 2160513"/>
              <a:gd name="connsiteX9-7081" fmla="*/ 334972 w 2107590"/>
              <a:gd name="connsiteY9-7082" fmla="*/ 266829 h 2160513"/>
              <a:gd name="connsiteX10-7083" fmla="*/ 754827 w 2107590"/>
              <a:gd name="connsiteY10-7084" fmla="*/ 47401 h 2160513"/>
              <a:gd name="connsiteX11-7085" fmla="*/ 759590 w 2107590"/>
              <a:gd name="connsiteY11-7086" fmla="*/ 95027 h 2160513"/>
              <a:gd name="connsiteX12-7087" fmla="*/ 771497 w 2107590"/>
              <a:gd name="connsiteY12-7088" fmla="*/ 35497 h 2160513"/>
              <a:gd name="connsiteX13-7089" fmla="*/ 1341273 w 2107590"/>
              <a:gd name="connsiteY13-7090" fmla="*/ 79182 h 2160513"/>
              <a:gd name="connsiteX14-7091" fmla="*/ 1369190 w 2107590"/>
              <a:gd name="connsiteY14-7092" fmla="*/ 92646 h 2160513"/>
              <a:gd name="connsiteX15-7093" fmla="*/ 1772045 w 2107590"/>
              <a:gd name="connsiteY15-7094" fmla="*/ 359840 h 2160513"/>
              <a:gd name="connsiteX16-7095" fmla="*/ 1752572 w 2107590"/>
              <a:gd name="connsiteY16-7096" fmla="*/ 342677 h 2160513"/>
              <a:gd name="connsiteX17-7097" fmla="*/ 2013140 w 2107590"/>
              <a:gd name="connsiteY17-7098" fmla="*/ 736265 h 2160513"/>
              <a:gd name="connsiteX18-7099" fmla="*/ 2004983 w 2107590"/>
              <a:gd name="connsiteY18-7100" fmla="*/ 716533 h 2160513"/>
              <a:gd name="connsiteX19-7101" fmla="*/ 2095472 w 2107590"/>
              <a:gd name="connsiteY19-7102" fmla="*/ 1073721 h 2160513"/>
              <a:gd name="connsiteX20-7103" fmla="*/ 1826390 w 2107590"/>
              <a:gd name="connsiteY20-7104" fmla="*/ 1311846 h 2160513"/>
              <a:gd name="connsiteX21-7105" fmla="*/ 1819246 w 2107590"/>
              <a:gd name="connsiteY21-7106" fmla="*/ 1266602 h 2160513"/>
              <a:gd name="connsiteX22-7107" fmla="*/ 1889668 w 2107590"/>
              <a:gd name="connsiteY22-7108" fmla="*/ 1175665 h 2160513"/>
              <a:gd name="connsiteX23-7109" fmla="*/ 1912797 w 2107590"/>
              <a:gd name="connsiteY23-7110" fmla="*/ 1135089 h 2160513"/>
              <a:gd name="connsiteX24-7111" fmla="*/ 1775980 w 2107590"/>
              <a:gd name="connsiteY24-7112" fmla="*/ 1553577 h 2160513"/>
              <a:gd name="connsiteX25-7113" fmla="*/ 1235792 w 2107590"/>
              <a:gd name="connsiteY25-7114" fmla="*/ 1580715 h 2160513"/>
              <a:gd name="connsiteX26-7115" fmla="*/ 1344220 w 2107590"/>
              <a:gd name="connsiteY26-7116" fmla="*/ 1905742 h 2160513"/>
              <a:gd name="connsiteX0-7117" fmla="*/ 1575697 w 2107590"/>
              <a:gd name="connsiteY0-7118" fmla="*/ 2160513 h 2160513"/>
              <a:gd name="connsiteX1-7119" fmla="*/ 956854 w 2107590"/>
              <a:gd name="connsiteY1-7120" fmla="*/ 1258279 h 2160513"/>
              <a:gd name="connsiteX2-7121" fmla="*/ 863892 w 2107590"/>
              <a:gd name="connsiteY2-7122" fmla="*/ 1345253 h 2160513"/>
              <a:gd name="connsiteX3-7123" fmla="*/ 1026241 w 2107590"/>
              <a:gd name="connsiteY3-7124" fmla="*/ 1144473 h 2160513"/>
              <a:gd name="connsiteX4-7125" fmla="*/ 908876 w 2107590"/>
              <a:gd name="connsiteY4-7126" fmla="*/ 743032 h 2160513"/>
              <a:gd name="connsiteX5-7127" fmla="*/ 1054863 w 2107590"/>
              <a:gd name="connsiteY5-7128" fmla="*/ 807021 h 2160513"/>
              <a:gd name="connsiteX6-7129" fmla="*/ 766732 w 2107590"/>
              <a:gd name="connsiteY6-7130" fmla="*/ 928463 h 2160513"/>
              <a:gd name="connsiteX7-7131" fmla="*/ 228569 w 2107590"/>
              <a:gd name="connsiteY7-7132" fmla="*/ 1030857 h 2160513"/>
              <a:gd name="connsiteX8-7133" fmla="*/ 102364 w 2107590"/>
              <a:gd name="connsiteY8-7134" fmla="*/ 578421 h 2160513"/>
              <a:gd name="connsiteX9-7135" fmla="*/ 334972 w 2107590"/>
              <a:gd name="connsiteY9-7136" fmla="*/ 266829 h 2160513"/>
              <a:gd name="connsiteX10-7137" fmla="*/ 754827 w 2107590"/>
              <a:gd name="connsiteY10-7138" fmla="*/ 47401 h 2160513"/>
              <a:gd name="connsiteX11-7139" fmla="*/ 759590 w 2107590"/>
              <a:gd name="connsiteY11-7140" fmla="*/ 95027 h 2160513"/>
              <a:gd name="connsiteX12-7141" fmla="*/ 771497 w 2107590"/>
              <a:gd name="connsiteY12-7142" fmla="*/ 35497 h 2160513"/>
              <a:gd name="connsiteX13-7143" fmla="*/ 1341273 w 2107590"/>
              <a:gd name="connsiteY13-7144" fmla="*/ 79182 h 2160513"/>
              <a:gd name="connsiteX14-7145" fmla="*/ 1369190 w 2107590"/>
              <a:gd name="connsiteY14-7146" fmla="*/ 92646 h 2160513"/>
              <a:gd name="connsiteX15-7147" fmla="*/ 1772045 w 2107590"/>
              <a:gd name="connsiteY15-7148" fmla="*/ 359840 h 2160513"/>
              <a:gd name="connsiteX16-7149" fmla="*/ 1752572 w 2107590"/>
              <a:gd name="connsiteY16-7150" fmla="*/ 342677 h 2160513"/>
              <a:gd name="connsiteX17-7151" fmla="*/ 2013140 w 2107590"/>
              <a:gd name="connsiteY17-7152" fmla="*/ 736265 h 2160513"/>
              <a:gd name="connsiteX18-7153" fmla="*/ 2004983 w 2107590"/>
              <a:gd name="connsiteY18-7154" fmla="*/ 716533 h 2160513"/>
              <a:gd name="connsiteX19-7155" fmla="*/ 2095472 w 2107590"/>
              <a:gd name="connsiteY19-7156" fmla="*/ 1073721 h 2160513"/>
              <a:gd name="connsiteX20-7157" fmla="*/ 1826390 w 2107590"/>
              <a:gd name="connsiteY20-7158" fmla="*/ 1311846 h 2160513"/>
              <a:gd name="connsiteX21-7159" fmla="*/ 1819246 w 2107590"/>
              <a:gd name="connsiteY21-7160" fmla="*/ 1266602 h 2160513"/>
              <a:gd name="connsiteX22-7161" fmla="*/ 1889668 w 2107590"/>
              <a:gd name="connsiteY22-7162" fmla="*/ 1175665 h 2160513"/>
              <a:gd name="connsiteX23-7163" fmla="*/ 1912797 w 2107590"/>
              <a:gd name="connsiteY23-7164" fmla="*/ 1135089 h 2160513"/>
              <a:gd name="connsiteX24-7165" fmla="*/ 1775980 w 2107590"/>
              <a:gd name="connsiteY24-7166" fmla="*/ 1553577 h 2160513"/>
              <a:gd name="connsiteX25-7167" fmla="*/ 1235792 w 2107590"/>
              <a:gd name="connsiteY25-7168" fmla="*/ 1580715 h 2160513"/>
              <a:gd name="connsiteX26-7169" fmla="*/ 1344220 w 2107590"/>
              <a:gd name="connsiteY26-7170" fmla="*/ 1905742 h 2160513"/>
              <a:gd name="connsiteX0-7171" fmla="*/ 1575697 w 2107590"/>
              <a:gd name="connsiteY0-7172" fmla="*/ 2160513 h 2160513"/>
              <a:gd name="connsiteX1-7173" fmla="*/ 956854 w 2107590"/>
              <a:gd name="connsiteY1-7174" fmla="*/ 1258279 h 2160513"/>
              <a:gd name="connsiteX2-7175" fmla="*/ 863892 w 2107590"/>
              <a:gd name="connsiteY2-7176" fmla="*/ 1345253 h 2160513"/>
              <a:gd name="connsiteX3-7177" fmla="*/ 1026241 w 2107590"/>
              <a:gd name="connsiteY3-7178" fmla="*/ 1144473 h 2160513"/>
              <a:gd name="connsiteX4-7179" fmla="*/ 908876 w 2107590"/>
              <a:gd name="connsiteY4-7180" fmla="*/ 743032 h 2160513"/>
              <a:gd name="connsiteX5-7181" fmla="*/ 1054863 w 2107590"/>
              <a:gd name="connsiteY5-7182" fmla="*/ 807021 h 2160513"/>
              <a:gd name="connsiteX6-7183" fmla="*/ 766732 w 2107590"/>
              <a:gd name="connsiteY6-7184" fmla="*/ 928463 h 2160513"/>
              <a:gd name="connsiteX7-7185" fmla="*/ 228569 w 2107590"/>
              <a:gd name="connsiteY7-7186" fmla="*/ 1030857 h 2160513"/>
              <a:gd name="connsiteX8-7187" fmla="*/ 102364 w 2107590"/>
              <a:gd name="connsiteY8-7188" fmla="*/ 578421 h 2160513"/>
              <a:gd name="connsiteX9-7189" fmla="*/ 334972 w 2107590"/>
              <a:gd name="connsiteY9-7190" fmla="*/ 266829 h 2160513"/>
              <a:gd name="connsiteX10-7191" fmla="*/ 754827 w 2107590"/>
              <a:gd name="connsiteY10-7192" fmla="*/ 47401 h 2160513"/>
              <a:gd name="connsiteX11-7193" fmla="*/ 759590 w 2107590"/>
              <a:gd name="connsiteY11-7194" fmla="*/ 95027 h 2160513"/>
              <a:gd name="connsiteX12-7195" fmla="*/ 771497 w 2107590"/>
              <a:gd name="connsiteY12-7196" fmla="*/ 35497 h 2160513"/>
              <a:gd name="connsiteX13-7197" fmla="*/ 1341273 w 2107590"/>
              <a:gd name="connsiteY13-7198" fmla="*/ 79182 h 2160513"/>
              <a:gd name="connsiteX14-7199" fmla="*/ 1369190 w 2107590"/>
              <a:gd name="connsiteY14-7200" fmla="*/ 92646 h 2160513"/>
              <a:gd name="connsiteX15-7201" fmla="*/ 1772045 w 2107590"/>
              <a:gd name="connsiteY15-7202" fmla="*/ 359840 h 2160513"/>
              <a:gd name="connsiteX16-7203" fmla="*/ 1752572 w 2107590"/>
              <a:gd name="connsiteY16-7204" fmla="*/ 342677 h 2160513"/>
              <a:gd name="connsiteX17-7205" fmla="*/ 2013140 w 2107590"/>
              <a:gd name="connsiteY17-7206" fmla="*/ 736265 h 2160513"/>
              <a:gd name="connsiteX18-7207" fmla="*/ 2004983 w 2107590"/>
              <a:gd name="connsiteY18-7208" fmla="*/ 716533 h 2160513"/>
              <a:gd name="connsiteX19-7209" fmla="*/ 2095472 w 2107590"/>
              <a:gd name="connsiteY19-7210" fmla="*/ 1073721 h 2160513"/>
              <a:gd name="connsiteX20-7211" fmla="*/ 1826390 w 2107590"/>
              <a:gd name="connsiteY20-7212" fmla="*/ 1311846 h 2160513"/>
              <a:gd name="connsiteX21-7213" fmla="*/ 1819246 w 2107590"/>
              <a:gd name="connsiteY21-7214" fmla="*/ 1266602 h 2160513"/>
              <a:gd name="connsiteX22-7215" fmla="*/ 1889668 w 2107590"/>
              <a:gd name="connsiteY22-7216" fmla="*/ 1175665 h 2160513"/>
              <a:gd name="connsiteX23-7217" fmla="*/ 1912797 w 2107590"/>
              <a:gd name="connsiteY23-7218" fmla="*/ 1135089 h 2160513"/>
              <a:gd name="connsiteX24-7219" fmla="*/ 1775980 w 2107590"/>
              <a:gd name="connsiteY24-7220" fmla="*/ 1553577 h 2160513"/>
              <a:gd name="connsiteX25-7221" fmla="*/ 1235792 w 2107590"/>
              <a:gd name="connsiteY25-7222" fmla="*/ 1580715 h 2160513"/>
              <a:gd name="connsiteX26-7223" fmla="*/ 1344220 w 2107590"/>
              <a:gd name="connsiteY26-7224" fmla="*/ 1905742 h 2160513"/>
              <a:gd name="connsiteX0-7225" fmla="*/ 1575697 w 2107590"/>
              <a:gd name="connsiteY0-7226" fmla="*/ 2160513 h 2160513"/>
              <a:gd name="connsiteX1-7227" fmla="*/ 956854 w 2107590"/>
              <a:gd name="connsiteY1-7228" fmla="*/ 1258279 h 2160513"/>
              <a:gd name="connsiteX2-7229" fmla="*/ 863892 w 2107590"/>
              <a:gd name="connsiteY2-7230" fmla="*/ 1345253 h 2160513"/>
              <a:gd name="connsiteX3-7231" fmla="*/ 1026241 w 2107590"/>
              <a:gd name="connsiteY3-7232" fmla="*/ 1144473 h 2160513"/>
              <a:gd name="connsiteX4-7233" fmla="*/ 908876 w 2107590"/>
              <a:gd name="connsiteY4-7234" fmla="*/ 743032 h 2160513"/>
              <a:gd name="connsiteX5-7235" fmla="*/ 1054863 w 2107590"/>
              <a:gd name="connsiteY5-7236" fmla="*/ 807021 h 2160513"/>
              <a:gd name="connsiteX6-7237" fmla="*/ 766732 w 2107590"/>
              <a:gd name="connsiteY6-7238" fmla="*/ 928463 h 2160513"/>
              <a:gd name="connsiteX7-7239" fmla="*/ 228569 w 2107590"/>
              <a:gd name="connsiteY7-7240" fmla="*/ 1030857 h 2160513"/>
              <a:gd name="connsiteX8-7241" fmla="*/ 102364 w 2107590"/>
              <a:gd name="connsiteY8-7242" fmla="*/ 578421 h 2160513"/>
              <a:gd name="connsiteX9-7243" fmla="*/ 334972 w 2107590"/>
              <a:gd name="connsiteY9-7244" fmla="*/ 266829 h 2160513"/>
              <a:gd name="connsiteX10-7245" fmla="*/ 754827 w 2107590"/>
              <a:gd name="connsiteY10-7246" fmla="*/ 47401 h 2160513"/>
              <a:gd name="connsiteX11-7247" fmla="*/ 759590 w 2107590"/>
              <a:gd name="connsiteY11-7248" fmla="*/ 95027 h 2160513"/>
              <a:gd name="connsiteX12-7249" fmla="*/ 771497 w 2107590"/>
              <a:gd name="connsiteY12-7250" fmla="*/ 35497 h 2160513"/>
              <a:gd name="connsiteX13-7251" fmla="*/ 1341273 w 2107590"/>
              <a:gd name="connsiteY13-7252" fmla="*/ 79182 h 2160513"/>
              <a:gd name="connsiteX14-7253" fmla="*/ 1369190 w 2107590"/>
              <a:gd name="connsiteY14-7254" fmla="*/ 92646 h 2160513"/>
              <a:gd name="connsiteX15-7255" fmla="*/ 1772045 w 2107590"/>
              <a:gd name="connsiteY15-7256" fmla="*/ 359840 h 2160513"/>
              <a:gd name="connsiteX16-7257" fmla="*/ 1752572 w 2107590"/>
              <a:gd name="connsiteY16-7258" fmla="*/ 342677 h 2160513"/>
              <a:gd name="connsiteX17-7259" fmla="*/ 2013140 w 2107590"/>
              <a:gd name="connsiteY17-7260" fmla="*/ 736265 h 2160513"/>
              <a:gd name="connsiteX18-7261" fmla="*/ 2004983 w 2107590"/>
              <a:gd name="connsiteY18-7262" fmla="*/ 716533 h 2160513"/>
              <a:gd name="connsiteX19-7263" fmla="*/ 2095472 w 2107590"/>
              <a:gd name="connsiteY19-7264" fmla="*/ 1073721 h 2160513"/>
              <a:gd name="connsiteX20-7265" fmla="*/ 1826390 w 2107590"/>
              <a:gd name="connsiteY20-7266" fmla="*/ 1311846 h 2160513"/>
              <a:gd name="connsiteX21-7267" fmla="*/ 1819246 w 2107590"/>
              <a:gd name="connsiteY21-7268" fmla="*/ 1266602 h 2160513"/>
              <a:gd name="connsiteX22-7269" fmla="*/ 1889668 w 2107590"/>
              <a:gd name="connsiteY22-7270" fmla="*/ 1175665 h 2160513"/>
              <a:gd name="connsiteX23-7271" fmla="*/ 1912797 w 2107590"/>
              <a:gd name="connsiteY23-7272" fmla="*/ 1135089 h 2160513"/>
              <a:gd name="connsiteX24-7273" fmla="*/ 1775980 w 2107590"/>
              <a:gd name="connsiteY24-7274" fmla="*/ 1553577 h 2160513"/>
              <a:gd name="connsiteX25-7275" fmla="*/ 1235792 w 2107590"/>
              <a:gd name="connsiteY25-7276" fmla="*/ 1580715 h 2160513"/>
              <a:gd name="connsiteX26-7277" fmla="*/ 1344220 w 2107590"/>
              <a:gd name="connsiteY26-7278" fmla="*/ 1905742 h 2160513"/>
              <a:gd name="connsiteX0-7279" fmla="*/ 1575697 w 2107590"/>
              <a:gd name="connsiteY0-7280" fmla="*/ 2160513 h 2160513"/>
              <a:gd name="connsiteX1-7281" fmla="*/ 956854 w 2107590"/>
              <a:gd name="connsiteY1-7282" fmla="*/ 1258279 h 2160513"/>
              <a:gd name="connsiteX2-7283" fmla="*/ 863892 w 2107590"/>
              <a:gd name="connsiteY2-7284" fmla="*/ 1345253 h 2160513"/>
              <a:gd name="connsiteX3-7285" fmla="*/ 1026241 w 2107590"/>
              <a:gd name="connsiteY3-7286" fmla="*/ 1144473 h 2160513"/>
              <a:gd name="connsiteX4-7287" fmla="*/ 908876 w 2107590"/>
              <a:gd name="connsiteY4-7288" fmla="*/ 743032 h 2160513"/>
              <a:gd name="connsiteX5-7289" fmla="*/ 1054863 w 2107590"/>
              <a:gd name="connsiteY5-7290" fmla="*/ 807021 h 2160513"/>
              <a:gd name="connsiteX6-7291" fmla="*/ 766732 w 2107590"/>
              <a:gd name="connsiteY6-7292" fmla="*/ 928463 h 2160513"/>
              <a:gd name="connsiteX7-7293" fmla="*/ 228569 w 2107590"/>
              <a:gd name="connsiteY7-7294" fmla="*/ 1030857 h 2160513"/>
              <a:gd name="connsiteX8-7295" fmla="*/ 102364 w 2107590"/>
              <a:gd name="connsiteY8-7296" fmla="*/ 578421 h 2160513"/>
              <a:gd name="connsiteX9-7297" fmla="*/ 334972 w 2107590"/>
              <a:gd name="connsiteY9-7298" fmla="*/ 266829 h 2160513"/>
              <a:gd name="connsiteX10-7299" fmla="*/ 754827 w 2107590"/>
              <a:gd name="connsiteY10-7300" fmla="*/ 47401 h 2160513"/>
              <a:gd name="connsiteX11-7301" fmla="*/ 759590 w 2107590"/>
              <a:gd name="connsiteY11-7302" fmla="*/ 95027 h 2160513"/>
              <a:gd name="connsiteX12-7303" fmla="*/ 771497 w 2107590"/>
              <a:gd name="connsiteY12-7304" fmla="*/ 35497 h 2160513"/>
              <a:gd name="connsiteX13-7305" fmla="*/ 1341273 w 2107590"/>
              <a:gd name="connsiteY13-7306" fmla="*/ 79182 h 2160513"/>
              <a:gd name="connsiteX14-7307" fmla="*/ 1369190 w 2107590"/>
              <a:gd name="connsiteY14-7308" fmla="*/ 92646 h 2160513"/>
              <a:gd name="connsiteX15-7309" fmla="*/ 1772045 w 2107590"/>
              <a:gd name="connsiteY15-7310" fmla="*/ 359840 h 2160513"/>
              <a:gd name="connsiteX16-7311" fmla="*/ 1752572 w 2107590"/>
              <a:gd name="connsiteY16-7312" fmla="*/ 342677 h 2160513"/>
              <a:gd name="connsiteX17-7313" fmla="*/ 2013140 w 2107590"/>
              <a:gd name="connsiteY17-7314" fmla="*/ 736265 h 2160513"/>
              <a:gd name="connsiteX18-7315" fmla="*/ 2004983 w 2107590"/>
              <a:gd name="connsiteY18-7316" fmla="*/ 716533 h 2160513"/>
              <a:gd name="connsiteX19-7317" fmla="*/ 2095472 w 2107590"/>
              <a:gd name="connsiteY19-7318" fmla="*/ 1073721 h 2160513"/>
              <a:gd name="connsiteX20-7319" fmla="*/ 1826390 w 2107590"/>
              <a:gd name="connsiteY20-7320" fmla="*/ 1311846 h 2160513"/>
              <a:gd name="connsiteX21-7321" fmla="*/ 1819246 w 2107590"/>
              <a:gd name="connsiteY21-7322" fmla="*/ 1266602 h 2160513"/>
              <a:gd name="connsiteX22-7323" fmla="*/ 1426339 w 2107590"/>
              <a:gd name="connsiteY22-7324" fmla="*/ 1583308 h 2160513"/>
              <a:gd name="connsiteX23-7325" fmla="*/ 1889668 w 2107590"/>
              <a:gd name="connsiteY23-7326" fmla="*/ 1175665 h 2160513"/>
              <a:gd name="connsiteX24-7327" fmla="*/ 1912797 w 2107590"/>
              <a:gd name="connsiteY24-7328" fmla="*/ 1135089 h 2160513"/>
              <a:gd name="connsiteX25-7329" fmla="*/ 1775980 w 2107590"/>
              <a:gd name="connsiteY25-7330" fmla="*/ 1553577 h 2160513"/>
              <a:gd name="connsiteX26-7331" fmla="*/ 1235792 w 2107590"/>
              <a:gd name="connsiteY26-7332" fmla="*/ 1580715 h 2160513"/>
              <a:gd name="connsiteX27" fmla="*/ 1344220 w 2107590"/>
              <a:gd name="connsiteY27" fmla="*/ 1905742 h 2160513"/>
              <a:gd name="connsiteX0-7333" fmla="*/ 1575697 w 2107590"/>
              <a:gd name="connsiteY0-7334" fmla="*/ 2160513 h 2160513"/>
              <a:gd name="connsiteX1-7335" fmla="*/ 956854 w 2107590"/>
              <a:gd name="connsiteY1-7336" fmla="*/ 1258279 h 2160513"/>
              <a:gd name="connsiteX2-7337" fmla="*/ 863892 w 2107590"/>
              <a:gd name="connsiteY2-7338" fmla="*/ 1345253 h 2160513"/>
              <a:gd name="connsiteX3-7339" fmla="*/ 1026241 w 2107590"/>
              <a:gd name="connsiteY3-7340" fmla="*/ 1144473 h 2160513"/>
              <a:gd name="connsiteX4-7341" fmla="*/ 908876 w 2107590"/>
              <a:gd name="connsiteY4-7342" fmla="*/ 743032 h 2160513"/>
              <a:gd name="connsiteX5-7343" fmla="*/ 1054863 w 2107590"/>
              <a:gd name="connsiteY5-7344" fmla="*/ 807021 h 2160513"/>
              <a:gd name="connsiteX6-7345" fmla="*/ 766732 w 2107590"/>
              <a:gd name="connsiteY6-7346" fmla="*/ 928463 h 2160513"/>
              <a:gd name="connsiteX7-7347" fmla="*/ 228569 w 2107590"/>
              <a:gd name="connsiteY7-7348" fmla="*/ 1030857 h 2160513"/>
              <a:gd name="connsiteX8-7349" fmla="*/ 102364 w 2107590"/>
              <a:gd name="connsiteY8-7350" fmla="*/ 578421 h 2160513"/>
              <a:gd name="connsiteX9-7351" fmla="*/ 334972 w 2107590"/>
              <a:gd name="connsiteY9-7352" fmla="*/ 266829 h 2160513"/>
              <a:gd name="connsiteX10-7353" fmla="*/ 754827 w 2107590"/>
              <a:gd name="connsiteY10-7354" fmla="*/ 47401 h 2160513"/>
              <a:gd name="connsiteX11-7355" fmla="*/ 759590 w 2107590"/>
              <a:gd name="connsiteY11-7356" fmla="*/ 95027 h 2160513"/>
              <a:gd name="connsiteX12-7357" fmla="*/ 771497 w 2107590"/>
              <a:gd name="connsiteY12-7358" fmla="*/ 35497 h 2160513"/>
              <a:gd name="connsiteX13-7359" fmla="*/ 1341273 w 2107590"/>
              <a:gd name="connsiteY13-7360" fmla="*/ 79182 h 2160513"/>
              <a:gd name="connsiteX14-7361" fmla="*/ 1369190 w 2107590"/>
              <a:gd name="connsiteY14-7362" fmla="*/ 92646 h 2160513"/>
              <a:gd name="connsiteX15-7363" fmla="*/ 1772045 w 2107590"/>
              <a:gd name="connsiteY15-7364" fmla="*/ 359840 h 2160513"/>
              <a:gd name="connsiteX16-7365" fmla="*/ 1752572 w 2107590"/>
              <a:gd name="connsiteY16-7366" fmla="*/ 342677 h 2160513"/>
              <a:gd name="connsiteX17-7367" fmla="*/ 2013140 w 2107590"/>
              <a:gd name="connsiteY17-7368" fmla="*/ 736265 h 2160513"/>
              <a:gd name="connsiteX18-7369" fmla="*/ 2004983 w 2107590"/>
              <a:gd name="connsiteY18-7370" fmla="*/ 716533 h 2160513"/>
              <a:gd name="connsiteX19-7371" fmla="*/ 2095472 w 2107590"/>
              <a:gd name="connsiteY19-7372" fmla="*/ 1073721 h 2160513"/>
              <a:gd name="connsiteX20-7373" fmla="*/ 1826390 w 2107590"/>
              <a:gd name="connsiteY20-7374" fmla="*/ 1311846 h 2160513"/>
              <a:gd name="connsiteX21-7375" fmla="*/ 1819246 w 2107590"/>
              <a:gd name="connsiteY21-7376" fmla="*/ 1266602 h 2160513"/>
              <a:gd name="connsiteX22-7377" fmla="*/ 1426339 w 2107590"/>
              <a:gd name="connsiteY22-7378" fmla="*/ 1583308 h 2160513"/>
              <a:gd name="connsiteX23-7379" fmla="*/ 1889668 w 2107590"/>
              <a:gd name="connsiteY23-7380" fmla="*/ 1175665 h 2160513"/>
              <a:gd name="connsiteX24-7381" fmla="*/ 1912797 w 2107590"/>
              <a:gd name="connsiteY24-7382" fmla="*/ 1135089 h 2160513"/>
              <a:gd name="connsiteX25-7383" fmla="*/ 1775980 w 2107590"/>
              <a:gd name="connsiteY25-7384" fmla="*/ 1553577 h 2160513"/>
              <a:gd name="connsiteX26-7385" fmla="*/ 1235792 w 2107590"/>
              <a:gd name="connsiteY26-7386" fmla="*/ 1580715 h 2160513"/>
              <a:gd name="connsiteX27-7387" fmla="*/ 1344220 w 2107590"/>
              <a:gd name="connsiteY27-7388" fmla="*/ 1905742 h 2160513"/>
              <a:gd name="connsiteX0-7389" fmla="*/ 1575697 w 2107590"/>
              <a:gd name="connsiteY0-7390" fmla="*/ 2160513 h 2160513"/>
              <a:gd name="connsiteX1-7391" fmla="*/ 956854 w 2107590"/>
              <a:gd name="connsiteY1-7392" fmla="*/ 1258279 h 2160513"/>
              <a:gd name="connsiteX2-7393" fmla="*/ 863892 w 2107590"/>
              <a:gd name="connsiteY2-7394" fmla="*/ 1345253 h 2160513"/>
              <a:gd name="connsiteX3-7395" fmla="*/ 1026241 w 2107590"/>
              <a:gd name="connsiteY3-7396" fmla="*/ 1144473 h 2160513"/>
              <a:gd name="connsiteX4-7397" fmla="*/ 908876 w 2107590"/>
              <a:gd name="connsiteY4-7398" fmla="*/ 743032 h 2160513"/>
              <a:gd name="connsiteX5-7399" fmla="*/ 1054863 w 2107590"/>
              <a:gd name="connsiteY5-7400" fmla="*/ 807021 h 2160513"/>
              <a:gd name="connsiteX6-7401" fmla="*/ 766732 w 2107590"/>
              <a:gd name="connsiteY6-7402" fmla="*/ 928463 h 2160513"/>
              <a:gd name="connsiteX7-7403" fmla="*/ 228569 w 2107590"/>
              <a:gd name="connsiteY7-7404" fmla="*/ 1030857 h 2160513"/>
              <a:gd name="connsiteX8-7405" fmla="*/ 102364 w 2107590"/>
              <a:gd name="connsiteY8-7406" fmla="*/ 578421 h 2160513"/>
              <a:gd name="connsiteX9-7407" fmla="*/ 334972 w 2107590"/>
              <a:gd name="connsiteY9-7408" fmla="*/ 266829 h 2160513"/>
              <a:gd name="connsiteX10-7409" fmla="*/ 754827 w 2107590"/>
              <a:gd name="connsiteY10-7410" fmla="*/ 47401 h 2160513"/>
              <a:gd name="connsiteX11-7411" fmla="*/ 759590 w 2107590"/>
              <a:gd name="connsiteY11-7412" fmla="*/ 95027 h 2160513"/>
              <a:gd name="connsiteX12-7413" fmla="*/ 771497 w 2107590"/>
              <a:gd name="connsiteY12-7414" fmla="*/ 35497 h 2160513"/>
              <a:gd name="connsiteX13-7415" fmla="*/ 1341273 w 2107590"/>
              <a:gd name="connsiteY13-7416" fmla="*/ 79182 h 2160513"/>
              <a:gd name="connsiteX14-7417" fmla="*/ 1369190 w 2107590"/>
              <a:gd name="connsiteY14-7418" fmla="*/ 92646 h 2160513"/>
              <a:gd name="connsiteX15-7419" fmla="*/ 1772045 w 2107590"/>
              <a:gd name="connsiteY15-7420" fmla="*/ 359840 h 2160513"/>
              <a:gd name="connsiteX16-7421" fmla="*/ 1752572 w 2107590"/>
              <a:gd name="connsiteY16-7422" fmla="*/ 342677 h 2160513"/>
              <a:gd name="connsiteX17-7423" fmla="*/ 2013140 w 2107590"/>
              <a:gd name="connsiteY17-7424" fmla="*/ 736265 h 2160513"/>
              <a:gd name="connsiteX18-7425" fmla="*/ 2004983 w 2107590"/>
              <a:gd name="connsiteY18-7426" fmla="*/ 716533 h 2160513"/>
              <a:gd name="connsiteX19-7427" fmla="*/ 2095472 w 2107590"/>
              <a:gd name="connsiteY19-7428" fmla="*/ 1073721 h 2160513"/>
              <a:gd name="connsiteX20-7429" fmla="*/ 1826390 w 2107590"/>
              <a:gd name="connsiteY20-7430" fmla="*/ 1311846 h 2160513"/>
              <a:gd name="connsiteX21-7431" fmla="*/ 1819246 w 2107590"/>
              <a:gd name="connsiteY21-7432" fmla="*/ 1266602 h 2160513"/>
              <a:gd name="connsiteX22-7433" fmla="*/ 1426339 w 2107590"/>
              <a:gd name="connsiteY22-7434" fmla="*/ 1583308 h 2160513"/>
              <a:gd name="connsiteX23-7435" fmla="*/ 1889668 w 2107590"/>
              <a:gd name="connsiteY23-7436" fmla="*/ 1175665 h 2160513"/>
              <a:gd name="connsiteX24-7437" fmla="*/ 1912797 w 2107590"/>
              <a:gd name="connsiteY24-7438" fmla="*/ 1135089 h 2160513"/>
              <a:gd name="connsiteX25-7439" fmla="*/ 1775980 w 2107590"/>
              <a:gd name="connsiteY25-7440" fmla="*/ 1553577 h 2160513"/>
              <a:gd name="connsiteX26-7441" fmla="*/ 1235792 w 2107590"/>
              <a:gd name="connsiteY26-7442" fmla="*/ 1580715 h 2160513"/>
              <a:gd name="connsiteX27-7443" fmla="*/ 1344220 w 2107590"/>
              <a:gd name="connsiteY27-7444" fmla="*/ 1905742 h 2160513"/>
              <a:gd name="connsiteX0-7445" fmla="*/ 1575697 w 2107590"/>
              <a:gd name="connsiteY0-7446" fmla="*/ 2160513 h 2160513"/>
              <a:gd name="connsiteX1-7447" fmla="*/ 956854 w 2107590"/>
              <a:gd name="connsiteY1-7448" fmla="*/ 1258279 h 2160513"/>
              <a:gd name="connsiteX2-7449" fmla="*/ 863892 w 2107590"/>
              <a:gd name="connsiteY2-7450" fmla="*/ 1345253 h 2160513"/>
              <a:gd name="connsiteX3-7451" fmla="*/ 1026241 w 2107590"/>
              <a:gd name="connsiteY3-7452" fmla="*/ 1144473 h 2160513"/>
              <a:gd name="connsiteX4-7453" fmla="*/ 908876 w 2107590"/>
              <a:gd name="connsiteY4-7454" fmla="*/ 743032 h 2160513"/>
              <a:gd name="connsiteX5-7455" fmla="*/ 1054863 w 2107590"/>
              <a:gd name="connsiteY5-7456" fmla="*/ 807021 h 2160513"/>
              <a:gd name="connsiteX6-7457" fmla="*/ 766732 w 2107590"/>
              <a:gd name="connsiteY6-7458" fmla="*/ 928463 h 2160513"/>
              <a:gd name="connsiteX7-7459" fmla="*/ 228569 w 2107590"/>
              <a:gd name="connsiteY7-7460" fmla="*/ 1030857 h 2160513"/>
              <a:gd name="connsiteX8-7461" fmla="*/ 102364 w 2107590"/>
              <a:gd name="connsiteY8-7462" fmla="*/ 578421 h 2160513"/>
              <a:gd name="connsiteX9-7463" fmla="*/ 334972 w 2107590"/>
              <a:gd name="connsiteY9-7464" fmla="*/ 266829 h 2160513"/>
              <a:gd name="connsiteX10-7465" fmla="*/ 754827 w 2107590"/>
              <a:gd name="connsiteY10-7466" fmla="*/ 47401 h 2160513"/>
              <a:gd name="connsiteX11-7467" fmla="*/ 759590 w 2107590"/>
              <a:gd name="connsiteY11-7468" fmla="*/ 95027 h 2160513"/>
              <a:gd name="connsiteX12-7469" fmla="*/ 771497 w 2107590"/>
              <a:gd name="connsiteY12-7470" fmla="*/ 35497 h 2160513"/>
              <a:gd name="connsiteX13-7471" fmla="*/ 1341273 w 2107590"/>
              <a:gd name="connsiteY13-7472" fmla="*/ 79182 h 2160513"/>
              <a:gd name="connsiteX14-7473" fmla="*/ 1369190 w 2107590"/>
              <a:gd name="connsiteY14-7474" fmla="*/ 92646 h 2160513"/>
              <a:gd name="connsiteX15-7475" fmla="*/ 1772045 w 2107590"/>
              <a:gd name="connsiteY15-7476" fmla="*/ 359840 h 2160513"/>
              <a:gd name="connsiteX16-7477" fmla="*/ 1752572 w 2107590"/>
              <a:gd name="connsiteY16-7478" fmla="*/ 342677 h 2160513"/>
              <a:gd name="connsiteX17-7479" fmla="*/ 2013140 w 2107590"/>
              <a:gd name="connsiteY17-7480" fmla="*/ 736265 h 2160513"/>
              <a:gd name="connsiteX18-7481" fmla="*/ 2004983 w 2107590"/>
              <a:gd name="connsiteY18-7482" fmla="*/ 716533 h 2160513"/>
              <a:gd name="connsiteX19-7483" fmla="*/ 2095472 w 2107590"/>
              <a:gd name="connsiteY19-7484" fmla="*/ 1073721 h 2160513"/>
              <a:gd name="connsiteX20-7485" fmla="*/ 1826390 w 2107590"/>
              <a:gd name="connsiteY20-7486" fmla="*/ 1311846 h 2160513"/>
              <a:gd name="connsiteX21-7487" fmla="*/ 1819246 w 2107590"/>
              <a:gd name="connsiteY21-7488" fmla="*/ 1266602 h 2160513"/>
              <a:gd name="connsiteX22-7489" fmla="*/ 1426339 w 2107590"/>
              <a:gd name="connsiteY22-7490" fmla="*/ 1583308 h 2160513"/>
              <a:gd name="connsiteX23-7491" fmla="*/ 1889668 w 2107590"/>
              <a:gd name="connsiteY23-7492" fmla="*/ 1175665 h 2160513"/>
              <a:gd name="connsiteX24-7493" fmla="*/ 1912797 w 2107590"/>
              <a:gd name="connsiteY24-7494" fmla="*/ 1135089 h 2160513"/>
              <a:gd name="connsiteX25-7495" fmla="*/ 1775980 w 2107590"/>
              <a:gd name="connsiteY25-7496" fmla="*/ 1553577 h 2160513"/>
              <a:gd name="connsiteX26-7497" fmla="*/ 1235792 w 2107590"/>
              <a:gd name="connsiteY26-7498" fmla="*/ 1580715 h 2160513"/>
              <a:gd name="connsiteX27-7499" fmla="*/ 1344220 w 2107590"/>
              <a:gd name="connsiteY27-7500" fmla="*/ 1905742 h 2160513"/>
              <a:gd name="connsiteX0-7501" fmla="*/ 1575697 w 2107590"/>
              <a:gd name="connsiteY0-7502" fmla="*/ 2160513 h 2160513"/>
              <a:gd name="connsiteX1-7503" fmla="*/ 956854 w 2107590"/>
              <a:gd name="connsiteY1-7504" fmla="*/ 1258279 h 2160513"/>
              <a:gd name="connsiteX2-7505" fmla="*/ 863892 w 2107590"/>
              <a:gd name="connsiteY2-7506" fmla="*/ 1345253 h 2160513"/>
              <a:gd name="connsiteX3-7507" fmla="*/ 1026241 w 2107590"/>
              <a:gd name="connsiteY3-7508" fmla="*/ 1144473 h 2160513"/>
              <a:gd name="connsiteX4-7509" fmla="*/ 908876 w 2107590"/>
              <a:gd name="connsiteY4-7510" fmla="*/ 743032 h 2160513"/>
              <a:gd name="connsiteX5-7511" fmla="*/ 1054863 w 2107590"/>
              <a:gd name="connsiteY5-7512" fmla="*/ 807021 h 2160513"/>
              <a:gd name="connsiteX6-7513" fmla="*/ 766732 w 2107590"/>
              <a:gd name="connsiteY6-7514" fmla="*/ 928463 h 2160513"/>
              <a:gd name="connsiteX7-7515" fmla="*/ 228569 w 2107590"/>
              <a:gd name="connsiteY7-7516" fmla="*/ 1030857 h 2160513"/>
              <a:gd name="connsiteX8-7517" fmla="*/ 102364 w 2107590"/>
              <a:gd name="connsiteY8-7518" fmla="*/ 578421 h 2160513"/>
              <a:gd name="connsiteX9-7519" fmla="*/ 334972 w 2107590"/>
              <a:gd name="connsiteY9-7520" fmla="*/ 266829 h 2160513"/>
              <a:gd name="connsiteX10-7521" fmla="*/ 754827 w 2107590"/>
              <a:gd name="connsiteY10-7522" fmla="*/ 47401 h 2160513"/>
              <a:gd name="connsiteX11-7523" fmla="*/ 759590 w 2107590"/>
              <a:gd name="connsiteY11-7524" fmla="*/ 95027 h 2160513"/>
              <a:gd name="connsiteX12-7525" fmla="*/ 771497 w 2107590"/>
              <a:gd name="connsiteY12-7526" fmla="*/ 35497 h 2160513"/>
              <a:gd name="connsiteX13-7527" fmla="*/ 1341273 w 2107590"/>
              <a:gd name="connsiteY13-7528" fmla="*/ 79182 h 2160513"/>
              <a:gd name="connsiteX14-7529" fmla="*/ 1369190 w 2107590"/>
              <a:gd name="connsiteY14-7530" fmla="*/ 92646 h 2160513"/>
              <a:gd name="connsiteX15-7531" fmla="*/ 1772045 w 2107590"/>
              <a:gd name="connsiteY15-7532" fmla="*/ 359840 h 2160513"/>
              <a:gd name="connsiteX16-7533" fmla="*/ 1752572 w 2107590"/>
              <a:gd name="connsiteY16-7534" fmla="*/ 342677 h 2160513"/>
              <a:gd name="connsiteX17-7535" fmla="*/ 2013140 w 2107590"/>
              <a:gd name="connsiteY17-7536" fmla="*/ 736265 h 2160513"/>
              <a:gd name="connsiteX18-7537" fmla="*/ 2004983 w 2107590"/>
              <a:gd name="connsiteY18-7538" fmla="*/ 716533 h 2160513"/>
              <a:gd name="connsiteX19-7539" fmla="*/ 2095472 w 2107590"/>
              <a:gd name="connsiteY19-7540" fmla="*/ 1073721 h 2160513"/>
              <a:gd name="connsiteX20-7541" fmla="*/ 1826390 w 2107590"/>
              <a:gd name="connsiteY20-7542" fmla="*/ 1311846 h 2160513"/>
              <a:gd name="connsiteX21-7543" fmla="*/ 1819246 w 2107590"/>
              <a:gd name="connsiteY21-7544" fmla="*/ 1266602 h 2160513"/>
              <a:gd name="connsiteX22-7545" fmla="*/ 1488252 w 2107590"/>
              <a:gd name="connsiteY22-7546" fmla="*/ 1595214 h 2160513"/>
              <a:gd name="connsiteX23-7547" fmla="*/ 1889668 w 2107590"/>
              <a:gd name="connsiteY23-7548" fmla="*/ 1175665 h 2160513"/>
              <a:gd name="connsiteX24-7549" fmla="*/ 1912797 w 2107590"/>
              <a:gd name="connsiteY24-7550" fmla="*/ 1135089 h 2160513"/>
              <a:gd name="connsiteX25-7551" fmla="*/ 1775980 w 2107590"/>
              <a:gd name="connsiteY25-7552" fmla="*/ 1553577 h 2160513"/>
              <a:gd name="connsiteX26-7553" fmla="*/ 1235792 w 2107590"/>
              <a:gd name="connsiteY26-7554" fmla="*/ 1580715 h 2160513"/>
              <a:gd name="connsiteX27-7555" fmla="*/ 1344220 w 2107590"/>
              <a:gd name="connsiteY27-7556" fmla="*/ 1905742 h 2160513"/>
              <a:gd name="connsiteX0-7557" fmla="*/ 1575697 w 2107590"/>
              <a:gd name="connsiteY0-7558" fmla="*/ 2160513 h 2160513"/>
              <a:gd name="connsiteX1-7559" fmla="*/ 956854 w 2107590"/>
              <a:gd name="connsiteY1-7560" fmla="*/ 1258279 h 2160513"/>
              <a:gd name="connsiteX2-7561" fmla="*/ 863892 w 2107590"/>
              <a:gd name="connsiteY2-7562" fmla="*/ 1345253 h 2160513"/>
              <a:gd name="connsiteX3-7563" fmla="*/ 1026241 w 2107590"/>
              <a:gd name="connsiteY3-7564" fmla="*/ 1144473 h 2160513"/>
              <a:gd name="connsiteX4-7565" fmla="*/ 908876 w 2107590"/>
              <a:gd name="connsiteY4-7566" fmla="*/ 743032 h 2160513"/>
              <a:gd name="connsiteX5-7567" fmla="*/ 1054863 w 2107590"/>
              <a:gd name="connsiteY5-7568" fmla="*/ 807021 h 2160513"/>
              <a:gd name="connsiteX6-7569" fmla="*/ 766732 w 2107590"/>
              <a:gd name="connsiteY6-7570" fmla="*/ 928463 h 2160513"/>
              <a:gd name="connsiteX7-7571" fmla="*/ 228569 w 2107590"/>
              <a:gd name="connsiteY7-7572" fmla="*/ 1030857 h 2160513"/>
              <a:gd name="connsiteX8-7573" fmla="*/ 102364 w 2107590"/>
              <a:gd name="connsiteY8-7574" fmla="*/ 578421 h 2160513"/>
              <a:gd name="connsiteX9-7575" fmla="*/ 334972 w 2107590"/>
              <a:gd name="connsiteY9-7576" fmla="*/ 266829 h 2160513"/>
              <a:gd name="connsiteX10-7577" fmla="*/ 754827 w 2107590"/>
              <a:gd name="connsiteY10-7578" fmla="*/ 47401 h 2160513"/>
              <a:gd name="connsiteX11-7579" fmla="*/ 759590 w 2107590"/>
              <a:gd name="connsiteY11-7580" fmla="*/ 95027 h 2160513"/>
              <a:gd name="connsiteX12-7581" fmla="*/ 771497 w 2107590"/>
              <a:gd name="connsiteY12-7582" fmla="*/ 35497 h 2160513"/>
              <a:gd name="connsiteX13-7583" fmla="*/ 1341273 w 2107590"/>
              <a:gd name="connsiteY13-7584" fmla="*/ 79182 h 2160513"/>
              <a:gd name="connsiteX14-7585" fmla="*/ 1369190 w 2107590"/>
              <a:gd name="connsiteY14-7586" fmla="*/ 92646 h 2160513"/>
              <a:gd name="connsiteX15-7587" fmla="*/ 1772045 w 2107590"/>
              <a:gd name="connsiteY15-7588" fmla="*/ 359840 h 2160513"/>
              <a:gd name="connsiteX16-7589" fmla="*/ 1752572 w 2107590"/>
              <a:gd name="connsiteY16-7590" fmla="*/ 342677 h 2160513"/>
              <a:gd name="connsiteX17-7591" fmla="*/ 2013140 w 2107590"/>
              <a:gd name="connsiteY17-7592" fmla="*/ 736265 h 2160513"/>
              <a:gd name="connsiteX18-7593" fmla="*/ 2004983 w 2107590"/>
              <a:gd name="connsiteY18-7594" fmla="*/ 716533 h 2160513"/>
              <a:gd name="connsiteX19-7595" fmla="*/ 2095472 w 2107590"/>
              <a:gd name="connsiteY19-7596" fmla="*/ 1073721 h 2160513"/>
              <a:gd name="connsiteX20-7597" fmla="*/ 1826390 w 2107590"/>
              <a:gd name="connsiteY20-7598" fmla="*/ 1311846 h 2160513"/>
              <a:gd name="connsiteX21-7599" fmla="*/ 1819246 w 2107590"/>
              <a:gd name="connsiteY21-7600" fmla="*/ 1266602 h 2160513"/>
              <a:gd name="connsiteX22-7601" fmla="*/ 1488252 w 2107590"/>
              <a:gd name="connsiteY22-7602" fmla="*/ 1595214 h 2160513"/>
              <a:gd name="connsiteX23-7603" fmla="*/ 1889668 w 2107590"/>
              <a:gd name="connsiteY23-7604" fmla="*/ 1175665 h 2160513"/>
              <a:gd name="connsiteX24-7605" fmla="*/ 1912797 w 2107590"/>
              <a:gd name="connsiteY24-7606" fmla="*/ 1135089 h 2160513"/>
              <a:gd name="connsiteX25-7607" fmla="*/ 1775980 w 2107590"/>
              <a:gd name="connsiteY25-7608" fmla="*/ 1553577 h 2160513"/>
              <a:gd name="connsiteX26-7609" fmla="*/ 1235792 w 2107590"/>
              <a:gd name="connsiteY26-7610" fmla="*/ 1580715 h 2160513"/>
              <a:gd name="connsiteX27-7611" fmla="*/ 1344220 w 2107590"/>
              <a:gd name="connsiteY27-7612" fmla="*/ 1905742 h 2160513"/>
              <a:gd name="connsiteX0-7613" fmla="*/ 1575697 w 2107590"/>
              <a:gd name="connsiteY0-7614" fmla="*/ 2160513 h 2160513"/>
              <a:gd name="connsiteX1-7615" fmla="*/ 956854 w 2107590"/>
              <a:gd name="connsiteY1-7616" fmla="*/ 1258279 h 2160513"/>
              <a:gd name="connsiteX2-7617" fmla="*/ 863892 w 2107590"/>
              <a:gd name="connsiteY2-7618" fmla="*/ 1345253 h 2160513"/>
              <a:gd name="connsiteX3-7619" fmla="*/ 1026241 w 2107590"/>
              <a:gd name="connsiteY3-7620" fmla="*/ 1144473 h 2160513"/>
              <a:gd name="connsiteX4-7621" fmla="*/ 908876 w 2107590"/>
              <a:gd name="connsiteY4-7622" fmla="*/ 743032 h 2160513"/>
              <a:gd name="connsiteX5-7623" fmla="*/ 1054863 w 2107590"/>
              <a:gd name="connsiteY5-7624" fmla="*/ 807021 h 2160513"/>
              <a:gd name="connsiteX6-7625" fmla="*/ 766732 w 2107590"/>
              <a:gd name="connsiteY6-7626" fmla="*/ 928463 h 2160513"/>
              <a:gd name="connsiteX7-7627" fmla="*/ 228569 w 2107590"/>
              <a:gd name="connsiteY7-7628" fmla="*/ 1030857 h 2160513"/>
              <a:gd name="connsiteX8-7629" fmla="*/ 102364 w 2107590"/>
              <a:gd name="connsiteY8-7630" fmla="*/ 578421 h 2160513"/>
              <a:gd name="connsiteX9-7631" fmla="*/ 334972 w 2107590"/>
              <a:gd name="connsiteY9-7632" fmla="*/ 266829 h 2160513"/>
              <a:gd name="connsiteX10-7633" fmla="*/ 754827 w 2107590"/>
              <a:gd name="connsiteY10-7634" fmla="*/ 47401 h 2160513"/>
              <a:gd name="connsiteX11-7635" fmla="*/ 759590 w 2107590"/>
              <a:gd name="connsiteY11-7636" fmla="*/ 95027 h 2160513"/>
              <a:gd name="connsiteX12-7637" fmla="*/ 771497 w 2107590"/>
              <a:gd name="connsiteY12-7638" fmla="*/ 35497 h 2160513"/>
              <a:gd name="connsiteX13-7639" fmla="*/ 1341273 w 2107590"/>
              <a:gd name="connsiteY13-7640" fmla="*/ 79182 h 2160513"/>
              <a:gd name="connsiteX14-7641" fmla="*/ 1369190 w 2107590"/>
              <a:gd name="connsiteY14-7642" fmla="*/ 92646 h 2160513"/>
              <a:gd name="connsiteX15-7643" fmla="*/ 1772045 w 2107590"/>
              <a:gd name="connsiteY15-7644" fmla="*/ 359840 h 2160513"/>
              <a:gd name="connsiteX16-7645" fmla="*/ 1752572 w 2107590"/>
              <a:gd name="connsiteY16-7646" fmla="*/ 342677 h 2160513"/>
              <a:gd name="connsiteX17-7647" fmla="*/ 2013140 w 2107590"/>
              <a:gd name="connsiteY17-7648" fmla="*/ 736265 h 2160513"/>
              <a:gd name="connsiteX18-7649" fmla="*/ 2004983 w 2107590"/>
              <a:gd name="connsiteY18-7650" fmla="*/ 716533 h 2160513"/>
              <a:gd name="connsiteX19-7651" fmla="*/ 2095472 w 2107590"/>
              <a:gd name="connsiteY19-7652" fmla="*/ 1073721 h 2160513"/>
              <a:gd name="connsiteX20-7653" fmla="*/ 1826390 w 2107590"/>
              <a:gd name="connsiteY20-7654" fmla="*/ 1311846 h 2160513"/>
              <a:gd name="connsiteX21-7655" fmla="*/ 1819246 w 2107590"/>
              <a:gd name="connsiteY21-7656" fmla="*/ 1266602 h 2160513"/>
              <a:gd name="connsiteX22-7657" fmla="*/ 1488252 w 2107590"/>
              <a:gd name="connsiteY22-7658" fmla="*/ 1595214 h 2160513"/>
              <a:gd name="connsiteX23-7659" fmla="*/ 1889668 w 2107590"/>
              <a:gd name="connsiteY23-7660" fmla="*/ 1175665 h 2160513"/>
              <a:gd name="connsiteX24-7661" fmla="*/ 1912797 w 2107590"/>
              <a:gd name="connsiteY24-7662" fmla="*/ 1135089 h 2160513"/>
              <a:gd name="connsiteX25-7663" fmla="*/ 1775980 w 2107590"/>
              <a:gd name="connsiteY25-7664" fmla="*/ 1553577 h 2160513"/>
              <a:gd name="connsiteX26-7665" fmla="*/ 1235792 w 2107590"/>
              <a:gd name="connsiteY26-7666" fmla="*/ 1580715 h 2160513"/>
              <a:gd name="connsiteX27-7667" fmla="*/ 1344220 w 2107590"/>
              <a:gd name="connsiteY27-7668" fmla="*/ 1905742 h 2160513"/>
              <a:gd name="connsiteX0-7669" fmla="*/ 1575697 w 2107590"/>
              <a:gd name="connsiteY0-7670" fmla="*/ 2160513 h 2160513"/>
              <a:gd name="connsiteX1-7671" fmla="*/ 956854 w 2107590"/>
              <a:gd name="connsiteY1-7672" fmla="*/ 1258279 h 2160513"/>
              <a:gd name="connsiteX2-7673" fmla="*/ 863892 w 2107590"/>
              <a:gd name="connsiteY2-7674" fmla="*/ 1345253 h 2160513"/>
              <a:gd name="connsiteX3-7675" fmla="*/ 1026241 w 2107590"/>
              <a:gd name="connsiteY3-7676" fmla="*/ 1144473 h 2160513"/>
              <a:gd name="connsiteX4-7677" fmla="*/ 908876 w 2107590"/>
              <a:gd name="connsiteY4-7678" fmla="*/ 743032 h 2160513"/>
              <a:gd name="connsiteX5-7679" fmla="*/ 1054863 w 2107590"/>
              <a:gd name="connsiteY5-7680" fmla="*/ 807021 h 2160513"/>
              <a:gd name="connsiteX6-7681" fmla="*/ 766732 w 2107590"/>
              <a:gd name="connsiteY6-7682" fmla="*/ 928463 h 2160513"/>
              <a:gd name="connsiteX7-7683" fmla="*/ 228569 w 2107590"/>
              <a:gd name="connsiteY7-7684" fmla="*/ 1030857 h 2160513"/>
              <a:gd name="connsiteX8-7685" fmla="*/ 102364 w 2107590"/>
              <a:gd name="connsiteY8-7686" fmla="*/ 578421 h 2160513"/>
              <a:gd name="connsiteX9-7687" fmla="*/ 334972 w 2107590"/>
              <a:gd name="connsiteY9-7688" fmla="*/ 266829 h 2160513"/>
              <a:gd name="connsiteX10-7689" fmla="*/ 754827 w 2107590"/>
              <a:gd name="connsiteY10-7690" fmla="*/ 47401 h 2160513"/>
              <a:gd name="connsiteX11-7691" fmla="*/ 759590 w 2107590"/>
              <a:gd name="connsiteY11-7692" fmla="*/ 95027 h 2160513"/>
              <a:gd name="connsiteX12-7693" fmla="*/ 771497 w 2107590"/>
              <a:gd name="connsiteY12-7694" fmla="*/ 35497 h 2160513"/>
              <a:gd name="connsiteX13-7695" fmla="*/ 1341273 w 2107590"/>
              <a:gd name="connsiteY13-7696" fmla="*/ 79182 h 2160513"/>
              <a:gd name="connsiteX14-7697" fmla="*/ 1369190 w 2107590"/>
              <a:gd name="connsiteY14-7698" fmla="*/ 92646 h 2160513"/>
              <a:gd name="connsiteX15-7699" fmla="*/ 1772045 w 2107590"/>
              <a:gd name="connsiteY15-7700" fmla="*/ 359840 h 2160513"/>
              <a:gd name="connsiteX16-7701" fmla="*/ 1752572 w 2107590"/>
              <a:gd name="connsiteY16-7702" fmla="*/ 342677 h 2160513"/>
              <a:gd name="connsiteX17-7703" fmla="*/ 2013140 w 2107590"/>
              <a:gd name="connsiteY17-7704" fmla="*/ 736265 h 2160513"/>
              <a:gd name="connsiteX18-7705" fmla="*/ 2004983 w 2107590"/>
              <a:gd name="connsiteY18-7706" fmla="*/ 716533 h 2160513"/>
              <a:gd name="connsiteX19-7707" fmla="*/ 2095472 w 2107590"/>
              <a:gd name="connsiteY19-7708" fmla="*/ 1073721 h 2160513"/>
              <a:gd name="connsiteX20-7709" fmla="*/ 1826390 w 2107590"/>
              <a:gd name="connsiteY20-7710" fmla="*/ 1311846 h 2160513"/>
              <a:gd name="connsiteX21-7711" fmla="*/ 1833533 w 2107590"/>
              <a:gd name="connsiteY21-7712" fmla="*/ 1268983 h 2160513"/>
              <a:gd name="connsiteX22-7713" fmla="*/ 1488252 w 2107590"/>
              <a:gd name="connsiteY22-7714" fmla="*/ 1595214 h 2160513"/>
              <a:gd name="connsiteX23-7715" fmla="*/ 1889668 w 2107590"/>
              <a:gd name="connsiteY23-7716" fmla="*/ 1175665 h 2160513"/>
              <a:gd name="connsiteX24-7717" fmla="*/ 1912797 w 2107590"/>
              <a:gd name="connsiteY24-7718" fmla="*/ 1135089 h 2160513"/>
              <a:gd name="connsiteX25-7719" fmla="*/ 1775980 w 2107590"/>
              <a:gd name="connsiteY25-7720" fmla="*/ 1553577 h 2160513"/>
              <a:gd name="connsiteX26-7721" fmla="*/ 1235792 w 2107590"/>
              <a:gd name="connsiteY26-7722" fmla="*/ 1580715 h 2160513"/>
              <a:gd name="connsiteX27-7723" fmla="*/ 1344220 w 2107590"/>
              <a:gd name="connsiteY27-7724" fmla="*/ 1905742 h 2160513"/>
              <a:gd name="connsiteX0-7725" fmla="*/ 1575697 w 2107590"/>
              <a:gd name="connsiteY0-7726" fmla="*/ 2160513 h 2160513"/>
              <a:gd name="connsiteX1-7727" fmla="*/ 956854 w 2107590"/>
              <a:gd name="connsiteY1-7728" fmla="*/ 1258279 h 2160513"/>
              <a:gd name="connsiteX2-7729" fmla="*/ 863892 w 2107590"/>
              <a:gd name="connsiteY2-7730" fmla="*/ 1345253 h 2160513"/>
              <a:gd name="connsiteX3-7731" fmla="*/ 1026241 w 2107590"/>
              <a:gd name="connsiteY3-7732" fmla="*/ 1144473 h 2160513"/>
              <a:gd name="connsiteX4-7733" fmla="*/ 908876 w 2107590"/>
              <a:gd name="connsiteY4-7734" fmla="*/ 743032 h 2160513"/>
              <a:gd name="connsiteX5-7735" fmla="*/ 1054863 w 2107590"/>
              <a:gd name="connsiteY5-7736" fmla="*/ 807021 h 2160513"/>
              <a:gd name="connsiteX6-7737" fmla="*/ 766732 w 2107590"/>
              <a:gd name="connsiteY6-7738" fmla="*/ 928463 h 2160513"/>
              <a:gd name="connsiteX7-7739" fmla="*/ 228569 w 2107590"/>
              <a:gd name="connsiteY7-7740" fmla="*/ 1030857 h 2160513"/>
              <a:gd name="connsiteX8-7741" fmla="*/ 102364 w 2107590"/>
              <a:gd name="connsiteY8-7742" fmla="*/ 578421 h 2160513"/>
              <a:gd name="connsiteX9-7743" fmla="*/ 334972 w 2107590"/>
              <a:gd name="connsiteY9-7744" fmla="*/ 266829 h 2160513"/>
              <a:gd name="connsiteX10-7745" fmla="*/ 754827 w 2107590"/>
              <a:gd name="connsiteY10-7746" fmla="*/ 47401 h 2160513"/>
              <a:gd name="connsiteX11-7747" fmla="*/ 759590 w 2107590"/>
              <a:gd name="connsiteY11-7748" fmla="*/ 95027 h 2160513"/>
              <a:gd name="connsiteX12-7749" fmla="*/ 771497 w 2107590"/>
              <a:gd name="connsiteY12-7750" fmla="*/ 35497 h 2160513"/>
              <a:gd name="connsiteX13-7751" fmla="*/ 1341273 w 2107590"/>
              <a:gd name="connsiteY13-7752" fmla="*/ 79182 h 2160513"/>
              <a:gd name="connsiteX14-7753" fmla="*/ 1369190 w 2107590"/>
              <a:gd name="connsiteY14-7754" fmla="*/ 92646 h 2160513"/>
              <a:gd name="connsiteX15-7755" fmla="*/ 1772045 w 2107590"/>
              <a:gd name="connsiteY15-7756" fmla="*/ 359840 h 2160513"/>
              <a:gd name="connsiteX16-7757" fmla="*/ 1752572 w 2107590"/>
              <a:gd name="connsiteY16-7758" fmla="*/ 342677 h 2160513"/>
              <a:gd name="connsiteX17-7759" fmla="*/ 2013140 w 2107590"/>
              <a:gd name="connsiteY17-7760" fmla="*/ 736265 h 2160513"/>
              <a:gd name="connsiteX18-7761" fmla="*/ 2004983 w 2107590"/>
              <a:gd name="connsiteY18-7762" fmla="*/ 716533 h 2160513"/>
              <a:gd name="connsiteX19-7763" fmla="*/ 2095472 w 2107590"/>
              <a:gd name="connsiteY19-7764" fmla="*/ 1073721 h 2160513"/>
              <a:gd name="connsiteX20-7765" fmla="*/ 1826390 w 2107590"/>
              <a:gd name="connsiteY20-7766" fmla="*/ 1311846 h 2160513"/>
              <a:gd name="connsiteX21-7767" fmla="*/ 1833533 w 2107590"/>
              <a:gd name="connsiteY21-7768" fmla="*/ 1268983 h 2160513"/>
              <a:gd name="connsiteX22-7769" fmla="*/ 1488252 w 2107590"/>
              <a:gd name="connsiteY22-7770" fmla="*/ 1595214 h 2160513"/>
              <a:gd name="connsiteX23-7771" fmla="*/ 1889668 w 2107590"/>
              <a:gd name="connsiteY23-7772" fmla="*/ 1175665 h 2160513"/>
              <a:gd name="connsiteX24-7773" fmla="*/ 1912797 w 2107590"/>
              <a:gd name="connsiteY24-7774" fmla="*/ 1135089 h 2160513"/>
              <a:gd name="connsiteX25-7775" fmla="*/ 1775980 w 2107590"/>
              <a:gd name="connsiteY25-7776" fmla="*/ 1553577 h 2160513"/>
              <a:gd name="connsiteX26-7777" fmla="*/ 1235792 w 2107590"/>
              <a:gd name="connsiteY26-7778" fmla="*/ 1580715 h 2160513"/>
              <a:gd name="connsiteX27-7779" fmla="*/ 1344220 w 2107590"/>
              <a:gd name="connsiteY27-7780" fmla="*/ 1905742 h 2160513"/>
              <a:gd name="connsiteX0-7781" fmla="*/ 1575697 w 2107590"/>
              <a:gd name="connsiteY0-7782" fmla="*/ 2160513 h 2160513"/>
              <a:gd name="connsiteX1-7783" fmla="*/ 956854 w 2107590"/>
              <a:gd name="connsiteY1-7784" fmla="*/ 1258279 h 2160513"/>
              <a:gd name="connsiteX2-7785" fmla="*/ 863892 w 2107590"/>
              <a:gd name="connsiteY2-7786" fmla="*/ 1345253 h 2160513"/>
              <a:gd name="connsiteX3-7787" fmla="*/ 1026241 w 2107590"/>
              <a:gd name="connsiteY3-7788" fmla="*/ 1144473 h 2160513"/>
              <a:gd name="connsiteX4-7789" fmla="*/ 908876 w 2107590"/>
              <a:gd name="connsiteY4-7790" fmla="*/ 743032 h 2160513"/>
              <a:gd name="connsiteX5-7791" fmla="*/ 1054863 w 2107590"/>
              <a:gd name="connsiteY5-7792" fmla="*/ 807021 h 2160513"/>
              <a:gd name="connsiteX6-7793" fmla="*/ 766732 w 2107590"/>
              <a:gd name="connsiteY6-7794" fmla="*/ 928463 h 2160513"/>
              <a:gd name="connsiteX7-7795" fmla="*/ 228569 w 2107590"/>
              <a:gd name="connsiteY7-7796" fmla="*/ 1030857 h 2160513"/>
              <a:gd name="connsiteX8-7797" fmla="*/ 102364 w 2107590"/>
              <a:gd name="connsiteY8-7798" fmla="*/ 578421 h 2160513"/>
              <a:gd name="connsiteX9-7799" fmla="*/ 334972 w 2107590"/>
              <a:gd name="connsiteY9-7800" fmla="*/ 266829 h 2160513"/>
              <a:gd name="connsiteX10-7801" fmla="*/ 754827 w 2107590"/>
              <a:gd name="connsiteY10-7802" fmla="*/ 47401 h 2160513"/>
              <a:gd name="connsiteX11-7803" fmla="*/ 759590 w 2107590"/>
              <a:gd name="connsiteY11-7804" fmla="*/ 95027 h 2160513"/>
              <a:gd name="connsiteX12-7805" fmla="*/ 771497 w 2107590"/>
              <a:gd name="connsiteY12-7806" fmla="*/ 35497 h 2160513"/>
              <a:gd name="connsiteX13-7807" fmla="*/ 1341273 w 2107590"/>
              <a:gd name="connsiteY13-7808" fmla="*/ 79182 h 2160513"/>
              <a:gd name="connsiteX14-7809" fmla="*/ 1369190 w 2107590"/>
              <a:gd name="connsiteY14-7810" fmla="*/ 92646 h 2160513"/>
              <a:gd name="connsiteX15-7811" fmla="*/ 1772045 w 2107590"/>
              <a:gd name="connsiteY15-7812" fmla="*/ 359840 h 2160513"/>
              <a:gd name="connsiteX16-7813" fmla="*/ 1752572 w 2107590"/>
              <a:gd name="connsiteY16-7814" fmla="*/ 342677 h 2160513"/>
              <a:gd name="connsiteX17-7815" fmla="*/ 2013140 w 2107590"/>
              <a:gd name="connsiteY17-7816" fmla="*/ 736265 h 2160513"/>
              <a:gd name="connsiteX18-7817" fmla="*/ 2004983 w 2107590"/>
              <a:gd name="connsiteY18-7818" fmla="*/ 716533 h 2160513"/>
              <a:gd name="connsiteX19-7819" fmla="*/ 2095472 w 2107590"/>
              <a:gd name="connsiteY19-7820" fmla="*/ 1073721 h 2160513"/>
              <a:gd name="connsiteX20-7821" fmla="*/ 1826390 w 2107590"/>
              <a:gd name="connsiteY20-7822" fmla="*/ 1311846 h 2160513"/>
              <a:gd name="connsiteX21-7823" fmla="*/ 1833533 w 2107590"/>
              <a:gd name="connsiteY21-7824" fmla="*/ 1268983 h 2160513"/>
              <a:gd name="connsiteX22-7825" fmla="*/ 1488252 w 2107590"/>
              <a:gd name="connsiteY22-7826" fmla="*/ 1595214 h 2160513"/>
              <a:gd name="connsiteX23-7827" fmla="*/ 1889668 w 2107590"/>
              <a:gd name="connsiteY23-7828" fmla="*/ 1175665 h 2160513"/>
              <a:gd name="connsiteX24-7829" fmla="*/ 1912797 w 2107590"/>
              <a:gd name="connsiteY24-7830" fmla="*/ 1135089 h 2160513"/>
              <a:gd name="connsiteX25-7831" fmla="*/ 1775980 w 2107590"/>
              <a:gd name="connsiteY25-7832" fmla="*/ 1553577 h 2160513"/>
              <a:gd name="connsiteX26-7833" fmla="*/ 1235792 w 2107590"/>
              <a:gd name="connsiteY26-7834" fmla="*/ 1580715 h 2160513"/>
              <a:gd name="connsiteX27-7835" fmla="*/ 1344220 w 2107590"/>
              <a:gd name="connsiteY27-7836" fmla="*/ 1905742 h 2160513"/>
              <a:gd name="connsiteX0-7837" fmla="*/ 1575697 w 2107590"/>
              <a:gd name="connsiteY0-7838" fmla="*/ 2160513 h 2160513"/>
              <a:gd name="connsiteX1-7839" fmla="*/ 956854 w 2107590"/>
              <a:gd name="connsiteY1-7840" fmla="*/ 1258279 h 2160513"/>
              <a:gd name="connsiteX2-7841" fmla="*/ 863892 w 2107590"/>
              <a:gd name="connsiteY2-7842" fmla="*/ 1345253 h 2160513"/>
              <a:gd name="connsiteX3-7843" fmla="*/ 1026241 w 2107590"/>
              <a:gd name="connsiteY3-7844" fmla="*/ 1144473 h 2160513"/>
              <a:gd name="connsiteX4-7845" fmla="*/ 908876 w 2107590"/>
              <a:gd name="connsiteY4-7846" fmla="*/ 743032 h 2160513"/>
              <a:gd name="connsiteX5-7847" fmla="*/ 1054863 w 2107590"/>
              <a:gd name="connsiteY5-7848" fmla="*/ 807021 h 2160513"/>
              <a:gd name="connsiteX6-7849" fmla="*/ 766732 w 2107590"/>
              <a:gd name="connsiteY6-7850" fmla="*/ 928463 h 2160513"/>
              <a:gd name="connsiteX7-7851" fmla="*/ 228569 w 2107590"/>
              <a:gd name="connsiteY7-7852" fmla="*/ 1030857 h 2160513"/>
              <a:gd name="connsiteX8-7853" fmla="*/ 102364 w 2107590"/>
              <a:gd name="connsiteY8-7854" fmla="*/ 578421 h 2160513"/>
              <a:gd name="connsiteX9-7855" fmla="*/ 334972 w 2107590"/>
              <a:gd name="connsiteY9-7856" fmla="*/ 266829 h 2160513"/>
              <a:gd name="connsiteX10-7857" fmla="*/ 754827 w 2107590"/>
              <a:gd name="connsiteY10-7858" fmla="*/ 47401 h 2160513"/>
              <a:gd name="connsiteX11-7859" fmla="*/ 759590 w 2107590"/>
              <a:gd name="connsiteY11-7860" fmla="*/ 95027 h 2160513"/>
              <a:gd name="connsiteX12-7861" fmla="*/ 771497 w 2107590"/>
              <a:gd name="connsiteY12-7862" fmla="*/ 35497 h 2160513"/>
              <a:gd name="connsiteX13-7863" fmla="*/ 1341273 w 2107590"/>
              <a:gd name="connsiteY13-7864" fmla="*/ 79182 h 2160513"/>
              <a:gd name="connsiteX14-7865" fmla="*/ 1369190 w 2107590"/>
              <a:gd name="connsiteY14-7866" fmla="*/ 92646 h 2160513"/>
              <a:gd name="connsiteX15-7867" fmla="*/ 1772045 w 2107590"/>
              <a:gd name="connsiteY15-7868" fmla="*/ 359840 h 2160513"/>
              <a:gd name="connsiteX16-7869" fmla="*/ 1752572 w 2107590"/>
              <a:gd name="connsiteY16-7870" fmla="*/ 342677 h 2160513"/>
              <a:gd name="connsiteX17-7871" fmla="*/ 2013140 w 2107590"/>
              <a:gd name="connsiteY17-7872" fmla="*/ 736265 h 2160513"/>
              <a:gd name="connsiteX18-7873" fmla="*/ 2004983 w 2107590"/>
              <a:gd name="connsiteY18-7874" fmla="*/ 716533 h 2160513"/>
              <a:gd name="connsiteX19-7875" fmla="*/ 2095472 w 2107590"/>
              <a:gd name="connsiteY19-7876" fmla="*/ 1073721 h 2160513"/>
              <a:gd name="connsiteX20-7877" fmla="*/ 1826390 w 2107590"/>
              <a:gd name="connsiteY20-7878" fmla="*/ 1311846 h 2160513"/>
              <a:gd name="connsiteX21-7879" fmla="*/ 1833533 w 2107590"/>
              <a:gd name="connsiteY21-7880" fmla="*/ 1268983 h 2160513"/>
              <a:gd name="connsiteX22-7881" fmla="*/ 1488252 w 2107590"/>
              <a:gd name="connsiteY22-7882" fmla="*/ 1595214 h 2160513"/>
              <a:gd name="connsiteX23-7883" fmla="*/ 1889668 w 2107590"/>
              <a:gd name="connsiteY23-7884" fmla="*/ 1175665 h 2160513"/>
              <a:gd name="connsiteX24-7885" fmla="*/ 1912797 w 2107590"/>
              <a:gd name="connsiteY24-7886" fmla="*/ 1135089 h 2160513"/>
              <a:gd name="connsiteX25-7887" fmla="*/ 1775980 w 2107590"/>
              <a:gd name="connsiteY25-7888" fmla="*/ 1553577 h 2160513"/>
              <a:gd name="connsiteX26-7889" fmla="*/ 1235792 w 2107590"/>
              <a:gd name="connsiteY26-7890" fmla="*/ 1580715 h 2160513"/>
              <a:gd name="connsiteX27-7891" fmla="*/ 1344220 w 2107590"/>
              <a:gd name="connsiteY27-7892" fmla="*/ 1905742 h 2160513"/>
              <a:gd name="connsiteX0-7893" fmla="*/ 1575697 w 2107590"/>
              <a:gd name="connsiteY0-7894" fmla="*/ 2160513 h 2160513"/>
              <a:gd name="connsiteX1-7895" fmla="*/ 956854 w 2107590"/>
              <a:gd name="connsiteY1-7896" fmla="*/ 1258279 h 2160513"/>
              <a:gd name="connsiteX2-7897" fmla="*/ 863892 w 2107590"/>
              <a:gd name="connsiteY2-7898" fmla="*/ 1345253 h 2160513"/>
              <a:gd name="connsiteX3-7899" fmla="*/ 1026241 w 2107590"/>
              <a:gd name="connsiteY3-7900" fmla="*/ 1144473 h 2160513"/>
              <a:gd name="connsiteX4-7901" fmla="*/ 908876 w 2107590"/>
              <a:gd name="connsiteY4-7902" fmla="*/ 743032 h 2160513"/>
              <a:gd name="connsiteX5-7903" fmla="*/ 1054863 w 2107590"/>
              <a:gd name="connsiteY5-7904" fmla="*/ 807021 h 2160513"/>
              <a:gd name="connsiteX6-7905" fmla="*/ 766732 w 2107590"/>
              <a:gd name="connsiteY6-7906" fmla="*/ 928463 h 2160513"/>
              <a:gd name="connsiteX7-7907" fmla="*/ 228569 w 2107590"/>
              <a:gd name="connsiteY7-7908" fmla="*/ 1030857 h 2160513"/>
              <a:gd name="connsiteX8-7909" fmla="*/ 102364 w 2107590"/>
              <a:gd name="connsiteY8-7910" fmla="*/ 578421 h 2160513"/>
              <a:gd name="connsiteX9-7911" fmla="*/ 334972 w 2107590"/>
              <a:gd name="connsiteY9-7912" fmla="*/ 266829 h 2160513"/>
              <a:gd name="connsiteX10-7913" fmla="*/ 754827 w 2107590"/>
              <a:gd name="connsiteY10-7914" fmla="*/ 47401 h 2160513"/>
              <a:gd name="connsiteX11-7915" fmla="*/ 759590 w 2107590"/>
              <a:gd name="connsiteY11-7916" fmla="*/ 95027 h 2160513"/>
              <a:gd name="connsiteX12-7917" fmla="*/ 771497 w 2107590"/>
              <a:gd name="connsiteY12-7918" fmla="*/ 35497 h 2160513"/>
              <a:gd name="connsiteX13-7919" fmla="*/ 1341273 w 2107590"/>
              <a:gd name="connsiteY13-7920" fmla="*/ 79182 h 2160513"/>
              <a:gd name="connsiteX14-7921" fmla="*/ 1369190 w 2107590"/>
              <a:gd name="connsiteY14-7922" fmla="*/ 92646 h 2160513"/>
              <a:gd name="connsiteX15-7923" fmla="*/ 1772045 w 2107590"/>
              <a:gd name="connsiteY15-7924" fmla="*/ 359840 h 2160513"/>
              <a:gd name="connsiteX16-7925" fmla="*/ 1752572 w 2107590"/>
              <a:gd name="connsiteY16-7926" fmla="*/ 342677 h 2160513"/>
              <a:gd name="connsiteX17-7927" fmla="*/ 2013140 w 2107590"/>
              <a:gd name="connsiteY17-7928" fmla="*/ 736265 h 2160513"/>
              <a:gd name="connsiteX18-7929" fmla="*/ 2004983 w 2107590"/>
              <a:gd name="connsiteY18-7930" fmla="*/ 716533 h 2160513"/>
              <a:gd name="connsiteX19-7931" fmla="*/ 2095472 w 2107590"/>
              <a:gd name="connsiteY19-7932" fmla="*/ 1073721 h 2160513"/>
              <a:gd name="connsiteX20-7933" fmla="*/ 1826390 w 2107590"/>
              <a:gd name="connsiteY20-7934" fmla="*/ 1311846 h 2160513"/>
              <a:gd name="connsiteX21-7935" fmla="*/ 1833533 w 2107590"/>
              <a:gd name="connsiteY21-7936" fmla="*/ 1268983 h 2160513"/>
              <a:gd name="connsiteX22-7937" fmla="*/ 1488252 w 2107590"/>
              <a:gd name="connsiteY22-7938" fmla="*/ 1595214 h 2160513"/>
              <a:gd name="connsiteX23-7939" fmla="*/ 1889668 w 2107590"/>
              <a:gd name="connsiteY23-7940" fmla="*/ 1175665 h 2160513"/>
              <a:gd name="connsiteX24-7941" fmla="*/ 1912797 w 2107590"/>
              <a:gd name="connsiteY24-7942" fmla="*/ 1135089 h 2160513"/>
              <a:gd name="connsiteX25-7943" fmla="*/ 1775980 w 2107590"/>
              <a:gd name="connsiteY25-7944" fmla="*/ 1553577 h 2160513"/>
              <a:gd name="connsiteX26-7945" fmla="*/ 1235792 w 2107590"/>
              <a:gd name="connsiteY26-7946" fmla="*/ 1580715 h 2160513"/>
              <a:gd name="connsiteX27-7947" fmla="*/ 1344220 w 2107590"/>
              <a:gd name="connsiteY27-7948" fmla="*/ 1905742 h 2160513"/>
              <a:gd name="connsiteX0-7949" fmla="*/ 1575697 w 2107590"/>
              <a:gd name="connsiteY0-7950" fmla="*/ 2160513 h 2160513"/>
              <a:gd name="connsiteX1-7951" fmla="*/ 956854 w 2107590"/>
              <a:gd name="connsiteY1-7952" fmla="*/ 1258279 h 2160513"/>
              <a:gd name="connsiteX2-7953" fmla="*/ 863892 w 2107590"/>
              <a:gd name="connsiteY2-7954" fmla="*/ 1345253 h 2160513"/>
              <a:gd name="connsiteX3-7955" fmla="*/ 1026241 w 2107590"/>
              <a:gd name="connsiteY3-7956" fmla="*/ 1144473 h 2160513"/>
              <a:gd name="connsiteX4-7957" fmla="*/ 908876 w 2107590"/>
              <a:gd name="connsiteY4-7958" fmla="*/ 743032 h 2160513"/>
              <a:gd name="connsiteX5-7959" fmla="*/ 1054863 w 2107590"/>
              <a:gd name="connsiteY5-7960" fmla="*/ 807021 h 2160513"/>
              <a:gd name="connsiteX6-7961" fmla="*/ 766732 w 2107590"/>
              <a:gd name="connsiteY6-7962" fmla="*/ 928463 h 2160513"/>
              <a:gd name="connsiteX7-7963" fmla="*/ 228569 w 2107590"/>
              <a:gd name="connsiteY7-7964" fmla="*/ 1030857 h 2160513"/>
              <a:gd name="connsiteX8-7965" fmla="*/ 102364 w 2107590"/>
              <a:gd name="connsiteY8-7966" fmla="*/ 578421 h 2160513"/>
              <a:gd name="connsiteX9-7967" fmla="*/ 334972 w 2107590"/>
              <a:gd name="connsiteY9-7968" fmla="*/ 266829 h 2160513"/>
              <a:gd name="connsiteX10-7969" fmla="*/ 754827 w 2107590"/>
              <a:gd name="connsiteY10-7970" fmla="*/ 47401 h 2160513"/>
              <a:gd name="connsiteX11-7971" fmla="*/ 759590 w 2107590"/>
              <a:gd name="connsiteY11-7972" fmla="*/ 95027 h 2160513"/>
              <a:gd name="connsiteX12-7973" fmla="*/ 771497 w 2107590"/>
              <a:gd name="connsiteY12-7974" fmla="*/ 35497 h 2160513"/>
              <a:gd name="connsiteX13-7975" fmla="*/ 1341273 w 2107590"/>
              <a:gd name="connsiteY13-7976" fmla="*/ 79182 h 2160513"/>
              <a:gd name="connsiteX14-7977" fmla="*/ 1369190 w 2107590"/>
              <a:gd name="connsiteY14-7978" fmla="*/ 92646 h 2160513"/>
              <a:gd name="connsiteX15-7979" fmla="*/ 1772045 w 2107590"/>
              <a:gd name="connsiteY15-7980" fmla="*/ 359840 h 2160513"/>
              <a:gd name="connsiteX16-7981" fmla="*/ 1752572 w 2107590"/>
              <a:gd name="connsiteY16-7982" fmla="*/ 342677 h 2160513"/>
              <a:gd name="connsiteX17-7983" fmla="*/ 2013140 w 2107590"/>
              <a:gd name="connsiteY17-7984" fmla="*/ 736265 h 2160513"/>
              <a:gd name="connsiteX18-7985" fmla="*/ 2004983 w 2107590"/>
              <a:gd name="connsiteY18-7986" fmla="*/ 716533 h 2160513"/>
              <a:gd name="connsiteX19-7987" fmla="*/ 2095472 w 2107590"/>
              <a:gd name="connsiteY19-7988" fmla="*/ 1073721 h 2160513"/>
              <a:gd name="connsiteX20-7989" fmla="*/ 1826390 w 2107590"/>
              <a:gd name="connsiteY20-7990" fmla="*/ 1311846 h 2160513"/>
              <a:gd name="connsiteX21-7991" fmla="*/ 1833533 w 2107590"/>
              <a:gd name="connsiteY21-7992" fmla="*/ 1268983 h 2160513"/>
              <a:gd name="connsiteX22-7993" fmla="*/ 1488252 w 2107590"/>
              <a:gd name="connsiteY22-7994" fmla="*/ 1595214 h 2160513"/>
              <a:gd name="connsiteX23-7995" fmla="*/ 1889668 w 2107590"/>
              <a:gd name="connsiteY23-7996" fmla="*/ 1175665 h 2160513"/>
              <a:gd name="connsiteX24-7997" fmla="*/ 1912797 w 2107590"/>
              <a:gd name="connsiteY24-7998" fmla="*/ 1135089 h 2160513"/>
              <a:gd name="connsiteX25-7999" fmla="*/ 1775980 w 2107590"/>
              <a:gd name="connsiteY25-8000" fmla="*/ 1553577 h 2160513"/>
              <a:gd name="connsiteX26-8001" fmla="*/ 1235792 w 2107590"/>
              <a:gd name="connsiteY26-8002" fmla="*/ 1580715 h 2160513"/>
              <a:gd name="connsiteX27-8003" fmla="*/ 1344220 w 2107590"/>
              <a:gd name="connsiteY27-8004" fmla="*/ 1905742 h 2160513"/>
              <a:gd name="connsiteX0-8005" fmla="*/ 1575697 w 2107590"/>
              <a:gd name="connsiteY0-8006" fmla="*/ 2160513 h 2160513"/>
              <a:gd name="connsiteX1-8007" fmla="*/ 956854 w 2107590"/>
              <a:gd name="connsiteY1-8008" fmla="*/ 1258279 h 2160513"/>
              <a:gd name="connsiteX2-8009" fmla="*/ 863892 w 2107590"/>
              <a:gd name="connsiteY2-8010" fmla="*/ 1345253 h 2160513"/>
              <a:gd name="connsiteX3-8011" fmla="*/ 1026241 w 2107590"/>
              <a:gd name="connsiteY3-8012" fmla="*/ 1144473 h 2160513"/>
              <a:gd name="connsiteX4-8013" fmla="*/ 908876 w 2107590"/>
              <a:gd name="connsiteY4-8014" fmla="*/ 743032 h 2160513"/>
              <a:gd name="connsiteX5-8015" fmla="*/ 1054863 w 2107590"/>
              <a:gd name="connsiteY5-8016" fmla="*/ 807021 h 2160513"/>
              <a:gd name="connsiteX6-8017" fmla="*/ 766732 w 2107590"/>
              <a:gd name="connsiteY6-8018" fmla="*/ 928463 h 2160513"/>
              <a:gd name="connsiteX7-8019" fmla="*/ 228569 w 2107590"/>
              <a:gd name="connsiteY7-8020" fmla="*/ 1030857 h 2160513"/>
              <a:gd name="connsiteX8-8021" fmla="*/ 102364 w 2107590"/>
              <a:gd name="connsiteY8-8022" fmla="*/ 578421 h 2160513"/>
              <a:gd name="connsiteX9-8023" fmla="*/ 334972 w 2107590"/>
              <a:gd name="connsiteY9-8024" fmla="*/ 266829 h 2160513"/>
              <a:gd name="connsiteX10-8025" fmla="*/ 754827 w 2107590"/>
              <a:gd name="connsiteY10-8026" fmla="*/ 47401 h 2160513"/>
              <a:gd name="connsiteX11-8027" fmla="*/ 759590 w 2107590"/>
              <a:gd name="connsiteY11-8028" fmla="*/ 95027 h 2160513"/>
              <a:gd name="connsiteX12-8029" fmla="*/ 771497 w 2107590"/>
              <a:gd name="connsiteY12-8030" fmla="*/ 35497 h 2160513"/>
              <a:gd name="connsiteX13-8031" fmla="*/ 1341273 w 2107590"/>
              <a:gd name="connsiteY13-8032" fmla="*/ 79182 h 2160513"/>
              <a:gd name="connsiteX14-8033" fmla="*/ 1369190 w 2107590"/>
              <a:gd name="connsiteY14-8034" fmla="*/ 92646 h 2160513"/>
              <a:gd name="connsiteX15-8035" fmla="*/ 1772045 w 2107590"/>
              <a:gd name="connsiteY15-8036" fmla="*/ 359840 h 2160513"/>
              <a:gd name="connsiteX16-8037" fmla="*/ 1752572 w 2107590"/>
              <a:gd name="connsiteY16-8038" fmla="*/ 342677 h 2160513"/>
              <a:gd name="connsiteX17-8039" fmla="*/ 2013140 w 2107590"/>
              <a:gd name="connsiteY17-8040" fmla="*/ 736265 h 2160513"/>
              <a:gd name="connsiteX18-8041" fmla="*/ 2004983 w 2107590"/>
              <a:gd name="connsiteY18-8042" fmla="*/ 716533 h 2160513"/>
              <a:gd name="connsiteX19-8043" fmla="*/ 2095472 w 2107590"/>
              <a:gd name="connsiteY19-8044" fmla="*/ 1073721 h 2160513"/>
              <a:gd name="connsiteX20-8045" fmla="*/ 1826390 w 2107590"/>
              <a:gd name="connsiteY20-8046" fmla="*/ 1311846 h 2160513"/>
              <a:gd name="connsiteX21-8047" fmla="*/ 1821627 w 2107590"/>
              <a:gd name="connsiteY21-8048" fmla="*/ 1264221 h 2160513"/>
              <a:gd name="connsiteX22-8049" fmla="*/ 1488252 w 2107590"/>
              <a:gd name="connsiteY22-8050" fmla="*/ 1595214 h 2160513"/>
              <a:gd name="connsiteX23-8051" fmla="*/ 1889668 w 2107590"/>
              <a:gd name="connsiteY23-8052" fmla="*/ 1175665 h 2160513"/>
              <a:gd name="connsiteX24-8053" fmla="*/ 1912797 w 2107590"/>
              <a:gd name="connsiteY24-8054" fmla="*/ 1135089 h 2160513"/>
              <a:gd name="connsiteX25-8055" fmla="*/ 1775980 w 2107590"/>
              <a:gd name="connsiteY25-8056" fmla="*/ 1553577 h 2160513"/>
              <a:gd name="connsiteX26-8057" fmla="*/ 1235792 w 2107590"/>
              <a:gd name="connsiteY26-8058" fmla="*/ 1580715 h 2160513"/>
              <a:gd name="connsiteX27-8059" fmla="*/ 1344220 w 2107590"/>
              <a:gd name="connsiteY27-8060" fmla="*/ 1905742 h 2160513"/>
              <a:gd name="connsiteX0-8061" fmla="*/ 1575697 w 2107590"/>
              <a:gd name="connsiteY0-8062" fmla="*/ 2160513 h 2160513"/>
              <a:gd name="connsiteX1-8063" fmla="*/ 956854 w 2107590"/>
              <a:gd name="connsiteY1-8064" fmla="*/ 1258279 h 2160513"/>
              <a:gd name="connsiteX2-8065" fmla="*/ 863892 w 2107590"/>
              <a:gd name="connsiteY2-8066" fmla="*/ 1345253 h 2160513"/>
              <a:gd name="connsiteX3-8067" fmla="*/ 1026241 w 2107590"/>
              <a:gd name="connsiteY3-8068" fmla="*/ 1144473 h 2160513"/>
              <a:gd name="connsiteX4-8069" fmla="*/ 908876 w 2107590"/>
              <a:gd name="connsiteY4-8070" fmla="*/ 743032 h 2160513"/>
              <a:gd name="connsiteX5-8071" fmla="*/ 1054863 w 2107590"/>
              <a:gd name="connsiteY5-8072" fmla="*/ 807021 h 2160513"/>
              <a:gd name="connsiteX6-8073" fmla="*/ 766732 w 2107590"/>
              <a:gd name="connsiteY6-8074" fmla="*/ 928463 h 2160513"/>
              <a:gd name="connsiteX7-8075" fmla="*/ 228569 w 2107590"/>
              <a:gd name="connsiteY7-8076" fmla="*/ 1030857 h 2160513"/>
              <a:gd name="connsiteX8-8077" fmla="*/ 102364 w 2107590"/>
              <a:gd name="connsiteY8-8078" fmla="*/ 578421 h 2160513"/>
              <a:gd name="connsiteX9-8079" fmla="*/ 334972 w 2107590"/>
              <a:gd name="connsiteY9-8080" fmla="*/ 266829 h 2160513"/>
              <a:gd name="connsiteX10-8081" fmla="*/ 754827 w 2107590"/>
              <a:gd name="connsiteY10-8082" fmla="*/ 47401 h 2160513"/>
              <a:gd name="connsiteX11-8083" fmla="*/ 759590 w 2107590"/>
              <a:gd name="connsiteY11-8084" fmla="*/ 95027 h 2160513"/>
              <a:gd name="connsiteX12-8085" fmla="*/ 771497 w 2107590"/>
              <a:gd name="connsiteY12-8086" fmla="*/ 35497 h 2160513"/>
              <a:gd name="connsiteX13-8087" fmla="*/ 1341273 w 2107590"/>
              <a:gd name="connsiteY13-8088" fmla="*/ 79182 h 2160513"/>
              <a:gd name="connsiteX14-8089" fmla="*/ 1369190 w 2107590"/>
              <a:gd name="connsiteY14-8090" fmla="*/ 92646 h 2160513"/>
              <a:gd name="connsiteX15-8091" fmla="*/ 1772045 w 2107590"/>
              <a:gd name="connsiteY15-8092" fmla="*/ 359840 h 2160513"/>
              <a:gd name="connsiteX16-8093" fmla="*/ 1752572 w 2107590"/>
              <a:gd name="connsiteY16-8094" fmla="*/ 342677 h 2160513"/>
              <a:gd name="connsiteX17-8095" fmla="*/ 2013140 w 2107590"/>
              <a:gd name="connsiteY17-8096" fmla="*/ 736265 h 2160513"/>
              <a:gd name="connsiteX18-8097" fmla="*/ 2004983 w 2107590"/>
              <a:gd name="connsiteY18-8098" fmla="*/ 716533 h 2160513"/>
              <a:gd name="connsiteX19-8099" fmla="*/ 2095472 w 2107590"/>
              <a:gd name="connsiteY19-8100" fmla="*/ 1073721 h 2160513"/>
              <a:gd name="connsiteX20-8101" fmla="*/ 1826390 w 2107590"/>
              <a:gd name="connsiteY20-8102" fmla="*/ 1311846 h 2160513"/>
              <a:gd name="connsiteX21-8103" fmla="*/ 1821627 w 2107590"/>
              <a:gd name="connsiteY21-8104" fmla="*/ 1264221 h 2160513"/>
              <a:gd name="connsiteX22-8105" fmla="*/ 1488252 w 2107590"/>
              <a:gd name="connsiteY22-8106" fmla="*/ 1595214 h 2160513"/>
              <a:gd name="connsiteX23-8107" fmla="*/ 1889668 w 2107590"/>
              <a:gd name="connsiteY23-8108" fmla="*/ 1175665 h 2160513"/>
              <a:gd name="connsiteX24-8109" fmla="*/ 1912797 w 2107590"/>
              <a:gd name="connsiteY24-8110" fmla="*/ 1135089 h 2160513"/>
              <a:gd name="connsiteX25-8111" fmla="*/ 1775980 w 2107590"/>
              <a:gd name="connsiteY25-8112" fmla="*/ 1553577 h 2160513"/>
              <a:gd name="connsiteX26-8113" fmla="*/ 1235792 w 2107590"/>
              <a:gd name="connsiteY26-8114" fmla="*/ 1580715 h 2160513"/>
              <a:gd name="connsiteX27-8115" fmla="*/ 1344220 w 2107590"/>
              <a:gd name="connsiteY27-8116" fmla="*/ 1905742 h 2160513"/>
              <a:gd name="connsiteX0-8117" fmla="*/ 1575697 w 2107590"/>
              <a:gd name="connsiteY0-8118" fmla="*/ 2160513 h 2160513"/>
              <a:gd name="connsiteX1-8119" fmla="*/ 956854 w 2107590"/>
              <a:gd name="connsiteY1-8120" fmla="*/ 1258279 h 2160513"/>
              <a:gd name="connsiteX2-8121" fmla="*/ 863892 w 2107590"/>
              <a:gd name="connsiteY2-8122" fmla="*/ 1345253 h 2160513"/>
              <a:gd name="connsiteX3-8123" fmla="*/ 1026241 w 2107590"/>
              <a:gd name="connsiteY3-8124" fmla="*/ 1144473 h 2160513"/>
              <a:gd name="connsiteX4-8125" fmla="*/ 908876 w 2107590"/>
              <a:gd name="connsiteY4-8126" fmla="*/ 743032 h 2160513"/>
              <a:gd name="connsiteX5-8127" fmla="*/ 1054863 w 2107590"/>
              <a:gd name="connsiteY5-8128" fmla="*/ 807021 h 2160513"/>
              <a:gd name="connsiteX6-8129" fmla="*/ 766732 w 2107590"/>
              <a:gd name="connsiteY6-8130" fmla="*/ 928463 h 2160513"/>
              <a:gd name="connsiteX7-8131" fmla="*/ 228569 w 2107590"/>
              <a:gd name="connsiteY7-8132" fmla="*/ 1030857 h 2160513"/>
              <a:gd name="connsiteX8-8133" fmla="*/ 102364 w 2107590"/>
              <a:gd name="connsiteY8-8134" fmla="*/ 578421 h 2160513"/>
              <a:gd name="connsiteX9-8135" fmla="*/ 334972 w 2107590"/>
              <a:gd name="connsiteY9-8136" fmla="*/ 266829 h 2160513"/>
              <a:gd name="connsiteX10-8137" fmla="*/ 754827 w 2107590"/>
              <a:gd name="connsiteY10-8138" fmla="*/ 47401 h 2160513"/>
              <a:gd name="connsiteX11-8139" fmla="*/ 759590 w 2107590"/>
              <a:gd name="connsiteY11-8140" fmla="*/ 95027 h 2160513"/>
              <a:gd name="connsiteX12-8141" fmla="*/ 771497 w 2107590"/>
              <a:gd name="connsiteY12-8142" fmla="*/ 35497 h 2160513"/>
              <a:gd name="connsiteX13-8143" fmla="*/ 1341273 w 2107590"/>
              <a:gd name="connsiteY13-8144" fmla="*/ 79182 h 2160513"/>
              <a:gd name="connsiteX14-8145" fmla="*/ 1369190 w 2107590"/>
              <a:gd name="connsiteY14-8146" fmla="*/ 92646 h 2160513"/>
              <a:gd name="connsiteX15-8147" fmla="*/ 1772045 w 2107590"/>
              <a:gd name="connsiteY15-8148" fmla="*/ 359840 h 2160513"/>
              <a:gd name="connsiteX16-8149" fmla="*/ 1752572 w 2107590"/>
              <a:gd name="connsiteY16-8150" fmla="*/ 342677 h 2160513"/>
              <a:gd name="connsiteX17-8151" fmla="*/ 2013140 w 2107590"/>
              <a:gd name="connsiteY17-8152" fmla="*/ 736265 h 2160513"/>
              <a:gd name="connsiteX18-8153" fmla="*/ 2004983 w 2107590"/>
              <a:gd name="connsiteY18-8154" fmla="*/ 716533 h 2160513"/>
              <a:gd name="connsiteX19-8155" fmla="*/ 2095472 w 2107590"/>
              <a:gd name="connsiteY19-8156" fmla="*/ 1073721 h 2160513"/>
              <a:gd name="connsiteX20-8157" fmla="*/ 1826390 w 2107590"/>
              <a:gd name="connsiteY20-8158" fmla="*/ 1311846 h 2160513"/>
              <a:gd name="connsiteX21-8159" fmla="*/ 1821627 w 2107590"/>
              <a:gd name="connsiteY21-8160" fmla="*/ 1264221 h 2160513"/>
              <a:gd name="connsiteX22-8161" fmla="*/ 1488252 w 2107590"/>
              <a:gd name="connsiteY22-8162" fmla="*/ 1595214 h 2160513"/>
              <a:gd name="connsiteX23-8163" fmla="*/ 1889668 w 2107590"/>
              <a:gd name="connsiteY23-8164" fmla="*/ 1175665 h 2160513"/>
              <a:gd name="connsiteX24-8165" fmla="*/ 1912797 w 2107590"/>
              <a:gd name="connsiteY24-8166" fmla="*/ 1135089 h 2160513"/>
              <a:gd name="connsiteX25-8167" fmla="*/ 1775980 w 2107590"/>
              <a:gd name="connsiteY25-8168" fmla="*/ 1553577 h 2160513"/>
              <a:gd name="connsiteX26-8169" fmla="*/ 1235792 w 2107590"/>
              <a:gd name="connsiteY26-8170" fmla="*/ 1580715 h 2160513"/>
              <a:gd name="connsiteX27-8171" fmla="*/ 1344220 w 2107590"/>
              <a:gd name="connsiteY27-8172" fmla="*/ 1905742 h 2160513"/>
              <a:gd name="connsiteX0-8173" fmla="*/ 1575697 w 2107590"/>
              <a:gd name="connsiteY0-8174" fmla="*/ 2160513 h 2160513"/>
              <a:gd name="connsiteX1-8175" fmla="*/ 956854 w 2107590"/>
              <a:gd name="connsiteY1-8176" fmla="*/ 1258279 h 2160513"/>
              <a:gd name="connsiteX2-8177" fmla="*/ 863892 w 2107590"/>
              <a:gd name="connsiteY2-8178" fmla="*/ 1345253 h 2160513"/>
              <a:gd name="connsiteX3-8179" fmla="*/ 1026241 w 2107590"/>
              <a:gd name="connsiteY3-8180" fmla="*/ 1144473 h 2160513"/>
              <a:gd name="connsiteX4-8181" fmla="*/ 908876 w 2107590"/>
              <a:gd name="connsiteY4-8182" fmla="*/ 743032 h 2160513"/>
              <a:gd name="connsiteX5-8183" fmla="*/ 1054863 w 2107590"/>
              <a:gd name="connsiteY5-8184" fmla="*/ 807021 h 2160513"/>
              <a:gd name="connsiteX6-8185" fmla="*/ 766732 w 2107590"/>
              <a:gd name="connsiteY6-8186" fmla="*/ 928463 h 2160513"/>
              <a:gd name="connsiteX7-8187" fmla="*/ 228569 w 2107590"/>
              <a:gd name="connsiteY7-8188" fmla="*/ 1030857 h 2160513"/>
              <a:gd name="connsiteX8-8189" fmla="*/ 102364 w 2107590"/>
              <a:gd name="connsiteY8-8190" fmla="*/ 578421 h 2160513"/>
              <a:gd name="connsiteX9-8191" fmla="*/ 334972 w 2107590"/>
              <a:gd name="connsiteY9-8192" fmla="*/ 266829 h 2160513"/>
              <a:gd name="connsiteX10-8193" fmla="*/ 754827 w 2107590"/>
              <a:gd name="connsiteY10-8194" fmla="*/ 47401 h 2160513"/>
              <a:gd name="connsiteX11-8195" fmla="*/ 759590 w 2107590"/>
              <a:gd name="connsiteY11-8196" fmla="*/ 95027 h 2160513"/>
              <a:gd name="connsiteX12-8197" fmla="*/ 771497 w 2107590"/>
              <a:gd name="connsiteY12-8198" fmla="*/ 35497 h 2160513"/>
              <a:gd name="connsiteX13-8199" fmla="*/ 1341273 w 2107590"/>
              <a:gd name="connsiteY13-8200" fmla="*/ 79182 h 2160513"/>
              <a:gd name="connsiteX14-8201" fmla="*/ 1369190 w 2107590"/>
              <a:gd name="connsiteY14-8202" fmla="*/ 92646 h 2160513"/>
              <a:gd name="connsiteX15-8203" fmla="*/ 1772045 w 2107590"/>
              <a:gd name="connsiteY15-8204" fmla="*/ 359840 h 2160513"/>
              <a:gd name="connsiteX16-8205" fmla="*/ 1752572 w 2107590"/>
              <a:gd name="connsiteY16-8206" fmla="*/ 342677 h 2160513"/>
              <a:gd name="connsiteX17-8207" fmla="*/ 2013140 w 2107590"/>
              <a:gd name="connsiteY17-8208" fmla="*/ 736265 h 2160513"/>
              <a:gd name="connsiteX18-8209" fmla="*/ 2004983 w 2107590"/>
              <a:gd name="connsiteY18-8210" fmla="*/ 716533 h 2160513"/>
              <a:gd name="connsiteX19-8211" fmla="*/ 2095472 w 2107590"/>
              <a:gd name="connsiteY19-8212" fmla="*/ 1073721 h 2160513"/>
              <a:gd name="connsiteX20-8213" fmla="*/ 1826390 w 2107590"/>
              <a:gd name="connsiteY20-8214" fmla="*/ 1311846 h 2160513"/>
              <a:gd name="connsiteX21-8215" fmla="*/ 1821627 w 2107590"/>
              <a:gd name="connsiteY21-8216" fmla="*/ 1264221 h 2160513"/>
              <a:gd name="connsiteX22-8217" fmla="*/ 1488252 w 2107590"/>
              <a:gd name="connsiteY22-8218" fmla="*/ 1595214 h 2160513"/>
              <a:gd name="connsiteX23-8219" fmla="*/ 1889668 w 2107590"/>
              <a:gd name="connsiteY23-8220" fmla="*/ 1175665 h 2160513"/>
              <a:gd name="connsiteX24-8221" fmla="*/ 1912797 w 2107590"/>
              <a:gd name="connsiteY24-8222" fmla="*/ 1135089 h 2160513"/>
              <a:gd name="connsiteX25-8223" fmla="*/ 1775980 w 2107590"/>
              <a:gd name="connsiteY25-8224" fmla="*/ 1553577 h 2160513"/>
              <a:gd name="connsiteX26-8225" fmla="*/ 1235792 w 2107590"/>
              <a:gd name="connsiteY26-8226" fmla="*/ 1580715 h 2160513"/>
              <a:gd name="connsiteX27-8227" fmla="*/ 1344220 w 2107590"/>
              <a:gd name="connsiteY27-8228" fmla="*/ 1905742 h 2160513"/>
              <a:gd name="connsiteX0-8229" fmla="*/ 1575697 w 2107590"/>
              <a:gd name="connsiteY0-8230" fmla="*/ 2160513 h 2160513"/>
              <a:gd name="connsiteX1-8231" fmla="*/ 956854 w 2107590"/>
              <a:gd name="connsiteY1-8232" fmla="*/ 1258279 h 2160513"/>
              <a:gd name="connsiteX2-8233" fmla="*/ 863892 w 2107590"/>
              <a:gd name="connsiteY2-8234" fmla="*/ 1345253 h 2160513"/>
              <a:gd name="connsiteX3-8235" fmla="*/ 1026241 w 2107590"/>
              <a:gd name="connsiteY3-8236" fmla="*/ 1144473 h 2160513"/>
              <a:gd name="connsiteX4-8237" fmla="*/ 908876 w 2107590"/>
              <a:gd name="connsiteY4-8238" fmla="*/ 743032 h 2160513"/>
              <a:gd name="connsiteX5-8239" fmla="*/ 1054863 w 2107590"/>
              <a:gd name="connsiteY5-8240" fmla="*/ 807021 h 2160513"/>
              <a:gd name="connsiteX6-8241" fmla="*/ 766732 w 2107590"/>
              <a:gd name="connsiteY6-8242" fmla="*/ 928463 h 2160513"/>
              <a:gd name="connsiteX7-8243" fmla="*/ 228569 w 2107590"/>
              <a:gd name="connsiteY7-8244" fmla="*/ 1030857 h 2160513"/>
              <a:gd name="connsiteX8-8245" fmla="*/ 102364 w 2107590"/>
              <a:gd name="connsiteY8-8246" fmla="*/ 578421 h 2160513"/>
              <a:gd name="connsiteX9-8247" fmla="*/ 334972 w 2107590"/>
              <a:gd name="connsiteY9-8248" fmla="*/ 266829 h 2160513"/>
              <a:gd name="connsiteX10-8249" fmla="*/ 754827 w 2107590"/>
              <a:gd name="connsiteY10-8250" fmla="*/ 47401 h 2160513"/>
              <a:gd name="connsiteX11-8251" fmla="*/ 759590 w 2107590"/>
              <a:gd name="connsiteY11-8252" fmla="*/ 95027 h 2160513"/>
              <a:gd name="connsiteX12-8253" fmla="*/ 771497 w 2107590"/>
              <a:gd name="connsiteY12-8254" fmla="*/ 35497 h 2160513"/>
              <a:gd name="connsiteX13-8255" fmla="*/ 1341273 w 2107590"/>
              <a:gd name="connsiteY13-8256" fmla="*/ 79182 h 2160513"/>
              <a:gd name="connsiteX14-8257" fmla="*/ 1369190 w 2107590"/>
              <a:gd name="connsiteY14-8258" fmla="*/ 92646 h 2160513"/>
              <a:gd name="connsiteX15-8259" fmla="*/ 1772045 w 2107590"/>
              <a:gd name="connsiteY15-8260" fmla="*/ 359840 h 2160513"/>
              <a:gd name="connsiteX16-8261" fmla="*/ 1752572 w 2107590"/>
              <a:gd name="connsiteY16-8262" fmla="*/ 342677 h 2160513"/>
              <a:gd name="connsiteX17-8263" fmla="*/ 2013140 w 2107590"/>
              <a:gd name="connsiteY17-8264" fmla="*/ 736265 h 2160513"/>
              <a:gd name="connsiteX18-8265" fmla="*/ 2004983 w 2107590"/>
              <a:gd name="connsiteY18-8266" fmla="*/ 716533 h 2160513"/>
              <a:gd name="connsiteX19-8267" fmla="*/ 2095472 w 2107590"/>
              <a:gd name="connsiteY19-8268" fmla="*/ 1073721 h 2160513"/>
              <a:gd name="connsiteX20-8269" fmla="*/ 1826390 w 2107590"/>
              <a:gd name="connsiteY20-8270" fmla="*/ 1311846 h 2160513"/>
              <a:gd name="connsiteX21-8271" fmla="*/ 1821627 w 2107590"/>
              <a:gd name="connsiteY21-8272" fmla="*/ 1264221 h 2160513"/>
              <a:gd name="connsiteX22-8273" fmla="*/ 1488252 w 2107590"/>
              <a:gd name="connsiteY22-8274" fmla="*/ 1595214 h 2160513"/>
              <a:gd name="connsiteX23-8275" fmla="*/ 1388239 w 2107590"/>
              <a:gd name="connsiteY23-8276" fmla="*/ 1492821 h 2160513"/>
              <a:gd name="connsiteX24-8277" fmla="*/ 1889668 w 2107590"/>
              <a:gd name="connsiteY24-8278" fmla="*/ 1175665 h 2160513"/>
              <a:gd name="connsiteX25-8279" fmla="*/ 1912797 w 2107590"/>
              <a:gd name="connsiteY25-8280" fmla="*/ 1135089 h 2160513"/>
              <a:gd name="connsiteX26-8281" fmla="*/ 1775980 w 2107590"/>
              <a:gd name="connsiteY26-8282" fmla="*/ 1553577 h 2160513"/>
              <a:gd name="connsiteX27-8283" fmla="*/ 1235792 w 2107590"/>
              <a:gd name="connsiteY27-8284" fmla="*/ 1580715 h 2160513"/>
              <a:gd name="connsiteX28" fmla="*/ 1344220 w 2107590"/>
              <a:gd name="connsiteY28" fmla="*/ 1905742 h 2160513"/>
              <a:gd name="connsiteX0-8285" fmla="*/ 1575697 w 2107590"/>
              <a:gd name="connsiteY0-8286" fmla="*/ 2160513 h 2160513"/>
              <a:gd name="connsiteX1-8287" fmla="*/ 956854 w 2107590"/>
              <a:gd name="connsiteY1-8288" fmla="*/ 1258279 h 2160513"/>
              <a:gd name="connsiteX2-8289" fmla="*/ 863892 w 2107590"/>
              <a:gd name="connsiteY2-8290" fmla="*/ 1345253 h 2160513"/>
              <a:gd name="connsiteX3-8291" fmla="*/ 1026241 w 2107590"/>
              <a:gd name="connsiteY3-8292" fmla="*/ 1144473 h 2160513"/>
              <a:gd name="connsiteX4-8293" fmla="*/ 908876 w 2107590"/>
              <a:gd name="connsiteY4-8294" fmla="*/ 743032 h 2160513"/>
              <a:gd name="connsiteX5-8295" fmla="*/ 1054863 w 2107590"/>
              <a:gd name="connsiteY5-8296" fmla="*/ 807021 h 2160513"/>
              <a:gd name="connsiteX6-8297" fmla="*/ 766732 w 2107590"/>
              <a:gd name="connsiteY6-8298" fmla="*/ 928463 h 2160513"/>
              <a:gd name="connsiteX7-8299" fmla="*/ 228569 w 2107590"/>
              <a:gd name="connsiteY7-8300" fmla="*/ 1030857 h 2160513"/>
              <a:gd name="connsiteX8-8301" fmla="*/ 102364 w 2107590"/>
              <a:gd name="connsiteY8-8302" fmla="*/ 578421 h 2160513"/>
              <a:gd name="connsiteX9-8303" fmla="*/ 334972 w 2107590"/>
              <a:gd name="connsiteY9-8304" fmla="*/ 266829 h 2160513"/>
              <a:gd name="connsiteX10-8305" fmla="*/ 754827 w 2107590"/>
              <a:gd name="connsiteY10-8306" fmla="*/ 47401 h 2160513"/>
              <a:gd name="connsiteX11-8307" fmla="*/ 759590 w 2107590"/>
              <a:gd name="connsiteY11-8308" fmla="*/ 95027 h 2160513"/>
              <a:gd name="connsiteX12-8309" fmla="*/ 771497 w 2107590"/>
              <a:gd name="connsiteY12-8310" fmla="*/ 35497 h 2160513"/>
              <a:gd name="connsiteX13-8311" fmla="*/ 1341273 w 2107590"/>
              <a:gd name="connsiteY13-8312" fmla="*/ 79182 h 2160513"/>
              <a:gd name="connsiteX14-8313" fmla="*/ 1369190 w 2107590"/>
              <a:gd name="connsiteY14-8314" fmla="*/ 92646 h 2160513"/>
              <a:gd name="connsiteX15-8315" fmla="*/ 1772045 w 2107590"/>
              <a:gd name="connsiteY15-8316" fmla="*/ 359840 h 2160513"/>
              <a:gd name="connsiteX16-8317" fmla="*/ 1752572 w 2107590"/>
              <a:gd name="connsiteY16-8318" fmla="*/ 342677 h 2160513"/>
              <a:gd name="connsiteX17-8319" fmla="*/ 2013140 w 2107590"/>
              <a:gd name="connsiteY17-8320" fmla="*/ 736265 h 2160513"/>
              <a:gd name="connsiteX18-8321" fmla="*/ 2004983 w 2107590"/>
              <a:gd name="connsiteY18-8322" fmla="*/ 716533 h 2160513"/>
              <a:gd name="connsiteX19-8323" fmla="*/ 2095472 w 2107590"/>
              <a:gd name="connsiteY19-8324" fmla="*/ 1073721 h 2160513"/>
              <a:gd name="connsiteX20-8325" fmla="*/ 1826390 w 2107590"/>
              <a:gd name="connsiteY20-8326" fmla="*/ 1311846 h 2160513"/>
              <a:gd name="connsiteX21-8327" fmla="*/ 1821627 w 2107590"/>
              <a:gd name="connsiteY21-8328" fmla="*/ 1264221 h 2160513"/>
              <a:gd name="connsiteX22-8329" fmla="*/ 1488252 w 2107590"/>
              <a:gd name="connsiteY22-8330" fmla="*/ 1595214 h 2160513"/>
              <a:gd name="connsiteX23-8331" fmla="*/ 1388239 w 2107590"/>
              <a:gd name="connsiteY23-8332" fmla="*/ 1492821 h 2160513"/>
              <a:gd name="connsiteX24-8333" fmla="*/ 1889668 w 2107590"/>
              <a:gd name="connsiteY24-8334" fmla="*/ 1175665 h 2160513"/>
              <a:gd name="connsiteX25-8335" fmla="*/ 1912797 w 2107590"/>
              <a:gd name="connsiteY25-8336" fmla="*/ 1135089 h 2160513"/>
              <a:gd name="connsiteX26-8337" fmla="*/ 1775980 w 2107590"/>
              <a:gd name="connsiteY26-8338" fmla="*/ 1553577 h 2160513"/>
              <a:gd name="connsiteX27-8339" fmla="*/ 1235792 w 2107590"/>
              <a:gd name="connsiteY27-8340" fmla="*/ 1580715 h 2160513"/>
              <a:gd name="connsiteX28-8341" fmla="*/ 1344220 w 2107590"/>
              <a:gd name="connsiteY28-8342" fmla="*/ 1905742 h 2160513"/>
              <a:gd name="connsiteX0-8343" fmla="*/ 1575697 w 2107590"/>
              <a:gd name="connsiteY0-8344" fmla="*/ 2160513 h 2160513"/>
              <a:gd name="connsiteX1-8345" fmla="*/ 956854 w 2107590"/>
              <a:gd name="connsiteY1-8346" fmla="*/ 1258279 h 2160513"/>
              <a:gd name="connsiteX2-8347" fmla="*/ 863892 w 2107590"/>
              <a:gd name="connsiteY2-8348" fmla="*/ 1345253 h 2160513"/>
              <a:gd name="connsiteX3-8349" fmla="*/ 1026241 w 2107590"/>
              <a:gd name="connsiteY3-8350" fmla="*/ 1144473 h 2160513"/>
              <a:gd name="connsiteX4-8351" fmla="*/ 908876 w 2107590"/>
              <a:gd name="connsiteY4-8352" fmla="*/ 743032 h 2160513"/>
              <a:gd name="connsiteX5-8353" fmla="*/ 1054863 w 2107590"/>
              <a:gd name="connsiteY5-8354" fmla="*/ 807021 h 2160513"/>
              <a:gd name="connsiteX6-8355" fmla="*/ 766732 w 2107590"/>
              <a:gd name="connsiteY6-8356" fmla="*/ 928463 h 2160513"/>
              <a:gd name="connsiteX7-8357" fmla="*/ 228569 w 2107590"/>
              <a:gd name="connsiteY7-8358" fmla="*/ 1030857 h 2160513"/>
              <a:gd name="connsiteX8-8359" fmla="*/ 102364 w 2107590"/>
              <a:gd name="connsiteY8-8360" fmla="*/ 578421 h 2160513"/>
              <a:gd name="connsiteX9-8361" fmla="*/ 334972 w 2107590"/>
              <a:gd name="connsiteY9-8362" fmla="*/ 266829 h 2160513"/>
              <a:gd name="connsiteX10-8363" fmla="*/ 754827 w 2107590"/>
              <a:gd name="connsiteY10-8364" fmla="*/ 47401 h 2160513"/>
              <a:gd name="connsiteX11-8365" fmla="*/ 759590 w 2107590"/>
              <a:gd name="connsiteY11-8366" fmla="*/ 95027 h 2160513"/>
              <a:gd name="connsiteX12-8367" fmla="*/ 771497 w 2107590"/>
              <a:gd name="connsiteY12-8368" fmla="*/ 35497 h 2160513"/>
              <a:gd name="connsiteX13-8369" fmla="*/ 1341273 w 2107590"/>
              <a:gd name="connsiteY13-8370" fmla="*/ 79182 h 2160513"/>
              <a:gd name="connsiteX14-8371" fmla="*/ 1369190 w 2107590"/>
              <a:gd name="connsiteY14-8372" fmla="*/ 92646 h 2160513"/>
              <a:gd name="connsiteX15-8373" fmla="*/ 1772045 w 2107590"/>
              <a:gd name="connsiteY15-8374" fmla="*/ 359840 h 2160513"/>
              <a:gd name="connsiteX16-8375" fmla="*/ 1752572 w 2107590"/>
              <a:gd name="connsiteY16-8376" fmla="*/ 342677 h 2160513"/>
              <a:gd name="connsiteX17-8377" fmla="*/ 2013140 w 2107590"/>
              <a:gd name="connsiteY17-8378" fmla="*/ 736265 h 2160513"/>
              <a:gd name="connsiteX18-8379" fmla="*/ 2004983 w 2107590"/>
              <a:gd name="connsiteY18-8380" fmla="*/ 716533 h 2160513"/>
              <a:gd name="connsiteX19-8381" fmla="*/ 2095472 w 2107590"/>
              <a:gd name="connsiteY19-8382" fmla="*/ 1073721 h 2160513"/>
              <a:gd name="connsiteX20-8383" fmla="*/ 1826390 w 2107590"/>
              <a:gd name="connsiteY20-8384" fmla="*/ 1311846 h 2160513"/>
              <a:gd name="connsiteX21-8385" fmla="*/ 1821627 w 2107590"/>
              <a:gd name="connsiteY21-8386" fmla="*/ 1264221 h 2160513"/>
              <a:gd name="connsiteX22-8387" fmla="*/ 1488252 w 2107590"/>
              <a:gd name="connsiteY22-8388" fmla="*/ 1595214 h 2160513"/>
              <a:gd name="connsiteX23-8389" fmla="*/ 1388239 w 2107590"/>
              <a:gd name="connsiteY23-8390" fmla="*/ 1492821 h 2160513"/>
              <a:gd name="connsiteX24-8391" fmla="*/ 1889668 w 2107590"/>
              <a:gd name="connsiteY24-8392" fmla="*/ 1175665 h 2160513"/>
              <a:gd name="connsiteX25-8393" fmla="*/ 1912797 w 2107590"/>
              <a:gd name="connsiteY25-8394" fmla="*/ 1135089 h 2160513"/>
              <a:gd name="connsiteX26-8395" fmla="*/ 1775980 w 2107590"/>
              <a:gd name="connsiteY26-8396" fmla="*/ 1553577 h 2160513"/>
              <a:gd name="connsiteX27-8397" fmla="*/ 1235792 w 2107590"/>
              <a:gd name="connsiteY27-8398" fmla="*/ 1580715 h 2160513"/>
              <a:gd name="connsiteX28-8399" fmla="*/ 1344220 w 2107590"/>
              <a:gd name="connsiteY28-8400" fmla="*/ 1905742 h 2160513"/>
              <a:gd name="connsiteX0-8401" fmla="*/ 1575697 w 2107590"/>
              <a:gd name="connsiteY0-8402" fmla="*/ 2160513 h 2160513"/>
              <a:gd name="connsiteX1-8403" fmla="*/ 956854 w 2107590"/>
              <a:gd name="connsiteY1-8404" fmla="*/ 1258279 h 2160513"/>
              <a:gd name="connsiteX2-8405" fmla="*/ 863892 w 2107590"/>
              <a:gd name="connsiteY2-8406" fmla="*/ 1345253 h 2160513"/>
              <a:gd name="connsiteX3-8407" fmla="*/ 1026241 w 2107590"/>
              <a:gd name="connsiteY3-8408" fmla="*/ 1144473 h 2160513"/>
              <a:gd name="connsiteX4-8409" fmla="*/ 908876 w 2107590"/>
              <a:gd name="connsiteY4-8410" fmla="*/ 743032 h 2160513"/>
              <a:gd name="connsiteX5-8411" fmla="*/ 1054863 w 2107590"/>
              <a:gd name="connsiteY5-8412" fmla="*/ 807021 h 2160513"/>
              <a:gd name="connsiteX6-8413" fmla="*/ 766732 w 2107590"/>
              <a:gd name="connsiteY6-8414" fmla="*/ 928463 h 2160513"/>
              <a:gd name="connsiteX7-8415" fmla="*/ 228569 w 2107590"/>
              <a:gd name="connsiteY7-8416" fmla="*/ 1030857 h 2160513"/>
              <a:gd name="connsiteX8-8417" fmla="*/ 102364 w 2107590"/>
              <a:gd name="connsiteY8-8418" fmla="*/ 578421 h 2160513"/>
              <a:gd name="connsiteX9-8419" fmla="*/ 334972 w 2107590"/>
              <a:gd name="connsiteY9-8420" fmla="*/ 266829 h 2160513"/>
              <a:gd name="connsiteX10-8421" fmla="*/ 754827 w 2107590"/>
              <a:gd name="connsiteY10-8422" fmla="*/ 47401 h 2160513"/>
              <a:gd name="connsiteX11-8423" fmla="*/ 759590 w 2107590"/>
              <a:gd name="connsiteY11-8424" fmla="*/ 95027 h 2160513"/>
              <a:gd name="connsiteX12-8425" fmla="*/ 771497 w 2107590"/>
              <a:gd name="connsiteY12-8426" fmla="*/ 35497 h 2160513"/>
              <a:gd name="connsiteX13-8427" fmla="*/ 1341273 w 2107590"/>
              <a:gd name="connsiteY13-8428" fmla="*/ 79182 h 2160513"/>
              <a:gd name="connsiteX14-8429" fmla="*/ 1369190 w 2107590"/>
              <a:gd name="connsiteY14-8430" fmla="*/ 92646 h 2160513"/>
              <a:gd name="connsiteX15-8431" fmla="*/ 1772045 w 2107590"/>
              <a:gd name="connsiteY15-8432" fmla="*/ 359840 h 2160513"/>
              <a:gd name="connsiteX16-8433" fmla="*/ 1752572 w 2107590"/>
              <a:gd name="connsiteY16-8434" fmla="*/ 342677 h 2160513"/>
              <a:gd name="connsiteX17-8435" fmla="*/ 2013140 w 2107590"/>
              <a:gd name="connsiteY17-8436" fmla="*/ 736265 h 2160513"/>
              <a:gd name="connsiteX18-8437" fmla="*/ 2004983 w 2107590"/>
              <a:gd name="connsiteY18-8438" fmla="*/ 716533 h 2160513"/>
              <a:gd name="connsiteX19-8439" fmla="*/ 2095472 w 2107590"/>
              <a:gd name="connsiteY19-8440" fmla="*/ 1073721 h 2160513"/>
              <a:gd name="connsiteX20-8441" fmla="*/ 1826390 w 2107590"/>
              <a:gd name="connsiteY20-8442" fmla="*/ 1311846 h 2160513"/>
              <a:gd name="connsiteX21-8443" fmla="*/ 1821627 w 2107590"/>
              <a:gd name="connsiteY21-8444" fmla="*/ 1264221 h 2160513"/>
              <a:gd name="connsiteX22-8445" fmla="*/ 1488252 w 2107590"/>
              <a:gd name="connsiteY22-8446" fmla="*/ 1595214 h 2160513"/>
              <a:gd name="connsiteX23-8447" fmla="*/ 1388239 w 2107590"/>
              <a:gd name="connsiteY23-8448" fmla="*/ 1492821 h 2160513"/>
              <a:gd name="connsiteX24-8449" fmla="*/ 1889668 w 2107590"/>
              <a:gd name="connsiteY24-8450" fmla="*/ 1175665 h 2160513"/>
              <a:gd name="connsiteX25-8451" fmla="*/ 1912797 w 2107590"/>
              <a:gd name="connsiteY25-8452" fmla="*/ 1135089 h 2160513"/>
              <a:gd name="connsiteX26-8453" fmla="*/ 1775980 w 2107590"/>
              <a:gd name="connsiteY26-8454" fmla="*/ 1553577 h 2160513"/>
              <a:gd name="connsiteX27-8455" fmla="*/ 1235792 w 2107590"/>
              <a:gd name="connsiteY27-8456" fmla="*/ 1580715 h 2160513"/>
              <a:gd name="connsiteX28-8457" fmla="*/ 1344220 w 2107590"/>
              <a:gd name="connsiteY28-8458" fmla="*/ 1905742 h 2160513"/>
              <a:gd name="connsiteX0-8459" fmla="*/ 1575697 w 2107590"/>
              <a:gd name="connsiteY0-8460" fmla="*/ 2160513 h 2160513"/>
              <a:gd name="connsiteX1-8461" fmla="*/ 956854 w 2107590"/>
              <a:gd name="connsiteY1-8462" fmla="*/ 1258279 h 2160513"/>
              <a:gd name="connsiteX2-8463" fmla="*/ 863892 w 2107590"/>
              <a:gd name="connsiteY2-8464" fmla="*/ 1345253 h 2160513"/>
              <a:gd name="connsiteX3-8465" fmla="*/ 1026241 w 2107590"/>
              <a:gd name="connsiteY3-8466" fmla="*/ 1144473 h 2160513"/>
              <a:gd name="connsiteX4-8467" fmla="*/ 908876 w 2107590"/>
              <a:gd name="connsiteY4-8468" fmla="*/ 743032 h 2160513"/>
              <a:gd name="connsiteX5-8469" fmla="*/ 1054863 w 2107590"/>
              <a:gd name="connsiteY5-8470" fmla="*/ 807021 h 2160513"/>
              <a:gd name="connsiteX6-8471" fmla="*/ 766732 w 2107590"/>
              <a:gd name="connsiteY6-8472" fmla="*/ 928463 h 2160513"/>
              <a:gd name="connsiteX7-8473" fmla="*/ 228569 w 2107590"/>
              <a:gd name="connsiteY7-8474" fmla="*/ 1030857 h 2160513"/>
              <a:gd name="connsiteX8-8475" fmla="*/ 102364 w 2107590"/>
              <a:gd name="connsiteY8-8476" fmla="*/ 578421 h 2160513"/>
              <a:gd name="connsiteX9-8477" fmla="*/ 334972 w 2107590"/>
              <a:gd name="connsiteY9-8478" fmla="*/ 266829 h 2160513"/>
              <a:gd name="connsiteX10-8479" fmla="*/ 754827 w 2107590"/>
              <a:gd name="connsiteY10-8480" fmla="*/ 47401 h 2160513"/>
              <a:gd name="connsiteX11-8481" fmla="*/ 759590 w 2107590"/>
              <a:gd name="connsiteY11-8482" fmla="*/ 95027 h 2160513"/>
              <a:gd name="connsiteX12-8483" fmla="*/ 771497 w 2107590"/>
              <a:gd name="connsiteY12-8484" fmla="*/ 35497 h 2160513"/>
              <a:gd name="connsiteX13-8485" fmla="*/ 1341273 w 2107590"/>
              <a:gd name="connsiteY13-8486" fmla="*/ 79182 h 2160513"/>
              <a:gd name="connsiteX14-8487" fmla="*/ 1369190 w 2107590"/>
              <a:gd name="connsiteY14-8488" fmla="*/ 92646 h 2160513"/>
              <a:gd name="connsiteX15-8489" fmla="*/ 1772045 w 2107590"/>
              <a:gd name="connsiteY15-8490" fmla="*/ 359840 h 2160513"/>
              <a:gd name="connsiteX16-8491" fmla="*/ 1752572 w 2107590"/>
              <a:gd name="connsiteY16-8492" fmla="*/ 342677 h 2160513"/>
              <a:gd name="connsiteX17-8493" fmla="*/ 2013140 w 2107590"/>
              <a:gd name="connsiteY17-8494" fmla="*/ 736265 h 2160513"/>
              <a:gd name="connsiteX18-8495" fmla="*/ 2004983 w 2107590"/>
              <a:gd name="connsiteY18-8496" fmla="*/ 716533 h 2160513"/>
              <a:gd name="connsiteX19-8497" fmla="*/ 2095472 w 2107590"/>
              <a:gd name="connsiteY19-8498" fmla="*/ 1073721 h 2160513"/>
              <a:gd name="connsiteX20-8499" fmla="*/ 1826390 w 2107590"/>
              <a:gd name="connsiteY20-8500" fmla="*/ 1311846 h 2160513"/>
              <a:gd name="connsiteX21-8501" fmla="*/ 1821627 w 2107590"/>
              <a:gd name="connsiteY21-8502" fmla="*/ 1264221 h 2160513"/>
              <a:gd name="connsiteX22-8503" fmla="*/ 1488252 w 2107590"/>
              <a:gd name="connsiteY22-8504" fmla="*/ 1595214 h 2160513"/>
              <a:gd name="connsiteX23-8505" fmla="*/ 1388239 w 2107590"/>
              <a:gd name="connsiteY23-8506" fmla="*/ 1492821 h 2160513"/>
              <a:gd name="connsiteX24-8507" fmla="*/ 1650177 w 2107590"/>
              <a:gd name="connsiteY24-8508" fmla="*/ 1068958 h 2160513"/>
              <a:gd name="connsiteX25-8509" fmla="*/ 1889668 w 2107590"/>
              <a:gd name="connsiteY25-8510" fmla="*/ 1175665 h 2160513"/>
              <a:gd name="connsiteX26-8511" fmla="*/ 1912797 w 2107590"/>
              <a:gd name="connsiteY26-8512" fmla="*/ 1135089 h 2160513"/>
              <a:gd name="connsiteX27-8513" fmla="*/ 1775980 w 2107590"/>
              <a:gd name="connsiteY27-8514" fmla="*/ 1553577 h 2160513"/>
              <a:gd name="connsiteX28-8515" fmla="*/ 1235792 w 2107590"/>
              <a:gd name="connsiteY28-8516" fmla="*/ 1580715 h 2160513"/>
              <a:gd name="connsiteX29" fmla="*/ 1344220 w 2107590"/>
              <a:gd name="connsiteY29" fmla="*/ 1905742 h 2160513"/>
              <a:gd name="connsiteX0-8517" fmla="*/ 1575697 w 2107590"/>
              <a:gd name="connsiteY0-8518" fmla="*/ 2160513 h 2160513"/>
              <a:gd name="connsiteX1-8519" fmla="*/ 956854 w 2107590"/>
              <a:gd name="connsiteY1-8520" fmla="*/ 1258279 h 2160513"/>
              <a:gd name="connsiteX2-8521" fmla="*/ 863892 w 2107590"/>
              <a:gd name="connsiteY2-8522" fmla="*/ 1345253 h 2160513"/>
              <a:gd name="connsiteX3-8523" fmla="*/ 1026241 w 2107590"/>
              <a:gd name="connsiteY3-8524" fmla="*/ 1144473 h 2160513"/>
              <a:gd name="connsiteX4-8525" fmla="*/ 908876 w 2107590"/>
              <a:gd name="connsiteY4-8526" fmla="*/ 743032 h 2160513"/>
              <a:gd name="connsiteX5-8527" fmla="*/ 1054863 w 2107590"/>
              <a:gd name="connsiteY5-8528" fmla="*/ 807021 h 2160513"/>
              <a:gd name="connsiteX6-8529" fmla="*/ 766732 w 2107590"/>
              <a:gd name="connsiteY6-8530" fmla="*/ 928463 h 2160513"/>
              <a:gd name="connsiteX7-8531" fmla="*/ 228569 w 2107590"/>
              <a:gd name="connsiteY7-8532" fmla="*/ 1030857 h 2160513"/>
              <a:gd name="connsiteX8-8533" fmla="*/ 102364 w 2107590"/>
              <a:gd name="connsiteY8-8534" fmla="*/ 578421 h 2160513"/>
              <a:gd name="connsiteX9-8535" fmla="*/ 334972 w 2107590"/>
              <a:gd name="connsiteY9-8536" fmla="*/ 266829 h 2160513"/>
              <a:gd name="connsiteX10-8537" fmla="*/ 754827 w 2107590"/>
              <a:gd name="connsiteY10-8538" fmla="*/ 47401 h 2160513"/>
              <a:gd name="connsiteX11-8539" fmla="*/ 759590 w 2107590"/>
              <a:gd name="connsiteY11-8540" fmla="*/ 95027 h 2160513"/>
              <a:gd name="connsiteX12-8541" fmla="*/ 771497 w 2107590"/>
              <a:gd name="connsiteY12-8542" fmla="*/ 35497 h 2160513"/>
              <a:gd name="connsiteX13-8543" fmla="*/ 1341273 w 2107590"/>
              <a:gd name="connsiteY13-8544" fmla="*/ 79182 h 2160513"/>
              <a:gd name="connsiteX14-8545" fmla="*/ 1369190 w 2107590"/>
              <a:gd name="connsiteY14-8546" fmla="*/ 92646 h 2160513"/>
              <a:gd name="connsiteX15-8547" fmla="*/ 1772045 w 2107590"/>
              <a:gd name="connsiteY15-8548" fmla="*/ 359840 h 2160513"/>
              <a:gd name="connsiteX16-8549" fmla="*/ 1752572 w 2107590"/>
              <a:gd name="connsiteY16-8550" fmla="*/ 342677 h 2160513"/>
              <a:gd name="connsiteX17-8551" fmla="*/ 2013140 w 2107590"/>
              <a:gd name="connsiteY17-8552" fmla="*/ 736265 h 2160513"/>
              <a:gd name="connsiteX18-8553" fmla="*/ 2004983 w 2107590"/>
              <a:gd name="connsiteY18-8554" fmla="*/ 716533 h 2160513"/>
              <a:gd name="connsiteX19-8555" fmla="*/ 2095472 w 2107590"/>
              <a:gd name="connsiteY19-8556" fmla="*/ 1073721 h 2160513"/>
              <a:gd name="connsiteX20-8557" fmla="*/ 1826390 w 2107590"/>
              <a:gd name="connsiteY20-8558" fmla="*/ 1311846 h 2160513"/>
              <a:gd name="connsiteX21-8559" fmla="*/ 1821627 w 2107590"/>
              <a:gd name="connsiteY21-8560" fmla="*/ 1264221 h 2160513"/>
              <a:gd name="connsiteX22-8561" fmla="*/ 1488252 w 2107590"/>
              <a:gd name="connsiteY22-8562" fmla="*/ 1595214 h 2160513"/>
              <a:gd name="connsiteX23-8563" fmla="*/ 1388239 w 2107590"/>
              <a:gd name="connsiteY23-8564" fmla="*/ 1492821 h 2160513"/>
              <a:gd name="connsiteX24-8565" fmla="*/ 1650177 w 2107590"/>
              <a:gd name="connsiteY24-8566" fmla="*/ 1068958 h 2160513"/>
              <a:gd name="connsiteX25-8567" fmla="*/ 1889668 w 2107590"/>
              <a:gd name="connsiteY25-8568" fmla="*/ 1175665 h 2160513"/>
              <a:gd name="connsiteX26-8569" fmla="*/ 1912797 w 2107590"/>
              <a:gd name="connsiteY26-8570" fmla="*/ 1135089 h 2160513"/>
              <a:gd name="connsiteX27-8571" fmla="*/ 1775980 w 2107590"/>
              <a:gd name="connsiteY27-8572" fmla="*/ 1553577 h 2160513"/>
              <a:gd name="connsiteX28-8573" fmla="*/ 1235792 w 2107590"/>
              <a:gd name="connsiteY28-8574" fmla="*/ 1580715 h 2160513"/>
              <a:gd name="connsiteX29-8575" fmla="*/ 1344220 w 2107590"/>
              <a:gd name="connsiteY29-8576" fmla="*/ 1905742 h 2160513"/>
              <a:gd name="connsiteX0-8577" fmla="*/ 1575697 w 2107590"/>
              <a:gd name="connsiteY0-8578" fmla="*/ 2160513 h 2160513"/>
              <a:gd name="connsiteX1-8579" fmla="*/ 956854 w 2107590"/>
              <a:gd name="connsiteY1-8580" fmla="*/ 1258279 h 2160513"/>
              <a:gd name="connsiteX2-8581" fmla="*/ 863892 w 2107590"/>
              <a:gd name="connsiteY2-8582" fmla="*/ 1345253 h 2160513"/>
              <a:gd name="connsiteX3-8583" fmla="*/ 1026241 w 2107590"/>
              <a:gd name="connsiteY3-8584" fmla="*/ 1144473 h 2160513"/>
              <a:gd name="connsiteX4-8585" fmla="*/ 908876 w 2107590"/>
              <a:gd name="connsiteY4-8586" fmla="*/ 743032 h 2160513"/>
              <a:gd name="connsiteX5-8587" fmla="*/ 1054863 w 2107590"/>
              <a:gd name="connsiteY5-8588" fmla="*/ 807021 h 2160513"/>
              <a:gd name="connsiteX6-8589" fmla="*/ 766732 w 2107590"/>
              <a:gd name="connsiteY6-8590" fmla="*/ 928463 h 2160513"/>
              <a:gd name="connsiteX7-8591" fmla="*/ 228569 w 2107590"/>
              <a:gd name="connsiteY7-8592" fmla="*/ 1030857 h 2160513"/>
              <a:gd name="connsiteX8-8593" fmla="*/ 102364 w 2107590"/>
              <a:gd name="connsiteY8-8594" fmla="*/ 578421 h 2160513"/>
              <a:gd name="connsiteX9-8595" fmla="*/ 334972 w 2107590"/>
              <a:gd name="connsiteY9-8596" fmla="*/ 266829 h 2160513"/>
              <a:gd name="connsiteX10-8597" fmla="*/ 754827 w 2107590"/>
              <a:gd name="connsiteY10-8598" fmla="*/ 47401 h 2160513"/>
              <a:gd name="connsiteX11-8599" fmla="*/ 759590 w 2107590"/>
              <a:gd name="connsiteY11-8600" fmla="*/ 95027 h 2160513"/>
              <a:gd name="connsiteX12-8601" fmla="*/ 771497 w 2107590"/>
              <a:gd name="connsiteY12-8602" fmla="*/ 35497 h 2160513"/>
              <a:gd name="connsiteX13-8603" fmla="*/ 1341273 w 2107590"/>
              <a:gd name="connsiteY13-8604" fmla="*/ 79182 h 2160513"/>
              <a:gd name="connsiteX14-8605" fmla="*/ 1369190 w 2107590"/>
              <a:gd name="connsiteY14-8606" fmla="*/ 92646 h 2160513"/>
              <a:gd name="connsiteX15-8607" fmla="*/ 1772045 w 2107590"/>
              <a:gd name="connsiteY15-8608" fmla="*/ 359840 h 2160513"/>
              <a:gd name="connsiteX16-8609" fmla="*/ 1752572 w 2107590"/>
              <a:gd name="connsiteY16-8610" fmla="*/ 342677 h 2160513"/>
              <a:gd name="connsiteX17-8611" fmla="*/ 2013140 w 2107590"/>
              <a:gd name="connsiteY17-8612" fmla="*/ 736265 h 2160513"/>
              <a:gd name="connsiteX18-8613" fmla="*/ 2004983 w 2107590"/>
              <a:gd name="connsiteY18-8614" fmla="*/ 716533 h 2160513"/>
              <a:gd name="connsiteX19-8615" fmla="*/ 2095472 w 2107590"/>
              <a:gd name="connsiteY19-8616" fmla="*/ 1073721 h 2160513"/>
              <a:gd name="connsiteX20-8617" fmla="*/ 1826390 w 2107590"/>
              <a:gd name="connsiteY20-8618" fmla="*/ 1311846 h 2160513"/>
              <a:gd name="connsiteX21-8619" fmla="*/ 1821627 w 2107590"/>
              <a:gd name="connsiteY21-8620" fmla="*/ 1264221 h 2160513"/>
              <a:gd name="connsiteX22-8621" fmla="*/ 1488252 w 2107590"/>
              <a:gd name="connsiteY22-8622" fmla="*/ 1595214 h 2160513"/>
              <a:gd name="connsiteX23-8623" fmla="*/ 1388239 w 2107590"/>
              <a:gd name="connsiteY23-8624" fmla="*/ 1492821 h 2160513"/>
              <a:gd name="connsiteX24-8625" fmla="*/ 1650177 w 2107590"/>
              <a:gd name="connsiteY24-8626" fmla="*/ 1068958 h 2160513"/>
              <a:gd name="connsiteX25-8627" fmla="*/ 1889668 w 2107590"/>
              <a:gd name="connsiteY25-8628" fmla="*/ 1175665 h 2160513"/>
              <a:gd name="connsiteX26-8629" fmla="*/ 1912797 w 2107590"/>
              <a:gd name="connsiteY26-8630" fmla="*/ 1135089 h 2160513"/>
              <a:gd name="connsiteX27-8631" fmla="*/ 1775980 w 2107590"/>
              <a:gd name="connsiteY27-8632" fmla="*/ 1553577 h 2160513"/>
              <a:gd name="connsiteX28-8633" fmla="*/ 1235792 w 2107590"/>
              <a:gd name="connsiteY28-8634" fmla="*/ 1580715 h 2160513"/>
              <a:gd name="connsiteX29-8635" fmla="*/ 1344220 w 2107590"/>
              <a:gd name="connsiteY29-8636" fmla="*/ 1905742 h 2160513"/>
              <a:gd name="connsiteX0-8637" fmla="*/ 1575697 w 2107590"/>
              <a:gd name="connsiteY0-8638" fmla="*/ 2160513 h 2160513"/>
              <a:gd name="connsiteX1-8639" fmla="*/ 956854 w 2107590"/>
              <a:gd name="connsiteY1-8640" fmla="*/ 1258279 h 2160513"/>
              <a:gd name="connsiteX2-8641" fmla="*/ 863892 w 2107590"/>
              <a:gd name="connsiteY2-8642" fmla="*/ 1345253 h 2160513"/>
              <a:gd name="connsiteX3-8643" fmla="*/ 1026241 w 2107590"/>
              <a:gd name="connsiteY3-8644" fmla="*/ 1144473 h 2160513"/>
              <a:gd name="connsiteX4-8645" fmla="*/ 908876 w 2107590"/>
              <a:gd name="connsiteY4-8646" fmla="*/ 743032 h 2160513"/>
              <a:gd name="connsiteX5-8647" fmla="*/ 1054863 w 2107590"/>
              <a:gd name="connsiteY5-8648" fmla="*/ 807021 h 2160513"/>
              <a:gd name="connsiteX6-8649" fmla="*/ 766732 w 2107590"/>
              <a:gd name="connsiteY6-8650" fmla="*/ 928463 h 2160513"/>
              <a:gd name="connsiteX7-8651" fmla="*/ 228569 w 2107590"/>
              <a:gd name="connsiteY7-8652" fmla="*/ 1030857 h 2160513"/>
              <a:gd name="connsiteX8-8653" fmla="*/ 102364 w 2107590"/>
              <a:gd name="connsiteY8-8654" fmla="*/ 578421 h 2160513"/>
              <a:gd name="connsiteX9-8655" fmla="*/ 334972 w 2107590"/>
              <a:gd name="connsiteY9-8656" fmla="*/ 266829 h 2160513"/>
              <a:gd name="connsiteX10-8657" fmla="*/ 754827 w 2107590"/>
              <a:gd name="connsiteY10-8658" fmla="*/ 47401 h 2160513"/>
              <a:gd name="connsiteX11-8659" fmla="*/ 759590 w 2107590"/>
              <a:gd name="connsiteY11-8660" fmla="*/ 95027 h 2160513"/>
              <a:gd name="connsiteX12-8661" fmla="*/ 771497 w 2107590"/>
              <a:gd name="connsiteY12-8662" fmla="*/ 35497 h 2160513"/>
              <a:gd name="connsiteX13-8663" fmla="*/ 1341273 w 2107590"/>
              <a:gd name="connsiteY13-8664" fmla="*/ 79182 h 2160513"/>
              <a:gd name="connsiteX14-8665" fmla="*/ 1369190 w 2107590"/>
              <a:gd name="connsiteY14-8666" fmla="*/ 92646 h 2160513"/>
              <a:gd name="connsiteX15-8667" fmla="*/ 1772045 w 2107590"/>
              <a:gd name="connsiteY15-8668" fmla="*/ 359840 h 2160513"/>
              <a:gd name="connsiteX16-8669" fmla="*/ 1752572 w 2107590"/>
              <a:gd name="connsiteY16-8670" fmla="*/ 342677 h 2160513"/>
              <a:gd name="connsiteX17-8671" fmla="*/ 2013140 w 2107590"/>
              <a:gd name="connsiteY17-8672" fmla="*/ 736265 h 2160513"/>
              <a:gd name="connsiteX18-8673" fmla="*/ 2004983 w 2107590"/>
              <a:gd name="connsiteY18-8674" fmla="*/ 716533 h 2160513"/>
              <a:gd name="connsiteX19-8675" fmla="*/ 2095472 w 2107590"/>
              <a:gd name="connsiteY19-8676" fmla="*/ 1073721 h 2160513"/>
              <a:gd name="connsiteX20-8677" fmla="*/ 1826390 w 2107590"/>
              <a:gd name="connsiteY20-8678" fmla="*/ 1311846 h 2160513"/>
              <a:gd name="connsiteX21-8679" fmla="*/ 1821627 w 2107590"/>
              <a:gd name="connsiteY21-8680" fmla="*/ 1264221 h 2160513"/>
              <a:gd name="connsiteX22-8681" fmla="*/ 1488252 w 2107590"/>
              <a:gd name="connsiteY22-8682" fmla="*/ 1595214 h 2160513"/>
              <a:gd name="connsiteX23-8683" fmla="*/ 1388239 w 2107590"/>
              <a:gd name="connsiteY23-8684" fmla="*/ 1492821 h 2160513"/>
              <a:gd name="connsiteX24-8685" fmla="*/ 1650177 w 2107590"/>
              <a:gd name="connsiteY24-8686" fmla="*/ 1068958 h 2160513"/>
              <a:gd name="connsiteX25-8687" fmla="*/ 1889668 w 2107590"/>
              <a:gd name="connsiteY25-8688" fmla="*/ 1175665 h 2160513"/>
              <a:gd name="connsiteX26-8689" fmla="*/ 1912797 w 2107590"/>
              <a:gd name="connsiteY26-8690" fmla="*/ 1135089 h 2160513"/>
              <a:gd name="connsiteX27-8691" fmla="*/ 1775980 w 2107590"/>
              <a:gd name="connsiteY27-8692" fmla="*/ 1553577 h 2160513"/>
              <a:gd name="connsiteX28-8693" fmla="*/ 1235792 w 2107590"/>
              <a:gd name="connsiteY28-8694" fmla="*/ 1580715 h 2160513"/>
              <a:gd name="connsiteX29-8695" fmla="*/ 1344220 w 2107590"/>
              <a:gd name="connsiteY29-8696" fmla="*/ 1905742 h 2160513"/>
              <a:gd name="connsiteX0-8697" fmla="*/ 1575697 w 2107590"/>
              <a:gd name="connsiteY0-8698" fmla="*/ 2160513 h 2160513"/>
              <a:gd name="connsiteX1-8699" fmla="*/ 956854 w 2107590"/>
              <a:gd name="connsiteY1-8700" fmla="*/ 1258279 h 2160513"/>
              <a:gd name="connsiteX2-8701" fmla="*/ 863892 w 2107590"/>
              <a:gd name="connsiteY2-8702" fmla="*/ 1345253 h 2160513"/>
              <a:gd name="connsiteX3-8703" fmla="*/ 1026241 w 2107590"/>
              <a:gd name="connsiteY3-8704" fmla="*/ 1144473 h 2160513"/>
              <a:gd name="connsiteX4-8705" fmla="*/ 908876 w 2107590"/>
              <a:gd name="connsiteY4-8706" fmla="*/ 743032 h 2160513"/>
              <a:gd name="connsiteX5-8707" fmla="*/ 1054863 w 2107590"/>
              <a:gd name="connsiteY5-8708" fmla="*/ 807021 h 2160513"/>
              <a:gd name="connsiteX6-8709" fmla="*/ 766732 w 2107590"/>
              <a:gd name="connsiteY6-8710" fmla="*/ 928463 h 2160513"/>
              <a:gd name="connsiteX7-8711" fmla="*/ 228569 w 2107590"/>
              <a:gd name="connsiteY7-8712" fmla="*/ 1030857 h 2160513"/>
              <a:gd name="connsiteX8-8713" fmla="*/ 102364 w 2107590"/>
              <a:gd name="connsiteY8-8714" fmla="*/ 578421 h 2160513"/>
              <a:gd name="connsiteX9-8715" fmla="*/ 334972 w 2107590"/>
              <a:gd name="connsiteY9-8716" fmla="*/ 266829 h 2160513"/>
              <a:gd name="connsiteX10-8717" fmla="*/ 754827 w 2107590"/>
              <a:gd name="connsiteY10-8718" fmla="*/ 47401 h 2160513"/>
              <a:gd name="connsiteX11-8719" fmla="*/ 759590 w 2107590"/>
              <a:gd name="connsiteY11-8720" fmla="*/ 95027 h 2160513"/>
              <a:gd name="connsiteX12-8721" fmla="*/ 771497 w 2107590"/>
              <a:gd name="connsiteY12-8722" fmla="*/ 35497 h 2160513"/>
              <a:gd name="connsiteX13-8723" fmla="*/ 1341273 w 2107590"/>
              <a:gd name="connsiteY13-8724" fmla="*/ 79182 h 2160513"/>
              <a:gd name="connsiteX14-8725" fmla="*/ 1369190 w 2107590"/>
              <a:gd name="connsiteY14-8726" fmla="*/ 92646 h 2160513"/>
              <a:gd name="connsiteX15-8727" fmla="*/ 1772045 w 2107590"/>
              <a:gd name="connsiteY15-8728" fmla="*/ 359840 h 2160513"/>
              <a:gd name="connsiteX16-8729" fmla="*/ 1752572 w 2107590"/>
              <a:gd name="connsiteY16-8730" fmla="*/ 342677 h 2160513"/>
              <a:gd name="connsiteX17-8731" fmla="*/ 2013140 w 2107590"/>
              <a:gd name="connsiteY17-8732" fmla="*/ 736265 h 2160513"/>
              <a:gd name="connsiteX18-8733" fmla="*/ 2004983 w 2107590"/>
              <a:gd name="connsiteY18-8734" fmla="*/ 716533 h 2160513"/>
              <a:gd name="connsiteX19-8735" fmla="*/ 2095472 w 2107590"/>
              <a:gd name="connsiteY19-8736" fmla="*/ 1073721 h 2160513"/>
              <a:gd name="connsiteX20-8737" fmla="*/ 1826390 w 2107590"/>
              <a:gd name="connsiteY20-8738" fmla="*/ 1311846 h 2160513"/>
              <a:gd name="connsiteX21-8739" fmla="*/ 1821627 w 2107590"/>
              <a:gd name="connsiteY21-8740" fmla="*/ 1264221 h 2160513"/>
              <a:gd name="connsiteX22-8741" fmla="*/ 1488252 w 2107590"/>
              <a:gd name="connsiteY22-8742" fmla="*/ 1595214 h 2160513"/>
              <a:gd name="connsiteX23-8743" fmla="*/ 1388239 w 2107590"/>
              <a:gd name="connsiteY23-8744" fmla="*/ 1492821 h 2160513"/>
              <a:gd name="connsiteX24-8745" fmla="*/ 1650177 w 2107590"/>
              <a:gd name="connsiteY24-8746" fmla="*/ 1068958 h 2160513"/>
              <a:gd name="connsiteX25-8747" fmla="*/ 1889668 w 2107590"/>
              <a:gd name="connsiteY25-8748" fmla="*/ 1175665 h 2160513"/>
              <a:gd name="connsiteX26-8749" fmla="*/ 1912797 w 2107590"/>
              <a:gd name="connsiteY26-8750" fmla="*/ 1135089 h 2160513"/>
              <a:gd name="connsiteX27-8751" fmla="*/ 1775980 w 2107590"/>
              <a:gd name="connsiteY27-8752" fmla="*/ 1553577 h 2160513"/>
              <a:gd name="connsiteX28-8753" fmla="*/ 1235792 w 2107590"/>
              <a:gd name="connsiteY28-8754" fmla="*/ 1580715 h 2160513"/>
              <a:gd name="connsiteX29-8755" fmla="*/ 1344220 w 2107590"/>
              <a:gd name="connsiteY29-8756" fmla="*/ 1905742 h 2160513"/>
              <a:gd name="connsiteX0-8757" fmla="*/ 1575697 w 2107590"/>
              <a:gd name="connsiteY0-8758" fmla="*/ 2160513 h 2160513"/>
              <a:gd name="connsiteX1-8759" fmla="*/ 956854 w 2107590"/>
              <a:gd name="connsiteY1-8760" fmla="*/ 1258279 h 2160513"/>
              <a:gd name="connsiteX2-8761" fmla="*/ 863892 w 2107590"/>
              <a:gd name="connsiteY2-8762" fmla="*/ 1345253 h 2160513"/>
              <a:gd name="connsiteX3-8763" fmla="*/ 1026241 w 2107590"/>
              <a:gd name="connsiteY3-8764" fmla="*/ 1144473 h 2160513"/>
              <a:gd name="connsiteX4-8765" fmla="*/ 908876 w 2107590"/>
              <a:gd name="connsiteY4-8766" fmla="*/ 743032 h 2160513"/>
              <a:gd name="connsiteX5-8767" fmla="*/ 1054863 w 2107590"/>
              <a:gd name="connsiteY5-8768" fmla="*/ 807021 h 2160513"/>
              <a:gd name="connsiteX6-8769" fmla="*/ 766732 w 2107590"/>
              <a:gd name="connsiteY6-8770" fmla="*/ 928463 h 2160513"/>
              <a:gd name="connsiteX7-8771" fmla="*/ 228569 w 2107590"/>
              <a:gd name="connsiteY7-8772" fmla="*/ 1030857 h 2160513"/>
              <a:gd name="connsiteX8-8773" fmla="*/ 102364 w 2107590"/>
              <a:gd name="connsiteY8-8774" fmla="*/ 578421 h 2160513"/>
              <a:gd name="connsiteX9-8775" fmla="*/ 334972 w 2107590"/>
              <a:gd name="connsiteY9-8776" fmla="*/ 266829 h 2160513"/>
              <a:gd name="connsiteX10-8777" fmla="*/ 754827 w 2107590"/>
              <a:gd name="connsiteY10-8778" fmla="*/ 47401 h 2160513"/>
              <a:gd name="connsiteX11-8779" fmla="*/ 759590 w 2107590"/>
              <a:gd name="connsiteY11-8780" fmla="*/ 95027 h 2160513"/>
              <a:gd name="connsiteX12-8781" fmla="*/ 771497 w 2107590"/>
              <a:gd name="connsiteY12-8782" fmla="*/ 35497 h 2160513"/>
              <a:gd name="connsiteX13-8783" fmla="*/ 1341273 w 2107590"/>
              <a:gd name="connsiteY13-8784" fmla="*/ 79182 h 2160513"/>
              <a:gd name="connsiteX14-8785" fmla="*/ 1369190 w 2107590"/>
              <a:gd name="connsiteY14-8786" fmla="*/ 92646 h 2160513"/>
              <a:gd name="connsiteX15-8787" fmla="*/ 1772045 w 2107590"/>
              <a:gd name="connsiteY15-8788" fmla="*/ 359840 h 2160513"/>
              <a:gd name="connsiteX16-8789" fmla="*/ 1752572 w 2107590"/>
              <a:gd name="connsiteY16-8790" fmla="*/ 342677 h 2160513"/>
              <a:gd name="connsiteX17-8791" fmla="*/ 2013140 w 2107590"/>
              <a:gd name="connsiteY17-8792" fmla="*/ 736265 h 2160513"/>
              <a:gd name="connsiteX18-8793" fmla="*/ 2004983 w 2107590"/>
              <a:gd name="connsiteY18-8794" fmla="*/ 716533 h 2160513"/>
              <a:gd name="connsiteX19-8795" fmla="*/ 2095472 w 2107590"/>
              <a:gd name="connsiteY19-8796" fmla="*/ 1073721 h 2160513"/>
              <a:gd name="connsiteX20-8797" fmla="*/ 1826390 w 2107590"/>
              <a:gd name="connsiteY20-8798" fmla="*/ 1311846 h 2160513"/>
              <a:gd name="connsiteX21-8799" fmla="*/ 1821627 w 2107590"/>
              <a:gd name="connsiteY21-8800" fmla="*/ 1264221 h 2160513"/>
              <a:gd name="connsiteX22-8801" fmla="*/ 1488252 w 2107590"/>
              <a:gd name="connsiteY22-8802" fmla="*/ 1595214 h 2160513"/>
              <a:gd name="connsiteX23-8803" fmla="*/ 1388239 w 2107590"/>
              <a:gd name="connsiteY23-8804" fmla="*/ 1492821 h 2160513"/>
              <a:gd name="connsiteX24-8805" fmla="*/ 1650177 w 2107590"/>
              <a:gd name="connsiteY24-8806" fmla="*/ 1068958 h 2160513"/>
              <a:gd name="connsiteX25-8807" fmla="*/ 1889668 w 2107590"/>
              <a:gd name="connsiteY25-8808" fmla="*/ 1175665 h 2160513"/>
              <a:gd name="connsiteX26-8809" fmla="*/ 1912797 w 2107590"/>
              <a:gd name="connsiteY26-8810" fmla="*/ 1135089 h 2160513"/>
              <a:gd name="connsiteX27-8811" fmla="*/ 1775980 w 2107590"/>
              <a:gd name="connsiteY27-8812" fmla="*/ 1553577 h 2160513"/>
              <a:gd name="connsiteX28-8813" fmla="*/ 1235792 w 2107590"/>
              <a:gd name="connsiteY28-8814" fmla="*/ 1580715 h 2160513"/>
              <a:gd name="connsiteX29-8815" fmla="*/ 1344220 w 2107590"/>
              <a:gd name="connsiteY29-8816" fmla="*/ 1905742 h 2160513"/>
              <a:gd name="connsiteX0-8817" fmla="*/ 1575697 w 2107590"/>
              <a:gd name="connsiteY0-8818" fmla="*/ 2160513 h 2160513"/>
              <a:gd name="connsiteX1-8819" fmla="*/ 956854 w 2107590"/>
              <a:gd name="connsiteY1-8820" fmla="*/ 1258279 h 2160513"/>
              <a:gd name="connsiteX2-8821" fmla="*/ 863892 w 2107590"/>
              <a:gd name="connsiteY2-8822" fmla="*/ 1345253 h 2160513"/>
              <a:gd name="connsiteX3-8823" fmla="*/ 1026241 w 2107590"/>
              <a:gd name="connsiteY3-8824" fmla="*/ 1144473 h 2160513"/>
              <a:gd name="connsiteX4-8825" fmla="*/ 908876 w 2107590"/>
              <a:gd name="connsiteY4-8826" fmla="*/ 743032 h 2160513"/>
              <a:gd name="connsiteX5-8827" fmla="*/ 1054863 w 2107590"/>
              <a:gd name="connsiteY5-8828" fmla="*/ 807021 h 2160513"/>
              <a:gd name="connsiteX6-8829" fmla="*/ 766732 w 2107590"/>
              <a:gd name="connsiteY6-8830" fmla="*/ 928463 h 2160513"/>
              <a:gd name="connsiteX7-8831" fmla="*/ 228569 w 2107590"/>
              <a:gd name="connsiteY7-8832" fmla="*/ 1030857 h 2160513"/>
              <a:gd name="connsiteX8-8833" fmla="*/ 102364 w 2107590"/>
              <a:gd name="connsiteY8-8834" fmla="*/ 578421 h 2160513"/>
              <a:gd name="connsiteX9-8835" fmla="*/ 334972 w 2107590"/>
              <a:gd name="connsiteY9-8836" fmla="*/ 266829 h 2160513"/>
              <a:gd name="connsiteX10-8837" fmla="*/ 754827 w 2107590"/>
              <a:gd name="connsiteY10-8838" fmla="*/ 47401 h 2160513"/>
              <a:gd name="connsiteX11-8839" fmla="*/ 759590 w 2107590"/>
              <a:gd name="connsiteY11-8840" fmla="*/ 95027 h 2160513"/>
              <a:gd name="connsiteX12-8841" fmla="*/ 771497 w 2107590"/>
              <a:gd name="connsiteY12-8842" fmla="*/ 35497 h 2160513"/>
              <a:gd name="connsiteX13-8843" fmla="*/ 1341273 w 2107590"/>
              <a:gd name="connsiteY13-8844" fmla="*/ 79182 h 2160513"/>
              <a:gd name="connsiteX14-8845" fmla="*/ 1369190 w 2107590"/>
              <a:gd name="connsiteY14-8846" fmla="*/ 92646 h 2160513"/>
              <a:gd name="connsiteX15-8847" fmla="*/ 1772045 w 2107590"/>
              <a:gd name="connsiteY15-8848" fmla="*/ 359840 h 2160513"/>
              <a:gd name="connsiteX16-8849" fmla="*/ 1752572 w 2107590"/>
              <a:gd name="connsiteY16-8850" fmla="*/ 342677 h 2160513"/>
              <a:gd name="connsiteX17-8851" fmla="*/ 2013140 w 2107590"/>
              <a:gd name="connsiteY17-8852" fmla="*/ 736265 h 2160513"/>
              <a:gd name="connsiteX18-8853" fmla="*/ 2004983 w 2107590"/>
              <a:gd name="connsiteY18-8854" fmla="*/ 716533 h 2160513"/>
              <a:gd name="connsiteX19-8855" fmla="*/ 2095472 w 2107590"/>
              <a:gd name="connsiteY19-8856" fmla="*/ 1073721 h 2160513"/>
              <a:gd name="connsiteX20-8857" fmla="*/ 1826390 w 2107590"/>
              <a:gd name="connsiteY20-8858" fmla="*/ 1311846 h 2160513"/>
              <a:gd name="connsiteX21-8859" fmla="*/ 1821627 w 2107590"/>
              <a:gd name="connsiteY21-8860" fmla="*/ 1264221 h 2160513"/>
              <a:gd name="connsiteX22-8861" fmla="*/ 1488252 w 2107590"/>
              <a:gd name="connsiteY22-8862" fmla="*/ 1595214 h 2160513"/>
              <a:gd name="connsiteX23-8863" fmla="*/ 1388239 w 2107590"/>
              <a:gd name="connsiteY23-8864" fmla="*/ 1492821 h 2160513"/>
              <a:gd name="connsiteX24-8865" fmla="*/ 1650177 w 2107590"/>
              <a:gd name="connsiteY24-8866" fmla="*/ 1068958 h 2160513"/>
              <a:gd name="connsiteX25-8867" fmla="*/ 1889668 w 2107590"/>
              <a:gd name="connsiteY25-8868" fmla="*/ 1175665 h 2160513"/>
              <a:gd name="connsiteX26-8869" fmla="*/ 1912797 w 2107590"/>
              <a:gd name="connsiteY26-8870" fmla="*/ 1135089 h 2160513"/>
              <a:gd name="connsiteX27-8871" fmla="*/ 1775980 w 2107590"/>
              <a:gd name="connsiteY27-8872" fmla="*/ 1553577 h 2160513"/>
              <a:gd name="connsiteX28-8873" fmla="*/ 1235792 w 2107590"/>
              <a:gd name="connsiteY28-8874" fmla="*/ 1580715 h 2160513"/>
              <a:gd name="connsiteX29-8875" fmla="*/ 1344220 w 2107590"/>
              <a:gd name="connsiteY29-8876" fmla="*/ 1905742 h 2160513"/>
              <a:gd name="connsiteX0-8877" fmla="*/ 1575697 w 2107590"/>
              <a:gd name="connsiteY0-8878" fmla="*/ 2160513 h 2160513"/>
              <a:gd name="connsiteX1-8879" fmla="*/ 956854 w 2107590"/>
              <a:gd name="connsiteY1-8880" fmla="*/ 1258279 h 2160513"/>
              <a:gd name="connsiteX2-8881" fmla="*/ 863892 w 2107590"/>
              <a:gd name="connsiteY2-8882" fmla="*/ 1345253 h 2160513"/>
              <a:gd name="connsiteX3-8883" fmla="*/ 1026241 w 2107590"/>
              <a:gd name="connsiteY3-8884" fmla="*/ 1144473 h 2160513"/>
              <a:gd name="connsiteX4-8885" fmla="*/ 908876 w 2107590"/>
              <a:gd name="connsiteY4-8886" fmla="*/ 743032 h 2160513"/>
              <a:gd name="connsiteX5-8887" fmla="*/ 1054863 w 2107590"/>
              <a:gd name="connsiteY5-8888" fmla="*/ 807021 h 2160513"/>
              <a:gd name="connsiteX6-8889" fmla="*/ 766732 w 2107590"/>
              <a:gd name="connsiteY6-8890" fmla="*/ 928463 h 2160513"/>
              <a:gd name="connsiteX7-8891" fmla="*/ 228569 w 2107590"/>
              <a:gd name="connsiteY7-8892" fmla="*/ 1030857 h 2160513"/>
              <a:gd name="connsiteX8-8893" fmla="*/ 102364 w 2107590"/>
              <a:gd name="connsiteY8-8894" fmla="*/ 578421 h 2160513"/>
              <a:gd name="connsiteX9-8895" fmla="*/ 334972 w 2107590"/>
              <a:gd name="connsiteY9-8896" fmla="*/ 266829 h 2160513"/>
              <a:gd name="connsiteX10-8897" fmla="*/ 754827 w 2107590"/>
              <a:gd name="connsiteY10-8898" fmla="*/ 47401 h 2160513"/>
              <a:gd name="connsiteX11-8899" fmla="*/ 759590 w 2107590"/>
              <a:gd name="connsiteY11-8900" fmla="*/ 95027 h 2160513"/>
              <a:gd name="connsiteX12-8901" fmla="*/ 771497 w 2107590"/>
              <a:gd name="connsiteY12-8902" fmla="*/ 35497 h 2160513"/>
              <a:gd name="connsiteX13-8903" fmla="*/ 1341273 w 2107590"/>
              <a:gd name="connsiteY13-8904" fmla="*/ 79182 h 2160513"/>
              <a:gd name="connsiteX14-8905" fmla="*/ 1369190 w 2107590"/>
              <a:gd name="connsiteY14-8906" fmla="*/ 92646 h 2160513"/>
              <a:gd name="connsiteX15-8907" fmla="*/ 1772045 w 2107590"/>
              <a:gd name="connsiteY15-8908" fmla="*/ 359840 h 2160513"/>
              <a:gd name="connsiteX16-8909" fmla="*/ 1752572 w 2107590"/>
              <a:gd name="connsiteY16-8910" fmla="*/ 342677 h 2160513"/>
              <a:gd name="connsiteX17-8911" fmla="*/ 2013140 w 2107590"/>
              <a:gd name="connsiteY17-8912" fmla="*/ 736265 h 2160513"/>
              <a:gd name="connsiteX18-8913" fmla="*/ 2004983 w 2107590"/>
              <a:gd name="connsiteY18-8914" fmla="*/ 716533 h 2160513"/>
              <a:gd name="connsiteX19-8915" fmla="*/ 2095472 w 2107590"/>
              <a:gd name="connsiteY19-8916" fmla="*/ 1073721 h 2160513"/>
              <a:gd name="connsiteX20-8917" fmla="*/ 1826390 w 2107590"/>
              <a:gd name="connsiteY20-8918" fmla="*/ 1311846 h 2160513"/>
              <a:gd name="connsiteX21-8919" fmla="*/ 1821627 w 2107590"/>
              <a:gd name="connsiteY21-8920" fmla="*/ 1264221 h 2160513"/>
              <a:gd name="connsiteX22-8921" fmla="*/ 1488252 w 2107590"/>
              <a:gd name="connsiteY22-8922" fmla="*/ 1595214 h 2160513"/>
              <a:gd name="connsiteX23-8923" fmla="*/ 1388239 w 2107590"/>
              <a:gd name="connsiteY23-8924" fmla="*/ 1492821 h 2160513"/>
              <a:gd name="connsiteX24-8925" fmla="*/ 1650177 w 2107590"/>
              <a:gd name="connsiteY24-8926" fmla="*/ 1068958 h 2160513"/>
              <a:gd name="connsiteX25-8927" fmla="*/ 1889668 w 2107590"/>
              <a:gd name="connsiteY25-8928" fmla="*/ 1175665 h 2160513"/>
              <a:gd name="connsiteX26-8929" fmla="*/ 1912797 w 2107590"/>
              <a:gd name="connsiteY26-8930" fmla="*/ 1135089 h 2160513"/>
              <a:gd name="connsiteX27-8931" fmla="*/ 1775980 w 2107590"/>
              <a:gd name="connsiteY27-8932" fmla="*/ 1553577 h 2160513"/>
              <a:gd name="connsiteX28-8933" fmla="*/ 1235792 w 2107590"/>
              <a:gd name="connsiteY28-8934" fmla="*/ 1580715 h 2160513"/>
              <a:gd name="connsiteX29-8935" fmla="*/ 1344220 w 2107590"/>
              <a:gd name="connsiteY29-8936" fmla="*/ 1905742 h 2160513"/>
              <a:gd name="connsiteX0-8937" fmla="*/ 1575697 w 2107590"/>
              <a:gd name="connsiteY0-8938" fmla="*/ 2160513 h 2160513"/>
              <a:gd name="connsiteX1-8939" fmla="*/ 956854 w 2107590"/>
              <a:gd name="connsiteY1-8940" fmla="*/ 1258279 h 2160513"/>
              <a:gd name="connsiteX2-8941" fmla="*/ 863892 w 2107590"/>
              <a:gd name="connsiteY2-8942" fmla="*/ 1345253 h 2160513"/>
              <a:gd name="connsiteX3-8943" fmla="*/ 1026241 w 2107590"/>
              <a:gd name="connsiteY3-8944" fmla="*/ 1144473 h 2160513"/>
              <a:gd name="connsiteX4-8945" fmla="*/ 908876 w 2107590"/>
              <a:gd name="connsiteY4-8946" fmla="*/ 743032 h 2160513"/>
              <a:gd name="connsiteX5-8947" fmla="*/ 1054863 w 2107590"/>
              <a:gd name="connsiteY5-8948" fmla="*/ 807021 h 2160513"/>
              <a:gd name="connsiteX6-8949" fmla="*/ 766732 w 2107590"/>
              <a:gd name="connsiteY6-8950" fmla="*/ 928463 h 2160513"/>
              <a:gd name="connsiteX7-8951" fmla="*/ 228569 w 2107590"/>
              <a:gd name="connsiteY7-8952" fmla="*/ 1030857 h 2160513"/>
              <a:gd name="connsiteX8-8953" fmla="*/ 102364 w 2107590"/>
              <a:gd name="connsiteY8-8954" fmla="*/ 578421 h 2160513"/>
              <a:gd name="connsiteX9-8955" fmla="*/ 334972 w 2107590"/>
              <a:gd name="connsiteY9-8956" fmla="*/ 266829 h 2160513"/>
              <a:gd name="connsiteX10-8957" fmla="*/ 754827 w 2107590"/>
              <a:gd name="connsiteY10-8958" fmla="*/ 47401 h 2160513"/>
              <a:gd name="connsiteX11-8959" fmla="*/ 759590 w 2107590"/>
              <a:gd name="connsiteY11-8960" fmla="*/ 95027 h 2160513"/>
              <a:gd name="connsiteX12-8961" fmla="*/ 771497 w 2107590"/>
              <a:gd name="connsiteY12-8962" fmla="*/ 35497 h 2160513"/>
              <a:gd name="connsiteX13-8963" fmla="*/ 1341273 w 2107590"/>
              <a:gd name="connsiteY13-8964" fmla="*/ 79182 h 2160513"/>
              <a:gd name="connsiteX14-8965" fmla="*/ 1369190 w 2107590"/>
              <a:gd name="connsiteY14-8966" fmla="*/ 92646 h 2160513"/>
              <a:gd name="connsiteX15-8967" fmla="*/ 1772045 w 2107590"/>
              <a:gd name="connsiteY15-8968" fmla="*/ 359840 h 2160513"/>
              <a:gd name="connsiteX16-8969" fmla="*/ 1752572 w 2107590"/>
              <a:gd name="connsiteY16-8970" fmla="*/ 342677 h 2160513"/>
              <a:gd name="connsiteX17-8971" fmla="*/ 2013140 w 2107590"/>
              <a:gd name="connsiteY17-8972" fmla="*/ 736265 h 2160513"/>
              <a:gd name="connsiteX18-8973" fmla="*/ 2004983 w 2107590"/>
              <a:gd name="connsiteY18-8974" fmla="*/ 716533 h 2160513"/>
              <a:gd name="connsiteX19-8975" fmla="*/ 2095472 w 2107590"/>
              <a:gd name="connsiteY19-8976" fmla="*/ 1073721 h 2160513"/>
              <a:gd name="connsiteX20-8977" fmla="*/ 1826390 w 2107590"/>
              <a:gd name="connsiteY20-8978" fmla="*/ 1311846 h 2160513"/>
              <a:gd name="connsiteX21-8979" fmla="*/ 1821627 w 2107590"/>
              <a:gd name="connsiteY21-8980" fmla="*/ 1264221 h 2160513"/>
              <a:gd name="connsiteX22-8981" fmla="*/ 1488252 w 2107590"/>
              <a:gd name="connsiteY22-8982" fmla="*/ 1595214 h 2160513"/>
              <a:gd name="connsiteX23-8983" fmla="*/ 1388239 w 2107590"/>
              <a:gd name="connsiteY23-8984" fmla="*/ 1492821 h 2160513"/>
              <a:gd name="connsiteX24-8985" fmla="*/ 1650177 w 2107590"/>
              <a:gd name="connsiteY24-8986" fmla="*/ 1068958 h 2160513"/>
              <a:gd name="connsiteX25-8987" fmla="*/ 1889668 w 2107590"/>
              <a:gd name="connsiteY25-8988" fmla="*/ 1175665 h 2160513"/>
              <a:gd name="connsiteX26-8989" fmla="*/ 1912797 w 2107590"/>
              <a:gd name="connsiteY26-8990" fmla="*/ 1135089 h 2160513"/>
              <a:gd name="connsiteX27-8991" fmla="*/ 1775980 w 2107590"/>
              <a:gd name="connsiteY27-8992" fmla="*/ 1553577 h 2160513"/>
              <a:gd name="connsiteX28-8993" fmla="*/ 1235792 w 2107590"/>
              <a:gd name="connsiteY28-8994" fmla="*/ 1580715 h 2160513"/>
              <a:gd name="connsiteX29-8995" fmla="*/ 1344220 w 2107590"/>
              <a:gd name="connsiteY29-8996" fmla="*/ 1905742 h 2160513"/>
              <a:gd name="connsiteX0-8997" fmla="*/ 1575697 w 2107590"/>
              <a:gd name="connsiteY0-8998" fmla="*/ 2160513 h 2160513"/>
              <a:gd name="connsiteX1-8999" fmla="*/ 956854 w 2107590"/>
              <a:gd name="connsiteY1-9000" fmla="*/ 1258279 h 2160513"/>
              <a:gd name="connsiteX2-9001" fmla="*/ 863892 w 2107590"/>
              <a:gd name="connsiteY2-9002" fmla="*/ 1345253 h 2160513"/>
              <a:gd name="connsiteX3-9003" fmla="*/ 1026241 w 2107590"/>
              <a:gd name="connsiteY3-9004" fmla="*/ 1144473 h 2160513"/>
              <a:gd name="connsiteX4-9005" fmla="*/ 908876 w 2107590"/>
              <a:gd name="connsiteY4-9006" fmla="*/ 743032 h 2160513"/>
              <a:gd name="connsiteX5-9007" fmla="*/ 1054863 w 2107590"/>
              <a:gd name="connsiteY5-9008" fmla="*/ 807021 h 2160513"/>
              <a:gd name="connsiteX6-9009" fmla="*/ 766732 w 2107590"/>
              <a:gd name="connsiteY6-9010" fmla="*/ 928463 h 2160513"/>
              <a:gd name="connsiteX7-9011" fmla="*/ 228569 w 2107590"/>
              <a:gd name="connsiteY7-9012" fmla="*/ 1030857 h 2160513"/>
              <a:gd name="connsiteX8-9013" fmla="*/ 102364 w 2107590"/>
              <a:gd name="connsiteY8-9014" fmla="*/ 578421 h 2160513"/>
              <a:gd name="connsiteX9-9015" fmla="*/ 334972 w 2107590"/>
              <a:gd name="connsiteY9-9016" fmla="*/ 266829 h 2160513"/>
              <a:gd name="connsiteX10-9017" fmla="*/ 754827 w 2107590"/>
              <a:gd name="connsiteY10-9018" fmla="*/ 47401 h 2160513"/>
              <a:gd name="connsiteX11-9019" fmla="*/ 759590 w 2107590"/>
              <a:gd name="connsiteY11-9020" fmla="*/ 95027 h 2160513"/>
              <a:gd name="connsiteX12-9021" fmla="*/ 771497 w 2107590"/>
              <a:gd name="connsiteY12-9022" fmla="*/ 35497 h 2160513"/>
              <a:gd name="connsiteX13-9023" fmla="*/ 1341273 w 2107590"/>
              <a:gd name="connsiteY13-9024" fmla="*/ 79182 h 2160513"/>
              <a:gd name="connsiteX14-9025" fmla="*/ 1369190 w 2107590"/>
              <a:gd name="connsiteY14-9026" fmla="*/ 92646 h 2160513"/>
              <a:gd name="connsiteX15-9027" fmla="*/ 1772045 w 2107590"/>
              <a:gd name="connsiteY15-9028" fmla="*/ 359840 h 2160513"/>
              <a:gd name="connsiteX16-9029" fmla="*/ 1752572 w 2107590"/>
              <a:gd name="connsiteY16-9030" fmla="*/ 342677 h 2160513"/>
              <a:gd name="connsiteX17-9031" fmla="*/ 2013140 w 2107590"/>
              <a:gd name="connsiteY17-9032" fmla="*/ 736265 h 2160513"/>
              <a:gd name="connsiteX18-9033" fmla="*/ 2004983 w 2107590"/>
              <a:gd name="connsiteY18-9034" fmla="*/ 716533 h 2160513"/>
              <a:gd name="connsiteX19-9035" fmla="*/ 2095472 w 2107590"/>
              <a:gd name="connsiteY19-9036" fmla="*/ 1073721 h 2160513"/>
              <a:gd name="connsiteX20-9037" fmla="*/ 1826390 w 2107590"/>
              <a:gd name="connsiteY20-9038" fmla="*/ 1311846 h 2160513"/>
              <a:gd name="connsiteX21-9039" fmla="*/ 1821627 w 2107590"/>
              <a:gd name="connsiteY21-9040" fmla="*/ 1264221 h 2160513"/>
              <a:gd name="connsiteX22-9041" fmla="*/ 1488252 w 2107590"/>
              <a:gd name="connsiteY22-9042" fmla="*/ 1595214 h 2160513"/>
              <a:gd name="connsiteX23-9043" fmla="*/ 1388239 w 2107590"/>
              <a:gd name="connsiteY23-9044" fmla="*/ 1492821 h 2160513"/>
              <a:gd name="connsiteX24-9045" fmla="*/ 1683515 w 2107590"/>
              <a:gd name="connsiteY24-9046" fmla="*/ 1102296 h 2160513"/>
              <a:gd name="connsiteX25-9047" fmla="*/ 1889668 w 2107590"/>
              <a:gd name="connsiteY25-9048" fmla="*/ 1175665 h 2160513"/>
              <a:gd name="connsiteX26-9049" fmla="*/ 1912797 w 2107590"/>
              <a:gd name="connsiteY26-9050" fmla="*/ 1135089 h 2160513"/>
              <a:gd name="connsiteX27-9051" fmla="*/ 1775980 w 2107590"/>
              <a:gd name="connsiteY27-9052" fmla="*/ 1553577 h 2160513"/>
              <a:gd name="connsiteX28-9053" fmla="*/ 1235792 w 2107590"/>
              <a:gd name="connsiteY28-9054" fmla="*/ 1580715 h 2160513"/>
              <a:gd name="connsiteX29-9055" fmla="*/ 1344220 w 2107590"/>
              <a:gd name="connsiteY29-9056" fmla="*/ 1905742 h 2160513"/>
              <a:gd name="connsiteX0-9057" fmla="*/ 1575697 w 2107590"/>
              <a:gd name="connsiteY0-9058" fmla="*/ 2160513 h 2160513"/>
              <a:gd name="connsiteX1-9059" fmla="*/ 956854 w 2107590"/>
              <a:gd name="connsiteY1-9060" fmla="*/ 1258279 h 2160513"/>
              <a:gd name="connsiteX2-9061" fmla="*/ 863892 w 2107590"/>
              <a:gd name="connsiteY2-9062" fmla="*/ 1345253 h 2160513"/>
              <a:gd name="connsiteX3-9063" fmla="*/ 1026241 w 2107590"/>
              <a:gd name="connsiteY3-9064" fmla="*/ 1144473 h 2160513"/>
              <a:gd name="connsiteX4-9065" fmla="*/ 908876 w 2107590"/>
              <a:gd name="connsiteY4-9066" fmla="*/ 743032 h 2160513"/>
              <a:gd name="connsiteX5-9067" fmla="*/ 1054863 w 2107590"/>
              <a:gd name="connsiteY5-9068" fmla="*/ 807021 h 2160513"/>
              <a:gd name="connsiteX6-9069" fmla="*/ 766732 w 2107590"/>
              <a:gd name="connsiteY6-9070" fmla="*/ 928463 h 2160513"/>
              <a:gd name="connsiteX7-9071" fmla="*/ 228569 w 2107590"/>
              <a:gd name="connsiteY7-9072" fmla="*/ 1030857 h 2160513"/>
              <a:gd name="connsiteX8-9073" fmla="*/ 102364 w 2107590"/>
              <a:gd name="connsiteY8-9074" fmla="*/ 578421 h 2160513"/>
              <a:gd name="connsiteX9-9075" fmla="*/ 334972 w 2107590"/>
              <a:gd name="connsiteY9-9076" fmla="*/ 266829 h 2160513"/>
              <a:gd name="connsiteX10-9077" fmla="*/ 754827 w 2107590"/>
              <a:gd name="connsiteY10-9078" fmla="*/ 47401 h 2160513"/>
              <a:gd name="connsiteX11-9079" fmla="*/ 759590 w 2107590"/>
              <a:gd name="connsiteY11-9080" fmla="*/ 95027 h 2160513"/>
              <a:gd name="connsiteX12-9081" fmla="*/ 771497 w 2107590"/>
              <a:gd name="connsiteY12-9082" fmla="*/ 35497 h 2160513"/>
              <a:gd name="connsiteX13-9083" fmla="*/ 1341273 w 2107590"/>
              <a:gd name="connsiteY13-9084" fmla="*/ 79182 h 2160513"/>
              <a:gd name="connsiteX14-9085" fmla="*/ 1369190 w 2107590"/>
              <a:gd name="connsiteY14-9086" fmla="*/ 92646 h 2160513"/>
              <a:gd name="connsiteX15-9087" fmla="*/ 1772045 w 2107590"/>
              <a:gd name="connsiteY15-9088" fmla="*/ 359840 h 2160513"/>
              <a:gd name="connsiteX16-9089" fmla="*/ 1752572 w 2107590"/>
              <a:gd name="connsiteY16-9090" fmla="*/ 342677 h 2160513"/>
              <a:gd name="connsiteX17-9091" fmla="*/ 2013140 w 2107590"/>
              <a:gd name="connsiteY17-9092" fmla="*/ 736265 h 2160513"/>
              <a:gd name="connsiteX18-9093" fmla="*/ 2004983 w 2107590"/>
              <a:gd name="connsiteY18-9094" fmla="*/ 716533 h 2160513"/>
              <a:gd name="connsiteX19-9095" fmla="*/ 2095472 w 2107590"/>
              <a:gd name="connsiteY19-9096" fmla="*/ 1073721 h 2160513"/>
              <a:gd name="connsiteX20-9097" fmla="*/ 1826390 w 2107590"/>
              <a:gd name="connsiteY20-9098" fmla="*/ 1311846 h 2160513"/>
              <a:gd name="connsiteX21-9099" fmla="*/ 1821627 w 2107590"/>
              <a:gd name="connsiteY21-9100" fmla="*/ 1264221 h 2160513"/>
              <a:gd name="connsiteX22-9101" fmla="*/ 1488252 w 2107590"/>
              <a:gd name="connsiteY22-9102" fmla="*/ 1595214 h 2160513"/>
              <a:gd name="connsiteX23-9103" fmla="*/ 1388239 w 2107590"/>
              <a:gd name="connsiteY23-9104" fmla="*/ 1492821 h 2160513"/>
              <a:gd name="connsiteX24-9105" fmla="*/ 1683515 w 2107590"/>
              <a:gd name="connsiteY24-9106" fmla="*/ 1102296 h 2160513"/>
              <a:gd name="connsiteX25-9107" fmla="*/ 1889668 w 2107590"/>
              <a:gd name="connsiteY25-9108" fmla="*/ 1175665 h 2160513"/>
              <a:gd name="connsiteX26-9109" fmla="*/ 1912797 w 2107590"/>
              <a:gd name="connsiteY26-9110" fmla="*/ 1135089 h 2160513"/>
              <a:gd name="connsiteX27-9111" fmla="*/ 1775980 w 2107590"/>
              <a:gd name="connsiteY27-9112" fmla="*/ 1553577 h 2160513"/>
              <a:gd name="connsiteX28-9113" fmla="*/ 1235792 w 2107590"/>
              <a:gd name="connsiteY28-9114" fmla="*/ 1580715 h 2160513"/>
              <a:gd name="connsiteX29-9115" fmla="*/ 1344220 w 2107590"/>
              <a:gd name="connsiteY29-9116" fmla="*/ 1905742 h 2160513"/>
              <a:gd name="connsiteX0-9117" fmla="*/ 1575697 w 2107590"/>
              <a:gd name="connsiteY0-9118" fmla="*/ 2160513 h 2160513"/>
              <a:gd name="connsiteX1-9119" fmla="*/ 956854 w 2107590"/>
              <a:gd name="connsiteY1-9120" fmla="*/ 1258279 h 2160513"/>
              <a:gd name="connsiteX2-9121" fmla="*/ 863892 w 2107590"/>
              <a:gd name="connsiteY2-9122" fmla="*/ 1345253 h 2160513"/>
              <a:gd name="connsiteX3-9123" fmla="*/ 1026241 w 2107590"/>
              <a:gd name="connsiteY3-9124" fmla="*/ 1144473 h 2160513"/>
              <a:gd name="connsiteX4-9125" fmla="*/ 908876 w 2107590"/>
              <a:gd name="connsiteY4-9126" fmla="*/ 743032 h 2160513"/>
              <a:gd name="connsiteX5-9127" fmla="*/ 1054863 w 2107590"/>
              <a:gd name="connsiteY5-9128" fmla="*/ 807021 h 2160513"/>
              <a:gd name="connsiteX6-9129" fmla="*/ 766732 w 2107590"/>
              <a:gd name="connsiteY6-9130" fmla="*/ 928463 h 2160513"/>
              <a:gd name="connsiteX7-9131" fmla="*/ 228569 w 2107590"/>
              <a:gd name="connsiteY7-9132" fmla="*/ 1030857 h 2160513"/>
              <a:gd name="connsiteX8-9133" fmla="*/ 102364 w 2107590"/>
              <a:gd name="connsiteY8-9134" fmla="*/ 578421 h 2160513"/>
              <a:gd name="connsiteX9-9135" fmla="*/ 334972 w 2107590"/>
              <a:gd name="connsiteY9-9136" fmla="*/ 266829 h 2160513"/>
              <a:gd name="connsiteX10-9137" fmla="*/ 754827 w 2107590"/>
              <a:gd name="connsiteY10-9138" fmla="*/ 47401 h 2160513"/>
              <a:gd name="connsiteX11-9139" fmla="*/ 759590 w 2107590"/>
              <a:gd name="connsiteY11-9140" fmla="*/ 95027 h 2160513"/>
              <a:gd name="connsiteX12-9141" fmla="*/ 771497 w 2107590"/>
              <a:gd name="connsiteY12-9142" fmla="*/ 35497 h 2160513"/>
              <a:gd name="connsiteX13-9143" fmla="*/ 1341273 w 2107590"/>
              <a:gd name="connsiteY13-9144" fmla="*/ 79182 h 2160513"/>
              <a:gd name="connsiteX14-9145" fmla="*/ 1369190 w 2107590"/>
              <a:gd name="connsiteY14-9146" fmla="*/ 92646 h 2160513"/>
              <a:gd name="connsiteX15-9147" fmla="*/ 1772045 w 2107590"/>
              <a:gd name="connsiteY15-9148" fmla="*/ 359840 h 2160513"/>
              <a:gd name="connsiteX16-9149" fmla="*/ 1752572 w 2107590"/>
              <a:gd name="connsiteY16-9150" fmla="*/ 342677 h 2160513"/>
              <a:gd name="connsiteX17-9151" fmla="*/ 2013140 w 2107590"/>
              <a:gd name="connsiteY17-9152" fmla="*/ 736265 h 2160513"/>
              <a:gd name="connsiteX18-9153" fmla="*/ 2004983 w 2107590"/>
              <a:gd name="connsiteY18-9154" fmla="*/ 716533 h 2160513"/>
              <a:gd name="connsiteX19-9155" fmla="*/ 2095472 w 2107590"/>
              <a:gd name="connsiteY19-9156" fmla="*/ 1073721 h 2160513"/>
              <a:gd name="connsiteX20-9157" fmla="*/ 1826390 w 2107590"/>
              <a:gd name="connsiteY20-9158" fmla="*/ 1311846 h 2160513"/>
              <a:gd name="connsiteX21-9159" fmla="*/ 1821627 w 2107590"/>
              <a:gd name="connsiteY21-9160" fmla="*/ 1264221 h 2160513"/>
              <a:gd name="connsiteX22-9161" fmla="*/ 1488252 w 2107590"/>
              <a:gd name="connsiteY22-9162" fmla="*/ 1595214 h 2160513"/>
              <a:gd name="connsiteX23-9163" fmla="*/ 1388239 w 2107590"/>
              <a:gd name="connsiteY23-9164" fmla="*/ 1492821 h 2160513"/>
              <a:gd name="connsiteX24-9165" fmla="*/ 1683515 w 2107590"/>
              <a:gd name="connsiteY24-9166" fmla="*/ 1102296 h 2160513"/>
              <a:gd name="connsiteX25-9167" fmla="*/ 1889668 w 2107590"/>
              <a:gd name="connsiteY25-9168" fmla="*/ 1175665 h 2160513"/>
              <a:gd name="connsiteX26-9169" fmla="*/ 1912797 w 2107590"/>
              <a:gd name="connsiteY26-9170" fmla="*/ 1135089 h 2160513"/>
              <a:gd name="connsiteX27-9171" fmla="*/ 1775980 w 2107590"/>
              <a:gd name="connsiteY27-9172" fmla="*/ 1553577 h 2160513"/>
              <a:gd name="connsiteX28-9173" fmla="*/ 1235792 w 2107590"/>
              <a:gd name="connsiteY28-9174" fmla="*/ 1580715 h 2160513"/>
              <a:gd name="connsiteX29-9175" fmla="*/ 1344220 w 2107590"/>
              <a:gd name="connsiteY29-9176" fmla="*/ 1905742 h 2160513"/>
              <a:gd name="connsiteX0-9177" fmla="*/ 1575697 w 2107590"/>
              <a:gd name="connsiteY0-9178" fmla="*/ 2160513 h 2160513"/>
              <a:gd name="connsiteX1-9179" fmla="*/ 956854 w 2107590"/>
              <a:gd name="connsiteY1-9180" fmla="*/ 1258279 h 2160513"/>
              <a:gd name="connsiteX2-9181" fmla="*/ 863892 w 2107590"/>
              <a:gd name="connsiteY2-9182" fmla="*/ 1345253 h 2160513"/>
              <a:gd name="connsiteX3-9183" fmla="*/ 1026241 w 2107590"/>
              <a:gd name="connsiteY3-9184" fmla="*/ 1144473 h 2160513"/>
              <a:gd name="connsiteX4-9185" fmla="*/ 908876 w 2107590"/>
              <a:gd name="connsiteY4-9186" fmla="*/ 743032 h 2160513"/>
              <a:gd name="connsiteX5-9187" fmla="*/ 1054863 w 2107590"/>
              <a:gd name="connsiteY5-9188" fmla="*/ 807021 h 2160513"/>
              <a:gd name="connsiteX6-9189" fmla="*/ 766732 w 2107590"/>
              <a:gd name="connsiteY6-9190" fmla="*/ 928463 h 2160513"/>
              <a:gd name="connsiteX7-9191" fmla="*/ 228569 w 2107590"/>
              <a:gd name="connsiteY7-9192" fmla="*/ 1030857 h 2160513"/>
              <a:gd name="connsiteX8-9193" fmla="*/ 102364 w 2107590"/>
              <a:gd name="connsiteY8-9194" fmla="*/ 578421 h 2160513"/>
              <a:gd name="connsiteX9-9195" fmla="*/ 334972 w 2107590"/>
              <a:gd name="connsiteY9-9196" fmla="*/ 266829 h 2160513"/>
              <a:gd name="connsiteX10-9197" fmla="*/ 754827 w 2107590"/>
              <a:gd name="connsiteY10-9198" fmla="*/ 47401 h 2160513"/>
              <a:gd name="connsiteX11-9199" fmla="*/ 759590 w 2107590"/>
              <a:gd name="connsiteY11-9200" fmla="*/ 95027 h 2160513"/>
              <a:gd name="connsiteX12-9201" fmla="*/ 771497 w 2107590"/>
              <a:gd name="connsiteY12-9202" fmla="*/ 35497 h 2160513"/>
              <a:gd name="connsiteX13-9203" fmla="*/ 1341273 w 2107590"/>
              <a:gd name="connsiteY13-9204" fmla="*/ 79182 h 2160513"/>
              <a:gd name="connsiteX14-9205" fmla="*/ 1369190 w 2107590"/>
              <a:gd name="connsiteY14-9206" fmla="*/ 92646 h 2160513"/>
              <a:gd name="connsiteX15-9207" fmla="*/ 1772045 w 2107590"/>
              <a:gd name="connsiteY15-9208" fmla="*/ 359840 h 2160513"/>
              <a:gd name="connsiteX16-9209" fmla="*/ 1752572 w 2107590"/>
              <a:gd name="connsiteY16-9210" fmla="*/ 342677 h 2160513"/>
              <a:gd name="connsiteX17-9211" fmla="*/ 2013140 w 2107590"/>
              <a:gd name="connsiteY17-9212" fmla="*/ 736265 h 2160513"/>
              <a:gd name="connsiteX18-9213" fmla="*/ 2004983 w 2107590"/>
              <a:gd name="connsiteY18-9214" fmla="*/ 716533 h 2160513"/>
              <a:gd name="connsiteX19-9215" fmla="*/ 2095472 w 2107590"/>
              <a:gd name="connsiteY19-9216" fmla="*/ 1073721 h 2160513"/>
              <a:gd name="connsiteX20-9217" fmla="*/ 1826390 w 2107590"/>
              <a:gd name="connsiteY20-9218" fmla="*/ 1311846 h 2160513"/>
              <a:gd name="connsiteX21-9219" fmla="*/ 1821627 w 2107590"/>
              <a:gd name="connsiteY21-9220" fmla="*/ 1264221 h 2160513"/>
              <a:gd name="connsiteX22-9221" fmla="*/ 1488252 w 2107590"/>
              <a:gd name="connsiteY22-9222" fmla="*/ 1595214 h 2160513"/>
              <a:gd name="connsiteX23-9223" fmla="*/ 1388239 w 2107590"/>
              <a:gd name="connsiteY23-9224" fmla="*/ 1492821 h 2160513"/>
              <a:gd name="connsiteX24-9225" fmla="*/ 1700184 w 2107590"/>
              <a:gd name="connsiteY24-9226" fmla="*/ 1107059 h 2160513"/>
              <a:gd name="connsiteX25-9227" fmla="*/ 1889668 w 2107590"/>
              <a:gd name="connsiteY25-9228" fmla="*/ 1175665 h 2160513"/>
              <a:gd name="connsiteX26-9229" fmla="*/ 1912797 w 2107590"/>
              <a:gd name="connsiteY26-9230" fmla="*/ 1135089 h 2160513"/>
              <a:gd name="connsiteX27-9231" fmla="*/ 1775980 w 2107590"/>
              <a:gd name="connsiteY27-9232" fmla="*/ 1553577 h 2160513"/>
              <a:gd name="connsiteX28-9233" fmla="*/ 1235792 w 2107590"/>
              <a:gd name="connsiteY28-9234" fmla="*/ 1580715 h 2160513"/>
              <a:gd name="connsiteX29-9235" fmla="*/ 1344220 w 2107590"/>
              <a:gd name="connsiteY29-9236" fmla="*/ 1905742 h 2160513"/>
              <a:gd name="connsiteX0-9237" fmla="*/ 1575697 w 2107590"/>
              <a:gd name="connsiteY0-9238" fmla="*/ 2160513 h 2160513"/>
              <a:gd name="connsiteX1-9239" fmla="*/ 956854 w 2107590"/>
              <a:gd name="connsiteY1-9240" fmla="*/ 1258279 h 2160513"/>
              <a:gd name="connsiteX2-9241" fmla="*/ 863892 w 2107590"/>
              <a:gd name="connsiteY2-9242" fmla="*/ 1345253 h 2160513"/>
              <a:gd name="connsiteX3-9243" fmla="*/ 1026241 w 2107590"/>
              <a:gd name="connsiteY3-9244" fmla="*/ 1144473 h 2160513"/>
              <a:gd name="connsiteX4-9245" fmla="*/ 908876 w 2107590"/>
              <a:gd name="connsiteY4-9246" fmla="*/ 743032 h 2160513"/>
              <a:gd name="connsiteX5-9247" fmla="*/ 1054863 w 2107590"/>
              <a:gd name="connsiteY5-9248" fmla="*/ 807021 h 2160513"/>
              <a:gd name="connsiteX6-9249" fmla="*/ 766732 w 2107590"/>
              <a:gd name="connsiteY6-9250" fmla="*/ 928463 h 2160513"/>
              <a:gd name="connsiteX7-9251" fmla="*/ 228569 w 2107590"/>
              <a:gd name="connsiteY7-9252" fmla="*/ 1030857 h 2160513"/>
              <a:gd name="connsiteX8-9253" fmla="*/ 102364 w 2107590"/>
              <a:gd name="connsiteY8-9254" fmla="*/ 578421 h 2160513"/>
              <a:gd name="connsiteX9-9255" fmla="*/ 334972 w 2107590"/>
              <a:gd name="connsiteY9-9256" fmla="*/ 266829 h 2160513"/>
              <a:gd name="connsiteX10-9257" fmla="*/ 754827 w 2107590"/>
              <a:gd name="connsiteY10-9258" fmla="*/ 47401 h 2160513"/>
              <a:gd name="connsiteX11-9259" fmla="*/ 759590 w 2107590"/>
              <a:gd name="connsiteY11-9260" fmla="*/ 95027 h 2160513"/>
              <a:gd name="connsiteX12-9261" fmla="*/ 771497 w 2107590"/>
              <a:gd name="connsiteY12-9262" fmla="*/ 35497 h 2160513"/>
              <a:gd name="connsiteX13-9263" fmla="*/ 1341273 w 2107590"/>
              <a:gd name="connsiteY13-9264" fmla="*/ 79182 h 2160513"/>
              <a:gd name="connsiteX14-9265" fmla="*/ 1369190 w 2107590"/>
              <a:gd name="connsiteY14-9266" fmla="*/ 92646 h 2160513"/>
              <a:gd name="connsiteX15-9267" fmla="*/ 1772045 w 2107590"/>
              <a:gd name="connsiteY15-9268" fmla="*/ 359840 h 2160513"/>
              <a:gd name="connsiteX16-9269" fmla="*/ 1752572 w 2107590"/>
              <a:gd name="connsiteY16-9270" fmla="*/ 342677 h 2160513"/>
              <a:gd name="connsiteX17-9271" fmla="*/ 2013140 w 2107590"/>
              <a:gd name="connsiteY17-9272" fmla="*/ 736265 h 2160513"/>
              <a:gd name="connsiteX18-9273" fmla="*/ 2004983 w 2107590"/>
              <a:gd name="connsiteY18-9274" fmla="*/ 716533 h 2160513"/>
              <a:gd name="connsiteX19-9275" fmla="*/ 2095472 w 2107590"/>
              <a:gd name="connsiteY19-9276" fmla="*/ 1073721 h 2160513"/>
              <a:gd name="connsiteX20-9277" fmla="*/ 1826390 w 2107590"/>
              <a:gd name="connsiteY20-9278" fmla="*/ 1311846 h 2160513"/>
              <a:gd name="connsiteX21-9279" fmla="*/ 1821627 w 2107590"/>
              <a:gd name="connsiteY21-9280" fmla="*/ 1264221 h 2160513"/>
              <a:gd name="connsiteX22-9281" fmla="*/ 1488252 w 2107590"/>
              <a:gd name="connsiteY22-9282" fmla="*/ 1595214 h 2160513"/>
              <a:gd name="connsiteX23-9283" fmla="*/ 1388239 w 2107590"/>
              <a:gd name="connsiteY23-9284" fmla="*/ 1492821 h 2160513"/>
              <a:gd name="connsiteX24-9285" fmla="*/ 1700184 w 2107590"/>
              <a:gd name="connsiteY24-9286" fmla="*/ 1107059 h 2160513"/>
              <a:gd name="connsiteX25-9287" fmla="*/ 1889668 w 2107590"/>
              <a:gd name="connsiteY25-9288" fmla="*/ 1175665 h 2160513"/>
              <a:gd name="connsiteX26-9289" fmla="*/ 1912797 w 2107590"/>
              <a:gd name="connsiteY26-9290" fmla="*/ 1135089 h 2160513"/>
              <a:gd name="connsiteX27-9291" fmla="*/ 1775980 w 2107590"/>
              <a:gd name="connsiteY27-9292" fmla="*/ 1553577 h 2160513"/>
              <a:gd name="connsiteX28-9293" fmla="*/ 1235792 w 2107590"/>
              <a:gd name="connsiteY28-9294" fmla="*/ 1580715 h 2160513"/>
              <a:gd name="connsiteX29-9295" fmla="*/ 1344220 w 2107590"/>
              <a:gd name="connsiteY29-9296" fmla="*/ 1905742 h 2160513"/>
              <a:gd name="connsiteX0-9297" fmla="*/ 1575697 w 2107590"/>
              <a:gd name="connsiteY0-9298" fmla="*/ 2160513 h 2160513"/>
              <a:gd name="connsiteX1-9299" fmla="*/ 956854 w 2107590"/>
              <a:gd name="connsiteY1-9300" fmla="*/ 1258279 h 2160513"/>
              <a:gd name="connsiteX2-9301" fmla="*/ 863892 w 2107590"/>
              <a:gd name="connsiteY2-9302" fmla="*/ 1345253 h 2160513"/>
              <a:gd name="connsiteX3-9303" fmla="*/ 1026241 w 2107590"/>
              <a:gd name="connsiteY3-9304" fmla="*/ 1144473 h 2160513"/>
              <a:gd name="connsiteX4-9305" fmla="*/ 908876 w 2107590"/>
              <a:gd name="connsiteY4-9306" fmla="*/ 743032 h 2160513"/>
              <a:gd name="connsiteX5-9307" fmla="*/ 1054863 w 2107590"/>
              <a:gd name="connsiteY5-9308" fmla="*/ 807021 h 2160513"/>
              <a:gd name="connsiteX6-9309" fmla="*/ 766732 w 2107590"/>
              <a:gd name="connsiteY6-9310" fmla="*/ 928463 h 2160513"/>
              <a:gd name="connsiteX7-9311" fmla="*/ 228569 w 2107590"/>
              <a:gd name="connsiteY7-9312" fmla="*/ 1030857 h 2160513"/>
              <a:gd name="connsiteX8-9313" fmla="*/ 102364 w 2107590"/>
              <a:gd name="connsiteY8-9314" fmla="*/ 578421 h 2160513"/>
              <a:gd name="connsiteX9-9315" fmla="*/ 334972 w 2107590"/>
              <a:gd name="connsiteY9-9316" fmla="*/ 266829 h 2160513"/>
              <a:gd name="connsiteX10-9317" fmla="*/ 754827 w 2107590"/>
              <a:gd name="connsiteY10-9318" fmla="*/ 47401 h 2160513"/>
              <a:gd name="connsiteX11-9319" fmla="*/ 759590 w 2107590"/>
              <a:gd name="connsiteY11-9320" fmla="*/ 95027 h 2160513"/>
              <a:gd name="connsiteX12-9321" fmla="*/ 771497 w 2107590"/>
              <a:gd name="connsiteY12-9322" fmla="*/ 35497 h 2160513"/>
              <a:gd name="connsiteX13-9323" fmla="*/ 1341273 w 2107590"/>
              <a:gd name="connsiteY13-9324" fmla="*/ 79182 h 2160513"/>
              <a:gd name="connsiteX14-9325" fmla="*/ 1369190 w 2107590"/>
              <a:gd name="connsiteY14-9326" fmla="*/ 92646 h 2160513"/>
              <a:gd name="connsiteX15-9327" fmla="*/ 1772045 w 2107590"/>
              <a:gd name="connsiteY15-9328" fmla="*/ 359840 h 2160513"/>
              <a:gd name="connsiteX16-9329" fmla="*/ 1752572 w 2107590"/>
              <a:gd name="connsiteY16-9330" fmla="*/ 342677 h 2160513"/>
              <a:gd name="connsiteX17-9331" fmla="*/ 2013140 w 2107590"/>
              <a:gd name="connsiteY17-9332" fmla="*/ 736265 h 2160513"/>
              <a:gd name="connsiteX18-9333" fmla="*/ 2004983 w 2107590"/>
              <a:gd name="connsiteY18-9334" fmla="*/ 716533 h 2160513"/>
              <a:gd name="connsiteX19-9335" fmla="*/ 2095472 w 2107590"/>
              <a:gd name="connsiteY19-9336" fmla="*/ 1073721 h 2160513"/>
              <a:gd name="connsiteX20-9337" fmla="*/ 1826390 w 2107590"/>
              <a:gd name="connsiteY20-9338" fmla="*/ 1311846 h 2160513"/>
              <a:gd name="connsiteX21-9339" fmla="*/ 1821627 w 2107590"/>
              <a:gd name="connsiteY21-9340" fmla="*/ 1264221 h 2160513"/>
              <a:gd name="connsiteX22-9341" fmla="*/ 1488252 w 2107590"/>
              <a:gd name="connsiteY22-9342" fmla="*/ 1595214 h 2160513"/>
              <a:gd name="connsiteX23-9343" fmla="*/ 1388239 w 2107590"/>
              <a:gd name="connsiteY23-9344" fmla="*/ 1492821 h 2160513"/>
              <a:gd name="connsiteX24-9345" fmla="*/ 1700184 w 2107590"/>
              <a:gd name="connsiteY24-9346" fmla="*/ 1107059 h 2160513"/>
              <a:gd name="connsiteX25-9347" fmla="*/ 1889668 w 2107590"/>
              <a:gd name="connsiteY25-9348" fmla="*/ 1175665 h 2160513"/>
              <a:gd name="connsiteX26-9349" fmla="*/ 1912797 w 2107590"/>
              <a:gd name="connsiteY26-9350" fmla="*/ 1135089 h 2160513"/>
              <a:gd name="connsiteX27-9351" fmla="*/ 1775980 w 2107590"/>
              <a:gd name="connsiteY27-9352" fmla="*/ 1553577 h 2160513"/>
              <a:gd name="connsiteX28-9353" fmla="*/ 1235792 w 2107590"/>
              <a:gd name="connsiteY28-9354" fmla="*/ 1580715 h 2160513"/>
              <a:gd name="connsiteX29-9355" fmla="*/ 1344220 w 2107590"/>
              <a:gd name="connsiteY29-9356" fmla="*/ 1905742 h 2160513"/>
              <a:gd name="connsiteX0-9357" fmla="*/ 1575697 w 2107590"/>
              <a:gd name="connsiteY0-9358" fmla="*/ 2160513 h 2160513"/>
              <a:gd name="connsiteX1-9359" fmla="*/ 956854 w 2107590"/>
              <a:gd name="connsiteY1-9360" fmla="*/ 1258279 h 2160513"/>
              <a:gd name="connsiteX2-9361" fmla="*/ 863892 w 2107590"/>
              <a:gd name="connsiteY2-9362" fmla="*/ 1345253 h 2160513"/>
              <a:gd name="connsiteX3-9363" fmla="*/ 1026241 w 2107590"/>
              <a:gd name="connsiteY3-9364" fmla="*/ 1144473 h 2160513"/>
              <a:gd name="connsiteX4-9365" fmla="*/ 908876 w 2107590"/>
              <a:gd name="connsiteY4-9366" fmla="*/ 743032 h 2160513"/>
              <a:gd name="connsiteX5-9367" fmla="*/ 1054863 w 2107590"/>
              <a:gd name="connsiteY5-9368" fmla="*/ 807021 h 2160513"/>
              <a:gd name="connsiteX6-9369" fmla="*/ 766732 w 2107590"/>
              <a:gd name="connsiteY6-9370" fmla="*/ 928463 h 2160513"/>
              <a:gd name="connsiteX7-9371" fmla="*/ 228569 w 2107590"/>
              <a:gd name="connsiteY7-9372" fmla="*/ 1030857 h 2160513"/>
              <a:gd name="connsiteX8-9373" fmla="*/ 102364 w 2107590"/>
              <a:gd name="connsiteY8-9374" fmla="*/ 578421 h 2160513"/>
              <a:gd name="connsiteX9-9375" fmla="*/ 334972 w 2107590"/>
              <a:gd name="connsiteY9-9376" fmla="*/ 266829 h 2160513"/>
              <a:gd name="connsiteX10-9377" fmla="*/ 754827 w 2107590"/>
              <a:gd name="connsiteY10-9378" fmla="*/ 47401 h 2160513"/>
              <a:gd name="connsiteX11-9379" fmla="*/ 759590 w 2107590"/>
              <a:gd name="connsiteY11-9380" fmla="*/ 95027 h 2160513"/>
              <a:gd name="connsiteX12-9381" fmla="*/ 771497 w 2107590"/>
              <a:gd name="connsiteY12-9382" fmla="*/ 35497 h 2160513"/>
              <a:gd name="connsiteX13-9383" fmla="*/ 1341273 w 2107590"/>
              <a:gd name="connsiteY13-9384" fmla="*/ 79182 h 2160513"/>
              <a:gd name="connsiteX14-9385" fmla="*/ 1369190 w 2107590"/>
              <a:gd name="connsiteY14-9386" fmla="*/ 92646 h 2160513"/>
              <a:gd name="connsiteX15-9387" fmla="*/ 1772045 w 2107590"/>
              <a:gd name="connsiteY15-9388" fmla="*/ 359840 h 2160513"/>
              <a:gd name="connsiteX16-9389" fmla="*/ 1752572 w 2107590"/>
              <a:gd name="connsiteY16-9390" fmla="*/ 342677 h 2160513"/>
              <a:gd name="connsiteX17-9391" fmla="*/ 2013140 w 2107590"/>
              <a:gd name="connsiteY17-9392" fmla="*/ 736265 h 2160513"/>
              <a:gd name="connsiteX18-9393" fmla="*/ 2004983 w 2107590"/>
              <a:gd name="connsiteY18-9394" fmla="*/ 716533 h 2160513"/>
              <a:gd name="connsiteX19-9395" fmla="*/ 2095472 w 2107590"/>
              <a:gd name="connsiteY19-9396" fmla="*/ 1073721 h 2160513"/>
              <a:gd name="connsiteX20-9397" fmla="*/ 1826390 w 2107590"/>
              <a:gd name="connsiteY20-9398" fmla="*/ 1311846 h 2160513"/>
              <a:gd name="connsiteX21-9399" fmla="*/ 1821627 w 2107590"/>
              <a:gd name="connsiteY21-9400" fmla="*/ 1264221 h 2160513"/>
              <a:gd name="connsiteX22-9401" fmla="*/ 1488252 w 2107590"/>
              <a:gd name="connsiteY22-9402" fmla="*/ 1595214 h 2160513"/>
              <a:gd name="connsiteX23-9403" fmla="*/ 1388239 w 2107590"/>
              <a:gd name="connsiteY23-9404" fmla="*/ 1492821 h 2160513"/>
              <a:gd name="connsiteX24-9405" fmla="*/ 1700184 w 2107590"/>
              <a:gd name="connsiteY24-9406" fmla="*/ 1107059 h 2160513"/>
              <a:gd name="connsiteX25-9407" fmla="*/ 1397764 w 2107590"/>
              <a:gd name="connsiteY25-9408" fmla="*/ 1128489 h 2160513"/>
              <a:gd name="connsiteX26-9409" fmla="*/ 1889668 w 2107590"/>
              <a:gd name="connsiteY26-9410" fmla="*/ 1175665 h 2160513"/>
              <a:gd name="connsiteX27-9411" fmla="*/ 1912797 w 2107590"/>
              <a:gd name="connsiteY27-9412" fmla="*/ 1135089 h 2160513"/>
              <a:gd name="connsiteX28-9413" fmla="*/ 1775980 w 2107590"/>
              <a:gd name="connsiteY28-9414" fmla="*/ 1553577 h 2160513"/>
              <a:gd name="connsiteX29-9415" fmla="*/ 1235792 w 2107590"/>
              <a:gd name="connsiteY29-9416" fmla="*/ 1580715 h 2160513"/>
              <a:gd name="connsiteX30" fmla="*/ 1344220 w 2107590"/>
              <a:gd name="connsiteY30" fmla="*/ 1905742 h 2160513"/>
              <a:gd name="connsiteX0-9417" fmla="*/ 1575697 w 2107590"/>
              <a:gd name="connsiteY0-9418" fmla="*/ 2160513 h 2160513"/>
              <a:gd name="connsiteX1-9419" fmla="*/ 956854 w 2107590"/>
              <a:gd name="connsiteY1-9420" fmla="*/ 1258279 h 2160513"/>
              <a:gd name="connsiteX2-9421" fmla="*/ 863892 w 2107590"/>
              <a:gd name="connsiteY2-9422" fmla="*/ 1345253 h 2160513"/>
              <a:gd name="connsiteX3-9423" fmla="*/ 1026241 w 2107590"/>
              <a:gd name="connsiteY3-9424" fmla="*/ 1144473 h 2160513"/>
              <a:gd name="connsiteX4-9425" fmla="*/ 908876 w 2107590"/>
              <a:gd name="connsiteY4-9426" fmla="*/ 743032 h 2160513"/>
              <a:gd name="connsiteX5-9427" fmla="*/ 1054863 w 2107590"/>
              <a:gd name="connsiteY5-9428" fmla="*/ 807021 h 2160513"/>
              <a:gd name="connsiteX6-9429" fmla="*/ 766732 w 2107590"/>
              <a:gd name="connsiteY6-9430" fmla="*/ 928463 h 2160513"/>
              <a:gd name="connsiteX7-9431" fmla="*/ 228569 w 2107590"/>
              <a:gd name="connsiteY7-9432" fmla="*/ 1030857 h 2160513"/>
              <a:gd name="connsiteX8-9433" fmla="*/ 102364 w 2107590"/>
              <a:gd name="connsiteY8-9434" fmla="*/ 578421 h 2160513"/>
              <a:gd name="connsiteX9-9435" fmla="*/ 334972 w 2107590"/>
              <a:gd name="connsiteY9-9436" fmla="*/ 266829 h 2160513"/>
              <a:gd name="connsiteX10-9437" fmla="*/ 754827 w 2107590"/>
              <a:gd name="connsiteY10-9438" fmla="*/ 47401 h 2160513"/>
              <a:gd name="connsiteX11-9439" fmla="*/ 759590 w 2107590"/>
              <a:gd name="connsiteY11-9440" fmla="*/ 95027 h 2160513"/>
              <a:gd name="connsiteX12-9441" fmla="*/ 771497 w 2107590"/>
              <a:gd name="connsiteY12-9442" fmla="*/ 35497 h 2160513"/>
              <a:gd name="connsiteX13-9443" fmla="*/ 1341273 w 2107590"/>
              <a:gd name="connsiteY13-9444" fmla="*/ 79182 h 2160513"/>
              <a:gd name="connsiteX14-9445" fmla="*/ 1369190 w 2107590"/>
              <a:gd name="connsiteY14-9446" fmla="*/ 92646 h 2160513"/>
              <a:gd name="connsiteX15-9447" fmla="*/ 1772045 w 2107590"/>
              <a:gd name="connsiteY15-9448" fmla="*/ 359840 h 2160513"/>
              <a:gd name="connsiteX16-9449" fmla="*/ 1752572 w 2107590"/>
              <a:gd name="connsiteY16-9450" fmla="*/ 342677 h 2160513"/>
              <a:gd name="connsiteX17-9451" fmla="*/ 2013140 w 2107590"/>
              <a:gd name="connsiteY17-9452" fmla="*/ 736265 h 2160513"/>
              <a:gd name="connsiteX18-9453" fmla="*/ 2004983 w 2107590"/>
              <a:gd name="connsiteY18-9454" fmla="*/ 716533 h 2160513"/>
              <a:gd name="connsiteX19-9455" fmla="*/ 2095472 w 2107590"/>
              <a:gd name="connsiteY19-9456" fmla="*/ 1073721 h 2160513"/>
              <a:gd name="connsiteX20-9457" fmla="*/ 1826390 w 2107590"/>
              <a:gd name="connsiteY20-9458" fmla="*/ 1311846 h 2160513"/>
              <a:gd name="connsiteX21-9459" fmla="*/ 1821627 w 2107590"/>
              <a:gd name="connsiteY21-9460" fmla="*/ 1264221 h 2160513"/>
              <a:gd name="connsiteX22-9461" fmla="*/ 1488252 w 2107590"/>
              <a:gd name="connsiteY22-9462" fmla="*/ 1595214 h 2160513"/>
              <a:gd name="connsiteX23-9463" fmla="*/ 1388239 w 2107590"/>
              <a:gd name="connsiteY23-9464" fmla="*/ 1492821 h 2160513"/>
              <a:gd name="connsiteX24-9465" fmla="*/ 1700184 w 2107590"/>
              <a:gd name="connsiteY24-9466" fmla="*/ 1107059 h 2160513"/>
              <a:gd name="connsiteX25-9467" fmla="*/ 1397764 w 2107590"/>
              <a:gd name="connsiteY25-9468" fmla="*/ 1128489 h 2160513"/>
              <a:gd name="connsiteX26-9469" fmla="*/ 1889668 w 2107590"/>
              <a:gd name="connsiteY26-9470" fmla="*/ 1175665 h 2160513"/>
              <a:gd name="connsiteX27-9471" fmla="*/ 1912797 w 2107590"/>
              <a:gd name="connsiteY27-9472" fmla="*/ 1135089 h 2160513"/>
              <a:gd name="connsiteX28-9473" fmla="*/ 1775980 w 2107590"/>
              <a:gd name="connsiteY28-9474" fmla="*/ 1553577 h 2160513"/>
              <a:gd name="connsiteX29-9475" fmla="*/ 1235792 w 2107590"/>
              <a:gd name="connsiteY29-9476" fmla="*/ 1580715 h 2160513"/>
              <a:gd name="connsiteX30-9477" fmla="*/ 1344220 w 2107590"/>
              <a:gd name="connsiteY30-9478" fmla="*/ 1905742 h 2160513"/>
              <a:gd name="connsiteX0-9479" fmla="*/ 1575697 w 2107590"/>
              <a:gd name="connsiteY0-9480" fmla="*/ 2160513 h 2160513"/>
              <a:gd name="connsiteX1-9481" fmla="*/ 956854 w 2107590"/>
              <a:gd name="connsiteY1-9482" fmla="*/ 1258279 h 2160513"/>
              <a:gd name="connsiteX2-9483" fmla="*/ 863892 w 2107590"/>
              <a:gd name="connsiteY2-9484" fmla="*/ 1345253 h 2160513"/>
              <a:gd name="connsiteX3-9485" fmla="*/ 1026241 w 2107590"/>
              <a:gd name="connsiteY3-9486" fmla="*/ 1144473 h 2160513"/>
              <a:gd name="connsiteX4-9487" fmla="*/ 908876 w 2107590"/>
              <a:gd name="connsiteY4-9488" fmla="*/ 743032 h 2160513"/>
              <a:gd name="connsiteX5-9489" fmla="*/ 1054863 w 2107590"/>
              <a:gd name="connsiteY5-9490" fmla="*/ 807021 h 2160513"/>
              <a:gd name="connsiteX6-9491" fmla="*/ 766732 w 2107590"/>
              <a:gd name="connsiteY6-9492" fmla="*/ 928463 h 2160513"/>
              <a:gd name="connsiteX7-9493" fmla="*/ 228569 w 2107590"/>
              <a:gd name="connsiteY7-9494" fmla="*/ 1030857 h 2160513"/>
              <a:gd name="connsiteX8-9495" fmla="*/ 102364 w 2107590"/>
              <a:gd name="connsiteY8-9496" fmla="*/ 578421 h 2160513"/>
              <a:gd name="connsiteX9-9497" fmla="*/ 334972 w 2107590"/>
              <a:gd name="connsiteY9-9498" fmla="*/ 266829 h 2160513"/>
              <a:gd name="connsiteX10-9499" fmla="*/ 754827 w 2107590"/>
              <a:gd name="connsiteY10-9500" fmla="*/ 47401 h 2160513"/>
              <a:gd name="connsiteX11-9501" fmla="*/ 759590 w 2107590"/>
              <a:gd name="connsiteY11-9502" fmla="*/ 95027 h 2160513"/>
              <a:gd name="connsiteX12-9503" fmla="*/ 771497 w 2107590"/>
              <a:gd name="connsiteY12-9504" fmla="*/ 35497 h 2160513"/>
              <a:gd name="connsiteX13-9505" fmla="*/ 1341273 w 2107590"/>
              <a:gd name="connsiteY13-9506" fmla="*/ 79182 h 2160513"/>
              <a:gd name="connsiteX14-9507" fmla="*/ 1369190 w 2107590"/>
              <a:gd name="connsiteY14-9508" fmla="*/ 92646 h 2160513"/>
              <a:gd name="connsiteX15-9509" fmla="*/ 1772045 w 2107590"/>
              <a:gd name="connsiteY15-9510" fmla="*/ 359840 h 2160513"/>
              <a:gd name="connsiteX16-9511" fmla="*/ 1752572 w 2107590"/>
              <a:gd name="connsiteY16-9512" fmla="*/ 342677 h 2160513"/>
              <a:gd name="connsiteX17-9513" fmla="*/ 2013140 w 2107590"/>
              <a:gd name="connsiteY17-9514" fmla="*/ 736265 h 2160513"/>
              <a:gd name="connsiteX18-9515" fmla="*/ 2004983 w 2107590"/>
              <a:gd name="connsiteY18-9516" fmla="*/ 716533 h 2160513"/>
              <a:gd name="connsiteX19-9517" fmla="*/ 2095472 w 2107590"/>
              <a:gd name="connsiteY19-9518" fmla="*/ 1073721 h 2160513"/>
              <a:gd name="connsiteX20-9519" fmla="*/ 1826390 w 2107590"/>
              <a:gd name="connsiteY20-9520" fmla="*/ 1311846 h 2160513"/>
              <a:gd name="connsiteX21-9521" fmla="*/ 1821627 w 2107590"/>
              <a:gd name="connsiteY21-9522" fmla="*/ 1264221 h 2160513"/>
              <a:gd name="connsiteX22-9523" fmla="*/ 1488252 w 2107590"/>
              <a:gd name="connsiteY22-9524" fmla="*/ 1595214 h 2160513"/>
              <a:gd name="connsiteX23-9525" fmla="*/ 1388239 w 2107590"/>
              <a:gd name="connsiteY23-9526" fmla="*/ 1492821 h 2160513"/>
              <a:gd name="connsiteX24-9527" fmla="*/ 1700184 w 2107590"/>
              <a:gd name="connsiteY24-9528" fmla="*/ 1107059 h 2160513"/>
              <a:gd name="connsiteX25-9529" fmla="*/ 1397764 w 2107590"/>
              <a:gd name="connsiteY25-9530" fmla="*/ 1128489 h 2160513"/>
              <a:gd name="connsiteX26-9531" fmla="*/ 1889668 w 2107590"/>
              <a:gd name="connsiteY26-9532" fmla="*/ 1175665 h 2160513"/>
              <a:gd name="connsiteX27-9533" fmla="*/ 1912797 w 2107590"/>
              <a:gd name="connsiteY27-9534" fmla="*/ 1135089 h 2160513"/>
              <a:gd name="connsiteX28-9535" fmla="*/ 1775980 w 2107590"/>
              <a:gd name="connsiteY28-9536" fmla="*/ 1553577 h 2160513"/>
              <a:gd name="connsiteX29-9537" fmla="*/ 1235792 w 2107590"/>
              <a:gd name="connsiteY29-9538" fmla="*/ 1580715 h 2160513"/>
              <a:gd name="connsiteX30-9539" fmla="*/ 1344220 w 2107590"/>
              <a:gd name="connsiteY30-9540" fmla="*/ 1905742 h 2160513"/>
              <a:gd name="connsiteX0-9541" fmla="*/ 1575697 w 2107590"/>
              <a:gd name="connsiteY0-9542" fmla="*/ 2160513 h 2160513"/>
              <a:gd name="connsiteX1-9543" fmla="*/ 956854 w 2107590"/>
              <a:gd name="connsiteY1-9544" fmla="*/ 1258279 h 2160513"/>
              <a:gd name="connsiteX2-9545" fmla="*/ 863892 w 2107590"/>
              <a:gd name="connsiteY2-9546" fmla="*/ 1345253 h 2160513"/>
              <a:gd name="connsiteX3-9547" fmla="*/ 1026241 w 2107590"/>
              <a:gd name="connsiteY3-9548" fmla="*/ 1144473 h 2160513"/>
              <a:gd name="connsiteX4-9549" fmla="*/ 908876 w 2107590"/>
              <a:gd name="connsiteY4-9550" fmla="*/ 743032 h 2160513"/>
              <a:gd name="connsiteX5-9551" fmla="*/ 1054863 w 2107590"/>
              <a:gd name="connsiteY5-9552" fmla="*/ 807021 h 2160513"/>
              <a:gd name="connsiteX6-9553" fmla="*/ 766732 w 2107590"/>
              <a:gd name="connsiteY6-9554" fmla="*/ 928463 h 2160513"/>
              <a:gd name="connsiteX7-9555" fmla="*/ 228569 w 2107590"/>
              <a:gd name="connsiteY7-9556" fmla="*/ 1030857 h 2160513"/>
              <a:gd name="connsiteX8-9557" fmla="*/ 102364 w 2107590"/>
              <a:gd name="connsiteY8-9558" fmla="*/ 578421 h 2160513"/>
              <a:gd name="connsiteX9-9559" fmla="*/ 334972 w 2107590"/>
              <a:gd name="connsiteY9-9560" fmla="*/ 266829 h 2160513"/>
              <a:gd name="connsiteX10-9561" fmla="*/ 754827 w 2107590"/>
              <a:gd name="connsiteY10-9562" fmla="*/ 47401 h 2160513"/>
              <a:gd name="connsiteX11-9563" fmla="*/ 759590 w 2107590"/>
              <a:gd name="connsiteY11-9564" fmla="*/ 95027 h 2160513"/>
              <a:gd name="connsiteX12-9565" fmla="*/ 771497 w 2107590"/>
              <a:gd name="connsiteY12-9566" fmla="*/ 35497 h 2160513"/>
              <a:gd name="connsiteX13-9567" fmla="*/ 1341273 w 2107590"/>
              <a:gd name="connsiteY13-9568" fmla="*/ 79182 h 2160513"/>
              <a:gd name="connsiteX14-9569" fmla="*/ 1369190 w 2107590"/>
              <a:gd name="connsiteY14-9570" fmla="*/ 92646 h 2160513"/>
              <a:gd name="connsiteX15-9571" fmla="*/ 1772045 w 2107590"/>
              <a:gd name="connsiteY15-9572" fmla="*/ 359840 h 2160513"/>
              <a:gd name="connsiteX16-9573" fmla="*/ 1752572 w 2107590"/>
              <a:gd name="connsiteY16-9574" fmla="*/ 342677 h 2160513"/>
              <a:gd name="connsiteX17-9575" fmla="*/ 2013140 w 2107590"/>
              <a:gd name="connsiteY17-9576" fmla="*/ 736265 h 2160513"/>
              <a:gd name="connsiteX18-9577" fmla="*/ 2004983 w 2107590"/>
              <a:gd name="connsiteY18-9578" fmla="*/ 716533 h 2160513"/>
              <a:gd name="connsiteX19-9579" fmla="*/ 2095472 w 2107590"/>
              <a:gd name="connsiteY19-9580" fmla="*/ 1073721 h 2160513"/>
              <a:gd name="connsiteX20-9581" fmla="*/ 1826390 w 2107590"/>
              <a:gd name="connsiteY20-9582" fmla="*/ 1311846 h 2160513"/>
              <a:gd name="connsiteX21-9583" fmla="*/ 1821627 w 2107590"/>
              <a:gd name="connsiteY21-9584" fmla="*/ 1264221 h 2160513"/>
              <a:gd name="connsiteX22-9585" fmla="*/ 1488252 w 2107590"/>
              <a:gd name="connsiteY22-9586" fmla="*/ 1595214 h 2160513"/>
              <a:gd name="connsiteX23-9587" fmla="*/ 1388239 w 2107590"/>
              <a:gd name="connsiteY23-9588" fmla="*/ 1492821 h 2160513"/>
              <a:gd name="connsiteX24-9589" fmla="*/ 1700184 w 2107590"/>
              <a:gd name="connsiteY24-9590" fmla="*/ 1107059 h 2160513"/>
              <a:gd name="connsiteX25-9591" fmla="*/ 1397764 w 2107590"/>
              <a:gd name="connsiteY25-9592" fmla="*/ 1128489 h 2160513"/>
              <a:gd name="connsiteX26-9593" fmla="*/ 1889668 w 2107590"/>
              <a:gd name="connsiteY26-9594" fmla="*/ 1175665 h 2160513"/>
              <a:gd name="connsiteX27-9595" fmla="*/ 1912797 w 2107590"/>
              <a:gd name="connsiteY27-9596" fmla="*/ 1135089 h 2160513"/>
              <a:gd name="connsiteX28-9597" fmla="*/ 1775980 w 2107590"/>
              <a:gd name="connsiteY28-9598" fmla="*/ 1553577 h 2160513"/>
              <a:gd name="connsiteX29-9599" fmla="*/ 1235792 w 2107590"/>
              <a:gd name="connsiteY29-9600" fmla="*/ 1580715 h 2160513"/>
              <a:gd name="connsiteX30-9601" fmla="*/ 1344220 w 2107590"/>
              <a:gd name="connsiteY30-9602" fmla="*/ 1905742 h 2160513"/>
              <a:gd name="connsiteX0-9603" fmla="*/ 1575697 w 2107590"/>
              <a:gd name="connsiteY0-9604" fmla="*/ 2160513 h 2160513"/>
              <a:gd name="connsiteX1-9605" fmla="*/ 956854 w 2107590"/>
              <a:gd name="connsiteY1-9606" fmla="*/ 1258279 h 2160513"/>
              <a:gd name="connsiteX2-9607" fmla="*/ 863892 w 2107590"/>
              <a:gd name="connsiteY2-9608" fmla="*/ 1345253 h 2160513"/>
              <a:gd name="connsiteX3-9609" fmla="*/ 1026241 w 2107590"/>
              <a:gd name="connsiteY3-9610" fmla="*/ 1144473 h 2160513"/>
              <a:gd name="connsiteX4-9611" fmla="*/ 908876 w 2107590"/>
              <a:gd name="connsiteY4-9612" fmla="*/ 743032 h 2160513"/>
              <a:gd name="connsiteX5-9613" fmla="*/ 1054863 w 2107590"/>
              <a:gd name="connsiteY5-9614" fmla="*/ 807021 h 2160513"/>
              <a:gd name="connsiteX6-9615" fmla="*/ 766732 w 2107590"/>
              <a:gd name="connsiteY6-9616" fmla="*/ 928463 h 2160513"/>
              <a:gd name="connsiteX7-9617" fmla="*/ 228569 w 2107590"/>
              <a:gd name="connsiteY7-9618" fmla="*/ 1030857 h 2160513"/>
              <a:gd name="connsiteX8-9619" fmla="*/ 102364 w 2107590"/>
              <a:gd name="connsiteY8-9620" fmla="*/ 578421 h 2160513"/>
              <a:gd name="connsiteX9-9621" fmla="*/ 334972 w 2107590"/>
              <a:gd name="connsiteY9-9622" fmla="*/ 266829 h 2160513"/>
              <a:gd name="connsiteX10-9623" fmla="*/ 754827 w 2107590"/>
              <a:gd name="connsiteY10-9624" fmla="*/ 47401 h 2160513"/>
              <a:gd name="connsiteX11-9625" fmla="*/ 759590 w 2107590"/>
              <a:gd name="connsiteY11-9626" fmla="*/ 95027 h 2160513"/>
              <a:gd name="connsiteX12-9627" fmla="*/ 771497 w 2107590"/>
              <a:gd name="connsiteY12-9628" fmla="*/ 35497 h 2160513"/>
              <a:gd name="connsiteX13-9629" fmla="*/ 1341273 w 2107590"/>
              <a:gd name="connsiteY13-9630" fmla="*/ 79182 h 2160513"/>
              <a:gd name="connsiteX14-9631" fmla="*/ 1369190 w 2107590"/>
              <a:gd name="connsiteY14-9632" fmla="*/ 92646 h 2160513"/>
              <a:gd name="connsiteX15-9633" fmla="*/ 1772045 w 2107590"/>
              <a:gd name="connsiteY15-9634" fmla="*/ 359840 h 2160513"/>
              <a:gd name="connsiteX16-9635" fmla="*/ 1752572 w 2107590"/>
              <a:gd name="connsiteY16-9636" fmla="*/ 342677 h 2160513"/>
              <a:gd name="connsiteX17-9637" fmla="*/ 2013140 w 2107590"/>
              <a:gd name="connsiteY17-9638" fmla="*/ 736265 h 2160513"/>
              <a:gd name="connsiteX18-9639" fmla="*/ 2004983 w 2107590"/>
              <a:gd name="connsiteY18-9640" fmla="*/ 716533 h 2160513"/>
              <a:gd name="connsiteX19-9641" fmla="*/ 2095472 w 2107590"/>
              <a:gd name="connsiteY19-9642" fmla="*/ 1073721 h 2160513"/>
              <a:gd name="connsiteX20-9643" fmla="*/ 1826390 w 2107590"/>
              <a:gd name="connsiteY20-9644" fmla="*/ 1311846 h 2160513"/>
              <a:gd name="connsiteX21-9645" fmla="*/ 1821627 w 2107590"/>
              <a:gd name="connsiteY21-9646" fmla="*/ 1264221 h 2160513"/>
              <a:gd name="connsiteX22-9647" fmla="*/ 1488252 w 2107590"/>
              <a:gd name="connsiteY22-9648" fmla="*/ 1595214 h 2160513"/>
              <a:gd name="connsiteX23-9649" fmla="*/ 1388239 w 2107590"/>
              <a:gd name="connsiteY23-9650" fmla="*/ 1492821 h 2160513"/>
              <a:gd name="connsiteX24-9651" fmla="*/ 1700184 w 2107590"/>
              <a:gd name="connsiteY24-9652" fmla="*/ 1107059 h 2160513"/>
              <a:gd name="connsiteX25-9653" fmla="*/ 1397764 w 2107590"/>
              <a:gd name="connsiteY25-9654" fmla="*/ 1128489 h 2160513"/>
              <a:gd name="connsiteX26-9655" fmla="*/ 1889668 w 2107590"/>
              <a:gd name="connsiteY26-9656" fmla="*/ 1175665 h 2160513"/>
              <a:gd name="connsiteX27-9657" fmla="*/ 1912797 w 2107590"/>
              <a:gd name="connsiteY27-9658" fmla="*/ 1135089 h 2160513"/>
              <a:gd name="connsiteX28-9659" fmla="*/ 1775980 w 2107590"/>
              <a:gd name="connsiteY28-9660" fmla="*/ 1553577 h 2160513"/>
              <a:gd name="connsiteX29-9661" fmla="*/ 1235792 w 2107590"/>
              <a:gd name="connsiteY29-9662" fmla="*/ 1580715 h 2160513"/>
              <a:gd name="connsiteX30-9663" fmla="*/ 1344220 w 2107590"/>
              <a:gd name="connsiteY30-9664" fmla="*/ 1905742 h 2160513"/>
              <a:gd name="connsiteX0-9665" fmla="*/ 1575697 w 2107590"/>
              <a:gd name="connsiteY0-9666" fmla="*/ 2160513 h 2160513"/>
              <a:gd name="connsiteX1-9667" fmla="*/ 956854 w 2107590"/>
              <a:gd name="connsiteY1-9668" fmla="*/ 1258279 h 2160513"/>
              <a:gd name="connsiteX2-9669" fmla="*/ 863892 w 2107590"/>
              <a:gd name="connsiteY2-9670" fmla="*/ 1345253 h 2160513"/>
              <a:gd name="connsiteX3-9671" fmla="*/ 1026241 w 2107590"/>
              <a:gd name="connsiteY3-9672" fmla="*/ 1144473 h 2160513"/>
              <a:gd name="connsiteX4-9673" fmla="*/ 908876 w 2107590"/>
              <a:gd name="connsiteY4-9674" fmla="*/ 743032 h 2160513"/>
              <a:gd name="connsiteX5-9675" fmla="*/ 1054863 w 2107590"/>
              <a:gd name="connsiteY5-9676" fmla="*/ 807021 h 2160513"/>
              <a:gd name="connsiteX6-9677" fmla="*/ 766732 w 2107590"/>
              <a:gd name="connsiteY6-9678" fmla="*/ 928463 h 2160513"/>
              <a:gd name="connsiteX7-9679" fmla="*/ 228569 w 2107590"/>
              <a:gd name="connsiteY7-9680" fmla="*/ 1030857 h 2160513"/>
              <a:gd name="connsiteX8-9681" fmla="*/ 102364 w 2107590"/>
              <a:gd name="connsiteY8-9682" fmla="*/ 578421 h 2160513"/>
              <a:gd name="connsiteX9-9683" fmla="*/ 334972 w 2107590"/>
              <a:gd name="connsiteY9-9684" fmla="*/ 266829 h 2160513"/>
              <a:gd name="connsiteX10-9685" fmla="*/ 754827 w 2107590"/>
              <a:gd name="connsiteY10-9686" fmla="*/ 47401 h 2160513"/>
              <a:gd name="connsiteX11-9687" fmla="*/ 759590 w 2107590"/>
              <a:gd name="connsiteY11-9688" fmla="*/ 95027 h 2160513"/>
              <a:gd name="connsiteX12-9689" fmla="*/ 771497 w 2107590"/>
              <a:gd name="connsiteY12-9690" fmla="*/ 35497 h 2160513"/>
              <a:gd name="connsiteX13-9691" fmla="*/ 1341273 w 2107590"/>
              <a:gd name="connsiteY13-9692" fmla="*/ 79182 h 2160513"/>
              <a:gd name="connsiteX14-9693" fmla="*/ 1369190 w 2107590"/>
              <a:gd name="connsiteY14-9694" fmla="*/ 92646 h 2160513"/>
              <a:gd name="connsiteX15-9695" fmla="*/ 1772045 w 2107590"/>
              <a:gd name="connsiteY15-9696" fmla="*/ 359840 h 2160513"/>
              <a:gd name="connsiteX16-9697" fmla="*/ 1752572 w 2107590"/>
              <a:gd name="connsiteY16-9698" fmla="*/ 342677 h 2160513"/>
              <a:gd name="connsiteX17-9699" fmla="*/ 2013140 w 2107590"/>
              <a:gd name="connsiteY17-9700" fmla="*/ 736265 h 2160513"/>
              <a:gd name="connsiteX18-9701" fmla="*/ 2004983 w 2107590"/>
              <a:gd name="connsiteY18-9702" fmla="*/ 716533 h 2160513"/>
              <a:gd name="connsiteX19-9703" fmla="*/ 2095472 w 2107590"/>
              <a:gd name="connsiteY19-9704" fmla="*/ 1073721 h 2160513"/>
              <a:gd name="connsiteX20-9705" fmla="*/ 1826390 w 2107590"/>
              <a:gd name="connsiteY20-9706" fmla="*/ 1311846 h 2160513"/>
              <a:gd name="connsiteX21-9707" fmla="*/ 1821627 w 2107590"/>
              <a:gd name="connsiteY21-9708" fmla="*/ 1264221 h 2160513"/>
              <a:gd name="connsiteX22-9709" fmla="*/ 1488252 w 2107590"/>
              <a:gd name="connsiteY22-9710" fmla="*/ 1595214 h 2160513"/>
              <a:gd name="connsiteX23-9711" fmla="*/ 1388239 w 2107590"/>
              <a:gd name="connsiteY23-9712" fmla="*/ 1492821 h 2160513"/>
              <a:gd name="connsiteX24-9713" fmla="*/ 1700184 w 2107590"/>
              <a:gd name="connsiteY24-9714" fmla="*/ 1107059 h 2160513"/>
              <a:gd name="connsiteX25-9715" fmla="*/ 1397764 w 2107590"/>
              <a:gd name="connsiteY25-9716" fmla="*/ 1128489 h 2160513"/>
              <a:gd name="connsiteX26-9717" fmla="*/ 1889668 w 2107590"/>
              <a:gd name="connsiteY26-9718" fmla="*/ 1175665 h 2160513"/>
              <a:gd name="connsiteX27-9719" fmla="*/ 1912797 w 2107590"/>
              <a:gd name="connsiteY27-9720" fmla="*/ 1135089 h 2160513"/>
              <a:gd name="connsiteX28-9721" fmla="*/ 1775980 w 2107590"/>
              <a:gd name="connsiteY28-9722" fmla="*/ 1553577 h 2160513"/>
              <a:gd name="connsiteX29-9723" fmla="*/ 1235792 w 2107590"/>
              <a:gd name="connsiteY29-9724" fmla="*/ 1580715 h 2160513"/>
              <a:gd name="connsiteX30-9725" fmla="*/ 1344220 w 2107590"/>
              <a:gd name="connsiteY30-9726" fmla="*/ 1905742 h 2160513"/>
              <a:gd name="connsiteX0-9727" fmla="*/ 1575697 w 2107590"/>
              <a:gd name="connsiteY0-9728" fmla="*/ 2160513 h 2160513"/>
              <a:gd name="connsiteX1-9729" fmla="*/ 956854 w 2107590"/>
              <a:gd name="connsiteY1-9730" fmla="*/ 1258279 h 2160513"/>
              <a:gd name="connsiteX2-9731" fmla="*/ 863892 w 2107590"/>
              <a:gd name="connsiteY2-9732" fmla="*/ 1345253 h 2160513"/>
              <a:gd name="connsiteX3-9733" fmla="*/ 1026241 w 2107590"/>
              <a:gd name="connsiteY3-9734" fmla="*/ 1144473 h 2160513"/>
              <a:gd name="connsiteX4-9735" fmla="*/ 908876 w 2107590"/>
              <a:gd name="connsiteY4-9736" fmla="*/ 743032 h 2160513"/>
              <a:gd name="connsiteX5-9737" fmla="*/ 1054863 w 2107590"/>
              <a:gd name="connsiteY5-9738" fmla="*/ 807021 h 2160513"/>
              <a:gd name="connsiteX6-9739" fmla="*/ 766732 w 2107590"/>
              <a:gd name="connsiteY6-9740" fmla="*/ 928463 h 2160513"/>
              <a:gd name="connsiteX7-9741" fmla="*/ 228569 w 2107590"/>
              <a:gd name="connsiteY7-9742" fmla="*/ 1030857 h 2160513"/>
              <a:gd name="connsiteX8-9743" fmla="*/ 102364 w 2107590"/>
              <a:gd name="connsiteY8-9744" fmla="*/ 578421 h 2160513"/>
              <a:gd name="connsiteX9-9745" fmla="*/ 334972 w 2107590"/>
              <a:gd name="connsiteY9-9746" fmla="*/ 266829 h 2160513"/>
              <a:gd name="connsiteX10-9747" fmla="*/ 754827 w 2107590"/>
              <a:gd name="connsiteY10-9748" fmla="*/ 47401 h 2160513"/>
              <a:gd name="connsiteX11-9749" fmla="*/ 759590 w 2107590"/>
              <a:gd name="connsiteY11-9750" fmla="*/ 95027 h 2160513"/>
              <a:gd name="connsiteX12-9751" fmla="*/ 771497 w 2107590"/>
              <a:gd name="connsiteY12-9752" fmla="*/ 35497 h 2160513"/>
              <a:gd name="connsiteX13-9753" fmla="*/ 1341273 w 2107590"/>
              <a:gd name="connsiteY13-9754" fmla="*/ 79182 h 2160513"/>
              <a:gd name="connsiteX14-9755" fmla="*/ 1369190 w 2107590"/>
              <a:gd name="connsiteY14-9756" fmla="*/ 92646 h 2160513"/>
              <a:gd name="connsiteX15-9757" fmla="*/ 1772045 w 2107590"/>
              <a:gd name="connsiteY15-9758" fmla="*/ 359840 h 2160513"/>
              <a:gd name="connsiteX16-9759" fmla="*/ 1752572 w 2107590"/>
              <a:gd name="connsiteY16-9760" fmla="*/ 342677 h 2160513"/>
              <a:gd name="connsiteX17-9761" fmla="*/ 2013140 w 2107590"/>
              <a:gd name="connsiteY17-9762" fmla="*/ 736265 h 2160513"/>
              <a:gd name="connsiteX18-9763" fmla="*/ 2004983 w 2107590"/>
              <a:gd name="connsiteY18-9764" fmla="*/ 716533 h 2160513"/>
              <a:gd name="connsiteX19-9765" fmla="*/ 2095472 w 2107590"/>
              <a:gd name="connsiteY19-9766" fmla="*/ 1073721 h 2160513"/>
              <a:gd name="connsiteX20-9767" fmla="*/ 1826390 w 2107590"/>
              <a:gd name="connsiteY20-9768" fmla="*/ 1311846 h 2160513"/>
              <a:gd name="connsiteX21-9769" fmla="*/ 1821627 w 2107590"/>
              <a:gd name="connsiteY21-9770" fmla="*/ 1264221 h 2160513"/>
              <a:gd name="connsiteX22-9771" fmla="*/ 1488252 w 2107590"/>
              <a:gd name="connsiteY22-9772" fmla="*/ 1595214 h 2160513"/>
              <a:gd name="connsiteX23-9773" fmla="*/ 1388239 w 2107590"/>
              <a:gd name="connsiteY23-9774" fmla="*/ 1492821 h 2160513"/>
              <a:gd name="connsiteX24-9775" fmla="*/ 1700184 w 2107590"/>
              <a:gd name="connsiteY24-9776" fmla="*/ 1107059 h 2160513"/>
              <a:gd name="connsiteX25-9777" fmla="*/ 1397764 w 2107590"/>
              <a:gd name="connsiteY25-9778" fmla="*/ 1128489 h 2160513"/>
              <a:gd name="connsiteX26-9779" fmla="*/ 1323946 w 2107590"/>
              <a:gd name="connsiteY26-9780" fmla="*/ 1280889 h 2160513"/>
              <a:gd name="connsiteX27-9781" fmla="*/ 1889668 w 2107590"/>
              <a:gd name="connsiteY27-9782" fmla="*/ 1175665 h 2160513"/>
              <a:gd name="connsiteX28-9783" fmla="*/ 1912797 w 2107590"/>
              <a:gd name="connsiteY28-9784" fmla="*/ 1135089 h 2160513"/>
              <a:gd name="connsiteX29-9785" fmla="*/ 1775980 w 2107590"/>
              <a:gd name="connsiteY29-9786" fmla="*/ 1553577 h 2160513"/>
              <a:gd name="connsiteX30-9787" fmla="*/ 1235792 w 2107590"/>
              <a:gd name="connsiteY30-9788" fmla="*/ 1580715 h 2160513"/>
              <a:gd name="connsiteX31" fmla="*/ 1344220 w 2107590"/>
              <a:gd name="connsiteY31" fmla="*/ 1905742 h 2160513"/>
              <a:gd name="connsiteX0-9789" fmla="*/ 1575697 w 2107590"/>
              <a:gd name="connsiteY0-9790" fmla="*/ 2160513 h 2160513"/>
              <a:gd name="connsiteX1-9791" fmla="*/ 956854 w 2107590"/>
              <a:gd name="connsiteY1-9792" fmla="*/ 1258279 h 2160513"/>
              <a:gd name="connsiteX2-9793" fmla="*/ 863892 w 2107590"/>
              <a:gd name="connsiteY2-9794" fmla="*/ 1345253 h 2160513"/>
              <a:gd name="connsiteX3-9795" fmla="*/ 1026241 w 2107590"/>
              <a:gd name="connsiteY3-9796" fmla="*/ 1144473 h 2160513"/>
              <a:gd name="connsiteX4-9797" fmla="*/ 908876 w 2107590"/>
              <a:gd name="connsiteY4-9798" fmla="*/ 743032 h 2160513"/>
              <a:gd name="connsiteX5-9799" fmla="*/ 1054863 w 2107590"/>
              <a:gd name="connsiteY5-9800" fmla="*/ 807021 h 2160513"/>
              <a:gd name="connsiteX6-9801" fmla="*/ 766732 w 2107590"/>
              <a:gd name="connsiteY6-9802" fmla="*/ 928463 h 2160513"/>
              <a:gd name="connsiteX7-9803" fmla="*/ 228569 w 2107590"/>
              <a:gd name="connsiteY7-9804" fmla="*/ 1030857 h 2160513"/>
              <a:gd name="connsiteX8-9805" fmla="*/ 102364 w 2107590"/>
              <a:gd name="connsiteY8-9806" fmla="*/ 578421 h 2160513"/>
              <a:gd name="connsiteX9-9807" fmla="*/ 334972 w 2107590"/>
              <a:gd name="connsiteY9-9808" fmla="*/ 266829 h 2160513"/>
              <a:gd name="connsiteX10-9809" fmla="*/ 754827 w 2107590"/>
              <a:gd name="connsiteY10-9810" fmla="*/ 47401 h 2160513"/>
              <a:gd name="connsiteX11-9811" fmla="*/ 759590 w 2107590"/>
              <a:gd name="connsiteY11-9812" fmla="*/ 95027 h 2160513"/>
              <a:gd name="connsiteX12-9813" fmla="*/ 771497 w 2107590"/>
              <a:gd name="connsiteY12-9814" fmla="*/ 35497 h 2160513"/>
              <a:gd name="connsiteX13-9815" fmla="*/ 1341273 w 2107590"/>
              <a:gd name="connsiteY13-9816" fmla="*/ 79182 h 2160513"/>
              <a:gd name="connsiteX14-9817" fmla="*/ 1369190 w 2107590"/>
              <a:gd name="connsiteY14-9818" fmla="*/ 92646 h 2160513"/>
              <a:gd name="connsiteX15-9819" fmla="*/ 1772045 w 2107590"/>
              <a:gd name="connsiteY15-9820" fmla="*/ 359840 h 2160513"/>
              <a:gd name="connsiteX16-9821" fmla="*/ 1752572 w 2107590"/>
              <a:gd name="connsiteY16-9822" fmla="*/ 342677 h 2160513"/>
              <a:gd name="connsiteX17-9823" fmla="*/ 2013140 w 2107590"/>
              <a:gd name="connsiteY17-9824" fmla="*/ 736265 h 2160513"/>
              <a:gd name="connsiteX18-9825" fmla="*/ 2004983 w 2107590"/>
              <a:gd name="connsiteY18-9826" fmla="*/ 716533 h 2160513"/>
              <a:gd name="connsiteX19-9827" fmla="*/ 2095472 w 2107590"/>
              <a:gd name="connsiteY19-9828" fmla="*/ 1073721 h 2160513"/>
              <a:gd name="connsiteX20-9829" fmla="*/ 1826390 w 2107590"/>
              <a:gd name="connsiteY20-9830" fmla="*/ 1311846 h 2160513"/>
              <a:gd name="connsiteX21-9831" fmla="*/ 1821627 w 2107590"/>
              <a:gd name="connsiteY21-9832" fmla="*/ 1264221 h 2160513"/>
              <a:gd name="connsiteX22-9833" fmla="*/ 1488252 w 2107590"/>
              <a:gd name="connsiteY22-9834" fmla="*/ 1595214 h 2160513"/>
              <a:gd name="connsiteX23-9835" fmla="*/ 1388239 w 2107590"/>
              <a:gd name="connsiteY23-9836" fmla="*/ 1492821 h 2160513"/>
              <a:gd name="connsiteX24-9837" fmla="*/ 1700184 w 2107590"/>
              <a:gd name="connsiteY24-9838" fmla="*/ 1107059 h 2160513"/>
              <a:gd name="connsiteX25-9839" fmla="*/ 1397764 w 2107590"/>
              <a:gd name="connsiteY25-9840" fmla="*/ 1128489 h 2160513"/>
              <a:gd name="connsiteX26-9841" fmla="*/ 1323946 w 2107590"/>
              <a:gd name="connsiteY26-9842" fmla="*/ 1280889 h 2160513"/>
              <a:gd name="connsiteX27-9843" fmla="*/ 1889668 w 2107590"/>
              <a:gd name="connsiteY27-9844" fmla="*/ 1175665 h 2160513"/>
              <a:gd name="connsiteX28-9845" fmla="*/ 1912797 w 2107590"/>
              <a:gd name="connsiteY28-9846" fmla="*/ 1135089 h 2160513"/>
              <a:gd name="connsiteX29-9847" fmla="*/ 1775980 w 2107590"/>
              <a:gd name="connsiteY29-9848" fmla="*/ 1553577 h 2160513"/>
              <a:gd name="connsiteX30-9849" fmla="*/ 1235792 w 2107590"/>
              <a:gd name="connsiteY30-9850" fmla="*/ 1580715 h 2160513"/>
              <a:gd name="connsiteX31-9851" fmla="*/ 1344220 w 2107590"/>
              <a:gd name="connsiteY31-9852" fmla="*/ 1905742 h 2160513"/>
              <a:gd name="connsiteX0-9853" fmla="*/ 1575697 w 2107590"/>
              <a:gd name="connsiteY0-9854" fmla="*/ 2160513 h 2160513"/>
              <a:gd name="connsiteX1-9855" fmla="*/ 956854 w 2107590"/>
              <a:gd name="connsiteY1-9856" fmla="*/ 1258279 h 2160513"/>
              <a:gd name="connsiteX2-9857" fmla="*/ 863892 w 2107590"/>
              <a:gd name="connsiteY2-9858" fmla="*/ 1345253 h 2160513"/>
              <a:gd name="connsiteX3-9859" fmla="*/ 1026241 w 2107590"/>
              <a:gd name="connsiteY3-9860" fmla="*/ 1144473 h 2160513"/>
              <a:gd name="connsiteX4-9861" fmla="*/ 908876 w 2107590"/>
              <a:gd name="connsiteY4-9862" fmla="*/ 743032 h 2160513"/>
              <a:gd name="connsiteX5-9863" fmla="*/ 1054863 w 2107590"/>
              <a:gd name="connsiteY5-9864" fmla="*/ 807021 h 2160513"/>
              <a:gd name="connsiteX6-9865" fmla="*/ 766732 w 2107590"/>
              <a:gd name="connsiteY6-9866" fmla="*/ 928463 h 2160513"/>
              <a:gd name="connsiteX7-9867" fmla="*/ 228569 w 2107590"/>
              <a:gd name="connsiteY7-9868" fmla="*/ 1030857 h 2160513"/>
              <a:gd name="connsiteX8-9869" fmla="*/ 102364 w 2107590"/>
              <a:gd name="connsiteY8-9870" fmla="*/ 578421 h 2160513"/>
              <a:gd name="connsiteX9-9871" fmla="*/ 334972 w 2107590"/>
              <a:gd name="connsiteY9-9872" fmla="*/ 266829 h 2160513"/>
              <a:gd name="connsiteX10-9873" fmla="*/ 754827 w 2107590"/>
              <a:gd name="connsiteY10-9874" fmla="*/ 47401 h 2160513"/>
              <a:gd name="connsiteX11-9875" fmla="*/ 759590 w 2107590"/>
              <a:gd name="connsiteY11-9876" fmla="*/ 95027 h 2160513"/>
              <a:gd name="connsiteX12-9877" fmla="*/ 771497 w 2107590"/>
              <a:gd name="connsiteY12-9878" fmla="*/ 35497 h 2160513"/>
              <a:gd name="connsiteX13-9879" fmla="*/ 1341273 w 2107590"/>
              <a:gd name="connsiteY13-9880" fmla="*/ 79182 h 2160513"/>
              <a:gd name="connsiteX14-9881" fmla="*/ 1369190 w 2107590"/>
              <a:gd name="connsiteY14-9882" fmla="*/ 92646 h 2160513"/>
              <a:gd name="connsiteX15-9883" fmla="*/ 1772045 w 2107590"/>
              <a:gd name="connsiteY15-9884" fmla="*/ 359840 h 2160513"/>
              <a:gd name="connsiteX16-9885" fmla="*/ 1752572 w 2107590"/>
              <a:gd name="connsiteY16-9886" fmla="*/ 342677 h 2160513"/>
              <a:gd name="connsiteX17-9887" fmla="*/ 2013140 w 2107590"/>
              <a:gd name="connsiteY17-9888" fmla="*/ 736265 h 2160513"/>
              <a:gd name="connsiteX18-9889" fmla="*/ 2004983 w 2107590"/>
              <a:gd name="connsiteY18-9890" fmla="*/ 716533 h 2160513"/>
              <a:gd name="connsiteX19-9891" fmla="*/ 2095472 w 2107590"/>
              <a:gd name="connsiteY19-9892" fmla="*/ 1073721 h 2160513"/>
              <a:gd name="connsiteX20-9893" fmla="*/ 1826390 w 2107590"/>
              <a:gd name="connsiteY20-9894" fmla="*/ 1311846 h 2160513"/>
              <a:gd name="connsiteX21-9895" fmla="*/ 1821627 w 2107590"/>
              <a:gd name="connsiteY21-9896" fmla="*/ 1264221 h 2160513"/>
              <a:gd name="connsiteX22-9897" fmla="*/ 1488252 w 2107590"/>
              <a:gd name="connsiteY22-9898" fmla="*/ 1595214 h 2160513"/>
              <a:gd name="connsiteX23-9899" fmla="*/ 1388239 w 2107590"/>
              <a:gd name="connsiteY23-9900" fmla="*/ 1492821 h 2160513"/>
              <a:gd name="connsiteX24-9901" fmla="*/ 1700184 w 2107590"/>
              <a:gd name="connsiteY24-9902" fmla="*/ 1107059 h 2160513"/>
              <a:gd name="connsiteX25-9903" fmla="*/ 1397764 w 2107590"/>
              <a:gd name="connsiteY25-9904" fmla="*/ 1128489 h 2160513"/>
              <a:gd name="connsiteX26-9905" fmla="*/ 1323946 w 2107590"/>
              <a:gd name="connsiteY26-9906" fmla="*/ 1280889 h 2160513"/>
              <a:gd name="connsiteX27-9907" fmla="*/ 1889668 w 2107590"/>
              <a:gd name="connsiteY27-9908" fmla="*/ 1175665 h 2160513"/>
              <a:gd name="connsiteX28-9909" fmla="*/ 1912797 w 2107590"/>
              <a:gd name="connsiteY28-9910" fmla="*/ 1135089 h 2160513"/>
              <a:gd name="connsiteX29-9911" fmla="*/ 1775980 w 2107590"/>
              <a:gd name="connsiteY29-9912" fmla="*/ 1553577 h 2160513"/>
              <a:gd name="connsiteX30-9913" fmla="*/ 1235792 w 2107590"/>
              <a:gd name="connsiteY30-9914" fmla="*/ 1580715 h 2160513"/>
              <a:gd name="connsiteX31-9915" fmla="*/ 1344220 w 2107590"/>
              <a:gd name="connsiteY31-9916" fmla="*/ 1905742 h 2160513"/>
              <a:gd name="connsiteX0-9917" fmla="*/ 1575697 w 2107590"/>
              <a:gd name="connsiteY0-9918" fmla="*/ 2160513 h 2160513"/>
              <a:gd name="connsiteX1-9919" fmla="*/ 956854 w 2107590"/>
              <a:gd name="connsiteY1-9920" fmla="*/ 1258279 h 2160513"/>
              <a:gd name="connsiteX2-9921" fmla="*/ 863892 w 2107590"/>
              <a:gd name="connsiteY2-9922" fmla="*/ 1345253 h 2160513"/>
              <a:gd name="connsiteX3-9923" fmla="*/ 1026241 w 2107590"/>
              <a:gd name="connsiteY3-9924" fmla="*/ 1144473 h 2160513"/>
              <a:gd name="connsiteX4-9925" fmla="*/ 908876 w 2107590"/>
              <a:gd name="connsiteY4-9926" fmla="*/ 743032 h 2160513"/>
              <a:gd name="connsiteX5-9927" fmla="*/ 1054863 w 2107590"/>
              <a:gd name="connsiteY5-9928" fmla="*/ 807021 h 2160513"/>
              <a:gd name="connsiteX6-9929" fmla="*/ 766732 w 2107590"/>
              <a:gd name="connsiteY6-9930" fmla="*/ 928463 h 2160513"/>
              <a:gd name="connsiteX7-9931" fmla="*/ 228569 w 2107590"/>
              <a:gd name="connsiteY7-9932" fmla="*/ 1030857 h 2160513"/>
              <a:gd name="connsiteX8-9933" fmla="*/ 102364 w 2107590"/>
              <a:gd name="connsiteY8-9934" fmla="*/ 578421 h 2160513"/>
              <a:gd name="connsiteX9-9935" fmla="*/ 334972 w 2107590"/>
              <a:gd name="connsiteY9-9936" fmla="*/ 266829 h 2160513"/>
              <a:gd name="connsiteX10-9937" fmla="*/ 754827 w 2107590"/>
              <a:gd name="connsiteY10-9938" fmla="*/ 47401 h 2160513"/>
              <a:gd name="connsiteX11-9939" fmla="*/ 759590 w 2107590"/>
              <a:gd name="connsiteY11-9940" fmla="*/ 95027 h 2160513"/>
              <a:gd name="connsiteX12-9941" fmla="*/ 771497 w 2107590"/>
              <a:gd name="connsiteY12-9942" fmla="*/ 35497 h 2160513"/>
              <a:gd name="connsiteX13-9943" fmla="*/ 1341273 w 2107590"/>
              <a:gd name="connsiteY13-9944" fmla="*/ 79182 h 2160513"/>
              <a:gd name="connsiteX14-9945" fmla="*/ 1369190 w 2107590"/>
              <a:gd name="connsiteY14-9946" fmla="*/ 92646 h 2160513"/>
              <a:gd name="connsiteX15-9947" fmla="*/ 1772045 w 2107590"/>
              <a:gd name="connsiteY15-9948" fmla="*/ 359840 h 2160513"/>
              <a:gd name="connsiteX16-9949" fmla="*/ 1752572 w 2107590"/>
              <a:gd name="connsiteY16-9950" fmla="*/ 342677 h 2160513"/>
              <a:gd name="connsiteX17-9951" fmla="*/ 2013140 w 2107590"/>
              <a:gd name="connsiteY17-9952" fmla="*/ 736265 h 2160513"/>
              <a:gd name="connsiteX18-9953" fmla="*/ 2004983 w 2107590"/>
              <a:gd name="connsiteY18-9954" fmla="*/ 716533 h 2160513"/>
              <a:gd name="connsiteX19-9955" fmla="*/ 2095472 w 2107590"/>
              <a:gd name="connsiteY19-9956" fmla="*/ 1073721 h 2160513"/>
              <a:gd name="connsiteX20-9957" fmla="*/ 1826390 w 2107590"/>
              <a:gd name="connsiteY20-9958" fmla="*/ 1311846 h 2160513"/>
              <a:gd name="connsiteX21-9959" fmla="*/ 1821627 w 2107590"/>
              <a:gd name="connsiteY21-9960" fmla="*/ 1264221 h 2160513"/>
              <a:gd name="connsiteX22-9961" fmla="*/ 1488252 w 2107590"/>
              <a:gd name="connsiteY22-9962" fmla="*/ 1595214 h 2160513"/>
              <a:gd name="connsiteX23-9963" fmla="*/ 1388239 w 2107590"/>
              <a:gd name="connsiteY23-9964" fmla="*/ 1492821 h 2160513"/>
              <a:gd name="connsiteX24-9965" fmla="*/ 1700184 w 2107590"/>
              <a:gd name="connsiteY24-9966" fmla="*/ 1107059 h 2160513"/>
              <a:gd name="connsiteX25-9967" fmla="*/ 1397764 w 2107590"/>
              <a:gd name="connsiteY25-9968" fmla="*/ 1128489 h 2160513"/>
              <a:gd name="connsiteX26-9969" fmla="*/ 1323946 w 2107590"/>
              <a:gd name="connsiteY26-9970" fmla="*/ 1280889 h 2160513"/>
              <a:gd name="connsiteX27-9971" fmla="*/ 1889668 w 2107590"/>
              <a:gd name="connsiteY27-9972" fmla="*/ 1175665 h 2160513"/>
              <a:gd name="connsiteX28-9973" fmla="*/ 1912797 w 2107590"/>
              <a:gd name="connsiteY28-9974" fmla="*/ 1135089 h 2160513"/>
              <a:gd name="connsiteX29-9975" fmla="*/ 1775980 w 2107590"/>
              <a:gd name="connsiteY29-9976" fmla="*/ 1553577 h 2160513"/>
              <a:gd name="connsiteX30-9977" fmla="*/ 1235792 w 2107590"/>
              <a:gd name="connsiteY30-9978" fmla="*/ 1580715 h 2160513"/>
              <a:gd name="connsiteX31-9979" fmla="*/ 1344220 w 2107590"/>
              <a:gd name="connsiteY31-9980" fmla="*/ 1905742 h 2160513"/>
              <a:gd name="connsiteX0-9981" fmla="*/ 1575697 w 2107590"/>
              <a:gd name="connsiteY0-9982" fmla="*/ 2160513 h 2160513"/>
              <a:gd name="connsiteX1-9983" fmla="*/ 956854 w 2107590"/>
              <a:gd name="connsiteY1-9984" fmla="*/ 1258279 h 2160513"/>
              <a:gd name="connsiteX2-9985" fmla="*/ 863892 w 2107590"/>
              <a:gd name="connsiteY2-9986" fmla="*/ 1345253 h 2160513"/>
              <a:gd name="connsiteX3-9987" fmla="*/ 1026241 w 2107590"/>
              <a:gd name="connsiteY3-9988" fmla="*/ 1144473 h 2160513"/>
              <a:gd name="connsiteX4-9989" fmla="*/ 908876 w 2107590"/>
              <a:gd name="connsiteY4-9990" fmla="*/ 743032 h 2160513"/>
              <a:gd name="connsiteX5-9991" fmla="*/ 1054863 w 2107590"/>
              <a:gd name="connsiteY5-9992" fmla="*/ 807021 h 2160513"/>
              <a:gd name="connsiteX6-9993" fmla="*/ 766732 w 2107590"/>
              <a:gd name="connsiteY6-9994" fmla="*/ 928463 h 2160513"/>
              <a:gd name="connsiteX7-9995" fmla="*/ 228569 w 2107590"/>
              <a:gd name="connsiteY7-9996" fmla="*/ 1030857 h 2160513"/>
              <a:gd name="connsiteX8-9997" fmla="*/ 102364 w 2107590"/>
              <a:gd name="connsiteY8-9998" fmla="*/ 578421 h 2160513"/>
              <a:gd name="connsiteX9-9999" fmla="*/ 334972 w 2107590"/>
              <a:gd name="connsiteY9-10000" fmla="*/ 266829 h 2160513"/>
              <a:gd name="connsiteX10-10001" fmla="*/ 754827 w 2107590"/>
              <a:gd name="connsiteY10-10002" fmla="*/ 47401 h 2160513"/>
              <a:gd name="connsiteX11-10003" fmla="*/ 759590 w 2107590"/>
              <a:gd name="connsiteY11-10004" fmla="*/ 95027 h 2160513"/>
              <a:gd name="connsiteX12-10005" fmla="*/ 771497 w 2107590"/>
              <a:gd name="connsiteY12-10006" fmla="*/ 35497 h 2160513"/>
              <a:gd name="connsiteX13-10007" fmla="*/ 1341273 w 2107590"/>
              <a:gd name="connsiteY13-10008" fmla="*/ 79182 h 2160513"/>
              <a:gd name="connsiteX14-10009" fmla="*/ 1369190 w 2107590"/>
              <a:gd name="connsiteY14-10010" fmla="*/ 92646 h 2160513"/>
              <a:gd name="connsiteX15-10011" fmla="*/ 1772045 w 2107590"/>
              <a:gd name="connsiteY15-10012" fmla="*/ 359840 h 2160513"/>
              <a:gd name="connsiteX16-10013" fmla="*/ 1752572 w 2107590"/>
              <a:gd name="connsiteY16-10014" fmla="*/ 342677 h 2160513"/>
              <a:gd name="connsiteX17-10015" fmla="*/ 2013140 w 2107590"/>
              <a:gd name="connsiteY17-10016" fmla="*/ 736265 h 2160513"/>
              <a:gd name="connsiteX18-10017" fmla="*/ 2004983 w 2107590"/>
              <a:gd name="connsiteY18-10018" fmla="*/ 716533 h 2160513"/>
              <a:gd name="connsiteX19-10019" fmla="*/ 2095472 w 2107590"/>
              <a:gd name="connsiteY19-10020" fmla="*/ 1073721 h 2160513"/>
              <a:gd name="connsiteX20-10021" fmla="*/ 1826390 w 2107590"/>
              <a:gd name="connsiteY20-10022" fmla="*/ 1311846 h 2160513"/>
              <a:gd name="connsiteX21-10023" fmla="*/ 1821627 w 2107590"/>
              <a:gd name="connsiteY21-10024" fmla="*/ 1264221 h 2160513"/>
              <a:gd name="connsiteX22-10025" fmla="*/ 1488252 w 2107590"/>
              <a:gd name="connsiteY22-10026" fmla="*/ 1595214 h 2160513"/>
              <a:gd name="connsiteX23-10027" fmla="*/ 1388239 w 2107590"/>
              <a:gd name="connsiteY23-10028" fmla="*/ 1492821 h 2160513"/>
              <a:gd name="connsiteX24-10029" fmla="*/ 1700184 w 2107590"/>
              <a:gd name="connsiteY24-10030" fmla="*/ 1107059 h 2160513"/>
              <a:gd name="connsiteX25-10031" fmla="*/ 1397764 w 2107590"/>
              <a:gd name="connsiteY25-10032" fmla="*/ 1128489 h 2160513"/>
              <a:gd name="connsiteX26-10033" fmla="*/ 1323946 w 2107590"/>
              <a:gd name="connsiteY26-10034" fmla="*/ 1280889 h 2160513"/>
              <a:gd name="connsiteX27-10035" fmla="*/ 1052483 w 2107590"/>
              <a:gd name="connsiteY27-10036" fmla="*/ 968946 h 2160513"/>
              <a:gd name="connsiteX28-10037" fmla="*/ 1889668 w 2107590"/>
              <a:gd name="connsiteY28-10038" fmla="*/ 1175665 h 2160513"/>
              <a:gd name="connsiteX29-10039" fmla="*/ 1912797 w 2107590"/>
              <a:gd name="connsiteY29-10040" fmla="*/ 1135089 h 2160513"/>
              <a:gd name="connsiteX30-10041" fmla="*/ 1775980 w 2107590"/>
              <a:gd name="connsiteY30-10042" fmla="*/ 1553577 h 2160513"/>
              <a:gd name="connsiteX31-10043" fmla="*/ 1235792 w 2107590"/>
              <a:gd name="connsiteY31-10044" fmla="*/ 1580715 h 2160513"/>
              <a:gd name="connsiteX32" fmla="*/ 1344220 w 2107590"/>
              <a:gd name="connsiteY32" fmla="*/ 1905742 h 2160513"/>
              <a:gd name="connsiteX0-10045" fmla="*/ 1575697 w 2107590"/>
              <a:gd name="connsiteY0-10046" fmla="*/ 2160513 h 2160513"/>
              <a:gd name="connsiteX1-10047" fmla="*/ 956854 w 2107590"/>
              <a:gd name="connsiteY1-10048" fmla="*/ 1258279 h 2160513"/>
              <a:gd name="connsiteX2-10049" fmla="*/ 863892 w 2107590"/>
              <a:gd name="connsiteY2-10050" fmla="*/ 1345253 h 2160513"/>
              <a:gd name="connsiteX3-10051" fmla="*/ 1026241 w 2107590"/>
              <a:gd name="connsiteY3-10052" fmla="*/ 1144473 h 2160513"/>
              <a:gd name="connsiteX4-10053" fmla="*/ 908876 w 2107590"/>
              <a:gd name="connsiteY4-10054" fmla="*/ 743032 h 2160513"/>
              <a:gd name="connsiteX5-10055" fmla="*/ 1054863 w 2107590"/>
              <a:gd name="connsiteY5-10056" fmla="*/ 807021 h 2160513"/>
              <a:gd name="connsiteX6-10057" fmla="*/ 766732 w 2107590"/>
              <a:gd name="connsiteY6-10058" fmla="*/ 928463 h 2160513"/>
              <a:gd name="connsiteX7-10059" fmla="*/ 228569 w 2107590"/>
              <a:gd name="connsiteY7-10060" fmla="*/ 1030857 h 2160513"/>
              <a:gd name="connsiteX8-10061" fmla="*/ 102364 w 2107590"/>
              <a:gd name="connsiteY8-10062" fmla="*/ 578421 h 2160513"/>
              <a:gd name="connsiteX9-10063" fmla="*/ 334972 w 2107590"/>
              <a:gd name="connsiteY9-10064" fmla="*/ 266829 h 2160513"/>
              <a:gd name="connsiteX10-10065" fmla="*/ 754827 w 2107590"/>
              <a:gd name="connsiteY10-10066" fmla="*/ 47401 h 2160513"/>
              <a:gd name="connsiteX11-10067" fmla="*/ 759590 w 2107590"/>
              <a:gd name="connsiteY11-10068" fmla="*/ 95027 h 2160513"/>
              <a:gd name="connsiteX12-10069" fmla="*/ 771497 w 2107590"/>
              <a:gd name="connsiteY12-10070" fmla="*/ 35497 h 2160513"/>
              <a:gd name="connsiteX13-10071" fmla="*/ 1341273 w 2107590"/>
              <a:gd name="connsiteY13-10072" fmla="*/ 79182 h 2160513"/>
              <a:gd name="connsiteX14-10073" fmla="*/ 1369190 w 2107590"/>
              <a:gd name="connsiteY14-10074" fmla="*/ 92646 h 2160513"/>
              <a:gd name="connsiteX15-10075" fmla="*/ 1772045 w 2107590"/>
              <a:gd name="connsiteY15-10076" fmla="*/ 359840 h 2160513"/>
              <a:gd name="connsiteX16-10077" fmla="*/ 1752572 w 2107590"/>
              <a:gd name="connsiteY16-10078" fmla="*/ 342677 h 2160513"/>
              <a:gd name="connsiteX17-10079" fmla="*/ 2013140 w 2107590"/>
              <a:gd name="connsiteY17-10080" fmla="*/ 736265 h 2160513"/>
              <a:gd name="connsiteX18-10081" fmla="*/ 2004983 w 2107590"/>
              <a:gd name="connsiteY18-10082" fmla="*/ 716533 h 2160513"/>
              <a:gd name="connsiteX19-10083" fmla="*/ 2095472 w 2107590"/>
              <a:gd name="connsiteY19-10084" fmla="*/ 1073721 h 2160513"/>
              <a:gd name="connsiteX20-10085" fmla="*/ 1826390 w 2107590"/>
              <a:gd name="connsiteY20-10086" fmla="*/ 1311846 h 2160513"/>
              <a:gd name="connsiteX21-10087" fmla="*/ 1821627 w 2107590"/>
              <a:gd name="connsiteY21-10088" fmla="*/ 1264221 h 2160513"/>
              <a:gd name="connsiteX22-10089" fmla="*/ 1488252 w 2107590"/>
              <a:gd name="connsiteY22-10090" fmla="*/ 1595214 h 2160513"/>
              <a:gd name="connsiteX23-10091" fmla="*/ 1388239 w 2107590"/>
              <a:gd name="connsiteY23-10092" fmla="*/ 1492821 h 2160513"/>
              <a:gd name="connsiteX24-10093" fmla="*/ 1700184 w 2107590"/>
              <a:gd name="connsiteY24-10094" fmla="*/ 1107059 h 2160513"/>
              <a:gd name="connsiteX25-10095" fmla="*/ 1397764 w 2107590"/>
              <a:gd name="connsiteY25-10096" fmla="*/ 1128489 h 2160513"/>
              <a:gd name="connsiteX26-10097" fmla="*/ 1323946 w 2107590"/>
              <a:gd name="connsiteY26-10098" fmla="*/ 1280889 h 2160513"/>
              <a:gd name="connsiteX27-10099" fmla="*/ 1052483 w 2107590"/>
              <a:gd name="connsiteY27-10100" fmla="*/ 968946 h 2160513"/>
              <a:gd name="connsiteX28-10101" fmla="*/ 1889668 w 2107590"/>
              <a:gd name="connsiteY28-10102" fmla="*/ 1175665 h 2160513"/>
              <a:gd name="connsiteX29-10103" fmla="*/ 1912797 w 2107590"/>
              <a:gd name="connsiteY29-10104" fmla="*/ 1135089 h 2160513"/>
              <a:gd name="connsiteX30-10105" fmla="*/ 1775980 w 2107590"/>
              <a:gd name="connsiteY30-10106" fmla="*/ 1553577 h 2160513"/>
              <a:gd name="connsiteX31-10107" fmla="*/ 1235792 w 2107590"/>
              <a:gd name="connsiteY31-10108" fmla="*/ 1580715 h 2160513"/>
              <a:gd name="connsiteX32-10109" fmla="*/ 1344220 w 2107590"/>
              <a:gd name="connsiteY32-10110" fmla="*/ 1905742 h 2160513"/>
              <a:gd name="connsiteX0-10111" fmla="*/ 1575697 w 2107590"/>
              <a:gd name="connsiteY0-10112" fmla="*/ 2160513 h 2160513"/>
              <a:gd name="connsiteX1-10113" fmla="*/ 956854 w 2107590"/>
              <a:gd name="connsiteY1-10114" fmla="*/ 1258279 h 2160513"/>
              <a:gd name="connsiteX2-10115" fmla="*/ 863892 w 2107590"/>
              <a:gd name="connsiteY2-10116" fmla="*/ 1345253 h 2160513"/>
              <a:gd name="connsiteX3-10117" fmla="*/ 1026241 w 2107590"/>
              <a:gd name="connsiteY3-10118" fmla="*/ 1144473 h 2160513"/>
              <a:gd name="connsiteX4-10119" fmla="*/ 908876 w 2107590"/>
              <a:gd name="connsiteY4-10120" fmla="*/ 743032 h 2160513"/>
              <a:gd name="connsiteX5-10121" fmla="*/ 1054863 w 2107590"/>
              <a:gd name="connsiteY5-10122" fmla="*/ 807021 h 2160513"/>
              <a:gd name="connsiteX6-10123" fmla="*/ 766732 w 2107590"/>
              <a:gd name="connsiteY6-10124" fmla="*/ 928463 h 2160513"/>
              <a:gd name="connsiteX7-10125" fmla="*/ 228569 w 2107590"/>
              <a:gd name="connsiteY7-10126" fmla="*/ 1030857 h 2160513"/>
              <a:gd name="connsiteX8-10127" fmla="*/ 102364 w 2107590"/>
              <a:gd name="connsiteY8-10128" fmla="*/ 578421 h 2160513"/>
              <a:gd name="connsiteX9-10129" fmla="*/ 334972 w 2107590"/>
              <a:gd name="connsiteY9-10130" fmla="*/ 266829 h 2160513"/>
              <a:gd name="connsiteX10-10131" fmla="*/ 754827 w 2107590"/>
              <a:gd name="connsiteY10-10132" fmla="*/ 47401 h 2160513"/>
              <a:gd name="connsiteX11-10133" fmla="*/ 759590 w 2107590"/>
              <a:gd name="connsiteY11-10134" fmla="*/ 95027 h 2160513"/>
              <a:gd name="connsiteX12-10135" fmla="*/ 771497 w 2107590"/>
              <a:gd name="connsiteY12-10136" fmla="*/ 35497 h 2160513"/>
              <a:gd name="connsiteX13-10137" fmla="*/ 1341273 w 2107590"/>
              <a:gd name="connsiteY13-10138" fmla="*/ 79182 h 2160513"/>
              <a:gd name="connsiteX14-10139" fmla="*/ 1369190 w 2107590"/>
              <a:gd name="connsiteY14-10140" fmla="*/ 92646 h 2160513"/>
              <a:gd name="connsiteX15-10141" fmla="*/ 1772045 w 2107590"/>
              <a:gd name="connsiteY15-10142" fmla="*/ 359840 h 2160513"/>
              <a:gd name="connsiteX16-10143" fmla="*/ 1752572 w 2107590"/>
              <a:gd name="connsiteY16-10144" fmla="*/ 342677 h 2160513"/>
              <a:gd name="connsiteX17-10145" fmla="*/ 2013140 w 2107590"/>
              <a:gd name="connsiteY17-10146" fmla="*/ 736265 h 2160513"/>
              <a:gd name="connsiteX18-10147" fmla="*/ 2004983 w 2107590"/>
              <a:gd name="connsiteY18-10148" fmla="*/ 716533 h 2160513"/>
              <a:gd name="connsiteX19-10149" fmla="*/ 2095472 w 2107590"/>
              <a:gd name="connsiteY19-10150" fmla="*/ 1073721 h 2160513"/>
              <a:gd name="connsiteX20-10151" fmla="*/ 1826390 w 2107590"/>
              <a:gd name="connsiteY20-10152" fmla="*/ 1311846 h 2160513"/>
              <a:gd name="connsiteX21-10153" fmla="*/ 1821627 w 2107590"/>
              <a:gd name="connsiteY21-10154" fmla="*/ 1264221 h 2160513"/>
              <a:gd name="connsiteX22-10155" fmla="*/ 1488252 w 2107590"/>
              <a:gd name="connsiteY22-10156" fmla="*/ 1595214 h 2160513"/>
              <a:gd name="connsiteX23-10157" fmla="*/ 1388239 w 2107590"/>
              <a:gd name="connsiteY23-10158" fmla="*/ 1492821 h 2160513"/>
              <a:gd name="connsiteX24-10159" fmla="*/ 1700184 w 2107590"/>
              <a:gd name="connsiteY24-10160" fmla="*/ 1107059 h 2160513"/>
              <a:gd name="connsiteX25-10161" fmla="*/ 1397764 w 2107590"/>
              <a:gd name="connsiteY25-10162" fmla="*/ 1128489 h 2160513"/>
              <a:gd name="connsiteX26-10163" fmla="*/ 1323946 w 2107590"/>
              <a:gd name="connsiteY26-10164" fmla="*/ 1280889 h 2160513"/>
              <a:gd name="connsiteX27-10165" fmla="*/ 1052483 w 2107590"/>
              <a:gd name="connsiteY27-10166" fmla="*/ 968946 h 2160513"/>
              <a:gd name="connsiteX28-10167" fmla="*/ 1288227 w 2107590"/>
              <a:gd name="connsiteY28-10168" fmla="*/ 699864 h 2160513"/>
              <a:gd name="connsiteX29-10169" fmla="*/ 1889668 w 2107590"/>
              <a:gd name="connsiteY29-10170" fmla="*/ 1175665 h 2160513"/>
              <a:gd name="connsiteX30-10171" fmla="*/ 1912797 w 2107590"/>
              <a:gd name="connsiteY30-10172" fmla="*/ 1135089 h 2160513"/>
              <a:gd name="connsiteX31-10173" fmla="*/ 1775980 w 2107590"/>
              <a:gd name="connsiteY31-10174" fmla="*/ 1553577 h 2160513"/>
              <a:gd name="connsiteX32-10175" fmla="*/ 1235792 w 2107590"/>
              <a:gd name="connsiteY32-10176" fmla="*/ 1580715 h 2160513"/>
              <a:gd name="connsiteX33" fmla="*/ 1344220 w 2107590"/>
              <a:gd name="connsiteY33" fmla="*/ 1905742 h 2160513"/>
              <a:gd name="connsiteX0-10177" fmla="*/ 1575697 w 2107590"/>
              <a:gd name="connsiteY0-10178" fmla="*/ 2160513 h 2160513"/>
              <a:gd name="connsiteX1-10179" fmla="*/ 956854 w 2107590"/>
              <a:gd name="connsiteY1-10180" fmla="*/ 1258279 h 2160513"/>
              <a:gd name="connsiteX2-10181" fmla="*/ 863892 w 2107590"/>
              <a:gd name="connsiteY2-10182" fmla="*/ 1345253 h 2160513"/>
              <a:gd name="connsiteX3-10183" fmla="*/ 1026241 w 2107590"/>
              <a:gd name="connsiteY3-10184" fmla="*/ 1144473 h 2160513"/>
              <a:gd name="connsiteX4-10185" fmla="*/ 908876 w 2107590"/>
              <a:gd name="connsiteY4-10186" fmla="*/ 743032 h 2160513"/>
              <a:gd name="connsiteX5-10187" fmla="*/ 1054863 w 2107590"/>
              <a:gd name="connsiteY5-10188" fmla="*/ 807021 h 2160513"/>
              <a:gd name="connsiteX6-10189" fmla="*/ 766732 w 2107590"/>
              <a:gd name="connsiteY6-10190" fmla="*/ 928463 h 2160513"/>
              <a:gd name="connsiteX7-10191" fmla="*/ 228569 w 2107590"/>
              <a:gd name="connsiteY7-10192" fmla="*/ 1030857 h 2160513"/>
              <a:gd name="connsiteX8-10193" fmla="*/ 102364 w 2107590"/>
              <a:gd name="connsiteY8-10194" fmla="*/ 578421 h 2160513"/>
              <a:gd name="connsiteX9-10195" fmla="*/ 334972 w 2107590"/>
              <a:gd name="connsiteY9-10196" fmla="*/ 266829 h 2160513"/>
              <a:gd name="connsiteX10-10197" fmla="*/ 754827 w 2107590"/>
              <a:gd name="connsiteY10-10198" fmla="*/ 47401 h 2160513"/>
              <a:gd name="connsiteX11-10199" fmla="*/ 759590 w 2107590"/>
              <a:gd name="connsiteY11-10200" fmla="*/ 95027 h 2160513"/>
              <a:gd name="connsiteX12-10201" fmla="*/ 771497 w 2107590"/>
              <a:gd name="connsiteY12-10202" fmla="*/ 35497 h 2160513"/>
              <a:gd name="connsiteX13-10203" fmla="*/ 1341273 w 2107590"/>
              <a:gd name="connsiteY13-10204" fmla="*/ 79182 h 2160513"/>
              <a:gd name="connsiteX14-10205" fmla="*/ 1369190 w 2107590"/>
              <a:gd name="connsiteY14-10206" fmla="*/ 92646 h 2160513"/>
              <a:gd name="connsiteX15-10207" fmla="*/ 1772045 w 2107590"/>
              <a:gd name="connsiteY15-10208" fmla="*/ 359840 h 2160513"/>
              <a:gd name="connsiteX16-10209" fmla="*/ 1752572 w 2107590"/>
              <a:gd name="connsiteY16-10210" fmla="*/ 342677 h 2160513"/>
              <a:gd name="connsiteX17-10211" fmla="*/ 2013140 w 2107590"/>
              <a:gd name="connsiteY17-10212" fmla="*/ 736265 h 2160513"/>
              <a:gd name="connsiteX18-10213" fmla="*/ 2004983 w 2107590"/>
              <a:gd name="connsiteY18-10214" fmla="*/ 716533 h 2160513"/>
              <a:gd name="connsiteX19-10215" fmla="*/ 2095472 w 2107590"/>
              <a:gd name="connsiteY19-10216" fmla="*/ 1073721 h 2160513"/>
              <a:gd name="connsiteX20-10217" fmla="*/ 1826390 w 2107590"/>
              <a:gd name="connsiteY20-10218" fmla="*/ 1311846 h 2160513"/>
              <a:gd name="connsiteX21-10219" fmla="*/ 1821627 w 2107590"/>
              <a:gd name="connsiteY21-10220" fmla="*/ 1264221 h 2160513"/>
              <a:gd name="connsiteX22-10221" fmla="*/ 1488252 w 2107590"/>
              <a:gd name="connsiteY22-10222" fmla="*/ 1595214 h 2160513"/>
              <a:gd name="connsiteX23-10223" fmla="*/ 1388239 w 2107590"/>
              <a:gd name="connsiteY23-10224" fmla="*/ 1492821 h 2160513"/>
              <a:gd name="connsiteX24-10225" fmla="*/ 1700184 w 2107590"/>
              <a:gd name="connsiteY24-10226" fmla="*/ 1107059 h 2160513"/>
              <a:gd name="connsiteX25-10227" fmla="*/ 1397764 w 2107590"/>
              <a:gd name="connsiteY25-10228" fmla="*/ 1128489 h 2160513"/>
              <a:gd name="connsiteX26-10229" fmla="*/ 1323946 w 2107590"/>
              <a:gd name="connsiteY26-10230" fmla="*/ 1280889 h 2160513"/>
              <a:gd name="connsiteX27-10231" fmla="*/ 1052483 w 2107590"/>
              <a:gd name="connsiteY27-10232" fmla="*/ 968946 h 2160513"/>
              <a:gd name="connsiteX28-10233" fmla="*/ 1288227 w 2107590"/>
              <a:gd name="connsiteY28-10234" fmla="*/ 699864 h 2160513"/>
              <a:gd name="connsiteX29-10235" fmla="*/ 1889668 w 2107590"/>
              <a:gd name="connsiteY29-10236" fmla="*/ 1175665 h 2160513"/>
              <a:gd name="connsiteX30-10237" fmla="*/ 1912797 w 2107590"/>
              <a:gd name="connsiteY30-10238" fmla="*/ 1135089 h 2160513"/>
              <a:gd name="connsiteX31-10239" fmla="*/ 1775980 w 2107590"/>
              <a:gd name="connsiteY31-10240" fmla="*/ 1553577 h 2160513"/>
              <a:gd name="connsiteX32-10241" fmla="*/ 1235792 w 2107590"/>
              <a:gd name="connsiteY32-10242" fmla="*/ 1580715 h 2160513"/>
              <a:gd name="connsiteX33-10243" fmla="*/ 1344220 w 2107590"/>
              <a:gd name="connsiteY33-10244" fmla="*/ 1905742 h 2160513"/>
              <a:gd name="connsiteX0-10245" fmla="*/ 1575697 w 2107590"/>
              <a:gd name="connsiteY0-10246" fmla="*/ 2160513 h 2160513"/>
              <a:gd name="connsiteX1-10247" fmla="*/ 956854 w 2107590"/>
              <a:gd name="connsiteY1-10248" fmla="*/ 1258279 h 2160513"/>
              <a:gd name="connsiteX2-10249" fmla="*/ 863892 w 2107590"/>
              <a:gd name="connsiteY2-10250" fmla="*/ 1345253 h 2160513"/>
              <a:gd name="connsiteX3-10251" fmla="*/ 1026241 w 2107590"/>
              <a:gd name="connsiteY3-10252" fmla="*/ 1144473 h 2160513"/>
              <a:gd name="connsiteX4-10253" fmla="*/ 908876 w 2107590"/>
              <a:gd name="connsiteY4-10254" fmla="*/ 743032 h 2160513"/>
              <a:gd name="connsiteX5-10255" fmla="*/ 1054863 w 2107590"/>
              <a:gd name="connsiteY5-10256" fmla="*/ 807021 h 2160513"/>
              <a:gd name="connsiteX6-10257" fmla="*/ 766732 w 2107590"/>
              <a:gd name="connsiteY6-10258" fmla="*/ 928463 h 2160513"/>
              <a:gd name="connsiteX7-10259" fmla="*/ 228569 w 2107590"/>
              <a:gd name="connsiteY7-10260" fmla="*/ 1030857 h 2160513"/>
              <a:gd name="connsiteX8-10261" fmla="*/ 102364 w 2107590"/>
              <a:gd name="connsiteY8-10262" fmla="*/ 578421 h 2160513"/>
              <a:gd name="connsiteX9-10263" fmla="*/ 334972 w 2107590"/>
              <a:gd name="connsiteY9-10264" fmla="*/ 266829 h 2160513"/>
              <a:gd name="connsiteX10-10265" fmla="*/ 754827 w 2107590"/>
              <a:gd name="connsiteY10-10266" fmla="*/ 47401 h 2160513"/>
              <a:gd name="connsiteX11-10267" fmla="*/ 759590 w 2107590"/>
              <a:gd name="connsiteY11-10268" fmla="*/ 95027 h 2160513"/>
              <a:gd name="connsiteX12-10269" fmla="*/ 771497 w 2107590"/>
              <a:gd name="connsiteY12-10270" fmla="*/ 35497 h 2160513"/>
              <a:gd name="connsiteX13-10271" fmla="*/ 1341273 w 2107590"/>
              <a:gd name="connsiteY13-10272" fmla="*/ 79182 h 2160513"/>
              <a:gd name="connsiteX14-10273" fmla="*/ 1369190 w 2107590"/>
              <a:gd name="connsiteY14-10274" fmla="*/ 92646 h 2160513"/>
              <a:gd name="connsiteX15-10275" fmla="*/ 1772045 w 2107590"/>
              <a:gd name="connsiteY15-10276" fmla="*/ 359840 h 2160513"/>
              <a:gd name="connsiteX16-10277" fmla="*/ 1752572 w 2107590"/>
              <a:gd name="connsiteY16-10278" fmla="*/ 342677 h 2160513"/>
              <a:gd name="connsiteX17-10279" fmla="*/ 2013140 w 2107590"/>
              <a:gd name="connsiteY17-10280" fmla="*/ 736265 h 2160513"/>
              <a:gd name="connsiteX18-10281" fmla="*/ 2004983 w 2107590"/>
              <a:gd name="connsiteY18-10282" fmla="*/ 716533 h 2160513"/>
              <a:gd name="connsiteX19-10283" fmla="*/ 2095472 w 2107590"/>
              <a:gd name="connsiteY19-10284" fmla="*/ 1073721 h 2160513"/>
              <a:gd name="connsiteX20-10285" fmla="*/ 1826390 w 2107590"/>
              <a:gd name="connsiteY20-10286" fmla="*/ 1311846 h 2160513"/>
              <a:gd name="connsiteX21-10287" fmla="*/ 1821627 w 2107590"/>
              <a:gd name="connsiteY21-10288" fmla="*/ 1264221 h 2160513"/>
              <a:gd name="connsiteX22-10289" fmla="*/ 1488252 w 2107590"/>
              <a:gd name="connsiteY22-10290" fmla="*/ 1595214 h 2160513"/>
              <a:gd name="connsiteX23-10291" fmla="*/ 1388239 w 2107590"/>
              <a:gd name="connsiteY23-10292" fmla="*/ 1492821 h 2160513"/>
              <a:gd name="connsiteX24-10293" fmla="*/ 1700184 w 2107590"/>
              <a:gd name="connsiteY24-10294" fmla="*/ 1107059 h 2160513"/>
              <a:gd name="connsiteX25-10295" fmla="*/ 1397764 w 2107590"/>
              <a:gd name="connsiteY25-10296" fmla="*/ 1128489 h 2160513"/>
              <a:gd name="connsiteX26-10297" fmla="*/ 1323946 w 2107590"/>
              <a:gd name="connsiteY26-10298" fmla="*/ 1280889 h 2160513"/>
              <a:gd name="connsiteX27-10299" fmla="*/ 1052483 w 2107590"/>
              <a:gd name="connsiteY27-10300" fmla="*/ 968946 h 2160513"/>
              <a:gd name="connsiteX28-10301" fmla="*/ 1288227 w 2107590"/>
              <a:gd name="connsiteY28-10302" fmla="*/ 699864 h 2160513"/>
              <a:gd name="connsiteX29-10303" fmla="*/ 516702 w 2107590"/>
              <a:gd name="connsiteY29-10304" fmla="*/ 737964 h 2160513"/>
              <a:gd name="connsiteX30-10305" fmla="*/ 1889668 w 2107590"/>
              <a:gd name="connsiteY30-10306" fmla="*/ 1175665 h 2160513"/>
              <a:gd name="connsiteX31-10307" fmla="*/ 1912797 w 2107590"/>
              <a:gd name="connsiteY31-10308" fmla="*/ 1135089 h 2160513"/>
              <a:gd name="connsiteX32-10309" fmla="*/ 1775980 w 2107590"/>
              <a:gd name="connsiteY32-10310" fmla="*/ 1553577 h 2160513"/>
              <a:gd name="connsiteX33-10311" fmla="*/ 1235792 w 2107590"/>
              <a:gd name="connsiteY33-10312" fmla="*/ 1580715 h 2160513"/>
              <a:gd name="connsiteX34" fmla="*/ 1344220 w 2107590"/>
              <a:gd name="connsiteY34" fmla="*/ 1905742 h 2160513"/>
              <a:gd name="connsiteX0-10313" fmla="*/ 1575697 w 2107590"/>
              <a:gd name="connsiteY0-10314" fmla="*/ 2160513 h 2160513"/>
              <a:gd name="connsiteX1-10315" fmla="*/ 956854 w 2107590"/>
              <a:gd name="connsiteY1-10316" fmla="*/ 1258279 h 2160513"/>
              <a:gd name="connsiteX2-10317" fmla="*/ 863892 w 2107590"/>
              <a:gd name="connsiteY2-10318" fmla="*/ 1345253 h 2160513"/>
              <a:gd name="connsiteX3-10319" fmla="*/ 1026241 w 2107590"/>
              <a:gd name="connsiteY3-10320" fmla="*/ 1144473 h 2160513"/>
              <a:gd name="connsiteX4-10321" fmla="*/ 908876 w 2107590"/>
              <a:gd name="connsiteY4-10322" fmla="*/ 743032 h 2160513"/>
              <a:gd name="connsiteX5-10323" fmla="*/ 1054863 w 2107590"/>
              <a:gd name="connsiteY5-10324" fmla="*/ 807021 h 2160513"/>
              <a:gd name="connsiteX6-10325" fmla="*/ 766732 w 2107590"/>
              <a:gd name="connsiteY6-10326" fmla="*/ 928463 h 2160513"/>
              <a:gd name="connsiteX7-10327" fmla="*/ 228569 w 2107590"/>
              <a:gd name="connsiteY7-10328" fmla="*/ 1030857 h 2160513"/>
              <a:gd name="connsiteX8-10329" fmla="*/ 102364 w 2107590"/>
              <a:gd name="connsiteY8-10330" fmla="*/ 578421 h 2160513"/>
              <a:gd name="connsiteX9-10331" fmla="*/ 334972 w 2107590"/>
              <a:gd name="connsiteY9-10332" fmla="*/ 266829 h 2160513"/>
              <a:gd name="connsiteX10-10333" fmla="*/ 754827 w 2107590"/>
              <a:gd name="connsiteY10-10334" fmla="*/ 47401 h 2160513"/>
              <a:gd name="connsiteX11-10335" fmla="*/ 759590 w 2107590"/>
              <a:gd name="connsiteY11-10336" fmla="*/ 95027 h 2160513"/>
              <a:gd name="connsiteX12-10337" fmla="*/ 771497 w 2107590"/>
              <a:gd name="connsiteY12-10338" fmla="*/ 35497 h 2160513"/>
              <a:gd name="connsiteX13-10339" fmla="*/ 1341273 w 2107590"/>
              <a:gd name="connsiteY13-10340" fmla="*/ 79182 h 2160513"/>
              <a:gd name="connsiteX14-10341" fmla="*/ 1369190 w 2107590"/>
              <a:gd name="connsiteY14-10342" fmla="*/ 92646 h 2160513"/>
              <a:gd name="connsiteX15-10343" fmla="*/ 1772045 w 2107590"/>
              <a:gd name="connsiteY15-10344" fmla="*/ 359840 h 2160513"/>
              <a:gd name="connsiteX16-10345" fmla="*/ 1752572 w 2107590"/>
              <a:gd name="connsiteY16-10346" fmla="*/ 342677 h 2160513"/>
              <a:gd name="connsiteX17-10347" fmla="*/ 2013140 w 2107590"/>
              <a:gd name="connsiteY17-10348" fmla="*/ 736265 h 2160513"/>
              <a:gd name="connsiteX18-10349" fmla="*/ 2004983 w 2107590"/>
              <a:gd name="connsiteY18-10350" fmla="*/ 716533 h 2160513"/>
              <a:gd name="connsiteX19-10351" fmla="*/ 2095472 w 2107590"/>
              <a:gd name="connsiteY19-10352" fmla="*/ 1073721 h 2160513"/>
              <a:gd name="connsiteX20-10353" fmla="*/ 1826390 w 2107590"/>
              <a:gd name="connsiteY20-10354" fmla="*/ 1311846 h 2160513"/>
              <a:gd name="connsiteX21-10355" fmla="*/ 1821627 w 2107590"/>
              <a:gd name="connsiteY21-10356" fmla="*/ 1264221 h 2160513"/>
              <a:gd name="connsiteX22-10357" fmla="*/ 1488252 w 2107590"/>
              <a:gd name="connsiteY22-10358" fmla="*/ 1595214 h 2160513"/>
              <a:gd name="connsiteX23-10359" fmla="*/ 1388239 w 2107590"/>
              <a:gd name="connsiteY23-10360" fmla="*/ 1492821 h 2160513"/>
              <a:gd name="connsiteX24-10361" fmla="*/ 1700184 w 2107590"/>
              <a:gd name="connsiteY24-10362" fmla="*/ 1107059 h 2160513"/>
              <a:gd name="connsiteX25-10363" fmla="*/ 1397764 w 2107590"/>
              <a:gd name="connsiteY25-10364" fmla="*/ 1128489 h 2160513"/>
              <a:gd name="connsiteX26-10365" fmla="*/ 1323946 w 2107590"/>
              <a:gd name="connsiteY26-10366" fmla="*/ 1280889 h 2160513"/>
              <a:gd name="connsiteX27-10367" fmla="*/ 1052483 w 2107590"/>
              <a:gd name="connsiteY27-10368" fmla="*/ 968946 h 2160513"/>
              <a:gd name="connsiteX28-10369" fmla="*/ 1288227 w 2107590"/>
              <a:gd name="connsiteY28-10370" fmla="*/ 699864 h 2160513"/>
              <a:gd name="connsiteX29-10371" fmla="*/ 516702 w 2107590"/>
              <a:gd name="connsiteY29-10372" fmla="*/ 737964 h 2160513"/>
              <a:gd name="connsiteX30-10373" fmla="*/ 1889668 w 2107590"/>
              <a:gd name="connsiteY30-10374" fmla="*/ 1175665 h 2160513"/>
              <a:gd name="connsiteX31-10375" fmla="*/ 1912797 w 2107590"/>
              <a:gd name="connsiteY31-10376" fmla="*/ 1135089 h 2160513"/>
              <a:gd name="connsiteX32-10377" fmla="*/ 1775980 w 2107590"/>
              <a:gd name="connsiteY32-10378" fmla="*/ 1553577 h 2160513"/>
              <a:gd name="connsiteX33-10379" fmla="*/ 1235792 w 2107590"/>
              <a:gd name="connsiteY33-10380" fmla="*/ 1580715 h 2160513"/>
              <a:gd name="connsiteX34-10381" fmla="*/ 1344220 w 2107590"/>
              <a:gd name="connsiteY34-10382" fmla="*/ 1905742 h 2160513"/>
              <a:gd name="connsiteX0-10383" fmla="*/ 1575697 w 2107590"/>
              <a:gd name="connsiteY0-10384" fmla="*/ 2160513 h 2160513"/>
              <a:gd name="connsiteX1-10385" fmla="*/ 956854 w 2107590"/>
              <a:gd name="connsiteY1-10386" fmla="*/ 1258279 h 2160513"/>
              <a:gd name="connsiteX2-10387" fmla="*/ 863892 w 2107590"/>
              <a:gd name="connsiteY2-10388" fmla="*/ 1345253 h 2160513"/>
              <a:gd name="connsiteX3-10389" fmla="*/ 1026241 w 2107590"/>
              <a:gd name="connsiteY3-10390" fmla="*/ 1144473 h 2160513"/>
              <a:gd name="connsiteX4-10391" fmla="*/ 908876 w 2107590"/>
              <a:gd name="connsiteY4-10392" fmla="*/ 743032 h 2160513"/>
              <a:gd name="connsiteX5-10393" fmla="*/ 1054863 w 2107590"/>
              <a:gd name="connsiteY5-10394" fmla="*/ 807021 h 2160513"/>
              <a:gd name="connsiteX6-10395" fmla="*/ 766732 w 2107590"/>
              <a:gd name="connsiteY6-10396" fmla="*/ 928463 h 2160513"/>
              <a:gd name="connsiteX7-10397" fmla="*/ 228569 w 2107590"/>
              <a:gd name="connsiteY7-10398" fmla="*/ 1030857 h 2160513"/>
              <a:gd name="connsiteX8-10399" fmla="*/ 102364 w 2107590"/>
              <a:gd name="connsiteY8-10400" fmla="*/ 578421 h 2160513"/>
              <a:gd name="connsiteX9-10401" fmla="*/ 334972 w 2107590"/>
              <a:gd name="connsiteY9-10402" fmla="*/ 266829 h 2160513"/>
              <a:gd name="connsiteX10-10403" fmla="*/ 754827 w 2107590"/>
              <a:gd name="connsiteY10-10404" fmla="*/ 47401 h 2160513"/>
              <a:gd name="connsiteX11-10405" fmla="*/ 759590 w 2107590"/>
              <a:gd name="connsiteY11-10406" fmla="*/ 95027 h 2160513"/>
              <a:gd name="connsiteX12-10407" fmla="*/ 771497 w 2107590"/>
              <a:gd name="connsiteY12-10408" fmla="*/ 35497 h 2160513"/>
              <a:gd name="connsiteX13-10409" fmla="*/ 1341273 w 2107590"/>
              <a:gd name="connsiteY13-10410" fmla="*/ 79182 h 2160513"/>
              <a:gd name="connsiteX14-10411" fmla="*/ 1369190 w 2107590"/>
              <a:gd name="connsiteY14-10412" fmla="*/ 92646 h 2160513"/>
              <a:gd name="connsiteX15-10413" fmla="*/ 1772045 w 2107590"/>
              <a:gd name="connsiteY15-10414" fmla="*/ 359840 h 2160513"/>
              <a:gd name="connsiteX16-10415" fmla="*/ 1752572 w 2107590"/>
              <a:gd name="connsiteY16-10416" fmla="*/ 342677 h 2160513"/>
              <a:gd name="connsiteX17-10417" fmla="*/ 2013140 w 2107590"/>
              <a:gd name="connsiteY17-10418" fmla="*/ 736265 h 2160513"/>
              <a:gd name="connsiteX18-10419" fmla="*/ 2004983 w 2107590"/>
              <a:gd name="connsiteY18-10420" fmla="*/ 716533 h 2160513"/>
              <a:gd name="connsiteX19-10421" fmla="*/ 2095472 w 2107590"/>
              <a:gd name="connsiteY19-10422" fmla="*/ 1073721 h 2160513"/>
              <a:gd name="connsiteX20-10423" fmla="*/ 1826390 w 2107590"/>
              <a:gd name="connsiteY20-10424" fmla="*/ 1311846 h 2160513"/>
              <a:gd name="connsiteX21-10425" fmla="*/ 1821627 w 2107590"/>
              <a:gd name="connsiteY21-10426" fmla="*/ 1264221 h 2160513"/>
              <a:gd name="connsiteX22-10427" fmla="*/ 1488252 w 2107590"/>
              <a:gd name="connsiteY22-10428" fmla="*/ 1595214 h 2160513"/>
              <a:gd name="connsiteX23-10429" fmla="*/ 1388239 w 2107590"/>
              <a:gd name="connsiteY23-10430" fmla="*/ 1492821 h 2160513"/>
              <a:gd name="connsiteX24-10431" fmla="*/ 1700184 w 2107590"/>
              <a:gd name="connsiteY24-10432" fmla="*/ 1107059 h 2160513"/>
              <a:gd name="connsiteX25-10433" fmla="*/ 1397764 w 2107590"/>
              <a:gd name="connsiteY25-10434" fmla="*/ 1128489 h 2160513"/>
              <a:gd name="connsiteX26-10435" fmla="*/ 1323946 w 2107590"/>
              <a:gd name="connsiteY26-10436" fmla="*/ 1280889 h 2160513"/>
              <a:gd name="connsiteX27-10437" fmla="*/ 1052483 w 2107590"/>
              <a:gd name="connsiteY27-10438" fmla="*/ 968946 h 2160513"/>
              <a:gd name="connsiteX28-10439" fmla="*/ 1288227 w 2107590"/>
              <a:gd name="connsiteY28-10440" fmla="*/ 699864 h 2160513"/>
              <a:gd name="connsiteX29-10441" fmla="*/ 516702 w 2107590"/>
              <a:gd name="connsiteY29-10442" fmla="*/ 737964 h 2160513"/>
              <a:gd name="connsiteX30-10443" fmla="*/ 828646 w 2107590"/>
              <a:gd name="connsiteY30-10444" fmla="*/ 945133 h 2160513"/>
              <a:gd name="connsiteX31-10445" fmla="*/ 1889668 w 2107590"/>
              <a:gd name="connsiteY31-10446" fmla="*/ 1175665 h 2160513"/>
              <a:gd name="connsiteX32-10447" fmla="*/ 1912797 w 2107590"/>
              <a:gd name="connsiteY32-10448" fmla="*/ 1135089 h 2160513"/>
              <a:gd name="connsiteX33-10449" fmla="*/ 1775980 w 2107590"/>
              <a:gd name="connsiteY33-10450" fmla="*/ 1553577 h 2160513"/>
              <a:gd name="connsiteX34-10451" fmla="*/ 1235792 w 2107590"/>
              <a:gd name="connsiteY34-10452" fmla="*/ 1580715 h 2160513"/>
              <a:gd name="connsiteX35" fmla="*/ 1344220 w 2107590"/>
              <a:gd name="connsiteY35" fmla="*/ 1905742 h 2160513"/>
              <a:gd name="connsiteX0-10453" fmla="*/ 1575697 w 2107590"/>
              <a:gd name="connsiteY0-10454" fmla="*/ 2160513 h 2160513"/>
              <a:gd name="connsiteX1-10455" fmla="*/ 956854 w 2107590"/>
              <a:gd name="connsiteY1-10456" fmla="*/ 1258279 h 2160513"/>
              <a:gd name="connsiteX2-10457" fmla="*/ 863892 w 2107590"/>
              <a:gd name="connsiteY2-10458" fmla="*/ 1345253 h 2160513"/>
              <a:gd name="connsiteX3-10459" fmla="*/ 1026241 w 2107590"/>
              <a:gd name="connsiteY3-10460" fmla="*/ 1144473 h 2160513"/>
              <a:gd name="connsiteX4-10461" fmla="*/ 908876 w 2107590"/>
              <a:gd name="connsiteY4-10462" fmla="*/ 743032 h 2160513"/>
              <a:gd name="connsiteX5-10463" fmla="*/ 1054863 w 2107590"/>
              <a:gd name="connsiteY5-10464" fmla="*/ 807021 h 2160513"/>
              <a:gd name="connsiteX6-10465" fmla="*/ 766732 w 2107590"/>
              <a:gd name="connsiteY6-10466" fmla="*/ 928463 h 2160513"/>
              <a:gd name="connsiteX7-10467" fmla="*/ 228569 w 2107590"/>
              <a:gd name="connsiteY7-10468" fmla="*/ 1030857 h 2160513"/>
              <a:gd name="connsiteX8-10469" fmla="*/ 102364 w 2107590"/>
              <a:gd name="connsiteY8-10470" fmla="*/ 578421 h 2160513"/>
              <a:gd name="connsiteX9-10471" fmla="*/ 334972 w 2107590"/>
              <a:gd name="connsiteY9-10472" fmla="*/ 266829 h 2160513"/>
              <a:gd name="connsiteX10-10473" fmla="*/ 754827 w 2107590"/>
              <a:gd name="connsiteY10-10474" fmla="*/ 47401 h 2160513"/>
              <a:gd name="connsiteX11-10475" fmla="*/ 759590 w 2107590"/>
              <a:gd name="connsiteY11-10476" fmla="*/ 95027 h 2160513"/>
              <a:gd name="connsiteX12-10477" fmla="*/ 771497 w 2107590"/>
              <a:gd name="connsiteY12-10478" fmla="*/ 35497 h 2160513"/>
              <a:gd name="connsiteX13-10479" fmla="*/ 1341273 w 2107590"/>
              <a:gd name="connsiteY13-10480" fmla="*/ 79182 h 2160513"/>
              <a:gd name="connsiteX14-10481" fmla="*/ 1369190 w 2107590"/>
              <a:gd name="connsiteY14-10482" fmla="*/ 92646 h 2160513"/>
              <a:gd name="connsiteX15-10483" fmla="*/ 1772045 w 2107590"/>
              <a:gd name="connsiteY15-10484" fmla="*/ 359840 h 2160513"/>
              <a:gd name="connsiteX16-10485" fmla="*/ 1752572 w 2107590"/>
              <a:gd name="connsiteY16-10486" fmla="*/ 342677 h 2160513"/>
              <a:gd name="connsiteX17-10487" fmla="*/ 2013140 w 2107590"/>
              <a:gd name="connsiteY17-10488" fmla="*/ 736265 h 2160513"/>
              <a:gd name="connsiteX18-10489" fmla="*/ 2004983 w 2107590"/>
              <a:gd name="connsiteY18-10490" fmla="*/ 716533 h 2160513"/>
              <a:gd name="connsiteX19-10491" fmla="*/ 2095472 w 2107590"/>
              <a:gd name="connsiteY19-10492" fmla="*/ 1073721 h 2160513"/>
              <a:gd name="connsiteX20-10493" fmla="*/ 1826390 w 2107590"/>
              <a:gd name="connsiteY20-10494" fmla="*/ 1311846 h 2160513"/>
              <a:gd name="connsiteX21-10495" fmla="*/ 1821627 w 2107590"/>
              <a:gd name="connsiteY21-10496" fmla="*/ 1264221 h 2160513"/>
              <a:gd name="connsiteX22-10497" fmla="*/ 1488252 w 2107590"/>
              <a:gd name="connsiteY22-10498" fmla="*/ 1595214 h 2160513"/>
              <a:gd name="connsiteX23-10499" fmla="*/ 1388239 w 2107590"/>
              <a:gd name="connsiteY23-10500" fmla="*/ 1492821 h 2160513"/>
              <a:gd name="connsiteX24-10501" fmla="*/ 1700184 w 2107590"/>
              <a:gd name="connsiteY24-10502" fmla="*/ 1107059 h 2160513"/>
              <a:gd name="connsiteX25-10503" fmla="*/ 1397764 w 2107590"/>
              <a:gd name="connsiteY25-10504" fmla="*/ 1128489 h 2160513"/>
              <a:gd name="connsiteX26-10505" fmla="*/ 1323946 w 2107590"/>
              <a:gd name="connsiteY26-10506" fmla="*/ 1280889 h 2160513"/>
              <a:gd name="connsiteX27-10507" fmla="*/ 1052483 w 2107590"/>
              <a:gd name="connsiteY27-10508" fmla="*/ 968946 h 2160513"/>
              <a:gd name="connsiteX28-10509" fmla="*/ 1288227 w 2107590"/>
              <a:gd name="connsiteY28-10510" fmla="*/ 699864 h 2160513"/>
              <a:gd name="connsiteX29-10511" fmla="*/ 516702 w 2107590"/>
              <a:gd name="connsiteY29-10512" fmla="*/ 737964 h 2160513"/>
              <a:gd name="connsiteX30-10513" fmla="*/ 828646 w 2107590"/>
              <a:gd name="connsiteY30-10514" fmla="*/ 945133 h 2160513"/>
              <a:gd name="connsiteX31-10515" fmla="*/ 1889668 w 2107590"/>
              <a:gd name="connsiteY31-10516" fmla="*/ 1175665 h 2160513"/>
              <a:gd name="connsiteX32-10517" fmla="*/ 1912797 w 2107590"/>
              <a:gd name="connsiteY32-10518" fmla="*/ 1135089 h 2160513"/>
              <a:gd name="connsiteX33-10519" fmla="*/ 1775980 w 2107590"/>
              <a:gd name="connsiteY33-10520" fmla="*/ 1553577 h 2160513"/>
              <a:gd name="connsiteX34-10521" fmla="*/ 1235792 w 2107590"/>
              <a:gd name="connsiteY34-10522" fmla="*/ 1580715 h 2160513"/>
              <a:gd name="connsiteX35-10523" fmla="*/ 1344220 w 2107590"/>
              <a:gd name="connsiteY35-10524" fmla="*/ 1905742 h 2160513"/>
              <a:gd name="connsiteX0-10525" fmla="*/ 1575697 w 2107590"/>
              <a:gd name="connsiteY0-10526" fmla="*/ 2160513 h 2160513"/>
              <a:gd name="connsiteX1-10527" fmla="*/ 956854 w 2107590"/>
              <a:gd name="connsiteY1-10528" fmla="*/ 1258279 h 2160513"/>
              <a:gd name="connsiteX2-10529" fmla="*/ 863892 w 2107590"/>
              <a:gd name="connsiteY2-10530" fmla="*/ 1345253 h 2160513"/>
              <a:gd name="connsiteX3-10531" fmla="*/ 1026241 w 2107590"/>
              <a:gd name="connsiteY3-10532" fmla="*/ 1144473 h 2160513"/>
              <a:gd name="connsiteX4-10533" fmla="*/ 908876 w 2107590"/>
              <a:gd name="connsiteY4-10534" fmla="*/ 743032 h 2160513"/>
              <a:gd name="connsiteX5-10535" fmla="*/ 1054863 w 2107590"/>
              <a:gd name="connsiteY5-10536" fmla="*/ 807021 h 2160513"/>
              <a:gd name="connsiteX6-10537" fmla="*/ 766732 w 2107590"/>
              <a:gd name="connsiteY6-10538" fmla="*/ 928463 h 2160513"/>
              <a:gd name="connsiteX7-10539" fmla="*/ 228569 w 2107590"/>
              <a:gd name="connsiteY7-10540" fmla="*/ 1030857 h 2160513"/>
              <a:gd name="connsiteX8-10541" fmla="*/ 102364 w 2107590"/>
              <a:gd name="connsiteY8-10542" fmla="*/ 578421 h 2160513"/>
              <a:gd name="connsiteX9-10543" fmla="*/ 334972 w 2107590"/>
              <a:gd name="connsiteY9-10544" fmla="*/ 266829 h 2160513"/>
              <a:gd name="connsiteX10-10545" fmla="*/ 754827 w 2107590"/>
              <a:gd name="connsiteY10-10546" fmla="*/ 47401 h 2160513"/>
              <a:gd name="connsiteX11-10547" fmla="*/ 759590 w 2107590"/>
              <a:gd name="connsiteY11-10548" fmla="*/ 95027 h 2160513"/>
              <a:gd name="connsiteX12-10549" fmla="*/ 771497 w 2107590"/>
              <a:gd name="connsiteY12-10550" fmla="*/ 35497 h 2160513"/>
              <a:gd name="connsiteX13-10551" fmla="*/ 1341273 w 2107590"/>
              <a:gd name="connsiteY13-10552" fmla="*/ 79182 h 2160513"/>
              <a:gd name="connsiteX14-10553" fmla="*/ 1369190 w 2107590"/>
              <a:gd name="connsiteY14-10554" fmla="*/ 92646 h 2160513"/>
              <a:gd name="connsiteX15-10555" fmla="*/ 1772045 w 2107590"/>
              <a:gd name="connsiteY15-10556" fmla="*/ 359840 h 2160513"/>
              <a:gd name="connsiteX16-10557" fmla="*/ 1752572 w 2107590"/>
              <a:gd name="connsiteY16-10558" fmla="*/ 342677 h 2160513"/>
              <a:gd name="connsiteX17-10559" fmla="*/ 2013140 w 2107590"/>
              <a:gd name="connsiteY17-10560" fmla="*/ 736265 h 2160513"/>
              <a:gd name="connsiteX18-10561" fmla="*/ 2004983 w 2107590"/>
              <a:gd name="connsiteY18-10562" fmla="*/ 716533 h 2160513"/>
              <a:gd name="connsiteX19-10563" fmla="*/ 2095472 w 2107590"/>
              <a:gd name="connsiteY19-10564" fmla="*/ 1073721 h 2160513"/>
              <a:gd name="connsiteX20-10565" fmla="*/ 1826390 w 2107590"/>
              <a:gd name="connsiteY20-10566" fmla="*/ 1311846 h 2160513"/>
              <a:gd name="connsiteX21-10567" fmla="*/ 1821627 w 2107590"/>
              <a:gd name="connsiteY21-10568" fmla="*/ 1264221 h 2160513"/>
              <a:gd name="connsiteX22-10569" fmla="*/ 1488252 w 2107590"/>
              <a:gd name="connsiteY22-10570" fmla="*/ 1595214 h 2160513"/>
              <a:gd name="connsiteX23-10571" fmla="*/ 1388239 w 2107590"/>
              <a:gd name="connsiteY23-10572" fmla="*/ 1492821 h 2160513"/>
              <a:gd name="connsiteX24-10573" fmla="*/ 1700184 w 2107590"/>
              <a:gd name="connsiteY24-10574" fmla="*/ 1107059 h 2160513"/>
              <a:gd name="connsiteX25-10575" fmla="*/ 1397764 w 2107590"/>
              <a:gd name="connsiteY25-10576" fmla="*/ 1128489 h 2160513"/>
              <a:gd name="connsiteX26-10577" fmla="*/ 1323946 w 2107590"/>
              <a:gd name="connsiteY26-10578" fmla="*/ 1280889 h 2160513"/>
              <a:gd name="connsiteX27-10579" fmla="*/ 1052483 w 2107590"/>
              <a:gd name="connsiteY27-10580" fmla="*/ 968946 h 2160513"/>
              <a:gd name="connsiteX28-10581" fmla="*/ 1288227 w 2107590"/>
              <a:gd name="connsiteY28-10582" fmla="*/ 699864 h 2160513"/>
              <a:gd name="connsiteX29-10583" fmla="*/ 516702 w 2107590"/>
              <a:gd name="connsiteY29-10584" fmla="*/ 737964 h 2160513"/>
              <a:gd name="connsiteX30-10585" fmla="*/ 828646 w 2107590"/>
              <a:gd name="connsiteY30-10586" fmla="*/ 945133 h 2160513"/>
              <a:gd name="connsiteX31-10587" fmla="*/ 1889668 w 2107590"/>
              <a:gd name="connsiteY31-10588" fmla="*/ 1175665 h 2160513"/>
              <a:gd name="connsiteX32-10589" fmla="*/ 1912797 w 2107590"/>
              <a:gd name="connsiteY32-10590" fmla="*/ 1135089 h 2160513"/>
              <a:gd name="connsiteX33-10591" fmla="*/ 1775980 w 2107590"/>
              <a:gd name="connsiteY33-10592" fmla="*/ 1553577 h 2160513"/>
              <a:gd name="connsiteX34-10593" fmla="*/ 1235792 w 2107590"/>
              <a:gd name="connsiteY34-10594" fmla="*/ 1580715 h 2160513"/>
              <a:gd name="connsiteX35-10595" fmla="*/ 1344220 w 2107590"/>
              <a:gd name="connsiteY35-10596" fmla="*/ 1905742 h 2160513"/>
              <a:gd name="connsiteX0-10597" fmla="*/ 1575697 w 2107590"/>
              <a:gd name="connsiteY0-10598" fmla="*/ 2160513 h 2160513"/>
              <a:gd name="connsiteX1-10599" fmla="*/ 956854 w 2107590"/>
              <a:gd name="connsiteY1-10600" fmla="*/ 1258279 h 2160513"/>
              <a:gd name="connsiteX2-10601" fmla="*/ 863892 w 2107590"/>
              <a:gd name="connsiteY2-10602" fmla="*/ 1345253 h 2160513"/>
              <a:gd name="connsiteX3-10603" fmla="*/ 1026241 w 2107590"/>
              <a:gd name="connsiteY3-10604" fmla="*/ 1144473 h 2160513"/>
              <a:gd name="connsiteX4-10605" fmla="*/ 908876 w 2107590"/>
              <a:gd name="connsiteY4-10606" fmla="*/ 743032 h 2160513"/>
              <a:gd name="connsiteX5-10607" fmla="*/ 1054863 w 2107590"/>
              <a:gd name="connsiteY5-10608" fmla="*/ 807021 h 2160513"/>
              <a:gd name="connsiteX6-10609" fmla="*/ 766732 w 2107590"/>
              <a:gd name="connsiteY6-10610" fmla="*/ 928463 h 2160513"/>
              <a:gd name="connsiteX7-10611" fmla="*/ 228569 w 2107590"/>
              <a:gd name="connsiteY7-10612" fmla="*/ 1030857 h 2160513"/>
              <a:gd name="connsiteX8-10613" fmla="*/ 102364 w 2107590"/>
              <a:gd name="connsiteY8-10614" fmla="*/ 578421 h 2160513"/>
              <a:gd name="connsiteX9-10615" fmla="*/ 334972 w 2107590"/>
              <a:gd name="connsiteY9-10616" fmla="*/ 266829 h 2160513"/>
              <a:gd name="connsiteX10-10617" fmla="*/ 754827 w 2107590"/>
              <a:gd name="connsiteY10-10618" fmla="*/ 47401 h 2160513"/>
              <a:gd name="connsiteX11-10619" fmla="*/ 759590 w 2107590"/>
              <a:gd name="connsiteY11-10620" fmla="*/ 95027 h 2160513"/>
              <a:gd name="connsiteX12-10621" fmla="*/ 771497 w 2107590"/>
              <a:gd name="connsiteY12-10622" fmla="*/ 35497 h 2160513"/>
              <a:gd name="connsiteX13-10623" fmla="*/ 1341273 w 2107590"/>
              <a:gd name="connsiteY13-10624" fmla="*/ 79182 h 2160513"/>
              <a:gd name="connsiteX14-10625" fmla="*/ 1369190 w 2107590"/>
              <a:gd name="connsiteY14-10626" fmla="*/ 92646 h 2160513"/>
              <a:gd name="connsiteX15-10627" fmla="*/ 1772045 w 2107590"/>
              <a:gd name="connsiteY15-10628" fmla="*/ 359840 h 2160513"/>
              <a:gd name="connsiteX16-10629" fmla="*/ 1752572 w 2107590"/>
              <a:gd name="connsiteY16-10630" fmla="*/ 342677 h 2160513"/>
              <a:gd name="connsiteX17-10631" fmla="*/ 2013140 w 2107590"/>
              <a:gd name="connsiteY17-10632" fmla="*/ 736265 h 2160513"/>
              <a:gd name="connsiteX18-10633" fmla="*/ 2004983 w 2107590"/>
              <a:gd name="connsiteY18-10634" fmla="*/ 716533 h 2160513"/>
              <a:gd name="connsiteX19-10635" fmla="*/ 2095472 w 2107590"/>
              <a:gd name="connsiteY19-10636" fmla="*/ 1073721 h 2160513"/>
              <a:gd name="connsiteX20-10637" fmla="*/ 1826390 w 2107590"/>
              <a:gd name="connsiteY20-10638" fmla="*/ 1311846 h 2160513"/>
              <a:gd name="connsiteX21-10639" fmla="*/ 1821627 w 2107590"/>
              <a:gd name="connsiteY21-10640" fmla="*/ 1264221 h 2160513"/>
              <a:gd name="connsiteX22-10641" fmla="*/ 1488252 w 2107590"/>
              <a:gd name="connsiteY22-10642" fmla="*/ 1595214 h 2160513"/>
              <a:gd name="connsiteX23-10643" fmla="*/ 1388239 w 2107590"/>
              <a:gd name="connsiteY23-10644" fmla="*/ 1492821 h 2160513"/>
              <a:gd name="connsiteX24-10645" fmla="*/ 1700184 w 2107590"/>
              <a:gd name="connsiteY24-10646" fmla="*/ 1107059 h 2160513"/>
              <a:gd name="connsiteX25-10647" fmla="*/ 1397764 w 2107590"/>
              <a:gd name="connsiteY25-10648" fmla="*/ 1128489 h 2160513"/>
              <a:gd name="connsiteX26-10649" fmla="*/ 1323946 w 2107590"/>
              <a:gd name="connsiteY26-10650" fmla="*/ 1280889 h 2160513"/>
              <a:gd name="connsiteX27-10651" fmla="*/ 1052483 w 2107590"/>
              <a:gd name="connsiteY27-10652" fmla="*/ 968946 h 2160513"/>
              <a:gd name="connsiteX28-10653" fmla="*/ 1288227 w 2107590"/>
              <a:gd name="connsiteY28-10654" fmla="*/ 699864 h 2160513"/>
              <a:gd name="connsiteX29-10655" fmla="*/ 516702 w 2107590"/>
              <a:gd name="connsiteY29-10656" fmla="*/ 737964 h 2160513"/>
              <a:gd name="connsiteX30-10657" fmla="*/ 828646 w 2107590"/>
              <a:gd name="connsiteY30-10658" fmla="*/ 945133 h 2160513"/>
              <a:gd name="connsiteX31-10659" fmla="*/ 373827 w 2107590"/>
              <a:gd name="connsiteY31-10660" fmla="*/ 852264 h 2160513"/>
              <a:gd name="connsiteX32-10661" fmla="*/ 1889668 w 2107590"/>
              <a:gd name="connsiteY32-10662" fmla="*/ 1175665 h 2160513"/>
              <a:gd name="connsiteX33-10663" fmla="*/ 1912797 w 2107590"/>
              <a:gd name="connsiteY33-10664" fmla="*/ 1135089 h 2160513"/>
              <a:gd name="connsiteX34-10665" fmla="*/ 1775980 w 2107590"/>
              <a:gd name="connsiteY34-10666" fmla="*/ 1553577 h 2160513"/>
              <a:gd name="connsiteX35-10667" fmla="*/ 1235792 w 2107590"/>
              <a:gd name="connsiteY35-10668" fmla="*/ 1580715 h 2160513"/>
              <a:gd name="connsiteX36" fmla="*/ 1344220 w 2107590"/>
              <a:gd name="connsiteY36" fmla="*/ 1905742 h 2160513"/>
              <a:gd name="connsiteX0-10669" fmla="*/ 1575697 w 2107590"/>
              <a:gd name="connsiteY0-10670" fmla="*/ 2160513 h 2160513"/>
              <a:gd name="connsiteX1-10671" fmla="*/ 956854 w 2107590"/>
              <a:gd name="connsiteY1-10672" fmla="*/ 1258279 h 2160513"/>
              <a:gd name="connsiteX2-10673" fmla="*/ 863892 w 2107590"/>
              <a:gd name="connsiteY2-10674" fmla="*/ 1345253 h 2160513"/>
              <a:gd name="connsiteX3-10675" fmla="*/ 1026241 w 2107590"/>
              <a:gd name="connsiteY3-10676" fmla="*/ 1144473 h 2160513"/>
              <a:gd name="connsiteX4-10677" fmla="*/ 908876 w 2107590"/>
              <a:gd name="connsiteY4-10678" fmla="*/ 743032 h 2160513"/>
              <a:gd name="connsiteX5-10679" fmla="*/ 1054863 w 2107590"/>
              <a:gd name="connsiteY5-10680" fmla="*/ 807021 h 2160513"/>
              <a:gd name="connsiteX6-10681" fmla="*/ 766732 w 2107590"/>
              <a:gd name="connsiteY6-10682" fmla="*/ 928463 h 2160513"/>
              <a:gd name="connsiteX7-10683" fmla="*/ 228569 w 2107590"/>
              <a:gd name="connsiteY7-10684" fmla="*/ 1030857 h 2160513"/>
              <a:gd name="connsiteX8-10685" fmla="*/ 102364 w 2107590"/>
              <a:gd name="connsiteY8-10686" fmla="*/ 578421 h 2160513"/>
              <a:gd name="connsiteX9-10687" fmla="*/ 334972 w 2107590"/>
              <a:gd name="connsiteY9-10688" fmla="*/ 266829 h 2160513"/>
              <a:gd name="connsiteX10-10689" fmla="*/ 754827 w 2107590"/>
              <a:gd name="connsiteY10-10690" fmla="*/ 47401 h 2160513"/>
              <a:gd name="connsiteX11-10691" fmla="*/ 759590 w 2107590"/>
              <a:gd name="connsiteY11-10692" fmla="*/ 95027 h 2160513"/>
              <a:gd name="connsiteX12-10693" fmla="*/ 771497 w 2107590"/>
              <a:gd name="connsiteY12-10694" fmla="*/ 35497 h 2160513"/>
              <a:gd name="connsiteX13-10695" fmla="*/ 1341273 w 2107590"/>
              <a:gd name="connsiteY13-10696" fmla="*/ 79182 h 2160513"/>
              <a:gd name="connsiteX14-10697" fmla="*/ 1369190 w 2107590"/>
              <a:gd name="connsiteY14-10698" fmla="*/ 92646 h 2160513"/>
              <a:gd name="connsiteX15-10699" fmla="*/ 1772045 w 2107590"/>
              <a:gd name="connsiteY15-10700" fmla="*/ 359840 h 2160513"/>
              <a:gd name="connsiteX16-10701" fmla="*/ 1752572 w 2107590"/>
              <a:gd name="connsiteY16-10702" fmla="*/ 342677 h 2160513"/>
              <a:gd name="connsiteX17-10703" fmla="*/ 2013140 w 2107590"/>
              <a:gd name="connsiteY17-10704" fmla="*/ 736265 h 2160513"/>
              <a:gd name="connsiteX18-10705" fmla="*/ 2004983 w 2107590"/>
              <a:gd name="connsiteY18-10706" fmla="*/ 716533 h 2160513"/>
              <a:gd name="connsiteX19-10707" fmla="*/ 2095472 w 2107590"/>
              <a:gd name="connsiteY19-10708" fmla="*/ 1073721 h 2160513"/>
              <a:gd name="connsiteX20-10709" fmla="*/ 1826390 w 2107590"/>
              <a:gd name="connsiteY20-10710" fmla="*/ 1311846 h 2160513"/>
              <a:gd name="connsiteX21-10711" fmla="*/ 1821627 w 2107590"/>
              <a:gd name="connsiteY21-10712" fmla="*/ 1264221 h 2160513"/>
              <a:gd name="connsiteX22-10713" fmla="*/ 1488252 w 2107590"/>
              <a:gd name="connsiteY22-10714" fmla="*/ 1595214 h 2160513"/>
              <a:gd name="connsiteX23-10715" fmla="*/ 1388239 w 2107590"/>
              <a:gd name="connsiteY23-10716" fmla="*/ 1492821 h 2160513"/>
              <a:gd name="connsiteX24-10717" fmla="*/ 1700184 w 2107590"/>
              <a:gd name="connsiteY24-10718" fmla="*/ 1107059 h 2160513"/>
              <a:gd name="connsiteX25-10719" fmla="*/ 1397764 w 2107590"/>
              <a:gd name="connsiteY25-10720" fmla="*/ 1128489 h 2160513"/>
              <a:gd name="connsiteX26-10721" fmla="*/ 1323946 w 2107590"/>
              <a:gd name="connsiteY26-10722" fmla="*/ 1280889 h 2160513"/>
              <a:gd name="connsiteX27-10723" fmla="*/ 1052483 w 2107590"/>
              <a:gd name="connsiteY27-10724" fmla="*/ 968946 h 2160513"/>
              <a:gd name="connsiteX28-10725" fmla="*/ 1288227 w 2107590"/>
              <a:gd name="connsiteY28-10726" fmla="*/ 699864 h 2160513"/>
              <a:gd name="connsiteX29-10727" fmla="*/ 516702 w 2107590"/>
              <a:gd name="connsiteY29-10728" fmla="*/ 737964 h 2160513"/>
              <a:gd name="connsiteX30-10729" fmla="*/ 828646 w 2107590"/>
              <a:gd name="connsiteY30-10730" fmla="*/ 945133 h 2160513"/>
              <a:gd name="connsiteX31-10731" fmla="*/ 373827 w 2107590"/>
              <a:gd name="connsiteY31-10732" fmla="*/ 852264 h 2160513"/>
              <a:gd name="connsiteX32-10733" fmla="*/ 1889668 w 2107590"/>
              <a:gd name="connsiteY32-10734" fmla="*/ 1175665 h 2160513"/>
              <a:gd name="connsiteX33-10735" fmla="*/ 1912797 w 2107590"/>
              <a:gd name="connsiteY33-10736" fmla="*/ 1135089 h 2160513"/>
              <a:gd name="connsiteX34-10737" fmla="*/ 1775980 w 2107590"/>
              <a:gd name="connsiteY34-10738" fmla="*/ 1553577 h 2160513"/>
              <a:gd name="connsiteX35-10739" fmla="*/ 1235792 w 2107590"/>
              <a:gd name="connsiteY35-10740" fmla="*/ 1580715 h 2160513"/>
              <a:gd name="connsiteX36-10741" fmla="*/ 1344220 w 2107590"/>
              <a:gd name="connsiteY36-10742" fmla="*/ 1905742 h 2160513"/>
              <a:gd name="connsiteX0-10743" fmla="*/ 1575697 w 2107590"/>
              <a:gd name="connsiteY0-10744" fmla="*/ 2160513 h 2160513"/>
              <a:gd name="connsiteX1-10745" fmla="*/ 956854 w 2107590"/>
              <a:gd name="connsiteY1-10746" fmla="*/ 1258279 h 2160513"/>
              <a:gd name="connsiteX2-10747" fmla="*/ 863892 w 2107590"/>
              <a:gd name="connsiteY2-10748" fmla="*/ 1345253 h 2160513"/>
              <a:gd name="connsiteX3-10749" fmla="*/ 1026241 w 2107590"/>
              <a:gd name="connsiteY3-10750" fmla="*/ 1144473 h 2160513"/>
              <a:gd name="connsiteX4-10751" fmla="*/ 908876 w 2107590"/>
              <a:gd name="connsiteY4-10752" fmla="*/ 743032 h 2160513"/>
              <a:gd name="connsiteX5-10753" fmla="*/ 1054863 w 2107590"/>
              <a:gd name="connsiteY5-10754" fmla="*/ 807021 h 2160513"/>
              <a:gd name="connsiteX6-10755" fmla="*/ 766732 w 2107590"/>
              <a:gd name="connsiteY6-10756" fmla="*/ 928463 h 2160513"/>
              <a:gd name="connsiteX7-10757" fmla="*/ 228569 w 2107590"/>
              <a:gd name="connsiteY7-10758" fmla="*/ 1030857 h 2160513"/>
              <a:gd name="connsiteX8-10759" fmla="*/ 102364 w 2107590"/>
              <a:gd name="connsiteY8-10760" fmla="*/ 578421 h 2160513"/>
              <a:gd name="connsiteX9-10761" fmla="*/ 334972 w 2107590"/>
              <a:gd name="connsiteY9-10762" fmla="*/ 266829 h 2160513"/>
              <a:gd name="connsiteX10-10763" fmla="*/ 754827 w 2107590"/>
              <a:gd name="connsiteY10-10764" fmla="*/ 47401 h 2160513"/>
              <a:gd name="connsiteX11-10765" fmla="*/ 759590 w 2107590"/>
              <a:gd name="connsiteY11-10766" fmla="*/ 95027 h 2160513"/>
              <a:gd name="connsiteX12-10767" fmla="*/ 771497 w 2107590"/>
              <a:gd name="connsiteY12-10768" fmla="*/ 35497 h 2160513"/>
              <a:gd name="connsiteX13-10769" fmla="*/ 1341273 w 2107590"/>
              <a:gd name="connsiteY13-10770" fmla="*/ 79182 h 2160513"/>
              <a:gd name="connsiteX14-10771" fmla="*/ 1369190 w 2107590"/>
              <a:gd name="connsiteY14-10772" fmla="*/ 92646 h 2160513"/>
              <a:gd name="connsiteX15-10773" fmla="*/ 1772045 w 2107590"/>
              <a:gd name="connsiteY15-10774" fmla="*/ 359840 h 2160513"/>
              <a:gd name="connsiteX16-10775" fmla="*/ 1752572 w 2107590"/>
              <a:gd name="connsiteY16-10776" fmla="*/ 342677 h 2160513"/>
              <a:gd name="connsiteX17-10777" fmla="*/ 2013140 w 2107590"/>
              <a:gd name="connsiteY17-10778" fmla="*/ 736265 h 2160513"/>
              <a:gd name="connsiteX18-10779" fmla="*/ 2004983 w 2107590"/>
              <a:gd name="connsiteY18-10780" fmla="*/ 716533 h 2160513"/>
              <a:gd name="connsiteX19-10781" fmla="*/ 2095472 w 2107590"/>
              <a:gd name="connsiteY19-10782" fmla="*/ 1073721 h 2160513"/>
              <a:gd name="connsiteX20-10783" fmla="*/ 1826390 w 2107590"/>
              <a:gd name="connsiteY20-10784" fmla="*/ 1311846 h 2160513"/>
              <a:gd name="connsiteX21-10785" fmla="*/ 1821627 w 2107590"/>
              <a:gd name="connsiteY21-10786" fmla="*/ 1264221 h 2160513"/>
              <a:gd name="connsiteX22-10787" fmla="*/ 1488252 w 2107590"/>
              <a:gd name="connsiteY22-10788" fmla="*/ 1595214 h 2160513"/>
              <a:gd name="connsiteX23-10789" fmla="*/ 1388239 w 2107590"/>
              <a:gd name="connsiteY23-10790" fmla="*/ 1492821 h 2160513"/>
              <a:gd name="connsiteX24-10791" fmla="*/ 1700184 w 2107590"/>
              <a:gd name="connsiteY24-10792" fmla="*/ 1107059 h 2160513"/>
              <a:gd name="connsiteX25-10793" fmla="*/ 1397764 w 2107590"/>
              <a:gd name="connsiteY25-10794" fmla="*/ 1128489 h 2160513"/>
              <a:gd name="connsiteX26-10795" fmla="*/ 1323946 w 2107590"/>
              <a:gd name="connsiteY26-10796" fmla="*/ 1280889 h 2160513"/>
              <a:gd name="connsiteX27-10797" fmla="*/ 1052483 w 2107590"/>
              <a:gd name="connsiteY27-10798" fmla="*/ 968946 h 2160513"/>
              <a:gd name="connsiteX28-10799" fmla="*/ 1288227 w 2107590"/>
              <a:gd name="connsiteY28-10800" fmla="*/ 699864 h 2160513"/>
              <a:gd name="connsiteX29-10801" fmla="*/ 516702 w 2107590"/>
              <a:gd name="connsiteY29-10802" fmla="*/ 737964 h 2160513"/>
              <a:gd name="connsiteX30-10803" fmla="*/ 828646 w 2107590"/>
              <a:gd name="connsiteY30-10804" fmla="*/ 945133 h 2160513"/>
              <a:gd name="connsiteX31-10805" fmla="*/ 373827 w 2107590"/>
              <a:gd name="connsiteY31-10806" fmla="*/ 852264 h 2160513"/>
              <a:gd name="connsiteX32-10807" fmla="*/ 945327 w 2107590"/>
              <a:gd name="connsiteY32-10808" fmla="*/ 533177 h 2160513"/>
              <a:gd name="connsiteX33-10809" fmla="*/ 1889668 w 2107590"/>
              <a:gd name="connsiteY33-10810" fmla="*/ 1175665 h 2160513"/>
              <a:gd name="connsiteX34-10811" fmla="*/ 1912797 w 2107590"/>
              <a:gd name="connsiteY34-10812" fmla="*/ 1135089 h 2160513"/>
              <a:gd name="connsiteX35-10813" fmla="*/ 1775980 w 2107590"/>
              <a:gd name="connsiteY35-10814" fmla="*/ 1553577 h 2160513"/>
              <a:gd name="connsiteX36-10815" fmla="*/ 1235792 w 2107590"/>
              <a:gd name="connsiteY36-10816" fmla="*/ 1580715 h 2160513"/>
              <a:gd name="connsiteX37" fmla="*/ 1344220 w 2107590"/>
              <a:gd name="connsiteY37" fmla="*/ 1905742 h 2160513"/>
              <a:gd name="connsiteX0-10817" fmla="*/ 1575697 w 2107590"/>
              <a:gd name="connsiteY0-10818" fmla="*/ 2160513 h 2160513"/>
              <a:gd name="connsiteX1-10819" fmla="*/ 956854 w 2107590"/>
              <a:gd name="connsiteY1-10820" fmla="*/ 1258279 h 2160513"/>
              <a:gd name="connsiteX2-10821" fmla="*/ 863892 w 2107590"/>
              <a:gd name="connsiteY2-10822" fmla="*/ 1345253 h 2160513"/>
              <a:gd name="connsiteX3-10823" fmla="*/ 1026241 w 2107590"/>
              <a:gd name="connsiteY3-10824" fmla="*/ 1144473 h 2160513"/>
              <a:gd name="connsiteX4-10825" fmla="*/ 908876 w 2107590"/>
              <a:gd name="connsiteY4-10826" fmla="*/ 743032 h 2160513"/>
              <a:gd name="connsiteX5-10827" fmla="*/ 1054863 w 2107590"/>
              <a:gd name="connsiteY5-10828" fmla="*/ 807021 h 2160513"/>
              <a:gd name="connsiteX6-10829" fmla="*/ 766732 w 2107590"/>
              <a:gd name="connsiteY6-10830" fmla="*/ 928463 h 2160513"/>
              <a:gd name="connsiteX7-10831" fmla="*/ 228569 w 2107590"/>
              <a:gd name="connsiteY7-10832" fmla="*/ 1030857 h 2160513"/>
              <a:gd name="connsiteX8-10833" fmla="*/ 102364 w 2107590"/>
              <a:gd name="connsiteY8-10834" fmla="*/ 578421 h 2160513"/>
              <a:gd name="connsiteX9-10835" fmla="*/ 334972 w 2107590"/>
              <a:gd name="connsiteY9-10836" fmla="*/ 266829 h 2160513"/>
              <a:gd name="connsiteX10-10837" fmla="*/ 754827 w 2107590"/>
              <a:gd name="connsiteY10-10838" fmla="*/ 47401 h 2160513"/>
              <a:gd name="connsiteX11-10839" fmla="*/ 759590 w 2107590"/>
              <a:gd name="connsiteY11-10840" fmla="*/ 95027 h 2160513"/>
              <a:gd name="connsiteX12-10841" fmla="*/ 771497 w 2107590"/>
              <a:gd name="connsiteY12-10842" fmla="*/ 35497 h 2160513"/>
              <a:gd name="connsiteX13-10843" fmla="*/ 1341273 w 2107590"/>
              <a:gd name="connsiteY13-10844" fmla="*/ 79182 h 2160513"/>
              <a:gd name="connsiteX14-10845" fmla="*/ 1369190 w 2107590"/>
              <a:gd name="connsiteY14-10846" fmla="*/ 92646 h 2160513"/>
              <a:gd name="connsiteX15-10847" fmla="*/ 1772045 w 2107590"/>
              <a:gd name="connsiteY15-10848" fmla="*/ 359840 h 2160513"/>
              <a:gd name="connsiteX16-10849" fmla="*/ 1752572 w 2107590"/>
              <a:gd name="connsiteY16-10850" fmla="*/ 342677 h 2160513"/>
              <a:gd name="connsiteX17-10851" fmla="*/ 2013140 w 2107590"/>
              <a:gd name="connsiteY17-10852" fmla="*/ 736265 h 2160513"/>
              <a:gd name="connsiteX18-10853" fmla="*/ 2004983 w 2107590"/>
              <a:gd name="connsiteY18-10854" fmla="*/ 716533 h 2160513"/>
              <a:gd name="connsiteX19-10855" fmla="*/ 2095472 w 2107590"/>
              <a:gd name="connsiteY19-10856" fmla="*/ 1073721 h 2160513"/>
              <a:gd name="connsiteX20-10857" fmla="*/ 1826390 w 2107590"/>
              <a:gd name="connsiteY20-10858" fmla="*/ 1311846 h 2160513"/>
              <a:gd name="connsiteX21-10859" fmla="*/ 1821627 w 2107590"/>
              <a:gd name="connsiteY21-10860" fmla="*/ 1264221 h 2160513"/>
              <a:gd name="connsiteX22-10861" fmla="*/ 1488252 w 2107590"/>
              <a:gd name="connsiteY22-10862" fmla="*/ 1595214 h 2160513"/>
              <a:gd name="connsiteX23-10863" fmla="*/ 1388239 w 2107590"/>
              <a:gd name="connsiteY23-10864" fmla="*/ 1492821 h 2160513"/>
              <a:gd name="connsiteX24-10865" fmla="*/ 1700184 w 2107590"/>
              <a:gd name="connsiteY24-10866" fmla="*/ 1107059 h 2160513"/>
              <a:gd name="connsiteX25-10867" fmla="*/ 1397764 w 2107590"/>
              <a:gd name="connsiteY25-10868" fmla="*/ 1128489 h 2160513"/>
              <a:gd name="connsiteX26-10869" fmla="*/ 1323946 w 2107590"/>
              <a:gd name="connsiteY26-10870" fmla="*/ 1280889 h 2160513"/>
              <a:gd name="connsiteX27-10871" fmla="*/ 1052483 w 2107590"/>
              <a:gd name="connsiteY27-10872" fmla="*/ 968946 h 2160513"/>
              <a:gd name="connsiteX28-10873" fmla="*/ 1288227 w 2107590"/>
              <a:gd name="connsiteY28-10874" fmla="*/ 699864 h 2160513"/>
              <a:gd name="connsiteX29-10875" fmla="*/ 516702 w 2107590"/>
              <a:gd name="connsiteY29-10876" fmla="*/ 737964 h 2160513"/>
              <a:gd name="connsiteX30-10877" fmla="*/ 828646 w 2107590"/>
              <a:gd name="connsiteY30-10878" fmla="*/ 945133 h 2160513"/>
              <a:gd name="connsiteX31-10879" fmla="*/ 373827 w 2107590"/>
              <a:gd name="connsiteY31-10880" fmla="*/ 852264 h 2160513"/>
              <a:gd name="connsiteX32-10881" fmla="*/ 935802 w 2107590"/>
              <a:gd name="connsiteY32-10882" fmla="*/ 390302 h 2160513"/>
              <a:gd name="connsiteX33-10883" fmla="*/ 1889668 w 2107590"/>
              <a:gd name="connsiteY33-10884" fmla="*/ 1175665 h 2160513"/>
              <a:gd name="connsiteX34-10885" fmla="*/ 1912797 w 2107590"/>
              <a:gd name="connsiteY34-10886" fmla="*/ 1135089 h 2160513"/>
              <a:gd name="connsiteX35-10887" fmla="*/ 1775980 w 2107590"/>
              <a:gd name="connsiteY35-10888" fmla="*/ 1553577 h 2160513"/>
              <a:gd name="connsiteX36-10889" fmla="*/ 1235792 w 2107590"/>
              <a:gd name="connsiteY36-10890" fmla="*/ 1580715 h 2160513"/>
              <a:gd name="connsiteX37-10891" fmla="*/ 1344220 w 2107590"/>
              <a:gd name="connsiteY37-10892" fmla="*/ 1905742 h 2160513"/>
              <a:gd name="connsiteX0-10893" fmla="*/ 1575697 w 2107590"/>
              <a:gd name="connsiteY0-10894" fmla="*/ 2160513 h 2160513"/>
              <a:gd name="connsiteX1-10895" fmla="*/ 956854 w 2107590"/>
              <a:gd name="connsiteY1-10896" fmla="*/ 1258279 h 2160513"/>
              <a:gd name="connsiteX2-10897" fmla="*/ 863892 w 2107590"/>
              <a:gd name="connsiteY2-10898" fmla="*/ 1345253 h 2160513"/>
              <a:gd name="connsiteX3-10899" fmla="*/ 1026241 w 2107590"/>
              <a:gd name="connsiteY3-10900" fmla="*/ 1144473 h 2160513"/>
              <a:gd name="connsiteX4-10901" fmla="*/ 908876 w 2107590"/>
              <a:gd name="connsiteY4-10902" fmla="*/ 743032 h 2160513"/>
              <a:gd name="connsiteX5-10903" fmla="*/ 1054863 w 2107590"/>
              <a:gd name="connsiteY5-10904" fmla="*/ 807021 h 2160513"/>
              <a:gd name="connsiteX6-10905" fmla="*/ 766732 w 2107590"/>
              <a:gd name="connsiteY6-10906" fmla="*/ 928463 h 2160513"/>
              <a:gd name="connsiteX7-10907" fmla="*/ 228569 w 2107590"/>
              <a:gd name="connsiteY7-10908" fmla="*/ 1030857 h 2160513"/>
              <a:gd name="connsiteX8-10909" fmla="*/ 102364 w 2107590"/>
              <a:gd name="connsiteY8-10910" fmla="*/ 578421 h 2160513"/>
              <a:gd name="connsiteX9-10911" fmla="*/ 334972 w 2107590"/>
              <a:gd name="connsiteY9-10912" fmla="*/ 266829 h 2160513"/>
              <a:gd name="connsiteX10-10913" fmla="*/ 754827 w 2107590"/>
              <a:gd name="connsiteY10-10914" fmla="*/ 47401 h 2160513"/>
              <a:gd name="connsiteX11-10915" fmla="*/ 759590 w 2107590"/>
              <a:gd name="connsiteY11-10916" fmla="*/ 95027 h 2160513"/>
              <a:gd name="connsiteX12-10917" fmla="*/ 771497 w 2107590"/>
              <a:gd name="connsiteY12-10918" fmla="*/ 35497 h 2160513"/>
              <a:gd name="connsiteX13-10919" fmla="*/ 1341273 w 2107590"/>
              <a:gd name="connsiteY13-10920" fmla="*/ 79182 h 2160513"/>
              <a:gd name="connsiteX14-10921" fmla="*/ 1369190 w 2107590"/>
              <a:gd name="connsiteY14-10922" fmla="*/ 92646 h 2160513"/>
              <a:gd name="connsiteX15-10923" fmla="*/ 1772045 w 2107590"/>
              <a:gd name="connsiteY15-10924" fmla="*/ 359840 h 2160513"/>
              <a:gd name="connsiteX16-10925" fmla="*/ 1752572 w 2107590"/>
              <a:gd name="connsiteY16-10926" fmla="*/ 342677 h 2160513"/>
              <a:gd name="connsiteX17-10927" fmla="*/ 2013140 w 2107590"/>
              <a:gd name="connsiteY17-10928" fmla="*/ 736265 h 2160513"/>
              <a:gd name="connsiteX18-10929" fmla="*/ 2004983 w 2107590"/>
              <a:gd name="connsiteY18-10930" fmla="*/ 716533 h 2160513"/>
              <a:gd name="connsiteX19-10931" fmla="*/ 2095472 w 2107590"/>
              <a:gd name="connsiteY19-10932" fmla="*/ 1073721 h 2160513"/>
              <a:gd name="connsiteX20-10933" fmla="*/ 1826390 w 2107590"/>
              <a:gd name="connsiteY20-10934" fmla="*/ 1311846 h 2160513"/>
              <a:gd name="connsiteX21-10935" fmla="*/ 1821627 w 2107590"/>
              <a:gd name="connsiteY21-10936" fmla="*/ 1264221 h 2160513"/>
              <a:gd name="connsiteX22-10937" fmla="*/ 1488252 w 2107590"/>
              <a:gd name="connsiteY22-10938" fmla="*/ 1595214 h 2160513"/>
              <a:gd name="connsiteX23-10939" fmla="*/ 1388239 w 2107590"/>
              <a:gd name="connsiteY23-10940" fmla="*/ 1492821 h 2160513"/>
              <a:gd name="connsiteX24-10941" fmla="*/ 1700184 w 2107590"/>
              <a:gd name="connsiteY24-10942" fmla="*/ 1107059 h 2160513"/>
              <a:gd name="connsiteX25-10943" fmla="*/ 1397764 w 2107590"/>
              <a:gd name="connsiteY25-10944" fmla="*/ 1128489 h 2160513"/>
              <a:gd name="connsiteX26-10945" fmla="*/ 1323946 w 2107590"/>
              <a:gd name="connsiteY26-10946" fmla="*/ 1280889 h 2160513"/>
              <a:gd name="connsiteX27-10947" fmla="*/ 1052483 w 2107590"/>
              <a:gd name="connsiteY27-10948" fmla="*/ 968946 h 2160513"/>
              <a:gd name="connsiteX28-10949" fmla="*/ 1288227 w 2107590"/>
              <a:gd name="connsiteY28-10950" fmla="*/ 699864 h 2160513"/>
              <a:gd name="connsiteX29-10951" fmla="*/ 516702 w 2107590"/>
              <a:gd name="connsiteY29-10952" fmla="*/ 737964 h 2160513"/>
              <a:gd name="connsiteX30-10953" fmla="*/ 828646 w 2107590"/>
              <a:gd name="connsiteY30-10954" fmla="*/ 945133 h 2160513"/>
              <a:gd name="connsiteX31-10955" fmla="*/ 373827 w 2107590"/>
              <a:gd name="connsiteY31-10956" fmla="*/ 852264 h 2160513"/>
              <a:gd name="connsiteX32-10957" fmla="*/ 935802 w 2107590"/>
              <a:gd name="connsiteY32-10958" fmla="*/ 390302 h 2160513"/>
              <a:gd name="connsiteX33-10959" fmla="*/ 1889668 w 2107590"/>
              <a:gd name="connsiteY33-10960" fmla="*/ 1175665 h 2160513"/>
              <a:gd name="connsiteX34-10961" fmla="*/ 1912797 w 2107590"/>
              <a:gd name="connsiteY34-10962" fmla="*/ 1135089 h 2160513"/>
              <a:gd name="connsiteX35-10963" fmla="*/ 1775980 w 2107590"/>
              <a:gd name="connsiteY35-10964" fmla="*/ 1553577 h 2160513"/>
              <a:gd name="connsiteX36-10965" fmla="*/ 1235792 w 2107590"/>
              <a:gd name="connsiteY36-10966" fmla="*/ 1580715 h 2160513"/>
              <a:gd name="connsiteX37-10967" fmla="*/ 1344220 w 2107590"/>
              <a:gd name="connsiteY37-10968" fmla="*/ 1905742 h 2160513"/>
              <a:gd name="connsiteX0-10969" fmla="*/ 1575697 w 2107590"/>
              <a:gd name="connsiteY0-10970" fmla="*/ 2160513 h 2160513"/>
              <a:gd name="connsiteX1-10971" fmla="*/ 956854 w 2107590"/>
              <a:gd name="connsiteY1-10972" fmla="*/ 1258279 h 2160513"/>
              <a:gd name="connsiteX2-10973" fmla="*/ 863892 w 2107590"/>
              <a:gd name="connsiteY2-10974" fmla="*/ 1345253 h 2160513"/>
              <a:gd name="connsiteX3-10975" fmla="*/ 1026241 w 2107590"/>
              <a:gd name="connsiteY3-10976" fmla="*/ 1144473 h 2160513"/>
              <a:gd name="connsiteX4-10977" fmla="*/ 908876 w 2107590"/>
              <a:gd name="connsiteY4-10978" fmla="*/ 743032 h 2160513"/>
              <a:gd name="connsiteX5-10979" fmla="*/ 1054863 w 2107590"/>
              <a:gd name="connsiteY5-10980" fmla="*/ 807021 h 2160513"/>
              <a:gd name="connsiteX6-10981" fmla="*/ 766732 w 2107590"/>
              <a:gd name="connsiteY6-10982" fmla="*/ 928463 h 2160513"/>
              <a:gd name="connsiteX7-10983" fmla="*/ 228569 w 2107590"/>
              <a:gd name="connsiteY7-10984" fmla="*/ 1030857 h 2160513"/>
              <a:gd name="connsiteX8-10985" fmla="*/ 102364 w 2107590"/>
              <a:gd name="connsiteY8-10986" fmla="*/ 578421 h 2160513"/>
              <a:gd name="connsiteX9-10987" fmla="*/ 334972 w 2107590"/>
              <a:gd name="connsiteY9-10988" fmla="*/ 266829 h 2160513"/>
              <a:gd name="connsiteX10-10989" fmla="*/ 754827 w 2107590"/>
              <a:gd name="connsiteY10-10990" fmla="*/ 47401 h 2160513"/>
              <a:gd name="connsiteX11-10991" fmla="*/ 759590 w 2107590"/>
              <a:gd name="connsiteY11-10992" fmla="*/ 95027 h 2160513"/>
              <a:gd name="connsiteX12-10993" fmla="*/ 771497 w 2107590"/>
              <a:gd name="connsiteY12-10994" fmla="*/ 35497 h 2160513"/>
              <a:gd name="connsiteX13-10995" fmla="*/ 1341273 w 2107590"/>
              <a:gd name="connsiteY13-10996" fmla="*/ 79182 h 2160513"/>
              <a:gd name="connsiteX14-10997" fmla="*/ 1369190 w 2107590"/>
              <a:gd name="connsiteY14-10998" fmla="*/ 92646 h 2160513"/>
              <a:gd name="connsiteX15-10999" fmla="*/ 1772045 w 2107590"/>
              <a:gd name="connsiteY15-11000" fmla="*/ 359840 h 2160513"/>
              <a:gd name="connsiteX16-11001" fmla="*/ 1752572 w 2107590"/>
              <a:gd name="connsiteY16-11002" fmla="*/ 342677 h 2160513"/>
              <a:gd name="connsiteX17-11003" fmla="*/ 2013140 w 2107590"/>
              <a:gd name="connsiteY17-11004" fmla="*/ 736265 h 2160513"/>
              <a:gd name="connsiteX18-11005" fmla="*/ 2004983 w 2107590"/>
              <a:gd name="connsiteY18-11006" fmla="*/ 716533 h 2160513"/>
              <a:gd name="connsiteX19-11007" fmla="*/ 2095472 w 2107590"/>
              <a:gd name="connsiteY19-11008" fmla="*/ 1073721 h 2160513"/>
              <a:gd name="connsiteX20-11009" fmla="*/ 1826390 w 2107590"/>
              <a:gd name="connsiteY20-11010" fmla="*/ 1311846 h 2160513"/>
              <a:gd name="connsiteX21-11011" fmla="*/ 1821627 w 2107590"/>
              <a:gd name="connsiteY21-11012" fmla="*/ 1264221 h 2160513"/>
              <a:gd name="connsiteX22-11013" fmla="*/ 1488252 w 2107590"/>
              <a:gd name="connsiteY22-11014" fmla="*/ 1595214 h 2160513"/>
              <a:gd name="connsiteX23-11015" fmla="*/ 1388239 w 2107590"/>
              <a:gd name="connsiteY23-11016" fmla="*/ 1492821 h 2160513"/>
              <a:gd name="connsiteX24-11017" fmla="*/ 1700184 w 2107590"/>
              <a:gd name="connsiteY24-11018" fmla="*/ 1107059 h 2160513"/>
              <a:gd name="connsiteX25-11019" fmla="*/ 1397764 w 2107590"/>
              <a:gd name="connsiteY25-11020" fmla="*/ 1128489 h 2160513"/>
              <a:gd name="connsiteX26-11021" fmla="*/ 1323946 w 2107590"/>
              <a:gd name="connsiteY26-11022" fmla="*/ 1280889 h 2160513"/>
              <a:gd name="connsiteX27-11023" fmla="*/ 1052483 w 2107590"/>
              <a:gd name="connsiteY27-11024" fmla="*/ 968946 h 2160513"/>
              <a:gd name="connsiteX28-11025" fmla="*/ 1288227 w 2107590"/>
              <a:gd name="connsiteY28-11026" fmla="*/ 699864 h 2160513"/>
              <a:gd name="connsiteX29-11027" fmla="*/ 516702 w 2107590"/>
              <a:gd name="connsiteY29-11028" fmla="*/ 737964 h 2160513"/>
              <a:gd name="connsiteX30-11029" fmla="*/ 828646 w 2107590"/>
              <a:gd name="connsiteY30-11030" fmla="*/ 945133 h 2160513"/>
              <a:gd name="connsiteX31-11031" fmla="*/ 373827 w 2107590"/>
              <a:gd name="connsiteY31-11032" fmla="*/ 852264 h 2160513"/>
              <a:gd name="connsiteX32-11033" fmla="*/ 935802 w 2107590"/>
              <a:gd name="connsiteY32-11034" fmla="*/ 390302 h 2160513"/>
              <a:gd name="connsiteX33-11035" fmla="*/ 1445389 w 2107590"/>
              <a:gd name="connsiteY33-11036" fmla="*/ 754633 h 2160513"/>
              <a:gd name="connsiteX34-11037" fmla="*/ 1889668 w 2107590"/>
              <a:gd name="connsiteY34-11038" fmla="*/ 1175665 h 2160513"/>
              <a:gd name="connsiteX35-11039" fmla="*/ 1912797 w 2107590"/>
              <a:gd name="connsiteY35-11040" fmla="*/ 1135089 h 2160513"/>
              <a:gd name="connsiteX36-11041" fmla="*/ 1775980 w 2107590"/>
              <a:gd name="connsiteY36-11042" fmla="*/ 1553577 h 2160513"/>
              <a:gd name="connsiteX37-11043" fmla="*/ 1235792 w 2107590"/>
              <a:gd name="connsiteY37-11044" fmla="*/ 1580715 h 2160513"/>
              <a:gd name="connsiteX38" fmla="*/ 1344220 w 2107590"/>
              <a:gd name="connsiteY38" fmla="*/ 1905742 h 2160513"/>
              <a:gd name="connsiteX0-11045" fmla="*/ 1575697 w 2107590"/>
              <a:gd name="connsiteY0-11046" fmla="*/ 2160513 h 2160513"/>
              <a:gd name="connsiteX1-11047" fmla="*/ 956854 w 2107590"/>
              <a:gd name="connsiteY1-11048" fmla="*/ 1258279 h 2160513"/>
              <a:gd name="connsiteX2-11049" fmla="*/ 863892 w 2107590"/>
              <a:gd name="connsiteY2-11050" fmla="*/ 1345253 h 2160513"/>
              <a:gd name="connsiteX3-11051" fmla="*/ 1026241 w 2107590"/>
              <a:gd name="connsiteY3-11052" fmla="*/ 1144473 h 2160513"/>
              <a:gd name="connsiteX4-11053" fmla="*/ 908876 w 2107590"/>
              <a:gd name="connsiteY4-11054" fmla="*/ 743032 h 2160513"/>
              <a:gd name="connsiteX5-11055" fmla="*/ 1054863 w 2107590"/>
              <a:gd name="connsiteY5-11056" fmla="*/ 807021 h 2160513"/>
              <a:gd name="connsiteX6-11057" fmla="*/ 766732 w 2107590"/>
              <a:gd name="connsiteY6-11058" fmla="*/ 928463 h 2160513"/>
              <a:gd name="connsiteX7-11059" fmla="*/ 228569 w 2107590"/>
              <a:gd name="connsiteY7-11060" fmla="*/ 1030857 h 2160513"/>
              <a:gd name="connsiteX8-11061" fmla="*/ 102364 w 2107590"/>
              <a:gd name="connsiteY8-11062" fmla="*/ 578421 h 2160513"/>
              <a:gd name="connsiteX9-11063" fmla="*/ 334972 w 2107590"/>
              <a:gd name="connsiteY9-11064" fmla="*/ 266829 h 2160513"/>
              <a:gd name="connsiteX10-11065" fmla="*/ 754827 w 2107590"/>
              <a:gd name="connsiteY10-11066" fmla="*/ 47401 h 2160513"/>
              <a:gd name="connsiteX11-11067" fmla="*/ 759590 w 2107590"/>
              <a:gd name="connsiteY11-11068" fmla="*/ 95027 h 2160513"/>
              <a:gd name="connsiteX12-11069" fmla="*/ 771497 w 2107590"/>
              <a:gd name="connsiteY12-11070" fmla="*/ 35497 h 2160513"/>
              <a:gd name="connsiteX13-11071" fmla="*/ 1341273 w 2107590"/>
              <a:gd name="connsiteY13-11072" fmla="*/ 79182 h 2160513"/>
              <a:gd name="connsiteX14-11073" fmla="*/ 1369190 w 2107590"/>
              <a:gd name="connsiteY14-11074" fmla="*/ 92646 h 2160513"/>
              <a:gd name="connsiteX15-11075" fmla="*/ 1772045 w 2107590"/>
              <a:gd name="connsiteY15-11076" fmla="*/ 359840 h 2160513"/>
              <a:gd name="connsiteX16-11077" fmla="*/ 1752572 w 2107590"/>
              <a:gd name="connsiteY16-11078" fmla="*/ 342677 h 2160513"/>
              <a:gd name="connsiteX17-11079" fmla="*/ 2013140 w 2107590"/>
              <a:gd name="connsiteY17-11080" fmla="*/ 736265 h 2160513"/>
              <a:gd name="connsiteX18-11081" fmla="*/ 2004983 w 2107590"/>
              <a:gd name="connsiteY18-11082" fmla="*/ 716533 h 2160513"/>
              <a:gd name="connsiteX19-11083" fmla="*/ 2095472 w 2107590"/>
              <a:gd name="connsiteY19-11084" fmla="*/ 1073721 h 2160513"/>
              <a:gd name="connsiteX20-11085" fmla="*/ 1826390 w 2107590"/>
              <a:gd name="connsiteY20-11086" fmla="*/ 1311846 h 2160513"/>
              <a:gd name="connsiteX21-11087" fmla="*/ 1821627 w 2107590"/>
              <a:gd name="connsiteY21-11088" fmla="*/ 1264221 h 2160513"/>
              <a:gd name="connsiteX22-11089" fmla="*/ 1488252 w 2107590"/>
              <a:gd name="connsiteY22-11090" fmla="*/ 1595214 h 2160513"/>
              <a:gd name="connsiteX23-11091" fmla="*/ 1388239 w 2107590"/>
              <a:gd name="connsiteY23-11092" fmla="*/ 1492821 h 2160513"/>
              <a:gd name="connsiteX24-11093" fmla="*/ 1700184 w 2107590"/>
              <a:gd name="connsiteY24-11094" fmla="*/ 1107059 h 2160513"/>
              <a:gd name="connsiteX25-11095" fmla="*/ 1397764 w 2107590"/>
              <a:gd name="connsiteY25-11096" fmla="*/ 1128489 h 2160513"/>
              <a:gd name="connsiteX26-11097" fmla="*/ 1323946 w 2107590"/>
              <a:gd name="connsiteY26-11098" fmla="*/ 1280889 h 2160513"/>
              <a:gd name="connsiteX27-11099" fmla="*/ 1052483 w 2107590"/>
              <a:gd name="connsiteY27-11100" fmla="*/ 968946 h 2160513"/>
              <a:gd name="connsiteX28-11101" fmla="*/ 1288227 w 2107590"/>
              <a:gd name="connsiteY28-11102" fmla="*/ 699864 h 2160513"/>
              <a:gd name="connsiteX29-11103" fmla="*/ 516702 w 2107590"/>
              <a:gd name="connsiteY29-11104" fmla="*/ 737964 h 2160513"/>
              <a:gd name="connsiteX30-11105" fmla="*/ 828646 w 2107590"/>
              <a:gd name="connsiteY30-11106" fmla="*/ 945133 h 2160513"/>
              <a:gd name="connsiteX31-11107" fmla="*/ 373827 w 2107590"/>
              <a:gd name="connsiteY31-11108" fmla="*/ 852264 h 2160513"/>
              <a:gd name="connsiteX32-11109" fmla="*/ 935802 w 2107590"/>
              <a:gd name="connsiteY32-11110" fmla="*/ 390302 h 2160513"/>
              <a:gd name="connsiteX33-11111" fmla="*/ 1445389 w 2107590"/>
              <a:gd name="connsiteY33-11112" fmla="*/ 754633 h 2160513"/>
              <a:gd name="connsiteX34-11113" fmla="*/ 1889668 w 2107590"/>
              <a:gd name="connsiteY34-11114" fmla="*/ 1175665 h 2160513"/>
              <a:gd name="connsiteX35-11115" fmla="*/ 1912797 w 2107590"/>
              <a:gd name="connsiteY35-11116" fmla="*/ 1135089 h 2160513"/>
              <a:gd name="connsiteX36-11117" fmla="*/ 1775980 w 2107590"/>
              <a:gd name="connsiteY36-11118" fmla="*/ 1553577 h 2160513"/>
              <a:gd name="connsiteX37-11119" fmla="*/ 1235792 w 2107590"/>
              <a:gd name="connsiteY37-11120" fmla="*/ 1580715 h 2160513"/>
              <a:gd name="connsiteX38-11121" fmla="*/ 1344220 w 2107590"/>
              <a:gd name="connsiteY38-11122" fmla="*/ 1905742 h 2160513"/>
              <a:gd name="connsiteX0-11123" fmla="*/ 1575697 w 2107590"/>
              <a:gd name="connsiteY0-11124" fmla="*/ 2160513 h 2160513"/>
              <a:gd name="connsiteX1-11125" fmla="*/ 956854 w 2107590"/>
              <a:gd name="connsiteY1-11126" fmla="*/ 1258279 h 2160513"/>
              <a:gd name="connsiteX2-11127" fmla="*/ 863892 w 2107590"/>
              <a:gd name="connsiteY2-11128" fmla="*/ 1345253 h 2160513"/>
              <a:gd name="connsiteX3-11129" fmla="*/ 1026241 w 2107590"/>
              <a:gd name="connsiteY3-11130" fmla="*/ 1144473 h 2160513"/>
              <a:gd name="connsiteX4-11131" fmla="*/ 908876 w 2107590"/>
              <a:gd name="connsiteY4-11132" fmla="*/ 743032 h 2160513"/>
              <a:gd name="connsiteX5-11133" fmla="*/ 1054863 w 2107590"/>
              <a:gd name="connsiteY5-11134" fmla="*/ 807021 h 2160513"/>
              <a:gd name="connsiteX6-11135" fmla="*/ 766732 w 2107590"/>
              <a:gd name="connsiteY6-11136" fmla="*/ 928463 h 2160513"/>
              <a:gd name="connsiteX7-11137" fmla="*/ 228569 w 2107590"/>
              <a:gd name="connsiteY7-11138" fmla="*/ 1030857 h 2160513"/>
              <a:gd name="connsiteX8-11139" fmla="*/ 102364 w 2107590"/>
              <a:gd name="connsiteY8-11140" fmla="*/ 578421 h 2160513"/>
              <a:gd name="connsiteX9-11141" fmla="*/ 334972 w 2107590"/>
              <a:gd name="connsiteY9-11142" fmla="*/ 266829 h 2160513"/>
              <a:gd name="connsiteX10-11143" fmla="*/ 754827 w 2107590"/>
              <a:gd name="connsiteY10-11144" fmla="*/ 47401 h 2160513"/>
              <a:gd name="connsiteX11-11145" fmla="*/ 759590 w 2107590"/>
              <a:gd name="connsiteY11-11146" fmla="*/ 95027 h 2160513"/>
              <a:gd name="connsiteX12-11147" fmla="*/ 771497 w 2107590"/>
              <a:gd name="connsiteY12-11148" fmla="*/ 35497 h 2160513"/>
              <a:gd name="connsiteX13-11149" fmla="*/ 1341273 w 2107590"/>
              <a:gd name="connsiteY13-11150" fmla="*/ 79182 h 2160513"/>
              <a:gd name="connsiteX14-11151" fmla="*/ 1369190 w 2107590"/>
              <a:gd name="connsiteY14-11152" fmla="*/ 92646 h 2160513"/>
              <a:gd name="connsiteX15-11153" fmla="*/ 1772045 w 2107590"/>
              <a:gd name="connsiteY15-11154" fmla="*/ 359840 h 2160513"/>
              <a:gd name="connsiteX16-11155" fmla="*/ 1752572 w 2107590"/>
              <a:gd name="connsiteY16-11156" fmla="*/ 342677 h 2160513"/>
              <a:gd name="connsiteX17-11157" fmla="*/ 2013140 w 2107590"/>
              <a:gd name="connsiteY17-11158" fmla="*/ 736265 h 2160513"/>
              <a:gd name="connsiteX18-11159" fmla="*/ 2004983 w 2107590"/>
              <a:gd name="connsiteY18-11160" fmla="*/ 716533 h 2160513"/>
              <a:gd name="connsiteX19-11161" fmla="*/ 2095472 w 2107590"/>
              <a:gd name="connsiteY19-11162" fmla="*/ 1073721 h 2160513"/>
              <a:gd name="connsiteX20-11163" fmla="*/ 1826390 w 2107590"/>
              <a:gd name="connsiteY20-11164" fmla="*/ 1311846 h 2160513"/>
              <a:gd name="connsiteX21-11165" fmla="*/ 1821627 w 2107590"/>
              <a:gd name="connsiteY21-11166" fmla="*/ 1264221 h 2160513"/>
              <a:gd name="connsiteX22-11167" fmla="*/ 1488252 w 2107590"/>
              <a:gd name="connsiteY22-11168" fmla="*/ 1595214 h 2160513"/>
              <a:gd name="connsiteX23-11169" fmla="*/ 1388239 w 2107590"/>
              <a:gd name="connsiteY23-11170" fmla="*/ 1492821 h 2160513"/>
              <a:gd name="connsiteX24-11171" fmla="*/ 1700184 w 2107590"/>
              <a:gd name="connsiteY24-11172" fmla="*/ 1107059 h 2160513"/>
              <a:gd name="connsiteX25-11173" fmla="*/ 1397764 w 2107590"/>
              <a:gd name="connsiteY25-11174" fmla="*/ 1128489 h 2160513"/>
              <a:gd name="connsiteX26-11175" fmla="*/ 1323946 w 2107590"/>
              <a:gd name="connsiteY26-11176" fmla="*/ 1280889 h 2160513"/>
              <a:gd name="connsiteX27-11177" fmla="*/ 1052483 w 2107590"/>
              <a:gd name="connsiteY27-11178" fmla="*/ 968946 h 2160513"/>
              <a:gd name="connsiteX28-11179" fmla="*/ 1288227 w 2107590"/>
              <a:gd name="connsiteY28-11180" fmla="*/ 699864 h 2160513"/>
              <a:gd name="connsiteX29-11181" fmla="*/ 516702 w 2107590"/>
              <a:gd name="connsiteY29-11182" fmla="*/ 737964 h 2160513"/>
              <a:gd name="connsiteX30-11183" fmla="*/ 828646 w 2107590"/>
              <a:gd name="connsiteY30-11184" fmla="*/ 945133 h 2160513"/>
              <a:gd name="connsiteX31-11185" fmla="*/ 373827 w 2107590"/>
              <a:gd name="connsiteY31-11186" fmla="*/ 852264 h 2160513"/>
              <a:gd name="connsiteX32-11187" fmla="*/ 935802 w 2107590"/>
              <a:gd name="connsiteY32-11188" fmla="*/ 390302 h 2160513"/>
              <a:gd name="connsiteX33-11189" fmla="*/ 1445389 w 2107590"/>
              <a:gd name="connsiteY33-11190" fmla="*/ 754633 h 2160513"/>
              <a:gd name="connsiteX34-11191" fmla="*/ 1889668 w 2107590"/>
              <a:gd name="connsiteY34-11192" fmla="*/ 1175665 h 2160513"/>
              <a:gd name="connsiteX35-11193" fmla="*/ 1912797 w 2107590"/>
              <a:gd name="connsiteY35-11194" fmla="*/ 1135089 h 2160513"/>
              <a:gd name="connsiteX36-11195" fmla="*/ 1775980 w 2107590"/>
              <a:gd name="connsiteY36-11196" fmla="*/ 1553577 h 2160513"/>
              <a:gd name="connsiteX37-11197" fmla="*/ 1235792 w 2107590"/>
              <a:gd name="connsiteY37-11198" fmla="*/ 1580715 h 2160513"/>
              <a:gd name="connsiteX38-11199" fmla="*/ 1344220 w 2107590"/>
              <a:gd name="connsiteY38-11200" fmla="*/ 1905742 h 2160513"/>
              <a:gd name="connsiteX0-11201" fmla="*/ 1575697 w 2107590"/>
              <a:gd name="connsiteY0-11202" fmla="*/ 2160513 h 2160513"/>
              <a:gd name="connsiteX1-11203" fmla="*/ 956854 w 2107590"/>
              <a:gd name="connsiteY1-11204" fmla="*/ 1258279 h 2160513"/>
              <a:gd name="connsiteX2-11205" fmla="*/ 863892 w 2107590"/>
              <a:gd name="connsiteY2-11206" fmla="*/ 1345253 h 2160513"/>
              <a:gd name="connsiteX3-11207" fmla="*/ 1026241 w 2107590"/>
              <a:gd name="connsiteY3-11208" fmla="*/ 1144473 h 2160513"/>
              <a:gd name="connsiteX4-11209" fmla="*/ 908876 w 2107590"/>
              <a:gd name="connsiteY4-11210" fmla="*/ 743032 h 2160513"/>
              <a:gd name="connsiteX5-11211" fmla="*/ 1054863 w 2107590"/>
              <a:gd name="connsiteY5-11212" fmla="*/ 807021 h 2160513"/>
              <a:gd name="connsiteX6-11213" fmla="*/ 766732 w 2107590"/>
              <a:gd name="connsiteY6-11214" fmla="*/ 928463 h 2160513"/>
              <a:gd name="connsiteX7-11215" fmla="*/ 228569 w 2107590"/>
              <a:gd name="connsiteY7-11216" fmla="*/ 1030857 h 2160513"/>
              <a:gd name="connsiteX8-11217" fmla="*/ 102364 w 2107590"/>
              <a:gd name="connsiteY8-11218" fmla="*/ 578421 h 2160513"/>
              <a:gd name="connsiteX9-11219" fmla="*/ 334972 w 2107590"/>
              <a:gd name="connsiteY9-11220" fmla="*/ 266829 h 2160513"/>
              <a:gd name="connsiteX10-11221" fmla="*/ 754827 w 2107590"/>
              <a:gd name="connsiteY10-11222" fmla="*/ 47401 h 2160513"/>
              <a:gd name="connsiteX11-11223" fmla="*/ 759590 w 2107590"/>
              <a:gd name="connsiteY11-11224" fmla="*/ 95027 h 2160513"/>
              <a:gd name="connsiteX12-11225" fmla="*/ 771497 w 2107590"/>
              <a:gd name="connsiteY12-11226" fmla="*/ 35497 h 2160513"/>
              <a:gd name="connsiteX13-11227" fmla="*/ 1341273 w 2107590"/>
              <a:gd name="connsiteY13-11228" fmla="*/ 79182 h 2160513"/>
              <a:gd name="connsiteX14-11229" fmla="*/ 1369190 w 2107590"/>
              <a:gd name="connsiteY14-11230" fmla="*/ 92646 h 2160513"/>
              <a:gd name="connsiteX15-11231" fmla="*/ 1772045 w 2107590"/>
              <a:gd name="connsiteY15-11232" fmla="*/ 359840 h 2160513"/>
              <a:gd name="connsiteX16-11233" fmla="*/ 1752572 w 2107590"/>
              <a:gd name="connsiteY16-11234" fmla="*/ 342677 h 2160513"/>
              <a:gd name="connsiteX17-11235" fmla="*/ 2013140 w 2107590"/>
              <a:gd name="connsiteY17-11236" fmla="*/ 736265 h 2160513"/>
              <a:gd name="connsiteX18-11237" fmla="*/ 2004983 w 2107590"/>
              <a:gd name="connsiteY18-11238" fmla="*/ 716533 h 2160513"/>
              <a:gd name="connsiteX19-11239" fmla="*/ 2095472 w 2107590"/>
              <a:gd name="connsiteY19-11240" fmla="*/ 1073721 h 2160513"/>
              <a:gd name="connsiteX20-11241" fmla="*/ 1826390 w 2107590"/>
              <a:gd name="connsiteY20-11242" fmla="*/ 1311846 h 2160513"/>
              <a:gd name="connsiteX21-11243" fmla="*/ 1821627 w 2107590"/>
              <a:gd name="connsiteY21-11244" fmla="*/ 1264221 h 2160513"/>
              <a:gd name="connsiteX22-11245" fmla="*/ 1488252 w 2107590"/>
              <a:gd name="connsiteY22-11246" fmla="*/ 1595214 h 2160513"/>
              <a:gd name="connsiteX23-11247" fmla="*/ 1388239 w 2107590"/>
              <a:gd name="connsiteY23-11248" fmla="*/ 1492821 h 2160513"/>
              <a:gd name="connsiteX24-11249" fmla="*/ 1700184 w 2107590"/>
              <a:gd name="connsiteY24-11250" fmla="*/ 1107059 h 2160513"/>
              <a:gd name="connsiteX25-11251" fmla="*/ 1397764 w 2107590"/>
              <a:gd name="connsiteY25-11252" fmla="*/ 1128489 h 2160513"/>
              <a:gd name="connsiteX26-11253" fmla="*/ 1323946 w 2107590"/>
              <a:gd name="connsiteY26-11254" fmla="*/ 1280889 h 2160513"/>
              <a:gd name="connsiteX27-11255" fmla="*/ 1052483 w 2107590"/>
              <a:gd name="connsiteY27-11256" fmla="*/ 968946 h 2160513"/>
              <a:gd name="connsiteX28-11257" fmla="*/ 1288227 w 2107590"/>
              <a:gd name="connsiteY28-11258" fmla="*/ 699864 h 2160513"/>
              <a:gd name="connsiteX29-11259" fmla="*/ 516702 w 2107590"/>
              <a:gd name="connsiteY29-11260" fmla="*/ 737964 h 2160513"/>
              <a:gd name="connsiteX30-11261" fmla="*/ 828646 w 2107590"/>
              <a:gd name="connsiteY30-11262" fmla="*/ 945133 h 2160513"/>
              <a:gd name="connsiteX31-11263" fmla="*/ 373827 w 2107590"/>
              <a:gd name="connsiteY31-11264" fmla="*/ 852264 h 2160513"/>
              <a:gd name="connsiteX32-11265" fmla="*/ 935802 w 2107590"/>
              <a:gd name="connsiteY32-11266" fmla="*/ 390302 h 2160513"/>
              <a:gd name="connsiteX33-11267" fmla="*/ 1445389 w 2107590"/>
              <a:gd name="connsiteY33-11268" fmla="*/ 754633 h 2160513"/>
              <a:gd name="connsiteX34-11269" fmla="*/ 1383477 w 2107590"/>
              <a:gd name="connsiteY34-11270" fmla="*/ 857027 h 2160513"/>
              <a:gd name="connsiteX35-11271" fmla="*/ 1889668 w 2107590"/>
              <a:gd name="connsiteY35-11272" fmla="*/ 1175665 h 2160513"/>
              <a:gd name="connsiteX36-11273" fmla="*/ 1912797 w 2107590"/>
              <a:gd name="connsiteY36-11274" fmla="*/ 1135089 h 2160513"/>
              <a:gd name="connsiteX37-11275" fmla="*/ 1775980 w 2107590"/>
              <a:gd name="connsiteY37-11276" fmla="*/ 1553577 h 2160513"/>
              <a:gd name="connsiteX38-11277" fmla="*/ 1235792 w 2107590"/>
              <a:gd name="connsiteY38-11278" fmla="*/ 1580715 h 2160513"/>
              <a:gd name="connsiteX39" fmla="*/ 1344220 w 2107590"/>
              <a:gd name="connsiteY39" fmla="*/ 1905742 h 2160513"/>
              <a:gd name="connsiteX0-11279" fmla="*/ 1575697 w 2107590"/>
              <a:gd name="connsiteY0-11280" fmla="*/ 2160513 h 2160513"/>
              <a:gd name="connsiteX1-11281" fmla="*/ 956854 w 2107590"/>
              <a:gd name="connsiteY1-11282" fmla="*/ 1258279 h 2160513"/>
              <a:gd name="connsiteX2-11283" fmla="*/ 863892 w 2107590"/>
              <a:gd name="connsiteY2-11284" fmla="*/ 1345253 h 2160513"/>
              <a:gd name="connsiteX3-11285" fmla="*/ 1026241 w 2107590"/>
              <a:gd name="connsiteY3-11286" fmla="*/ 1144473 h 2160513"/>
              <a:gd name="connsiteX4-11287" fmla="*/ 908876 w 2107590"/>
              <a:gd name="connsiteY4-11288" fmla="*/ 743032 h 2160513"/>
              <a:gd name="connsiteX5-11289" fmla="*/ 1054863 w 2107590"/>
              <a:gd name="connsiteY5-11290" fmla="*/ 807021 h 2160513"/>
              <a:gd name="connsiteX6-11291" fmla="*/ 766732 w 2107590"/>
              <a:gd name="connsiteY6-11292" fmla="*/ 928463 h 2160513"/>
              <a:gd name="connsiteX7-11293" fmla="*/ 228569 w 2107590"/>
              <a:gd name="connsiteY7-11294" fmla="*/ 1030857 h 2160513"/>
              <a:gd name="connsiteX8-11295" fmla="*/ 102364 w 2107590"/>
              <a:gd name="connsiteY8-11296" fmla="*/ 578421 h 2160513"/>
              <a:gd name="connsiteX9-11297" fmla="*/ 334972 w 2107590"/>
              <a:gd name="connsiteY9-11298" fmla="*/ 266829 h 2160513"/>
              <a:gd name="connsiteX10-11299" fmla="*/ 754827 w 2107590"/>
              <a:gd name="connsiteY10-11300" fmla="*/ 47401 h 2160513"/>
              <a:gd name="connsiteX11-11301" fmla="*/ 759590 w 2107590"/>
              <a:gd name="connsiteY11-11302" fmla="*/ 95027 h 2160513"/>
              <a:gd name="connsiteX12-11303" fmla="*/ 771497 w 2107590"/>
              <a:gd name="connsiteY12-11304" fmla="*/ 35497 h 2160513"/>
              <a:gd name="connsiteX13-11305" fmla="*/ 1341273 w 2107590"/>
              <a:gd name="connsiteY13-11306" fmla="*/ 79182 h 2160513"/>
              <a:gd name="connsiteX14-11307" fmla="*/ 1369190 w 2107590"/>
              <a:gd name="connsiteY14-11308" fmla="*/ 92646 h 2160513"/>
              <a:gd name="connsiteX15-11309" fmla="*/ 1772045 w 2107590"/>
              <a:gd name="connsiteY15-11310" fmla="*/ 359840 h 2160513"/>
              <a:gd name="connsiteX16-11311" fmla="*/ 1752572 w 2107590"/>
              <a:gd name="connsiteY16-11312" fmla="*/ 342677 h 2160513"/>
              <a:gd name="connsiteX17-11313" fmla="*/ 2013140 w 2107590"/>
              <a:gd name="connsiteY17-11314" fmla="*/ 736265 h 2160513"/>
              <a:gd name="connsiteX18-11315" fmla="*/ 2004983 w 2107590"/>
              <a:gd name="connsiteY18-11316" fmla="*/ 716533 h 2160513"/>
              <a:gd name="connsiteX19-11317" fmla="*/ 2095472 w 2107590"/>
              <a:gd name="connsiteY19-11318" fmla="*/ 1073721 h 2160513"/>
              <a:gd name="connsiteX20-11319" fmla="*/ 1826390 w 2107590"/>
              <a:gd name="connsiteY20-11320" fmla="*/ 1311846 h 2160513"/>
              <a:gd name="connsiteX21-11321" fmla="*/ 1821627 w 2107590"/>
              <a:gd name="connsiteY21-11322" fmla="*/ 1264221 h 2160513"/>
              <a:gd name="connsiteX22-11323" fmla="*/ 1488252 w 2107590"/>
              <a:gd name="connsiteY22-11324" fmla="*/ 1595214 h 2160513"/>
              <a:gd name="connsiteX23-11325" fmla="*/ 1388239 w 2107590"/>
              <a:gd name="connsiteY23-11326" fmla="*/ 1492821 h 2160513"/>
              <a:gd name="connsiteX24-11327" fmla="*/ 1700184 w 2107590"/>
              <a:gd name="connsiteY24-11328" fmla="*/ 1107059 h 2160513"/>
              <a:gd name="connsiteX25-11329" fmla="*/ 1397764 w 2107590"/>
              <a:gd name="connsiteY25-11330" fmla="*/ 1128489 h 2160513"/>
              <a:gd name="connsiteX26-11331" fmla="*/ 1323946 w 2107590"/>
              <a:gd name="connsiteY26-11332" fmla="*/ 1280889 h 2160513"/>
              <a:gd name="connsiteX27-11333" fmla="*/ 1052483 w 2107590"/>
              <a:gd name="connsiteY27-11334" fmla="*/ 968946 h 2160513"/>
              <a:gd name="connsiteX28-11335" fmla="*/ 1288227 w 2107590"/>
              <a:gd name="connsiteY28-11336" fmla="*/ 699864 h 2160513"/>
              <a:gd name="connsiteX29-11337" fmla="*/ 516702 w 2107590"/>
              <a:gd name="connsiteY29-11338" fmla="*/ 737964 h 2160513"/>
              <a:gd name="connsiteX30-11339" fmla="*/ 828646 w 2107590"/>
              <a:gd name="connsiteY30-11340" fmla="*/ 945133 h 2160513"/>
              <a:gd name="connsiteX31-11341" fmla="*/ 373827 w 2107590"/>
              <a:gd name="connsiteY31-11342" fmla="*/ 852264 h 2160513"/>
              <a:gd name="connsiteX32-11343" fmla="*/ 935802 w 2107590"/>
              <a:gd name="connsiteY32-11344" fmla="*/ 390302 h 2160513"/>
              <a:gd name="connsiteX33-11345" fmla="*/ 1445389 w 2107590"/>
              <a:gd name="connsiteY33-11346" fmla="*/ 754633 h 2160513"/>
              <a:gd name="connsiteX34-11347" fmla="*/ 1383477 w 2107590"/>
              <a:gd name="connsiteY34-11348" fmla="*/ 857027 h 2160513"/>
              <a:gd name="connsiteX35-11349" fmla="*/ 1889668 w 2107590"/>
              <a:gd name="connsiteY35-11350" fmla="*/ 1175665 h 2160513"/>
              <a:gd name="connsiteX36-11351" fmla="*/ 1912797 w 2107590"/>
              <a:gd name="connsiteY36-11352" fmla="*/ 1135089 h 2160513"/>
              <a:gd name="connsiteX37-11353" fmla="*/ 1775980 w 2107590"/>
              <a:gd name="connsiteY37-11354" fmla="*/ 1553577 h 2160513"/>
              <a:gd name="connsiteX38-11355" fmla="*/ 1235792 w 2107590"/>
              <a:gd name="connsiteY38-11356" fmla="*/ 1580715 h 2160513"/>
              <a:gd name="connsiteX39-11357" fmla="*/ 1344220 w 2107590"/>
              <a:gd name="connsiteY39-11358" fmla="*/ 1905742 h 2160513"/>
              <a:gd name="connsiteX0-11359" fmla="*/ 1575697 w 2107590"/>
              <a:gd name="connsiteY0-11360" fmla="*/ 2160513 h 2160513"/>
              <a:gd name="connsiteX1-11361" fmla="*/ 956854 w 2107590"/>
              <a:gd name="connsiteY1-11362" fmla="*/ 1258279 h 2160513"/>
              <a:gd name="connsiteX2-11363" fmla="*/ 863892 w 2107590"/>
              <a:gd name="connsiteY2-11364" fmla="*/ 1345253 h 2160513"/>
              <a:gd name="connsiteX3-11365" fmla="*/ 1026241 w 2107590"/>
              <a:gd name="connsiteY3-11366" fmla="*/ 1144473 h 2160513"/>
              <a:gd name="connsiteX4-11367" fmla="*/ 908876 w 2107590"/>
              <a:gd name="connsiteY4-11368" fmla="*/ 743032 h 2160513"/>
              <a:gd name="connsiteX5-11369" fmla="*/ 1054863 w 2107590"/>
              <a:gd name="connsiteY5-11370" fmla="*/ 807021 h 2160513"/>
              <a:gd name="connsiteX6-11371" fmla="*/ 766732 w 2107590"/>
              <a:gd name="connsiteY6-11372" fmla="*/ 928463 h 2160513"/>
              <a:gd name="connsiteX7-11373" fmla="*/ 228569 w 2107590"/>
              <a:gd name="connsiteY7-11374" fmla="*/ 1030857 h 2160513"/>
              <a:gd name="connsiteX8-11375" fmla="*/ 102364 w 2107590"/>
              <a:gd name="connsiteY8-11376" fmla="*/ 578421 h 2160513"/>
              <a:gd name="connsiteX9-11377" fmla="*/ 334972 w 2107590"/>
              <a:gd name="connsiteY9-11378" fmla="*/ 266829 h 2160513"/>
              <a:gd name="connsiteX10-11379" fmla="*/ 754827 w 2107590"/>
              <a:gd name="connsiteY10-11380" fmla="*/ 47401 h 2160513"/>
              <a:gd name="connsiteX11-11381" fmla="*/ 759590 w 2107590"/>
              <a:gd name="connsiteY11-11382" fmla="*/ 95027 h 2160513"/>
              <a:gd name="connsiteX12-11383" fmla="*/ 771497 w 2107590"/>
              <a:gd name="connsiteY12-11384" fmla="*/ 35497 h 2160513"/>
              <a:gd name="connsiteX13-11385" fmla="*/ 1341273 w 2107590"/>
              <a:gd name="connsiteY13-11386" fmla="*/ 79182 h 2160513"/>
              <a:gd name="connsiteX14-11387" fmla="*/ 1369190 w 2107590"/>
              <a:gd name="connsiteY14-11388" fmla="*/ 92646 h 2160513"/>
              <a:gd name="connsiteX15-11389" fmla="*/ 1772045 w 2107590"/>
              <a:gd name="connsiteY15-11390" fmla="*/ 359840 h 2160513"/>
              <a:gd name="connsiteX16-11391" fmla="*/ 1752572 w 2107590"/>
              <a:gd name="connsiteY16-11392" fmla="*/ 342677 h 2160513"/>
              <a:gd name="connsiteX17-11393" fmla="*/ 2013140 w 2107590"/>
              <a:gd name="connsiteY17-11394" fmla="*/ 736265 h 2160513"/>
              <a:gd name="connsiteX18-11395" fmla="*/ 2004983 w 2107590"/>
              <a:gd name="connsiteY18-11396" fmla="*/ 716533 h 2160513"/>
              <a:gd name="connsiteX19-11397" fmla="*/ 2095472 w 2107590"/>
              <a:gd name="connsiteY19-11398" fmla="*/ 1073721 h 2160513"/>
              <a:gd name="connsiteX20-11399" fmla="*/ 1826390 w 2107590"/>
              <a:gd name="connsiteY20-11400" fmla="*/ 1311846 h 2160513"/>
              <a:gd name="connsiteX21-11401" fmla="*/ 1821627 w 2107590"/>
              <a:gd name="connsiteY21-11402" fmla="*/ 1264221 h 2160513"/>
              <a:gd name="connsiteX22-11403" fmla="*/ 1488252 w 2107590"/>
              <a:gd name="connsiteY22-11404" fmla="*/ 1595214 h 2160513"/>
              <a:gd name="connsiteX23-11405" fmla="*/ 1388239 w 2107590"/>
              <a:gd name="connsiteY23-11406" fmla="*/ 1492821 h 2160513"/>
              <a:gd name="connsiteX24-11407" fmla="*/ 1700184 w 2107590"/>
              <a:gd name="connsiteY24-11408" fmla="*/ 1107059 h 2160513"/>
              <a:gd name="connsiteX25-11409" fmla="*/ 1397764 w 2107590"/>
              <a:gd name="connsiteY25-11410" fmla="*/ 1128489 h 2160513"/>
              <a:gd name="connsiteX26-11411" fmla="*/ 1323946 w 2107590"/>
              <a:gd name="connsiteY26-11412" fmla="*/ 1280889 h 2160513"/>
              <a:gd name="connsiteX27-11413" fmla="*/ 1052483 w 2107590"/>
              <a:gd name="connsiteY27-11414" fmla="*/ 968946 h 2160513"/>
              <a:gd name="connsiteX28-11415" fmla="*/ 1288227 w 2107590"/>
              <a:gd name="connsiteY28-11416" fmla="*/ 699864 h 2160513"/>
              <a:gd name="connsiteX29-11417" fmla="*/ 516702 w 2107590"/>
              <a:gd name="connsiteY29-11418" fmla="*/ 737964 h 2160513"/>
              <a:gd name="connsiteX30-11419" fmla="*/ 828646 w 2107590"/>
              <a:gd name="connsiteY30-11420" fmla="*/ 945133 h 2160513"/>
              <a:gd name="connsiteX31-11421" fmla="*/ 373827 w 2107590"/>
              <a:gd name="connsiteY31-11422" fmla="*/ 852264 h 2160513"/>
              <a:gd name="connsiteX32-11423" fmla="*/ 935802 w 2107590"/>
              <a:gd name="connsiteY32-11424" fmla="*/ 390302 h 2160513"/>
              <a:gd name="connsiteX33-11425" fmla="*/ 1445389 w 2107590"/>
              <a:gd name="connsiteY33-11426" fmla="*/ 754633 h 2160513"/>
              <a:gd name="connsiteX34-11427" fmla="*/ 1383477 w 2107590"/>
              <a:gd name="connsiteY34-11428" fmla="*/ 857027 h 2160513"/>
              <a:gd name="connsiteX35-11429" fmla="*/ 1657321 w 2107590"/>
              <a:gd name="connsiteY35-11430" fmla="*/ 685577 h 2160513"/>
              <a:gd name="connsiteX36-11431" fmla="*/ 1889668 w 2107590"/>
              <a:gd name="connsiteY36-11432" fmla="*/ 1175665 h 2160513"/>
              <a:gd name="connsiteX37-11433" fmla="*/ 1912797 w 2107590"/>
              <a:gd name="connsiteY37-11434" fmla="*/ 1135089 h 2160513"/>
              <a:gd name="connsiteX38-11435" fmla="*/ 1775980 w 2107590"/>
              <a:gd name="connsiteY38-11436" fmla="*/ 1553577 h 2160513"/>
              <a:gd name="connsiteX39-11437" fmla="*/ 1235792 w 2107590"/>
              <a:gd name="connsiteY39-11438" fmla="*/ 1580715 h 2160513"/>
              <a:gd name="connsiteX40" fmla="*/ 1344220 w 2107590"/>
              <a:gd name="connsiteY40" fmla="*/ 1905742 h 2160513"/>
              <a:gd name="connsiteX0-11439" fmla="*/ 1575697 w 2107590"/>
              <a:gd name="connsiteY0-11440" fmla="*/ 2160513 h 2160513"/>
              <a:gd name="connsiteX1-11441" fmla="*/ 956854 w 2107590"/>
              <a:gd name="connsiteY1-11442" fmla="*/ 1258279 h 2160513"/>
              <a:gd name="connsiteX2-11443" fmla="*/ 863892 w 2107590"/>
              <a:gd name="connsiteY2-11444" fmla="*/ 1345253 h 2160513"/>
              <a:gd name="connsiteX3-11445" fmla="*/ 1026241 w 2107590"/>
              <a:gd name="connsiteY3-11446" fmla="*/ 1144473 h 2160513"/>
              <a:gd name="connsiteX4-11447" fmla="*/ 908876 w 2107590"/>
              <a:gd name="connsiteY4-11448" fmla="*/ 743032 h 2160513"/>
              <a:gd name="connsiteX5-11449" fmla="*/ 1054863 w 2107590"/>
              <a:gd name="connsiteY5-11450" fmla="*/ 807021 h 2160513"/>
              <a:gd name="connsiteX6-11451" fmla="*/ 766732 w 2107590"/>
              <a:gd name="connsiteY6-11452" fmla="*/ 928463 h 2160513"/>
              <a:gd name="connsiteX7-11453" fmla="*/ 228569 w 2107590"/>
              <a:gd name="connsiteY7-11454" fmla="*/ 1030857 h 2160513"/>
              <a:gd name="connsiteX8-11455" fmla="*/ 102364 w 2107590"/>
              <a:gd name="connsiteY8-11456" fmla="*/ 578421 h 2160513"/>
              <a:gd name="connsiteX9-11457" fmla="*/ 334972 w 2107590"/>
              <a:gd name="connsiteY9-11458" fmla="*/ 266829 h 2160513"/>
              <a:gd name="connsiteX10-11459" fmla="*/ 754827 w 2107590"/>
              <a:gd name="connsiteY10-11460" fmla="*/ 47401 h 2160513"/>
              <a:gd name="connsiteX11-11461" fmla="*/ 759590 w 2107590"/>
              <a:gd name="connsiteY11-11462" fmla="*/ 95027 h 2160513"/>
              <a:gd name="connsiteX12-11463" fmla="*/ 771497 w 2107590"/>
              <a:gd name="connsiteY12-11464" fmla="*/ 35497 h 2160513"/>
              <a:gd name="connsiteX13-11465" fmla="*/ 1341273 w 2107590"/>
              <a:gd name="connsiteY13-11466" fmla="*/ 79182 h 2160513"/>
              <a:gd name="connsiteX14-11467" fmla="*/ 1369190 w 2107590"/>
              <a:gd name="connsiteY14-11468" fmla="*/ 92646 h 2160513"/>
              <a:gd name="connsiteX15-11469" fmla="*/ 1772045 w 2107590"/>
              <a:gd name="connsiteY15-11470" fmla="*/ 359840 h 2160513"/>
              <a:gd name="connsiteX16-11471" fmla="*/ 1752572 w 2107590"/>
              <a:gd name="connsiteY16-11472" fmla="*/ 342677 h 2160513"/>
              <a:gd name="connsiteX17-11473" fmla="*/ 2013140 w 2107590"/>
              <a:gd name="connsiteY17-11474" fmla="*/ 736265 h 2160513"/>
              <a:gd name="connsiteX18-11475" fmla="*/ 2004983 w 2107590"/>
              <a:gd name="connsiteY18-11476" fmla="*/ 716533 h 2160513"/>
              <a:gd name="connsiteX19-11477" fmla="*/ 2095472 w 2107590"/>
              <a:gd name="connsiteY19-11478" fmla="*/ 1073721 h 2160513"/>
              <a:gd name="connsiteX20-11479" fmla="*/ 1826390 w 2107590"/>
              <a:gd name="connsiteY20-11480" fmla="*/ 1311846 h 2160513"/>
              <a:gd name="connsiteX21-11481" fmla="*/ 1821627 w 2107590"/>
              <a:gd name="connsiteY21-11482" fmla="*/ 1264221 h 2160513"/>
              <a:gd name="connsiteX22-11483" fmla="*/ 1488252 w 2107590"/>
              <a:gd name="connsiteY22-11484" fmla="*/ 1595214 h 2160513"/>
              <a:gd name="connsiteX23-11485" fmla="*/ 1388239 w 2107590"/>
              <a:gd name="connsiteY23-11486" fmla="*/ 1492821 h 2160513"/>
              <a:gd name="connsiteX24-11487" fmla="*/ 1700184 w 2107590"/>
              <a:gd name="connsiteY24-11488" fmla="*/ 1107059 h 2160513"/>
              <a:gd name="connsiteX25-11489" fmla="*/ 1397764 w 2107590"/>
              <a:gd name="connsiteY25-11490" fmla="*/ 1128489 h 2160513"/>
              <a:gd name="connsiteX26-11491" fmla="*/ 1323946 w 2107590"/>
              <a:gd name="connsiteY26-11492" fmla="*/ 1280889 h 2160513"/>
              <a:gd name="connsiteX27-11493" fmla="*/ 1052483 w 2107590"/>
              <a:gd name="connsiteY27-11494" fmla="*/ 968946 h 2160513"/>
              <a:gd name="connsiteX28-11495" fmla="*/ 1288227 w 2107590"/>
              <a:gd name="connsiteY28-11496" fmla="*/ 699864 h 2160513"/>
              <a:gd name="connsiteX29-11497" fmla="*/ 516702 w 2107590"/>
              <a:gd name="connsiteY29-11498" fmla="*/ 737964 h 2160513"/>
              <a:gd name="connsiteX30-11499" fmla="*/ 828646 w 2107590"/>
              <a:gd name="connsiteY30-11500" fmla="*/ 945133 h 2160513"/>
              <a:gd name="connsiteX31-11501" fmla="*/ 373827 w 2107590"/>
              <a:gd name="connsiteY31-11502" fmla="*/ 852264 h 2160513"/>
              <a:gd name="connsiteX32-11503" fmla="*/ 935802 w 2107590"/>
              <a:gd name="connsiteY32-11504" fmla="*/ 390302 h 2160513"/>
              <a:gd name="connsiteX33-11505" fmla="*/ 1445389 w 2107590"/>
              <a:gd name="connsiteY33-11506" fmla="*/ 754633 h 2160513"/>
              <a:gd name="connsiteX34-11507" fmla="*/ 1383477 w 2107590"/>
              <a:gd name="connsiteY34-11508" fmla="*/ 857027 h 2160513"/>
              <a:gd name="connsiteX35-11509" fmla="*/ 1659702 w 2107590"/>
              <a:gd name="connsiteY35-11510" fmla="*/ 657002 h 2160513"/>
              <a:gd name="connsiteX36-11511" fmla="*/ 1889668 w 2107590"/>
              <a:gd name="connsiteY36-11512" fmla="*/ 1175665 h 2160513"/>
              <a:gd name="connsiteX37-11513" fmla="*/ 1912797 w 2107590"/>
              <a:gd name="connsiteY37-11514" fmla="*/ 1135089 h 2160513"/>
              <a:gd name="connsiteX38-11515" fmla="*/ 1775980 w 2107590"/>
              <a:gd name="connsiteY38-11516" fmla="*/ 1553577 h 2160513"/>
              <a:gd name="connsiteX39-11517" fmla="*/ 1235792 w 2107590"/>
              <a:gd name="connsiteY39-11518" fmla="*/ 1580715 h 2160513"/>
              <a:gd name="connsiteX40-11519" fmla="*/ 1344220 w 2107590"/>
              <a:gd name="connsiteY40-11520" fmla="*/ 1905742 h 2160513"/>
              <a:gd name="connsiteX0-11521" fmla="*/ 1575697 w 2107590"/>
              <a:gd name="connsiteY0-11522" fmla="*/ 2160513 h 2160513"/>
              <a:gd name="connsiteX1-11523" fmla="*/ 956854 w 2107590"/>
              <a:gd name="connsiteY1-11524" fmla="*/ 1258279 h 2160513"/>
              <a:gd name="connsiteX2-11525" fmla="*/ 863892 w 2107590"/>
              <a:gd name="connsiteY2-11526" fmla="*/ 1345253 h 2160513"/>
              <a:gd name="connsiteX3-11527" fmla="*/ 1026241 w 2107590"/>
              <a:gd name="connsiteY3-11528" fmla="*/ 1144473 h 2160513"/>
              <a:gd name="connsiteX4-11529" fmla="*/ 908876 w 2107590"/>
              <a:gd name="connsiteY4-11530" fmla="*/ 743032 h 2160513"/>
              <a:gd name="connsiteX5-11531" fmla="*/ 1054863 w 2107590"/>
              <a:gd name="connsiteY5-11532" fmla="*/ 807021 h 2160513"/>
              <a:gd name="connsiteX6-11533" fmla="*/ 766732 w 2107590"/>
              <a:gd name="connsiteY6-11534" fmla="*/ 928463 h 2160513"/>
              <a:gd name="connsiteX7-11535" fmla="*/ 228569 w 2107590"/>
              <a:gd name="connsiteY7-11536" fmla="*/ 1030857 h 2160513"/>
              <a:gd name="connsiteX8-11537" fmla="*/ 102364 w 2107590"/>
              <a:gd name="connsiteY8-11538" fmla="*/ 578421 h 2160513"/>
              <a:gd name="connsiteX9-11539" fmla="*/ 334972 w 2107590"/>
              <a:gd name="connsiteY9-11540" fmla="*/ 266829 h 2160513"/>
              <a:gd name="connsiteX10-11541" fmla="*/ 754827 w 2107590"/>
              <a:gd name="connsiteY10-11542" fmla="*/ 47401 h 2160513"/>
              <a:gd name="connsiteX11-11543" fmla="*/ 759590 w 2107590"/>
              <a:gd name="connsiteY11-11544" fmla="*/ 95027 h 2160513"/>
              <a:gd name="connsiteX12-11545" fmla="*/ 771497 w 2107590"/>
              <a:gd name="connsiteY12-11546" fmla="*/ 35497 h 2160513"/>
              <a:gd name="connsiteX13-11547" fmla="*/ 1341273 w 2107590"/>
              <a:gd name="connsiteY13-11548" fmla="*/ 79182 h 2160513"/>
              <a:gd name="connsiteX14-11549" fmla="*/ 1369190 w 2107590"/>
              <a:gd name="connsiteY14-11550" fmla="*/ 92646 h 2160513"/>
              <a:gd name="connsiteX15-11551" fmla="*/ 1772045 w 2107590"/>
              <a:gd name="connsiteY15-11552" fmla="*/ 359840 h 2160513"/>
              <a:gd name="connsiteX16-11553" fmla="*/ 1752572 w 2107590"/>
              <a:gd name="connsiteY16-11554" fmla="*/ 342677 h 2160513"/>
              <a:gd name="connsiteX17-11555" fmla="*/ 2013140 w 2107590"/>
              <a:gd name="connsiteY17-11556" fmla="*/ 736265 h 2160513"/>
              <a:gd name="connsiteX18-11557" fmla="*/ 2004983 w 2107590"/>
              <a:gd name="connsiteY18-11558" fmla="*/ 716533 h 2160513"/>
              <a:gd name="connsiteX19-11559" fmla="*/ 2095472 w 2107590"/>
              <a:gd name="connsiteY19-11560" fmla="*/ 1073721 h 2160513"/>
              <a:gd name="connsiteX20-11561" fmla="*/ 1826390 w 2107590"/>
              <a:gd name="connsiteY20-11562" fmla="*/ 1311846 h 2160513"/>
              <a:gd name="connsiteX21-11563" fmla="*/ 1821627 w 2107590"/>
              <a:gd name="connsiteY21-11564" fmla="*/ 1264221 h 2160513"/>
              <a:gd name="connsiteX22-11565" fmla="*/ 1488252 w 2107590"/>
              <a:gd name="connsiteY22-11566" fmla="*/ 1595214 h 2160513"/>
              <a:gd name="connsiteX23-11567" fmla="*/ 1388239 w 2107590"/>
              <a:gd name="connsiteY23-11568" fmla="*/ 1492821 h 2160513"/>
              <a:gd name="connsiteX24-11569" fmla="*/ 1700184 w 2107590"/>
              <a:gd name="connsiteY24-11570" fmla="*/ 1107059 h 2160513"/>
              <a:gd name="connsiteX25-11571" fmla="*/ 1397764 w 2107590"/>
              <a:gd name="connsiteY25-11572" fmla="*/ 1128489 h 2160513"/>
              <a:gd name="connsiteX26-11573" fmla="*/ 1323946 w 2107590"/>
              <a:gd name="connsiteY26-11574" fmla="*/ 1280889 h 2160513"/>
              <a:gd name="connsiteX27-11575" fmla="*/ 1052483 w 2107590"/>
              <a:gd name="connsiteY27-11576" fmla="*/ 968946 h 2160513"/>
              <a:gd name="connsiteX28-11577" fmla="*/ 1288227 w 2107590"/>
              <a:gd name="connsiteY28-11578" fmla="*/ 699864 h 2160513"/>
              <a:gd name="connsiteX29-11579" fmla="*/ 516702 w 2107590"/>
              <a:gd name="connsiteY29-11580" fmla="*/ 737964 h 2160513"/>
              <a:gd name="connsiteX30-11581" fmla="*/ 828646 w 2107590"/>
              <a:gd name="connsiteY30-11582" fmla="*/ 945133 h 2160513"/>
              <a:gd name="connsiteX31-11583" fmla="*/ 373827 w 2107590"/>
              <a:gd name="connsiteY31-11584" fmla="*/ 852264 h 2160513"/>
              <a:gd name="connsiteX32-11585" fmla="*/ 935802 w 2107590"/>
              <a:gd name="connsiteY32-11586" fmla="*/ 390302 h 2160513"/>
              <a:gd name="connsiteX33-11587" fmla="*/ 1445389 w 2107590"/>
              <a:gd name="connsiteY33-11588" fmla="*/ 754633 h 2160513"/>
              <a:gd name="connsiteX34-11589" fmla="*/ 1383477 w 2107590"/>
              <a:gd name="connsiteY34-11590" fmla="*/ 857027 h 2160513"/>
              <a:gd name="connsiteX35-11591" fmla="*/ 1659702 w 2107590"/>
              <a:gd name="connsiteY35-11592" fmla="*/ 657002 h 2160513"/>
              <a:gd name="connsiteX36-11593" fmla="*/ 1795433 w 2107590"/>
              <a:gd name="connsiteY36-11594" fmla="*/ 723677 h 2160513"/>
              <a:gd name="connsiteX37-11595" fmla="*/ 1889668 w 2107590"/>
              <a:gd name="connsiteY37-11596" fmla="*/ 1175665 h 2160513"/>
              <a:gd name="connsiteX38-11597" fmla="*/ 1912797 w 2107590"/>
              <a:gd name="connsiteY38-11598" fmla="*/ 1135089 h 2160513"/>
              <a:gd name="connsiteX39-11599" fmla="*/ 1775980 w 2107590"/>
              <a:gd name="connsiteY39-11600" fmla="*/ 1553577 h 2160513"/>
              <a:gd name="connsiteX40-11601" fmla="*/ 1235792 w 2107590"/>
              <a:gd name="connsiteY40-11602" fmla="*/ 1580715 h 2160513"/>
              <a:gd name="connsiteX41" fmla="*/ 1344220 w 2107590"/>
              <a:gd name="connsiteY41" fmla="*/ 1905742 h 2160513"/>
              <a:gd name="connsiteX0-11603" fmla="*/ 1575697 w 2107590"/>
              <a:gd name="connsiteY0-11604" fmla="*/ 2160513 h 2160513"/>
              <a:gd name="connsiteX1-11605" fmla="*/ 956854 w 2107590"/>
              <a:gd name="connsiteY1-11606" fmla="*/ 1258279 h 2160513"/>
              <a:gd name="connsiteX2-11607" fmla="*/ 863892 w 2107590"/>
              <a:gd name="connsiteY2-11608" fmla="*/ 1345253 h 2160513"/>
              <a:gd name="connsiteX3-11609" fmla="*/ 1026241 w 2107590"/>
              <a:gd name="connsiteY3-11610" fmla="*/ 1144473 h 2160513"/>
              <a:gd name="connsiteX4-11611" fmla="*/ 908876 w 2107590"/>
              <a:gd name="connsiteY4-11612" fmla="*/ 743032 h 2160513"/>
              <a:gd name="connsiteX5-11613" fmla="*/ 1054863 w 2107590"/>
              <a:gd name="connsiteY5-11614" fmla="*/ 807021 h 2160513"/>
              <a:gd name="connsiteX6-11615" fmla="*/ 766732 w 2107590"/>
              <a:gd name="connsiteY6-11616" fmla="*/ 928463 h 2160513"/>
              <a:gd name="connsiteX7-11617" fmla="*/ 228569 w 2107590"/>
              <a:gd name="connsiteY7-11618" fmla="*/ 1030857 h 2160513"/>
              <a:gd name="connsiteX8-11619" fmla="*/ 102364 w 2107590"/>
              <a:gd name="connsiteY8-11620" fmla="*/ 578421 h 2160513"/>
              <a:gd name="connsiteX9-11621" fmla="*/ 334972 w 2107590"/>
              <a:gd name="connsiteY9-11622" fmla="*/ 266829 h 2160513"/>
              <a:gd name="connsiteX10-11623" fmla="*/ 754827 w 2107590"/>
              <a:gd name="connsiteY10-11624" fmla="*/ 47401 h 2160513"/>
              <a:gd name="connsiteX11-11625" fmla="*/ 759590 w 2107590"/>
              <a:gd name="connsiteY11-11626" fmla="*/ 95027 h 2160513"/>
              <a:gd name="connsiteX12-11627" fmla="*/ 771497 w 2107590"/>
              <a:gd name="connsiteY12-11628" fmla="*/ 35497 h 2160513"/>
              <a:gd name="connsiteX13-11629" fmla="*/ 1341273 w 2107590"/>
              <a:gd name="connsiteY13-11630" fmla="*/ 79182 h 2160513"/>
              <a:gd name="connsiteX14-11631" fmla="*/ 1369190 w 2107590"/>
              <a:gd name="connsiteY14-11632" fmla="*/ 92646 h 2160513"/>
              <a:gd name="connsiteX15-11633" fmla="*/ 1772045 w 2107590"/>
              <a:gd name="connsiteY15-11634" fmla="*/ 359840 h 2160513"/>
              <a:gd name="connsiteX16-11635" fmla="*/ 1752572 w 2107590"/>
              <a:gd name="connsiteY16-11636" fmla="*/ 342677 h 2160513"/>
              <a:gd name="connsiteX17-11637" fmla="*/ 2013140 w 2107590"/>
              <a:gd name="connsiteY17-11638" fmla="*/ 736265 h 2160513"/>
              <a:gd name="connsiteX18-11639" fmla="*/ 2004983 w 2107590"/>
              <a:gd name="connsiteY18-11640" fmla="*/ 716533 h 2160513"/>
              <a:gd name="connsiteX19-11641" fmla="*/ 2095472 w 2107590"/>
              <a:gd name="connsiteY19-11642" fmla="*/ 1073721 h 2160513"/>
              <a:gd name="connsiteX20-11643" fmla="*/ 1826390 w 2107590"/>
              <a:gd name="connsiteY20-11644" fmla="*/ 1311846 h 2160513"/>
              <a:gd name="connsiteX21-11645" fmla="*/ 1821627 w 2107590"/>
              <a:gd name="connsiteY21-11646" fmla="*/ 1264221 h 2160513"/>
              <a:gd name="connsiteX22-11647" fmla="*/ 1488252 w 2107590"/>
              <a:gd name="connsiteY22-11648" fmla="*/ 1595214 h 2160513"/>
              <a:gd name="connsiteX23-11649" fmla="*/ 1388239 w 2107590"/>
              <a:gd name="connsiteY23-11650" fmla="*/ 1492821 h 2160513"/>
              <a:gd name="connsiteX24-11651" fmla="*/ 1700184 w 2107590"/>
              <a:gd name="connsiteY24-11652" fmla="*/ 1107059 h 2160513"/>
              <a:gd name="connsiteX25-11653" fmla="*/ 1397764 w 2107590"/>
              <a:gd name="connsiteY25-11654" fmla="*/ 1128489 h 2160513"/>
              <a:gd name="connsiteX26-11655" fmla="*/ 1323946 w 2107590"/>
              <a:gd name="connsiteY26-11656" fmla="*/ 1280889 h 2160513"/>
              <a:gd name="connsiteX27-11657" fmla="*/ 1052483 w 2107590"/>
              <a:gd name="connsiteY27-11658" fmla="*/ 968946 h 2160513"/>
              <a:gd name="connsiteX28-11659" fmla="*/ 1288227 w 2107590"/>
              <a:gd name="connsiteY28-11660" fmla="*/ 699864 h 2160513"/>
              <a:gd name="connsiteX29-11661" fmla="*/ 516702 w 2107590"/>
              <a:gd name="connsiteY29-11662" fmla="*/ 737964 h 2160513"/>
              <a:gd name="connsiteX30-11663" fmla="*/ 828646 w 2107590"/>
              <a:gd name="connsiteY30-11664" fmla="*/ 945133 h 2160513"/>
              <a:gd name="connsiteX31-11665" fmla="*/ 373827 w 2107590"/>
              <a:gd name="connsiteY31-11666" fmla="*/ 852264 h 2160513"/>
              <a:gd name="connsiteX32-11667" fmla="*/ 935802 w 2107590"/>
              <a:gd name="connsiteY32-11668" fmla="*/ 390302 h 2160513"/>
              <a:gd name="connsiteX33-11669" fmla="*/ 1445389 w 2107590"/>
              <a:gd name="connsiteY33-11670" fmla="*/ 754633 h 2160513"/>
              <a:gd name="connsiteX34-11671" fmla="*/ 1383477 w 2107590"/>
              <a:gd name="connsiteY34-11672" fmla="*/ 857027 h 2160513"/>
              <a:gd name="connsiteX35-11673" fmla="*/ 1643033 w 2107590"/>
              <a:gd name="connsiteY35-11674" fmla="*/ 611758 h 2160513"/>
              <a:gd name="connsiteX36-11675" fmla="*/ 1795433 w 2107590"/>
              <a:gd name="connsiteY36-11676" fmla="*/ 723677 h 2160513"/>
              <a:gd name="connsiteX37-11677" fmla="*/ 1889668 w 2107590"/>
              <a:gd name="connsiteY37-11678" fmla="*/ 1175665 h 2160513"/>
              <a:gd name="connsiteX38-11679" fmla="*/ 1912797 w 2107590"/>
              <a:gd name="connsiteY38-11680" fmla="*/ 1135089 h 2160513"/>
              <a:gd name="connsiteX39-11681" fmla="*/ 1775980 w 2107590"/>
              <a:gd name="connsiteY39-11682" fmla="*/ 1553577 h 2160513"/>
              <a:gd name="connsiteX40-11683" fmla="*/ 1235792 w 2107590"/>
              <a:gd name="connsiteY40-11684" fmla="*/ 1580715 h 2160513"/>
              <a:gd name="connsiteX41-11685" fmla="*/ 1344220 w 2107590"/>
              <a:gd name="connsiteY41-11686" fmla="*/ 1905742 h 2160513"/>
              <a:gd name="connsiteX0-11687" fmla="*/ 1575697 w 2107590"/>
              <a:gd name="connsiteY0-11688" fmla="*/ 2160513 h 2160513"/>
              <a:gd name="connsiteX1-11689" fmla="*/ 956854 w 2107590"/>
              <a:gd name="connsiteY1-11690" fmla="*/ 1258279 h 2160513"/>
              <a:gd name="connsiteX2-11691" fmla="*/ 863892 w 2107590"/>
              <a:gd name="connsiteY2-11692" fmla="*/ 1345253 h 2160513"/>
              <a:gd name="connsiteX3-11693" fmla="*/ 1026241 w 2107590"/>
              <a:gd name="connsiteY3-11694" fmla="*/ 1144473 h 2160513"/>
              <a:gd name="connsiteX4-11695" fmla="*/ 908876 w 2107590"/>
              <a:gd name="connsiteY4-11696" fmla="*/ 743032 h 2160513"/>
              <a:gd name="connsiteX5-11697" fmla="*/ 1054863 w 2107590"/>
              <a:gd name="connsiteY5-11698" fmla="*/ 807021 h 2160513"/>
              <a:gd name="connsiteX6-11699" fmla="*/ 766732 w 2107590"/>
              <a:gd name="connsiteY6-11700" fmla="*/ 928463 h 2160513"/>
              <a:gd name="connsiteX7-11701" fmla="*/ 228569 w 2107590"/>
              <a:gd name="connsiteY7-11702" fmla="*/ 1030857 h 2160513"/>
              <a:gd name="connsiteX8-11703" fmla="*/ 102364 w 2107590"/>
              <a:gd name="connsiteY8-11704" fmla="*/ 578421 h 2160513"/>
              <a:gd name="connsiteX9-11705" fmla="*/ 334972 w 2107590"/>
              <a:gd name="connsiteY9-11706" fmla="*/ 266829 h 2160513"/>
              <a:gd name="connsiteX10-11707" fmla="*/ 754827 w 2107590"/>
              <a:gd name="connsiteY10-11708" fmla="*/ 47401 h 2160513"/>
              <a:gd name="connsiteX11-11709" fmla="*/ 759590 w 2107590"/>
              <a:gd name="connsiteY11-11710" fmla="*/ 95027 h 2160513"/>
              <a:gd name="connsiteX12-11711" fmla="*/ 771497 w 2107590"/>
              <a:gd name="connsiteY12-11712" fmla="*/ 35497 h 2160513"/>
              <a:gd name="connsiteX13-11713" fmla="*/ 1341273 w 2107590"/>
              <a:gd name="connsiteY13-11714" fmla="*/ 79182 h 2160513"/>
              <a:gd name="connsiteX14-11715" fmla="*/ 1369190 w 2107590"/>
              <a:gd name="connsiteY14-11716" fmla="*/ 92646 h 2160513"/>
              <a:gd name="connsiteX15-11717" fmla="*/ 1772045 w 2107590"/>
              <a:gd name="connsiteY15-11718" fmla="*/ 359840 h 2160513"/>
              <a:gd name="connsiteX16-11719" fmla="*/ 1752572 w 2107590"/>
              <a:gd name="connsiteY16-11720" fmla="*/ 342677 h 2160513"/>
              <a:gd name="connsiteX17-11721" fmla="*/ 2013140 w 2107590"/>
              <a:gd name="connsiteY17-11722" fmla="*/ 736265 h 2160513"/>
              <a:gd name="connsiteX18-11723" fmla="*/ 2004983 w 2107590"/>
              <a:gd name="connsiteY18-11724" fmla="*/ 716533 h 2160513"/>
              <a:gd name="connsiteX19-11725" fmla="*/ 2095472 w 2107590"/>
              <a:gd name="connsiteY19-11726" fmla="*/ 1073721 h 2160513"/>
              <a:gd name="connsiteX20-11727" fmla="*/ 1826390 w 2107590"/>
              <a:gd name="connsiteY20-11728" fmla="*/ 1311846 h 2160513"/>
              <a:gd name="connsiteX21-11729" fmla="*/ 1821627 w 2107590"/>
              <a:gd name="connsiteY21-11730" fmla="*/ 1264221 h 2160513"/>
              <a:gd name="connsiteX22-11731" fmla="*/ 1488252 w 2107590"/>
              <a:gd name="connsiteY22-11732" fmla="*/ 1595214 h 2160513"/>
              <a:gd name="connsiteX23-11733" fmla="*/ 1388239 w 2107590"/>
              <a:gd name="connsiteY23-11734" fmla="*/ 1492821 h 2160513"/>
              <a:gd name="connsiteX24-11735" fmla="*/ 1700184 w 2107590"/>
              <a:gd name="connsiteY24-11736" fmla="*/ 1107059 h 2160513"/>
              <a:gd name="connsiteX25-11737" fmla="*/ 1397764 w 2107590"/>
              <a:gd name="connsiteY25-11738" fmla="*/ 1128489 h 2160513"/>
              <a:gd name="connsiteX26-11739" fmla="*/ 1323946 w 2107590"/>
              <a:gd name="connsiteY26-11740" fmla="*/ 1280889 h 2160513"/>
              <a:gd name="connsiteX27-11741" fmla="*/ 1052483 w 2107590"/>
              <a:gd name="connsiteY27-11742" fmla="*/ 968946 h 2160513"/>
              <a:gd name="connsiteX28-11743" fmla="*/ 1288227 w 2107590"/>
              <a:gd name="connsiteY28-11744" fmla="*/ 699864 h 2160513"/>
              <a:gd name="connsiteX29-11745" fmla="*/ 516702 w 2107590"/>
              <a:gd name="connsiteY29-11746" fmla="*/ 737964 h 2160513"/>
              <a:gd name="connsiteX30-11747" fmla="*/ 828646 w 2107590"/>
              <a:gd name="connsiteY30-11748" fmla="*/ 945133 h 2160513"/>
              <a:gd name="connsiteX31-11749" fmla="*/ 373827 w 2107590"/>
              <a:gd name="connsiteY31-11750" fmla="*/ 852264 h 2160513"/>
              <a:gd name="connsiteX32-11751" fmla="*/ 935802 w 2107590"/>
              <a:gd name="connsiteY32-11752" fmla="*/ 390302 h 2160513"/>
              <a:gd name="connsiteX33-11753" fmla="*/ 1445389 w 2107590"/>
              <a:gd name="connsiteY33-11754" fmla="*/ 754633 h 2160513"/>
              <a:gd name="connsiteX34-11755" fmla="*/ 1383477 w 2107590"/>
              <a:gd name="connsiteY34-11756" fmla="*/ 857027 h 2160513"/>
              <a:gd name="connsiteX35-11757" fmla="*/ 1643033 w 2107590"/>
              <a:gd name="connsiteY35-11758" fmla="*/ 611758 h 2160513"/>
              <a:gd name="connsiteX36-11759" fmla="*/ 1795433 w 2107590"/>
              <a:gd name="connsiteY36-11760" fmla="*/ 723677 h 2160513"/>
              <a:gd name="connsiteX37-11761" fmla="*/ 1889668 w 2107590"/>
              <a:gd name="connsiteY37-11762" fmla="*/ 1175665 h 2160513"/>
              <a:gd name="connsiteX38-11763" fmla="*/ 1912797 w 2107590"/>
              <a:gd name="connsiteY38-11764" fmla="*/ 1135089 h 2160513"/>
              <a:gd name="connsiteX39-11765" fmla="*/ 1775980 w 2107590"/>
              <a:gd name="connsiteY39-11766" fmla="*/ 1553577 h 2160513"/>
              <a:gd name="connsiteX40-11767" fmla="*/ 1235792 w 2107590"/>
              <a:gd name="connsiteY40-11768" fmla="*/ 1580715 h 2160513"/>
              <a:gd name="connsiteX41-11769" fmla="*/ 1344220 w 2107590"/>
              <a:gd name="connsiteY41-11770" fmla="*/ 1905742 h 2160513"/>
              <a:gd name="connsiteX0-11771" fmla="*/ 1575697 w 2107590"/>
              <a:gd name="connsiteY0-11772" fmla="*/ 2160513 h 2160513"/>
              <a:gd name="connsiteX1-11773" fmla="*/ 956854 w 2107590"/>
              <a:gd name="connsiteY1-11774" fmla="*/ 1258279 h 2160513"/>
              <a:gd name="connsiteX2-11775" fmla="*/ 863892 w 2107590"/>
              <a:gd name="connsiteY2-11776" fmla="*/ 1345253 h 2160513"/>
              <a:gd name="connsiteX3-11777" fmla="*/ 1026241 w 2107590"/>
              <a:gd name="connsiteY3-11778" fmla="*/ 1144473 h 2160513"/>
              <a:gd name="connsiteX4-11779" fmla="*/ 908876 w 2107590"/>
              <a:gd name="connsiteY4-11780" fmla="*/ 743032 h 2160513"/>
              <a:gd name="connsiteX5-11781" fmla="*/ 1054863 w 2107590"/>
              <a:gd name="connsiteY5-11782" fmla="*/ 807021 h 2160513"/>
              <a:gd name="connsiteX6-11783" fmla="*/ 766732 w 2107590"/>
              <a:gd name="connsiteY6-11784" fmla="*/ 928463 h 2160513"/>
              <a:gd name="connsiteX7-11785" fmla="*/ 228569 w 2107590"/>
              <a:gd name="connsiteY7-11786" fmla="*/ 1030857 h 2160513"/>
              <a:gd name="connsiteX8-11787" fmla="*/ 102364 w 2107590"/>
              <a:gd name="connsiteY8-11788" fmla="*/ 578421 h 2160513"/>
              <a:gd name="connsiteX9-11789" fmla="*/ 334972 w 2107590"/>
              <a:gd name="connsiteY9-11790" fmla="*/ 266829 h 2160513"/>
              <a:gd name="connsiteX10-11791" fmla="*/ 754827 w 2107590"/>
              <a:gd name="connsiteY10-11792" fmla="*/ 47401 h 2160513"/>
              <a:gd name="connsiteX11-11793" fmla="*/ 759590 w 2107590"/>
              <a:gd name="connsiteY11-11794" fmla="*/ 95027 h 2160513"/>
              <a:gd name="connsiteX12-11795" fmla="*/ 771497 w 2107590"/>
              <a:gd name="connsiteY12-11796" fmla="*/ 35497 h 2160513"/>
              <a:gd name="connsiteX13-11797" fmla="*/ 1341273 w 2107590"/>
              <a:gd name="connsiteY13-11798" fmla="*/ 79182 h 2160513"/>
              <a:gd name="connsiteX14-11799" fmla="*/ 1369190 w 2107590"/>
              <a:gd name="connsiteY14-11800" fmla="*/ 92646 h 2160513"/>
              <a:gd name="connsiteX15-11801" fmla="*/ 1772045 w 2107590"/>
              <a:gd name="connsiteY15-11802" fmla="*/ 359840 h 2160513"/>
              <a:gd name="connsiteX16-11803" fmla="*/ 1752572 w 2107590"/>
              <a:gd name="connsiteY16-11804" fmla="*/ 342677 h 2160513"/>
              <a:gd name="connsiteX17-11805" fmla="*/ 2013140 w 2107590"/>
              <a:gd name="connsiteY17-11806" fmla="*/ 736265 h 2160513"/>
              <a:gd name="connsiteX18-11807" fmla="*/ 2004983 w 2107590"/>
              <a:gd name="connsiteY18-11808" fmla="*/ 716533 h 2160513"/>
              <a:gd name="connsiteX19-11809" fmla="*/ 2095472 w 2107590"/>
              <a:gd name="connsiteY19-11810" fmla="*/ 1073721 h 2160513"/>
              <a:gd name="connsiteX20-11811" fmla="*/ 1826390 w 2107590"/>
              <a:gd name="connsiteY20-11812" fmla="*/ 1311846 h 2160513"/>
              <a:gd name="connsiteX21-11813" fmla="*/ 1821627 w 2107590"/>
              <a:gd name="connsiteY21-11814" fmla="*/ 1264221 h 2160513"/>
              <a:gd name="connsiteX22-11815" fmla="*/ 1488252 w 2107590"/>
              <a:gd name="connsiteY22-11816" fmla="*/ 1595214 h 2160513"/>
              <a:gd name="connsiteX23-11817" fmla="*/ 1388239 w 2107590"/>
              <a:gd name="connsiteY23-11818" fmla="*/ 1492821 h 2160513"/>
              <a:gd name="connsiteX24-11819" fmla="*/ 1700184 w 2107590"/>
              <a:gd name="connsiteY24-11820" fmla="*/ 1107059 h 2160513"/>
              <a:gd name="connsiteX25-11821" fmla="*/ 1397764 w 2107590"/>
              <a:gd name="connsiteY25-11822" fmla="*/ 1128489 h 2160513"/>
              <a:gd name="connsiteX26-11823" fmla="*/ 1323946 w 2107590"/>
              <a:gd name="connsiteY26-11824" fmla="*/ 1280889 h 2160513"/>
              <a:gd name="connsiteX27-11825" fmla="*/ 1052483 w 2107590"/>
              <a:gd name="connsiteY27-11826" fmla="*/ 968946 h 2160513"/>
              <a:gd name="connsiteX28-11827" fmla="*/ 1288227 w 2107590"/>
              <a:gd name="connsiteY28-11828" fmla="*/ 699864 h 2160513"/>
              <a:gd name="connsiteX29-11829" fmla="*/ 516702 w 2107590"/>
              <a:gd name="connsiteY29-11830" fmla="*/ 737964 h 2160513"/>
              <a:gd name="connsiteX30-11831" fmla="*/ 828646 w 2107590"/>
              <a:gd name="connsiteY30-11832" fmla="*/ 945133 h 2160513"/>
              <a:gd name="connsiteX31-11833" fmla="*/ 373827 w 2107590"/>
              <a:gd name="connsiteY31-11834" fmla="*/ 852264 h 2160513"/>
              <a:gd name="connsiteX32-11835" fmla="*/ 935802 w 2107590"/>
              <a:gd name="connsiteY32-11836" fmla="*/ 390302 h 2160513"/>
              <a:gd name="connsiteX33-11837" fmla="*/ 1445389 w 2107590"/>
              <a:gd name="connsiteY33-11838" fmla="*/ 754633 h 2160513"/>
              <a:gd name="connsiteX34-11839" fmla="*/ 1383477 w 2107590"/>
              <a:gd name="connsiteY34-11840" fmla="*/ 857027 h 2160513"/>
              <a:gd name="connsiteX35-11841" fmla="*/ 1643033 w 2107590"/>
              <a:gd name="connsiteY35-11842" fmla="*/ 611758 h 2160513"/>
              <a:gd name="connsiteX36-11843" fmla="*/ 1795433 w 2107590"/>
              <a:gd name="connsiteY36-11844" fmla="*/ 723677 h 2160513"/>
              <a:gd name="connsiteX37-11845" fmla="*/ 1889668 w 2107590"/>
              <a:gd name="connsiteY37-11846" fmla="*/ 1175665 h 2160513"/>
              <a:gd name="connsiteX38-11847" fmla="*/ 1912797 w 2107590"/>
              <a:gd name="connsiteY38-11848" fmla="*/ 1135089 h 2160513"/>
              <a:gd name="connsiteX39-11849" fmla="*/ 1775980 w 2107590"/>
              <a:gd name="connsiteY39-11850" fmla="*/ 1553577 h 2160513"/>
              <a:gd name="connsiteX40-11851" fmla="*/ 1235792 w 2107590"/>
              <a:gd name="connsiteY40-11852" fmla="*/ 1580715 h 2160513"/>
              <a:gd name="connsiteX41-11853" fmla="*/ 1344220 w 2107590"/>
              <a:gd name="connsiteY41-11854" fmla="*/ 1905742 h 2160513"/>
              <a:gd name="connsiteX0-11855" fmla="*/ 1575697 w 2107590"/>
              <a:gd name="connsiteY0-11856" fmla="*/ 2160513 h 2160513"/>
              <a:gd name="connsiteX1-11857" fmla="*/ 956854 w 2107590"/>
              <a:gd name="connsiteY1-11858" fmla="*/ 1258279 h 2160513"/>
              <a:gd name="connsiteX2-11859" fmla="*/ 863892 w 2107590"/>
              <a:gd name="connsiteY2-11860" fmla="*/ 1345253 h 2160513"/>
              <a:gd name="connsiteX3-11861" fmla="*/ 1026241 w 2107590"/>
              <a:gd name="connsiteY3-11862" fmla="*/ 1144473 h 2160513"/>
              <a:gd name="connsiteX4-11863" fmla="*/ 908876 w 2107590"/>
              <a:gd name="connsiteY4-11864" fmla="*/ 743032 h 2160513"/>
              <a:gd name="connsiteX5-11865" fmla="*/ 1054863 w 2107590"/>
              <a:gd name="connsiteY5-11866" fmla="*/ 807021 h 2160513"/>
              <a:gd name="connsiteX6-11867" fmla="*/ 766732 w 2107590"/>
              <a:gd name="connsiteY6-11868" fmla="*/ 928463 h 2160513"/>
              <a:gd name="connsiteX7-11869" fmla="*/ 228569 w 2107590"/>
              <a:gd name="connsiteY7-11870" fmla="*/ 1030857 h 2160513"/>
              <a:gd name="connsiteX8-11871" fmla="*/ 102364 w 2107590"/>
              <a:gd name="connsiteY8-11872" fmla="*/ 578421 h 2160513"/>
              <a:gd name="connsiteX9-11873" fmla="*/ 334972 w 2107590"/>
              <a:gd name="connsiteY9-11874" fmla="*/ 266829 h 2160513"/>
              <a:gd name="connsiteX10-11875" fmla="*/ 754827 w 2107590"/>
              <a:gd name="connsiteY10-11876" fmla="*/ 47401 h 2160513"/>
              <a:gd name="connsiteX11-11877" fmla="*/ 759590 w 2107590"/>
              <a:gd name="connsiteY11-11878" fmla="*/ 95027 h 2160513"/>
              <a:gd name="connsiteX12-11879" fmla="*/ 771497 w 2107590"/>
              <a:gd name="connsiteY12-11880" fmla="*/ 35497 h 2160513"/>
              <a:gd name="connsiteX13-11881" fmla="*/ 1341273 w 2107590"/>
              <a:gd name="connsiteY13-11882" fmla="*/ 79182 h 2160513"/>
              <a:gd name="connsiteX14-11883" fmla="*/ 1369190 w 2107590"/>
              <a:gd name="connsiteY14-11884" fmla="*/ 92646 h 2160513"/>
              <a:gd name="connsiteX15-11885" fmla="*/ 1772045 w 2107590"/>
              <a:gd name="connsiteY15-11886" fmla="*/ 359840 h 2160513"/>
              <a:gd name="connsiteX16-11887" fmla="*/ 1752572 w 2107590"/>
              <a:gd name="connsiteY16-11888" fmla="*/ 342677 h 2160513"/>
              <a:gd name="connsiteX17-11889" fmla="*/ 2013140 w 2107590"/>
              <a:gd name="connsiteY17-11890" fmla="*/ 736265 h 2160513"/>
              <a:gd name="connsiteX18-11891" fmla="*/ 2004983 w 2107590"/>
              <a:gd name="connsiteY18-11892" fmla="*/ 716533 h 2160513"/>
              <a:gd name="connsiteX19-11893" fmla="*/ 2095472 w 2107590"/>
              <a:gd name="connsiteY19-11894" fmla="*/ 1073721 h 2160513"/>
              <a:gd name="connsiteX20-11895" fmla="*/ 1826390 w 2107590"/>
              <a:gd name="connsiteY20-11896" fmla="*/ 1311846 h 2160513"/>
              <a:gd name="connsiteX21-11897" fmla="*/ 1821627 w 2107590"/>
              <a:gd name="connsiteY21-11898" fmla="*/ 1264221 h 2160513"/>
              <a:gd name="connsiteX22-11899" fmla="*/ 1488252 w 2107590"/>
              <a:gd name="connsiteY22-11900" fmla="*/ 1595214 h 2160513"/>
              <a:gd name="connsiteX23-11901" fmla="*/ 1388239 w 2107590"/>
              <a:gd name="connsiteY23-11902" fmla="*/ 1492821 h 2160513"/>
              <a:gd name="connsiteX24-11903" fmla="*/ 1700184 w 2107590"/>
              <a:gd name="connsiteY24-11904" fmla="*/ 1107059 h 2160513"/>
              <a:gd name="connsiteX25-11905" fmla="*/ 1397764 w 2107590"/>
              <a:gd name="connsiteY25-11906" fmla="*/ 1128489 h 2160513"/>
              <a:gd name="connsiteX26-11907" fmla="*/ 1323946 w 2107590"/>
              <a:gd name="connsiteY26-11908" fmla="*/ 1280889 h 2160513"/>
              <a:gd name="connsiteX27-11909" fmla="*/ 1052483 w 2107590"/>
              <a:gd name="connsiteY27-11910" fmla="*/ 968946 h 2160513"/>
              <a:gd name="connsiteX28-11911" fmla="*/ 1288227 w 2107590"/>
              <a:gd name="connsiteY28-11912" fmla="*/ 699864 h 2160513"/>
              <a:gd name="connsiteX29-11913" fmla="*/ 516702 w 2107590"/>
              <a:gd name="connsiteY29-11914" fmla="*/ 737964 h 2160513"/>
              <a:gd name="connsiteX30-11915" fmla="*/ 828646 w 2107590"/>
              <a:gd name="connsiteY30-11916" fmla="*/ 945133 h 2160513"/>
              <a:gd name="connsiteX31-11917" fmla="*/ 373827 w 2107590"/>
              <a:gd name="connsiteY31-11918" fmla="*/ 852264 h 2160513"/>
              <a:gd name="connsiteX32-11919" fmla="*/ 935802 w 2107590"/>
              <a:gd name="connsiteY32-11920" fmla="*/ 390302 h 2160513"/>
              <a:gd name="connsiteX33-11921" fmla="*/ 1445389 w 2107590"/>
              <a:gd name="connsiteY33-11922" fmla="*/ 754633 h 2160513"/>
              <a:gd name="connsiteX34-11923" fmla="*/ 1383477 w 2107590"/>
              <a:gd name="connsiteY34-11924" fmla="*/ 857027 h 2160513"/>
              <a:gd name="connsiteX35-11925" fmla="*/ 1643033 w 2107590"/>
              <a:gd name="connsiteY35-11926" fmla="*/ 611758 h 2160513"/>
              <a:gd name="connsiteX36-11927" fmla="*/ 1795433 w 2107590"/>
              <a:gd name="connsiteY36-11928" fmla="*/ 723677 h 2160513"/>
              <a:gd name="connsiteX37-11929" fmla="*/ 1889668 w 2107590"/>
              <a:gd name="connsiteY37-11930" fmla="*/ 1175665 h 2160513"/>
              <a:gd name="connsiteX38-11931" fmla="*/ 1912797 w 2107590"/>
              <a:gd name="connsiteY38-11932" fmla="*/ 1135089 h 2160513"/>
              <a:gd name="connsiteX39-11933" fmla="*/ 1775980 w 2107590"/>
              <a:gd name="connsiteY39-11934" fmla="*/ 1553577 h 2160513"/>
              <a:gd name="connsiteX40-11935" fmla="*/ 1235792 w 2107590"/>
              <a:gd name="connsiteY40-11936" fmla="*/ 1580715 h 2160513"/>
              <a:gd name="connsiteX41-11937" fmla="*/ 1344220 w 2107590"/>
              <a:gd name="connsiteY41-11938" fmla="*/ 1905742 h 2160513"/>
              <a:gd name="connsiteX0-11939" fmla="*/ 1575697 w 2107590"/>
              <a:gd name="connsiteY0-11940" fmla="*/ 2160513 h 2160513"/>
              <a:gd name="connsiteX1-11941" fmla="*/ 956854 w 2107590"/>
              <a:gd name="connsiteY1-11942" fmla="*/ 1258279 h 2160513"/>
              <a:gd name="connsiteX2-11943" fmla="*/ 863892 w 2107590"/>
              <a:gd name="connsiteY2-11944" fmla="*/ 1345253 h 2160513"/>
              <a:gd name="connsiteX3-11945" fmla="*/ 1026241 w 2107590"/>
              <a:gd name="connsiteY3-11946" fmla="*/ 1144473 h 2160513"/>
              <a:gd name="connsiteX4-11947" fmla="*/ 908876 w 2107590"/>
              <a:gd name="connsiteY4-11948" fmla="*/ 743032 h 2160513"/>
              <a:gd name="connsiteX5-11949" fmla="*/ 1054863 w 2107590"/>
              <a:gd name="connsiteY5-11950" fmla="*/ 807021 h 2160513"/>
              <a:gd name="connsiteX6-11951" fmla="*/ 766732 w 2107590"/>
              <a:gd name="connsiteY6-11952" fmla="*/ 928463 h 2160513"/>
              <a:gd name="connsiteX7-11953" fmla="*/ 228569 w 2107590"/>
              <a:gd name="connsiteY7-11954" fmla="*/ 1030857 h 2160513"/>
              <a:gd name="connsiteX8-11955" fmla="*/ 102364 w 2107590"/>
              <a:gd name="connsiteY8-11956" fmla="*/ 578421 h 2160513"/>
              <a:gd name="connsiteX9-11957" fmla="*/ 334972 w 2107590"/>
              <a:gd name="connsiteY9-11958" fmla="*/ 266829 h 2160513"/>
              <a:gd name="connsiteX10-11959" fmla="*/ 754827 w 2107590"/>
              <a:gd name="connsiteY10-11960" fmla="*/ 47401 h 2160513"/>
              <a:gd name="connsiteX11-11961" fmla="*/ 759590 w 2107590"/>
              <a:gd name="connsiteY11-11962" fmla="*/ 95027 h 2160513"/>
              <a:gd name="connsiteX12-11963" fmla="*/ 771497 w 2107590"/>
              <a:gd name="connsiteY12-11964" fmla="*/ 35497 h 2160513"/>
              <a:gd name="connsiteX13-11965" fmla="*/ 1341273 w 2107590"/>
              <a:gd name="connsiteY13-11966" fmla="*/ 79182 h 2160513"/>
              <a:gd name="connsiteX14-11967" fmla="*/ 1369190 w 2107590"/>
              <a:gd name="connsiteY14-11968" fmla="*/ 92646 h 2160513"/>
              <a:gd name="connsiteX15-11969" fmla="*/ 1772045 w 2107590"/>
              <a:gd name="connsiteY15-11970" fmla="*/ 359840 h 2160513"/>
              <a:gd name="connsiteX16-11971" fmla="*/ 1752572 w 2107590"/>
              <a:gd name="connsiteY16-11972" fmla="*/ 342677 h 2160513"/>
              <a:gd name="connsiteX17-11973" fmla="*/ 2013140 w 2107590"/>
              <a:gd name="connsiteY17-11974" fmla="*/ 736265 h 2160513"/>
              <a:gd name="connsiteX18-11975" fmla="*/ 2004983 w 2107590"/>
              <a:gd name="connsiteY18-11976" fmla="*/ 716533 h 2160513"/>
              <a:gd name="connsiteX19-11977" fmla="*/ 2095472 w 2107590"/>
              <a:gd name="connsiteY19-11978" fmla="*/ 1073721 h 2160513"/>
              <a:gd name="connsiteX20-11979" fmla="*/ 1826390 w 2107590"/>
              <a:gd name="connsiteY20-11980" fmla="*/ 1311846 h 2160513"/>
              <a:gd name="connsiteX21-11981" fmla="*/ 1821627 w 2107590"/>
              <a:gd name="connsiteY21-11982" fmla="*/ 1264221 h 2160513"/>
              <a:gd name="connsiteX22-11983" fmla="*/ 1488252 w 2107590"/>
              <a:gd name="connsiteY22-11984" fmla="*/ 1595214 h 2160513"/>
              <a:gd name="connsiteX23-11985" fmla="*/ 1388239 w 2107590"/>
              <a:gd name="connsiteY23-11986" fmla="*/ 1492821 h 2160513"/>
              <a:gd name="connsiteX24-11987" fmla="*/ 1700184 w 2107590"/>
              <a:gd name="connsiteY24-11988" fmla="*/ 1107059 h 2160513"/>
              <a:gd name="connsiteX25-11989" fmla="*/ 1397764 w 2107590"/>
              <a:gd name="connsiteY25-11990" fmla="*/ 1128489 h 2160513"/>
              <a:gd name="connsiteX26-11991" fmla="*/ 1323946 w 2107590"/>
              <a:gd name="connsiteY26-11992" fmla="*/ 1280889 h 2160513"/>
              <a:gd name="connsiteX27-11993" fmla="*/ 1052483 w 2107590"/>
              <a:gd name="connsiteY27-11994" fmla="*/ 968946 h 2160513"/>
              <a:gd name="connsiteX28-11995" fmla="*/ 1288227 w 2107590"/>
              <a:gd name="connsiteY28-11996" fmla="*/ 699864 h 2160513"/>
              <a:gd name="connsiteX29-11997" fmla="*/ 516702 w 2107590"/>
              <a:gd name="connsiteY29-11998" fmla="*/ 737964 h 2160513"/>
              <a:gd name="connsiteX30-11999" fmla="*/ 828646 w 2107590"/>
              <a:gd name="connsiteY30-12000" fmla="*/ 945133 h 2160513"/>
              <a:gd name="connsiteX31-12001" fmla="*/ 373827 w 2107590"/>
              <a:gd name="connsiteY31-12002" fmla="*/ 852264 h 2160513"/>
              <a:gd name="connsiteX32-12003" fmla="*/ 935802 w 2107590"/>
              <a:gd name="connsiteY32-12004" fmla="*/ 390302 h 2160513"/>
              <a:gd name="connsiteX33-12005" fmla="*/ 1445389 w 2107590"/>
              <a:gd name="connsiteY33-12006" fmla="*/ 754633 h 2160513"/>
              <a:gd name="connsiteX34-12007" fmla="*/ 1383477 w 2107590"/>
              <a:gd name="connsiteY34-12008" fmla="*/ 857027 h 2160513"/>
              <a:gd name="connsiteX35-12009" fmla="*/ 1643033 w 2107590"/>
              <a:gd name="connsiteY35-12010" fmla="*/ 611758 h 2160513"/>
              <a:gd name="connsiteX36-12011" fmla="*/ 1795433 w 2107590"/>
              <a:gd name="connsiteY36-12012" fmla="*/ 723677 h 2160513"/>
              <a:gd name="connsiteX37-12013" fmla="*/ 1889668 w 2107590"/>
              <a:gd name="connsiteY37-12014" fmla="*/ 1175665 h 2160513"/>
              <a:gd name="connsiteX38-12015" fmla="*/ 1912797 w 2107590"/>
              <a:gd name="connsiteY38-12016" fmla="*/ 1135089 h 2160513"/>
              <a:gd name="connsiteX39-12017" fmla="*/ 1775980 w 2107590"/>
              <a:gd name="connsiteY39-12018" fmla="*/ 1553577 h 2160513"/>
              <a:gd name="connsiteX40-12019" fmla="*/ 1235792 w 2107590"/>
              <a:gd name="connsiteY40-12020" fmla="*/ 1580715 h 2160513"/>
              <a:gd name="connsiteX41-12021" fmla="*/ 1344220 w 2107590"/>
              <a:gd name="connsiteY41-12022" fmla="*/ 1905742 h 2160513"/>
              <a:gd name="connsiteX0-12023" fmla="*/ 1575697 w 2107590"/>
              <a:gd name="connsiteY0-12024" fmla="*/ 2160513 h 2160513"/>
              <a:gd name="connsiteX1-12025" fmla="*/ 956854 w 2107590"/>
              <a:gd name="connsiteY1-12026" fmla="*/ 1258279 h 2160513"/>
              <a:gd name="connsiteX2-12027" fmla="*/ 863892 w 2107590"/>
              <a:gd name="connsiteY2-12028" fmla="*/ 1345253 h 2160513"/>
              <a:gd name="connsiteX3-12029" fmla="*/ 1026241 w 2107590"/>
              <a:gd name="connsiteY3-12030" fmla="*/ 1144473 h 2160513"/>
              <a:gd name="connsiteX4-12031" fmla="*/ 908876 w 2107590"/>
              <a:gd name="connsiteY4-12032" fmla="*/ 743032 h 2160513"/>
              <a:gd name="connsiteX5-12033" fmla="*/ 1054863 w 2107590"/>
              <a:gd name="connsiteY5-12034" fmla="*/ 807021 h 2160513"/>
              <a:gd name="connsiteX6-12035" fmla="*/ 766732 w 2107590"/>
              <a:gd name="connsiteY6-12036" fmla="*/ 928463 h 2160513"/>
              <a:gd name="connsiteX7-12037" fmla="*/ 228569 w 2107590"/>
              <a:gd name="connsiteY7-12038" fmla="*/ 1030857 h 2160513"/>
              <a:gd name="connsiteX8-12039" fmla="*/ 102364 w 2107590"/>
              <a:gd name="connsiteY8-12040" fmla="*/ 578421 h 2160513"/>
              <a:gd name="connsiteX9-12041" fmla="*/ 334972 w 2107590"/>
              <a:gd name="connsiteY9-12042" fmla="*/ 266829 h 2160513"/>
              <a:gd name="connsiteX10-12043" fmla="*/ 754827 w 2107590"/>
              <a:gd name="connsiteY10-12044" fmla="*/ 47401 h 2160513"/>
              <a:gd name="connsiteX11-12045" fmla="*/ 759590 w 2107590"/>
              <a:gd name="connsiteY11-12046" fmla="*/ 95027 h 2160513"/>
              <a:gd name="connsiteX12-12047" fmla="*/ 771497 w 2107590"/>
              <a:gd name="connsiteY12-12048" fmla="*/ 35497 h 2160513"/>
              <a:gd name="connsiteX13-12049" fmla="*/ 1341273 w 2107590"/>
              <a:gd name="connsiteY13-12050" fmla="*/ 79182 h 2160513"/>
              <a:gd name="connsiteX14-12051" fmla="*/ 1369190 w 2107590"/>
              <a:gd name="connsiteY14-12052" fmla="*/ 92646 h 2160513"/>
              <a:gd name="connsiteX15-12053" fmla="*/ 1772045 w 2107590"/>
              <a:gd name="connsiteY15-12054" fmla="*/ 359840 h 2160513"/>
              <a:gd name="connsiteX16-12055" fmla="*/ 1752572 w 2107590"/>
              <a:gd name="connsiteY16-12056" fmla="*/ 342677 h 2160513"/>
              <a:gd name="connsiteX17-12057" fmla="*/ 2013140 w 2107590"/>
              <a:gd name="connsiteY17-12058" fmla="*/ 736265 h 2160513"/>
              <a:gd name="connsiteX18-12059" fmla="*/ 2004983 w 2107590"/>
              <a:gd name="connsiteY18-12060" fmla="*/ 716533 h 2160513"/>
              <a:gd name="connsiteX19-12061" fmla="*/ 2095472 w 2107590"/>
              <a:gd name="connsiteY19-12062" fmla="*/ 1073721 h 2160513"/>
              <a:gd name="connsiteX20-12063" fmla="*/ 1826390 w 2107590"/>
              <a:gd name="connsiteY20-12064" fmla="*/ 1311846 h 2160513"/>
              <a:gd name="connsiteX21-12065" fmla="*/ 1821627 w 2107590"/>
              <a:gd name="connsiteY21-12066" fmla="*/ 1264221 h 2160513"/>
              <a:gd name="connsiteX22-12067" fmla="*/ 1488252 w 2107590"/>
              <a:gd name="connsiteY22-12068" fmla="*/ 1595214 h 2160513"/>
              <a:gd name="connsiteX23-12069" fmla="*/ 1388239 w 2107590"/>
              <a:gd name="connsiteY23-12070" fmla="*/ 1492821 h 2160513"/>
              <a:gd name="connsiteX24-12071" fmla="*/ 1700184 w 2107590"/>
              <a:gd name="connsiteY24-12072" fmla="*/ 1107059 h 2160513"/>
              <a:gd name="connsiteX25-12073" fmla="*/ 1397764 w 2107590"/>
              <a:gd name="connsiteY25-12074" fmla="*/ 1128489 h 2160513"/>
              <a:gd name="connsiteX26-12075" fmla="*/ 1292990 w 2107590"/>
              <a:gd name="connsiteY26-12076" fmla="*/ 1273746 h 2160513"/>
              <a:gd name="connsiteX27-12077" fmla="*/ 1052483 w 2107590"/>
              <a:gd name="connsiteY27-12078" fmla="*/ 968946 h 2160513"/>
              <a:gd name="connsiteX28-12079" fmla="*/ 1288227 w 2107590"/>
              <a:gd name="connsiteY28-12080" fmla="*/ 699864 h 2160513"/>
              <a:gd name="connsiteX29-12081" fmla="*/ 516702 w 2107590"/>
              <a:gd name="connsiteY29-12082" fmla="*/ 737964 h 2160513"/>
              <a:gd name="connsiteX30-12083" fmla="*/ 828646 w 2107590"/>
              <a:gd name="connsiteY30-12084" fmla="*/ 945133 h 2160513"/>
              <a:gd name="connsiteX31-12085" fmla="*/ 373827 w 2107590"/>
              <a:gd name="connsiteY31-12086" fmla="*/ 852264 h 2160513"/>
              <a:gd name="connsiteX32-12087" fmla="*/ 935802 w 2107590"/>
              <a:gd name="connsiteY32-12088" fmla="*/ 390302 h 2160513"/>
              <a:gd name="connsiteX33-12089" fmla="*/ 1445389 w 2107590"/>
              <a:gd name="connsiteY33-12090" fmla="*/ 754633 h 2160513"/>
              <a:gd name="connsiteX34-12091" fmla="*/ 1383477 w 2107590"/>
              <a:gd name="connsiteY34-12092" fmla="*/ 857027 h 2160513"/>
              <a:gd name="connsiteX35-12093" fmla="*/ 1643033 w 2107590"/>
              <a:gd name="connsiteY35-12094" fmla="*/ 611758 h 2160513"/>
              <a:gd name="connsiteX36-12095" fmla="*/ 1795433 w 2107590"/>
              <a:gd name="connsiteY36-12096" fmla="*/ 723677 h 2160513"/>
              <a:gd name="connsiteX37-12097" fmla="*/ 1889668 w 2107590"/>
              <a:gd name="connsiteY37-12098" fmla="*/ 1175665 h 2160513"/>
              <a:gd name="connsiteX38-12099" fmla="*/ 1912797 w 2107590"/>
              <a:gd name="connsiteY38-12100" fmla="*/ 1135089 h 2160513"/>
              <a:gd name="connsiteX39-12101" fmla="*/ 1775980 w 2107590"/>
              <a:gd name="connsiteY39-12102" fmla="*/ 1553577 h 2160513"/>
              <a:gd name="connsiteX40-12103" fmla="*/ 1235792 w 2107590"/>
              <a:gd name="connsiteY40-12104" fmla="*/ 1580715 h 2160513"/>
              <a:gd name="connsiteX41-12105" fmla="*/ 1344220 w 2107590"/>
              <a:gd name="connsiteY41-12106" fmla="*/ 1905742 h 2160513"/>
              <a:gd name="connsiteX0-12107" fmla="*/ 1575697 w 2107590"/>
              <a:gd name="connsiteY0-12108" fmla="*/ 2160513 h 2160513"/>
              <a:gd name="connsiteX1-12109" fmla="*/ 956854 w 2107590"/>
              <a:gd name="connsiteY1-12110" fmla="*/ 1258279 h 2160513"/>
              <a:gd name="connsiteX2-12111" fmla="*/ 863892 w 2107590"/>
              <a:gd name="connsiteY2-12112" fmla="*/ 1345253 h 2160513"/>
              <a:gd name="connsiteX3-12113" fmla="*/ 1026241 w 2107590"/>
              <a:gd name="connsiteY3-12114" fmla="*/ 1144473 h 2160513"/>
              <a:gd name="connsiteX4-12115" fmla="*/ 908876 w 2107590"/>
              <a:gd name="connsiteY4-12116" fmla="*/ 743032 h 2160513"/>
              <a:gd name="connsiteX5-12117" fmla="*/ 1054863 w 2107590"/>
              <a:gd name="connsiteY5-12118" fmla="*/ 807021 h 2160513"/>
              <a:gd name="connsiteX6-12119" fmla="*/ 766732 w 2107590"/>
              <a:gd name="connsiteY6-12120" fmla="*/ 928463 h 2160513"/>
              <a:gd name="connsiteX7-12121" fmla="*/ 228569 w 2107590"/>
              <a:gd name="connsiteY7-12122" fmla="*/ 1030857 h 2160513"/>
              <a:gd name="connsiteX8-12123" fmla="*/ 102364 w 2107590"/>
              <a:gd name="connsiteY8-12124" fmla="*/ 578421 h 2160513"/>
              <a:gd name="connsiteX9-12125" fmla="*/ 334972 w 2107590"/>
              <a:gd name="connsiteY9-12126" fmla="*/ 266829 h 2160513"/>
              <a:gd name="connsiteX10-12127" fmla="*/ 754827 w 2107590"/>
              <a:gd name="connsiteY10-12128" fmla="*/ 47401 h 2160513"/>
              <a:gd name="connsiteX11-12129" fmla="*/ 759590 w 2107590"/>
              <a:gd name="connsiteY11-12130" fmla="*/ 95027 h 2160513"/>
              <a:gd name="connsiteX12-12131" fmla="*/ 771497 w 2107590"/>
              <a:gd name="connsiteY12-12132" fmla="*/ 35497 h 2160513"/>
              <a:gd name="connsiteX13-12133" fmla="*/ 1341273 w 2107590"/>
              <a:gd name="connsiteY13-12134" fmla="*/ 79182 h 2160513"/>
              <a:gd name="connsiteX14-12135" fmla="*/ 1369190 w 2107590"/>
              <a:gd name="connsiteY14-12136" fmla="*/ 92646 h 2160513"/>
              <a:gd name="connsiteX15-12137" fmla="*/ 1772045 w 2107590"/>
              <a:gd name="connsiteY15-12138" fmla="*/ 359840 h 2160513"/>
              <a:gd name="connsiteX16-12139" fmla="*/ 1752572 w 2107590"/>
              <a:gd name="connsiteY16-12140" fmla="*/ 342677 h 2160513"/>
              <a:gd name="connsiteX17-12141" fmla="*/ 2013140 w 2107590"/>
              <a:gd name="connsiteY17-12142" fmla="*/ 736265 h 2160513"/>
              <a:gd name="connsiteX18-12143" fmla="*/ 2004983 w 2107590"/>
              <a:gd name="connsiteY18-12144" fmla="*/ 716533 h 2160513"/>
              <a:gd name="connsiteX19-12145" fmla="*/ 2095472 w 2107590"/>
              <a:gd name="connsiteY19-12146" fmla="*/ 1073721 h 2160513"/>
              <a:gd name="connsiteX20-12147" fmla="*/ 1826390 w 2107590"/>
              <a:gd name="connsiteY20-12148" fmla="*/ 1311846 h 2160513"/>
              <a:gd name="connsiteX21-12149" fmla="*/ 1821627 w 2107590"/>
              <a:gd name="connsiteY21-12150" fmla="*/ 1264221 h 2160513"/>
              <a:gd name="connsiteX22-12151" fmla="*/ 1488252 w 2107590"/>
              <a:gd name="connsiteY22-12152" fmla="*/ 1595214 h 2160513"/>
              <a:gd name="connsiteX23-12153" fmla="*/ 1388239 w 2107590"/>
              <a:gd name="connsiteY23-12154" fmla="*/ 1492821 h 2160513"/>
              <a:gd name="connsiteX24-12155" fmla="*/ 1700184 w 2107590"/>
              <a:gd name="connsiteY24-12156" fmla="*/ 1107059 h 2160513"/>
              <a:gd name="connsiteX25-12157" fmla="*/ 1397764 w 2107590"/>
              <a:gd name="connsiteY25-12158" fmla="*/ 1128489 h 2160513"/>
              <a:gd name="connsiteX26-12159" fmla="*/ 1292990 w 2107590"/>
              <a:gd name="connsiteY26-12160" fmla="*/ 1273746 h 2160513"/>
              <a:gd name="connsiteX27-12161" fmla="*/ 1052483 w 2107590"/>
              <a:gd name="connsiteY27-12162" fmla="*/ 968946 h 2160513"/>
              <a:gd name="connsiteX28-12163" fmla="*/ 1288227 w 2107590"/>
              <a:gd name="connsiteY28-12164" fmla="*/ 699864 h 2160513"/>
              <a:gd name="connsiteX29-12165" fmla="*/ 516702 w 2107590"/>
              <a:gd name="connsiteY29-12166" fmla="*/ 737964 h 2160513"/>
              <a:gd name="connsiteX30-12167" fmla="*/ 828646 w 2107590"/>
              <a:gd name="connsiteY30-12168" fmla="*/ 945133 h 2160513"/>
              <a:gd name="connsiteX31-12169" fmla="*/ 373827 w 2107590"/>
              <a:gd name="connsiteY31-12170" fmla="*/ 852264 h 2160513"/>
              <a:gd name="connsiteX32-12171" fmla="*/ 935802 w 2107590"/>
              <a:gd name="connsiteY32-12172" fmla="*/ 390302 h 2160513"/>
              <a:gd name="connsiteX33-12173" fmla="*/ 1445389 w 2107590"/>
              <a:gd name="connsiteY33-12174" fmla="*/ 754633 h 2160513"/>
              <a:gd name="connsiteX34-12175" fmla="*/ 1383477 w 2107590"/>
              <a:gd name="connsiteY34-12176" fmla="*/ 857027 h 2160513"/>
              <a:gd name="connsiteX35-12177" fmla="*/ 1643033 w 2107590"/>
              <a:gd name="connsiteY35-12178" fmla="*/ 611758 h 2160513"/>
              <a:gd name="connsiteX36-12179" fmla="*/ 1795433 w 2107590"/>
              <a:gd name="connsiteY36-12180" fmla="*/ 723677 h 2160513"/>
              <a:gd name="connsiteX37-12181" fmla="*/ 1889668 w 2107590"/>
              <a:gd name="connsiteY37-12182" fmla="*/ 1175665 h 2160513"/>
              <a:gd name="connsiteX38-12183" fmla="*/ 1912797 w 2107590"/>
              <a:gd name="connsiteY38-12184" fmla="*/ 1135089 h 2160513"/>
              <a:gd name="connsiteX39-12185" fmla="*/ 1775980 w 2107590"/>
              <a:gd name="connsiteY39-12186" fmla="*/ 1553577 h 2160513"/>
              <a:gd name="connsiteX40-12187" fmla="*/ 1235792 w 2107590"/>
              <a:gd name="connsiteY40-12188" fmla="*/ 1580715 h 2160513"/>
              <a:gd name="connsiteX41-12189" fmla="*/ 1344220 w 2107590"/>
              <a:gd name="connsiteY41-12190" fmla="*/ 1905742 h 2160513"/>
              <a:gd name="connsiteX0-12191" fmla="*/ 1575697 w 2107590"/>
              <a:gd name="connsiteY0-12192" fmla="*/ 2160513 h 2160513"/>
              <a:gd name="connsiteX1-12193" fmla="*/ 956854 w 2107590"/>
              <a:gd name="connsiteY1-12194" fmla="*/ 1258279 h 2160513"/>
              <a:gd name="connsiteX2-12195" fmla="*/ 863892 w 2107590"/>
              <a:gd name="connsiteY2-12196" fmla="*/ 1345253 h 2160513"/>
              <a:gd name="connsiteX3-12197" fmla="*/ 1026241 w 2107590"/>
              <a:gd name="connsiteY3-12198" fmla="*/ 1144473 h 2160513"/>
              <a:gd name="connsiteX4-12199" fmla="*/ 908876 w 2107590"/>
              <a:gd name="connsiteY4-12200" fmla="*/ 743032 h 2160513"/>
              <a:gd name="connsiteX5-12201" fmla="*/ 1054863 w 2107590"/>
              <a:gd name="connsiteY5-12202" fmla="*/ 807021 h 2160513"/>
              <a:gd name="connsiteX6-12203" fmla="*/ 766732 w 2107590"/>
              <a:gd name="connsiteY6-12204" fmla="*/ 928463 h 2160513"/>
              <a:gd name="connsiteX7-12205" fmla="*/ 228569 w 2107590"/>
              <a:gd name="connsiteY7-12206" fmla="*/ 1030857 h 2160513"/>
              <a:gd name="connsiteX8-12207" fmla="*/ 102364 w 2107590"/>
              <a:gd name="connsiteY8-12208" fmla="*/ 578421 h 2160513"/>
              <a:gd name="connsiteX9-12209" fmla="*/ 334972 w 2107590"/>
              <a:gd name="connsiteY9-12210" fmla="*/ 266829 h 2160513"/>
              <a:gd name="connsiteX10-12211" fmla="*/ 754827 w 2107590"/>
              <a:gd name="connsiteY10-12212" fmla="*/ 47401 h 2160513"/>
              <a:gd name="connsiteX11-12213" fmla="*/ 759590 w 2107590"/>
              <a:gd name="connsiteY11-12214" fmla="*/ 95027 h 2160513"/>
              <a:gd name="connsiteX12-12215" fmla="*/ 771497 w 2107590"/>
              <a:gd name="connsiteY12-12216" fmla="*/ 35497 h 2160513"/>
              <a:gd name="connsiteX13-12217" fmla="*/ 1341273 w 2107590"/>
              <a:gd name="connsiteY13-12218" fmla="*/ 79182 h 2160513"/>
              <a:gd name="connsiteX14-12219" fmla="*/ 1369190 w 2107590"/>
              <a:gd name="connsiteY14-12220" fmla="*/ 92646 h 2160513"/>
              <a:gd name="connsiteX15-12221" fmla="*/ 1772045 w 2107590"/>
              <a:gd name="connsiteY15-12222" fmla="*/ 359840 h 2160513"/>
              <a:gd name="connsiteX16-12223" fmla="*/ 1752572 w 2107590"/>
              <a:gd name="connsiteY16-12224" fmla="*/ 342677 h 2160513"/>
              <a:gd name="connsiteX17-12225" fmla="*/ 2013140 w 2107590"/>
              <a:gd name="connsiteY17-12226" fmla="*/ 736265 h 2160513"/>
              <a:gd name="connsiteX18-12227" fmla="*/ 2004983 w 2107590"/>
              <a:gd name="connsiteY18-12228" fmla="*/ 716533 h 2160513"/>
              <a:gd name="connsiteX19-12229" fmla="*/ 2095472 w 2107590"/>
              <a:gd name="connsiteY19-12230" fmla="*/ 1073721 h 2160513"/>
              <a:gd name="connsiteX20-12231" fmla="*/ 1826390 w 2107590"/>
              <a:gd name="connsiteY20-12232" fmla="*/ 1311846 h 2160513"/>
              <a:gd name="connsiteX21-12233" fmla="*/ 1821627 w 2107590"/>
              <a:gd name="connsiteY21-12234" fmla="*/ 1264221 h 2160513"/>
              <a:gd name="connsiteX22-12235" fmla="*/ 1488252 w 2107590"/>
              <a:gd name="connsiteY22-12236" fmla="*/ 1595214 h 2160513"/>
              <a:gd name="connsiteX23-12237" fmla="*/ 1388239 w 2107590"/>
              <a:gd name="connsiteY23-12238" fmla="*/ 1492821 h 2160513"/>
              <a:gd name="connsiteX24-12239" fmla="*/ 1700184 w 2107590"/>
              <a:gd name="connsiteY24-12240" fmla="*/ 1107059 h 2160513"/>
              <a:gd name="connsiteX25-12241" fmla="*/ 1397764 w 2107590"/>
              <a:gd name="connsiteY25-12242" fmla="*/ 1128489 h 2160513"/>
              <a:gd name="connsiteX26-12243" fmla="*/ 1292990 w 2107590"/>
              <a:gd name="connsiteY26-12244" fmla="*/ 1273746 h 2160513"/>
              <a:gd name="connsiteX27-12245" fmla="*/ 1052483 w 2107590"/>
              <a:gd name="connsiteY27-12246" fmla="*/ 968946 h 2160513"/>
              <a:gd name="connsiteX28-12247" fmla="*/ 1288227 w 2107590"/>
              <a:gd name="connsiteY28-12248" fmla="*/ 699864 h 2160513"/>
              <a:gd name="connsiteX29-12249" fmla="*/ 516702 w 2107590"/>
              <a:gd name="connsiteY29-12250" fmla="*/ 737964 h 2160513"/>
              <a:gd name="connsiteX30-12251" fmla="*/ 828646 w 2107590"/>
              <a:gd name="connsiteY30-12252" fmla="*/ 945133 h 2160513"/>
              <a:gd name="connsiteX31-12253" fmla="*/ 373827 w 2107590"/>
              <a:gd name="connsiteY31-12254" fmla="*/ 852264 h 2160513"/>
              <a:gd name="connsiteX32-12255" fmla="*/ 935802 w 2107590"/>
              <a:gd name="connsiteY32-12256" fmla="*/ 390302 h 2160513"/>
              <a:gd name="connsiteX33-12257" fmla="*/ 1445389 w 2107590"/>
              <a:gd name="connsiteY33-12258" fmla="*/ 754633 h 2160513"/>
              <a:gd name="connsiteX34-12259" fmla="*/ 1383477 w 2107590"/>
              <a:gd name="connsiteY34-12260" fmla="*/ 857027 h 2160513"/>
              <a:gd name="connsiteX35-12261" fmla="*/ 1643033 w 2107590"/>
              <a:gd name="connsiteY35-12262" fmla="*/ 611758 h 2160513"/>
              <a:gd name="connsiteX36-12263" fmla="*/ 1795433 w 2107590"/>
              <a:gd name="connsiteY36-12264" fmla="*/ 723677 h 2160513"/>
              <a:gd name="connsiteX37-12265" fmla="*/ 1889668 w 2107590"/>
              <a:gd name="connsiteY37-12266" fmla="*/ 1175665 h 2160513"/>
              <a:gd name="connsiteX38-12267" fmla="*/ 1912797 w 2107590"/>
              <a:gd name="connsiteY38-12268" fmla="*/ 1135089 h 2160513"/>
              <a:gd name="connsiteX39-12269" fmla="*/ 1775980 w 2107590"/>
              <a:gd name="connsiteY39-12270" fmla="*/ 1553577 h 2160513"/>
              <a:gd name="connsiteX40-12271" fmla="*/ 1235792 w 2107590"/>
              <a:gd name="connsiteY40-12272" fmla="*/ 1580715 h 2160513"/>
              <a:gd name="connsiteX41-12273" fmla="*/ 1344220 w 2107590"/>
              <a:gd name="connsiteY41-12274" fmla="*/ 1905742 h 2160513"/>
              <a:gd name="connsiteX0-12275" fmla="*/ 1575697 w 2107590"/>
              <a:gd name="connsiteY0-12276" fmla="*/ 2160513 h 2160513"/>
              <a:gd name="connsiteX1-12277" fmla="*/ 956854 w 2107590"/>
              <a:gd name="connsiteY1-12278" fmla="*/ 1258279 h 2160513"/>
              <a:gd name="connsiteX2-12279" fmla="*/ 863892 w 2107590"/>
              <a:gd name="connsiteY2-12280" fmla="*/ 1345253 h 2160513"/>
              <a:gd name="connsiteX3-12281" fmla="*/ 1026241 w 2107590"/>
              <a:gd name="connsiteY3-12282" fmla="*/ 1144473 h 2160513"/>
              <a:gd name="connsiteX4-12283" fmla="*/ 908876 w 2107590"/>
              <a:gd name="connsiteY4-12284" fmla="*/ 743032 h 2160513"/>
              <a:gd name="connsiteX5-12285" fmla="*/ 1054863 w 2107590"/>
              <a:gd name="connsiteY5-12286" fmla="*/ 807021 h 2160513"/>
              <a:gd name="connsiteX6-12287" fmla="*/ 766732 w 2107590"/>
              <a:gd name="connsiteY6-12288" fmla="*/ 928463 h 2160513"/>
              <a:gd name="connsiteX7-12289" fmla="*/ 228569 w 2107590"/>
              <a:gd name="connsiteY7-12290" fmla="*/ 1030857 h 2160513"/>
              <a:gd name="connsiteX8-12291" fmla="*/ 102364 w 2107590"/>
              <a:gd name="connsiteY8-12292" fmla="*/ 578421 h 2160513"/>
              <a:gd name="connsiteX9-12293" fmla="*/ 334972 w 2107590"/>
              <a:gd name="connsiteY9-12294" fmla="*/ 266829 h 2160513"/>
              <a:gd name="connsiteX10-12295" fmla="*/ 754827 w 2107590"/>
              <a:gd name="connsiteY10-12296" fmla="*/ 47401 h 2160513"/>
              <a:gd name="connsiteX11-12297" fmla="*/ 759590 w 2107590"/>
              <a:gd name="connsiteY11-12298" fmla="*/ 95027 h 2160513"/>
              <a:gd name="connsiteX12-12299" fmla="*/ 771497 w 2107590"/>
              <a:gd name="connsiteY12-12300" fmla="*/ 35497 h 2160513"/>
              <a:gd name="connsiteX13-12301" fmla="*/ 1341273 w 2107590"/>
              <a:gd name="connsiteY13-12302" fmla="*/ 79182 h 2160513"/>
              <a:gd name="connsiteX14-12303" fmla="*/ 1369190 w 2107590"/>
              <a:gd name="connsiteY14-12304" fmla="*/ 92646 h 2160513"/>
              <a:gd name="connsiteX15-12305" fmla="*/ 1772045 w 2107590"/>
              <a:gd name="connsiteY15-12306" fmla="*/ 359840 h 2160513"/>
              <a:gd name="connsiteX16-12307" fmla="*/ 1752572 w 2107590"/>
              <a:gd name="connsiteY16-12308" fmla="*/ 342677 h 2160513"/>
              <a:gd name="connsiteX17-12309" fmla="*/ 2013140 w 2107590"/>
              <a:gd name="connsiteY17-12310" fmla="*/ 736265 h 2160513"/>
              <a:gd name="connsiteX18-12311" fmla="*/ 2004983 w 2107590"/>
              <a:gd name="connsiteY18-12312" fmla="*/ 716533 h 2160513"/>
              <a:gd name="connsiteX19-12313" fmla="*/ 2095472 w 2107590"/>
              <a:gd name="connsiteY19-12314" fmla="*/ 1073721 h 2160513"/>
              <a:gd name="connsiteX20-12315" fmla="*/ 1826390 w 2107590"/>
              <a:gd name="connsiteY20-12316" fmla="*/ 1311846 h 2160513"/>
              <a:gd name="connsiteX21-12317" fmla="*/ 1821627 w 2107590"/>
              <a:gd name="connsiteY21-12318" fmla="*/ 1264221 h 2160513"/>
              <a:gd name="connsiteX22-12319" fmla="*/ 1488252 w 2107590"/>
              <a:gd name="connsiteY22-12320" fmla="*/ 1595214 h 2160513"/>
              <a:gd name="connsiteX23-12321" fmla="*/ 1388239 w 2107590"/>
              <a:gd name="connsiteY23-12322" fmla="*/ 1492821 h 2160513"/>
              <a:gd name="connsiteX24-12323" fmla="*/ 1700184 w 2107590"/>
              <a:gd name="connsiteY24-12324" fmla="*/ 1107059 h 2160513"/>
              <a:gd name="connsiteX25-12325" fmla="*/ 1409671 w 2107590"/>
              <a:gd name="connsiteY25-12326" fmla="*/ 1116583 h 2160513"/>
              <a:gd name="connsiteX26-12327" fmla="*/ 1292990 w 2107590"/>
              <a:gd name="connsiteY26-12328" fmla="*/ 1273746 h 2160513"/>
              <a:gd name="connsiteX27-12329" fmla="*/ 1052483 w 2107590"/>
              <a:gd name="connsiteY27-12330" fmla="*/ 968946 h 2160513"/>
              <a:gd name="connsiteX28-12331" fmla="*/ 1288227 w 2107590"/>
              <a:gd name="connsiteY28-12332" fmla="*/ 699864 h 2160513"/>
              <a:gd name="connsiteX29-12333" fmla="*/ 516702 w 2107590"/>
              <a:gd name="connsiteY29-12334" fmla="*/ 737964 h 2160513"/>
              <a:gd name="connsiteX30-12335" fmla="*/ 828646 w 2107590"/>
              <a:gd name="connsiteY30-12336" fmla="*/ 945133 h 2160513"/>
              <a:gd name="connsiteX31-12337" fmla="*/ 373827 w 2107590"/>
              <a:gd name="connsiteY31-12338" fmla="*/ 852264 h 2160513"/>
              <a:gd name="connsiteX32-12339" fmla="*/ 935802 w 2107590"/>
              <a:gd name="connsiteY32-12340" fmla="*/ 390302 h 2160513"/>
              <a:gd name="connsiteX33-12341" fmla="*/ 1445389 w 2107590"/>
              <a:gd name="connsiteY33-12342" fmla="*/ 754633 h 2160513"/>
              <a:gd name="connsiteX34-12343" fmla="*/ 1383477 w 2107590"/>
              <a:gd name="connsiteY34-12344" fmla="*/ 857027 h 2160513"/>
              <a:gd name="connsiteX35-12345" fmla="*/ 1643033 w 2107590"/>
              <a:gd name="connsiteY35-12346" fmla="*/ 611758 h 2160513"/>
              <a:gd name="connsiteX36-12347" fmla="*/ 1795433 w 2107590"/>
              <a:gd name="connsiteY36-12348" fmla="*/ 723677 h 2160513"/>
              <a:gd name="connsiteX37-12349" fmla="*/ 1889668 w 2107590"/>
              <a:gd name="connsiteY37-12350" fmla="*/ 1175665 h 2160513"/>
              <a:gd name="connsiteX38-12351" fmla="*/ 1912797 w 2107590"/>
              <a:gd name="connsiteY38-12352" fmla="*/ 1135089 h 2160513"/>
              <a:gd name="connsiteX39-12353" fmla="*/ 1775980 w 2107590"/>
              <a:gd name="connsiteY39-12354" fmla="*/ 1553577 h 2160513"/>
              <a:gd name="connsiteX40-12355" fmla="*/ 1235792 w 2107590"/>
              <a:gd name="connsiteY40-12356" fmla="*/ 1580715 h 2160513"/>
              <a:gd name="connsiteX41-12357" fmla="*/ 1344220 w 2107590"/>
              <a:gd name="connsiteY41-12358" fmla="*/ 1905742 h 2160513"/>
              <a:gd name="connsiteX0-12359" fmla="*/ 1575697 w 2107590"/>
              <a:gd name="connsiteY0-12360" fmla="*/ 2160513 h 2160513"/>
              <a:gd name="connsiteX1-12361" fmla="*/ 956854 w 2107590"/>
              <a:gd name="connsiteY1-12362" fmla="*/ 1258279 h 2160513"/>
              <a:gd name="connsiteX2-12363" fmla="*/ 863892 w 2107590"/>
              <a:gd name="connsiteY2-12364" fmla="*/ 1345253 h 2160513"/>
              <a:gd name="connsiteX3-12365" fmla="*/ 1026241 w 2107590"/>
              <a:gd name="connsiteY3-12366" fmla="*/ 1144473 h 2160513"/>
              <a:gd name="connsiteX4-12367" fmla="*/ 908876 w 2107590"/>
              <a:gd name="connsiteY4-12368" fmla="*/ 743032 h 2160513"/>
              <a:gd name="connsiteX5-12369" fmla="*/ 1054863 w 2107590"/>
              <a:gd name="connsiteY5-12370" fmla="*/ 807021 h 2160513"/>
              <a:gd name="connsiteX6-12371" fmla="*/ 766732 w 2107590"/>
              <a:gd name="connsiteY6-12372" fmla="*/ 928463 h 2160513"/>
              <a:gd name="connsiteX7-12373" fmla="*/ 228569 w 2107590"/>
              <a:gd name="connsiteY7-12374" fmla="*/ 1030857 h 2160513"/>
              <a:gd name="connsiteX8-12375" fmla="*/ 102364 w 2107590"/>
              <a:gd name="connsiteY8-12376" fmla="*/ 578421 h 2160513"/>
              <a:gd name="connsiteX9-12377" fmla="*/ 334972 w 2107590"/>
              <a:gd name="connsiteY9-12378" fmla="*/ 266829 h 2160513"/>
              <a:gd name="connsiteX10-12379" fmla="*/ 754827 w 2107590"/>
              <a:gd name="connsiteY10-12380" fmla="*/ 47401 h 2160513"/>
              <a:gd name="connsiteX11-12381" fmla="*/ 759590 w 2107590"/>
              <a:gd name="connsiteY11-12382" fmla="*/ 95027 h 2160513"/>
              <a:gd name="connsiteX12-12383" fmla="*/ 771497 w 2107590"/>
              <a:gd name="connsiteY12-12384" fmla="*/ 35497 h 2160513"/>
              <a:gd name="connsiteX13-12385" fmla="*/ 1341273 w 2107590"/>
              <a:gd name="connsiteY13-12386" fmla="*/ 79182 h 2160513"/>
              <a:gd name="connsiteX14-12387" fmla="*/ 1369190 w 2107590"/>
              <a:gd name="connsiteY14-12388" fmla="*/ 92646 h 2160513"/>
              <a:gd name="connsiteX15-12389" fmla="*/ 1772045 w 2107590"/>
              <a:gd name="connsiteY15-12390" fmla="*/ 359840 h 2160513"/>
              <a:gd name="connsiteX16-12391" fmla="*/ 1752572 w 2107590"/>
              <a:gd name="connsiteY16-12392" fmla="*/ 342677 h 2160513"/>
              <a:gd name="connsiteX17-12393" fmla="*/ 2013140 w 2107590"/>
              <a:gd name="connsiteY17-12394" fmla="*/ 736265 h 2160513"/>
              <a:gd name="connsiteX18-12395" fmla="*/ 2004983 w 2107590"/>
              <a:gd name="connsiteY18-12396" fmla="*/ 716533 h 2160513"/>
              <a:gd name="connsiteX19-12397" fmla="*/ 2095472 w 2107590"/>
              <a:gd name="connsiteY19-12398" fmla="*/ 1073721 h 2160513"/>
              <a:gd name="connsiteX20-12399" fmla="*/ 1826390 w 2107590"/>
              <a:gd name="connsiteY20-12400" fmla="*/ 1311846 h 2160513"/>
              <a:gd name="connsiteX21-12401" fmla="*/ 1821627 w 2107590"/>
              <a:gd name="connsiteY21-12402" fmla="*/ 1264221 h 2160513"/>
              <a:gd name="connsiteX22-12403" fmla="*/ 1488252 w 2107590"/>
              <a:gd name="connsiteY22-12404" fmla="*/ 1595214 h 2160513"/>
              <a:gd name="connsiteX23-12405" fmla="*/ 1388239 w 2107590"/>
              <a:gd name="connsiteY23-12406" fmla="*/ 1492821 h 2160513"/>
              <a:gd name="connsiteX24-12407" fmla="*/ 1700184 w 2107590"/>
              <a:gd name="connsiteY24-12408" fmla="*/ 1107059 h 2160513"/>
              <a:gd name="connsiteX25-12409" fmla="*/ 1409671 w 2107590"/>
              <a:gd name="connsiteY25-12410" fmla="*/ 1116583 h 2160513"/>
              <a:gd name="connsiteX26-12411" fmla="*/ 1292990 w 2107590"/>
              <a:gd name="connsiteY26-12412" fmla="*/ 1273746 h 2160513"/>
              <a:gd name="connsiteX27-12413" fmla="*/ 1052483 w 2107590"/>
              <a:gd name="connsiteY27-12414" fmla="*/ 968946 h 2160513"/>
              <a:gd name="connsiteX28-12415" fmla="*/ 1288227 w 2107590"/>
              <a:gd name="connsiteY28-12416" fmla="*/ 699864 h 2160513"/>
              <a:gd name="connsiteX29-12417" fmla="*/ 516702 w 2107590"/>
              <a:gd name="connsiteY29-12418" fmla="*/ 737964 h 2160513"/>
              <a:gd name="connsiteX30-12419" fmla="*/ 828646 w 2107590"/>
              <a:gd name="connsiteY30-12420" fmla="*/ 945133 h 2160513"/>
              <a:gd name="connsiteX31-12421" fmla="*/ 373827 w 2107590"/>
              <a:gd name="connsiteY31-12422" fmla="*/ 852264 h 2160513"/>
              <a:gd name="connsiteX32-12423" fmla="*/ 935802 w 2107590"/>
              <a:gd name="connsiteY32-12424" fmla="*/ 390302 h 2160513"/>
              <a:gd name="connsiteX33-12425" fmla="*/ 1445389 w 2107590"/>
              <a:gd name="connsiteY33-12426" fmla="*/ 754633 h 2160513"/>
              <a:gd name="connsiteX34-12427" fmla="*/ 1383477 w 2107590"/>
              <a:gd name="connsiteY34-12428" fmla="*/ 857027 h 2160513"/>
              <a:gd name="connsiteX35-12429" fmla="*/ 1643033 w 2107590"/>
              <a:gd name="connsiteY35-12430" fmla="*/ 611758 h 2160513"/>
              <a:gd name="connsiteX36-12431" fmla="*/ 1795433 w 2107590"/>
              <a:gd name="connsiteY36-12432" fmla="*/ 723677 h 2160513"/>
              <a:gd name="connsiteX37-12433" fmla="*/ 1889668 w 2107590"/>
              <a:gd name="connsiteY37-12434" fmla="*/ 1175665 h 2160513"/>
              <a:gd name="connsiteX38-12435" fmla="*/ 1912797 w 2107590"/>
              <a:gd name="connsiteY38-12436" fmla="*/ 1135089 h 2160513"/>
              <a:gd name="connsiteX39-12437" fmla="*/ 1775980 w 2107590"/>
              <a:gd name="connsiteY39-12438" fmla="*/ 1553577 h 2160513"/>
              <a:gd name="connsiteX40-12439" fmla="*/ 1235792 w 2107590"/>
              <a:gd name="connsiteY40-12440" fmla="*/ 1580715 h 2160513"/>
              <a:gd name="connsiteX41-12441" fmla="*/ 1344220 w 2107590"/>
              <a:gd name="connsiteY41-12442" fmla="*/ 1905742 h 2160513"/>
              <a:gd name="connsiteX0-12443" fmla="*/ 1575697 w 2107590"/>
              <a:gd name="connsiteY0-12444" fmla="*/ 2160513 h 2160513"/>
              <a:gd name="connsiteX1-12445" fmla="*/ 956854 w 2107590"/>
              <a:gd name="connsiteY1-12446" fmla="*/ 1258279 h 2160513"/>
              <a:gd name="connsiteX2-12447" fmla="*/ 863892 w 2107590"/>
              <a:gd name="connsiteY2-12448" fmla="*/ 1345253 h 2160513"/>
              <a:gd name="connsiteX3-12449" fmla="*/ 1026241 w 2107590"/>
              <a:gd name="connsiteY3-12450" fmla="*/ 1144473 h 2160513"/>
              <a:gd name="connsiteX4-12451" fmla="*/ 908876 w 2107590"/>
              <a:gd name="connsiteY4-12452" fmla="*/ 743032 h 2160513"/>
              <a:gd name="connsiteX5-12453" fmla="*/ 1054863 w 2107590"/>
              <a:gd name="connsiteY5-12454" fmla="*/ 807021 h 2160513"/>
              <a:gd name="connsiteX6-12455" fmla="*/ 766732 w 2107590"/>
              <a:gd name="connsiteY6-12456" fmla="*/ 928463 h 2160513"/>
              <a:gd name="connsiteX7-12457" fmla="*/ 228569 w 2107590"/>
              <a:gd name="connsiteY7-12458" fmla="*/ 1030857 h 2160513"/>
              <a:gd name="connsiteX8-12459" fmla="*/ 102364 w 2107590"/>
              <a:gd name="connsiteY8-12460" fmla="*/ 578421 h 2160513"/>
              <a:gd name="connsiteX9-12461" fmla="*/ 334972 w 2107590"/>
              <a:gd name="connsiteY9-12462" fmla="*/ 266829 h 2160513"/>
              <a:gd name="connsiteX10-12463" fmla="*/ 754827 w 2107590"/>
              <a:gd name="connsiteY10-12464" fmla="*/ 47401 h 2160513"/>
              <a:gd name="connsiteX11-12465" fmla="*/ 759590 w 2107590"/>
              <a:gd name="connsiteY11-12466" fmla="*/ 95027 h 2160513"/>
              <a:gd name="connsiteX12-12467" fmla="*/ 771497 w 2107590"/>
              <a:gd name="connsiteY12-12468" fmla="*/ 35497 h 2160513"/>
              <a:gd name="connsiteX13-12469" fmla="*/ 1341273 w 2107590"/>
              <a:gd name="connsiteY13-12470" fmla="*/ 79182 h 2160513"/>
              <a:gd name="connsiteX14-12471" fmla="*/ 1369190 w 2107590"/>
              <a:gd name="connsiteY14-12472" fmla="*/ 92646 h 2160513"/>
              <a:gd name="connsiteX15-12473" fmla="*/ 1772045 w 2107590"/>
              <a:gd name="connsiteY15-12474" fmla="*/ 359840 h 2160513"/>
              <a:gd name="connsiteX16-12475" fmla="*/ 1752572 w 2107590"/>
              <a:gd name="connsiteY16-12476" fmla="*/ 342677 h 2160513"/>
              <a:gd name="connsiteX17-12477" fmla="*/ 2013140 w 2107590"/>
              <a:gd name="connsiteY17-12478" fmla="*/ 736265 h 2160513"/>
              <a:gd name="connsiteX18-12479" fmla="*/ 2004983 w 2107590"/>
              <a:gd name="connsiteY18-12480" fmla="*/ 716533 h 2160513"/>
              <a:gd name="connsiteX19-12481" fmla="*/ 2095472 w 2107590"/>
              <a:gd name="connsiteY19-12482" fmla="*/ 1073721 h 2160513"/>
              <a:gd name="connsiteX20-12483" fmla="*/ 1826390 w 2107590"/>
              <a:gd name="connsiteY20-12484" fmla="*/ 1311846 h 2160513"/>
              <a:gd name="connsiteX21-12485" fmla="*/ 1821627 w 2107590"/>
              <a:gd name="connsiteY21-12486" fmla="*/ 1264221 h 2160513"/>
              <a:gd name="connsiteX22-12487" fmla="*/ 1488252 w 2107590"/>
              <a:gd name="connsiteY22-12488" fmla="*/ 1595214 h 2160513"/>
              <a:gd name="connsiteX23-12489" fmla="*/ 1388239 w 2107590"/>
              <a:gd name="connsiteY23-12490" fmla="*/ 1492821 h 2160513"/>
              <a:gd name="connsiteX24-12491" fmla="*/ 1700184 w 2107590"/>
              <a:gd name="connsiteY24-12492" fmla="*/ 1107059 h 2160513"/>
              <a:gd name="connsiteX25-12493" fmla="*/ 1409671 w 2107590"/>
              <a:gd name="connsiteY25-12494" fmla="*/ 1116583 h 2160513"/>
              <a:gd name="connsiteX26-12495" fmla="*/ 1312040 w 2107590"/>
              <a:gd name="connsiteY26-12496" fmla="*/ 1278508 h 2160513"/>
              <a:gd name="connsiteX27-12497" fmla="*/ 1052483 w 2107590"/>
              <a:gd name="connsiteY27-12498" fmla="*/ 968946 h 2160513"/>
              <a:gd name="connsiteX28-12499" fmla="*/ 1288227 w 2107590"/>
              <a:gd name="connsiteY28-12500" fmla="*/ 699864 h 2160513"/>
              <a:gd name="connsiteX29-12501" fmla="*/ 516702 w 2107590"/>
              <a:gd name="connsiteY29-12502" fmla="*/ 737964 h 2160513"/>
              <a:gd name="connsiteX30-12503" fmla="*/ 828646 w 2107590"/>
              <a:gd name="connsiteY30-12504" fmla="*/ 945133 h 2160513"/>
              <a:gd name="connsiteX31-12505" fmla="*/ 373827 w 2107590"/>
              <a:gd name="connsiteY31-12506" fmla="*/ 852264 h 2160513"/>
              <a:gd name="connsiteX32-12507" fmla="*/ 935802 w 2107590"/>
              <a:gd name="connsiteY32-12508" fmla="*/ 390302 h 2160513"/>
              <a:gd name="connsiteX33-12509" fmla="*/ 1445389 w 2107590"/>
              <a:gd name="connsiteY33-12510" fmla="*/ 754633 h 2160513"/>
              <a:gd name="connsiteX34-12511" fmla="*/ 1383477 w 2107590"/>
              <a:gd name="connsiteY34-12512" fmla="*/ 857027 h 2160513"/>
              <a:gd name="connsiteX35-12513" fmla="*/ 1643033 w 2107590"/>
              <a:gd name="connsiteY35-12514" fmla="*/ 611758 h 2160513"/>
              <a:gd name="connsiteX36-12515" fmla="*/ 1795433 w 2107590"/>
              <a:gd name="connsiteY36-12516" fmla="*/ 723677 h 2160513"/>
              <a:gd name="connsiteX37-12517" fmla="*/ 1889668 w 2107590"/>
              <a:gd name="connsiteY37-12518" fmla="*/ 1175665 h 2160513"/>
              <a:gd name="connsiteX38-12519" fmla="*/ 1912797 w 2107590"/>
              <a:gd name="connsiteY38-12520" fmla="*/ 1135089 h 2160513"/>
              <a:gd name="connsiteX39-12521" fmla="*/ 1775980 w 2107590"/>
              <a:gd name="connsiteY39-12522" fmla="*/ 1553577 h 2160513"/>
              <a:gd name="connsiteX40-12523" fmla="*/ 1235792 w 2107590"/>
              <a:gd name="connsiteY40-12524" fmla="*/ 1580715 h 2160513"/>
              <a:gd name="connsiteX41-12525" fmla="*/ 1344220 w 2107590"/>
              <a:gd name="connsiteY41-12526" fmla="*/ 1905742 h 2160513"/>
              <a:gd name="connsiteX0-12527" fmla="*/ 1575697 w 2107590"/>
              <a:gd name="connsiteY0-12528" fmla="*/ 2160513 h 2160513"/>
              <a:gd name="connsiteX1-12529" fmla="*/ 956854 w 2107590"/>
              <a:gd name="connsiteY1-12530" fmla="*/ 1258279 h 2160513"/>
              <a:gd name="connsiteX2-12531" fmla="*/ 863892 w 2107590"/>
              <a:gd name="connsiteY2-12532" fmla="*/ 1345253 h 2160513"/>
              <a:gd name="connsiteX3-12533" fmla="*/ 1026241 w 2107590"/>
              <a:gd name="connsiteY3-12534" fmla="*/ 1144473 h 2160513"/>
              <a:gd name="connsiteX4-12535" fmla="*/ 908876 w 2107590"/>
              <a:gd name="connsiteY4-12536" fmla="*/ 743032 h 2160513"/>
              <a:gd name="connsiteX5-12537" fmla="*/ 1054863 w 2107590"/>
              <a:gd name="connsiteY5-12538" fmla="*/ 807021 h 2160513"/>
              <a:gd name="connsiteX6-12539" fmla="*/ 766732 w 2107590"/>
              <a:gd name="connsiteY6-12540" fmla="*/ 928463 h 2160513"/>
              <a:gd name="connsiteX7-12541" fmla="*/ 228569 w 2107590"/>
              <a:gd name="connsiteY7-12542" fmla="*/ 1030857 h 2160513"/>
              <a:gd name="connsiteX8-12543" fmla="*/ 102364 w 2107590"/>
              <a:gd name="connsiteY8-12544" fmla="*/ 578421 h 2160513"/>
              <a:gd name="connsiteX9-12545" fmla="*/ 334972 w 2107590"/>
              <a:gd name="connsiteY9-12546" fmla="*/ 266829 h 2160513"/>
              <a:gd name="connsiteX10-12547" fmla="*/ 754827 w 2107590"/>
              <a:gd name="connsiteY10-12548" fmla="*/ 47401 h 2160513"/>
              <a:gd name="connsiteX11-12549" fmla="*/ 759590 w 2107590"/>
              <a:gd name="connsiteY11-12550" fmla="*/ 95027 h 2160513"/>
              <a:gd name="connsiteX12-12551" fmla="*/ 771497 w 2107590"/>
              <a:gd name="connsiteY12-12552" fmla="*/ 35497 h 2160513"/>
              <a:gd name="connsiteX13-12553" fmla="*/ 1341273 w 2107590"/>
              <a:gd name="connsiteY13-12554" fmla="*/ 79182 h 2160513"/>
              <a:gd name="connsiteX14-12555" fmla="*/ 1369190 w 2107590"/>
              <a:gd name="connsiteY14-12556" fmla="*/ 92646 h 2160513"/>
              <a:gd name="connsiteX15-12557" fmla="*/ 1772045 w 2107590"/>
              <a:gd name="connsiteY15-12558" fmla="*/ 359840 h 2160513"/>
              <a:gd name="connsiteX16-12559" fmla="*/ 1752572 w 2107590"/>
              <a:gd name="connsiteY16-12560" fmla="*/ 342677 h 2160513"/>
              <a:gd name="connsiteX17-12561" fmla="*/ 2013140 w 2107590"/>
              <a:gd name="connsiteY17-12562" fmla="*/ 736265 h 2160513"/>
              <a:gd name="connsiteX18-12563" fmla="*/ 2004983 w 2107590"/>
              <a:gd name="connsiteY18-12564" fmla="*/ 716533 h 2160513"/>
              <a:gd name="connsiteX19-12565" fmla="*/ 2095472 w 2107590"/>
              <a:gd name="connsiteY19-12566" fmla="*/ 1073721 h 2160513"/>
              <a:gd name="connsiteX20-12567" fmla="*/ 1826390 w 2107590"/>
              <a:gd name="connsiteY20-12568" fmla="*/ 1311846 h 2160513"/>
              <a:gd name="connsiteX21-12569" fmla="*/ 1821627 w 2107590"/>
              <a:gd name="connsiteY21-12570" fmla="*/ 1264221 h 2160513"/>
              <a:gd name="connsiteX22-12571" fmla="*/ 1488252 w 2107590"/>
              <a:gd name="connsiteY22-12572" fmla="*/ 1595214 h 2160513"/>
              <a:gd name="connsiteX23-12573" fmla="*/ 1388239 w 2107590"/>
              <a:gd name="connsiteY23-12574" fmla="*/ 1492821 h 2160513"/>
              <a:gd name="connsiteX24-12575" fmla="*/ 1700184 w 2107590"/>
              <a:gd name="connsiteY24-12576" fmla="*/ 1107059 h 2160513"/>
              <a:gd name="connsiteX25-12577" fmla="*/ 1409671 w 2107590"/>
              <a:gd name="connsiteY25-12578" fmla="*/ 1116583 h 2160513"/>
              <a:gd name="connsiteX26-12579" fmla="*/ 1312040 w 2107590"/>
              <a:gd name="connsiteY26-12580" fmla="*/ 1278508 h 2160513"/>
              <a:gd name="connsiteX27-12581" fmla="*/ 1052483 w 2107590"/>
              <a:gd name="connsiteY27-12582" fmla="*/ 968946 h 2160513"/>
              <a:gd name="connsiteX28-12583" fmla="*/ 1288227 w 2107590"/>
              <a:gd name="connsiteY28-12584" fmla="*/ 699864 h 2160513"/>
              <a:gd name="connsiteX29-12585" fmla="*/ 516702 w 2107590"/>
              <a:gd name="connsiteY29-12586" fmla="*/ 737964 h 2160513"/>
              <a:gd name="connsiteX30-12587" fmla="*/ 828646 w 2107590"/>
              <a:gd name="connsiteY30-12588" fmla="*/ 945133 h 2160513"/>
              <a:gd name="connsiteX31-12589" fmla="*/ 373827 w 2107590"/>
              <a:gd name="connsiteY31-12590" fmla="*/ 852264 h 2160513"/>
              <a:gd name="connsiteX32-12591" fmla="*/ 935802 w 2107590"/>
              <a:gd name="connsiteY32-12592" fmla="*/ 390302 h 2160513"/>
              <a:gd name="connsiteX33-12593" fmla="*/ 1445389 w 2107590"/>
              <a:gd name="connsiteY33-12594" fmla="*/ 754633 h 2160513"/>
              <a:gd name="connsiteX34-12595" fmla="*/ 1383477 w 2107590"/>
              <a:gd name="connsiteY34-12596" fmla="*/ 857027 h 2160513"/>
              <a:gd name="connsiteX35-12597" fmla="*/ 1643033 w 2107590"/>
              <a:gd name="connsiteY35-12598" fmla="*/ 611758 h 2160513"/>
              <a:gd name="connsiteX36-12599" fmla="*/ 1795433 w 2107590"/>
              <a:gd name="connsiteY36-12600" fmla="*/ 723677 h 2160513"/>
              <a:gd name="connsiteX37-12601" fmla="*/ 1889668 w 2107590"/>
              <a:gd name="connsiteY37-12602" fmla="*/ 1175665 h 2160513"/>
              <a:gd name="connsiteX38-12603" fmla="*/ 1912797 w 2107590"/>
              <a:gd name="connsiteY38-12604" fmla="*/ 1135089 h 2160513"/>
              <a:gd name="connsiteX39-12605" fmla="*/ 1775980 w 2107590"/>
              <a:gd name="connsiteY39-12606" fmla="*/ 1553577 h 2160513"/>
              <a:gd name="connsiteX40-12607" fmla="*/ 1235792 w 2107590"/>
              <a:gd name="connsiteY40-12608" fmla="*/ 1580715 h 2160513"/>
              <a:gd name="connsiteX41-12609" fmla="*/ 1344220 w 2107590"/>
              <a:gd name="connsiteY41-12610" fmla="*/ 1905742 h 2160513"/>
              <a:gd name="connsiteX0-12611" fmla="*/ 1575697 w 2107590"/>
              <a:gd name="connsiteY0-12612" fmla="*/ 2160513 h 2160513"/>
              <a:gd name="connsiteX1-12613" fmla="*/ 956854 w 2107590"/>
              <a:gd name="connsiteY1-12614" fmla="*/ 1258279 h 2160513"/>
              <a:gd name="connsiteX2-12615" fmla="*/ 863892 w 2107590"/>
              <a:gd name="connsiteY2-12616" fmla="*/ 1345253 h 2160513"/>
              <a:gd name="connsiteX3-12617" fmla="*/ 1026241 w 2107590"/>
              <a:gd name="connsiteY3-12618" fmla="*/ 1144473 h 2160513"/>
              <a:gd name="connsiteX4-12619" fmla="*/ 908876 w 2107590"/>
              <a:gd name="connsiteY4-12620" fmla="*/ 743032 h 2160513"/>
              <a:gd name="connsiteX5-12621" fmla="*/ 1054863 w 2107590"/>
              <a:gd name="connsiteY5-12622" fmla="*/ 807021 h 2160513"/>
              <a:gd name="connsiteX6-12623" fmla="*/ 766732 w 2107590"/>
              <a:gd name="connsiteY6-12624" fmla="*/ 928463 h 2160513"/>
              <a:gd name="connsiteX7-12625" fmla="*/ 228569 w 2107590"/>
              <a:gd name="connsiteY7-12626" fmla="*/ 1030857 h 2160513"/>
              <a:gd name="connsiteX8-12627" fmla="*/ 102364 w 2107590"/>
              <a:gd name="connsiteY8-12628" fmla="*/ 578421 h 2160513"/>
              <a:gd name="connsiteX9-12629" fmla="*/ 334972 w 2107590"/>
              <a:gd name="connsiteY9-12630" fmla="*/ 266829 h 2160513"/>
              <a:gd name="connsiteX10-12631" fmla="*/ 754827 w 2107590"/>
              <a:gd name="connsiteY10-12632" fmla="*/ 47401 h 2160513"/>
              <a:gd name="connsiteX11-12633" fmla="*/ 759590 w 2107590"/>
              <a:gd name="connsiteY11-12634" fmla="*/ 95027 h 2160513"/>
              <a:gd name="connsiteX12-12635" fmla="*/ 771497 w 2107590"/>
              <a:gd name="connsiteY12-12636" fmla="*/ 35497 h 2160513"/>
              <a:gd name="connsiteX13-12637" fmla="*/ 1341273 w 2107590"/>
              <a:gd name="connsiteY13-12638" fmla="*/ 79182 h 2160513"/>
              <a:gd name="connsiteX14-12639" fmla="*/ 1369190 w 2107590"/>
              <a:gd name="connsiteY14-12640" fmla="*/ 92646 h 2160513"/>
              <a:gd name="connsiteX15-12641" fmla="*/ 1772045 w 2107590"/>
              <a:gd name="connsiteY15-12642" fmla="*/ 359840 h 2160513"/>
              <a:gd name="connsiteX16-12643" fmla="*/ 1752572 w 2107590"/>
              <a:gd name="connsiteY16-12644" fmla="*/ 342677 h 2160513"/>
              <a:gd name="connsiteX17-12645" fmla="*/ 2013140 w 2107590"/>
              <a:gd name="connsiteY17-12646" fmla="*/ 736265 h 2160513"/>
              <a:gd name="connsiteX18-12647" fmla="*/ 2004983 w 2107590"/>
              <a:gd name="connsiteY18-12648" fmla="*/ 716533 h 2160513"/>
              <a:gd name="connsiteX19-12649" fmla="*/ 2095472 w 2107590"/>
              <a:gd name="connsiteY19-12650" fmla="*/ 1073721 h 2160513"/>
              <a:gd name="connsiteX20-12651" fmla="*/ 1826390 w 2107590"/>
              <a:gd name="connsiteY20-12652" fmla="*/ 1311846 h 2160513"/>
              <a:gd name="connsiteX21-12653" fmla="*/ 1821627 w 2107590"/>
              <a:gd name="connsiteY21-12654" fmla="*/ 1264221 h 2160513"/>
              <a:gd name="connsiteX22-12655" fmla="*/ 1488252 w 2107590"/>
              <a:gd name="connsiteY22-12656" fmla="*/ 1595214 h 2160513"/>
              <a:gd name="connsiteX23-12657" fmla="*/ 1388239 w 2107590"/>
              <a:gd name="connsiteY23-12658" fmla="*/ 1492821 h 2160513"/>
              <a:gd name="connsiteX24-12659" fmla="*/ 1700184 w 2107590"/>
              <a:gd name="connsiteY24-12660" fmla="*/ 1107059 h 2160513"/>
              <a:gd name="connsiteX25-12661" fmla="*/ 1400146 w 2107590"/>
              <a:gd name="connsiteY25-12662" fmla="*/ 1133251 h 2160513"/>
              <a:gd name="connsiteX26-12663" fmla="*/ 1312040 w 2107590"/>
              <a:gd name="connsiteY26-12664" fmla="*/ 1278508 h 2160513"/>
              <a:gd name="connsiteX27-12665" fmla="*/ 1052483 w 2107590"/>
              <a:gd name="connsiteY27-12666" fmla="*/ 968946 h 2160513"/>
              <a:gd name="connsiteX28-12667" fmla="*/ 1288227 w 2107590"/>
              <a:gd name="connsiteY28-12668" fmla="*/ 699864 h 2160513"/>
              <a:gd name="connsiteX29-12669" fmla="*/ 516702 w 2107590"/>
              <a:gd name="connsiteY29-12670" fmla="*/ 737964 h 2160513"/>
              <a:gd name="connsiteX30-12671" fmla="*/ 828646 w 2107590"/>
              <a:gd name="connsiteY30-12672" fmla="*/ 945133 h 2160513"/>
              <a:gd name="connsiteX31-12673" fmla="*/ 373827 w 2107590"/>
              <a:gd name="connsiteY31-12674" fmla="*/ 852264 h 2160513"/>
              <a:gd name="connsiteX32-12675" fmla="*/ 935802 w 2107590"/>
              <a:gd name="connsiteY32-12676" fmla="*/ 390302 h 2160513"/>
              <a:gd name="connsiteX33-12677" fmla="*/ 1445389 w 2107590"/>
              <a:gd name="connsiteY33-12678" fmla="*/ 754633 h 2160513"/>
              <a:gd name="connsiteX34-12679" fmla="*/ 1383477 w 2107590"/>
              <a:gd name="connsiteY34-12680" fmla="*/ 857027 h 2160513"/>
              <a:gd name="connsiteX35-12681" fmla="*/ 1643033 w 2107590"/>
              <a:gd name="connsiteY35-12682" fmla="*/ 611758 h 2160513"/>
              <a:gd name="connsiteX36-12683" fmla="*/ 1795433 w 2107590"/>
              <a:gd name="connsiteY36-12684" fmla="*/ 723677 h 2160513"/>
              <a:gd name="connsiteX37-12685" fmla="*/ 1889668 w 2107590"/>
              <a:gd name="connsiteY37-12686" fmla="*/ 1175665 h 2160513"/>
              <a:gd name="connsiteX38-12687" fmla="*/ 1912797 w 2107590"/>
              <a:gd name="connsiteY38-12688" fmla="*/ 1135089 h 2160513"/>
              <a:gd name="connsiteX39-12689" fmla="*/ 1775980 w 2107590"/>
              <a:gd name="connsiteY39-12690" fmla="*/ 1553577 h 2160513"/>
              <a:gd name="connsiteX40-12691" fmla="*/ 1235792 w 2107590"/>
              <a:gd name="connsiteY40-12692" fmla="*/ 1580715 h 2160513"/>
              <a:gd name="connsiteX41-12693" fmla="*/ 1344220 w 2107590"/>
              <a:gd name="connsiteY41-12694" fmla="*/ 1905742 h 2160513"/>
              <a:gd name="connsiteX0-12695" fmla="*/ 1575697 w 2107590"/>
              <a:gd name="connsiteY0-12696" fmla="*/ 2160513 h 2160513"/>
              <a:gd name="connsiteX1-12697" fmla="*/ 956854 w 2107590"/>
              <a:gd name="connsiteY1-12698" fmla="*/ 1258279 h 2160513"/>
              <a:gd name="connsiteX2-12699" fmla="*/ 863892 w 2107590"/>
              <a:gd name="connsiteY2-12700" fmla="*/ 1345253 h 2160513"/>
              <a:gd name="connsiteX3-12701" fmla="*/ 1026241 w 2107590"/>
              <a:gd name="connsiteY3-12702" fmla="*/ 1144473 h 2160513"/>
              <a:gd name="connsiteX4-12703" fmla="*/ 908876 w 2107590"/>
              <a:gd name="connsiteY4-12704" fmla="*/ 743032 h 2160513"/>
              <a:gd name="connsiteX5-12705" fmla="*/ 1054863 w 2107590"/>
              <a:gd name="connsiteY5-12706" fmla="*/ 807021 h 2160513"/>
              <a:gd name="connsiteX6-12707" fmla="*/ 766732 w 2107590"/>
              <a:gd name="connsiteY6-12708" fmla="*/ 928463 h 2160513"/>
              <a:gd name="connsiteX7-12709" fmla="*/ 228569 w 2107590"/>
              <a:gd name="connsiteY7-12710" fmla="*/ 1030857 h 2160513"/>
              <a:gd name="connsiteX8-12711" fmla="*/ 102364 w 2107590"/>
              <a:gd name="connsiteY8-12712" fmla="*/ 578421 h 2160513"/>
              <a:gd name="connsiteX9-12713" fmla="*/ 334972 w 2107590"/>
              <a:gd name="connsiteY9-12714" fmla="*/ 266829 h 2160513"/>
              <a:gd name="connsiteX10-12715" fmla="*/ 754827 w 2107590"/>
              <a:gd name="connsiteY10-12716" fmla="*/ 47401 h 2160513"/>
              <a:gd name="connsiteX11-12717" fmla="*/ 759590 w 2107590"/>
              <a:gd name="connsiteY11-12718" fmla="*/ 95027 h 2160513"/>
              <a:gd name="connsiteX12-12719" fmla="*/ 771497 w 2107590"/>
              <a:gd name="connsiteY12-12720" fmla="*/ 35497 h 2160513"/>
              <a:gd name="connsiteX13-12721" fmla="*/ 1341273 w 2107590"/>
              <a:gd name="connsiteY13-12722" fmla="*/ 79182 h 2160513"/>
              <a:gd name="connsiteX14-12723" fmla="*/ 1369190 w 2107590"/>
              <a:gd name="connsiteY14-12724" fmla="*/ 92646 h 2160513"/>
              <a:gd name="connsiteX15-12725" fmla="*/ 1772045 w 2107590"/>
              <a:gd name="connsiteY15-12726" fmla="*/ 359840 h 2160513"/>
              <a:gd name="connsiteX16-12727" fmla="*/ 1752572 w 2107590"/>
              <a:gd name="connsiteY16-12728" fmla="*/ 342677 h 2160513"/>
              <a:gd name="connsiteX17-12729" fmla="*/ 2013140 w 2107590"/>
              <a:gd name="connsiteY17-12730" fmla="*/ 736265 h 2160513"/>
              <a:gd name="connsiteX18-12731" fmla="*/ 2004983 w 2107590"/>
              <a:gd name="connsiteY18-12732" fmla="*/ 716533 h 2160513"/>
              <a:gd name="connsiteX19-12733" fmla="*/ 2095472 w 2107590"/>
              <a:gd name="connsiteY19-12734" fmla="*/ 1073721 h 2160513"/>
              <a:gd name="connsiteX20-12735" fmla="*/ 1826390 w 2107590"/>
              <a:gd name="connsiteY20-12736" fmla="*/ 1311846 h 2160513"/>
              <a:gd name="connsiteX21-12737" fmla="*/ 1821627 w 2107590"/>
              <a:gd name="connsiteY21-12738" fmla="*/ 1264221 h 2160513"/>
              <a:gd name="connsiteX22-12739" fmla="*/ 1488252 w 2107590"/>
              <a:gd name="connsiteY22-12740" fmla="*/ 1595214 h 2160513"/>
              <a:gd name="connsiteX23-12741" fmla="*/ 1388239 w 2107590"/>
              <a:gd name="connsiteY23-12742" fmla="*/ 1492821 h 2160513"/>
              <a:gd name="connsiteX24-12743" fmla="*/ 1700184 w 2107590"/>
              <a:gd name="connsiteY24-12744" fmla="*/ 1107059 h 2160513"/>
              <a:gd name="connsiteX25-12745" fmla="*/ 1400146 w 2107590"/>
              <a:gd name="connsiteY25-12746" fmla="*/ 1133251 h 2160513"/>
              <a:gd name="connsiteX26-12747" fmla="*/ 1312040 w 2107590"/>
              <a:gd name="connsiteY26-12748" fmla="*/ 1278508 h 2160513"/>
              <a:gd name="connsiteX27-12749" fmla="*/ 1052483 w 2107590"/>
              <a:gd name="connsiteY27-12750" fmla="*/ 968946 h 2160513"/>
              <a:gd name="connsiteX28-12751" fmla="*/ 1288227 w 2107590"/>
              <a:gd name="connsiteY28-12752" fmla="*/ 699864 h 2160513"/>
              <a:gd name="connsiteX29-12753" fmla="*/ 516702 w 2107590"/>
              <a:gd name="connsiteY29-12754" fmla="*/ 737964 h 2160513"/>
              <a:gd name="connsiteX30-12755" fmla="*/ 828646 w 2107590"/>
              <a:gd name="connsiteY30-12756" fmla="*/ 945133 h 2160513"/>
              <a:gd name="connsiteX31-12757" fmla="*/ 373827 w 2107590"/>
              <a:gd name="connsiteY31-12758" fmla="*/ 852264 h 2160513"/>
              <a:gd name="connsiteX32-12759" fmla="*/ 935802 w 2107590"/>
              <a:gd name="connsiteY32-12760" fmla="*/ 390302 h 2160513"/>
              <a:gd name="connsiteX33-12761" fmla="*/ 1445389 w 2107590"/>
              <a:gd name="connsiteY33-12762" fmla="*/ 754633 h 2160513"/>
              <a:gd name="connsiteX34-12763" fmla="*/ 1383477 w 2107590"/>
              <a:gd name="connsiteY34-12764" fmla="*/ 857027 h 2160513"/>
              <a:gd name="connsiteX35-12765" fmla="*/ 1643033 w 2107590"/>
              <a:gd name="connsiteY35-12766" fmla="*/ 611758 h 2160513"/>
              <a:gd name="connsiteX36-12767" fmla="*/ 1795433 w 2107590"/>
              <a:gd name="connsiteY36-12768" fmla="*/ 723677 h 2160513"/>
              <a:gd name="connsiteX37-12769" fmla="*/ 1889668 w 2107590"/>
              <a:gd name="connsiteY37-12770" fmla="*/ 1175665 h 2160513"/>
              <a:gd name="connsiteX38-12771" fmla="*/ 1912797 w 2107590"/>
              <a:gd name="connsiteY38-12772" fmla="*/ 1135089 h 2160513"/>
              <a:gd name="connsiteX39-12773" fmla="*/ 1775980 w 2107590"/>
              <a:gd name="connsiteY39-12774" fmla="*/ 1553577 h 2160513"/>
              <a:gd name="connsiteX40-12775" fmla="*/ 1235792 w 2107590"/>
              <a:gd name="connsiteY40-12776" fmla="*/ 1580715 h 2160513"/>
              <a:gd name="connsiteX41-12777" fmla="*/ 1344220 w 2107590"/>
              <a:gd name="connsiteY41-12778" fmla="*/ 1905742 h 2160513"/>
              <a:gd name="connsiteX0-12779" fmla="*/ 1575697 w 2107590"/>
              <a:gd name="connsiteY0-12780" fmla="*/ 2160513 h 2160513"/>
              <a:gd name="connsiteX1-12781" fmla="*/ 956854 w 2107590"/>
              <a:gd name="connsiteY1-12782" fmla="*/ 1258279 h 2160513"/>
              <a:gd name="connsiteX2-12783" fmla="*/ 863892 w 2107590"/>
              <a:gd name="connsiteY2-12784" fmla="*/ 1345253 h 2160513"/>
              <a:gd name="connsiteX3-12785" fmla="*/ 1026241 w 2107590"/>
              <a:gd name="connsiteY3-12786" fmla="*/ 1144473 h 2160513"/>
              <a:gd name="connsiteX4-12787" fmla="*/ 908876 w 2107590"/>
              <a:gd name="connsiteY4-12788" fmla="*/ 743032 h 2160513"/>
              <a:gd name="connsiteX5-12789" fmla="*/ 1054863 w 2107590"/>
              <a:gd name="connsiteY5-12790" fmla="*/ 807021 h 2160513"/>
              <a:gd name="connsiteX6-12791" fmla="*/ 766732 w 2107590"/>
              <a:gd name="connsiteY6-12792" fmla="*/ 928463 h 2160513"/>
              <a:gd name="connsiteX7-12793" fmla="*/ 228569 w 2107590"/>
              <a:gd name="connsiteY7-12794" fmla="*/ 1030857 h 2160513"/>
              <a:gd name="connsiteX8-12795" fmla="*/ 102364 w 2107590"/>
              <a:gd name="connsiteY8-12796" fmla="*/ 578421 h 2160513"/>
              <a:gd name="connsiteX9-12797" fmla="*/ 334972 w 2107590"/>
              <a:gd name="connsiteY9-12798" fmla="*/ 266829 h 2160513"/>
              <a:gd name="connsiteX10-12799" fmla="*/ 754827 w 2107590"/>
              <a:gd name="connsiteY10-12800" fmla="*/ 47401 h 2160513"/>
              <a:gd name="connsiteX11-12801" fmla="*/ 759590 w 2107590"/>
              <a:gd name="connsiteY11-12802" fmla="*/ 95027 h 2160513"/>
              <a:gd name="connsiteX12-12803" fmla="*/ 771497 w 2107590"/>
              <a:gd name="connsiteY12-12804" fmla="*/ 35497 h 2160513"/>
              <a:gd name="connsiteX13-12805" fmla="*/ 1341273 w 2107590"/>
              <a:gd name="connsiteY13-12806" fmla="*/ 79182 h 2160513"/>
              <a:gd name="connsiteX14-12807" fmla="*/ 1369190 w 2107590"/>
              <a:gd name="connsiteY14-12808" fmla="*/ 92646 h 2160513"/>
              <a:gd name="connsiteX15-12809" fmla="*/ 1772045 w 2107590"/>
              <a:gd name="connsiteY15-12810" fmla="*/ 359840 h 2160513"/>
              <a:gd name="connsiteX16-12811" fmla="*/ 1752572 w 2107590"/>
              <a:gd name="connsiteY16-12812" fmla="*/ 342677 h 2160513"/>
              <a:gd name="connsiteX17-12813" fmla="*/ 2013140 w 2107590"/>
              <a:gd name="connsiteY17-12814" fmla="*/ 736265 h 2160513"/>
              <a:gd name="connsiteX18-12815" fmla="*/ 2004983 w 2107590"/>
              <a:gd name="connsiteY18-12816" fmla="*/ 716533 h 2160513"/>
              <a:gd name="connsiteX19-12817" fmla="*/ 2095472 w 2107590"/>
              <a:gd name="connsiteY19-12818" fmla="*/ 1073721 h 2160513"/>
              <a:gd name="connsiteX20-12819" fmla="*/ 1826390 w 2107590"/>
              <a:gd name="connsiteY20-12820" fmla="*/ 1311846 h 2160513"/>
              <a:gd name="connsiteX21-12821" fmla="*/ 1821627 w 2107590"/>
              <a:gd name="connsiteY21-12822" fmla="*/ 1264221 h 2160513"/>
              <a:gd name="connsiteX22-12823" fmla="*/ 1488252 w 2107590"/>
              <a:gd name="connsiteY22-12824" fmla="*/ 1595214 h 2160513"/>
              <a:gd name="connsiteX23-12825" fmla="*/ 1388239 w 2107590"/>
              <a:gd name="connsiteY23-12826" fmla="*/ 1492821 h 2160513"/>
              <a:gd name="connsiteX24-12827" fmla="*/ 1700184 w 2107590"/>
              <a:gd name="connsiteY24-12828" fmla="*/ 1107059 h 2160513"/>
              <a:gd name="connsiteX25-12829" fmla="*/ 1400146 w 2107590"/>
              <a:gd name="connsiteY25-12830" fmla="*/ 1133251 h 2160513"/>
              <a:gd name="connsiteX26-12831" fmla="*/ 1326328 w 2107590"/>
              <a:gd name="connsiteY26-12832" fmla="*/ 1283271 h 2160513"/>
              <a:gd name="connsiteX27-12833" fmla="*/ 1052483 w 2107590"/>
              <a:gd name="connsiteY27-12834" fmla="*/ 968946 h 2160513"/>
              <a:gd name="connsiteX28-12835" fmla="*/ 1288227 w 2107590"/>
              <a:gd name="connsiteY28-12836" fmla="*/ 699864 h 2160513"/>
              <a:gd name="connsiteX29-12837" fmla="*/ 516702 w 2107590"/>
              <a:gd name="connsiteY29-12838" fmla="*/ 737964 h 2160513"/>
              <a:gd name="connsiteX30-12839" fmla="*/ 828646 w 2107590"/>
              <a:gd name="connsiteY30-12840" fmla="*/ 945133 h 2160513"/>
              <a:gd name="connsiteX31-12841" fmla="*/ 373827 w 2107590"/>
              <a:gd name="connsiteY31-12842" fmla="*/ 852264 h 2160513"/>
              <a:gd name="connsiteX32-12843" fmla="*/ 935802 w 2107590"/>
              <a:gd name="connsiteY32-12844" fmla="*/ 390302 h 2160513"/>
              <a:gd name="connsiteX33-12845" fmla="*/ 1445389 w 2107590"/>
              <a:gd name="connsiteY33-12846" fmla="*/ 754633 h 2160513"/>
              <a:gd name="connsiteX34-12847" fmla="*/ 1383477 w 2107590"/>
              <a:gd name="connsiteY34-12848" fmla="*/ 857027 h 2160513"/>
              <a:gd name="connsiteX35-12849" fmla="*/ 1643033 w 2107590"/>
              <a:gd name="connsiteY35-12850" fmla="*/ 611758 h 2160513"/>
              <a:gd name="connsiteX36-12851" fmla="*/ 1795433 w 2107590"/>
              <a:gd name="connsiteY36-12852" fmla="*/ 723677 h 2160513"/>
              <a:gd name="connsiteX37-12853" fmla="*/ 1889668 w 2107590"/>
              <a:gd name="connsiteY37-12854" fmla="*/ 1175665 h 2160513"/>
              <a:gd name="connsiteX38-12855" fmla="*/ 1912797 w 2107590"/>
              <a:gd name="connsiteY38-12856" fmla="*/ 1135089 h 2160513"/>
              <a:gd name="connsiteX39-12857" fmla="*/ 1775980 w 2107590"/>
              <a:gd name="connsiteY39-12858" fmla="*/ 1553577 h 2160513"/>
              <a:gd name="connsiteX40-12859" fmla="*/ 1235792 w 2107590"/>
              <a:gd name="connsiteY40-12860" fmla="*/ 1580715 h 2160513"/>
              <a:gd name="connsiteX41-12861" fmla="*/ 1344220 w 2107590"/>
              <a:gd name="connsiteY41-12862" fmla="*/ 1905742 h 2160513"/>
              <a:gd name="connsiteX0-12863" fmla="*/ 1575697 w 2107590"/>
              <a:gd name="connsiteY0-12864" fmla="*/ 2160513 h 2160513"/>
              <a:gd name="connsiteX1-12865" fmla="*/ 956854 w 2107590"/>
              <a:gd name="connsiteY1-12866" fmla="*/ 1258279 h 2160513"/>
              <a:gd name="connsiteX2-12867" fmla="*/ 863892 w 2107590"/>
              <a:gd name="connsiteY2-12868" fmla="*/ 1345253 h 2160513"/>
              <a:gd name="connsiteX3-12869" fmla="*/ 1026241 w 2107590"/>
              <a:gd name="connsiteY3-12870" fmla="*/ 1144473 h 2160513"/>
              <a:gd name="connsiteX4-12871" fmla="*/ 908876 w 2107590"/>
              <a:gd name="connsiteY4-12872" fmla="*/ 743032 h 2160513"/>
              <a:gd name="connsiteX5-12873" fmla="*/ 1054863 w 2107590"/>
              <a:gd name="connsiteY5-12874" fmla="*/ 807021 h 2160513"/>
              <a:gd name="connsiteX6-12875" fmla="*/ 766732 w 2107590"/>
              <a:gd name="connsiteY6-12876" fmla="*/ 928463 h 2160513"/>
              <a:gd name="connsiteX7-12877" fmla="*/ 228569 w 2107590"/>
              <a:gd name="connsiteY7-12878" fmla="*/ 1030857 h 2160513"/>
              <a:gd name="connsiteX8-12879" fmla="*/ 102364 w 2107590"/>
              <a:gd name="connsiteY8-12880" fmla="*/ 578421 h 2160513"/>
              <a:gd name="connsiteX9-12881" fmla="*/ 334972 w 2107590"/>
              <a:gd name="connsiteY9-12882" fmla="*/ 266829 h 2160513"/>
              <a:gd name="connsiteX10-12883" fmla="*/ 754827 w 2107590"/>
              <a:gd name="connsiteY10-12884" fmla="*/ 47401 h 2160513"/>
              <a:gd name="connsiteX11-12885" fmla="*/ 759590 w 2107590"/>
              <a:gd name="connsiteY11-12886" fmla="*/ 95027 h 2160513"/>
              <a:gd name="connsiteX12-12887" fmla="*/ 771497 w 2107590"/>
              <a:gd name="connsiteY12-12888" fmla="*/ 35497 h 2160513"/>
              <a:gd name="connsiteX13-12889" fmla="*/ 1341273 w 2107590"/>
              <a:gd name="connsiteY13-12890" fmla="*/ 79182 h 2160513"/>
              <a:gd name="connsiteX14-12891" fmla="*/ 1369190 w 2107590"/>
              <a:gd name="connsiteY14-12892" fmla="*/ 92646 h 2160513"/>
              <a:gd name="connsiteX15-12893" fmla="*/ 1772045 w 2107590"/>
              <a:gd name="connsiteY15-12894" fmla="*/ 359840 h 2160513"/>
              <a:gd name="connsiteX16-12895" fmla="*/ 1752572 w 2107590"/>
              <a:gd name="connsiteY16-12896" fmla="*/ 342677 h 2160513"/>
              <a:gd name="connsiteX17-12897" fmla="*/ 2013140 w 2107590"/>
              <a:gd name="connsiteY17-12898" fmla="*/ 736265 h 2160513"/>
              <a:gd name="connsiteX18-12899" fmla="*/ 2004983 w 2107590"/>
              <a:gd name="connsiteY18-12900" fmla="*/ 716533 h 2160513"/>
              <a:gd name="connsiteX19-12901" fmla="*/ 2095472 w 2107590"/>
              <a:gd name="connsiteY19-12902" fmla="*/ 1073721 h 2160513"/>
              <a:gd name="connsiteX20-12903" fmla="*/ 1826390 w 2107590"/>
              <a:gd name="connsiteY20-12904" fmla="*/ 1311846 h 2160513"/>
              <a:gd name="connsiteX21-12905" fmla="*/ 1821627 w 2107590"/>
              <a:gd name="connsiteY21-12906" fmla="*/ 1264221 h 2160513"/>
              <a:gd name="connsiteX22-12907" fmla="*/ 1488252 w 2107590"/>
              <a:gd name="connsiteY22-12908" fmla="*/ 1595214 h 2160513"/>
              <a:gd name="connsiteX23-12909" fmla="*/ 1388239 w 2107590"/>
              <a:gd name="connsiteY23-12910" fmla="*/ 1492821 h 2160513"/>
              <a:gd name="connsiteX24-12911" fmla="*/ 1700184 w 2107590"/>
              <a:gd name="connsiteY24-12912" fmla="*/ 1107059 h 2160513"/>
              <a:gd name="connsiteX25-12913" fmla="*/ 1400146 w 2107590"/>
              <a:gd name="connsiteY25-12914" fmla="*/ 1133251 h 2160513"/>
              <a:gd name="connsiteX26-12915" fmla="*/ 1326328 w 2107590"/>
              <a:gd name="connsiteY26-12916" fmla="*/ 1283271 h 2160513"/>
              <a:gd name="connsiteX27-12917" fmla="*/ 1052483 w 2107590"/>
              <a:gd name="connsiteY27-12918" fmla="*/ 968946 h 2160513"/>
              <a:gd name="connsiteX28-12919" fmla="*/ 1288227 w 2107590"/>
              <a:gd name="connsiteY28-12920" fmla="*/ 699864 h 2160513"/>
              <a:gd name="connsiteX29-12921" fmla="*/ 516702 w 2107590"/>
              <a:gd name="connsiteY29-12922" fmla="*/ 737964 h 2160513"/>
              <a:gd name="connsiteX30-12923" fmla="*/ 828646 w 2107590"/>
              <a:gd name="connsiteY30-12924" fmla="*/ 945133 h 2160513"/>
              <a:gd name="connsiteX31-12925" fmla="*/ 373827 w 2107590"/>
              <a:gd name="connsiteY31-12926" fmla="*/ 852264 h 2160513"/>
              <a:gd name="connsiteX32-12927" fmla="*/ 935802 w 2107590"/>
              <a:gd name="connsiteY32-12928" fmla="*/ 390302 h 2160513"/>
              <a:gd name="connsiteX33-12929" fmla="*/ 1445389 w 2107590"/>
              <a:gd name="connsiteY33-12930" fmla="*/ 754633 h 2160513"/>
              <a:gd name="connsiteX34-12931" fmla="*/ 1383477 w 2107590"/>
              <a:gd name="connsiteY34-12932" fmla="*/ 857027 h 2160513"/>
              <a:gd name="connsiteX35-12933" fmla="*/ 1643033 w 2107590"/>
              <a:gd name="connsiteY35-12934" fmla="*/ 611758 h 2160513"/>
              <a:gd name="connsiteX36-12935" fmla="*/ 1795433 w 2107590"/>
              <a:gd name="connsiteY36-12936" fmla="*/ 723677 h 2160513"/>
              <a:gd name="connsiteX37-12937" fmla="*/ 1889668 w 2107590"/>
              <a:gd name="connsiteY37-12938" fmla="*/ 1175665 h 2160513"/>
              <a:gd name="connsiteX38-12939" fmla="*/ 1912797 w 2107590"/>
              <a:gd name="connsiteY38-12940" fmla="*/ 1135089 h 2160513"/>
              <a:gd name="connsiteX39-12941" fmla="*/ 1775980 w 2107590"/>
              <a:gd name="connsiteY39-12942" fmla="*/ 1553577 h 2160513"/>
              <a:gd name="connsiteX40-12943" fmla="*/ 1235792 w 2107590"/>
              <a:gd name="connsiteY40-12944" fmla="*/ 1580715 h 2160513"/>
              <a:gd name="connsiteX41-12945" fmla="*/ 1344220 w 2107590"/>
              <a:gd name="connsiteY41-12946" fmla="*/ 1905742 h 2160513"/>
              <a:gd name="connsiteX0-12947" fmla="*/ 1575697 w 2107590"/>
              <a:gd name="connsiteY0-12948" fmla="*/ 2160513 h 2160513"/>
              <a:gd name="connsiteX1-12949" fmla="*/ 956854 w 2107590"/>
              <a:gd name="connsiteY1-12950" fmla="*/ 1258279 h 2160513"/>
              <a:gd name="connsiteX2-12951" fmla="*/ 863892 w 2107590"/>
              <a:gd name="connsiteY2-12952" fmla="*/ 1345253 h 2160513"/>
              <a:gd name="connsiteX3-12953" fmla="*/ 1026241 w 2107590"/>
              <a:gd name="connsiteY3-12954" fmla="*/ 1144473 h 2160513"/>
              <a:gd name="connsiteX4-12955" fmla="*/ 908876 w 2107590"/>
              <a:gd name="connsiteY4-12956" fmla="*/ 743032 h 2160513"/>
              <a:gd name="connsiteX5-12957" fmla="*/ 1054863 w 2107590"/>
              <a:gd name="connsiteY5-12958" fmla="*/ 807021 h 2160513"/>
              <a:gd name="connsiteX6-12959" fmla="*/ 766732 w 2107590"/>
              <a:gd name="connsiteY6-12960" fmla="*/ 928463 h 2160513"/>
              <a:gd name="connsiteX7-12961" fmla="*/ 228569 w 2107590"/>
              <a:gd name="connsiteY7-12962" fmla="*/ 1030857 h 2160513"/>
              <a:gd name="connsiteX8-12963" fmla="*/ 102364 w 2107590"/>
              <a:gd name="connsiteY8-12964" fmla="*/ 578421 h 2160513"/>
              <a:gd name="connsiteX9-12965" fmla="*/ 334972 w 2107590"/>
              <a:gd name="connsiteY9-12966" fmla="*/ 266829 h 2160513"/>
              <a:gd name="connsiteX10-12967" fmla="*/ 754827 w 2107590"/>
              <a:gd name="connsiteY10-12968" fmla="*/ 47401 h 2160513"/>
              <a:gd name="connsiteX11-12969" fmla="*/ 759590 w 2107590"/>
              <a:gd name="connsiteY11-12970" fmla="*/ 95027 h 2160513"/>
              <a:gd name="connsiteX12-12971" fmla="*/ 771497 w 2107590"/>
              <a:gd name="connsiteY12-12972" fmla="*/ 35497 h 2160513"/>
              <a:gd name="connsiteX13-12973" fmla="*/ 1341273 w 2107590"/>
              <a:gd name="connsiteY13-12974" fmla="*/ 79182 h 2160513"/>
              <a:gd name="connsiteX14-12975" fmla="*/ 1369190 w 2107590"/>
              <a:gd name="connsiteY14-12976" fmla="*/ 92646 h 2160513"/>
              <a:gd name="connsiteX15-12977" fmla="*/ 1772045 w 2107590"/>
              <a:gd name="connsiteY15-12978" fmla="*/ 359840 h 2160513"/>
              <a:gd name="connsiteX16-12979" fmla="*/ 1752572 w 2107590"/>
              <a:gd name="connsiteY16-12980" fmla="*/ 342677 h 2160513"/>
              <a:gd name="connsiteX17-12981" fmla="*/ 2013140 w 2107590"/>
              <a:gd name="connsiteY17-12982" fmla="*/ 736265 h 2160513"/>
              <a:gd name="connsiteX18-12983" fmla="*/ 2004983 w 2107590"/>
              <a:gd name="connsiteY18-12984" fmla="*/ 716533 h 2160513"/>
              <a:gd name="connsiteX19-12985" fmla="*/ 2095472 w 2107590"/>
              <a:gd name="connsiteY19-12986" fmla="*/ 1073721 h 2160513"/>
              <a:gd name="connsiteX20-12987" fmla="*/ 1826390 w 2107590"/>
              <a:gd name="connsiteY20-12988" fmla="*/ 1311846 h 2160513"/>
              <a:gd name="connsiteX21-12989" fmla="*/ 1821627 w 2107590"/>
              <a:gd name="connsiteY21-12990" fmla="*/ 1264221 h 2160513"/>
              <a:gd name="connsiteX22-12991" fmla="*/ 1488252 w 2107590"/>
              <a:gd name="connsiteY22-12992" fmla="*/ 1595214 h 2160513"/>
              <a:gd name="connsiteX23-12993" fmla="*/ 1388239 w 2107590"/>
              <a:gd name="connsiteY23-12994" fmla="*/ 1492821 h 2160513"/>
              <a:gd name="connsiteX24-12995" fmla="*/ 1700184 w 2107590"/>
              <a:gd name="connsiteY24-12996" fmla="*/ 1107059 h 2160513"/>
              <a:gd name="connsiteX25-12997" fmla="*/ 1400146 w 2107590"/>
              <a:gd name="connsiteY25-12998" fmla="*/ 1133251 h 2160513"/>
              <a:gd name="connsiteX26-12999" fmla="*/ 1326328 w 2107590"/>
              <a:gd name="connsiteY26-13000" fmla="*/ 1283271 h 2160513"/>
              <a:gd name="connsiteX27-13001" fmla="*/ 1052483 w 2107590"/>
              <a:gd name="connsiteY27-13002" fmla="*/ 968946 h 2160513"/>
              <a:gd name="connsiteX28-13003" fmla="*/ 1288227 w 2107590"/>
              <a:gd name="connsiteY28-13004" fmla="*/ 699864 h 2160513"/>
              <a:gd name="connsiteX29-13005" fmla="*/ 516702 w 2107590"/>
              <a:gd name="connsiteY29-13006" fmla="*/ 737964 h 2160513"/>
              <a:gd name="connsiteX30-13007" fmla="*/ 828646 w 2107590"/>
              <a:gd name="connsiteY30-13008" fmla="*/ 945133 h 2160513"/>
              <a:gd name="connsiteX31-13009" fmla="*/ 373827 w 2107590"/>
              <a:gd name="connsiteY31-13010" fmla="*/ 852264 h 2160513"/>
              <a:gd name="connsiteX32-13011" fmla="*/ 935802 w 2107590"/>
              <a:gd name="connsiteY32-13012" fmla="*/ 390302 h 2160513"/>
              <a:gd name="connsiteX33-13013" fmla="*/ 1445389 w 2107590"/>
              <a:gd name="connsiteY33-13014" fmla="*/ 754633 h 2160513"/>
              <a:gd name="connsiteX34-13015" fmla="*/ 1383477 w 2107590"/>
              <a:gd name="connsiteY34-13016" fmla="*/ 857027 h 2160513"/>
              <a:gd name="connsiteX35-13017" fmla="*/ 1643033 w 2107590"/>
              <a:gd name="connsiteY35-13018" fmla="*/ 611758 h 2160513"/>
              <a:gd name="connsiteX36-13019" fmla="*/ 1795433 w 2107590"/>
              <a:gd name="connsiteY36-13020" fmla="*/ 723677 h 2160513"/>
              <a:gd name="connsiteX37-13021" fmla="*/ 1889668 w 2107590"/>
              <a:gd name="connsiteY37-13022" fmla="*/ 1175665 h 2160513"/>
              <a:gd name="connsiteX38-13023" fmla="*/ 1912797 w 2107590"/>
              <a:gd name="connsiteY38-13024" fmla="*/ 1135089 h 2160513"/>
              <a:gd name="connsiteX39-13025" fmla="*/ 1775980 w 2107590"/>
              <a:gd name="connsiteY39-13026" fmla="*/ 1553577 h 2160513"/>
              <a:gd name="connsiteX40-13027" fmla="*/ 1235792 w 2107590"/>
              <a:gd name="connsiteY40-13028" fmla="*/ 1580715 h 2160513"/>
              <a:gd name="connsiteX41-13029" fmla="*/ 1344220 w 2107590"/>
              <a:gd name="connsiteY41-13030" fmla="*/ 1905742 h 2160513"/>
              <a:gd name="connsiteX0-13031" fmla="*/ 1575697 w 2107590"/>
              <a:gd name="connsiteY0-13032" fmla="*/ 2160513 h 2160513"/>
              <a:gd name="connsiteX1-13033" fmla="*/ 956854 w 2107590"/>
              <a:gd name="connsiteY1-13034" fmla="*/ 1258279 h 2160513"/>
              <a:gd name="connsiteX2-13035" fmla="*/ 863892 w 2107590"/>
              <a:gd name="connsiteY2-13036" fmla="*/ 1345253 h 2160513"/>
              <a:gd name="connsiteX3-13037" fmla="*/ 1026241 w 2107590"/>
              <a:gd name="connsiteY3-13038" fmla="*/ 1144473 h 2160513"/>
              <a:gd name="connsiteX4-13039" fmla="*/ 908876 w 2107590"/>
              <a:gd name="connsiteY4-13040" fmla="*/ 743032 h 2160513"/>
              <a:gd name="connsiteX5-13041" fmla="*/ 1054863 w 2107590"/>
              <a:gd name="connsiteY5-13042" fmla="*/ 807021 h 2160513"/>
              <a:gd name="connsiteX6-13043" fmla="*/ 766732 w 2107590"/>
              <a:gd name="connsiteY6-13044" fmla="*/ 928463 h 2160513"/>
              <a:gd name="connsiteX7-13045" fmla="*/ 228569 w 2107590"/>
              <a:gd name="connsiteY7-13046" fmla="*/ 1030857 h 2160513"/>
              <a:gd name="connsiteX8-13047" fmla="*/ 102364 w 2107590"/>
              <a:gd name="connsiteY8-13048" fmla="*/ 578421 h 2160513"/>
              <a:gd name="connsiteX9-13049" fmla="*/ 334972 w 2107590"/>
              <a:gd name="connsiteY9-13050" fmla="*/ 266829 h 2160513"/>
              <a:gd name="connsiteX10-13051" fmla="*/ 754827 w 2107590"/>
              <a:gd name="connsiteY10-13052" fmla="*/ 47401 h 2160513"/>
              <a:gd name="connsiteX11-13053" fmla="*/ 759590 w 2107590"/>
              <a:gd name="connsiteY11-13054" fmla="*/ 95027 h 2160513"/>
              <a:gd name="connsiteX12-13055" fmla="*/ 771497 w 2107590"/>
              <a:gd name="connsiteY12-13056" fmla="*/ 35497 h 2160513"/>
              <a:gd name="connsiteX13-13057" fmla="*/ 1341273 w 2107590"/>
              <a:gd name="connsiteY13-13058" fmla="*/ 79182 h 2160513"/>
              <a:gd name="connsiteX14-13059" fmla="*/ 1369190 w 2107590"/>
              <a:gd name="connsiteY14-13060" fmla="*/ 92646 h 2160513"/>
              <a:gd name="connsiteX15-13061" fmla="*/ 1772045 w 2107590"/>
              <a:gd name="connsiteY15-13062" fmla="*/ 359840 h 2160513"/>
              <a:gd name="connsiteX16-13063" fmla="*/ 1752572 w 2107590"/>
              <a:gd name="connsiteY16-13064" fmla="*/ 342677 h 2160513"/>
              <a:gd name="connsiteX17-13065" fmla="*/ 2013140 w 2107590"/>
              <a:gd name="connsiteY17-13066" fmla="*/ 736265 h 2160513"/>
              <a:gd name="connsiteX18-13067" fmla="*/ 2004983 w 2107590"/>
              <a:gd name="connsiteY18-13068" fmla="*/ 716533 h 2160513"/>
              <a:gd name="connsiteX19-13069" fmla="*/ 2095472 w 2107590"/>
              <a:gd name="connsiteY19-13070" fmla="*/ 1073721 h 2160513"/>
              <a:gd name="connsiteX20-13071" fmla="*/ 1826390 w 2107590"/>
              <a:gd name="connsiteY20-13072" fmla="*/ 1311846 h 2160513"/>
              <a:gd name="connsiteX21-13073" fmla="*/ 1821627 w 2107590"/>
              <a:gd name="connsiteY21-13074" fmla="*/ 1264221 h 2160513"/>
              <a:gd name="connsiteX22-13075" fmla="*/ 1488252 w 2107590"/>
              <a:gd name="connsiteY22-13076" fmla="*/ 1595214 h 2160513"/>
              <a:gd name="connsiteX23-13077" fmla="*/ 1388239 w 2107590"/>
              <a:gd name="connsiteY23-13078" fmla="*/ 1492821 h 2160513"/>
              <a:gd name="connsiteX24-13079" fmla="*/ 1700184 w 2107590"/>
              <a:gd name="connsiteY24-13080" fmla="*/ 1107059 h 2160513"/>
              <a:gd name="connsiteX25-13081" fmla="*/ 1400146 w 2107590"/>
              <a:gd name="connsiteY25-13082" fmla="*/ 1133251 h 2160513"/>
              <a:gd name="connsiteX26-13083" fmla="*/ 1326328 w 2107590"/>
              <a:gd name="connsiteY26-13084" fmla="*/ 1283271 h 2160513"/>
              <a:gd name="connsiteX27-13085" fmla="*/ 1052483 w 2107590"/>
              <a:gd name="connsiteY27-13086" fmla="*/ 968946 h 2160513"/>
              <a:gd name="connsiteX28-13087" fmla="*/ 1288227 w 2107590"/>
              <a:gd name="connsiteY28-13088" fmla="*/ 699864 h 2160513"/>
              <a:gd name="connsiteX29-13089" fmla="*/ 516702 w 2107590"/>
              <a:gd name="connsiteY29-13090" fmla="*/ 737964 h 2160513"/>
              <a:gd name="connsiteX30-13091" fmla="*/ 828646 w 2107590"/>
              <a:gd name="connsiteY30-13092" fmla="*/ 945133 h 2160513"/>
              <a:gd name="connsiteX31-13093" fmla="*/ 373827 w 2107590"/>
              <a:gd name="connsiteY31-13094" fmla="*/ 852264 h 2160513"/>
              <a:gd name="connsiteX32-13095" fmla="*/ 935802 w 2107590"/>
              <a:gd name="connsiteY32-13096" fmla="*/ 390302 h 2160513"/>
              <a:gd name="connsiteX33-13097" fmla="*/ 1445389 w 2107590"/>
              <a:gd name="connsiteY33-13098" fmla="*/ 754633 h 2160513"/>
              <a:gd name="connsiteX34-13099" fmla="*/ 1383477 w 2107590"/>
              <a:gd name="connsiteY34-13100" fmla="*/ 857027 h 2160513"/>
              <a:gd name="connsiteX35-13101" fmla="*/ 1643033 w 2107590"/>
              <a:gd name="connsiteY35-13102" fmla="*/ 611758 h 2160513"/>
              <a:gd name="connsiteX36-13103" fmla="*/ 1795433 w 2107590"/>
              <a:gd name="connsiteY36-13104" fmla="*/ 723677 h 2160513"/>
              <a:gd name="connsiteX37-13105" fmla="*/ 1889668 w 2107590"/>
              <a:gd name="connsiteY37-13106" fmla="*/ 1175665 h 2160513"/>
              <a:gd name="connsiteX38-13107" fmla="*/ 1912797 w 2107590"/>
              <a:gd name="connsiteY38-13108" fmla="*/ 1135089 h 2160513"/>
              <a:gd name="connsiteX39-13109" fmla="*/ 1775980 w 2107590"/>
              <a:gd name="connsiteY39-13110" fmla="*/ 1553577 h 2160513"/>
              <a:gd name="connsiteX40-13111" fmla="*/ 1235792 w 2107590"/>
              <a:gd name="connsiteY40-13112" fmla="*/ 1580715 h 2160513"/>
              <a:gd name="connsiteX41-13113" fmla="*/ 1344220 w 2107590"/>
              <a:gd name="connsiteY41-13114" fmla="*/ 1905742 h 2160513"/>
              <a:gd name="connsiteX0-13115" fmla="*/ 1575697 w 2107590"/>
              <a:gd name="connsiteY0-13116" fmla="*/ 2160513 h 2160513"/>
              <a:gd name="connsiteX1-13117" fmla="*/ 956854 w 2107590"/>
              <a:gd name="connsiteY1-13118" fmla="*/ 1258279 h 2160513"/>
              <a:gd name="connsiteX2-13119" fmla="*/ 863892 w 2107590"/>
              <a:gd name="connsiteY2-13120" fmla="*/ 1345253 h 2160513"/>
              <a:gd name="connsiteX3-13121" fmla="*/ 1026241 w 2107590"/>
              <a:gd name="connsiteY3-13122" fmla="*/ 1144473 h 2160513"/>
              <a:gd name="connsiteX4-13123" fmla="*/ 908876 w 2107590"/>
              <a:gd name="connsiteY4-13124" fmla="*/ 743032 h 2160513"/>
              <a:gd name="connsiteX5-13125" fmla="*/ 1054863 w 2107590"/>
              <a:gd name="connsiteY5-13126" fmla="*/ 807021 h 2160513"/>
              <a:gd name="connsiteX6-13127" fmla="*/ 766732 w 2107590"/>
              <a:gd name="connsiteY6-13128" fmla="*/ 928463 h 2160513"/>
              <a:gd name="connsiteX7-13129" fmla="*/ 228569 w 2107590"/>
              <a:gd name="connsiteY7-13130" fmla="*/ 1030857 h 2160513"/>
              <a:gd name="connsiteX8-13131" fmla="*/ 102364 w 2107590"/>
              <a:gd name="connsiteY8-13132" fmla="*/ 578421 h 2160513"/>
              <a:gd name="connsiteX9-13133" fmla="*/ 334972 w 2107590"/>
              <a:gd name="connsiteY9-13134" fmla="*/ 266829 h 2160513"/>
              <a:gd name="connsiteX10-13135" fmla="*/ 754827 w 2107590"/>
              <a:gd name="connsiteY10-13136" fmla="*/ 47401 h 2160513"/>
              <a:gd name="connsiteX11-13137" fmla="*/ 759590 w 2107590"/>
              <a:gd name="connsiteY11-13138" fmla="*/ 95027 h 2160513"/>
              <a:gd name="connsiteX12-13139" fmla="*/ 771497 w 2107590"/>
              <a:gd name="connsiteY12-13140" fmla="*/ 35497 h 2160513"/>
              <a:gd name="connsiteX13-13141" fmla="*/ 1341273 w 2107590"/>
              <a:gd name="connsiteY13-13142" fmla="*/ 79182 h 2160513"/>
              <a:gd name="connsiteX14-13143" fmla="*/ 1369190 w 2107590"/>
              <a:gd name="connsiteY14-13144" fmla="*/ 92646 h 2160513"/>
              <a:gd name="connsiteX15-13145" fmla="*/ 1772045 w 2107590"/>
              <a:gd name="connsiteY15-13146" fmla="*/ 359840 h 2160513"/>
              <a:gd name="connsiteX16-13147" fmla="*/ 1752572 w 2107590"/>
              <a:gd name="connsiteY16-13148" fmla="*/ 342677 h 2160513"/>
              <a:gd name="connsiteX17-13149" fmla="*/ 2013140 w 2107590"/>
              <a:gd name="connsiteY17-13150" fmla="*/ 736265 h 2160513"/>
              <a:gd name="connsiteX18-13151" fmla="*/ 2004983 w 2107590"/>
              <a:gd name="connsiteY18-13152" fmla="*/ 716533 h 2160513"/>
              <a:gd name="connsiteX19-13153" fmla="*/ 2095472 w 2107590"/>
              <a:gd name="connsiteY19-13154" fmla="*/ 1073721 h 2160513"/>
              <a:gd name="connsiteX20-13155" fmla="*/ 1826390 w 2107590"/>
              <a:gd name="connsiteY20-13156" fmla="*/ 1311846 h 2160513"/>
              <a:gd name="connsiteX21-13157" fmla="*/ 1821627 w 2107590"/>
              <a:gd name="connsiteY21-13158" fmla="*/ 1264221 h 2160513"/>
              <a:gd name="connsiteX22-13159" fmla="*/ 1488252 w 2107590"/>
              <a:gd name="connsiteY22-13160" fmla="*/ 1595214 h 2160513"/>
              <a:gd name="connsiteX23-13161" fmla="*/ 1388239 w 2107590"/>
              <a:gd name="connsiteY23-13162" fmla="*/ 1492821 h 2160513"/>
              <a:gd name="connsiteX24-13163" fmla="*/ 1714472 w 2107590"/>
              <a:gd name="connsiteY24-13164" fmla="*/ 1154684 h 2160513"/>
              <a:gd name="connsiteX25-13165" fmla="*/ 1400146 w 2107590"/>
              <a:gd name="connsiteY25-13166" fmla="*/ 1133251 h 2160513"/>
              <a:gd name="connsiteX26-13167" fmla="*/ 1326328 w 2107590"/>
              <a:gd name="connsiteY26-13168" fmla="*/ 1283271 h 2160513"/>
              <a:gd name="connsiteX27-13169" fmla="*/ 1052483 w 2107590"/>
              <a:gd name="connsiteY27-13170" fmla="*/ 968946 h 2160513"/>
              <a:gd name="connsiteX28-13171" fmla="*/ 1288227 w 2107590"/>
              <a:gd name="connsiteY28-13172" fmla="*/ 699864 h 2160513"/>
              <a:gd name="connsiteX29-13173" fmla="*/ 516702 w 2107590"/>
              <a:gd name="connsiteY29-13174" fmla="*/ 737964 h 2160513"/>
              <a:gd name="connsiteX30-13175" fmla="*/ 828646 w 2107590"/>
              <a:gd name="connsiteY30-13176" fmla="*/ 945133 h 2160513"/>
              <a:gd name="connsiteX31-13177" fmla="*/ 373827 w 2107590"/>
              <a:gd name="connsiteY31-13178" fmla="*/ 852264 h 2160513"/>
              <a:gd name="connsiteX32-13179" fmla="*/ 935802 w 2107590"/>
              <a:gd name="connsiteY32-13180" fmla="*/ 390302 h 2160513"/>
              <a:gd name="connsiteX33-13181" fmla="*/ 1445389 w 2107590"/>
              <a:gd name="connsiteY33-13182" fmla="*/ 754633 h 2160513"/>
              <a:gd name="connsiteX34-13183" fmla="*/ 1383477 w 2107590"/>
              <a:gd name="connsiteY34-13184" fmla="*/ 857027 h 2160513"/>
              <a:gd name="connsiteX35-13185" fmla="*/ 1643033 w 2107590"/>
              <a:gd name="connsiteY35-13186" fmla="*/ 611758 h 2160513"/>
              <a:gd name="connsiteX36-13187" fmla="*/ 1795433 w 2107590"/>
              <a:gd name="connsiteY36-13188" fmla="*/ 723677 h 2160513"/>
              <a:gd name="connsiteX37-13189" fmla="*/ 1889668 w 2107590"/>
              <a:gd name="connsiteY37-13190" fmla="*/ 1175665 h 2160513"/>
              <a:gd name="connsiteX38-13191" fmla="*/ 1912797 w 2107590"/>
              <a:gd name="connsiteY38-13192" fmla="*/ 1135089 h 2160513"/>
              <a:gd name="connsiteX39-13193" fmla="*/ 1775980 w 2107590"/>
              <a:gd name="connsiteY39-13194" fmla="*/ 1553577 h 2160513"/>
              <a:gd name="connsiteX40-13195" fmla="*/ 1235792 w 2107590"/>
              <a:gd name="connsiteY40-13196" fmla="*/ 1580715 h 2160513"/>
              <a:gd name="connsiteX41-13197" fmla="*/ 1344220 w 2107590"/>
              <a:gd name="connsiteY41-13198" fmla="*/ 1905742 h 2160513"/>
              <a:gd name="connsiteX0-13199" fmla="*/ 1575697 w 2107590"/>
              <a:gd name="connsiteY0-13200" fmla="*/ 2160513 h 2160513"/>
              <a:gd name="connsiteX1-13201" fmla="*/ 956854 w 2107590"/>
              <a:gd name="connsiteY1-13202" fmla="*/ 1258279 h 2160513"/>
              <a:gd name="connsiteX2-13203" fmla="*/ 863892 w 2107590"/>
              <a:gd name="connsiteY2-13204" fmla="*/ 1345253 h 2160513"/>
              <a:gd name="connsiteX3-13205" fmla="*/ 1026241 w 2107590"/>
              <a:gd name="connsiteY3-13206" fmla="*/ 1144473 h 2160513"/>
              <a:gd name="connsiteX4-13207" fmla="*/ 908876 w 2107590"/>
              <a:gd name="connsiteY4-13208" fmla="*/ 743032 h 2160513"/>
              <a:gd name="connsiteX5-13209" fmla="*/ 1054863 w 2107590"/>
              <a:gd name="connsiteY5-13210" fmla="*/ 807021 h 2160513"/>
              <a:gd name="connsiteX6-13211" fmla="*/ 766732 w 2107590"/>
              <a:gd name="connsiteY6-13212" fmla="*/ 928463 h 2160513"/>
              <a:gd name="connsiteX7-13213" fmla="*/ 228569 w 2107590"/>
              <a:gd name="connsiteY7-13214" fmla="*/ 1030857 h 2160513"/>
              <a:gd name="connsiteX8-13215" fmla="*/ 102364 w 2107590"/>
              <a:gd name="connsiteY8-13216" fmla="*/ 578421 h 2160513"/>
              <a:gd name="connsiteX9-13217" fmla="*/ 334972 w 2107590"/>
              <a:gd name="connsiteY9-13218" fmla="*/ 266829 h 2160513"/>
              <a:gd name="connsiteX10-13219" fmla="*/ 754827 w 2107590"/>
              <a:gd name="connsiteY10-13220" fmla="*/ 47401 h 2160513"/>
              <a:gd name="connsiteX11-13221" fmla="*/ 759590 w 2107590"/>
              <a:gd name="connsiteY11-13222" fmla="*/ 95027 h 2160513"/>
              <a:gd name="connsiteX12-13223" fmla="*/ 771497 w 2107590"/>
              <a:gd name="connsiteY12-13224" fmla="*/ 35497 h 2160513"/>
              <a:gd name="connsiteX13-13225" fmla="*/ 1341273 w 2107590"/>
              <a:gd name="connsiteY13-13226" fmla="*/ 79182 h 2160513"/>
              <a:gd name="connsiteX14-13227" fmla="*/ 1369190 w 2107590"/>
              <a:gd name="connsiteY14-13228" fmla="*/ 92646 h 2160513"/>
              <a:gd name="connsiteX15-13229" fmla="*/ 1772045 w 2107590"/>
              <a:gd name="connsiteY15-13230" fmla="*/ 359840 h 2160513"/>
              <a:gd name="connsiteX16-13231" fmla="*/ 1752572 w 2107590"/>
              <a:gd name="connsiteY16-13232" fmla="*/ 342677 h 2160513"/>
              <a:gd name="connsiteX17-13233" fmla="*/ 2013140 w 2107590"/>
              <a:gd name="connsiteY17-13234" fmla="*/ 736265 h 2160513"/>
              <a:gd name="connsiteX18-13235" fmla="*/ 2004983 w 2107590"/>
              <a:gd name="connsiteY18-13236" fmla="*/ 716533 h 2160513"/>
              <a:gd name="connsiteX19-13237" fmla="*/ 2095472 w 2107590"/>
              <a:gd name="connsiteY19-13238" fmla="*/ 1073721 h 2160513"/>
              <a:gd name="connsiteX20-13239" fmla="*/ 1826390 w 2107590"/>
              <a:gd name="connsiteY20-13240" fmla="*/ 1311846 h 2160513"/>
              <a:gd name="connsiteX21-13241" fmla="*/ 1821627 w 2107590"/>
              <a:gd name="connsiteY21-13242" fmla="*/ 1264221 h 2160513"/>
              <a:gd name="connsiteX22-13243" fmla="*/ 1488252 w 2107590"/>
              <a:gd name="connsiteY22-13244" fmla="*/ 1595214 h 2160513"/>
              <a:gd name="connsiteX23-13245" fmla="*/ 1388239 w 2107590"/>
              <a:gd name="connsiteY23-13246" fmla="*/ 1492821 h 2160513"/>
              <a:gd name="connsiteX24-13247" fmla="*/ 1714472 w 2107590"/>
              <a:gd name="connsiteY24-13248" fmla="*/ 1154684 h 2160513"/>
              <a:gd name="connsiteX25-13249" fmla="*/ 1400146 w 2107590"/>
              <a:gd name="connsiteY25-13250" fmla="*/ 1133251 h 2160513"/>
              <a:gd name="connsiteX26-13251" fmla="*/ 1326328 w 2107590"/>
              <a:gd name="connsiteY26-13252" fmla="*/ 1283271 h 2160513"/>
              <a:gd name="connsiteX27-13253" fmla="*/ 1052483 w 2107590"/>
              <a:gd name="connsiteY27-13254" fmla="*/ 968946 h 2160513"/>
              <a:gd name="connsiteX28-13255" fmla="*/ 1288227 w 2107590"/>
              <a:gd name="connsiteY28-13256" fmla="*/ 699864 h 2160513"/>
              <a:gd name="connsiteX29-13257" fmla="*/ 516702 w 2107590"/>
              <a:gd name="connsiteY29-13258" fmla="*/ 737964 h 2160513"/>
              <a:gd name="connsiteX30-13259" fmla="*/ 828646 w 2107590"/>
              <a:gd name="connsiteY30-13260" fmla="*/ 945133 h 2160513"/>
              <a:gd name="connsiteX31-13261" fmla="*/ 373827 w 2107590"/>
              <a:gd name="connsiteY31-13262" fmla="*/ 852264 h 2160513"/>
              <a:gd name="connsiteX32-13263" fmla="*/ 935802 w 2107590"/>
              <a:gd name="connsiteY32-13264" fmla="*/ 390302 h 2160513"/>
              <a:gd name="connsiteX33-13265" fmla="*/ 1445389 w 2107590"/>
              <a:gd name="connsiteY33-13266" fmla="*/ 754633 h 2160513"/>
              <a:gd name="connsiteX34-13267" fmla="*/ 1383477 w 2107590"/>
              <a:gd name="connsiteY34-13268" fmla="*/ 857027 h 2160513"/>
              <a:gd name="connsiteX35-13269" fmla="*/ 1643033 w 2107590"/>
              <a:gd name="connsiteY35-13270" fmla="*/ 611758 h 2160513"/>
              <a:gd name="connsiteX36-13271" fmla="*/ 1795433 w 2107590"/>
              <a:gd name="connsiteY36-13272" fmla="*/ 723677 h 2160513"/>
              <a:gd name="connsiteX37-13273" fmla="*/ 1889668 w 2107590"/>
              <a:gd name="connsiteY37-13274" fmla="*/ 1175665 h 2160513"/>
              <a:gd name="connsiteX38-13275" fmla="*/ 1912797 w 2107590"/>
              <a:gd name="connsiteY38-13276" fmla="*/ 1135089 h 2160513"/>
              <a:gd name="connsiteX39-13277" fmla="*/ 1775980 w 2107590"/>
              <a:gd name="connsiteY39-13278" fmla="*/ 1553577 h 2160513"/>
              <a:gd name="connsiteX40-13279" fmla="*/ 1235792 w 2107590"/>
              <a:gd name="connsiteY40-13280" fmla="*/ 1580715 h 2160513"/>
              <a:gd name="connsiteX41-13281" fmla="*/ 1344220 w 2107590"/>
              <a:gd name="connsiteY41-13282" fmla="*/ 1905742 h 2160513"/>
              <a:gd name="connsiteX0-13283" fmla="*/ 1575697 w 2107590"/>
              <a:gd name="connsiteY0-13284" fmla="*/ 2160513 h 2160513"/>
              <a:gd name="connsiteX1-13285" fmla="*/ 956854 w 2107590"/>
              <a:gd name="connsiteY1-13286" fmla="*/ 1258279 h 2160513"/>
              <a:gd name="connsiteX2-13287" fmla="*/ 863892 w 2107590"/>
              <a:gd name="connsiteY2-13288" fmla="*/ 1345253 h 2160513"/>
              <a:gd name="connsiteX3-13289" fmla="*/ 1026241 w 2107590"/>
              <a:gd name="connsiteY3-13290" fmla="*/ 1144473 h 2160513"/>
              <a:gd name="connsiteX4-13291" fmla="*/ 908876 w 2107590"/>
              <a:gd name="connsiteY4-13292" fmla="*/ 743032 h 2160513"/>
              <a:gd name="connsiteX5-13293" fmla="*/ 1054863 w 2107590"/>
              <a:gd name="connsiteY5-13294" fmla="*/ 807021 h 2160513"/>
              <a:gd name="connsiteX6-13295" fmla="*/ 766732 w 2107590"/>
              <a:gd name="connsiteY6-13296" fmla="*/ 928463 h 2160513"/>
              <a:gd name="connsiteX7-13297" fmla="*/ 228569 w 2107590"/>
              <a:gd name="connsiteY7-13298" fmla="*/ 1030857 h 2160513"/>
              <a:gd name="connsiteX8-13299" fmla="*/ 102364 w 2107590"/>
              <a:gd name="connsiteY8-13300" fmla="*/ 578421 h 2160513"/>
              <a:gd name="connsiteX9-13301" fmla="*/ 334972 w 2107590"/>
              <a:gd name="connsiteY9-13302" fmla="*/ 266829 h 2160513"/>
              <a:gd name="connsiteX10-13303" fmla="*/ 754827 w 2107590"/>
              <a:gd name="connsiteY10-13304" fmla="*/ 47401 h 2160513"/>
              <a:gd name="connsiteX11-13305" fmla="*/ 759590 w 2107590"/>
              <a:gd name="connsiteY11-13306" fmla="*/ 95027 h 2160513"/>
              <a:gd name="connsiteX12-13307" fmla="*/ 771497 w 2107590"/>
              <a:gd name="connsiteY12-13308" fmla="*/ 35497 h 2160513"/>
              <a:gd name="connsiteX13-13309" fmla="*/ 1341273 w 2107590"/>
              <a:gd name="connsiteY13-13310" fmla="*/ 79182 h 2160513"/>
              <a:gd name="connsiteX14-13311" fmla="*/ 1369190 w 2107590"/>
              <a:gd name="connsiteY14-13312" fmla="*/ 92646 h 2160513"/>
              <a:gd name="connsiteX15-13313" fmla="*/ 1772045 w 2107590"/>
              <a:gd name="connsiteY15-13314" fmla="*/ 359840 h 2160513"/>
              <a:gd name="connsiteX16-13315" fmla="*/ 1752572 w 2107590"/>
              <a:gd name="connsiteY16-13316" fmla="*/ 342677 h 2160513"/>
              <a:gd name="connsiteX17-13317" fmla="*/ 2013140 w 2107590"/>
              <a:gd name="connsiteY17-13318" fmla="*/ 736265 h 2160513"/>
              <a:gd name="connsiteX18-13319" fmla="*/ 2004983 w 2107590"/>
              <a:gd name="connsiteY18-13320" fmla="*/ 716533 h 2160513"/>
              <a:gd name="connsiteX19-13321" fmla="*/ 2095472 w 2107590"/>
              <a:gd name="connsiteY19-13322" fmla="*/ 1073721 h 2160513"/>
              <a:gd name="connsiteX20-13323" fmla="*/ 1826390 w 2107590"/>
              <a:gd name="connsiteY20-13324" fmla="*/ 1311846 h 2160513"/>
              <a:gd name="connsiteX21-13325" fmla="*/ 1821627 w 2107590"/>
              <a:gd name="connsiteY21-13326" fmla="*/ 1264221 h 2160513"/>
              <a:gd name="connsiteX22-13327" fmla="*/ 1488252 w 2107590"/>
              <a:gd name="connsiteY22-13328" fmla="*/ 1595214 h 2160513"/>
              <a:gd name="connsiteX23-13329" fmla="*/ 1388239 w 2107590"/>
              <a:gd name="connsiteY23-13330" fmla="*/ 1492821 h 2160513"/>
              <a:gd name="connsiteX24-13331" fmla="*/ 1714472 w 2107590"/>
              <a:gd name="connsiteY24-13332" fmla="*/ 1154684 h 2160513"/>
              <a:gd name="connsiteX25-13333" fmla="*/ 1400146 w 2107590"/>
              <a:gd name="connsiteY25-13334" fmla="*/ 1133251 h 2160513"/>
              <a:gd name="connsiteX26-13335" fmla="*/ 1326328 w 2107590"/>
              <a:gd name="connsiteY26-13336" fmla="*/ 1283271 h 2160513"/>
              <a:gd name="connsiteX27-13337" fmla="*/ 1052483 w 2107590"/>
              <a:gd name="connsiteY27-13338" fmla="*/ 968946 h 2160513"/>
              <a:gd name="connsiteX28-13339" fmla="*/ 1288227 w 2107590"/>
              <a:gd name="connsiteY28-13340" fmla="*/ 699864 h 2160513"/>
              <a:gd name="connsiteX29-13341" fmla="*/ 516702 w 2107590"/>
              <a:gd name="connsiteY29-13342" fmla="*/ 737964 h 2160513"/>
              <a:gd name="connsiteX30-13343" fmla="*/ 828646 w 2107590"/>
              <a:gd name="connsiteY30-13344" fmla="*/ 945133 h 2160513"/>
              <a:gd name="connsiteX31-13345" fmla="*/ 373827 w 2107590"/>
              <a:gd name="connsiteY31-13346" fmla="*/ 852264 h 2160513"/>
              <a:gd name="connsiteX32-13347" fmla="*/ 935802 w 2107590"/>
              <a:gd name="connsiteY32-13348" fmla="*/ 390302 h 2160513"/>
              <a:gd name="connsiteX33-13349" fmla="*/ 1445389 w 2107590"/>
              <a:gd name="connsiteY33-13350" fmla="*/ 754633 h 2160513"/>
              <a:gd name="connsiteX34-13351" fmla="*/ 1383477 w 2107590"/>
              <a:gd name="connsiteY34-13352" fmla="*/ 857027 h 2160513"/>
              <a:gd name="connsiteX35-13353" fmla="*/ 1643033 w 2107590"/>
              <a:gd name="connsiteY35-13354" fmla="*/ 611758 h 2160513"/>
              <a:gd name="connsiteX36-13355" fmla="*/ 1795433 w 2107590"/>
              <a:gd name="connsiteY36-13356" fmla="*/ 723677 h 2160513"/>
              <a:gd name="connsiteX37-13357" fmla="*/ 1889668 w 2107590"/>
              <a:gd name="connsiteY37-13358" fmla="*/ 1175665 h 2160513"/>
              <a:gd name="connsiteX38-13359" fmla="*/ 1912797 w 2107590"/>
              <a:gd name="connsiteY38-13360" fmla="*/ 1135089 h 2160513"/>
              <a:gd name="connsiteX39-13361" fmla="*/ 1775980 w 2107590"/>
              <a:gd name="connsiteY39-13362" fmla="*/ 1553577 h 2160513"/>
              <a:gd name="connsiteX40-13363" fmla="*/ 1235792 w 2107590"/>
              <a:gd name="connsiteY40-13364" fmla="*/ 1580715 h 2160513"/>
              <a:gd name="connsiteX41-13365" fmla="*/ 1344220 w 2107590"/>
              <a:gd name="connsiteY41-13366" fmla="*/ 1905742 h 2160513"/>
              <a:gd name="connsiteX0-13367" fmla="*/ 1575697 w 2107590"/>
              <a:gd name="connsiteY0-13368" fmla="*/ 2160513 h 2160513"/>
              <a:gd name="connsiteX1-13369" fmla="*/ 956854 w 2107590"/>
              <a:gd name="connsiteY1-13370" fmla="*/ 1258279 h 2160513"/>
              <a:gd name="connsiteX2-13371" fmla="*/ 863892 w 2107590"/>
              <a:gd name="connsiteY2-13372" fmla="*/ 1345253 h 2160513"/>
              <a:gd name="connsiteX3-13373" fmla="*/ 1026241 w 2107590"/>
              <a:gd name="connsiteY3-13374" fmla="*/ 1144473 h 2160513"/>
              <a:gd name="connsiteX4-13375" fmla="*/ 908876 w 2107590"/>
              <a:gd name="connsiteY4-13376" fmla="*/ 743032 h 2160513"/>
              <a:gd name="connsiteX5-13377" fmla="*/ 1054863 w 2107590"/>
              <a:gd name="connsiteY5-13378" fmla="*/ 807021 h 2160513"/>
              <a:gd name="connsiteX6-13379" fmla="*/ 766732 w 2107590"/>
              <a:gd name="connsiteY6-13380" fmla="*/ 928463 h 2160513"/>
              <a:gd name="connsiteX7-13381" fmla="*/ 228569 w 2107590"/>
              <a:gd name="connsiteY7-13382" fmla="*/ 1030857 h 2160513"/>
              <a:gd name="connsiteX8-13383" fmla="*/ 102364 w 2107590"/>
              <a:gd name="connsiteY8-13384" fmla="*/ 578421 h 2160513"/>
              <a:gd name="connsiteX9-13385" fmla="*/ 334972 w 2107590"/>
              <a:gd name="connsiteY9-13386" fmla="*/ 266829 h 2160513"/>
              <a:gd name="connsiteX10-13387" fmla="*/ 754827 w 2107590"/>
              <a:gd name="connsiteY10-13388" fmla="*/ 47401 h 2160513"/>
              <a:gd name="connsiteX11-13389" fmla="*/ 759590 w 2107590"/>
              <a:gd name="connsiteY11-13390" fmla="*/ 95027 h 2160513"/>
              <a:gd name="connsiteX12-13391" fmla="*/ 771497 w 2107590"/>
              <a:gd name="connsiteY12-13392" fmla="*/ 35497 h 2160513"/>
              <a:gd name="connsiteX13-13393" fmla="*/ 1341273 w 2107590"/>
              <a:gd name="connsiteY13-13394" fmla="*/ 79182 h 2160513"/>
              <a:gd name="connsiteX14-13395" fmla="*/ 1369190 w 2107590"/>
              <a:gd name="connsiteY14-13396" fmla="*/ 92646 h 2160513"/>
              <a:gd name="connsiteX15-13397" fmla="*/ 1772045 w 2107590"/>
              <a:gd name="connsiteY15-13398" fmla="*/ 359840 h 2160513"/>
              <a:gd name="connsiteX16-13399" fmla="*/ 1752572 w 2107590"/>
              <a:gd name="connsiteY16-13400" fmla="*/ 342677 h 2160513"/>
              <a:gd name="connsiteX17-13401" fmla="*/ 2013140 w 2107590"/>
              <a:gd name="connsiteY17-13402" fmla="*/ 736265 h 2160513"/>
              <a:gd name="connsiteX18-13403" fmla="*/ 2004983 w 2107590"/>
              <a:gd name="connsiteY18-13404" fmla="*/ 716533 h 2160513"/>
              <a:gd name="connsiteX19-13405" fmla="*/ 2095472 w 2107590"/>
              <a:gd name="connsiteY19-13406" fmla="*/ 1073721 h 2160513"/>
              <a:gd name="connsiteX20-13407" fmla="*/ 1826390 w 2107590"/>
              <a:gd name="connsiteY20-13408" fmla="*/ 1311846 h 2160513"/>
              <a:gd name="connsiteX21-13409" fmla="*/ 1821627 w 2107590"/>
              <a:gd name="connsiteY21-13410" fmla="*/ 1264221 h 2160513"/>
              <a:gd name="connsiteX22-13411" fmla="*/ 1488252 w 2107590"/>
              <a:gd name="connsiteY22-13412" fmla="*/ 1595214 h 2160513"/>
              <a:gd name="connsiteX23-13413" fmla="*/ 1388239 w 2107590"/>
              <a:gd name="connsiteY23-13414" fmla="*/ 1492821 h 2160513"/>
              <a:gd name="connsiteX24-13415" fmla="*/ 1714472 w 2107590"/>
              <a:gd name="connsiteY24-13416" fmla="*/ 1154684 h 2160513"/>
              <a:gd name="connsiteX25-13417" fmla="*/ 1400146 w 2107590"/>
              <a:gd name="connsiteY25-13418" fmla="*/ 1133251 h 2160513"/>
              <a:gd name="connsiteX26-13419" fmla="*/ 1326328 w 2107590"/>
              <a:gd name="connsiteY26-13420" fmla="*/ 1283271 h 2160513"/>
              <a:gd name="connsiteX27-13421" fmla="*/ 1052483 w 2107590"/>
              <a:gd name="connsiteY27-13422" fmla="*/ 968946 h 2160513"/>
              <a:gd name="connsiteX28-13423" fmla="*/ 1288227 w 2107590"/>
              <a:gd name="connsiteY28-13424" fmla="*/ 699864 h 2160513"/>
              <a:gd name="connsiteX29-13425" fmla="*/ 516702 w 2107590"/>
              <a:gd name="connsiteY29-13426" fmla="*/ 737964 h 2160513"/>
              <a:gd name="connsiteX30-13427" fmla="*/ 828646 w 2107590"/>
              <a:gd name="connsiteY30-13428" fmla="*/ 945133 h 2160513"/>
              <a:gd name="connsiteX31-13429" fmla="*/ 373827 w 2107590"/>
              <a:gd name="connsiteY31-13430" fmla="*/ 852264 h 2160513"/>
              <a:gd name="connsiteX32-13431" fmla="*/ 935802 w 2107590"/>
              <a:gd name="connsiteY32-13432" fmla="*/ 390302 h 2160513"/>
              <a:gd name="connsiteX33-13433" fmla="*/ 1445389 w 2107590"/>
              <a:gd name="connsiteY33-13434" fmla="*/ 754633 h 2160513"/>
              <a:gd name="connsiteX34-13435" fmla="*/ 1383477 w 2107590"/>
              <a:gd name="connsiteY34-13436" fmla="*/ 857027 h 2160513"/>
              <a:gd name="connsiteX35-13437" fmla="*/ 1643033 w 2107590"/>
              <a:gd name="connsiteY35-13438" fmla="*/ 611758 h 2160513"/>
              <a:gd name="connsiteX36-13439" fmla="*/ 1795433 w 2107590"/>
              <a:gd name="connsiteY36-13440" fmla="*/ 723677 h 2160513"/>
              <a:gd name="connsiteX37-13441" fmla="*/ 1889668 w 2107590"/>
              <a:gd name="connsiteY37-13442" fmla="*/ 1175665 h 2160513"/>
              <a:gd name="connsiteX38-13443" fmla="*/ 1912797 w 2107590"/>
              <a:gd name="connsiteY38-13444" fmla="*/ 1135089 h 2160513"/>
              <a:gd name="connsiteX39-13445" fmla="*/ 1775980 w 2107590"/>
              <a:gd name="connsiteY39-13446" fmla="*/ 1553577 h 2160513"/>
              <a:gd name="connsiteX40-13447" fmla="*/ 1235792 w 2107590"/>
              <a:gd name="connsiteY40-13448" fmla="*/ 1580715 h 2160513"/>
              <a:gd name="connsiteX41-13449" fmla="*/ 1344220 w 2107590"/>
              <a:gd name="connsiteY41-13450" fmla="*/ 1905742 h 2160513"/>
              <a:gd name="connsiteX0-13451" fmla="*/ 1575697 w 2107590"/>
              <a:gd name="connsiteY0-13452" fmla="*/ 2160513 h 2160513"/>
              <a:gd name="connsiteX1-13453" fmla="*/ 956854 w 2107590"/>
              <a:gd name="connsiteY1-13454" fmla="*/ 1258279 h 2160513"/>
              <a:gd name="connsiteX2-13455" fmla="*/ 863892 w 2107590"/>
              <a:gd name="connsiteY2-13456" fmla="*/ 1345253 h 2160513"/>
              <a:gd name="connsiteX3-13457" fmla="*/ 1026241 w 2107590"/>
              <a:gd name="connsiteY3-13458" fmla="*/ 1144473 h 2160513"/>
              <a:gd name="connsiteX4-13459" fmla="*/ 908876 w 2107590"/>
              <a:gd name="connsiteY4-13460" fmla="*/ 743032 h 2160513"/>
              <a:gd name="connsiteX5-13461" fmla="*/ 1054863 w 2107590"/>
              <a:gd name="connsiteY5-13462" fmla="*/ 807021 h 2160513"/>
              <a:gd name="connsiteX6-13463" fmla="*/ 766732 w 2107590"/>
              <a:gd name="connsiteY6-13464" fmla="*/ 928463 h 2160513"/>
              <a:gd name="connsiteX7-13465" fmla="*/ 228569 w 2107590"/>
              <a:gd name="connsiteY7-13466" fmla="*/ 1030857 h 2160513"/>
              <a:gd name="connsiteX8-13467" fmla="*/ 102364 w 2107590"/>
              <a:gd name="connsiteY8-13468" fmla="*/ 578421 h 2160513"/>
              <a:gd name="connsiteX9-13469" fmla="*/ 334972 w 2107590"/>
              <a:gd name="connsiteY9-13470" fmla="*/ 266829 h 2160513"/>
              <a:gd name="connsiteX10-13471" fmla="*/ 754827 w 2107590"/>
              <a:gd name="connsiteY10-13472" fmla="*/ 47401 h 2160513"/>
              <a:gd name="connsiteX11-13473" fmla="*/ 759590 w 2107590"/>
              <a:gd name="connsiteY11-13474" fmla="*/ 95027 h 2160513"/>
              <a:gd name="connsiteX12-13475" fmla="*/ 771497 w 2107590"/>
              <a:gd name="connsiteY12-13476" fmla="*/ 35497 h 2160513"/>
              <a:gd name="connsiteX13-13477" fmla="*/ 1341273 w 2107590"/>
              <a:gd name="connsiteY13-13478" fmla="*/ 79182 h 2160513"/>
              <a:gd name="connsiteX14-13479" fmla="*/ 1369190 w 2107590"/>
              <a:gd name="connsiteY14-13480" fmla="*/ 92646 h 2160513"/>
              <a:gd name="connsiteX15-13481" fmla="*/ 1772045 w 2107590"/>
              <a:gd name="connsiteY15-13482" fmla="*/ 359840 h 2160513"/>
              <a:gd name="connsiteX16-13483" fmla="*/ 1752572 w 2107590"/>
              <a:gd name="connsiteY16-13484" fmla="*/ 342677 h 2160513"/>
              <a:gd name="connsiteX17-13485" fmla="*/ 2013140 w 2107590"/>
              <a:gd name="connsiteY17-13486" fmla="*/ 736265 h 2160513"/>
              <a:gd name="connsiteX18-13487" fmla="*/ 2004983 w 2107590"/>
              <a:gd name="connsiteY18-13488" fmla="*/ 716533 h 2160513"/>
              <a:gd name="connsiteX19-13489" fmla="*/ 2095472 w 2107590"/>
              <a:gd name="connsiteY19-13490" fmla="*/ 1073721 h 2160513"/>
              <a:gd name="connsiteX20-13491" fmla="*/ 1826390 w 2107590"/>
              <a:gd name="connsiteY20-13492" fmla="*/ 1311846 h 2160513"/>
              <a:gd name="connsiteX21-13493" fmla="*/ 1821627 w 2107590"/>
              <a:gd name="connsiteY21-13494" fmla="*/ 1264221 h 2160513"/>
              <a:gd name="connsiteX22-13495" fmla="*/ 1488252 w 2107590"/>
              <a:gd name="connsiteY22-13496" fmla="*/ 1595214 h 2160513"/>
              <a:gd name="connsiteX23-13497" fmla="*/ 1388239 w 2107590"/>
              <a:gd name="connsiteY23-13498" fmla="*/ 1492821 h 2160513"/>
              <a:gd name="connsiteX24-13499" fmla="*/ 1714472 w 2107590"/>
              <a:gd name="connsiteY24-13500" fmla="*/ 1154684 h 2160513"/>
              <a:gd name="connsiteX25-13501" fmla="*/ 1400146 w 2107590"/>
              <a:gd name="connsiteY25-13502" fmla="*/ 1133251 h 2160513"/>
              <a:gd name="connsiteX26-13503" fmla="*/ 1326328 w 2107590"/>
              <a:gd name="connsiteY26-13504" fmla="*/ 1283271 h 2160513"/>
              <a:gd name="connsiteX27-13505" fmla="*/ 1052483 w 2107590"/>
              <a:gd name="connsiteY27-13506" fmla="*/ 968946 h 2160513"/>
              <a:gd name="connsiteX28-13507" fmla="*/ 1288227 w 2107590"/>
              <a:gd name="connsiteY28-13508" fmla="*/ 699864 h 2160513"/>
              <a:gd name="connsiteX29-13509" fmla="*/ 516702 w 2107590"/>
              <a:gd name="connsiteY29-13510" fmla="*/ 737964 h 2160513"/>
              <a:gd name="connsiteX30-13511" fmla="*/ 828646 w 2107590"/>
              <a:gd name="connsiteY30-13512" fmla="*/ 945133 h 2160513"/>
              <a:gd name="connsiteX31-13513" fmla="*/ 373827 w 2107590"/>
              <a:gd name="connsiteY31-13514" fmla="*/ 852264 h 2160513"/>
              <a:gd name="connsiteX32-13515" fmla="*/ 935802 w 2107590"/>
              <a:gd name="connsiteY32-13516" fmla="*/ 390302 h 2160513"/>
              <a:gd name="connsiteX33-13517" fmla="*/ 1445389 w 2107590"/>
              <a:gd name="connsiteY33-13518" fmla="*/ 754633 h 2160513"/>
              <a:gd name="connsiteX34-13519" fmla="*/ 1383477 w 2107590"/>
              <a:gd name="connsiteY34-13520" fmla="*/ 857027 h 2160513"/>
              <a:gd name="connsiteX35-13521" fmla="*/ 1643033 w 2107590"/>
              <a:gd name="connsiteY35-13522" fmla="*/ 611758 h 2160513"/>
              <a:gd name="connsiteX36-13523" fmla="*/ 1795433 w 2107590"/>
              <a:gd name="connsiteY36-13524" fmla="*/ 723677 h 2160513"/>
              <a:gd name="connsiteX37-13525" fmla="*/ 1889668 w 2107590"/>
              <a:gd name="connsiteY37-13526" fmla="*/ 1175665 h 2160513"/>
              <a:gd name="connsiteX38-13527" fmla="*/ 1912797 w 2107590"/>
              <a:gd name="connsiteY38-13528" fmla="*/ 1135089 h 2160513"/>
              <a:gd name="connsiteX39-13529" fmla="*/ 1775980 w 2107590"/>
              <a:gd name="connsiteY39-13530" fmla="*/ 1553577 h 2160513"/>
              <a:gd name="connsiteX40-13531" fmla="*/ 1235792 w 2107590"/>
              <a:gd name="connsiteY40-13532" fmla="*/ 1580715 h 2160513"/>
              <a:gd name="connsiteX41-13533" fmla="*/ 1344220 w 2107590"/>
              <a:gd name="connsiteY41-13534" fmla="*/ 1905742 h 2160513"/>
              <a:gd name="connsiteX0-13535" fmla="*/ 1575697 w 2107590"/>
              <a:gd name="connsiteY0-13536" fmla="*/ 2160513 h 2160513"/>
              <a:gd name="connsiteX1-13537" fmla="*/ 956854 w 2107590"/>
              <a:gd name="connsiteY1-13538" fmla="*/ 1258279 h 2160513"/>
              <a:gd name="connsiteX2-13539" fmla="*/ 863892 w 2107590"/>
              <a:gd name="connsiteY2-13540" fmla="*/ 1345253 h 2160513"/>
              <a:gd name="connsiteX3-13541" fmla="*/ 1026241 w 2107590"/>
              <a:gd name="connsiteY3-13542" fmla="*/ 1144473 h 2160513"/>
              <a:gd name="connsiteX4-13543" fmla="*/ 908876 w 2107590"/>
              <a:gd name="connsiteY4-13544" fmla="*/ 743032 h 2160513"/>
              <a:gd name="connsiteX5-13545" fmla="*/ 1054863 w 2107590"/>
              <a:gd name="connsiteY5-13546" fmla="*/ 807021 h 2160513"/>
              <a:gd name="connsiteX6-13547" fmla="*/ 766732 w 2107590"/>
              <a:gd name="connsiteY6-13548" fmla="*/ 928463 h 2160513"/>
              <a:gd name="connsiteX7-13549" fmla="*/ 228569 w 2107590"/>
              <a:gd name="connsiteY7-13550" fmla="*/ 1030857 h 2160513"/>
              <a:gd name="connsiteX8-13551" fmla="*/ 102364 w 2107590"/>
              <a:gd name="connsiteY8-13552" fmla="*/ 578421 h 2160513"/>
              <a:gd name="connsiteX9-13553" fmla="*/ 334972 w 2107590"/>
              <a:gd name="connsiteY9-13554" fmla="*/ 266829 h 2160513"/>
              <a:gd name="connsiteX10-13555" fmla="*/ 754827 w 2107590"/>
              <a:gd name="connsiteY10-13556" fmla="*/ 47401 h 2160513"/>
              <a:gd name="connsiteX11-13557" fmla="*/ 759590 w 2107590"/>
              <a:gd name="connsiteY11-13558" fmla="*/ 95027 h 2160513"/>
              <a:gd name="connsiteX12-13559" fmla="*/ 771497 w 2107590"/>
              <a:gd name="connsiteY12-13560" fmla="*/ 35497 h 2160513"/>
              <a:gd name="connsiteX13-13561" fmla="*/ 1341273 w 2107590"/>
              <a:gd name="connsiteY13-13562" fmla="*/ 79182 h 2160513"/>
              <a:gd name="connsiteX14-13563" fmla="*/ 1369190 w 2107590"/>
              <a:gd name="connsiteY14-13564" fmla="*/ 92646 h 2160513"/>
              <a:gd name="connsiteX15-13565" fmla="*/ 1772045 w 2107590"/>
              <a:gd name="connsiteY15-13566" fmla="*/ 359840 h 2160513"/>
              <a:gd name="connsiteX16-13567" fmla="*/ 1752572 w 2107590"/>
              <a:gd name="connsiteY16-13568" fmla="*/ 342677 h 2160513"/>
              <a:gd name="connsiteX17-13569" fmla="*/ 2013140 w 2107590"/>
              <a:gd name="connsiteY17-13570" fmla="*/ 736265 h 2160513"/>
              <a:gd name="connsiteX18-13571" fmla="*/ 2004983 w 2107590"/>
              <a:gd name="connsiteY18-13572" fmla="*/ 716533 h 2160513"/>
              <a:gd name="connsiteX19-13573" fmla="*/ 2095472 w 2107590"/>
              <a:gd name="connsiteY19-13574" fmla="*/ 1073721 h 2160513"/>
              <a:gd name="connsiteX20-13575" fmla="*/ 1826390 w 2107590"/>
              <a:gd name="connsiteY20-13576" fmla="*/ 1311846 h 2160513"/>
              <a:gd name="connsiteX21-13577" fmla="*/ 1821627 w 2107590"/>
              <a:gd name="connsiteY21-13578" fmla="*/ 1264221 h 2160513"/>
              <a:gd name="connsiteX22-13579" fmla="*/ 1488252 w 2107590"/>
              <a:gd name="connsiteY22-13580" fmla="*/ 1595214 h 2160513"/>
              <a:gd name="connsiteX23-13581" fmla="*/ 1388239 w 2107590"/>
              <a:gd name="connsiteY23-13582" fmla="*/ 1492821 h 2160513"/>
              <a:gd name="connsiteX24-13583" fmla="*/ 1714472 w 2107590"/>
              <a:gd name="connsiteY24-13584" fmla="*/ 1154684 h 2160513"/>
              <a:gd name="connsiteX25-13585" fmla="*/ 1400146 w 2107590"/>
              <a:gd name="connsiteY25-13586" fmla="*/ 1133251 h 2160513"/>
              <a:gd name="connsiteX26-13587" fmla="*/ 1326328 w 2107590"/>
              <a:gd name="connsiteY26-13588" fmla="*/ 1283271 h 2160513"/>
              <a:gd name="connsiteX27-13589" fmla="*/ 1040577 w 2107590"/>
              <a:gd name="connsiteY27-13590" fmla="*/ 973708 h 2160513"/>
              <a:gd name="connsiteX28-13591" fmla="*/ 1288227 w 2107590"/>
              <a:gd name="connsiteY28-13592" fmla="*/ 699864 h 2160513"/>
              <a:gd name="connsiteX29-13593" fmla="*/ 516702 w 2107590"/>
              <a:gd name="connsiteY29-13594" fmla="*/ 737964 h 2160513"/>
              <a:gd name="connsiteX30-13595" fmla="*/ 828646 w 2107590"/>
              <a:gd name="connsiteY30-13596" fmla="*/ 945133 h 2160513"/>
              <a:gd name="connsiteX31-13597" fmla="*/ 373827 w 2107590"/>
              <a:gd name="connsiteY31-13598" fmla="*/ 852264 h 2160513"/>
              <a:gd name="connsiteX32-13599" fmla="*/ 935802 w 2107590"/>
              <a:gd name="connsiteY32-13600" fmla="*/ 390302 h 2160513"/>
              <a:gd name="connsiteX33-13601" fmla="*/ 1445389 w 2107590"/>
              <a:gd name="connsiteY33-13602" fmla="*/ 754633 h 2160513"/>
              <a:gd name="connsiteX34-13603" fmla="*/ 1383477 w 2107590"/>
              <a:gd name="connsiteY34-13604" fmla="*/ 857027 h 2160513"/>
              <a:gd name="connsiteX35-13605" fmla="*/ 1643033 w 2107590"/>
              <a:gd name="connsiteY35-13606" fmla="*/ 611758 h 2160513"/>
              <a:gd name="connsiteX36-13607" fmla="*/ 1795433 w 2107590"/>
              <a:gd name="connsiteY36-13608" fmla="*/ 723677 h 2160513"/>
              <a:gd name="connsiteX37-13609" fmla="*/ 1889668 w 2107590"/>
              <a:gd name="connsiteY37-13610" fmla="*/ 1175665 h 2160513"/>
              <a:gd name="connsiteX38-13611" fmla="*/ 1912797 w 2107590"/>
              <a:gd name="connsiteY38-13612" fmla="*/ 1135089 h 2160513"/>
              <a:gd name="connsiteX39-13613" fmla="*/ 1775980 w 2107590"/>
              <a:gd name="connsiteY39-13614" fmla="*/ 1553577 h 2160513"/>
              <a:gd name="connsiteX40-13615" fmla="*/ 1235792 w 2107590"/>
              <a:gd name="connsiteY40-13616" fmla="*/ 1580715 h 2160513"/>
              <a:gd name="connsiteX41-13617" fmla="*/ 1344220 w 2107590"/>
              <a:gd name="connsiteY41-13618" fmla="*/ 1905742 h 2160513"/>
              <a:gd name="connsiteX0-13619" fmla="*/ 1575697 w 2107590"/>
              <a:gd name="connsiteY0-13620" fmla="*/ 2160513 h 2160513"/>
              <a:gd name="connsiteX1-13621" fmla="*/ 956854 w 2107590"/>
              <a:gd name="connsiteY1-13622" fmla="*/ 1258279 h 2160513"/>
              <a:gd name="connsiteX2-13623" fmla="*/ 863892 w 2107590"/>
              <a:gd name="connsiteY2-13624" fmla="*/ 1345253 h 2160513"/>
              <a:gd name="connsiteX3-13625" fmla="*/ 1026241 w 2107590"/>
              <a:gd name="connsiteY3-13626" fmla="*/ 1144473 h 2160513"/>
              <a:gd name="connsiteX4-13627" fmla="*/ 908876 w 2107590"/>
              <a:gd name="connsiteY4-13628" fmla="*/ 743032 h 2160513"/>
              <a:gd name="connsiteX5-13629" fmla="*/ 1054863 w 2107590"/>
              <a:gd name="connsiteY5-13630" fmla="*/ 807021 h 2160513"/>
              <a:gd name="connsiteX6-13631" fmla="*/ 766732 w 2107590"/>
              <a:gd name="connsiteY6-13632" fmla="*/ 928463 h 2160513"/>
              <a:gd name="connsiteX7-13633" fmla="*/ 228569 w 2107590"/>
              <a:gd name="connsiteY7-13634" fmla="*/ 1030857 h 2160513"/>
              <a:gd name="connsiteX8-13635" fmla="*/ 102364 w 2107590"/>
              <a:gd name="connsiteY8-13636" fmla="*/ 578421 h 2160513"/>
              <a:gd name="connsiteX9-13637" fmla="*/ 334972 w 2107590"/>
              <a:gd name="connsiteY9-13638" fmla="*/ 266829 h 2160513"/>
              <a:gd name="connsiteX10-13639" fmla="*/ 754827 w 2107590"/>
              <a:gd name="connsiteY10-13640" fmla="*/ 47401 h 2160513"/>
              <a:gd name="connsiteX11-13641" fmla="*/ 759590 w 2107590"/>
              <a:gd name="connsiteY11-13642" fmla="*/ 95027 h 2160513"/>
              <a:gd name="connsiteX12-13643" fmla="*/ 771497 w 2107590"/>
              <a:gd name="connsiteY12-13644" fmla="*/ 35497 h 2160513"/>
              <a:gd name="connsiteX13-13645" fmla="*/ 1341273 w 2107590"/>
              <a:gd name="connsiteY13-13646" fmla="*/ 79182 h 2160513"/>
              <a:gd name="connsiteX14-13647" fmla="*/ 1369190 w 2107590"/>
              <a:gd name="connsiteY14-13648" fmla="*/ 92646 h 2160513"/>
              <a:gd name="connsiteX15-13649" fmla="*/ 1772045 w 2107590"/>
              <a:gd name="connsiteY15-13650" fmla="*/ 359840 h 2160513"/>
              <a:gd name="connsiteX16-13651" fmla="*/ 1752572 w 2107590"/>
              <a:gd name="connsiteY16-13652" fmla="*/ 342677 h 2160513"/>
              <a:gd name="connsiteX17-13653" fmla="*/ 2013140 w 2107590"/>
              <a:gd name="connsiteY17-13654" fmla="*/ 736265 h 2160513"/>
              <a:gd name="connsiteX18-13655" fmla="*/ 2004983 w 2107590"/>
              <a:gd name="connsiteY18-13656" fmla="*/ 716533 h 2160513"/>
              <a:gd name="connsiteX19-13657" fmla="*/ 2095472 w 2107590"/>
              <a:gd name="connsiteY19-13658" fmla="*/ 1073721 h 2160513"/>
              <a:gd name="connsiteX20-13659" fmla="*/ 1826390 w 2107590"/>
              <a:gd name="connsiteY20-13660" fmla="*/ 1311846 h 2160513"/>
              <a:gd name="connsiteX21-13661" fmla="*/ 1821627 w 2107590"/>
              <a:gd name="connsiteY21-13662" fmla="*/ 1264221 h 2160513"/>
              <a:gd name="connsiteX22-13663" fmla="*/ 1488252 w 2107590"/>
              <a:gd name="connsiteY22-13664" fmla="*/ 1595214 h 2160513"/>
              <a:gd name="connsiteX23-13665" fmla="*/ 1388239 w 2107590"/>
              <a:gd name="connsiteY23-13666" fmla="*/ 1492821 h 2160513"/>
              <a:gd name="connsiteX24-13667" fmla="*/ 1714472 w 2107590"/>
              <a:gd name="connsiteY24-13668" fmla="*/ 1154684 h 2160513"/>
              <a:gd name="connsiteX25-13669" fmla="*/ 1400146 w 2107590"/>
              <a:gd name="connsiteY25-13670" fmla="*/ 1133251 h 2160513"/>
              <a:gd name="connsiteX26-13671" fmla="*/ 1326328 w 2107590"/>
              <a:gd name="connsiteY26-13672" fmla="*/ 1283271 h 2160513"/>
              <a:gd name="connsiteX27-13673" fmla="*/ 1040577 w 2107590"/>
              <a:gd name="connsiteY27-13674" fmla="*/ 973708 h 2160513"/>
              <a:gd name="connsiteX28-13675" fmla="*/ 1288227 w 2107590"/>
              <a:gd name="connsiteY28-13676" fmla="*/ 699864 h 2160513"/>
              <a:gd name="connsiteX29-13677" fmla="*/ 516702 w 2107590"/>
              <a:gd name="connsiteY29-13678" fmla="*/ 737964 h 2160513"/>
              <a:gd name="connsiteX30-13679" fmla="*/ 828646 w 2107590"/>
              <a:gd name="connsiteY30-13680" fmla="*/ 945133 h 2160513"/>
              <a:gd name="connsiteX31-13681" fmla="*/ 373827 w 2107590"/>
              <a:gd name="connsiteY31-13682" fmla="*/ 852264 h 2160513"/>
              <a:gd name="connsiteX32-13683" fmla="*/ 935802 w 2107590"/>
              <a:gd name="connsiteY32-13684" fmla="*/ 390302 h 2160513"/>
              <a:gd name="connsiteX33-13685" fmla="*/ 1445389 w 2107590"/>
              <a:gd name="connsiteY33-13686" fmla="*/ 754633 h 2160513"/>
              <a:gd name="connsiteX34-13687" fmla="*/ 1383477 w 2107590"/>
              <a:gd name="connsiteY34-13688" fmla="*/ 857027 h 2160513"/>
              <a:gd name="connsiteX35-13689" fmla="*/ 1643033 w 2107590"/>
              <a:gd name="connsiteY35-13690" fmla="*/ 611758 h 2160513"/>
              <a:gd name="connsiteX36-13691" fmla="*/ 1795433 w 2107590"/>
              <a:gd name="connsiteY36-13692" fmla="*/ 723677 h 2160513"/>
              <a:gd name="connsiteX37-13693" fmla="*/ 1889668 w 2107590"/>
              <a:gd name="connsiteY37-13694" fmla="*/ 1175665 h 2160513"/>
              <a:gd name="connsiteX38-13695" fmla="*/ 1912797 w 2107590"/>
              <a:gd name="connsiteY38-13696" fmla="*/ 1135089 h 2160513"/>
              <a:gd name="connsiteX39-13697" fmla="*/ 1775980 w 2107590"/>
              <a:gd name="connsiteY39-13698" fmla="*/ 1553577 h 2160513"/>
              <a:gd name="connsiteX40-13699" fmla="*/ 1235792 w 2107590"/>
              <a:gd name="connsiteY40-13700" fmla="*/ 1580715 h 2160513"/>
              <a:gd name="connsiteX41-13701" fmla="*/ 1344220 w 2107590"/>
              <a:gd name="connsiteY41-13702" fmla="*/ 1905742 h 2160513"/>
              <a:gd name="connsiteX0-13703" fmla="*/ 1575697 w 2107590"/>
              <a:gd name="connsiteY0-13704" fmla="*/ 2160513 h 2160513"/>
              <a:gd name="connsiteX1-13705" fmla="*/ 956854 w 2107590"/>
              <a:gd name="connsiteY1-13706" fmla="*/ 1258279 h 2160513"/>
              <a:gd name="connsiteX2-13707" fmla="*/ 863892 w 2107590"/>
              <a:gd name="connsiteY2-13708" fmla="*/ 1345253 h 2160513"/>
              <a:gd name="connsiteX3-13709" fmla="*/ 1026241 w 2107590"/>
              <a:gd name="connsiteY3-13710" fmla="*/ 1144473 h 2160513"/>
              <a:gd name="connsiteX4-13711" fmla="*/ 908876 w 2107590"/>
              <a:gd name="connsiteY4-13712" fmla="*/ 743032 h 2160513"/>
              <a:gd name="connsiteX5-13713" fmla="*/ 1054863 w 2107590"/>
              <a:gd name="connsiteY5-13714" fmla="*/ 807021 h 2160513"/>
              <a:gd name="connsiteX6-13715" fmla="*/ 766732 w 2107590"/>
              <a:gd name="connsiteY6-13716" fmla="*/ 928463 h 2160513"/>
              <a:gd name="connsiteX7-13717" fmla="*/ 228569 w 2107590"/>
              <a:gd name="connsiteY7-13718" fmla="*/ 1030857 h 2160513"/>
              <a:gd name="connsiteX8-13719" fmla="*/ 102364 w 2107590"/>
              <a:gd name="connsiteY8-13720" fmla="*/ 578421 h 2160513"/>
              <a:gd name="connsiteX9-13721" fmla="*/ 334972 w 2107590"/>
              <a:gd name="connsiteY9-13722" fmla="*/ 266829 h 2160513"/>
              <a:gd name="connsiteX10-13723" fmla="*/ 754827 w 2107590"/>
              <a:gd name="connsiteY10-13724" fmla="*/ 47401 h 2160513"/>
              <a:gd name="connsiteX11-13725" fmla="*/ 759590 w 2107590"/>
              <a:gd name="connsiteY11-13726" fmla="*/ 95027 h 2160513"/>
              <a:gd name="connsiteX12-13727" fmla="*/ 771497 w 2107590"/>
              <a:gd name="connsiteY12-13728" fmla="*/ 35497 h 2160513"/>
              <a:gd name="connsiteX13-13729" fmla="*/ 1341273 w 2107590"/>
              <a:gd name="connsiteY13-13730" fmla="*/ 79182 h 2160513"/>
              <a:gd name="connsiteX14-13731" fmla="*/ 1369190 w 2107590"/>
              <a:gd name="connsiteY14-13732" fmla="*/ 92646 h 2160513"/>
              <a:gd name="connsiteX15-13733" fmla="*/ 1772045 w 2107590"/>
              <a:gd name="connsiteY15-13734" fmla="*/ 359840 h 2160513"/>
              <a:gd name="connsiteX16-13735" fmla="*/ 1752572 w 2107590"/>
              <a:gd name="connsiteY16-13736" fmla="*/ 342677 h 2160513"/>
              <a:gd name="connsiteX17-13737" fmla="*/ 2013140 w 2107590"/>
              <a:gd name="connsiteY17-13738" fmla="*/ 736265 h 2160513"/>
              <a:gd name="connsiteX18-13739" fmla="*/ 2004983 w 2107590"/>
              <a:gd name="connsiteY18-13740" fmla="*/ 716533 h 2160513"/>
              <a:gd name="connsiteX19-13741" fmla="*/ 2095472 w 2107590"/>
              <a:gd name="connsiteY19-13742" fmla="*/ 1073721 h 2160513"/>
              <a:gd name="connsiteX20-13743" fmla="*/ 1826390 w 2107590"/>
              <a:gd name="connsiteY20-13744" fmla="*/ 1311846 h 2160513"/>
              <a:gd name="connsiteX21-13745" fmla="*/ 1821627 w 2107590"/>
              <a:gd name="connsiteY21-13746" fmla="*/ 1264221 h 2160513"/>
              <a:gd name="connsiteX22-13747" fmla="*/ 1488252 w 2107590"/>
              <a:gd name="connsiteY22-13748" fmla="*/ 1595214 h 2160513"/>
              <a:gd name="connsiteX23-13749" fmla="*/ 1388239 w 2107590"/>
              <a:gd name="connsiteY23-13750" fmla="*/ 1492821 h 2160513"/>
              <a:gd name="connsiteX24-13751" fmla="*/ 1714472 w 2107590"/>
              <a:gd name="connsiteY24-13752" fmla="*/ 1154684 h 2160513"/>
              <a:gd name="connsiteX25-13753" fmla="*/ 1390621 w 2107590"/>
              <a:gd name="connsiteY25-13754" fmla="*/ 1145157 h 2160513"/>
              <a:gd name="connsiteX26-13755" fmla="*/ 1326328 w 2107590"/>
              <a:gd name="connsiteY26-13756" fmla="*/ 1283271 h 2160513"/>
              <a:gd name="connsiteX27-13757" fmla="*/ 1040577 w 2107590"/>
              <a:gd name="connsiteY27-13758" fmla="*/ 973708 h 2160513"/>
              <a:gd name="connsiteX28-13759" fmla="*/ 1288227 w 2107590"/>
              <a:gd name="connsiteY28-13760" fmla="*/ 699864 h 2160513"/>
              <a:gd name="connsiteX29-13761" fmla="*/ 516702 w 2107590"/>
              <a:gd name="connsiteY29-13762" fmla="*/ 737964 h 2160513"/>
              <a:gd name="connsiteX30-13763" fmla="*/ 828646 w 2107590"/>
              <a:gd name="connsiteY30-13764" fmla="*/ 945133 h 2160513"/>
              <a:gd name="connsiteX31-13765" fmla="*/ 373827 w 2107590"/>
              <a:gd name="connsiteY31-13766" fmla="*/ 852264 h 2160513"/>
              <a:gd name="connsiteX32-13767" fmla="*/ 935802 w 2107590"/>
              <a:gd name="connsiteY32-13768" fmla="*/ 390302 h 2160513"/>
              <a:gd name="connsiteX33-13769" fmla="*/ 1445389 w 2107590"/>
              <a:gd name="connsiteY33-13770" fmla="*/ 754633 h 2160513"/>
              <a:gd name="connsiteX34-13771" fmla="*/ 1383477 w 2107590"/>
              <a:gd name="connsiteY34-13772" fmla="*/ 857027 h 2160513"/>
              <a:gd name="connsiteX35-13773" fmla="*/ 1643033 w 2107590"/>
              <a:gd name="connsiteY35-13774" fmla="*/ 611758 h 2160513"/>
              <a:gd name="connsiteX36-13775" fmla="*/ 1795433 w 2107590"/>
              <a:gd name="connsiteY36-13776" fmla="*/ 723677 h 2160513"/>
              <a:gd name="connsiteX37-13777" fmla="*/ 1889668 w 2107590"/>
              <a:gd name="connsiteY37-13778" fmla="*/ 1175665 h 2160513"/>
              <a:gd name="connsiteX38-13779" fmla="*/ 1912797 w 2107590"/>
              <a:gd name="connsiteY38-13780" fmla="*/ 1135089 h 2160513"/>
              <a:gd name="connsiteX39-13781" fmla="*/ 1775980 w 2107590"/>
              <a:gd name="connsiteY39-13782" fmla="*/ 1553577 h 2160513"/>
              <a:gd name="connsiteX40-13783" fmla="*/ 1235792 w 2107590"/>
              <a:gd name="connsiteY40-13784" fmla="*/ 1580715 h 2160513"/>
              <a:gd name="connsiteX41-13785" fmla="*/ 1344220 w 2107590"/>
              <a:gd name="connsiteY41-13786" fmla="*/ 1905742 h 2160513"/>
              <a:gd name="connsiteX0-13787" fmla="*/ 1575697 w 2107590"/>
              <a:gd name="connsiteY0-13788" fmla="*/ 2160513 h 2160513"/>
              <a:gd name="connsiteX1-13789" fmla="*/ 956854 w 2107590"/>
              <a:gd name="connsiteY1-13790" fmla="*/ 1258279 h 2160513"/>
              <a:gd name="connsiteX2-13791" fmla="*/ 863892 w 2107590"/>
              <a:gd name="connsiteY2-13792" fmla="*/ 1345253 h 2160513"/>
              <a:gd name="connsiteX3-13793" fmla="*/ 1026241 w 2107590"/>
              <a:gd name="connsiteY3-13794" fmla="*/ 1144473 h 2160513"/>
              <a:gd name="connsiteX4-13795" fmla="*/ 908876 w 2107590"/>
              <a:gd name="connsiteY4-13796" fmla="*/ 743032 h 2160513"/>
              <a:gd name="connsiteX5-13797" fmla="*/ 1054863 w 2107590"/>
              <a:gd name="connsiteY5-13798" fmla="*/ 807021 h 2160513"/>
              <a:gd name="connsiteX6-13799" fmla="*/ 766732 w 2107590"/>
              <a:gd name="connsiteY6-13800" fmla="*/ 928463 h 2160513"/>
              <a:gd name="connsiteX7-13801" fmla="*/ 228569 w 2107590"/>
              <a:gd name="connsiteY7-13802" fmla="*/ 1030857 h 2160513"/>
              <a:gd name="connsiteX8-13803" fmla="*/ 102364 w 2107590"/>
              <a:gd name="connsiteY8-13804" fmla="*/ 578421 h 2160513"/>
              <a:gd name="connsiteX9-13805" fmla="*/ 334972 w 2107590"/>
              <a:gd name="connsiteY9-13806" fmla="*/ 266829 h 2160513"/>
              <a:gd name="connsiteX10-13807" fmla="*/ 754827 w 2107590"/>
              <a:gd name="connsiteY10-13808" fmla="*/ 47401 h 2160513"/>
              <a:gd name="connsiteX11-13809" fmla="*/ 759590 w 2107590"/>
              <a:gd name="connsiteY11-13810" fmla="*/ 95027 h 2160513"/>
              <a:gd name="connsiteX12-13811" fmla="*/ 771497 w 2107590"/>
              <a:gd name="connsiteY12-13812" fmla="*/ 35497 h 2160513"/>
              <a:gd name="connsiteX13-13813" fmla="*/ 1341273 w 2107590"/>
              <a:gd name="connsiteY13-13814" fmla="*/ 79182 h 2160513"/>
              <a:gd name="connsiteX14-13815" fmla="*/ 1369190 w 2107590"/>
              <a:gd name="connsiteY14-13816" fmla="*/ 92646 h 2160513"/>
              <a:gd name="connsiteX15-13817" fmla="*/ 1772045 w 2107590"/>
              <a:gd name="connsiteY15-13818" fmla="*/ 359840 h 2160513"/>
              <a:gd name="connsiteX16-13819" fmla="*/ 1752572 w 2107590"/>
              <a:gd name="connsiteY16-13820" fmla="*/ 342677 h 2160513"/>
              <a:gd name="connsiteX17-13821" fmla="*/ 2013140 w 2107590"/>
              <a:gd name="connsiteY17-13822" fmla="*/ 736265 h 2160513"/>
              <a:gd name="connsiteX18-13823" fmla="*/ 2004983 w 2107590"/>
              <a:gd name="connsiteY18-13824" fmla="*/ 716533 h 2160513"/>
              <a:gd name="connsiteX19-13825" fmla="*/ 2095472 w 2107590"/>
              <a:gd name="connsiteY19-13826" fmla="*/ 1073721 h 2160513"/>
              <a:gd name="connsiteX20-13827" fmla="*/ 1826390 w 2107590"/>
              <a:gd name="connsiteY20-13828" fmla="*/ 1311846 h 2160513"/>
              <a:gd name="connsiteX21-13829" fmla="*/ 1821627 w 2107590"/>
              <a:gd name="connsiteY21-13830" fmla="*/ 1264221 h 2160513"/>
              <a:gd name="connsiteX22-13831" fmla="*/ 1488252 w 2107590"/>
              <a:gd name="connsiteY22-13832" fmla="*/ 1595214 h 2160513"/>
              <a:gd name="connsiteX23-13833" fmla="*/ 1388239 w 2107590"/>
              <a:gd name="connsiteY23-13834" fmla="*/ 1492821 h 2160513"/>
              <a:gd name="connsiteX24-13835" fmla="*/ 1714472 w 2107590"/>
              <a:gd name="connsiteY24-13836" fmla="*/ 1154684 h 2160513"/>
              <a:gd name="connsiteX25-13837" fmla="*/ 1390621 w 2107590"/>
              <a:gd name="connsiteY25-13838" fmla="*/ 1145157 h 2160513"/>
              <a:gd name="connsiteX26-13839" fmla="*/ 1326328 w 2107590"/>
              <a:gd name="connsiteY26-13840" fmla="*/ 1283271 h 2160513"/>
              <a:gd name="connsiteX27-13841" fmla="*/ 1040577 w 2107590"/>
              <a:gd name="connsiteY27-13842" fmla="*/ 973708 h 2160513"/>
              <a:gd name="connsiteX28-13843" fmla="*/ 1288227 w 2107590"/>
              <a:gd name="connsiteY28-13844" fmla="*/ 699864 h 2160513"/>
              <a:gd name="connsiteX29-13845" fmla="*/ 516702 w 2107590"/>
              <a:gd name="connsiteY29-13846" fmla="*/ 737964 h 2160513"/>
              <a:gd name="connsiteX30-13847" fmla="*/ 828646 w 2107590"/>
              <a:gd name="connsiteY30-13848" fmla="*/ 945133 h 2160513"/>
              <a:gd name="connsiteX31-13849" fmla="*/ 373827 w 2107590"/>
              <a:gd name="connsiteY31-13850" fmla="*/ 852264 h 2160513"/>
              <a:gd name="connsiteX32-13851" fmla="*/ 935802 w 2107590"/>
              <a:gd name="connsiteY32-13852" fmla="*/ 390302 h 2160513"/>
              <a:gd name="connsiteX33-13853" fmla="*/ 1445389 w 2107590"/>
              <a:gd name="connsiteY33-13854" fmla="*/ 754633 h 2160513"/>
              <a:gd name="connsiteX34-13855" fmla="*/ 1383477 w 2107590"/>
              <a:gd name="connsiteY34-13856" fmla="*/ 857027 h 2160513"/>
              <a:gd name="connsiteX35-13857" fmla="*/ 1643033 w 2107590"/>
              <a:gd name="connsiteY35-13858" fmla="*/ 611758 h 2160513"/>
              <a:gd name="connsiteX36-13859" fmla="*/ 1795433 w 2107590"/>
              <a:gd name="connsiteY36-13860" fmla="*/ 723677 h 2160513"/>
              <a:gd name="connsiteX37-13861" fmla="*/ 1889668 w 2107590"/>
              <a:gd name="connsiteY37-13862" fmla="*/ 1175665 h 2160513"/>
              <a:gd name="connsiteX38-13863" fmla="*/ 1912797 w 2107590"/>
              <a:gd name="connsiteY38-13864" fmla="*/ 1135089 h 2160513"/>
              <a:gd name="connsiteX39-13865" fmla="*/ 1775980 w 2107590"/>
              <a:gd name="connsiteY39-13866" fmla="*/ 1553577 h 2160513"/>
              <a:gd name="connsiteX40-13867" fmla="*/ 1235792 w 2107590"/>
              <a:gd name="connsiteY40-13868" fmla="*/ 1580715 h 2160513"/>
              <a:gd name="connsiteX41-13869" fmla="*/ 1344220 w 2107590"/>
              <a:gd name="connsiteY41-13870" fmla="*/ 1905742 h 2160513"/>
              <a:gd name="connsiteX0-13871" fmla="*/ 1575697 w 2107590"/>
              <a:gd name="connsiteY0-13872" fmla="*/ 2160513 h 2160513"/>
              <a:gd name="connsiteX1-13873" fmla="*/ 956854 w 2107590"/>
              <a:gd name="connsiteY1-13874" fmla="*/ 1258279 h 2160513"/>
              <a:gd name="connsiteX2-13875" fmla="*/ 863892 w 2107590"/>
              <a:gd name="connsiteY2-13876" fmla="*/ 1345253 h 2160513"/>
              <a:gd name="connsiteX3-13877" fmla="*/ 1026241 w 2107590"/>
              <a:gd name="connsiteY3-13878" fmla="*/ 1144473 h 2160513"/>
              <a:gd name="connsiteX4-13879" fmla="*/ 908876 w 2107590"/>
              <a:gd name="connsiteY4-13880" fmla="*/ 743032 h 2160513"/>
              <a:gd name="connsiteX5-13881" fmla="*/ 1054863 w 2107590"/>
              <a:gd name="connsiteY5-13882" fmla="*/ 807021 h 2160513"/>
              <a:gd name="connsiteX6-13883" fmla="*/ 766732 w 2107590"/>
              <a:gd name="connsiteY6-13884" fmla="*/ 928463 h 2160513"/>
              <a:gd name="connsiteX7-13885" fmla="*/ 228569 w 2107590"/>
              <a:gd name="connsiteY7-13886" fmla="*/ 1030857 h 2160513"/>
              <a:gd name="connsiteX8-13887" fmla="*/ 102364 w 2107590"/>
              <a:gd name="connsiteY8-13888" fmla="*/ 578421 h 2160513"/>
              <a:gd name="connsiteX9-13889" fmla="*/ 334972 w 2107590"/>
              <a:gd name="connsiteY9-13890" fmla="*/ 266829 h 2160513"/>
              <a:gd name="connsiteX10-13891" fmla="*/ 754827 w 2107590"/>
              <a:gd name="connsiteY10-13892" fmla="*/ 47401 h 2160513"/>
              <a:gd name="connsiteX11-13893" fmla="*/ 759590 w 2107590"/>
              <a:gd name="connsiteY11-13894" fmla="*/ 95027 h 2160513"/>
              <a:gd name="connsiteX12-13895" fmla="*/ 771497 w 2107590"/>
              <a:gd name="connsiteY12-13896" fmla="*/ 35497 h 2160513"/>
              <a:gd name="connsiteX13-13897" fmla="*/ 1341273 w 2107590"/>
              <a:gd name="connsiteY13-13898" fmla="*/ 79182 h 2160513"/>
              <a:gd name="connsiteX14-13899" fmla="*/ 1369190 w 2107590"/>
              <a:gd name="connsiteY14-13900" fmla="*/ 92646 h 2160513"/>
              <a:gd name="connsiteX15-13901" fmla="*/ 1772045 w 2107590"/>
              <a:gd name="connsiteY15-13902" fmla="*/ 359840 h 2160513"/>
              <a:gd name="connsiteX16-13903" fmla="*/ 1752572 w 2107590"/>
              <a:gd name="connsiteY16-13904" fmla="*/ 342677 h 2160513"/>
              <a:gd name="connsiteX17-13905" fmla="*/ 2013140 w 2107590"/>
              <a:gd name="connsiteY17-13906" fmla="*/ 736265 h 2160513"/>
              <a:gd name="connsiteX18-13907" fmla="*/ 2004983 w 2107590"/>
              <a:gd name="connsiteY18-13908" fmla="*/ 716533 h 2160513"/>
              <a:gd name="connsiteX19-13909" fmla="*/ 2095472 w 2107590"/>
              <a:gd name="connsiteY19-13910" fmla="*/ 1073721 h 2160513"/>
              <a:gd name="connsiteX20-13911" fmla="*/ 1826390 w 2107590"/>
              <a:gd name="connsiteY20-13912" fmla="*/ 1311846 h 2160513"/>
              <a:gd name="connsiteX21-13913" fmla="*/ 1821627 w 2107590"/>
              <a:gd name="connsiteY21-13914" fmla="*/ 1264221 h 2160513"/>
              <a:gd name="connsiteX22-13915" fmla="*/ 1488252 w 2107590"/>
              <a:gd name="connsiteY22-13916" fmla="*/ 1595214 h 2160513"/>
              <a:gd name="connsiteX23-13917" fmla="*/ 1388239 w 2107590"/>
              <a:gd name="connsiteY23-13918" fmla="*/ 1492821 h 2160513"/>
              <a:gd name="connsiteX24-13919" fmla="*/ 1714472 w 2107590"/>
              <a:gd name="connsiteY24-13920" fmla="*/ 1154684 h 2160513"/>
              <a:gd name="connsiteX25-13921" fmla="*/ 1390621 w 2107590"/>
              <a:gd name="connsiteY25-13922" fmla="*/ 1145157 h 2160513"/>
              <a:gd name="connsiteX26-13923" fmla="*/ 1326328 w 2107590"/>
              <a:gd name="connsiteY26-13924" fmla="*/ 1283271 h 2160513"/>
              <a:gd name="connsiteX27-13925" fmla="*/ 1040577 w 2107590"/>
              <a:gd name="connsiteY27-13926" fmla="*/ 973708 h 2160513"/>
              <a:gd name="connsiteX28-13927" fmla="*/ 1288227 w 2107590"/>
              <a:gd name="connsiteY28-13928" fmla="*/ 699864 h 2160513"/>
              <a:gd name="connsiteX29-13929" fmla="*/ 516702 w 2107590"/>
              <a:gd name="connsiteY29-13930" fmla="*/ 737964 h 2160513"/>
              <a:gd name="connsiteX30-13931" fmla="*/ 828646 w 2107590"/>
              <a:gd name="connsiteY30-13932" fmla="*/ 945133 h 2160513"/>
              <a:gd name="connsiteX31-13933" fmla="*/ 373827 w 2107590"/>
              <a:gd name="connsiteY31-13934" fmla="*/ 852264 h 2160513"/>
              <a:gd name="connsiteX32-13935" fmla="*/ 935802 w 2107590"/>
              <a:gd name="connsiteY32-13936" fmla="*/ 390302 h 2160513"/>
              <a:gd name="connsiteX33-13937" fmla="*/ 1445389 w 2107590"/>
              <a:gd name="connsiteY33-13938" fmla="*/ 754633 h 2160513"/>
              <a:gd name="connsiteX34-13939" fmla="*/ 1383477 w 2107590"/>
              <a:gd name="connsiteY34-13940" fmla="*/ 857027 h 2160513"/>
              <a:gd name="connsiteX35-13941" fmla="*/ 1643033 w 2107590"/>
              <a:gd name="connsiteY35-13942" fmla="*/ 611758 h 2160513"/>
              <a:gd name="connsiteX36-13943" fmla="*/ 1795433 w 2107590"/>
              <a:gd name="connsiteY36-13944" fmla="*/ 723677 h 2160513"/>
              <a:gd name="connsiteX37-13945" fmla="*/ 1889668 w 2107590"/>
              <a:gd name="connsiteY37-13946" fmla="*/ 1175665 h 2160513"/>
              <a:gd name="connsiteX38-13947" fmla="*/ 1912797 w 2107590"/>
              <a:gd name="connsiteY38-13948" fmla="*/ 1135089 h 2160513"/>
              <a:gd name="connsiteX39-13949" fmla="*/ 1775980 w 2107590"/>
              <a:gd name="connsiteY39-13950" fmla="*/ 1553577 h 2160513"/>
              <a:gd name="connsiteX40-13951" fmla="*/ 1235792 w 2107590"/>
              <a:gd name="connsiteY40-13952" fmla="*/ 1580715 h 2160513"/>
              <a:gd name="connsiteX41-13953" fmla="*/ 1344220 w 2107590"/>
              <a:gd name="connsiteY41-13954" fmla="*/ 1905742 h 2160513"/>
              <a:gd name="connsiteX0-13955" fmla="*/ 1575697 w 2107590"/>
              <a:gd name="connsiteY0-13956" fmla="*/ 2160513 h 2160513"/>
              <a:gd name="connsiteX1-13957" fmla="*/ 956854 w 2107590"/>
              <a:gd name="connsiteY1-13958" fmla="*/ 1258279 h 2160513"/>
              <a:gd name="connsiteX2-13959" fmla="*/ 863892 w 2107590"/>
              <a:gd name="connsiteY2-13960" fmla="*/ 1345253 h 2160513"/>
              <a:gd name="connsiteX3-13961" fmla="*/ 1026241 w 2107590"/>
              <a:gd name="connsiteY3-13962" fmla="*/ 1144473 h 2160513"/>
              <a:gd name="connsiteX4-13963" fmla="*/ 908876 w 2107590"/>
              <a:gd name="connsiteY4-13964" fmla="*/ 743032 h 2160513"/>
              <a:gd name="connsiteX5-13965" fmla="*/ 1054863 w 2107590"/>
              <a:gd name="connsiteY5-13966" fmla="*/ 807021 h 2160513"/>
              <a:gd name="connsiteX6-13967" fmla="*/ 766732 w 2107590"/>
              <a:gd name="connsiteY6-13968" fmla="*/ 928463 h 2160513"/>
              <a:gd name="connsiteX7-13969" fmla="*/ 228569 w 2107590"/>
              <a:gd name="connsiteY7-13970" fmla="*/ 1030857 h 2160513"/>
              <a:gd name="connsiteX8-13971" fmla="*/ 102364 w 2107590"/>
              <a:gd name="connsiteY8-13972" fmla="*/ 578421 h 2160513"/>
              <a:gd name="connsiteX9-13973" fmla="*/ 334972 w 2107590"/>
              <a:gd name="connsiteY9-13974" fmla="*/ 266829 h 2160513"/>
              <a:gd name="connsiteX10-13975" fmla="*/ 754827 w 2107590"/>
              <a:gd name="connsiteY10-13976" fmla="*/ 47401 h 2160513"/>
              <a:gd name="connsiteX11-13977" fmla="*/ 759590 w 2107590"/>
              <a:gd name="connsiteY11-13978" fmla="*/ 95027 h 2160513"/>
              <a:gd name="connsiteX12-13979" fmla="*/ 771497 w 2107590"/>
              <a:gd name="connsiteY12-13980" fmla="*/ 35497 h 2160513"/>
              <a:gd name="connsiteX13-13981" fmla="*/ 1341273 w 2107590"/>
              <a:gd name="connsiteY13-13982" fmla="*/ 79182 h 2160513"/>
              <a:gd name="connsiteX14-13983" fmla="*/ 1369190 w 2107590"/>
              <a:gd name="connsiteY14-13984" fmla="*/ 92646 h 2160513"/>
              <a:gd name="connsiteX15-13985" fmla="*/ 1772045 w 2107590"/>
              <a:gd name="connsiteY15-13986" fmla="*/ 359840 h 2160513"/>
              <a:gd name="connsiteX16-13987" fmla="*/ 1752572 w 2107590"/>
              <a:gd name="connsiteY16-13988" fmla="*/ 342677 h 2160513"/>
              <a:gd name="connsiteX17-13989" fmla="*/ 2013140 w 2107590"/>
              <a:gd name="connsiteY17-13990" fmla="*/ 736265 h 2160513"/>
              <a:gd name="connsiteX18-13991" fmla="*/ 2004983 w 2107590"/>
              <a:gd name="connsiteY18-13992" fmla="*/ 716533 h 2160513"/>
              <a:gd name="connsiteX19-13993" fmla="*/ 2095472 w 2107590"/>
              <a:gd name="connsiteY19-13994" fmla="*/ 1073721 h 2160513"/>
              <a:gd name="connsiteX20-13995" fmla="*/ 1826390 w 2107590"/>
              <a:gd name="connsiteY20-13996" fmla="*/ 1311846 h 2160513"/>
              <a:gd name="connsiteX21-13997" fmla="*/ 1821627 w 2107590"/>
              <a:gd name="connsiteY21-13998" fmla="*/ 1264221 h 2160513"/>
              <a:gd name="connsiteX22-13999" fmla="*/ 1488252 w 2107590"/>
              <a:gd name="connsiteY22-14000" fmla="*/ 1595214 h 2160513"/>
              <a:gd name="connsiteX23-14001" fmla="*/ 1388239 w 2107590"/>
              <a:gd name="connsiteY23-14002" fmla="*/ 1492821 h 2160513"/>
              <a:gd name="connsiteX24-14003" fmla="*/ 1714472 w 2107590"/>
              <a:gd name="connsiteY24-14004" fmla="*/ 1154684 h 2160513"/>
              <a:gd name="connsiteX25-14005" fmla="*/ 1390621 w 2107590"/>
              <a:gd name="connsiteY25-14006" fmla="*/ 1145157 h 2160513"/>
              <a:gd name="connsiteX26-14007" fmla="*/ 1326328 w 2107590"/>
              <a:gd name="connsiteY26-14008" fmla="*/ 1283271 h 2160513"/>
              <a:gd name="connsiteX27-14009" fmla="*/ 1040577 w 2107590"/>
              <a:gd name="connsiteY27-14010" fmla="*/ 973708 h 2160513"/>
              <a:gd name="connsiteX28-14011" fmla="*/ 1288227 w 2107590"/>
              <a:gd name="connsiteY28-14012" fmla="*/ 699864 h 2160513"/>
              <a:gd name="connsiteX29-14013" fmla="*/ 516702 w 2107590"/>
              <a:gd name="connsiteY29-14014" fmla="*/ 737964 h 2160513"/>
              <a:gd name="connsiteX30-14015" fmla="*/ 828646 w 2107590"/>
              <a:gd name="connsiteY30-14016" fmla="*/ 945133 h 2160513"/>
              <a:gd name="connsiteX31-14017" fmla="*/ 373827 w 2107590"/>
              <a:gd name="connsiteY31-14018" fmla="*/ 852264 h 2160513"/>
              <a:gd name="connsiteX32-14019" fmla="*/ 935802 w 2107590"/>
              <a:gd name="connsiteY32-14020" fmla="*/ 390302 h 2160513"/>
              <a:gd name="connsiteX33-14021" fmla="*/ 1445389 w 2107590"/>
              <a:gd name="connsiteY33-14022" fmla="*/ 754633 h 2160513"/>
              <a:gd name="connsiteX34-14023" fmla="*/ 1383477 w 2107590"/>
              <a:gd name="connsiteY34-14024" fmla="*/ 857027 h 2160513"/>
              <a:gd name="connsiteX35-14025" fmla="*/ 1643033 w 2107590"/>
              <a:gd name="connsiteY35-14026" fmla="*/ 611758 h 2160513"/>
              <a:gd name="connsiteX36-14027" fmla="*/ 1795433 w 2107590"/>
              <a:gd name="connsiteY36-14028" fmla="*/ 723677 h 2160513"/>
              <a:gd name="connsiteX37-14029" fmla="*/ 1889668 w 2107590"/>
              <a:gd name="connsiteY37-14030" fmla="*/ 1175665 h 2160513"/>
              <a:gd name="connsiteX38-14031" fmla="*/ 1912797 w 2107590"/>
              <a:gd name="connsiteY38-14032" fmla="*/ 1135089 h 2160513"/>
              <a:gd name="connsiteX39-14033" fmla="*/ 1775980 w 2107590"/>
              <a:gd name="connsiteY39-14034" fmla="*/ 1553577 h 2160513"/>
              <a:gd name="connsiteX40-14035" fmla="*/ 1235792 w 2107590"/>
              <a:gd name="connsiteY40-14036" fmla="*/ 1580715 h 2160513"/>
              <a:gd name="connsiteX41-14037" fmla="*/ 1344220 w 2107590"/>
              <a:gd name="connsiteY41-14038" fmla="*/ 1905742 h 2160513"/>
              <a:gd name="connsiteX0-14039" fmla="*/ 1575697 w 2107590"/>
              <a:gd name="connsiteY0-14040" fmla="*/ 2160513 h 2160513"/>
              <a:gd name="connsiteX1-14041" fmla="*/ 956854 w 2107590"/>
              <a:gd name="connsiteY1-14042" fmla="*/ 1258279 h 2160513"/>
              <a:gd name="connsiteX2-14043" fmla="*/ 863892 w 2107590"/>
              <a:gd name="connsiteY2-14044" fmla="*/ 1345253 h 2160513"/>
              <a:gd name="connsiteX3-14045" fmla="*/ 1026241 w 2107590"/>
              <a:gd name="connsiteY3-14046" fmla="*/ 1144473 h 2160513"/>
              <a:gd name="connsiteX4-14047" fmla="*/ 908876 w 2107590"/>
              <a:gd name="connsiteY4-14048" fmla="*/ 743032 h 2160513"/>
              <a:gd name="connsiteX5-14049" fmla="*/ 1054863 w 2107590"/>
              <a:gd name="connsiteY5-14050" fmla="*/ 807021 h 2160513"/>
              <a:gd name="connsiteX6-14051" fmla="*/ 766732 w 2107590"/>
              <a:gd name="connsiteY6-14052" fmla="*/ 928463 h 2160513"/>
              <a:gd name="connsiteX7-14053" fmla="*/ 228569 w 2107590"/>
              <a:gd name="connsiteY7-14054" fmla="*/ 1030857 h 2160513"/>
              <a:gd name="connsiteX8-14055" fmla="*/ 102364 w 2107590"/>
              <a:gd name="connsiteY8-14056" fmla="*/ 578421 h 2160513"/>
              <a:gd name="connsiteX9-14057" fmla="*/ 334972 w 2107590"/>
              <a:gd name="connsiteY9-14058" fmla="*/ 266829 h 2160513"/>
              <a:gd name="connsiteX10-14059" fmla="*/ 754827 w 2107590"/>
              <a:gd name="connsiteY10-14060" fmla="*/ 47401 h 2160513"/>
              <a:gd name="connsiteX11-14061" fmla="*/ 759590 w 2107590"/>
              <a:gd name="connsiteY11-14062" fmla="*/ 95027 h 2160513"/>
              <a:gd name="connsiteX12-14063" fmla="*/ 771497 w 2107590"/>
              <a:gd name="connsiteY12-14064" fmla="*/ 35497 h 2160513"/>
              <a:gd name="connsiteX13-14065" fmla="*/ 1341273 w 2107590"/>
              <a:gd name="connsiteY13-14066" fmla="*/ 79182 h 2160513"/>
              <a:gd name="connsiteX14-14067" fmla="*/ 1369190 w 2107590"/>
              <a:gd name="connsiteY14-14068" fmla="*/ 92646 h 2160513"/>
              <a:gd name="connsiteX15-14069" fmla="*/ 1772045 w 2107590"/>
              <a:gd name="connsiteY15-14070" fmla="*/ 359840 h 2160513"/>
              <a:gd name="connsiteX16-14071" fmla="*/ 1752572 w 2107590"/>
              <a:gd name="connsiteY16-14072" fmla="*/ 342677 h 2160513"/>
              <a:gd name="connsiteX17-14073" fmla="*/ 2013140 w 2107590"/>
              <a:gd name="connsiteY17-14074" fmla="*/ 736265 h 2160513"/>
              <a:gd name="connsiteX18-14075" fmla="*/ 2004983 w 2107590"/>
              <a:gd name="connsiteY18-14076" fmla="*/ 716533 h 2160513"/>
              <a:gd name="connsiteX19-14077" fmla="*/ 2095472 w 2107590"/>
              <a:gd name="connsiteY19-14078" fmla="*/ 1073721 h 2160513"/>
              <a:gd name="connsiteX20-14079" fmla="*/ 1826390 w 2107590"/>
              <a:gd name="connsiteY20-14080" fmla="*/ 1311846 h 2160513"/>
              <a:gd name="connsiteX21-14081" fmla="*/ 1821627 w 2107590"/>
              <a:gd name="connsiteY21-14082" fmla="*/ 1264221 h 2160513"/>
              <a:gd name="connsiteX22-14083" fmla="*/ 1488252 w 2107590"/>
              <a:gd name="connsiteY22-14084" fmla="*/ 1595214 h 2160513"/>
              <a:gd name="connsiteX23-14085" fmla="*/ 1388239 w 2107590"/>
              <a:gd name="connsiteY23-14086" fmla="*/ 1492821 h 2160513"/>
              <a:gd name="connsiteX24-14087" fmla="*/ 1714472 w 2107590"/>
              <a:gd name="connsiteY24-14088" fmla="*/ 1154684 h 2160513"/>
              <a:gd name="connsiteX25-14089" fmla="*/ 1390621 w 2107590"/>
              <a:gd name="connsiteY25-14090" fmla="*/ 1145157 h 2160513"/>
              <a:gd name="connsiteX26-14091" fmla="*/ 1326328 w 2107590"/>
              <a:gd name="connsiteY26-14092" fmla="*/ 1283271 h 2160513"/>
              <a:gd name="connsiteX27-14093" fmla="*/ 1040577 w 2107590"/>
              <a:gd name="connsiteY27-14094" fmla="*/ 973708 h 2160513"/>
              <a:gd name="connsiteX28-14095" fmla="*/ 1288227 w 2107590"/>
              <a:gd name="connsiteY28-14096" fmla="*/ 699864 h 2160513"/>
              <a:gd name="connsiteX29-14097" fmla="*/ 516702 w 2107590"/>
              <a:gd name="connsiteY29-14098" fmla="*/ 737964 h 2160513"/>
              <a:gd name="connsiteX30-14099" fmla="*/ 828646 w 2107590"/>
              <a:gd name="connsiteY30-14100" fmla="*/ 945133 h 2160513"/>
              <a:gd name="connsiteX31-14101" fmla="*/ 373827 w 2107590"/>
              <a:gd name="connsiteY31-14102" fmla="*/ 852264 h 2160513"/>
              <a:gd name="connsiteX32-14103" fmla="*/ 935802 w 2107590"/>
              <a:gd name="connsiteY32-14104" fmla="*/ 390302 h 2160513"/>
              <a:gd name="connsiteX33-14105" fmla="*/ 1445389 w 2107590"/>
              <a:gd name="connsiteY33-14106" fmla="*/ 754633 h 2160513"/>
              <a:gd name="connsiteX34-14107" fmla="*/ 1383477 w 2107590"/>
              <a:gd name="connsiteY34-14108" fmla="*/ 857027 h 2160513"/>
              <a:gd name="connsiteX35-14109" fmla="*/ 1643033 w 2107590"/>
              <a:gd name="connsiteY35-14110" fmla="*/ 611758 h 2160513"/>
              <a:gd name="connsiteX36-14111" fmla="*/ 1795433 w 2107590"/>
              <a:gd name="connsiteY36-14112" fmla="*/ 723677 h 2160513"/>
              <a:gd name="connsiteX37-14113" fmla="*/ 1889668 w 2107590"/>
              <a:gd name="connsiteY37-14114" fmla="*/ 1175665 h 2160513"/>
              <a:gd name="connsiteX38-14115" fmla="*/ 1912797 w 2107590"/>
              <a:gd name="connsiteY38-14116" fmla="*/ 1135089 h 2160513"/>
              <a:gd name="connsiteX39-14117" fmla="*/ 1775980 w 2107590"/>
              <a:gd name="connsiteY39-14118" fmla="*/ 1553577 h 2160513"/>
              <a:gd name="connsiteX40-14119" fmla="*/ 1235792 w 2107590"/>
              <a:gd name="connsiteY40-14120" fmla="*/ 1580715 h 2160513"/>
              <a:gd name="connsiteX41-14121" fmla="*/ 1344220 w 2107590"/>
              <a:gd name="connsiteY41-14122" fmla="*/ 1905742 h 2160513"/>
              <a:gd name="connsiteX0-14123" fmla="*/ 1575697 w 2107590"/>
              <a:gd name="connsiteY0-14124" fmla="*/ 2160513 h 2160513"/>
              <a:gd name="connsiteX1-14125" fmla="*/ 956854 w 2107590"/>
              <a:gd name="connsiteY1-14126" fmla="*/ 1258279 h 2160513"/>
              <a:gd name="connsiteX2-14127" fmla="*/ 863892 w 2107590"/>
              <a:gd name="connsiteY2-14128" fmla="*/ 1345253 h 2160513"/>
              <a:gd name="connsiteX3-14129" fmla="*/ 1026241 w 2107590"/>
              <a:gd name="connsiteY3-14130" fmla="*/ 1144473 h 2160513"/>
              <a:gd name="connsiteX4-14131" fmla="*/ 908876 w 2107590"/>
              <a:gd name="connsiteY4-14132" fmla="*/ 743032 h 2160513"/>
              <a:gd name="connsiteX5-14133" fmla="*/ 1054863 w 2107590"/>
              <a:gd name="connsiteY5-14134" fmla="*/ 807021 h 2160513"/>
              <a:gd name="connsiteX6-14135" fmla="*/ 766732 w 2107590"/>
              <a:gd name="connsiteY6-14136" fmla="*/ 928463 h 2160513"/>
              <a:gd name="connsiteX7-14137" fmla="*/ 228569 w 2107590"/>
              <a:gd name="connsiteY7-14138" fmla="*/ 1030857 h 2160513"/>
              <a:gd name="connsiteX8-14139" fmla="*/ 102364 w 2107590"/>
              <a:gd name="connsiteY8-14140" fmla="*/ 578421 h 2160513"/>
              <a:gd name="connsiteX9-14141" fmla="*/ 334972 w 2107590"/>
              <a:gd name="connsiteY9-14142" fmla="*/ 266829 h 2160513"/>
              <a:gd name="connsiteX10-14143" fmla="*/ 754827 w 2107590"/>
              <a:gd name="connsiteY10-14144" fmla="*/ 47401 h 2160513"/>
              <a:gd name="connsiteX11-14145" fmla="*/ 759590 w 2107590"/>
              <a:gd name="connsiteY11-14146" fmla="*/ 95027 h 2160513"/>
              <a:gd name="connsiteX12-14147" fmla="*/ 771497 w 2107590"/>
              <a:gd name="connsiteY12-14148" fmla="*/ 35497 h 2160513"/>
              <a:gd name="connsiteX13-14149" fmla="*/ 1341273 w 2107590"/>
              <a:gd name="connsiteY13-14150" fmla="*/ 79182 h 2160513"/>
              <a:gd name="connsiteX14-14151" fmla="*/ 1369190 w 2107590"/>
              <a:gd name="connsiteY14-14152" fmla="*/ 92646 h 2160513"/>
              <a:gd name="connsiteX15-14153" fmla="*/ 1772045 w 2107590"/>
              <a:gd name="connsiteY15-14154" fmla="*/ 359840 h 2160513"/>
              <a:gd name="connsiteX16-14155" fmla="*/ 1752572 w 2107590"/>
              <a:gd name="connsiteY16-14156" fmla="*/ 342677 h 2160513"/>
              <a:gd name="connsiteX17-14157" fmla="*/ 2013140 w 2107590"/>
              <a:gd name="connsiteY17-14158" fmla="*/ 736265 h 2160513"/>
              <a:gd name="connsiteX18-14159" fmla="*/ 2004983 w 2107590"/>
              <a:gd name="connsiteY18-14160" fmla="*/ 716533 h 2160513"/>
              <a:gd name="connsiteX19-14161" fmla="*/ 2095472 w 2107590"/>
              <a:gd name="connsiteY19-14162" fmla="*/ 1073721 h 2160513"/>
              <a:gd name="connsiteX20-14163" fmla="*/ 1826390 w 2107590"/>
              <a:gd name="connsiteY20-14164" fmla="*/ 1311846 h 2160513"/>
              <a:gd name="connsiteX21-14165" fmla="*/ 1821627 w 2107590"/>
              <a:gd name="connsiteY21-14166" fmla="*/ 1264221 h 2160513"/>
              <a:gd name="connsiteX22-14167" fmla="*/ 1488252 w 2107590"/>
              <a:gd name="connsiteY22-14168" fmla="*/ 1595214 h 2160513"/>
              <a:gd name="connsiteX23-14169" fmla="*/ 1388239 w 2107590"/>
              <a:gd name="connsiteY23-14170" fmla="*/ 1492821 h 2160513"/>
              <a:gd name="connsiteX24-14171" fmla="*/ 1714472 w 2107590"/>
              <a:gd name="connsiteY24-14172" fmla="*/ 1154684 h 2160513"/>
              <a:gd name="connsiteX25-14173" fmla="*/ 1390621 w 2107590"/>
              <a:gd name="connsiteY25-14174" fmla="*/ 1145157 h 2160513"/>
              <a:gd name="connsiteX26-14175" fmla="*/ 1328709 w 2107590"/>
              <a:gd name="connsiteY26-14176" fmla="*/ 1278508 h 2160513"/>
              <a:gd name="connsiteX27-14177" fmla="*/ 1040577 w 2107590"/>
              <a:gd name="connsiteY27-14178" fmla="*/ 973708 h 2160513"/>
              <a:gd name="connsiteX28-14179" fmla="*/ 1288227 w 2107590"/>
              <a:gd name="connsiteY28-14180" fmla="*/ 699864 h 2160513"/>
              <a:gd name="connsiteX29-14181" fmla="*/ 516702 w 2107590"/>
              <a:gd name="connsiteY29-14182" fmla="*/ 737964 h 2160513"/>
              <a:gd name="connsiteX30-14183" fmla="*/ 828646 w 2107590"/>
              <a:gd name="connsiteY30-14184" fmla="*/ 945133 h 2160513"/>
              <a:gd name="connsiteX31-14185" fmla="*/ 373827 w 2107590"/>
              <a:gd name="connsiteY31-14186" fmla="*/ 852264 h 2160513"/>
              <a:gd name="connsiteX32-14187" fmla="*/ 935802 w 2107590"/>
              <a:gd name="connsiteY32-14188" fmla="*/ 390302 h 2160513"/>
              <a:gd name="connsiteX33-14189" fmla="*/ 1445389 w 2107590"/>
              <a:gd name="connsiteY33-14190" fmla="*/ 754633 h 2160513"/>
              <a:gd name="connsiteX34-14191" fmla="*/ 1383477 w 2107590"/>
              <a:gd name="connsiteY34-14192" fmla="*/ 857027 h 2160513"/>
              <a:gd name="connsiteX35-14193" fmla="*/ 1643033 w 2107590"/>
              <a:gd name="connsiteY35-14194" fmla="*/ 611758 h 2160513"/>
              <a:gd name="connsiteX36-14195" fmla="*/ 1795433 w 2107590"/>
              <a:gd name="connsiteY36-14196" fmla="*/ 723677 h 2160513"/>
              <a:gd name="connsiteX37-14197" fmla="*/ 1889668 w 2107590"/>
              <a:gd name="connsiteY37-14198" fmla="*/ 1175665 h 2160513"/>
              <a:gd name="connsiteX38-14199" fmla="*/ 1912797 w 2107590"/>
              <a:gd name="connsiteY38-14200" fmla="*/ 1135089 h 2160513"/>
              <a:gd name="connsiteX39-14201" fmla="*/ 1775980 w 2107590"/>
              <a:gd name="connsiteY39-14202" fmla="*/ 1553577 h 2160513"/>
              <a:gd name="connsiteX40-14203" fmla="*/ 1235792 w 2107590"/>
              <a:gd name="connsiteY40-14204" fmla="*/ 1580715 h 2160513"/>
              <a:gd name="connsiteX41-14205" fmla="*/ 1344220 w 2107590"/>
              <a:gd name="connsiteY41-14206" fmla="*/ 1905742 h 2160513"/>
              <a:gd name="connsiteX0-14207" fmla="*/ 1575697 w 2107590"/>
              <a:gd name="connsiteY0-14208" fmla="*/ 2160513 h 2160513"/>
              <a:gd name="connsiteX1-14209" fmla="*/ 956854 w 2107590"/>
              <a:gd name="connsiteY1-14210" fmla="*/ 1258279 h 2160513"/>
              <a:gd name="connsiteX2-14211" fmla="*/ 863892 w 2107590"/>
              <a:gd name="connsiteY2-14212" fmla="*/ 1345253 h 2160513"/>
              <a:gd name="connsiteX3-14213" fmla="*/ 1026241 w 2107590"/>
              <a:gd name="connsiteY3-14214" fmla="*/ 1144473 h 2160513"/>
              <a:gd name="connsiteX4-14215" fmla="*/ 908876 w 2107590"/>
              <a:gd name="connsiteY4-14216" fmla="*/ 743032 h 2160513"/>
              <a:gd name="connsiteX5-14217" fmla="*/ 1054863 w 2107590"/>
              <a:gd name="connsiteY5-14218" fmla="*/ 807021 h 2160513"/>
              <a:gd name="connsiteX6-14219" fmla="*/ 766732 w 2107590"/>
              <a:gd name="connsiteY6-14220" fmla="*/ 928463 h 2160513"/>
              <a:gd name="connsiteX7-14221" fmla="*/ 228569 w 2107590"/>
              <a:gd name="connsiteY7-14222" fmla="*/ 1030857 h 2160513"/>
              <a:gd name="connsiteX8-14223" fmla="*/ 102364 w 2107590"/>
              <a:gd name="connsiteY8-14224" fmla="*/ 578421 h 2160513"/>
              <a:gd name="connsiteX9-14225" fmla="*/ 334972 w 2107590"/>
              <a:gd name="connsiteY9-14226" fmla="*/ 266829 h 2160513"/>
              <a:gd name="connsiteX10-14227" fmla="*/ 754827 w 2107590"/>
              <a:gd name="connsiteY10-14228" fmla="*/ 47401 h 2160513"/>
              <a:gd name="connsiteX11-14229" fmla="*/ 759590 w 2107590"/>
              <a:gd name="connsiteY11-14230" fmla="*/ 95027 h 2160513"/>
              <a:gd name="connsiteX12-14231" fmla="*/ 771497 w 2107590"/>
              <a:gd name="connsiteY12-14232" fmla="*/ 35497 h 2160513"/>
              <a:gd name="connsiteX13-14233" fmla="*/ 1341273 w 2107590"/>
              <a:gd name="connsiteY13-14234" fmla="*/ 79182 h 2160513"/>
              <a:gd name="connsiteX14-14235" fmla="*/ 1369190 w 2107590"/>
              <a:gd name="connsiteY14-14236" fmla="*/ 92646 h 2160513"/>
              <a:gd name="connsiteX15-14237" fmla="*/ 1772045 w 2107590"/>
              <a:gd name="connsiteY15-14238" fmla="*/ 359840 h 2160513"/>
              <a:gd name="connsiteX16-14239" fmla="*/ 1752572 w 2107590"/>
              <a:gd name="connsiteY16-14240" fmla="*/ 342677 h 2160513"/>
              <a:gd name="connsiteX17-14241" fmla="*/ 2013140 w 2107590"/>
              <a:gd name="connsiteY17-14242" fmla="*/ 736265 h 2160513"/>
              <a:gd name="connsiteX18-14243" fmla="*/ 2004983 w 2107590"/>
              <a:gd name="connsiteY18-14244" fmla="*/ 716533 h 2160513"/>
              <a:gd name="connsiteX19-14245" fmla="*/ 2095472 w 2107590"/>
              <a:gd name="connsiteY19-14246" fmla="*/ 1073721 h 2160513"/>
              <a:gd name="connsiteX20-14247" fmla="*/ 1826390 w 2107590"/>
              <a:gd name="connsiteY20-14248" fmla="*/ 1311846 h 2160513"/>
              <a:gd name="connsiteX21-14249" fmla="*/ 1821627 w 2107590"/>
              <a:gd name="connsiteY21-14250" fmla="*/ 1264221 h 2160513"/>
              <a:gd name="connsiteX22-14251" fmla="*/ 1488252 w 2107590"/>
              <a:gd name="connsiteY22-14252" fmla="*/ 1595214 h 2160513"/>
              <a:gd name="connsiteX23-14253" fmla="*/ 1388239 w 2107590"/>
              <a:gd name="connsiteY23-14254" fmla="*/ 1492821 h 2160513"/>
              <a:gd name="connsiteX24-14255" fmla="*/ 1714472 w 2107590"/>
              <a:gd name="connsiteY24-14256" fmla="*/ 1154684 h 2160513"/>
              <a:gd name="connsiteX25-14257" fmla="*/ 1390621 w 2107590"/>
              <a:gd name="connsiteY25-14258" fmla="*/ 1145157 h 2160513"/>
              <a:gd name="connsiteX26-14259" fmla="*/ 1328709 w 2107590"/>
              <a:gd name="connsiteY26-14260" fmla="*/ 1278508 h 2160513"/>
              <a:gd name="connsiteX27-14261" fmla="*/ 1040577 w 2107590"/>
              <a:gd name="connsiteY27-14262" fmla="*/ 973708 h 2160513"/>
              <a:gd name="connsiteX28-14263" fmla="*/ 1288227 w 2107590"/>
              <a:gd name="connsiteY28-14264" fmla="*/ 699864 h 2160513"/>
              <a:gd name="connsiteX29-14265" fmla="*/ 516702 w 2107590"/>
              <a:gd name="connsiteY29-14266" fmla="*/ 737964 h 2160513"/>
              <a:gd name="connsiteX30-14267" fmla="*/ 828646 w 2107590"/>
              <a:gd name="connsiteY30-14268" fmla="*/ 945133 h 2160513"/>
              <a:gd name="connsiteX31-14269" fmla="*/ 373827 w 2107590"/>
              <a:gd name="connsiteY31-14270" fmla="*/ 852264 h 2160513"/>
              <a:gd name="connsiteX32-14271" fmla="*/ 935802 w 2107590"/>
              <a:gd name="connsiteY32-14272" fmla="*/ 390302 h 2160513"/>
              <a:gd name="connsiteX33-14273" fmla="*/ 1445389 w 2107590"/>
              <a:gd name="connsiteY33-14274" fmla="*/ 754633 h 2160513"/>
              <a:gd name="connsiteX34-14275" fmla="*/ 1383477 w 2107590"/>
              <a:gd name="connsiteY34-14276" fmla="*/ 857027 h 2160513"/>
              <a:gd name="connsiteX35-14277" fmla="*/ 1643033 w 2107590"/>
              <a:gd name="connsiteY35-14278" fmla="*/ 611758 h 2160513"/>
              <a:gd name="connsiteX36-14279" fmla="*/ 1795433 w 2107590"/>
              <a:gd name="connsiteY36-14280" fmla="*/ 723677 h 2160513"/>
              <a:gd name="connsiteX37-14281" fmla="*/ 1889668 w 2107590"/>
              <a:gd name="connsiteY37-14282" fmla="*/ 1175665 h 2160513"/>
              <a:gd name="connsiteX38-14283" fmla="*/ 1912797 w 2107590"/>
              <a:gd name="connsiteY38-14284" fmla="*/ 1135089 h 2160513"/>
              <a:gd name="connsiteX39-14285" fmla="*/ 1775980 w 2107590"/>
              <a:gd name="connsiteY39-14286" fmla="*/ 1553577 h 2160513"/>
              <a:gd name="connsiteX40-14287" fmla="*/ 1235792 w 2107590"/>
              <a:gd name="connsiteY40-14288" fmla="*/ 1580715 h 2160513"/>
              <a:gd name="connsiteX41-14289" fmla="*/ 1344220 w 2107590"/>
              <a:gd name="connsiteY41-14290" fmla="*/ 1905742 h 2160513"/>
              <a:gd name="connsiteX0-14291" fmla="*/ 1575697 w 2107590"/>
              <a:gd name="connsiteY0-14292" fmla="*/ 2160513 h 2160513"/>
              <a:gd name="connsiteX1-14293" fmla="*/ 956854 w 2107590"/>
              <a:gd name="connsiteY1-14294" fmla="*/ 1258279 h 2160513"/>
              <a:gd name="connsiteX2-14295" fmla="*/ 863892 w 2107590"/>
              <a:gd name="connsiteY2-14296" fmla="*/ 1345253 h 2160513"/>
              <a:gd name="connsiteX3-14297" fmla="*/ 1026241 w 2107590"/>
              <a:gd name="connsiteY3-14298" fmla="*/ 1144473 h 2160513"/>
              <a:gd name="connsiteX4-14299" fmla="*/ 908876 w 2107590"/>
              <a:gd name="connsiteY4-14300" fmla="*/ 743032 h 2160513"/>
              <a:gd name="connsiteX5-14301" fmla="*/ 1054863 w 2107590"/>
              <a:gd name="connsiteY5-14302" fmla="*/ 807021 h 2160513"/>
              <a:gd name="connsiteX6-14303" fmla="*/ 766732 w 2107590"/>
              <a:gd name="connsiteY6-14304" fmla="*/ 928463 h 2160513"/>
              <a:gd name="connsiteX7-14305" fmla="*/ 228569 w 2107590"/>
              <a:gd name="connsiteY7-14306" fmla="*/ 1030857 h 2160513"/>
              <a:gd name="connsiteX8-14307" fmla="*/ 102364 w 2107590"/>
              <a:gd name="connsiteY8-14308" fmla="*/ 578421 h 2160513"/>
              <a:gd name="connsiteX9-14309" fmla="*/ 334972 w 2107590"/>
              <a:gd name="connsiteY9-14310" fmla="*/ 266829 h 2160513"/>
              <a:gd name="connsiteX10-14311" fmla="*/ 754827 w 2107590"/>
              <a:gd name="connsiteY10-14312" fmla="*/ 47401 h 2160513"/>
              <a:gd name="connsiteX11-14313" fmla="*/ 759590 w 2107590"/>
              <a:gd name="connsiteY11-14314" fmla="*/ 95027 h 2160513"/>
              <a:gd name="connsiteX12-14315" fmla="*/ 771497 w 2107590"/>
              <a:gd name="connsiteY12-14316" fmla="*/ 35497 h 2160513"/>
              <a:gd name="connsiteX13-14317" fmla="*/ 1341273 w 2107590"/>
              <a:gd name="connsiteY13-14318" fmla="*/ 79182 h 2160513"/>
              <a:gd name="connsiteX14-14319" fmla="*/ 1369190 w 2107590"/>
              <a:gd name="connsiteY14-14320" fmla="*/ 92646 h 2160513"/>
              <a:gd name="connsiteX15-14321" fmla="*/ 1772045 w 2107590"/>
              <a:gd name="connsiteY15-14322" fmla="*/ 359840 h 2160513"/>
              <a:gd name="connsiteX16-14323" fmla="*/ 1752572 w 2107590"/>
              <a:gd name="connsiteY16-14324" fmla="*/ 342677 h 2160513"/>
              <a:gd name="connsiteX17-14325" fmla="*/ 2013140 w 2107590"/>
              <a:gd name="connsiteY17-14326" fmla="*/ 736265 h 2160513"/>
              <a:gd name="connsiteX18-14327" fmla="*/ 2004983 w 2107590"/>
              <a:gd name="connsiteY18-14328" fmla="*/ 716533 h 2160513"/>
              <a:gd name="connsiteX19-14329" fmla="*/ 2095472 w 2107590"/>
              <a:gd name="connsiteY19-14330" fmla="*/ 1073721 h 2160513"/>
              <a:gd name="connsiteX20-14331" fmla="*/ 1826390 w 2107590"/>
              <a:gd name="connsiteY20-14332" fmla="*/ 1311846 h 2160513"/>
              <a:gd name="connsiteX21-14333" fmla="*/ 1821627 w 2107590"/>
              <a:gd name="connsiteY21-14334" fmla="*/ 1264221 h 2160513"/>
              <a:gd name="connsiteX22-14335" fmla="*/ 1488252 w 2107590"/>
              <a:gd name="connsiteY22-14336" fmla="*/ 1595214 h 2160513"/>
              <a:gd name="connsiteX23-14337" fmla="*/ 1388239 w 2107590"/>
              <a:gd name="connsiteY23-14338" fmla="*/ 1492821 h 2160513"/>
              <a:gd name="connsiteX24-14339" fmla="*/ 1714472 w 2107590"/>
              <a:gd name="connsiteY24-14340" fmla="*/ 1154684 h 2160513"/>
              <a:gd name="connsiteX25-14341" fmla="*/ 1390621 w 2107590"/>
              <a:gd name="connsiteY25-14342" fmla="*/ 1145157 h 2160513"/>
              <a:gd name="connsiteX26-14343" fmla="*/ 1328709 w 2107590"/>
              <a:gd name="connsiteY26-14344" fmla="*/ 1278508 h 2160513"/>
              <a:gd name="connsiteX27-14345" fmla="*/ 1040577 w 2107590"/>
              <a:gd name="connsiteY27-14346" fmla="*/ 973708 h 2160513"/>
              <a:gd name="connsiteX28-14347" fmla="*/ 1288227 w 2107590"/>
              <a:gd name="connsiteY28-14348" fmla="*/ 699864 h 2160513"/>
              <a:gd name="connsiteX29-14349" fmla="*/ 516702 w 2107590"/>
              <a:gd name="connsiteY29-14350" fmla="*/ 737964 h 2160513"/>
              <a:gd name="connsiteX30-14351" fmla="*/ 828646 w 2107590"/>
              <a:gd name="connsiteY30-14352" fmla="*/ 945133 h 2160513"/>
              <a:gd name="connsiteX31-14353" fmla="*/ 373827 w 2107590"/>
              <a:gd name="connsiteY31-14354" fmla="*/ 852264 h 2160513"/>
              <a:gd name="connsiteX32-14355" fmla="*/ 935802 w 2107590"/>
              <a:gd name="connsiteY32-14356" fmla="*/ 390302 h 2160513"/>
              <a:gd name="connsiteX33-14357" fmla="*/ 1445389 w 2107590"/>
              <a:gd name="connsiteY33-14358" fmla="*/ 754633 h 2160513"/>
              <a:gd name="connsiteX34-14359" fmla="*/ 1383477 w 2107590"/>
              <a:gd name="connsiteY34-14360" fmla="*/ 857027 h 2160513"/>
              <a:gd name="connsiteX35-14361" fmla="*/ 1643033 w 2107590"/>
              <a:gd name="connsiteY35-14362" fmla="*/ 611758 h 2160513"/>
              <a:gd name="connsiteX36-14363" fmla="*/ 1795433 w 2107590"/>
              <a:gd name="connsiteY36-14364" fmla="*/ 723677 h 2160513"/>
              <a:gd name="connsiteX37-14365" fmla="*/ 1889668 w 2107590"/>
              <a:gd name="connsiteY37-14366" fmla="*/ 1175665 h 2160513"/>
              <a:gd name="connsiteX38-14367" fmla="*/ 1912797 w 2107590"/>
              <a:gd name="connsiteY38-14368" fmla="*/ 1135089 h 2160513"/>
              <a:gd name="connsiteX39-14369" fmla="*/ 1775980 w 2107590"/>
              <a:gd name="connsiteY39-14370" fmla="*/ 1553577 h 2160513"/>
              <a:gd name="connsiteX40-14371" fmla="*/ 1235792 w 2107590"/>
              <a:gd name="connsiteY40-14372" fmla="*/ 1580715 h 2160513"/>
              <a:gd name="connsiteX41-14373" fmla="*/ 1344220 w 2107590"/>
              <a:gd name="connsiteY41-14374" fmla="*/ 1905742 h 2160513"/>
              <a:gd name="connsiteX0-14375" fmla="*/ 1575697 w 2107590"/>
              <a:gd name="connsiteY0-14376" fmla="*/ 2160513 h 2160513"/>
              <a:gd name="connsiteX1-14377" fmla="*/ 956854 w 2107590"/>
              <a:gd name="connsiteY1-14378" fmla="*/ 1258279 h 2160513"/>
              <a:gd name="connsiteX2-14379" fmla="*/ 863892 w 2107590"/>
              <a:gd name="connsiteY2-14380" fmla="*/ 1345253 h 2160513"/>
              <a:gd name="connsiteX3-14381" fmla="*/ 1026241 w 2107590"/>
              <a:gd name="connsiteY3-14382" fmla="*/ 1144473 h 2160513"/>
              <a:gd name="connsiteX4-14383" fmla="*/ 908876 w 2107590"/>
              <a:gd name="connsiteY4-14384" fmla="*/ 743032 h 2160513"/>
              <a:gd name="connsiteX5-14385" fmla="*/ 1054863 w 2107590"/>
              <a:gd name="connsiteY5-14386" fmla="*/ 807021 h 2160513"/>
              <a:gd name="connsiteX6-14387" fmla="*/ 766732 w 2107590"/>
              <a:gd name="connsiteY6-14388" fmla="*/ 928463 h 2160513"/>
              <a:gd name="connsiteX7-14389" fmla="*/ 228569 w 2107590"/>
              <a:gd name="connsiteY7-14390" fmla="*/ 1030857 h 2160513"/>
              <a:gd name="connsiteX8-14391" fmla="*/ 102364 w 2107590"/>
              <a:gd name="connsiteY8-14392" fmla="*/ 578421 h 2160513"/>
              <a:gd name="connsiteX9-14393" fmla="*/ 334972 w 2107590"/>
              <a:gd name="connsiteY9-14394" fmla="*/ 266829 h 2160513"/>
              <a:gd name="connsiteX10-14395" fmla="*/ 754827 w 2107590"/>
              <a:gd name="connsiteY10-14396" fmla="*/ 47401 h 2160513"/>
              <a:gd name="connsiteX11-14397" fmla="*/ 759590 w 2107590"/>
              <a:gd name="connsiteY11-14398" fmla="*/ 95027 h 2160513"/>
              <a:gd name="connsiteX12-14399" fmla="*/ 771497 w 2107590"/>
              <a:gd name="connsiteY12-14400" fmla="*/ 35497 h 2160513"/>
              <a:gd name="connsiteX13-14401" fmla="*/ 1341273 w 2107590"/>
              <a:gd name="connsiteY13-14402" fmla="*/ 79182 h 2160513"/>
              <a:gd name="connsiteX14-14403" fmla="*/ 1369190 w 2107590"/>
              <a:gd name="connsiteY14-14404" fmla="*/ 92646 h 2160513"/>
              <a:gd name="connsiteX15-14405" fmla="*/ 1772045 w 2107590"/>
              <a:gd name="connsiteY15-14406" fmla="*/ 359840 h 2160513"/>
              <a:gd name="connsiteX16-14407" fmla="*/ 1752572 w 2107590"/>
              <a:gd name="connsiteY16-14408" fmla="*/ 342677 h 2160513"/>
              <a:gd name="connsiteX17-14409" fmla="*/ 2013140 w 2107590"/>
              <a:gd name="connsiteY17-14410" fmla="*/ 736265 h 2160513"/>
              <a:gd name="connsiteX18-14411" fmla="*/ 2004983 w 2107590"/>
              <a:gd name="connsiteY18-14412" fmla="*/ 716533 h 2160513"/>
              <a:gd name="connsiteX19-14413" fmla="*/ 2095472 w 2107590"/>
              <a:gd name="connsiteY19-14414" fmla="*/ 1073721 h 2160513"/>
              <a:gd name="connsiteX20-14415" fmla="*/ 1826390 w 2107590"/>
              <a:gd name="connsiteY20-14416" fmla="*/ 1311846 h 2160513"/>
              <a:gd name="connsiteX21-14417" fmla="*/ 1821627 w 2107590"/>
              <a:gd name="connsiteY21-14418" fmla="*/ 1264221 h 2160513"/>
              <a:gd name="connsiteX22-14419" fmla="*/ 1488252 w 2107590"/>
              <a:gd name="connsiteY22-14420" fmla="*/ 1595214 h 2160513"/>
              <a:gd name="connsiteX23-14421" fmla="*/ 1388239 w 2107590"/>
              <a:gd name="connsiteY23-14422" fmla="*/ 1492821 h 2160513"/>
              <a:gd name="connsiteX24-14423" fmla="*/ 1714472 w 2107590"/>
              <a:gd name="connsiteY24-14424" fmla="*/ 1154684 h 2160513"/>
              <a:gd name="connsiteX25-14425" fmla="*/ 1390621 w 2107590"/>
              <a:gd name="connsiteY25-14426" fmla="*/ 1145157 h 2160513"/>
              <a:gd name="connsiteX26-14427" fmla="*/ 1319184 w 2107590"/>
              <a:gd name="connsiteY26-14428" fmla="*/ 1278508 h 2160513"/>
              <a:gd name="connsiteX27-14429" fmla="*/ 1040577 w 2107590"/>
              <a:gd name="connsiteY27-14430" fmla="*/ 973708 h 2160513"/>
              <a:gd name="connsiteX28-14431" fmla="*/ 1288227 w 2107590"/>
              <a:gd name="connsiteY28-14432" fmla="*/ 699864 h 2160513"/>
              <a:gd name="connsiteX29-14433" fmla="*/ 516702 w 2107590"/>
              <a:gd name="connsiteY29-14434" fmla="*/ 737964 h 2160513"/>
              <a:gd name="connsiteX30-14435" fmla="*/ 828646 w 2107590"/>
              <a:gd name="connsiteY30-14436" fmla="*/ 945133 h 2160513"/>
              <a:gd name="connsiteX31-14437" fmla="*/ 373827 w 2107590"/>
              <a:gd name="connsiteY31-14438" fmla="*/ 852264 h 2160513"/>
              <a:gd name="connsiteX32-14439" fmla="*/ 935802 w 2107590"/>
              <a:gd name="connsiteY32-14440" fmla="*/ 390302 h 2160513"/>
              <a:gd name="connsiteX33-14441" fmla="*/ 1445389 w 2107590"/>
              <a:gd name="connsiteY33-14442" fmla="*/ 754633 h 2160513"/>
              <a:gd name="connsiteX34-14443" fmla="*/ 1383477 w 2107590"/>
              <a:gd name="connsiteY34-14444" fmla="*/ 857027 h 2160513"/>
              <a:gd name="connsiteX35-14445" fmla="*/ 1643033 w 2107590"/>
              <a:gd name="connsiteY35-14446" fmla="*/ 611758 h 2160513"/>
              <a:gd name="connsiteX36-14447" fmla="*/ 1795433 w 2107590"/>
              <a:gd name="connsiteY36-14448" fmla="*/ 723677 h 2160513"/>
              <a:gd name="connsiteX37-14449" fmla="*/ 1889668 w 2107590"/>
              <a:gd name="connsiteY37-14450" fmla="*/ 1175665 h 2160513"/>
              <a:gd name="connsiteX38-14451" fmla="*/ 1912797 w 2107590"/>
              <a:gd name="connsiteY38-14452" fmla="*/ 1135089 h 2160513"/>
              <a:gd name="connsiteX39-14453" fmla="*/ 1775980 w 2107590"/>
              <a:gd name="connsiteY39-14454" fmla="*/ 1553577 h 2160513"/>
              <a:gd name="connsiteX40-14455" fmla="*/ 1235792 w 2107590"/>
              <a:gd name="connsiteY40-14456" fmla="*/ 1580715 h 2160513"/>
              <a:gd name="connsiteX41-14457" fmla="*/ 1344220 w 2107590"/>
              <a:gd name="connsiteY41-14458" fmla="*/ 1905742 h 2160513"/>
              <a:gd name="connsiteX0-14459" fmla="*/ 1575697 w 2107590"/>
              <a:gd name="connsiteY0-14460" fmla="*/ 2160513 h 2160513"/>
              <a:gd name="connsiteX1-14461" fmla="*/ 956854 w 2107590"/>
              <a:gd name="connsiteY1-14462" fmla="*/ 1258279 h 2160513"/>
              <a:gd name="connsiteX2-14463" fmla="*/ 863892 w 2107590"/>
              <a:gd name="connsiteY2-14464" fmla="*/ 1345253 h 2160513"/>
              <a:gd name="connsiteX3-14465" fmla="*/ 1026241 w 2107590"/>
              <a:gd name="connsiteY3-14466" fmla="*/ 1144473 h 2160513"/>
              <a:gd name="connsiteX4-14467" fmla="*/ 908876 w 2107590"/>
              <a:gd name="connsiteY4-14468" fmla="*/ 743032 h 2160513"/>
              <a:gd name="connsiteX5-14469" fmla="*/ 1054863 w 2107590"/>
              <a:gd name="connsiteY5-14470" fmla="*/ 807021 h 2160513"/>
              <a:gd name="connsiteX6-14471" fmla="*/ 766732 w 2107590"/>
              <a:gd name="connsiteY6-14472" fmla="*/ 928463 h 2160513"/>
              <a:gd name="connsiteX7-14473" fmla="*/ 228569 w 2107590"/>
              <a:gd name="connsiteY7-14474" fmla="*/ 1030857 h 2160513"/>
              <a:gd name="connsiteX8-14475" fmla="*/ 102364 w 2107590"/>
              <a:gd name="connsiteY8-14476" fmla="*/ 578421 h 2160513"/>
              <a:gd name="connsiteX9-14477" fmla="*/ 334972 w 2107590"/>
              <a:gd name="connsiteY9-14478" fmla="*/ 266829 h 2160513"/>
              <a:gd name="connsiteX10-14479" fmla="*/ 754827 w 2107590"/>
              <a:gd name="connsiteY10-14480" fmla="*/ 47401 h 2160513"/>
              <a:gd name="connsiteX11-14481" fmla="*/ 759590 w 2107590"/>
              <a:gd name="connsiteY11-14482" fmla="*/ 95027 h 2160513"/>
              <a:gd name="connsiteX12-14483" fmla="*/ 771497 w 2107590"/>
              <a:gd name="connsiteY12-14484" fmla="*/ 35497 h 2160513"/>
              <a:gd name="connsiteX13-14485" fmla="*/ 1341273 w 2107590"/>
              <a:gd name="connsiteY13-14486" fmla="*/ 79182 h 2160513"/>
              <a:gd name="connsiteX14-14487" fmla="*/ 1369190 w 2107590"/>
              <a:gd name="connsiteY14-14488" fmla="*/ 92646 h 2160513"/>
              <a:gd name="connsiteX15-14489" fmla="*/ 1772045 w 2107590"/>
              <a:gd name="connsiteY15-14490" fmla="*/ 359840 h 2160513"/>
              <a:gd name="connsiteX16-14491" fmla="*/ 1752572 w 2107590"/>
              <a:gd name="connsiteY16-14492" fmla="*/ 342677 h 2160513"/>
              <a:gd name="connsiteX17-14493" fmla="*/ 2013140 w 2107590"/>
              <a:gd name="connsiteY17-14494" fmla="*/ 736265 h 2160513"/>
              <a:gd name="connsiteX18-14495" fmla="*/ 2004983 w 2107590"/>
              <a:gd name="connsiteY18-14496" fmla="*/ 716533 h 2160513"/>
              <a:gd name="connsiteX19-14497" fmla="*/ 2095472 w 2107590"/>
              <a:gd name="connsiteY19-14498" fmla="*/ 1073721 h 2160513"/>
              <a:gd name="connsiteX20-14499" fmla="*/ 1826390 w 2107590"/>
              <a:gd name="connsiteY20-14500" fmla="*/ 1311846 h 2160513"/>
              <a:gd name="connsiteX21-14501" fmla="*/ 1821627 w 2107590"/>
              <a:gd name="connsiteY21-14502" fmla="*/ 1264221 h 2160513"/>
              <a:gd name="connsiteX22-14503" fmla="*/ 1488252 w 2107590"/>
              <a:gd name="connsiteY22-14504" fmla="*/ 1595214 h 2160513"/>
              <a:gd name="connsiteX23-14505" fmla="*/ 1388239 w 2107590"/>
              <a:gd name="connsiteY23-14506" fmla="*/ 1492821 h 2160513"/>
              <a:gd name="connsiteX24-14507" fmla="*/ 1714472 w 2107590"/>
              <a:gd name="connsiteY24-14508" fmla="*/ 1154684 h 2160513"/>
              <a:gd name="connsiteX25-14509" fmla="*/ 1390621 w 2107590"/>
              <a:gd name="connsiteY25-14510" fmla="*/ 1145157 h 2160513"/>
              <a:gd name="connsiteX26-14511" fmla="*/ 1319184 w 2107590"/>
              <a:gd name="connsiteY26-14512" fmla="*/ 1278508 h 2160513"/>
              <a:gd name="connsiteX27-14513" fmla="*/ 1040577 w 2107590"/>
              <a:gd name="connsiteY27-14514" fmla="*/ 973708 h 2160513"/>
              <a:gd name="connsiteX28-14515" fmla="*/ 1288227 w 2107590"/>
              <a:gd name="connsiteY28-14516" fmla="*/ 699864 h 2160513"/>
              <a:gd name="connsiteX29-14517" fmla="*/ 516702 w 2107590"/>
              <a:gd name="connsiteY29-14518" fmla="*/ 737964 h 2160513"/>
              <a:gd name="connsiteX30-14519" fmla="*/ 828646 w 2107590"/>
              <a:gd name="connsiteY30-14520" fmla="*/ 945133 h 2160513"/>
              <a:gd name="connsiteX31-14521" fmla="*/ 373827 w 2107590"/>
              <a:gd name="connsiteY31-14522" fmla="*/ 852264 h 2160513"/>
              <a:gd name="connsiteX32-14523" fmla="*/ 935802 w 2107590"/>
              <a:gd name="connsiteY32-14524" fmla="*/ 390302 h 2160513"/>
              <a:gd name="connsiteX33-14525" fmla="*/ 1445389 w 2107590"/>
              <a:gd name="connsiteY33-14526" fmla="*/ 754633 h 2160513"/>
              <a:gd name="connsiteX34-14527" fmla="*/ 1383477 w 2107590"/>
              <a:gd name="connsiteY34-14528" fmla="*/ 857027 h 2160513"/>
              <a:gd name="connsiteX35-14529" fmla="*/ 1643033 w 2107590"/>
              <a:gd name="connsiteY35-14530" fmla="*/ 611758 h 2160513"/>
              <a:gd name="connsiteX36-14531" fmla="*/ 1795433 w 2107590"/>
              <a:gd name="connsiteY36-14532" fmla="*/ 723677 h 2160513"/>
              <a:gd name="connsiteX37-14533" fmla="*/ 1889668 w 2107590"/>
              <a:gd name="connsiteY37-14534" fmla="*/ 1175665 h 2160513"/>
              <a:gd name="connsiteX38-14535" fmla="*/ 1912797 w 2107590"/>
              <a:gd name="connsiteY38-14536" fmla="*/ 1135089 h 2160513"/>
              <a:gd name="connsiteX39-14537" fmla="*/ 1775980 w 2107590"/>
              <a:gd name="connsiteY39-14538" fmla="*/ 1553577 h 2160513"/>
              <a:gd name="connsiteX40-14539" fmla="*/ 1235792 w 2107590"/>
              <a:gd name="connsiteY40-14540" fmla="*/ 1580715 h 2160513"/>
              <a:gd name="connsiteX41-14541" fmla="*/ 1344220 w 2107590"/>
              <a:gd name="connsiteY41-14542" fmla="*/ 1905742 h 2160513"/>
              <a:gd name="connsiteX0-14543" fmla="*/ 1575697 w 2107590"/>
              <a:gd name="connsiteY0-14544" fmla="*/ 2160513 h 2160513"/>
              <a:gd name="connsiteX1-14545" fmla="*/ 956854 w 2107590"/>
              <a:gd name="connsiteY1-14546" fmla="*/ 1258279 h 2160513"/>
              <a:gd name="connsiteX2-14547" fmla="*/ 863892 w 2107590"/>
              <a:gd name="connsiteY2-14548" fmla="*/ 1345253 h 2160513"/>
              <a:gd name="connsiteX3-14549" fmla="*/ 1026241 w 2107590"/>
              <a:gd name="connsiteY3-14550" fmla="*/ 1144473 h 2160513"/>
              <a:gd name="connsiteX4-14551" fmla="*/ 908876 w 2107590"/>
              <a:gd name="connsiteY4-14552" fmla="*/ 743032 h 2160513"/>
              <a:gd name="connsiteX5-14553" fmla="*/ 1054863 w 2107590"/>
              <a:gd name="connsiteY5-14554" fmla="*/ 807021 h 2160513"/>
              <a:gd name="connsiteX6-14555" fmla="*/ 766732 w 2107590"/>
              <a:gd name="connsiteY6-14556" fmla="*/ 928463 h 2160513"/>
              <a:gd name="connsiteX7-14557" fmla="*/ 228569 w 2107590"/>
              <a:gd name="connsiteY7-14558" fmla="*/ 1030857 h 2160513"/>
              <a:gd name="connsiteX8-14559" fmla="*/ 102364 w 2107590"/>
              <a:gd name="connsiteY8-14560" fmla="*/ 578421 h 2160513"/>
              <a:gd name="connsiteX9-14561" fmla="*/ 334972 w 2107590"/>
              <a:gd name="connsiteY9-14562" fmla="*/ 266829 h 2160513"/>
              <a:gd name="connsiteX10-14563" fmla="*/ 754827 w 2107590"/>
              <a:gd name="connsiteY10-14564" fmla="*/ 47401 h 2160513"/>
              <a:gd name="connsiteX11-14565" fmla="*/ 759590 w 2107590"/>
              <a:gd name="connsiteY11-14566" fmla="*/ 95027 h 2160513"/>
              <a:gd name="connsiteX12-14567" fmla="*/ 771497 w 2107590"/>
              <a:gd name="connsiteY12-14568" fmla="*/ 35497 h 2160513"/>
              <a:gd name="connsiteX13-14569" fmla="*/ 1341273 w 2107590"/>
              <a:gd name="connsiteY13-14570" fmla="*/ 79182 h 2160513"/>
              <a:gd name="connsiteX14-14571" fmla="*/ 1369190 w 2107590"/>
              <a:gd name="connsiteY14-14572" fmla="*/ 92646 h 2160513"/>
              <a:gd name="connsiteX15-14573" fmla="*/ 1772045 w 2107590"/>
              <a:gd name="connsiteY15-14574" fmla="*/ 359840 h 2160513"/>
              <a:gd name="connsiteX16-14575" fmla="*/ 1752572 w 2107590"/>
              <a:gd name="connsiteY16-14576" fmla="*/ 342677 h 2160513"/>
              <a:gd name="connsiteX17-14577" fmla="*/ 2013140 w 2107590"/>
              <a:gd name="connsiteY17-14578" fmla="*/ 736265 h 2160513"/>
              <a:gd name="connsiteX18-14579" fmla="*/ 2004983 w 2107590"/>
              <a:gd name="connsiteY18-14580" fmla="*/ 716533 h 2160513"/>
              <a:gd name="connsiteX19-14581" fmla="*/ 2095472 w 2107590"/>
              <a:gd name="connsiteY19-14582" fmla="*/ 1073721 h 2160513"/>
              <a:gd name="connsiteX20-14583" fmla="*/ 1826390 w 2107590"/>
              <a:gd name="connsiteY20-14584" fmla="*/ 1311846 h 2160513"/>
              <a:gd name="connsiteX21-14585" fmla="*/ 1821627 w 2107590"/>
              <a:gd name="connsiteY21-14586" fmla="*/ 1264221 h 2160513"/>
              <a:gd name="connsiteX22-14587" fmla="*/ 1488252 w 2107590"/>
              <a:gd name="connsiteY22-14588" fmla="*/ 1595214 h 2160513"/>
              <a:gd name="connsiteX23-14589" fmla="*/ 1388239 w 2107590"/>
              <a:gd name="connsiteY23-14590" fmla="*/ 1492821 h 2160513"/>
              <a:gd name="connsiteX24-14591" fmla="*/ 1714472 w 2107590"/>
              <a:gd name="connsiteY24-14592" fmla="*/ 1154684 h 2160513"/>
              <a:gd name="connsiteX25-14593" fmla="*/ 1390621 w 2107590"/>
              <a:gd name="connsiteY25-14594" fmla="*/ 1145157 h 2160513"/>
              <a:gd name="connsiteX26-14595" fmla="*/ 1319184 w 2107590"/>
              <a:gd name="connsiteY26-14596" fmla="*/ 1278508 h 2160513"/>
              <a:gd name="connsiteX27-14597" fmla="*/ 1040577 w 2107590"/>
              <a:gd name="connsiteY27-14598" fmla="*/ 973708 h 2160513"/>
              <a:gd name="connsiteX28-14599" fmla="*/ 1288227 w 2107590"/>
              <a:gd name="connsiteY28-14600" fmla="*/ 699864 h 2160513"/>
              <a:gd name="connsiteX29-14601" fmla="*/ 516702 w 2107590"/>
              <a:gd name="connsiteY29-14602" fmla="*/ 737964 h 2160513"/>
              <a:gd name="connsiteX30-14603" fmla="*/ 828646 w 2107590"/>
              <a:gd name="connsiteY30-14604" fmla="*/ 945133 h 2160513"/>
              <a:gd name="connsiteX31-14605" fmla="*/ 373827 w 2107590"/>
              <a:gd name="connsiteY31-14606" fmla="*/ 852264 h 2160513"/>
              <a:gd name="connsiteX32-14607" fmla="*/ 935802 w 2107590"/>
              <a:gd name="connsiteY32-14608" fmla="*/ 390302 h 2160513"/>
              <a:gd name="connsiteX33-14609" fmla="*/ 1445389 w 2107590"/>
              <a:gd name="connsiteY33-14610" fmla="*/ 754633 h 2160513"/>
              <a:gd name="connsiteX34-14611" fmla="*/ 1383477 w 2107590"/>
              <a:gd name="connsiteY34-14612" fmla="*/ 857027 h 2160513"/>
              <a:gd name="connsiteX35-14613" fmla="*/ 1643033 w 2107590"/>
              <a:gd name="connsiteY35-14614" fmla="*/ 611758 h 2160513"/>
              <a:gd name="connsiteX36-14615" fmla="*/ 1795433 w 2107590"/>
              <a:gd name="connsiteY36-14616" fmla="*/ 723677 h 2160513"/>
              <a:gd name="connsiteX37-14617" fmla="*/ 1889668 w 2107590"/>
              <a:gd name="connsiteY37-14618" fmla="*/ 1175665 h 2160513"/>
              <a:gd name="connsiteX38-14619" fmla="*/ 1912797 w 2107590"/>
              <a:gd name="connsiteY38-14620" fmla="*/ 1135089 h 2160513"/>
              <a:gd name="connsiteX39-14621" fmla="*/ 1775980 w 2107590"/>
              <a:gd name="connsiteY39-14622" fmla="*/ 1553577 h 2160513"/>
              <a:gd name="connsiteX40-14623" fmla="*/ 1235792 w 2107590"/>
              <a:gd name="connsiteY40-14624" fmla="*/ 1580715 h 2160513"/>
              <a:gd name="connsiteX41-14625" fmla="*/ 1344220 w 2107590"/>
              <a:gd name="connsiteY41-14626" fmla="*/ 1905742 h 2160513"/>
              <a:gd name="connsiteX0-14627" fmla="*/ 1575697 w 2107590"/>
              <a:gd name="connsiteY0-14628" fmla="*/ 2160513 h 2160513"/>
              <a:gd name="connsiteX1-14629" fmla="*/ 956854 w 2107590"/>
              <a:gd name="connsiteY1-14630" fmla="*/ 1258279 h 2160513"/>
              <a:gd name="connsiteX2-14631" fmla="*/ 863892 w 2107590"/>
              <a:gd name="connsiteY2-14632" fmla="*/ 1345253 h 2160513"/>
              <a:gd name="connsiteX3-14633" fmla="*/ 1026241 w 2107590"/>
              <a:gd name="connsiteY3-14634" fmla="*/ 1144473 h 2160513"/>
              <a:gd name="connsiteX4-14635" fmla="*/ 908876 w 2107590"/>
              <a:gd name="connsiteY4-14636" fmla="*/ 743032 h 2160513"/>
              <a:gd name="connsiteX5-14637" fmla="*/ 1054863 w 2107590"/>
              <a:gd name="connsiteY5-14638" fmla="*/ 807021 h 2160513"/>
              <a:gd name="connsiteX6-14639" fmla="*/ 766732 w 2107590"/>
              <a:gd name="connsiteY6-14640" fmla="*/ 928463 h 2160513"/>
              <a:gd name="connsiteX7-14641" fmla="*/ 228569 w 2107590"/>
              <a:gd name="connsiteY7-14642" fmla="*/ 1030857 h 2160513"/>
              <a:gd name="connsiteX8-14643" fmla="*/ 102364 w 2107590"/>
              <a:gd name="connsiteY8-14644" fmla="*/ 578421 h 2160513"/>
              <a:gd name="connsiteX9-14645" fmla="*/ 334972 w 2107590"/>
              <a:gd name="connsiteY9-14646" fmla="*/ 266829 h 2160513"/>
              <a:gd name="connsiteX10-14647" fmla="*/ 754827 w 2107590"/>
              <a:gd name="connsiteY10-14648" fmla="*/ 47401 h 2160513"/>
              <a:gd name="connsiteX11-14649" fmla="*/ 759590 w 2107590"/>
              <a:gd name="connsiteY11-14650" fmla="*/ 95027 h 2160513"/>
              <a:gd name="connsiteX12-14651" fmla="*/ 771497 w 2107590"/>
              <a:gd name="connsiteY12-14652" fmla="*/ 35497 h 2160513"/>
              <a:gd name="connsiteX13-14653" fmla="*/ 1341273 w 2107590"/>
              <a:gd name="connsiteY13-14654" fmla="*/ 79182 h 2160513"/>
              <a:gd name="connsiteX14-14655" fmla="*/ 1369190 w 2107590"/>
              <a:gd name="connsiteY14-14656" fmla="*/ 92646 h 2160513"/>
              <a:gd name="connsiteX15-14657" fmla="*/ 1772045 w 2107590"/>
              <a:gd name="connsiteY15-14658" fmla="*/ 359840 h 2160513"/>
              <a:gd name="connsiteX16-14659" fmla="*/ 1752572 w 2107590"/>
              <a:gd name="connsiteY16-14660" fmla="*/ 342677 h 2160513"/>
              <a:gd name="connsiteX17-14661" fmla="*/ 2013140 w 2107590"/>
              <a:gd name="connsiteY17-14662" fmla="*/ 736265 h 2160513"/>
              <a:gd name="connsiteX18-14663" fmla="*/ 2004983 w 2107590"/>
              <a:gd name="connsiteY18-14664" fmla="*/ 716533 h 2160513"/>
              <a:gd name="connsiteX19-14665" fmla="*/ 2095472 w 2107590"/>
              <a:gd name="connsiteY19-14666" fmla="*/ 1073721 h 2160513"/>
              <a:gd name="connsiteX20-14667" fmla="*/ 1826390 w 2107590"/>
              <a:gd name="connsiteY20-14668" fmla="*/ 1311846 h 2160513"/>
              <a:gd name="connsiteX21-14669" fmla="*/ 1821627 w 2107590"/>
              <a:gd name="connsiteY21-14670" fmla="*/ 1264221 h 2160513"/>
              <a:gd name="connsiteX22-14671" fmla="*/ 1488252 w 2107590"/>
              <a:gd name="connsiteY22-14672" fmla="*/ 1595214 h 2160513"/>
              <a:gd name="connsiteX23-14673" fmla="*/ 1388239 w 2107590"/>
              <a:gd name="connsiteY23-14674" fmla="*/ 1492821 h 2160513"/>
              <a:gd name="connsiteX24-14675" fmla="*/ 1714472 w 2107590"/>
              <a:gd name="connsiteY24-14676" fmla="*/ 1154684 h 2160513"/>
              <a:gd name="connsiteX25-14677" fmla="*/ 1390621 w 2107590"/>
              <a:gd name="connsiteY25-14678" fmla="*/ 1145157 h 2160513"/>
              <a:gd name="connsiteX26-14679" fmla="*/ 1319184 w 2107590"/>
              <a:gd name="connsiteY26-14680" fmla="*/ 1278508 h 2160513"/>
              <a:gd name="connsiteX27-14681" fmla="*/ 1035814 w 2107590"/>
              <a:gd name="connsiteY27-14682" fmla="*/ 997521 h 2160513"/>
              <a:gd name="connsiteX28-14683" fmla="*/ 1288227 w 2107590"/>
              <a:gd name="connsiteY28-14684" fmla="*/ 699864 h 2160513"/>
              <a:gd name="connsiteX29-14685" fmla="*/ 516702 w 2107590"/>
              <a:gd name="connsiteY29-14686" fmla="*/ 737964 h 2160513"/>
              <a:gd name="connsiteX30-14687" fmla="*/ 828646 w 2107590"/>
              <a:gd name="connsiteY30-14688" fmla="*/ 945133 h 2160513"/>
              <a:gd name="connsiteX31-14689" fmla="*/ 373827 w 2107590"/>
              <a:gd name="connsiteY31-14690" fmla="*/ 852264 h 2160513"/>
              <a:gd name="connsiteX32-14691" fmla="*/ 935802 w 2107590"/>
              <a:gd name="connsiteY32-14692" fmla="*/ 390302 h 2160513"/>
              <a:gd name="connsiteX33-14693" fmla="*/ 1445389 w 2107590"/>
              <a:gd name="connsiteY33-14694" fmla="*/ 754633 h 2160513"/>
              <a:gd name="connsiteX34-14695" fmla="*/ 1383477 w 2107590"/>
              <a:gd name="connsiteY34-14696" fmla="*/ 857027 h 2160513"/>
              <a:gd name="connsiteX35-14697" fmla="*/ 1643033 w 2107590"/>
              <a:gd name="connsiteY35-14698" fmla="*/ 611758 h 2160513"/>
              <a:gd name="connsiteX36-14699" fmla="*/ 1795433 w 2107590"/>
              <a:gd name="connsiteY36-14700" fmla="*/ 723677 h 2160513"/>
              <a:gd name="connsiteX37-14701" fmla="*/ 1889668 w 2107590"/>
              <a:gd name="connsiteY37-14702" fmla="*/ 1175665 h 2160513"/>
              <a:gd name="connsiteX38-14703" fmla="*/ 1912797 w 2107590"/>
              <a:gd name="connsiteY38-14704" fmla="*/ 1135089 h 2160513"/>
              <a:gd name="connsiteX39-14705" fmla="*/ 1775980 w 2107590"/>
              <a:gd name="connsiteY39-14706" fmla="*/ 1553577 h 2160513"/>
              <a:gd name="connsiteX40-14707" fmla="*/ 1235792 w 2107590"/>
              <a:gd name="connsiteY40-14708" fmla="*/ 1580715 h 2160513"/>
              <a:gd name="connsiteX41-14709" fmla="*/ 1344220 w 2107590"/>
              <a:gd name="connsiteY41-14710" fmla="*/ 1905742 h 2160513"/>
              <a:gd name="connsiteX0-14711" fmla="*/ 1575697 w 2107590"/>
              <a:gd name="connsiteY0-14712" fmla="*/ 2160513 h 2160513"/>
              <a:gd name="connsiteX1-14713" fmla="*/ 956854 w 2107590"/>
              <a:gd name="connsiteY1-14714" fmla="*/ 1258279 h 2160513"/>
              <a:gd name="connsiteX2-14715" fmla="*/ 863892 w 2107590"/>
              <a:gd name="connsiteY2-14716" fmla="*/ 1345253 h 2160513"/>
              <a:gd name="connsiteX3-14717" fmla="*/ 1026241 w 2107590"/>
              <a:gd name="connsiteY3-14718" fmla="*/ 1144473 h 2160513"/>
              <a:gd name="connsiteX4-14719" fmla="*/ 908876 w 2107590"/>
              <a:gd name="connsiteY4-14720" fmla="*/ 743032 h 2160513"/>
              <a:gd name="connsiteX5-14721" fmla="*/ 1054863 w 2107590"/>
              <a:gd name="connsiteY5-14722" fmla="*/ 807021 h 2160513"/>
              <a:gd name="connsiteX6-14723" fmla="*/ 766732 w 2107590"/>
              <a:gd name="connsiteY6-14724" fmla="*/ 928463 h 2160513"/>
              <a:gd name="connsiteX7-14725" fmla="*/ 228569 w 2107590"/>
              <a:gd name="connsiteY7-14726" fmla="*/ 1030857 h 2160513"/>
              <a:gd name="connsiteX8-14727" fmla="*/ 102364 w 2107590"/>
              <a:gd name="connsiteY8-14728" fmla="*/ 578421 h 2160513"/>
              <a:gd name="connsiteX9-14729" fmla="*/ 334972 w 2107590"/>
              <a:gd name="connsiteY9-14730" fmla="*/ 266829 h 2160513"/>
              <a:gd name="connsiteX10-14731" fmla="*/ 754827 w 2107590"/>
              <a:gd name="connsiteY10-14732" fmla="*/ 47401 h 2160513"/>
              <a:gd name="connsiteX11-14733" fmla="*/ 759590 w 2107590"/>
              <a:gd name="connsiteY11-14734" fmla="*/ 95027 h 2160513"/>
              <a:gd name="connsiteX12-14735" fmla="*/ 771497 w 2107590"/>
              <a:gd name="connsiteY12-14736" fmla="*/ 35497 h 2160513"/>
              <a:gd name="connsiteX13-14737" fmla="*/ 1341273 w 2107590"/>
              <a:gd name="connsiteY13-14738" fmla="*/ 79182 h 2160513"/>
              <a:gd name="connsiteX14-14739" fmla="*/ 1369190 w 2107590"/>
              <a:gd name="connsiteY14-14740" fmla="*/ 92646 h 2160513"/>
              <a:gd name="connsiteX15-14741" fmla="*/ 1772045 w 2107590"/>
              <a:gd name="connsiteY15-14742" fmla="*/ 359840 h 2160513"/>
              <a:gd name="connsiteX16-14743" fmla="*/ 1752572 w 2107590"/>
              <a:gd name="connsiteY16-14744" fmla="*/ 342677 h 2160513"/>
              <a:gd name="connsiteX17-14745" fmla="*/ 2013140 w 2107590"/>
              <a:gd name="connsiteY17-14746" fmla="*/ 736265 h 2160513"/>
              <a:gd name="connsiteX18-14747" fmla="*/ 2004983 w 2107590"/>
              <a:gd name="connsiteY18-14748" fmla="*/ 716533 h 2160513"/>
              <a:gd name="connsiteX19-14749" fmla="*/ 2095472 w 2107590"/>
              <a:gd name="connsiteY19-14750" fmla="*/ 1073721 h 2160513"/>
              <a:gd name="connsiteX20-14751" fmla="*/ 1826390 w 2107590"/>
              <a:gd name="connsiteY20-14752" fmla="*/ 1311846 h 2160513"/>
              <a:gd name="connsiteX21-14753" fmla="*/ 1821627 w 2107590"/>
              <a:gd name="connsiteY21-14754" fmla="*/ 1264221 h 2160513"/>
              <a:gd name="connsiteX22-14755" fmla="*/ 1488252 w 2107590"/>
              <a:gd name="connsiteY22-14756" fmla="*/ 1595214 h 2160513"/>
              <a:gd name="connsiteX23-14757" fmla="*/ 1388239 w 2107590"/>
              <a:gd name="connsiteY23-14758" fmla="*/ 1492821 h 2160513"/>
              <a:gd name="connsiteX24-14759" fmla="*/ 1714472 w 2107590"/>
              <a:gd name="connsiteY24-14760" fmla="*/ 1154684 h 2160513"/>
              <a:gd name="connsiteX25-14761" fmla="*/ 1390621 w 2107590"/>
              <a:gd name="connsiteY25-14762" fmla="*/ 1145157 h 2160513"/>
              <a:gd name="connsiteX26-14763" fmla="*/ 1319184 w 2107590"/>
              <a:gd name="connsiteY26-14764" fmla="*/ 1278508 h 2160513"/>
              <a:gd name="connsiteX27-14765" fmla="*/ 1035814 w 2107590"/>
              <a:gd name="connsiteY27-14766" fmla="*/ 997521 h 2160513"/>
              <a:gd name="connsiteX28-14767" fmla="*/ 1288227 w 2107590"/>
              <a:gd name="connsiteY28-14768" fmla="*/ 699864 h 2160513"/>
              <a:gd name="connsiteX29-14769" fmla="*/ 516702 w 2107590"/>
              <a:gd name="connsiteY29-14770" fmla="*/ 737964 h 2160513"/>
              <a:gd name="connsiteX30-14771" fmla="*/ 828646 w 2107590"/>
              <a:gd name="connsiteY30-14772" fmla="*/ 945133 h 2160513"/>
              <a:gd name="connsiteX31-14773" fmla="*/ 373827 w 2107590"/>
              <a:gd name="connsiteY31-14774" fmla="*/ 852264 h 2160513"/>
              <a:gd name="connsiteX32-14775" fmla="*/ 935802 w 2107590"/>
              <a:gd name="connsiteY32-14776" fmla="*/ 390302 h 2160513"/>
              <a:gd name="connsiteX33-14777" fmla="*/ 1445389 w 2107590"/>
              <a:gd name="connsiteY33-14778" fmla="*/ 754633 h 2160513"/>
              <a:gd name="connsiteX34-14779" fmla="*/ 1383477 w 2107590"/>
              <a:gd name="connsiteY34-14780" fmla="*/ 857027 h 2160513"/>
              <a:gd name="connsiteX35-14781" fmla="*/ 1643033 w 2107590"/>
              <a:gd name="connsiteY35-14782" fmla="*/ 611758 h 2160513"/>
              <a:gd name="connsiteX36-14783" fmla="*/ 1795433 w 2107590"/>
              <a:gd name="connsiteY36-14784" fmla="*/ 723677 h 2160513"/>
              <a:gd name="connsiteX37-14785" fmla="*/ 1889668 w 2107590"/>
              <a:gd name="connsiteY37-14786" fmla="*/ 1175665 h 2160513"/>
              <a:gd name="connsiteX38-14787" fmla="*/ 1912797 w 2107590"/>
              <a:gd name="connsiteY38-14788" fmla="*/ 1135089 h 2160513"/>
              <a:gd name="connsiteX39-14789" fmla="*/ 1775980 w 2107590"/>
              <a:gd name="connsiteY39-14790" fmla="*/ 1553577 h 2160513"/>
              <a:gd name="connsiteX40-14791" fmla="*/ 1235792 w 2107590"/>
              <a:gd name="connsiteY40-14792" fmla="*/ 1580715 h 2160513"/>
              <a:gd name="connsiteX41-14793" fmla="*/ 1344220 w 2107590"/>
              <a:gd name="connsiteY41-14794" fmla="*/ 1905742 h 2160513"/>
              <a:gd name="connsiteX0-14795" fmla="*/ 1575697 w 2107590"/>
              <a:gd name="connsiteY0-14796" fmla="*/ 2160513 h 2160513"/>
              <a:gd name="connsiteX1-14797" fmla="*/ 956854 w 2107590"/>
              <a:gd name="connsiteY1-14798" fmla="*/ 1258279 h 2160513"/>
              <a:gd name="connsiteX2-14799" fmla="*/ 863892 w 2107590"/>
              <a:gd name="connsiteY2-14800" fmla="*/ 1345253 h 2160513"/>
              <a:gd name="connsiteX3-14801" fmla="*/ 1026241 w 2107590"/>
              <a:gd name="connsiteY3-14802" fmla="*/ 1144473 h 2160513"/>
              <a:gd name="connsiteX4-14803" fmla="*/ 908876 w 2107590"/>
              <a:gd name="connsiteY4-14804" fmla="*/ 743032 h 2160513"/>
              <a:gd name="connsiteX5-14805" fmla="*/ 1054863 w 2107590"/>
              <a:gd name="connsiteY5-14806" fmla="*/ 807021 h 2160513"/>
              <a:gd name="connsiteX6-14807" fmla="*/ 766732 w 2107590"/>
              <a:gd name="connsiteY6-14808" fmla="*/ 928463 h 2160513"/>
              <a:gd name="connsiteX7-14809" fmla="*/ 228569 w 2107590"/>
              <a:gd name="connsiteY7-14810" fmla="*/ 1030857 h 2160513"/>
              <a:gd name="connsiteX8-14811" fmla="*/ 102364 w 2107590"/>
              <a:gd name="connsiteY8-14812" fmla="*/ 578421 h 2160513"/>
              <a:gd name="connsiteX9-14813" fmla="*/ 334972 w 2107590"/>
              <a:gd name="connsiteY9-14814" fmla="*/ 266829 h 2160513"/>
              <a:gd name="connsiteX10-14815" fmla="*/ 754827 w 2107590"/>
              <a:gd name="connsiteY10-14816" fmla="*/ 47401 h 2160513"/>
              <a:gd name="connsiteX11-14817" fmla="*/ 759590 w 2107590"/>
              <a:gd name="connsiteY11-14818" fmla="*/ 95027 h 2160513"/>
              <a:gd name="connsiteX12-14819" fmla="*/ 771497 w 2107590"/>
              <a:gd name="connsiteY12-14820" fmla="*/ 35497 h 2160513"/>
              <a:gd name="connsiteX13-14821" fmla="*/ 1341273 w 2107590"/>
              <a:gd name="connsiteY13-14822" fmla="*/ 79182 h 2160513"/>
              <a:gd name="connsiteX14-14823" fmla="*/ 1369190 w 2107590"/>
              <a:gd name="connsiteY14-14824" fmla="*/ 92646 h 2160513"/>
              <a:gd name="connsiteX15-14825" fmla="*/ 1772045 w 2107590"/>
              <a:gd name="connsiteY15-14826" fmla="*/ 359840 h 2160513"/>
              <a:gd name="connsiteX16-14827" fmla="*/ 1752572 w 2107590"/>
              <a:gd name="connsiteY16-14828" fmla="*/ 342677 h 2160513"/>
              <a:gd name="connsiteX17-14829" fmla="*/ 2013140 w 2107590"/>
              <a:gd name="connsiteY17-14830" fmla="*/ 736265 h 2160513"/>
              <a:gd name="connsiteX18-14831" fmla="*/ 2004983 w 2107590"/>
              <a:gd name="connsiteY18-14832" fmla="*/ 716533 h 2160513"/>
              <a:gd name="connsiteX19-14833" fmla="*/ 2095472 w 2107590"/>
              <a:gd name="connsiteY19-14834" fmla="*/ 1073721 h 2160513"/>
              <a:gd name="connsiteX20-14835" fmla="*/ 1826390 w 2107590"/>
              <a:gd name="connsiteY20-14836" fmla="*/ 1311846 h 2160513"/>
              <a:gd name="connsiteX21-14837" fmla="*/ 1821627 w 2107590"/>
              <a:gd name="connsiteY21-14838" fmla="*/ 1264221 h 2160513"/>
              <a:gd name="connsiteX22-14839" fmla="*/ 1488252 w 2107590"/>
              <a:gd name="connsiteY22-14840" fmla="*/ 1595214 h 2160513"/>
              <a:gd name="connsiteX23-14841" fmla="*/ 1388239 w 2107590"/>
              <a:gd name="connsiteY23-14842" fmla="*/ 1492821 h 2160513"/>
              <a:gd name="connsiteX24-14843" fmla="*/ 1714472 w 2107590"/>
              <a:gd name="connsiteY24-14844" fmla="*/ 1154684 h 2160513"/>
              <a:gd name="connsiteX25-14845" fmla="*/ 1390621 w 2107590"/>
              <a:gd name="connsiteY25-14846" fmla="*/ 1145157 h 2160513"/>
              <a:gd name="connsiteX26-14847" fmla="*/ 1319184 w 2107590"/>
              <a:gd name="connsiteY26-14848" fmla="*/ 1278508 h 2160513"/>
              <a:gd name="connsiteX27-14849" fmla="*/ 1035814 w 2107590"/>
              <a:gd name="connsiteY27-14850" fmla="*/ 997521 h 2160513"/>
              <a:gd name="connsiteX28-14851" fmla="*/ 1288227 w 2107590"/>
              <a:gd name="connsiteY28-14852" fmla="*/ 699864 h 2160513"/>
              <a:gd name="connsiteX29-14853" fmla="*/ 516702 w 2107590"/>
              <a:gd name="connsiteY29-14854" fmla="*/ 737964 h 2160513"/>
              <a:gd name="connsiteX30-14855" fmla="*/ 828646 w 2107590"/>
              <a:gd name="connsiteY30-14856" fmla="*/ 945133 h 2160513"/>
              <a:gd name="connsiteX31-14857" fmla="*/ 373827 w 2107590"/>
              <a:gd name="connsiteY31-14858" fmla="*/ 852264 h 2160513"/>
              <a:gd name="connsiteX32-14859" fmla="*/ 935802 w 2107590"/>
              <a:gd name="connsiteY32-14860" fmla="*/ 390302 h 2160513"/>
              <a:gd name="connsiteX33-14861" fmla="*/ 1445389 w 2107590"/>
              <a:gd name="connsiteY33-14862" fmla="*/ 754633 h 2160513"/>
              <a:gd name="connsiteX34-14863" fmla="*/ 1383477 w 2107590"/>
              <a:gd name="connsiteY34-14864" fmla="*/ 857027 h 2160513"/>
              <a:gd name="connsiteX35-14865" fmla="*/ 1643033 w 2107590"/>
              <a:gd name="connsiteY35-14866" fmla="*/ 611758 h 2160513"/>
              <a:gd name="connsiteX36-14867" fmla="*/ 1795433 w 2107590"/>
              <a:gd name="connsiteY36-14868" fmla="*/ 723677 h 2160513"/>
              <a:gd name="connsiteX37-14869" fmla="*/ 1889668 w 2107590"/>
              <a:gd name="connsiteY37-14870" fmla="*/ 1175665 h 2160513"/>
              <a:gd name="connsiteX38-14871" fmla="*/ 1912797 w 2107590"/>
              <a:gd name="connsiteY38-14872" fmla="*/ 1135089 h 2160513"/>
              <a:gd name="connsiteX39-14873" fmla="*/ 1775980 w 2107590"/>
              <a:gd name="connsiteY39-14874" fmla="*/ 1553577 h 2160513"/>
              <a:gd name="connsiteX40-14875" fmla="*/ 1235792 w 2107590"/>
              <a:gd name="connsiteY40-14876" fmla="*/ 1580715 h 2160513"/>
              <a:gd name="connsiteX41-14877" fmla="*/ 1344220 w 2107590"/>
              <a:gd name="connsiteY41-14878" fmla="*/ 1905742 h 2160513"/>
              <a:gd name="connsiteX0-14879" fmla="*/ 1575697 w 2107590"/>
              <a:gd name="connsiteY0-14880" fmla="*/ 2160513 h 2160513"/>
              <a:gd name="connsiteX1-14881" fmla="*/ 956854 w 2107590"/>
              <a:gd name="connsiteY1-14882" fmla="*/ 1258279 h 2160513"/>
              <a:gd name="connsiteX2-14883" fmla="*/ 863892 w 2107590"/>
              <a:gd name="connsiteY2-14884" fmla="*/ 1345253 h 2160513"/>
              <a:gd name="connsiteX3-14885" fmla="*/ 1026241 w 2107590"/>
              <a:gd name="connsiteY3-14886" fmla="*/ 1144473 h 2160513"/>
              <a:gd name="connsiteX4-14887" fmla="*/ 908876 w 2107590"/>
              <a:gd name="connsiteY4-14888" fmla="*/ 743032 h 2160513"/>
              <a:gd name="connsiteX5-14889" fmla="*/ 1054863 w 2107590"/>
              <a:gd name="connsiteY5-14890" fmla="*/ 807021 h 2160513"/>
              <a:gd name="connsiteX6-14891" fmla="*/ 766732 w 2107590"/>
              <a:gd name="connsiteY6-14892" fmla="*/ 928463 h 2160513"/>
              <a:gd name="connsiteX7-14893" fmla="*/ 228569 w 2107590"/>
              <a:gd name="connsiteY7-14894" fmla="*/ 1030857 h 2160513"/>
              <a:gd name="connsiteX8-14895" fmla="*/ 102364 w 2107590"/>
              <a:gd name="connsiteY8-14896" fmla="*/ 578421 h 2160513"/>
              <a:gd name="connsiteX9-14897" fmla="*/ 334972 w 2107590"/>
              <a:gd name="connsiteY9-14898" fmla="*/ 266829 h 2160513"/>
              <a:gd name="connsiteX10-14899" fmla="*/ 754827 w 2107590"/>
              <a:gd name="connsiteY10-14900" fmla="*/ 47401 h 2160513"/>
              <a:gd name="connsiteX11-14901" fmla="*/ 759590 w 2107590"/>
              <a:gd name="connsiteY11-14902" fmla="*/ 95027 h 2160513"/>
              <a:gd name="connsiteX12-14903" fmla="*/ 771497 w 2107590"/>
              <a:gd name="connsiteY12-14904" fmla="*/ 35497 h 2160513"/>
              <a:gd name="connsiteX13-14905" fmla="*/ 1341273 w 2107590"/>
              <a:gd name="connsiteY13-14906" fmla="*/ 79182 h 2160513"/>
              <a:gd name="connsiteX14-14907" fmla="*/ 1369190 w 2107590"/>
              <a:gd name="connsiteY14-14908" fmla="*/ 92646 h 2160513"/>
              <a:gd name="connsiteX15-14909" fmla="*/ 1772045 w 2107590"/>
              <a:gd name="connsiteY15-14910" fmla="*/ 359840 h 2160513"/>
              <a:gd name="connsiteX16-14911" fmla="*/ 1752572 w 2107590"/>
              <a:gd name="connsiteY16-14912" fmla="*/ 342677 h 2160513"/>
              <a:gd name="connsiteX17-14913" fmla="*/ 2013140 w 2107590"/>
              <a:gd name="connsiteY17-14914" fmla="*/ 736265 h 2160513"/>
              <a:gd name="connsiteX18-14915" fmla="*/ 2004983 w 2107590"/>
              <a:gd name="connsiteY18-14916" fmla="*/ 716533 h 2160513"/>
              <a:gd name="connsiteX19-14917" fmla="*/ 2095472 w 2107590"/>
              <a:gd name="connsiteY19-14918" fmla="*/ 1073721 h 2160513"/>
              <a:gd name="connsiteX20-14919" fmla="*/ 1826390 w 2107590"/>
              <a:gd name="connsiteY20-14920" fmla="*/ 1311846 h 2160513"/>
              <a:gd name="connsiteX21-14921" fmla="*/ 1821627 w 2107590"/>
              <a:gd name="connsiteY21-14922" fmla="*/ 1264221 h 2160513"/>
              <a:gd name="connsiteX22-14923" fmla="*/ 1488252 w 2107590"/>
              <a:gd name="connsiteY22-14924" fmla="*/ 1595214 h 2160513"/>
              <a:gd name="connsiteX23-14925" fmla="*/ 1388239 w 2107590"/>
              <a:gd name="connsiteY23-14926" fmla="*/ 1492821 h 2160513"/>
              <a:gd name="connsiteX24-14927" fmla="*/ 1714472 w 2107590"/>
              <a:gd name="connsiteY24-14928" fmla="*/ 1154684 h 2160513"/>
              <a:gd name="connsiteX25-14929" fmla="*/ 1390621 w 2107590"/>
              <a:gd name="connsiteY25-14930" fmla="*/ 1145157 h 2160513"/>
              <a:gd name="connsiteX26-14931" fmla="*/ 1319184 w 2107590"/>
              <a:gd name="connsiteY26-14932" fmla="*/ 1278508 h 2160513"/>
              <a:gd name="connsiteX27-14933" fmla="*/ 1035814 w 2107590"/>
              <a:gd name="connsiteY27-14934" fmla="*/ 997521 h 2160513"/>
              <a:gd name="connsiteX28-14935" fmla="*/ 1312039 w 2107590"/>
              <a:gd name="connsiteY28-14936" fmla="*/ 761777 h 2160513"/>
              <a:gd name="connsiteX29-14937" fmla="*/ 516702 w 2107590"/>
              <a:gd name="connsiteY29-14938" fmla="*/ 737964 h 2160513"/>
              <a:gd name="connsiteX30-14939" fmla="*/ 828646 w 2107590"/>
              <a:gd name="connsiteY30-14940" fmla="*/ 945133 h 2160513"/>
              <a:gd name="connsiteX31-14941" fmla="*/ 373827 w 2107590"/>
              <a:gd name="connsiteY31-14942" fmla="*/ 852264 h 2160513"/>
              <a:gd name="connsiteX32-14943" fmla="*/ 935802 w 2107590"/>
              <a:gd name="connsiteY32-14944" fmla="*/ 390302 h 2160513"/>
              <a:gd name="connsiteX33-14945" fmla="*/ 1445389 w 2107590"/>
              <a:gd name="connsiteY33-14946" fmla="*/ 754633 h 2160513"/>
              <a:gd name="connsiteX34-14947" fmla="*/ 1383477 w 2107590"/>
              <a:gd name="connsiteY34-14948" fmla="*/ 857027 h 2160513"/>
              <a:gd name="connsiteX35-14949" fmla="*/ 1643033 w 2107590"/>
              <a:gd name="connsiteY35-14950" fmla="*/ 611758 h 2160513"/>
              <a:gd name="connsiteX36-14951" fmla="*/ 1795433 w 2107590"/>
              <a:gd name="connsiteY36-14952" fmla="*/ 723677 h 2160513"/>
              <a:gd name="connsiteX37-14953" fmla="*/ 1889668 w 2107590"/>
              <a:gd name="connsiteY37-14954" fmla="*/ 1175665 h 2160513"/>
              <a:gd name="connsiteX38-14955" fmla="*/ 1912797 w 2107590"/>
              <a:gd name="connsiteY38-14956" fmla="*/ 1135089 h 2160513"/>
              <a:gd name="connsiteX39-14957" fmla="*/ 1775980 w 2107590"/>
              <a:gd name="connsiteY39-14958" fmla="*/ 1553577 h 2160513"/>
              <a:gd name="connsiteX40-14959" fmla="*/ 1235792 w 2107590"/>
              <a:gd name="connsiteY40-14960" fmla="*/ 1580715 h 2160513"/>
              <a:gd name="connsiteX41-14961" fmla="*/ 1344220 w 2107590"/>
              <a:gd name="connsiteY41-14962" fmla="*/ 1905742 h 2160513"/>
              <a:gd name="connsiteX0-14963" fmla="*/ 1575697 w 2107590"/>
              <a:gd name="connsiteY0-14964" fmla="*/ 2160513 h 2160513"/>
              <a:gd name="connsiteX1-14965" fmla="*/ 956854 w 2107590"/>
              <a:gd name="connsiteY1-14966" fmla="*/ 1258279 h 2160513"/>
              <a:gd name="connsiteX2-14967" fmla="*/ 863892 w 2107590"/>
              <a:gd name="connsiteY2-14968" fmla="*/ 1345253 h 2160513"/>
              <a:gd name="connsiteX3-14969" fmla="*/ 1026241 w 2107590"/>
              <a:gd name="connsiteY3-14970" fmla="*/ 1144473 h 2160513"/>
              <a:gd name="connsiteX4-14971" fmla="*/ 908876 w 2107590"/>
              <a:gd name="connsiteY4-14972" fmla="*/ 743032 h 2160513"/>
              <a:gd name="connsiteX5-14973" fmla="*/ 1054863 w 2107590"/>
              <a:gd name="connsiteY5-14974" fmla="*/ 807021 h 2160513"/>
              <a:gd name="connsiteX6-14975" fmla="*/ 766732 w 2107590"/>
              <a:gd name="connsiteY6-14976" fmla="*/ 928463 h 2160513"/>
              <a:gd name="connsiteX7-14977" fmla="*/ 228569 w 2107590"/>
              <a:gd name="connsiteY7-14978" fmla="*/ 1030857 h 2160513"/>
              <a:gd name="connsiteX8-14979" fmla="*/ 102364 w 2107590"/>
              <a:gd name="connsiteY8-14980" fmla="*/ 578421 h 2160513"/>
              <a:gd name="connsiteX9-14981" fmla="*/ 334972 w 2107590"/>
              <a:gd name="connsiteY9-14982" fmla="*/ 266829 h 2160513"/>
              <a:gd name="connsiteX10-14983" fmla="*/ 754827 w 2107590"/>
              <a:gd name="connsiteY10-14984" fmla="*/ 47401 h 2160513"/>
              <a:gd name="connsiteX11-14985" fmla="*/ 759590 w 2107590"/>
              <a:gd name="connsiteY11-14986" fmla="*/ 95027 h 2160513"/>
              <a:gd name="connsiteX12-14987" fmla="*/ 771497 w 2107590"/>
              <a:gd name="connsiteY12-14988" fmla="*/ 35497 h 2160513"/>
              <a:gd name="connsiteX13-14989" fmla="*/ 1341273 w 2107590"/>
              <a:gd name="connsiteY13-14990" fmla="*/ 79182 h 2160513"/>
              <a:gd name="connsiteX14-14991" fmla="*/ 1369190 w 2107590"/>
              <a:gd name="connsiteY14-14992" fmla="*/ 92646 h 2160513"/>
              <a:gd name="connsiteX15-14993" fmla="*/ 1772045 w 2107590"/>
              <a:gd name="connsiteY15-14994" fmla="*/ 359840 h 2160513"/>
              <a:gd name="connsiteX16-14995" fmla="*/ 1752572 w 2107590"/>
              <a:gd name="connsiteY16-14996" fmla="*/ 342677 h 2160513"/>
              <a:gd name="connsiteX17-14997" fmla="*/ 2013140 w 2107590"/>
              <a:gd name="connsiteY17-14998" fmla="*/ 736265 h 2160513"/>
              <a:gd name="connsiteX18-14999" fmla="*/ 2004983 w 2107590"/>
              <a:gd name="connsiteY18-15000" fmla="*/ 716533 h 2160513"/>
              <a:gd name="connsiteX19-15001" fmla="*/ 2095472 w 2107590"/>
              <a:gd name="connsiteY19-15002" fmla="*/ 1073721 h 2160513"/>
              <a:gd name="connsiteX20-15003" fmla="*/ 1826390 w 2107590"/>
              <a:gd name="connsiteY20-15004" fmla="*/ 1311846 h 2160513"/>
              <a:gd name="connsiteX21-15005" fmla="*/ 1821627 w 2107590"/>
              <a:gd name="connsiteY21-15006" fmla="*/ 1264221 h 2160513"/>
              <a:gd name="connsiteX22-15007" fmla="*/ 1488252 w 2107590"/>
              <a:gd name="connsiteY22-15008" fmla="*/ 1595214 h 2160513"/>
              <a:gd name="connsiteX23-15009" fmla="*/ 1388239 w 2107590"/>
              <a:gd name="connsiteY23-15010" fmla="*/ 1492821 h 2160513"/>
              <a:gd name="connsiteX24-15011" fmla="*/ 1714472 w 2107590"/>
              <a:gd name="connsiteY24-15012" fmla="*/ 1154684 h 2160513"/>
              <a:gd name="connsiteX25-15013" fmla="*/ 1390621 w 2107590"/>
              <a:gd name="connsiteY25-15014" fmla="*/ 1145157 h 2160513"/>
              <a:gd name="connsiteX26-15015" fmla="*/ 1319184 w 2107590"/>
              <a:gd name="connsiteY26-15016" fmla="*/ 1278508 h 2160513"/>
              <a:gd name="connsiteX27-15017" fmla="*/ 1035814 w 2107590"/>
              <a:gd name="connsiteY27-15018" fmla="*/ 997521 h 2160513"/>
              <a:gd name="connsiteX28-15019" fmla="*/ 1312039 w 2107590"/>
              <a:gd name="connsiteY28-15020" fmla="*/ 761777 h 2160513"/>
              <a:gd name="connsiteX29-15021" fmla="*/ 516702 w 2107590"/>
              <a:gd name="connsiteY29-15022" fmla="*/ 737964 h 2160513"/>
              <a:gd name="connsiteX30-15023" fmla="*/ 828646 w 2107590"/>
              <a:gd name="connsiteY30-15024" fmla="*/ 945133 h 2160513"/>
              <a:gd name="connsiteX31-15025" fmla="*/ 373827 w 2107590"/>
              <a:gd name="connsiteY31-15026" fmla="*/ 852264 h 2160513"/>
              <a:gd name="connsiteX32-15027" fmla="*/ 935802 w 2107590"/>
              <a:gd name="connsiteY32-15028" fmla="*/ 390302 h 2160513"/>
              <a:gd name="connsiteX33-15029" fmla="*/ 1445389 w 2107590"/>
              <a:gd name="connsiteY33-15030" fmla="*/ 754633 h 2160513"/>
              <a:gd name="connsiteX34-15031" fmla="*/ 1383477 w 2107590"/>
              <a:gd name="connsiteY34-15032" fmla="*/ 857027 h 2160513"/>
              <a:gd name="connsiteX35-15033" fmla="*/ 1643033 w 2107590"/>
              <a:gd name="connsiteY35-15034" fmla="*/ 611758 h 2160513"/>
              <a:gd name="connsiteX36-15035" fmla="*/ 1795433 w 2107590"/>
              <a:gd name="connsiteY36-15036" fmla="*/ 723677 h 2160513"/>
              <a:gd name="connsiteX37-15037" fmla="*/ 1889668 w 2107590"/>
              <a:gd name="connsiteY37-15038" fmla="*/ 1175665 h 2160513"/>
              <a:gd name="connsiteX38-15039" fmla="*/ 1912797 w 2107590"/>
              <a:gd name="connsiteY38-15040" fmla="*/ 1135089 h 2160513"/>
              <a:gd name="connsiteX39-15041" fmla="*/ 1775980 w 2107590"/>
              <a:gd name="connsiteY39-15042" fmla="*/ 1553577 h 2160513"/>
              <a:gd name="connsiteX40-15043" fmla="*/ 1235792 w 2107590"/>
              <a:gd name="connsiteY40-15044" fmla="*/ 1580715 h 2160513"/>
              <a:gd name="connsiteX41-15045" fmla="*/ 1344220 w 2107590"/>
              <a:gd name="connsiteY41-15046" fmla="*/ 1905742 h 2160513"/>
              <a:gd name="connsiteX0-15047" fmla="*/ 1575697 w 2107590"/>
              <a:gd name="connsiteY0-15048" fmla="*/ 2160513 h 2160513"/>
              <a:gd name="connsiteX1-15049" fmla="*/ 956854 w 2107590"/>
              <a:gd name="connsiteY1-15050" fmla="*/ 1258279 h 2160513"/>
              <a:gd name="connsiteX2-15051" fmla="*/ 863892 w 2107590"/>
              <a:gd name="connsiteY2-15052" fmla="*/ 1345253 h 2160513"/>
              <a:gd name="connsiteX3-15053" fmla="*/ 1026241 w 2107590"/>
              <a:gd name="connsiteY3-15054" fmla="*/ 1144473 h 2160513"/>
              <a:gd name="connsiteX4-15055" fmla="*/ 908876 w 2107590"/>
              <a:gd name="connsiteY4-15056" fmla="*/ 743032 h 2160513"/>
              <a:gd name="connsiteX5-15057" fmla="*/ 1054863 w 2107590"/>
              <a:gd name="connsiteY5-15058" fmla="*/ 807021 h 2160513"/>
              <a:gd name="connsiteX6-15059" fmla="*/ 766732 w 2107590"/>
              <a:gd name="connsiteY6-15060" fmla="*/ 928463 h 2160513"/>
              <a:gd name="connsiteX7-15061" fmla="*/ 228569 w 2107590"/>
              <a:gd name="connsiteY7-15062" fmla="*/ 1030857 h 2160513"/>
              <a:gd name="connsiteX8-15063" fmla="*/ 102364 w 2107590"/>
              <a:gd name="connsiteY8-15064" fmla="*/ 578421 h 2160513"/>
              <a:gd name="connsiteX9-15065" fmla="*/ 334972 w 2107590"/>
              <a:gd name="connsiteY9-15066" fmla="*/ 266829 h 2160513"/>
              <a:gd name="connsiteX10-15067" fmla="*/ 754827 w 2107590"/>
              <a:gd name="connsiteY10-15068" fmla="*/ 47401 h 2160513"/>
              <a:gd name="connsiteX11-15069" fmla="*/ 759590 w 2107590"/>
              <a:gd name="connsiteY11-15070" fmla="*/ 95027 h 2160513"/>
              <a:gd name="connsiteX12-15071" fmla="*/ 771497 w 2107590"/>
              <a:gd name="connsiteY12-15072" fmla="*/ 35497 h 2160513"/>
              <a:gd name="connsiteX13-15073" fmla="*/ 1341273 w 2107590"/>
              <a:gd name="connsiteY13-15074" fmla="*/ 79182 h 2160513"/>
              <a:gd name="connsiteX14-15075" fmla="*/ 1369190 w 2107590"/>
              <a:gd name="connsiteY14-15076" fmla="*/ 92646 h 2160513"/>
              <a:gd name="connsiteX15-15077" fmla="*/ 1772045 w 2107590"/>
              <a:gd name="connsiteY15-15078" fmla="*/ 359840 h 2160513"/>
              <a:gd name="connsiteX16-15079" fmla="*/ 1752572 w 2107590"/>
              <a:gd name="connsiteY16-15080" fmla="*/ 342677 h 2160513"/>
              <a:gd name="connsiteX17-15081" fmla="*/ 2013140 w 2107590"/>
              <a:gd name="connsiteY17-15082" fmla="*/ 736265 h 2160513"/>
              <a:gd name="connsiteX18-15083" fmla="*/ 2004983 w 2107590"/>
              <a:gd name="connsiteY18-15084" fmla="*/ 716533 h 2160513"/>
              <a:gd name="connsiteX19-15085" fmla="*/ 2095472 w 2107590"/>
              <a:gd name="connsiteY19-15086" fmla="*/ 1073721 h 2160513"/>
              <a:gd name="connsiteX20-15087" fmla="*/ 1826390 w 2107590"/>
              <a:gd name="connsiteY20-15088" fmla="*/ 1311846 h 2160513"/>
              <a:gd name="connsiteX21-15089" fmla="*/ 1821627 w 2107590"/>
              <a:gd name="connsiteY21-15090" fmla="*/ 1264221 h 2160513"/>
              <a:gd name="connsiteX22-15091" fmla="*/ 1488252 w 2107590"/>
              <a:gd name="connsiteY22-15092" fmla="*/ 1595214 h 2160513"/>
              <a:gd name="connsiteX23-15093" fmla="*/ 1388239 w 2107590"/>
              <a:gd name="connsiteY23-15094" fmla="*/ 1492821 h 2160513"/>
              <a:gd name="connsiteX24-15095" fmla="*/ 1714472 w 2107590"/>
              <a:gd name="connsiteY24-15096" fmla="*/ 1154684 h 2160513"/>
              <a:gd name="connsiteX25-15097" fmla="*/ 1390621 w 2107590"/>
              <a:gd name="connsiteY25-15098" fmla="*/ 1145157 h 2160513"/>
              <a:gd name="connsiteX26-15099" fmla="*/ 1319184 w 2107590"/>
              <a:gd name="connsiteY26-15100" fmla="*/ 1278508 h 2160513"/>
              <a:gd name="connsiteX27-15101" fmla="*/ 1035814 w 2107590"/>
              <a:gd name="connsiteY27-15102" fmla="*/ 997521 h 2160513"/>
              <a:gd name="connsiteX28-15103" fmla="*/ 1312039 w 2107590"/>
              <a:gd name="connsiteY28-15104" fmla="*/ 761777 h 2160513"/>
              <a:gd name="connsiteX29-15105" fmla="*/ 516702 w 2107590"/>
              <a:gd name="connsiteY29-15106" fmla="*/ 737964 h 2160513"/>
              <a:gd name="connsiteX30-15107" fmla="*/ 828646 w 2107590"/>
              <a:gd name="connsiteY30-15108" fmla="*/ 945133 h 2160513"/>
              <a:gd name="connsiteX31-15109" fmla="*/ 373827 w 2107590"/>
              <a:gd name="connsiteY31-15110" fmla="*/ 852264 h 2160513"/>
              <a:gd name="connsiteX32-15111" fmla="*/ 935802 w 2107590"/>
              <a:gd name="connsiteY32-15112" fmla="*/ 390302 h 2160513"/>
              <a:gd name="connsiteX33-15113" fmla="*/ 1445389 w 2107590"/>
              <a:gd name="connsiteY33-15114" fmla="*/ 754633 h 2160513"/>
              <a:gd name="connsiteX34-15115" fmla="*/ 1383477 w 2107590"/>
              <a:gd name="connsiteY34-15116" fmla="*/ 857027 h 2160513"/>
              <a:gd name="connsiteX35-15117" fmla="*/ 1643033 w 2107590"/>
              <a:gd name="connsiteY35-15118" fmla="*/ 611758 h 2160513"/>
              <a:gd name="connsiteX36-15119" fmla="*/ 1795433 w 2107590"/>
              <a:gd name="connsiteY36-15120" fmla="*/ 723677 h 2160513"/>
              <a:gd name="connsiteX37-15121" fmla="*/ 1889668 w 2107590"/>
              <a:gd name="connsiteY37-15122" fmla="*/ 1175665 h 2160513"/>
              <a:gd name="connsiteX38-15123" fmla="*/ 1912797 w 2107590"/>
              <a:gd name="connsiteY38-15124" fmla="*/ 1135089 h 2160513"/>
              <a:gd name="connsiteX39-15125" fmla="*/ 1775980 w 2107590"/>
              <a:gd name="connsiteY39-15126" fmla="*/ 1553577 h 2160513"/>
              <a:gd name="connsiteX40-15127" fmla="*/ 1235792 w 2107590"/>
              <a:gd name="connsiteY40-15128" fmla="*/ 1580715 h 2160513"/>
              <a:gd name="connsiteX41-15129" fmla="*/ 1344220 w 2107590"/>
              <a:gd name="connsiteY41-15130" fmla="*/ 1905742 h 2160513"/>
              <a:gd name="connsiteX0-15131" fmla="*/ 1575697 w 2107590"/>
              <a:gd name="connsiteY0-15132" fmla="*/ 2160513 h 2160513"/>
              <a:gd name="connsiteX1-15133" fmla="*/ 956854 w 2107590"/>
              <a:gd name="connsiteY1-15134" fmla="*/ 1258279 h 2160513"/>
              <a:gd name="connsiteX2-15135" fmla="*/ 863892 w 2107590"/>
              <a:gd name="connsiteY2-15136" fmla="*/ 1345253 h 2160513"/>
              <a:gd name="connsiteX3-15137" fmla="*/ 1026241 w 2107590"/>
              <a:gd name="connsiteY3-15138" fmla="*/ 1144473 h 2160513"/>
              <a:gd name="connsiteX4-15139" fmla="*/ 908876 w 2107590"/>
              <a:gd name="connsiteY4-15140" fmla="*/ 743032 h 2160513"/>
              <a:gd name="connsiteX5-15141" fmla="*/ 1054863 w 2107590"/>
              <a:gd name="connsiteY5-15142" fmla="*/ 807021 h 2160513"/>
              <a:gd name="connsiteX6-15143" fmla="*/ 766732 w 2107590"/>
              <a:gd name="connsiteY6-15144" fmla="*/ 928463 h 2160513"/>
              <a:gd name="connsiteX7-15145" fmla="*/ 228569 w 2107590"/>
              <a:gd name="connsiteY7-15146" fmla="*/ 1030857 h 2160513"/>
              <a:gd name="connsiteX8-15147" fmla="*/ 102364 w 2107590"/>
              <a:gd name="connsiteY8-15148" fmla="*/ 578421 h 2160513"/>
              <a:gd name="connsiteX9-15149" fmla="*/ 334972 w 2107590"/>
              <a:gd name="connsiteY9-15150" fmla="*/ 266829 h 2160513"/>
              <a:gd name="connsiteX10-15151" fmla="*/ 754827 w 2107590"/>
              <a:gd name="connsiteY10-15152" fmla="*/ 47401 h 2160513"/>
              <a:gd name="connsiteX11-15153" fmla="*/ 759590 w 2107590"/>
              <a:gd name="connsiteY11-15154" fmla="*/ 95027 h 2160513"/>
              <a:gd name="connsiteX12-15155" fmla="*/ 771497 w 2107590"/>
              <a:gd name="connsiteY12-15156" fmla="*/ 35497 h 2160513"/>
              <a:gd name="connsiteX13-15157" fmla="*/ 1341273 w 2107590"/>
              <a:gd name="connsiteY13-15158" fmla="*/ 79182 h 2160513"/>
              <a:gd name="connsiteX14-15159" fmla="*/ 1369190 w 2107590"/>
              <a:gd name="connsiteY14-15160" fmla="*/ 92646 h 2160513"/>
              <a:gd name="connsiteX15-15161" fmla="*/ 1772045 w 2107590"/>
              <a:gd name="connsiteY15-15162" fmla="*/ 359840 h 2160513"/>
              <a:gd name="connsiteX16-15163" fmla="*/ 1752572 w 2107590"/>
              <a:gd name="connsiteY16-15164" fmla="*/ 342677 h 2160513"/>
              <a:gd name="connsiteX17-15165" fmla="*/ 2013140 w 2107590"/>
              <a:gd name="connsiteY17-15166" fmla="*/ 736265 h 2160513"/>
              <a:gd name="connsiteX18-15167" fmla="*/ 2004983 w 2107590"/>
              <a:gd name="connsiteY18-15168" fmla="*/ 716533 h 2160513"/>
              <a:gd name="connsiteX19-15169" fmla="*/ 2095472 w 2107590"/>
              <a:gd name="connsiteY19-15170" fmla="*/ 1073721 h 2160513"/>
              <a:gd name="connsiteX20-15171" fmla="*/ 1826390 w 2107590"/>
              <a:gd name="connsiteY20-15172" fmla="*/ 1311846 h 2160513"/>
              <a:gd name="connsiteX21-15173" fmla="*/ 1821627 w 2107590"/>
              <a:gd name="connsiteY21-15174" fmla="*/ 1264221 h 2160513"/>
              <a:gd name="connsiteX22-15175" fmla="*/ 1488252 w 2107590"/>
              <a:gd name="connsiteY22-15176" fmla="*/ 1595214 h 2160513"/>
              <a:gd name="connsiteX23-15177" fmla="*/ 1388239 w 2107590"/>
              <a:gd name="connsiteY23-15178" fmla="*/ 1492821 h 2160513"/>
              <a:gd name="connsiteX24-15179" fmla="*/ 1714472 w 2107590"/>
              <a:gd name="connsiteY24-15180" fmla="*/ 1154684 h 2160513"/>
              <a:gd name="connsiteX25-15181" fmla="*/ 1390621 w 2107590"/>
              <a:gd name="connsiteY25-15182" fmla="*/ 1145157 h 2160513"/>
              <a:gd name="connsiteX26-15183" fmla="*/ 1319184 w 2107590"/>
              <a:gd name="connsiteY26-15184" fmla="*/ 1278508 h 2160513"/>
              <a:gd name="connsiteX27-15185" fmla="*/ 1035814 w 2107590"/>
              <a:gd name="connsiteY27-15186" fmla="*/ 997521 h 2160513"/>
              <a:gd name="connsiteX28-15187" fmla="*/ 1312039 w 2107590"/>
              <a:gd name="connsiteY28-15188" fmla="*/ 761777 h 2160513"/>
              <a:gd name="connsiteX29-15189" fmla="*/ 878652 w 2107590"/>
              <a:gd name="connsiteY29-15190" fmla="*/ 514127 h 2160513"/>
              <a:gd name="connsiteX30-15191" fmla="*/ 516702 w 2107590"/>
              <a:gd name="connsiteY30-15192" fmla="*/ 737964 h 2160513"/>
              <a:gd name="connsiteX31-15193" fmla="*/ 828646 w 2107590"/>
              <a:gd name="connsiteY31-15194" fmla="*/ 945133 h 2160513"/>
              <a:gd name="connsiteX32-15195" fmla="*/ 373827 w 2107590"/>
              <a:gd name="connsiteY32-15196" fmla="*/ 852264 h 2160513"/>
              <a:gd name="connsiteX33-15197" fmla="*/ 935802 w 2107590"/>
              <a:gd name="connsiteY33-15198" fmla="*/ 390302 h 2160513"/>
              <a:gd name="connsiteX34-15199" fmla="*/ 1445389 w 2107590"/>
              <a:gd name="connsiteY34-15200" fmla="*/ 754633 h 2160513"/>
              <a:gd name="connsiteX35-15201" fmla="*/ 1383477 w 2107590"/>
              <a:gd name="connsiteY35-15202" fmla="*/ 857027 h 2160513"/>
              <a:gd name="connsiteX36-15203" fmla="*/ 1643033 w 2107590"/>
              <a:gd name="connsiteY36-15204" fmla="*/ 611758 h 2160513"/>
              <a:gd name="connsiteX37-15205" fmla="*/ 1795433 w 2107590"/>
              <a:gd name="connsiteY37-15206" fmla="*/ 723677 h 2160513"/>
              <a:gd name="connsiteX38-15207" fmla="*/ 1889668 w 2107590"/>
              <a:gd name="connsiteY38-15208" fmla="*/ 1175665 h 2160513"/>
              <a:gd name="connsiteX39-15209" fmla="*/ 1912797 w 2107590"/>
              <a:gd name="connsiteY39-15210" fmla="*/ 1135089 h 2160513"/>
              <a:gd name="connsiteX40-15211" fmla="*/ 1775980 w 2107590"/>
              <a:gd name="connsiteY40-15212" fmla="*/ 1553577 h 2160513"/>
              <a:gd name="connsiteX41-15213" fmla="*/ 1235792 w 2107590"/>
              <a:gd name="connsiteY41-15214" fmla="*/ 1580715 h 2160513"/>
              <a:gd name="connsiteX42" fmla="*/ 1344220 w 2107590"/>
              <a:gd name="connsiteY42" fmla="*/ 1905742 h 2160513"/>
              <a:gd name="connsiteX0-15215" fmla="*/ 1575697 w 2107590"/>
              <a:gd name="connsiteY0-15216" fmla="*/ 2160513 h 2160513"/>
              <a:gd name="connsiteX1-15217" fmla="*/ 956854 w 2107590"/>
              <a:gd name="connsiteY1-15218" fmla="*/ 1258279 h 2160513"/>
              <a:gd name="connsiteX2-15219" fmla="*/ 863892 w 2107590"/>
              <a:gd name="connsiteY2-15220" fmla="*/ 1345253 h 2160513"/>
              <a:gd name="connsiteX3-15221" fmla="*/ 1026241 w 2107590"/>
              <a:gd name="connsiteY3-15222" fmla="*/ 1144473 h 2160513"/>
              <a:gd name="connsiteX4-15223" fmla="*/ 908876 w 2107590"/>
              <a:gd name="connsiteY4-15224" fmla="*/ 743032 h 2160513"/>
              <a:gd name="connsiteX5-15225" fmla="*/ 1054863 w 2107590"/>
              <a:gd name="connsiteY5-15226" fmla="*/ 807021 h 2160513"/>
              <a:gd name="connsiteX6-15227" fmla="*/ 766732 w 2107590"/>
              <a:gd name="connsiteY6-15228" fmla="*/ 928463 h 2160513"/>
              <a:gd name="connsiteX7-15229" fmla="*/ 228569 w 2107590"/>
              <a:gd name="connsiteY7-15230" fmla="*/ 1030857 h 2160513"/>
              <a:gd name="connsiteX8-15231" fmla="*/ 102364 w 2107590"/>
              <a:gd name="connsiteY8-15232" fmla="*/ 578421 h 2160513"/>
              <a:gd name="connsiteX9-15233" fmla="*/ 334972 w 2107590"/>
              <a:gd name="connsiteY9-15234" fmla="*/ 266829 h 2160513"/>
              <a:gd name="connsiteX10-15235" fmla="*/ 754827 w 2107590"/>
              <a:gd name="connsiteY10-15236" fmla="*/ 47401 h 2160513"/>
              <a:gd name="connsiteX11-15237" fmla="*/ 759590 w 2107590"/>
              <a:gd name="connsiteY11-15238" fmla="*/ 95027 h 2160513"/>
              <a:gd name="connsiteX12-15239" fmla="*/ 771497 w 2107590"/>
              <a:gd name="connsiteY12-15240" fmla="*/ 35497 h 2160513"/>
              <a:gd name="connsiteX13-15241" fmla="*/ 1341273 w 2107590"/>
              <a:gd name="connsiteY13-15242" fmla="*/ 79182 h 2160513"/>
              <a:gd name="connsiteX14-15243" fmla="*/ 1369190 w 2107590"/>
              <a:gd name="connsiteY14-15244" fmla="*/ 92646 h 2160513"/>
              <a:gd name="connsiteX15-15245" fmla="*/ 1772045 w 2107590"/>
              <a:gd name="connsiteY15-15246" fmla="*/ 359840 h 2160513"/>
              <a:gd name="connsiteX16-15247" fmla="*/ 1752572 w 2107590"/>
              <a:gd name="connsiteY16-15248" fmla="*/ 342677 h 2160513"/>
              <a:gd name="connsiteX17-15249" fmla="*/ 2013140 w 2107590"/>
              <a:gd name="connsiteY17-15250" fmla="*/ 736265 h 2160513"/>
              <a:gd name="connsiteX18-15251" fmla="*/ 2004983 w 2107590"/>
              <a:gd name="connsiteY18-15252" fmla="*/ 716533 h 2160513"/>
              <a:gd name="connsiteX19-15253" fmla="*/ 2095472 w 2107590"/>
              <a:gd name="connsiteY19-15254" fmla="*/ 1073721 h 2160513"/>
              <a:gd name="connsiteX20-15255" fmla="*/ 1826390 w 2107590"/>
              <a:gd name="connsiteY20-15256" fmla="*/ 1311846 h 2160513"/>
              <a:gd name="connsiteX21-15257" fmla="*/ 1821627 w 2107590"/>
              <a:gd name="connsiteY21-15258" fmla="*/ 1264221 h 2160513"/>
              <a:gd name="connsiteX22-15259" fmla="*/ 1488252 w 2107590"/>
              <a:gd name="connsiteY22-15260" fmla="*/ 1595214 h 2160513"/>
              <a:gd name="connsiteX23-15261" fmla="*/ 1388239 w 2107590"/>
              <a:gd name="connsiteY23-15262" fmla="*/ 1492821 h 2160513"/>
              <a:gd name="connsiteX24-15263" fmla="*/ 1714472 w 2107590"/>
              <a:gd name="connsiteY24-15264" fmla="*/ 1154684 h 2160513"/>
              <a:gd name="connsiteX25-15265" fmla="*/ 1390621 w 2107590"/>
              <a:gd name="connsiteY25-15266" fmla="*/ 1145157 h 2160513"/>
              <a:gd name="connsiteX26-15267" fmla="*/ 1319184 w 2107590"/>
              <a:gd name="connsiteY26-15268" fmla="*/ 1278508 h 2160513"/>
              <a:gd name="connsiteX27-15269" fmla="*/ 1035814 w 2107590"/>
              <a:gd name="connsiteY27-15270" fmla="*/ 997521 h 2160513"/>
              <a:gd name="connsiteX28-15271" fmla="*/ 1312039 w 2107590"/>
              <a:gd name="connsiteY28-15272" fmla="*/ 761777 h 2160513"/>
              <a:gd name="connsiteX29-15273" fmla="*/ 878652 w 2107590"/>
              <a:gd name="connsiteY29-15274" fmla="*/ 514127 h 2160513"/>
              <a:gd name="connsiteX30-15275" fmla="*/ 516702 w 2107590"/>
              <a:gd name="connsiteY30-15276" fmla="*/ 737964 h 2160513"/>
              <a:gd name="connsiteX31-15277" fmla="*/ 828646 w 2107590"/>
              <a:gd name="connsiteY31-15278" fmla="*/ 945133 h 2160513"/>
              <a:gd name="connsiteX32-15279" fmla="*/ 373827 w 2107590"/>
              <a:gd name="connsiteY32-15280" fmla="*/ 852264 h 2160513"/>
              <a:gd name="connsiteX33-15281" fmla="*/ 935802 w 2107590"/>
              <a:gd name="connsiteY33-15282" fmla="*/ 390302 h 2160513"/>
              <a:gd name="connsiteX34-15283" fmla="*/ 1445389 w 2107590"/>
              <a:gd name="connsiteY34-15284" fmla="*/ 754633 h 2160513"/>
              <a:gd name="connsiteX35-15285" fmla="*/ 1383477 w 2107590"/>
              <a:gd name="connsiteY35-15286" fmla="*/ 857027 h 2160513"/>
              <a:gd name="connsiteX36-15287" fmla="*/ 1643033 w 2107590"/>
              <a:gd name="connsiteY36-15288" fmla="*/ 611758 h 2160513"/>
              <a:gd name="connsiteX37-15289" fmla="*/ 1795433 w 2107590"/>
              <a:gd name="connsiteY37-15290" fmla="*/ 723677 h 2160513"/>
              <a:gd name="connsiteX38-15291" fmla="*/ 1889668 w 2107590"/>
              <a:gd name="connsiteY38-15292" fmla="*/ 1175665 h 2160513"/>
              <a:gd name="connsiteX39-15293" fmla="*/ 1912797 w 2107590"/>
              <a:gd name="connsiteY39-15294" fmla="*/ 1135089 h 2160513"/>
              <a:gd name="connsiteX40-15295" fmla="*/ 1775980 w 2107590"/>
              <a:gd name="connsiteY40-15296" fmla="*/ 1553577 h 2160513"/>
              <a:gd name="connsiteX41-15297" fmla="*/ 1235792 w 2107590"/>
              <a:gd name="connsiteY41-15298" fmla="*/ 1580715 h 2160513"/>
              <a:gd name="connsiteX42-15299" fmla="*/ 1344220 w 2107590"/>
              <a:gd name="connsiteY42-15300" fmla="*/ 1905742 h 2160513"/>
              <a:gd name="connsiteX0-15301" fmla="*/ 1575697 w 2107590"/>
              <a:gd name="connsiteY0-15302" fmla="*/ 2160513 h 2160513"/>
              <a:gd name="connsiteX1-15303" fmla="*/ 956854 w 2107590"/>
              <a:gd name="connsiteY1-15304" fmla="*/ 1258279 h 2160513"/>
              <a:gd name="connsiteX2-15305" fmla="*/ 863892 w 2107590"/>
              <a:gd name="connsiteY2-15306" fmla="*/ 1345253 h 2160513"/>
              <a:gd name="connsiteX3-15307" fmla="*/ 1026241 w 2107590"/>
              <a:gd name="connsiteY3-15308" fmla="*/ 1144473 h 2160513"/>
              <a:gd name="connsiteX4-15309" fmla="*/ 908876 w 2107590"/>
              <a:gd name="connsiteY4-15310" fmla="*/ 743032 h 2160513"/>
              <a:gd name="connsiteX5-15311" fmla="*/ 1054863 w 2107590"/>
              <a:gd name="connsiteY5-15312" fmla="*/ 807021 h 2160513"/>
              <a:gd name="connsiteX6-15313" fmla="*/ 766732 w 2107590"/>
              <a:gd name="connsiteY6-15314" fmla="*/ 928463 h 2160513"/>
              <a:gd name="connsiteX7-15315" fmla="*/ 228569 w 2107590"/>
              <a:gd name="connsiteY7-15316" fmla="*/ 1030857 h 2160513"/>
              <a:gd name="connsiteX8-15317" fmla="*/ 102364 w 2107590"/>
              <a:gd name="connsiteY8-15318" fmla="*/ 578421 h 2160513"/>
              <a:gd name="connsiteX9-15319" fmla="*/ 334972 w 2107590"/>
              <a:gd name="connsiteY9-15320" fmla="*/ 266829 h 2160513"/>
              <a:gd name="connsiteX10-15321" fmla="*/ 754827 w 2107590"/>
              <a:gd name="connsiteY10-15322" fmla="*/ 47401 h 2160513"/>
              <a:gd name="connsiteX11-15323" fmla="*/ 759590 w 2107590"/>
              <a:gd name="connsiteY11-15324" fmla="*/ 95027 h 2160513"/>
              <a:gd name="connsiteX12-15325" fmla="*/ 771497 w 2107590"/>
              <a:gd name="connsiteY12-15326" fmla="*/ 35497 h 2160513"/>
              <a:gd name="connsiteX13-15327" fmla="*/ 1341273 w 2107590"/>
              <a:gd name="connsiteY13-15328" fmla="*/ 79182 h 2160513"/>
              <a:gd name="connsiteX14-15329" fmla="*/ 1369190 w 2107590"/>
              <a:gd name="connsiteY14-15330" fmla="*/ 92646 h 2160513"/>
              <a:gd name="connsiteX15-15331" fmla="*/ 1772045 w 2107590"/>
              <a:gd name="connsiteY15-15332" fmla="*/ 359840 h 2160513"/>
              <a:gd name="connsiteX16-15333" fmla="*/ 1752572 w 2107590"/>
              <a:gd name="connsiteY16-15334" fmla="*/ 342677 h 2160513"/>
              <a:gd name="connsiteX17-15335" fmla="*/ 2013140 w 2107590"/>
              <a:gd name="connsiteY17-15336" fmla="*/ 736265 h 2160513"/>
              <a:gd name="connsiteX18-15337" fmla="*/ 2004983 w 2107590"/>
              <a:gd name="connsiteY18-15338" fmla="*/ 716533 h 2160513"/>
              <a:gd name="connsiteX19-15339" fmla="*/ 2095472 w 2107590"/>
              <a:gd name="connsiteY19-15340" fmla="*/ 1073721 h 2160513"/>
              <a:gd name="connsiteX20-15341" fmla="*/ 1826390 w 2107590"/>
              <a:gd name="connsiteY20-15342" fmla="*/ 1311846 h 2160513"/>
              <a:gd name="connsiteX21-15343" fmla="*/ 1821627 w 2107590"/>
              <a:gd name="connsiteY21-15344" fmla="*/ 1264221 h 2160513"/>
              <a:gd name="connsiteX22-15345" fmla="*/ 1488252 w 2107590"/>
              <a:gd name="connsiteY22-15346" fmla="*/ 1595214 h 2160513"/>
              <a:gd name="connsiteX23-15347" fmla="*/ 1388239 w 2107590"/>
              <a:gd name="connsiteY23-15348" fmla="*/ 1492821 h 2160513"/>
              <a:gd name="connsiteX24-15349" fmla="*/ 1714472 w 2107590"/>
              <a:gd name="connsiteY24-15350" fmla="*/ 1154684 h 2160513"/>
              <a:gd name="connsiteX25-15351" fmla="*/ 1390621 w 2107590"/>
              <a:gd name="connsiteY25-15352" fmla="*/ 1145157 h 2160513"/>
              <a:gd name="connsiteX26-15353" fmla="*/ 1319184 w 2107590"/>
              <a:gd name="connsiteY26-15354" fmla="*/ 1278508 h 2160513"/>
              <a:gd name="connsiteX27-15355" fmla="*/ 1035814 w 2107590"/>
              <a:gd name="connsiteY27-15356" fmla="*/ 997521 h 2160513"/>
              <a:gd name="connsiteX28-15357" fmla="*/ 1312039 w 2107590"/>
              <a:gd name="connsiteY28-15358" fmla="*/ 761777 h 2160513"/>
              <a:gd name="connsiteX29-15359" fmla="*/ 878652 w 2107590"/>
              <a:gd name="connsiteY29-15360" fmla="*/ 514127 h 2160513"/>
              <a:gd name="connsiteX30-15361" fmla="*/ 516702 w 2107590"/>
              <a:gd name="connsiteY30-15362" fmla="*/ 737964 h 2160513"/>
              <a:gd name="connsiteX31-15363" fmla="*/ 828646 w 2107590"/>
              <a:gd name="connsiteY31-15364" fmla="*/ 945133 h 2160513"/>
              <a:gd name="connsiteX32-15365" fmla="*/ 373827 w 2107590"/>
              <a:gd name="connsiteY32-15366" fmla="*/ 852264 h 2160513"/>
              <a:gd name="connsiteX33-15367" fmla="*/ 935802 w 2107590"/>
              <a:gd name="connsiteY33-15368" fmla="*/ 390302 h 2160513"/>
              <a:gd name="connsiteX34-15369" fmla="*/ 1445389 w 2107590"/>
              <a:gd name="connsiteY34-15370" fmla="*/ 754633 h 2160513"/>
              <a:gd name="connsiteX35-15371" fmla="*/ 1383477 w 2107590"/>
              <a:gd name="connsiteY35-15372" fmla="*/ 857027 h 2160513"/>
              <a:gd name="connsiteX36-15373" fmla="*/ 1643033 w 2107590"/>
              <a:gd name="connsiteY36-15374" fmla="*/ 611758 h 2160513"/>
              <a:gd name="connsiteX37-15375" fmla="*/ 1795433 w 2107590"/>
              <a:gd name="connsiteY37-15376" fmla="*/ 723677 h 2160513"/>
              <a:gd name="connsiteX38-15377" fmla="*/ 1889668 w 2107590"/>
              <a:gd name="connsiteY38-15378" fmla="*/ 1175665 h 2160513"/>
              <a:gd name="connsiteX39-15379" fmla="*/ 1912797 w 2107590"/>
              <a:gd name="connsiteY39-15380" fmla="*/ 1135089 h 2160513"/>
              <a:gd name="connsiteX40-15381" fmla="*/ 1775980 w 2107590"/>
              <a:gd name="connsiteY40-15382" fmla="*/ 1553577 h 2160513"/>
              <a:gd name="connsiteX41-15383" fmla="*/ 1235792 w 2107590"/>
              <a:gd name="connsiteY41-15384" fmla="*/ 1580715 h 2160513"/>
              <a:gd name="connsiteX42-15385" fmla="*/ 1344220 w 2107590"/>
              <a:gd name="connsiteY42-15386" fmla="*/ 1905742 h 2160513"/>
              <a:gd name="connsiteX0-15387" fmla="*/ 1575697 w 2107590"/>
              <a:gd name="connsiteY0-15388" fmla="*/ 2160513 h 2160513"/>
              <a:gd name="connsiteX1-15389" fmla="*/ 956854 w 2107590"/>
              <a:gd name="connsiteY1-15390" fmla="*/ 1258279 h 2160513"/>
              <a:gd name="connsiteX2-15391" fmla="*/ 863892 w 2107590"/>
              <a:gd name="connsiteY2-15392" fmla="*/ 1345253 h 2160513"/>
              <a:gd name="connsiteX3-15393" fmla="*/ 1026241 w 2107590"/>
              <a:gd name="connsiteY3-15394" fmla="*/ 1144473 h 2160513"/>
              <a:gd name="connsiteX4-15395" fmla="*/ 908876 w 2107590"/>
              <a:gd name="connsiteY4-15396" fmla="*/ 743032 h 2160513"/>
              <a:gd name="connsiteX5-15397" fmla="*/ 1054863 w 2107590"/>
              <a:gd name="connsiteY5-15398" fmla="*/ 807021 h 2160513"/>
              <a:gd name="connsiteX6-15399" fmla="*/ 766732 w 2107590"/>
              <a:gd name="connsiteY6-15400" fmla="*/ 928463 h 2160513"/>
              <a:gd name="connsiteX7-15401" fmla="*/ 228569 w 2107590"/>
              <a:gd name="connsiteY7-15402" fmla="*/ 1030857 h 2160513"/>
              <a:gd name="connsiteX8-15403" fmla="*/ 102364 w 2107590"/>
              <a:gd name="connsiteY8-15404" fmla="*/ 578421 h 2160513"/>
              <a:gd name="connsiteX9-15405" fmla="*/ 334972 w 2107590"/>
              <a:gd name="connsiteY9-15406" fmla="*/ 266829 h 2160513"/>
              <a:gd name="connsiteX10-15407" fmla="*/ 754827 w 2107590"/>
              <a:gd name="connsiteY10-15408" fmla="*/ 47401 h 2160513"/>
              <a:gd name="connsiteX11-15409" fmla="*/ 759590 w 2107590"/>
              <a:gd name="connsiteY11-15410" fmla="*/ 95027 h 2160513"/>
              <a:gd name="connsiteX12-15411" fmla="*/ 771497 w 2107590"/>
              <a:gd name="connsiteY12-15412" fmla="*/ 35497 h 2160513"/>
              <a:gd name="connsiteX13-15413" fmla="*/ 1341273 w 2107590"/>
              <a:gd name="connsiteY13-15414" fmla="*/ 79182 h 2160513"/>
              <a:gd name="connsiteX14-15415" fmla="*/ 1369190 w 2107590"/>
              <a:gd name="connsiteY14-15416" fmla="*/ 92646 h 2160513"/>
              <a:gd name="connsiteX15-15417" fmla="*/ 1772045 w 2107590"/>
              <a:gd name="connsiteY15-15418" fmla="*/ 359840 h 2160513"/>
              <a:gd name="connsiteX16-15419" fmla="*/ 1752572 w 2107590"/>
              <a:gd name="connsiteY16-15420" fmla="*/ 342677 h 2160513"/>
              <a:gd name="connsiteX17-15421" fmla="*/ 2013140 w 2107590"/>
              <a:gd name="connsiteY17-15422" fmla="*/ 736265 h 2160513"/>
              <a:gd name="connsiteX18-15423" fmla="*/ 2004983 w 2107590"/>
              <a:gd name="connsiteY18-15424" fmla="*/ 716533 h 2160513"/>
              <a:gd name="connsiteX19-15425" fmla="*/ 2095472 w 2107590"/>
              <a:gd name="connsiteY19-15426" fmla="*/ 1073721 h 2160513"/>
              <a:gd name="connsiteX20-15427" fmla="*/ 1826390 w 2107590"/>
              <a:gd name="connsiteY20-15428" fmla="*/ 1311846 h 2160513"/>
              <a:gd name="connsiteX21-15429" fmla="*/ 1821627 w 2107590"/>
              <a:gd name="connsiteY21-15430" fmla="*/ 1264221 h 2160513"/>
              <a:gd name="connsiteX22-15431" fmla="*/ 1488252 w 2107590"/>
              <a:gd name="connsiteY22-15432" fmla="*/ 1595214 h 2160513"/>
              <a:gd name="connsiteX23-15433" fmla="*/ 1388239 w 2107590"/>
              <a:gd name="connsiteY23-15434" fmla="*/ 1492821 h 2160513"/>
              <a:gd name="connsiteX24-15435" fmla="*/ 1714472 w 2107590"/>
              <a:gd name="connsiteY24-15436" fmla="*/ 1154684 h 2160513"/>
              <a:gd name="connsiteX25-15437" fmla="*/ 1390621 w 2107590"/>
              <a:gd name="connsiteY25-15438" fmla="*/ 1145157 h 2160513"/>
              <a:gd name="connsiteX26-15439" fmla="*/ 1319184 w 2107590"/>
              <a:gd name="connsiteY26-15440" fmla="*/ 1278508 h 2160513"/>
              <a:gd name="connsiteX27-15441" fmla="*/ 1035814 w 2107590"/>
              <a:gd name="connsiteY27-15442" fmla="*/ 997521 h 2160513"/>
              <a:gd name="connsiteX28-15443" fmla="*/ 1312039 w 2107590"/>
              <a:gd name="connsiteY28-15444" fmla="*/ 761777 h 2160513"/>
              <a:gd name="connsiteX29-15445" fmla="*/ 878652 w 2107590"/>
              <a:gd name="connsiteY29-15446" fmla="*/ 514127 h 2160513"/>
              <a:gd name="connsiteX30-15447" fmla="*/ 516702 w 2107590"/>
              <a:gd name="connsiteY30-15448" fmla="*/ 737964 h 2160513"/>
              <a:gd name="connsiteX31-15449" fmla="*/ 828646 w 2107590"/>
              <a:gd name="connsiteY31-15450" fmla="*/ 945133 h 2160513"/>
              <a:gd name="connsiteX32-15451" fmla="*/ 373827 w 2107590"/>
              <a:gd name="connsiteY32-15452" fmla="*/ 852264 h 2160513"/>
              <a:gd name="connsiteX33-15453" fmla="*/ 935802 w 2107590"/>
              <a:gd name="connsiteY33-15454" fmla="*/ 390302 h 2160513"/>
              <a:gd name="connsiteX34-15455" fmla="*/ 1445389 w 2107590"/>
              <a:gd name="connsiteY34-15456" fmla="*/ 754633 h 2160513"/>
              <a:gd name="connsiteX35-15457" fmla="*/ 1383477 w 2107590"/>
              <a:gd name="connsiteY35-15458" fmla="*/ 857027 h 2160513"/>
              <a:gd name="connsiteX36-15459" fmla="*/ 1643033 w 2107590"/>
              <a:gd name="connsiteY36-15460" fmla="*/ 611758 h 2160513"/>
              <a:gd name="connsiteX37-15461" fmla="*/ 1795433 w 2107590"/>
              <a:gd name="connsiteY37-15462" fmla="*/ 723677 h 2160513"/>
              <a:gd name="connsiteX38-15463" fmla="*/ 1889668 w 2107590"/>
              <a:gd name="connsiteY38-15464" fmla="*/ 1175665 h 2160513"/>
              <a:gd name="connsiteX39-15465" fmla="*/ 1912797 w 2107590"/>
              <a:gd name="connsiteY39-15466" fmla="*/ 1135089 h 2160513"/>
              <a:gd name="connsiteX40-15467" fmla="*/ 1775980 w 2107590"/>
              <a:gd name="connsiteY40-15468" fmla="*/ 1553577 h 2160513"/>
              <a:gd name="connsiteX41-15469" fmla="*/ 1235792 w 2107590"/>
              <a:gd name="connsiteY41-15470" fmla="*/ 1580715 h 2160513"/>
              <a:gd name="connsiteX42-15471" fmla="*/ 1344220 w 2107590"/>
              <a:gd name="connsiteY42-15472" fmla="*/ 1905742 h 2160513"/>
              <a:gd name="connsiteX0-15473" fmla="*/ 1575697 w 2107590"/>
              <a:gd name="connsiteY0-15474" fmla="*/ 2160513 h 2160513"/>
              <a:gd name="connsiteX1-15475" fmla="*/ 956854 w 2107590"/>
              <a:gd name="connsiteY1-15476" fmla="*/ 1258279 h 2160513"/>
              <a:gd name="connsiteX2-15477" fmla="*/ 863892 w 2107590"/>
              <a:gd name="connsiteY2-15478" fmla="*/ 1345253 h 2160513"/>
              <a:gd name="connsiteX3-15479" fmla="*/ 1026241 w 2107590"/>
              <a:gd name="connsiteY3-15480" fmla="*/ 1144473 h 2160513"/>
              <a:gd name="connsiteX4-15481" fmla="*/ 908876 w 2107590"/>
              <a:gd name="connsiteY4-15482" fmla="*/ 743032 h 2160513"/>
              <a:gd name="connsiteX5-15483" fmla="*/ 1054863 w 2107590"/>
              <a:gd name="connsiteY5-15484" fmla="*/ 807021 h 2160513"/>
              <a:gd name="connsiteX6-15485" fmla="*/ 766732 w 2107590"/>
              <a:gd name="connsiteY6-15486" fmla="*/ 928463 h 2160513"/>
              <a:gd name="connsiteX7-15487" fmla="*/ 228569 w 2107590"/>
              <a:gd name="connsiteY7-15488" fmla="*/ 1030857 h 2160513"/>
              <a:gd name="connsiteX8-15489" fmla="*/ 102364 w 2107590"/>
              <a:gd name="connsiteY8-15490" fmla="*/ 578421 h 2160513"/>
              <a:gd name="connsiteX9-15491" fmla="*/ 334972 w 2107590"/>
              <a:gd name="connsiteY9-15492" fmla="*/ 266829 h 2160513"/>
              <a:gd name="connsiteX10-15493" fmla="*/ 754827 w 2107590"/>
              <a:gd name="connsiteY10-15494" fmla="*/ 47401 h 2160513"/>
              <a:gd name="connsiteX11-15495" fmla="*/ 759590 w 2107590"/>
              <a:gd name="connsiteY11-15496" fmla="*/ 95027 h 2160513"/>
              <a:gd name="connsiteX12-15497" fmla="*/ 771497 w 2107590"/>
              <a:gd name="connsiteY12-15498" fmla="*/ 35497 h 2160513"/>
              <a:gd name="connsiteX13-15499" fmla="*/ 1341273 w 2107590"/>
              <a:gd name="connsiteY13-15500" fmla="*/ 79182 h 2160513"/>
              <a:gd name="connsiteX14-15501" fmla="*/ 1369190 w 2107590"/>
              <a:gd name="connsiteY14-15502" fmla="*/ 92646 h 2160513"/>
              <a:gd name="connsiteX15-15503" fmla="*/ 1772045 w 2107590"/>
              <a:gd name="connsiteY15-15504" fmla="*/ 359840 h 2160513"/>
              <a:gd name="connsiteX16-15505" fmla="*/ 1752572 w 2107590"/>
              <a:gd name="connsiteY16-15506" fmla="*/ 342677 h 2160513"/>
              <a:gd name="connsiteX17-15507" fmla="*/ 2013140 w 2107590"/>
              <a:gd name="connsiteY17-15508" fmla="*/ 736265 h 2160513"/>
              <a:gd name="connsiteX18-15509" fmla="*/ 2004983 w 2107590"/>
              <a:gd name="connsiteY18-15510" fmla="*/ 716533 h 2160513"/>
              <a:gd name="connsiteX19-15511" fmla="*/ 2095472 w 2107590"/>
              <a:gd name="connsiteY19-15512" fmla="*/ 1073721 h 2160513"/>
              <a:gd name="connsiteX20-15513" fmla="*/ 1826390 w 2107590"/>
              <a:gd name="connsiteY20-15514" fmla="*/ 1311846 h 2160513"/>
              <a:gd name="connsiteX21-15515" fmla="*/ 1821627 w 2107590"/>
              <a:gd name="connsiteY21-15516" fmla="*/ 1264221 h 2160513"/>
              <a:gd name="connsiteX22-15517" fmla="*/ 1488252 w 2107590"/>
              <a:gd name="connsiteY22-15518" fmla="*/ 1595214 h 2160513"/>
              <a:gd name="connsiteX23-15519" fmla="*/ 1388239 w 2107590"/>
              <a:gd name="connsiteY23-15520" fmla="*/ 1492821 h 2160513"/>
              <a:gd name="connsiteX24-15521" fmla="*/ 1714472 w 2107590"/>
              <a:gd name="connsiteY24-15522" fmla="*/ 1154684 h 2160513"/>
              <a:gd name="connsiteX25-15523" fmla="*/ 1390621 w 2107590"/>
              <a:gd name="connsiteY25-15524" fmla="*/ 1145157 h 2160513"/>
              <a:gd name="connsiteX26-15525" fmla="*/ 1319184 w 2107590"/>
              <a:gd name="connsiteY26-15526" fmla="*/ 1278508 h 2160513"/>
              <a:gd name="connsiteX27-15527" fmla="*/ 1035814 w 2107590"/>
              <a:gd name="connsiteY27-15528" fmla="*/ 997521 h 2160513"/>
              <a:gd name="connsiteX28-15529" fmla="*/ 1314421 w 2107590"/>
              <a:gd name="connsiteY28-15530" fmla="*/ 776064 h 2160513"/>
              <a:gd name="connsiteX29-15531" fmla="*/ 878652 w 2107590"/>
              <a:gd name="connsiteY29-15532" fmla="*/ 514127 h 2160513"/>
              <a:gd name="connsiteX30-15533" fmla="*/ 516702 w 2107590"/>
              <a:gd name="connsiteY30-15534" fmla="*/ 737964 h 2160513"/>
              <a:gd name="connsiteX31-15535" fmla="*/ 828646 w 2107590"/>
              <a:gd name="connsiteY31-15536" fmla="*/ 945133 h 2160513"/>
              <a:gd name="connsiteX32-15537" fmla="*/ 373827 w 2107590"/>
              <a:gd name="connsiteY32-15538" fmla="*/ 852264 h 2160513"/>
              <a:gd name="connsiteX33-15539" fmla="*/ 935802 w 2107590"/>
              <a:gd name="connsiteY33-15540" fmla="*/ 390302 h 2160513"/>
              <a:gd name="connsiteX34-15541" fmla="*/ 1445389 w 2107590"/>
              <a:gd name="connsiteY34-15542" fmla="*/ 754633 h 2160513"/>
              <a:gd name="connsiteX35-15543" fmla="*/ 1383477 w 2107590"/>
              <a:gd name="connsiteY35-15544" fmla="*/ 857027 h 2160513"/>
              <a:gd name="connsiteX36-15545" fmla="*/ 1643033 w 2107590"/>
              <a:gd name="connsiteY36-15546" fmla="*/ 611758 h 2160513"/>
              <a:gd name="connsiteX37-15547" fmla="*/ 1795433 w 2107590"/>
              <a:gd name="connsiteY37-15548" fmla="*/ 723677 h 2160513"/>
              <a:gd name="connsiteX38-15549" fmla="*/ 1889668 w 2107590"/>
              <a:gd name="connsiteY38-15550" fmla="*/ 1175665 h 2160513"/>
              <a:gd name="connsiteX39-15551" fmla="*/ 1912797 w 2107590"/>
              <a:gd name="connsiteY39-15552" fmla="*/ 1135089 h 2160513"/>
              <a:gd name="connsiteX40-15553" fmla="*/ 1775980 w 2107590"/>
              <a:gd name="connsiteY40-15554" fmla="*/ 1553577 h 2160513"/>
              <a:gd name="connsiteX41-15555" fmla="*/ 1235792 w 2107590"/>
              <a:gd name="connsiteY41-15556" fmla="*/ 1580715 h 2160513"/>
              <a:gd name="connsiteX42-15557" fmla="*/ 1344220 w 2107590"/>
              <a:gd name="connsiteY42-15558" fmla="*/ 1905742 h 2160513"/>
              <a:gd name="connsiteX0-15559" fmla="*/ 1575697 w 2107590"/>
              <a:gd name="connsiteY0-15560" fmla="*/ 2160513 h 2160513"/>
              <a:gd name="connsiteX1-15561" fmla="*/ 956854 w 2107590"/>
              <a:gd name="connsiteY1-15562" fmla="*/ 1258279 h 2160513"/>
              <a:gd name="connsiteX2-15563" fmla="*/ 863892 w 2107590"/>
              <a:gd name="connsiteY2-15564" fmla="*/ 1345253 h 2160513"/>
              <a:gd name="connsiteX3-15565" fmla="*/ 1026241 w 2107590"/>
              <a:gd name="connsiteY3-15566" fmla="*/ 1144473 h 2160513"/>
              <a:gd name="connsiteX4-15567" fmla="*/ 908876 w 2107590"/>
              <a:gd name="connsiteY4-15568" fmla="*/ 743032 h 2160513"/>
              <a:gd name="connsiteX5-15569" fmla="*/ 1054863 w 2107590"/>
              <a:gd name="connsiteY5-15570" fmla="*/ 807021 h 2160513"/>
              <a:gd name="connsiteX6-15571" fmla="*/ 766732 w 2107590"/>
              <a:gd name="connsiteY6-15572" fmla="*/ 928463 h 2160513"/>
              <a:gd name="connsiteX7-15573" fmla="*/ 228569 w 2107590"/>
              <a:gd name="connsiteY7-15574" fmla="*/ 1030857 h 2160513"/>
              <a:gd name="connsiteX8-15575" fmla="*/ 102364 w 2107590"/>
              <a:gd name="connsiteY8-15576" fmla="*/ 578421 h 2160513"/>
              <a:gd name="connsiteX9-15577" fmla="*/ 334972 w 2107590"/>
              <a:gd name="connsiteY9-15578" fmla="*/ 266829 h 2160513"/>
              <a:gd name="connsiteX10-15579" fmla="*/ 754827 w 2107590"/>
              <a:gd name="connsiteY10-15580" fmla="*/ 47401 h 2160513"/>
              <a:gd name="connsiteX11-15581" fmla="*/ 759590 w 2107590"/>
              <a:gd name="connsiteY11-15582" fmla="*/ 95027 h 2160513"/>
              <a:gd name="connsiteX12-15583" fmla="*/ 771497 w 2107590"/>
              <a:gd name="connsiteY12-15584" fmla="*/ 35497 h 2160513"/>
              <a:gd name="connsiteX13-15585" fmla="*/ 1341273 w 2107590"/>
              <a:gd name="connsiteY13-15586" fmla="*/ 79182 h 2160513"/>
              <a:gd name="connsiteX14-15587" fmla="*/ 1369190 w 2107590"/>
              <a:gd name="connsiteY14-15588" fmla="*/ 92646 h 2160513"/>
              <a:gd name="connsiteX15-15589" fmla="*/ 1772045 w 2107590"/>
              <a:gd name="connsiteY15-15590" fmla="*/ 359840 h 2160513"/>
              <a:gd name="connsiteX16-15591" fmla="*/ 1752572 w 2107590"/>
              <a:gd name="connsiteY16-15592" fmla="*/ 342677 h 2160513"/>
              <a:gd name="connsiteX17-15593" fmla="*/ 2013140 w 2107590"/>
              <a:gd name="connsiteY17-15594" fmla="*/ 736265 h 2160513"/>
              <a:gd name="connsiteX18-15595" fmla="*/ 2004983 w 2107590"/>
              <a:gd name="connsiteY18-15596" fmla="*/ 716533 h 2160513"/>
              <a:gd name="connsiteX19-15597" fmla="*/ 2095472 w 2107590"/>
              <a:gd name="connsiteY19-15598" fmla="*/ 1073721 h 2160513"/>
              <a:gd name="connsiteX20-15599" fmla="*/ 1826390 w 2107590"/>
              <a:gd name="connsiteY20-15600" fmla="*/ 1311846 h 2160513"/>
              <a:gd name="connsiteX21-15601" fmla="*/ 1821627 w 2107590"/>
              <a:gd name="connsiteY21-15602" fmla="*/ 1264221 h 2160513"/>
              <a:gd name="connsiteX22-15603" fmla="*/ 1488252 w 2107590"/>
              <a:gd name="connsiteY22-15604" fmla="*/ 1595214 h 2160513"/>
              <a:gd name="connsiteX23-15605" fmla="*/ 1388239 w 2107590"/>
              <a:gd name="connsiteY23-15606" fmla="*/ 1492821 h 2160513"/>
              <a:gd name="connsiteX24-15607" fmla="*/ 1714472 w 2107590"/>
              <a:gd name="connsiteY24-15608" fmla="*/ 1154684 h 2160513"/>
              <a:gd name="connsiteX25-15609" fmla="*/ 1390621 w 2107590"/>
              <a:gd name="connsiteY25-15610" fmla="*/ 1145157 h 2160513"/>
              <a:gd name="connsiteX26-15611" fmla="*/ 1319184 w 2107590"/>
              <a:gd name="connsiteY26-15612" fmla="*/ 1278508 h 2160513"/>
              <a:gd name="connsiteX27-15613" fmla="*/ 1035814 w 2107590"/>
              <a:gd name="connsiteY27-15614" fmla="*/ 997521 h 2160513"/>
              <a:gd name="connsiteX28-15615" fmla="*/ 1314421 w 2107590"/>
              <a:gd name="connsiteY28-15616" fmla="*/ 776064 h 2160513"/>
              <a:gd name="connsiteX29-15617" fmla="*/ 878652 w 2107590"/>
              <a:gd name="connsiteY29-15618" fmla="*/ 514127 h 2160513"/>
              <a:gd name="connsiteX30-15619" fmla="*/ 516702 w 2107590"/>
              <a:gd name="connsiteY30-15620" fmla="*/ 737964 h 2160513"/>
              <a:gd name="connsiteX31-15621" fmla="*/ 828646 w 2107590"/>
              <a:gd name="connsiteY31-15622" fmla="*/ 945133 h 2160513"/>
              <a:gd name="connsiteX32-15623" fmla="*/ 373827 w 2107590"/>
              <a:gd name="connsiteY32-15624" fmla="*/ 852264 h 2160513"/>
              <a:gd name="connsiteX33-15625" fmla="*/ 935802 w 2107590"/>
              <a:gd name="connsiteY33-15626" fmla="*/ 390302 h 2160513"/>
              <a:gd name="connsiteX34-15627" fmla="*/ 1445389 w 2107590"/>
              <a:gd name="connsiteY34-15628" fmla="*/ 754633 h 2160513"/>
              <a:gd name="connsiteX35-15629" fmla="*/ 1383477 w 2107590"/>
              <a:gd name="connsiteY35-15630" fmla="*/ 857027 h 2160513"/>
              <a:gd name="connsiteX36-15631" fmla="*/ 1643033 w 2107590"/>
              <a:gd name="connsiteY36-15632" fmla="*/ 611758 h 2160513"/>
              <a:gd name="connsiteX37-15633" fmla="*/ 1795433 w 2107590"/>
              <a:gd name="connsiteY37-15634" fmla="*/ 723677 h 2160513"/>
              <a:gd name="connsiteX38-15635" fmla="*/ 1889668 w 2107590"/>
              <a:gd name="connsiteY38-15636" fmla="*/ 1175665 h 2160513"/>
              <a:gd name="connsiteX39-15637" fmla="*/ 1912797 w 2107590"/>
              <a:gd name="connsiteY39-15638" fmla="*/ 1135089 h 2160513"/>
              <a:gd name="connsiteX40-15639" fmla="*/ 1775980 w 2107590"/>
              <a:gd name="connsiteY40-15640" fmla="*/ 1553577 h 2160513"/>
              <a:gd name="connsiteX41-15641" fmla="*/ 1235792 w 2107590"/>
              <a:gd name="connsiteY41-15642" fmla="*/ 1580715 h 2160513"/>
              <a:gd name="connsiteX42-15643" fmla="*/ 1344220 w 2107590"/>
              <a:gd name="connsiteY42-15644" fmla="*/ 1905742 h 2160513"/>
              <a:gd name="connsiteX0-15645" fmla="*/ 1575697 w 2107590"/>
              <a:gd name="connsiteY0-15646" fmla="*/ 2160513 h 2160513"/>
              <a:gd name="connsiteX1-15647" fmla="*/ 956854 w 2107590"/>
              <a:gd name="connsiteY1-15648" fmla="*/ 1258279 h 2160513"/>
              <a:gd name="connsiteX2-15649" fmla="*/ 863892 w 2107590"/>
              <a:gd name="connsiteY2-15650" fmla="*/ 1345253 h 2160513"/>
              <a:gd name="connsiteX3-15651" fmla="*/ 1026241 w 2107590"/>
              <a:gd name="connsiteY3-15652" fmla="*/ 1144473 h 2160513"/>
              <a:gd name="connsiteX4-15653" fmla="*/ 908876 w 2107590"/>
              <a:gd name="connsiteY4-15654" fmla="*/ 743032 h 2160513"/>
              <a:gd name="connsiteX5-15655" fmla="*/ 1054863 w 2107590"/>
              <a:gd name="connsiteY5-15656" fmla="*/ 807021 h 2160513"/>
              <a:gd name="connsiteX6-15657" fmla="*/ 766732 w 2107590"/>
              <a:gd name="connsiteY6-15658" fmla="*/ 928463 h 2160513"/>
              <a:gd name="connsiteX7-15659" fmla="*/ 228569 w 2107590"/>
              <a:gd name="connsiteY7-15660" fmla="*/ 1030857 h 2160513"/>
              <a:gd name="connsiteX8-15661" fmla="*/ 102364 w 2107590"/>
              <a:gd name="connsiteY8-15662" fmla="*/ 578421 h 2160513"/>
              <a:gd name="connsiteX9-15663" fmla="*/ 334972 w 2107590"/>
              <a:gd name="connsiteY9-15664" fmla="*/ 266829 h 2160513"/>
              <a:gd name="connsiteX10-15665" fmla="*/ 754827 w 2107590"/>
              <a:gd name="connsiteY10-15666" fmla="*/ 47401 h 2160513"/>
              <a:gd name="connsiteX11-15667" fmla="*/ 759590 w 2107590"/>
              <a:gd name="connsiteY11-15668" fmla="*/ 95027 h 2160513"/>
              <a:gd name="connsiteX12-15669" fmla="*/ 771497 w 2107590"/>
              <a:gd name="connsiteY12-15670" fmla="*/ 35497 h 2160513"/>
              <a:gd name="connsiteX13-15671" fmla="*/ 1341273 w 2107590"/>
              <a:gd name="connsiteY13-15672" fmla="*/ 79182 h 2160513"/>
              <a:gd name="connsiteX14-15673" fmla="*/ 1369190 w 2107590"/>
              <a:gd name="connsiteY14-15674" fmla="*/ 92646 h 2160513"/>
              <a:gd name="connsiteX15-15675" fmla="*/ 1772045 w 2107590"/>
              <a:gd name="connsiteY15-15676" fmla="*/ 359840 h 2160513"/>
              <a:gd name="connsiteX16-15677" fmla="*/ 1752572 w 2107590"/>
              <a:gd name="connsiteY16-15678" fmla="*/ 342677 h 2160513"/>
              <a:gd name="connsiteX17-15679" fmla="*/ 2013140 w 2107590"/>
              <a:gd name="connsiteY17-15680" fmla="*/ 736265 h 2160513"/>
              <a:gd name="connsiteX18-15681" fmla="*/ 2004983 w 2107590"/>
              <a:gd name="connsiteY18-15682" fmla="*/ 716533 h 2160513"/>
              <a:gd name="connsiteX19-15683" fmla="*/ 2095472 w 2107590"/>
              <a:gd name="connsiteY19-15684" fmla="*/ 1073721 h 2160513"/>
              <a:gd name="connsiteX20-15685" fmla="*/ 1826390 w 2107590"/>
              <a:gd name="connsiteY20-15686" fmla="*/ 1311846 h 2160513"/>
              <a:gd name="connsiteX21-15687" fmla="*/ 1821627 w 2107590"/>
              <a:gd name="connsiteY21-15688" fmla="*/ 1264221 h 2160513"/>
              <a:gd name="connsiteX22-15689" fmla="*/ 1488252 w 2107590"/>
              <a:gd name="connsiteY22-15690" fmla="*/ 1595214 h 2160513"/>
              <a:gd name="connsiteX23-15691" fmla="*/ 1388239 w 2107590"/>
              <a:gd name="connsiteY23-15692" fmla="*/ 1492821 h 2160513"/>
              <a:gd name="connsiteX24-15693" fmla="*/ 1714472 w 2107590"/>
              <a:gd name="connsiteY24-15694" fmla="*/ 1154684 h 2160513"/>
              <a:gd name="connsiteX25-15695" fmla="*/ 1390621 w 2107590"/>
              <a:gd name="connsiteY25-15696" fmla="*/ 1145157 h 2160513"/>
              <a:gd name="connsiteX26-15697" fmla="*/ 1319184 w 2107590"/>
              <a:gd name="connsiteY26-15698" fmla="*/ 1278508 h 2160513"/>
              <a:gd name="connsiteX27-15699" fmla="*/ 1042958 w 2107590"/>
              <a:gd name="connsiteY27-15700" fmla="*/ 990378 h 2160513"/>
              <a:gd name="connsiteX28-15701" fmla="*/ 1314421 w 2107590"/>
              <a:gd name="connsiteY28-15702" fmla="*/ 776064 h 2160513"/>
              <a:gd name="connsiteX29-15703" fmla="*/ 878652 w 2107590"/>
              <a:gd name="connsiteY29-15704" fmla="*/ 514127 h 2160513"/>
              <a:gd name="connsiteX30-15705" fmla="*/ 516702 w 2107590"/>
              <a:gd name="connsiteY30-15706" fmla="*/ 737964 h 2160513"/>
              <a:gd name="connsiteX31-15707" fmla="*/ 828646 w 2107590"/>
              <a:gd name="connsiteY31-15708" fmla="*/ 945133 h 2160513"/>
              <a:gd name="connsiteX32-15709" fmla="*/ 373827 w 2107590"/>
              <a:gd name="connsiteY32-15710" fmla="*/ 852264 h 2160513"/>
              <a:gd name="connsiteX33-15711" fmla="*/ 935802 w 2107590"/>
              <a:gd name="connsiteY33-15712" fmla="*/ 390302 h 2160513"/>
              <a:gd name="connsiteX34-15713" fmla="*/ 1445389 w 2107590"/>
              <a:gd name="connsiteY34-15714" fmla="*/ 754633 h 2160513"/>
              <a:gd name="connsiteX35-15715" fmla="*/ 1383477 w 2107590"/>
              <a:gd name="connsiteY35-15716" fmla="*/ 857027 h 2160513"/>
              <a:gd name="connsiteX36-15717" fmla="*/ 1643033 w 2107590"/>
              <a:gd name="connsiteY36-15718" fmla="*/ 611758 h 2160513"/>
              <a:gd name="connsiteX37-15719" fmla="*/ 1795433 w 2107590"/>
              <a:gd name="connsiteY37-15720" fmla="*/ 723677 h 2160513"/>
              <a:gd name="connsiteX38-15721" fmla="*/ 1889668 w 2107590"/>
              <a:gd name="connsiteY38-15722" fmla="*/ 1175665 h 2160513"/>
              <a:gd name="connsiteX39-15723" fmla="*/ 1912797 w 2107590"/>
              <a:gd name="connsiteY39-15724" fmla="*/ 1135089 h 2160513"/>
              <a:gd name="connsiteX40-15725" fmla="*/ 1775980 w 2107590"/>
              <a:gd name="connsiteY40-15726" fmla="*/ 1553577 h 2160513"/>
              <a:gd name="connsiteX41-15727" fmla="*/ 1235792 w 2107590"/>
              <a:gd name="connsiteY41-15728" fmla="*/ 1580715 h 2160513"/>
              <a:gd name="connsiteX42-15729" fmla="*/ 1344220 w 2107590"/>
              <a:gd name="connsiteY42-15730" fmla="*/ 1905742 h 2160513"/>
              <a:gd name="connsiteX0-15731" fmla="*/ 1575697 w 2107590"/>
              <a:gd name="connsiteY0-15732" fmla="*/ 2160513 h 2160513"/>
              <a:gd name="connsiteX1-15733" fmla="*/ 956854 w 2107590"/>
              <a:gd name="connsiteY1-15734" fmla="*/ 1258279 h 2160513"/>
              <a:gd name="connsiteX2-15735" fmla="*/ 863892 w 2107590"/>
              <a:gd name="connsiteY2-15736" fmla="*/ 1345253 h 2160513"/>
              <a:gd name="connsiteX3-15737" fmla="*/ 1026241 w 2107590"/>
              <a:gd name="connsiteY3-15738" fmla="*/ 1144473 h 2160513"/>
              <a:gd name="connsiteX4-15739" fmla="*/ 908876 w 2107590"/>
              <a:gd name="connsiteY4-15740" fmla="*/ 743032 h 2160513"/>
              <a:gd name="connsiteX5-15741" fmla="*/ 1054863 w 2107590"/>
              <a:gd name="connsiteY5-15742" fmla="*/ 807021 h 2160513"/>
              <a:gd name="connsiteX6-15743" fmla="*/ 766732 w 2107590"/>
              <a:gd name="connsiteY6-15744" fmla="*/ 928463 h 2160513"/>
              <a:gd name="connsiteX7-15745" fmla="*/ 228569 w 2107590"/>
              <a:gd name="connsiteY7-15746" fmla="*/ 1030857 h 2160513"/>
              <a:gd name="connsiteX8-15747" fmla="*/ 102364 w 2107590"/>
              <a:gd name="connsiteY8-15748" fmla="*/ 578421 h 2160513"/>
              <a:gd name="connsiteX9-15749" fmla="*/ 334972 w 2107590"/>
              <a:gd name="connsiteY9-15750" fmla="*/ 266829 h 2160513"/>
              <a:gd name="connsiteX10-15751" fmla="*/ 754827 w 2107590"/>
              <a:gd name="connsiteY10-15752" fmla="*/ 47401 h 2160513"/>
              <a:gd name="connsiteX11-15753" fmla="*/ 759590 w 2107590"/>
              <a:gd name="connsiteY11-15754" fmla="*/ 95027 h 2160513"/>
              <a:gd name="connsiteX12-15755" fmla="*/ 771497 w 2107590"/>
              <a:gd name="connsiteY12-15756" fmla="*/ 35497 h 2160513"/>
              <a:gd name="connsiteX13-15757" fmla="*/ 1341273 w 2107590"/>
              <a:gd name="connsiteY13-15758" fmla="*/ 79182 h 2160513"/>
              <a:gd name="connsiteX14-15759" fmla="*/ 1369190 w 2107590"/>
              <a:gd name="connsiteY14-15760" fmla="*/ 92646 h 2160513"/>
              <a:gd name="connsiteX15-15761" fmla="*/ 1772045 w 2107590"/>
              <a:gd name="connsiteY15-15762" fmla="*/ 359840 h 2160513"/>
              <a:gd name="connsiteX16-15763" fmla="*/ 1752572 w 2107590"/>
              <a:gd name="connsiteY16-15764" fmla="*/ 342677 h 2160513"/>
              <a:gd name="connsiteX17-15765" fmla="*/ 2013140 w 2107590"/>
              <a:gd name="connsiteY17-15766" fmla="*/ 736265 h 2160513"/>
              <a:gd name="connsiteX18-15767" fmla="*/ 2004983 w 2107590"/>
              <a:gd name="connsiteY18-15768" fmla="*/ 716533 h 2160513"/>
              <a:gd name="connsiteX19-15769" fmla="*/ 2095472 w 2107590"/>
              <a:gd name="connsiteY19-15770" fmla="*/ 1073721 h 2160513"/>
              <a:gd name="connsiteX20-15771" fmla="*/ 1826390 w 2107590"/>
              <a:gd name="connsiteY20-15772" fmla="*/ 1311846 h 2160513"/>
              <a:gd name="connsiteX21-15773" fmla="*/ 1821627 w 2107590"/>
              <a:gd name="connsiteY21-15774" fmla="*/ 1264221 h 2160513"/>
              <a:gd name="connsiteX22-15775" fmla="*/ 1488252 w 2107590"/>
              <a:gd name="connsiteY22-15776" fmla="*/ 1595214 h 2160513"/>
              <a:gd name="connsiteX23-15777" fmla="*/ 1388239 w 2107590"/>
              <a:gd name="connsiteY23-15778" fmla="*/ 1492821 h 2160513"/>
              <a:gd name="connsiteX24-15779" fmla="*/ 1714472 w 2107590"/>
              <a:gd name="connsiteY24-15780" fmla="*/ 1154684 h 2160513"/>
              <a:gd name="connsiteX25-15781" fmla="*/ 1390621 w 2107590"/>
              <a:gd name="connsiteY25-15782" fmla="*/ 1145157 h 2160513"/>
              <a:gd name="connsiteX26-15783" fmla="*/ 1319184 w 2107590"/>
              <a:gd name="connsiteY26-15784" fmla="*/ 1278508 h 2160513"/>
              <a:gd name="connsiteX27-15785" fmla="*/ 1042958 w 2107590"/>
              <a:gd name="connsiteY27-15786" fmla="*/ 990378 h 2160513"/>
              <a:gd name="connsiteX28-15787" fmla="*/ 1314421 w 2107590"/>
              <a:gd name="connsiteY28-15788" fmla="*/ 776064 h 2160513"/>
              <a:gd name="connsiteX29-15789" fmla="*/ 878652 w 2107590"/>
              <a:gd name="connsiteY29-15790" fmla="*/ 514127 h 2160513"/>
              <a:gd name="connsiteX30-15791" fmla="*/ 516702 w 2107590"/>
              <a:gd name="connsiteY30-15792" fmla="*/ 737964 h 2160513"/>
              <a:gd name="connsiteX31-15793" fmla="*/ 828646 w 2107590"/>
              <a:gd name="connsiteY31-15794" fmla="*/ 945133 h 2160513"/>
              <a:gd name="connsiteX32-15795" fmla="*/ 373827 w 2107590"/>
              <a:gd name="connsiteY32-15796" fmla="*/ 852264 h 2160513"/>
              <a:gd name="connsiteX33-15797" fmla="*/ 935802 w 2107590"/>
              <a:gd name="connsiteY33-15798" fmla="*/ 390302 h 2160513"/>
              <a:gd name="connsiteX34-15799" fmla="*/ 1445389 w 2107590"/>
              <a:gd name="connsiteY34-15800" fmla="*/ 754633 h 2160513"/>
              <a:gd name="connsiteX35-15801" fmla="*/ 1383477 w 2107590"/>
              <a:gd name="connsiteY35-15802" fmla="*/ 857027 h 2160513"/>
              <a:gd name="connsiteX36-15803" fmla="*/ 1643033 w 2107590"/>
              <a:gd name="connsiteY36-15804" fmla="*/ 611758 h 2160513"/>
              <a:gd name="connsiteX37-15805" fmla="*/ 1795433 w 2107590"/>
              <a:gd name="connsiteY37-15806" fmla="*/ 723677 h 2160513"/>
              <a:gd name="connsiteX38-15807" fmla="*/ 1889668 w 2107590"/>
              <a:gd name="connsiteY38-15808" fmla="*/ 1175665 h 2160513"/>
              <a:gd name="connsiteX39-15809" fmla="*/ 1912797 w 2107590"/>
              <a:gd name="connsiteY39-15810" fmla="*/ 1135089 h 2160513"/>
              <a:gd name="connsiteX40-15811" fmla="*/ 1775980 w 2107590"/>
              <a:gd name="connsiteY40-15812" fmla="*/ 1553577 h 2160513"/>
              <a:gd name="connsiteX41-15813" fmla="*/ 1235792 w 2107590"/>
              <a:gd name="connsiteY41-15814" fmla="*/ 1580715 h 2160513"/>
              <a:gd name="connsiteX42-15815" fmla="*/ 1344220 w 2107590"/>
              <a:gd name="connsiteY42-15816" fmla="*/ 1905742 h 2160513"/>
              <a:gd name="connsiteX0-15817" fmla="*/ 1575697 w 2107590"/>
              <a:gd name="connsiteY0-15818" fmla="*/ 2160513 h 2160513"/>
              <a:gd name="connsiteX1-15819" fmla="*/ 956854 w 2107590"/>
              <a:gd name="connsiteY1-15820" fmla="*/ 1258279 h 2160513"/>
              <a:gd name="connsiteX2-15821" fmla="*/ 863892 w 2107590"/>
              <a:gd name="connsiteY2-15822" fmla="*/ 1345253 h 2160513"/>
              <a:gd name="connsiteX3-15823" fmla="*/ 1026241 w 2107590"/>
              <a:gd name="connsiteY3-15824" fmla="*/ 1144473 h 2160513"/>
              <a:gd name="connsiteX4-15825" fmla="*/ 908876 w 2107590"/>
              <a:gd name="connsiteY4-15826" fmla="*/ 743032 h 2160513"/>
              <a:gd name="connsiteX5-15827" fmla="*/ 1054863 w 2107590"/>
              <a:gd name="connsiteY5-15828" fmla="*/ 807021 h 2160513"/>
              <a:gd name="connsiteX6-15829" fmla="*/ 766732 w 2107590"/>
              <a:gd name="connsiteY6-15830" fmla="*/ 928463 h 2160513"/>
              <a:gd name="connsiteX7-15831" fmla="*/ 228569 w 2107590"/>
              <a:gd name="connsiteY7-15832" fmla="*/ 1030857 h 2160513"/>
              <a:gd name="connsiteX8-15833" fmla="*/ 102364 w 2107590"/>
              <a:gd name="connsiteY8-15834" fmla="*/ 578421 h 2160513"/>
              <a:gd name="connsiteX9-15835" fmla="*/ 334972 w 2107590"/>
              <a:gd name="connsiteY9-15836" fmla="*/ 266829 h 2160513"/>
              <a:gd name="connsiteX10-15837" fmla="*/ 754827 w 2107590"/>
              <a:gd name="connsiteY10-15838" fmla="*/ 47401 h 2160513"/>
              <a:gd name="connsiteX11-15839" fmla="*/ 759590 w 2107590"/>
              <a:gd name="connsiteY11-15840" fmla="*/ 95027 h 2160513"/>
              <a:gd name="connsiteX12-15841" fmla="*/ 771497 w 2107590"/>
              <a:gd name="connsiteY12-15842" fmla="*/ 35497 h 2160513"/>
              <a:gd name="connsiteX13-15843" fmla="*/ 1341273 w 2107590"/>
              <a:gd name="connsiteY13-15844" fmla="*/ 79182 h 2160513"/>
              <a:gd name="connsiteX14-15845" fmla="*/ 1369190 w 2107590"/>
              <a:gd name="connsiteY14-15846" fmla="*/ 92646 h 2160513"/>
              <a:gd name="connsiteX15-15847" fmla="*/ 1772045 w 2107590"/>
              <a:gd name="connsiteY15-15848" fmla="*/ 359840 h 2160513"/>
              <a:gd name="connsiteX16-15849" fmla="*/ 1752572 w 2107590"/>
              <a:gd name="connsiteY16-15850" fmla="*/ 342677 h 2160513"/>
              <a:gd name="connsiteX17-15851" fmla="*/ 2013140 w 2107590"/>
              <a:gd name="connsiteY17-15852" fmla="*/ 736265 h 2160513"/>
              <a:gd name="connsiteX18-15853" fmla="*/ 2004983 w 2107590"/>
              <a:gd name="connsiteY18-15854" fmla="*/ 716533 h 2160513"/>
              <a:gd name="connsiteX19-15855" fmla="*/ 2095472 w 2107590"/>
              <a:gd name="connsiteY19-15856" fmla="*/ 1073721 h 2160513"/>
              <a:gd name="connsiteX20-15857" fmla="*/ 1826390 w 2107590"/>
              <a:gd name="connsiteY20-15858" fmla="*/ 1311846 h 2160513"/>
              <a:gd name="connsiteX21-15859" fmla="*/ 1821627 w 2107590"/>
              <a:gd name="connsiteY21-15860" fmla="*/ 1264221 h 2160513"/>
              <a:gd name="connsiteX22-15861" fmla="*/ 1488252 w 2107590"/>
              <a:gd name="connsiteY22-15862" fmla="*/ 1595214 h 2160513"/>
              <a:gd name="connsiteX23-15863" fmla="*/ 1388239 w 2107590"/>
              <a:gd name="connsiteY23-15864" fmla="*/ 1492821 h 2160513"/>
              <a:gd name="connsiteX24-15865" fmla="*/ 1714472 w 2107590"/>
              <a:gd name="connsiteY24-15866" fmla="*/ 1154684 h 2160513"/>
              <a:gd name="connsiteX25-15867" fmla="*/ 1390621 w 2107590"/>
              <a:gd name="connsiteY25-15868" fmla="*/ 1145157 h 2160513"/>
              <a:gd name="connsiteX26-15869" fmla="*/ 1342996 w 2107590"/>
              <a:gd name="connsiteY26-15870" fmla="*/ 1283270 h 2160513"/>
              <a:gd name="connsiteX27-15871" fmla="*/ 1042958 w 2107590"/>
              <a:gd name="connsiteY27-15872" fmla="*/ 990378 h 2160513"/>
              <a:gd name="connsiteX28-15873" fmla="*/ 1314421 w 2107590"/>
              <a:gd name="connsiteY28-15874" fmla="*/ 776064 h 2160513"/>
              <a:gd name="connsiteX29-15875" fmla="*/ 878652 w 2107590"/>
              <a:gd name="connsiteY29-15876" fmla="*/ 514127 h 2160513"/>
              <a:gd name="connsiteX30-15877" fmla="*/ 516702 w 2107590"/>
              <a:gd name="connsiteY30-15878" fmla="*/ 737964 h 2160513"/>
              <a:gd name="connsiteX31-15879" fmla="*/ 828646 w 2107590"/>
              <a:gd name="connsiteY31-15880" fmla="*/ 945133 h 2160513"/>
              <a:gd name="connsiteX32-15881" fmla="*/ 373827 w 2107590"/>
              <a:gd name="connsiteY32-15882" fmla="*/ 852264 h 2160513"/>
              <a:gd name="connsiteX33-15883" fmla="*/ 935802 w 2107590"/>
              <a:gd name="connsiteY33-15884" fmla="*/ 390302 h 2160513"/>
              <a:gd name="connsiteX34-15885" fmla="*/ 1445389 w 2107590"/>
              <a:gd name="connsiteY34-15886" fmla="*/ 754633 h 2160513"/>
              <a:gd name="connsiteX35-15887" fmla="*/ 1383477 w 2107590"/>
              <a:gd name="connsiteY35-15888" fmla="*/ 857027 h 2160513"/>
              <a:gd name="connsiteX36-15889" fmla="*/ 1643033 w 2107590"/>
              <a:gd name="connsiteY36-15890" fmla="*/ 611758 h 2160513"/>
              <a:gd name="connsiteX37-15891" fmla="*/ 1795433 w 2107590"/>
              <a:gd name="connsiteY37-15892" fmla="*/ 723677 h 2160513"/>
              <a:gd name="connsiteX38-15893" fmla="*/ 1889668 w 2107590"/>
              <a:gd name="connsiteY38-15894" fmla="*/ 1175665 h 2160513"/>
              <a:gd name="connsiteX39-15895" fmla="*/ 1912797 w 2107590"/>
              <a:gd name="connsiteY39-15896" fmla="*/ 1135089 h 2160513"/>
              <a:gd name="connsiteX40-15897" fmla="*/ 1775980 w 2107590"/>
              <a:gd name="connsiteY40-15898" fmla="*/ 1553577 h 2160513"/>
              <a:gd name="connsiteX41-15899" fmla="*/ 1235792 w 2107590"/>
              <a:gd name="connsiteY41-15900" fmla="*/ 1580715 h 2160513"/>
              <a:gd name="connsiteX42-15901" fmla="*/ 1344220 w 2107590"/>
              <a:gd name="connsiteY42-15902" fmla="*/ 1905742 h 2160513"/>
              <a:gd name="connsiteX0-15903" fmla="*/ 1575697 w 2107590"/>
              <a:gd name="connsiteY0-15904" fmla="*/ 2160513 h 2160513"/>
              <a:gd name="connsiteX1-15905" fmla="*/ 956854 w 2107590"/>
              <a:gd name="connsiteY1-15906" fmla="*/ 1258279 h 2160513"/>
              <a:gd name="connsiteX2-15907" fmla="*/ 863892 w 2107590"/>
              <a:gd name="connsiteY2-15908" fmla="*/ 1345253 h 2160513"/>
              <a:gd name="connsiteX3-15909" fmla="*/ 1026241 w 2107590"/>
              <a:gd name="connsiteY3-15910" fmla="*/ 1144473 h 2160513"/>
              <a:gd name="connsiteX4-15911" fmla="*/ 908876 w 2107590"/>
              <a:gd name="connsiteY4-15912" fmla="*/ 743032 h 2160513"/>
              <a:gd name="connsiteX5-15913" fmla="*/ 1054863 w 2107590"/>
              <a:gd name="connsiteY5-15914" fmla="*/ 807021 h 2160513"/>
              <a:gd name="connsiteX6-15915" fmla="*/ 766732 w 2107590"/>
              <a:gd name="connsiteY6-15916" fmla="*/ 928463 h 2160513"/>
              <a:gd name="connsiteX7-15917" fmla="*/ 228569 w 2107590"/>
              <a:gd name="connsiteY7-15918" fmla="*/ 1030857 h 2160513"/>
              <a:gd name="connsiteX8-15919" fmla="*/ 102364 w 2107590"/>
              <a:gd name="connsiteY8-15920" fmla="*/ 578421 h 2160513"/>
              <a:gd name="connsiteX9-15921" fmla="*/ 334972 w 2107590"/>
              <a:gd name="connsiteY9-15922" fmla="*/ 266829 h 2160513"/>
              <a:gd name="connsiteX10-15923" fmla="*/ 754827 w 2107590"/>
              <a:gd name="connsiteY10-15924" fmla="*/ 47401 h 2160513"/>
              <a:gd name="connsiteX11-15925" fmla="*/ 759590 w 2107590"/>
              <a:gd name="connsiteY11-15926" fmla="*/ 95027 h 2160513"/>
              <a:gd name="connsiteX12-15927" fmla="*/ 771497 w 2107590"/>
              <a:gd name="connsiteY12-15928" fmla="*/ 35497 h 2160513"/>
              <a:gd name="connsiteX13-15929" fmla="*/ 1341273 w 2107590"/>
              <a:gd name="connsiteY13-15930" fmla="*/ 79182 h 2160513"/>
              <a:gd name="connsiteX14-15931" fmla="*/ 1369190 w 2107590"/>
              <a:gd name="connsiteY14-15932" fmla="*/ 92646 h 2160513"/>
              <a:gd name="connsiteX15-15933" fmla="*/ 1772045 w 2107590"/>
              <a:gd name="connsiteY15-15934" fmla="*/ 359840 h 2160513"/>
              <a:gd name="connsiteX16-15935" fmla="*/ 1752572 w 2107590"/>
              <a:gd name="connsiteY16-15936" fmla="*/ 342677 h 2160513"/>
              <a:gd name="connsiteX17-15937" fmla="*/ 2013140 w 2107590"/>
              <a:gd name="connsiteY17-15938" fmla="*/ 736265 h 2160513"/>
              <a:gd name="connsiteX18-15939" fmla="*/ 2004983 w 2107590"/>
              <a:gd name="connsiteY18-15940" fmla="*/ 716533 h 2160513"/>
              <a:gd name="connsiteX19-15941" fmla="*/ 2095472 w 2107590"/>
              <a:gd name="connsiteY19-15942" fmla="*/ 1073721 h 2160513"/>
              <a:gd name="connsiteX20-15943" fmla="*/ 1826390 w 2107590"/>
              <a:gd name="connsiteY20-15944" fmla="*/ 1311846 h 2160513"/>
              <a:gd name="connsiteX21-15945" fmla="*/ 1821627 w 2107590"/>
              <a:gd name="connsiteY21-15946" fmla="*/ 1264221 h 2160513"/>
              <a:gd name="connsiteX22-15947" fmla="*/ 1488252 w 2107590"/>
              <a:gd name="connsiteY22-15948" fmla="*/ 1595214 h 2160513"/>
              <a:gd name="connsiteX23-15949" fmla="*/ 1388239 w 2107590"/>
              <a:gd name="connsiteY23-15950" fmla="*/ 1492821 h 2160513"/>
              <a:gd name="connsiteX24-15951" fmla="*/ 1714472 w 2107590"/>
              <a:gd name="connsiteY24-15952" fmla="*/ 1154684 h 2160513"/>
              <a:gd name="connsiteX25-15953" fmla="*/ 1390621 w 2107590"/>
              <a:gd name="connsiteY25-15954" fmla="*/ 1145157 h 2160513"/>
              <a:gd name="connsiteX26-15955" fmla="*/ 1342996 w 2107590"/>
              <a:gd name="connsiteY26-15956" fmla="*/ 1283270 h 2160513"/>
              <a:gd name="connsiteX27-15957" fmla="*/ 1042958 w 2107590"/>
              <a:gd name="connsiteY27-15958" fmla="*/ 990378 h 2160513"/>
              <a:gd name="connsiteX28-15959" fmla="*/ 1314421 w 2107590"/>
              <a:gd name="connsiteY28-15960" fmla="*/ 776064 h 2160513"/>
              <a:gd name="connsiteX29-15961" fmla="*/ 878652 w 2107590"/>
              <a:gd name="connsiteY29-15962" fmla="*/ 514127 h 2160513"/>
              <a:gd name="connsiteX30-15963" fmla="*/ 516702 w 2107590"/>
              <a:gd name="connsiteY30-15964" fmla="*/ 737964 h 2160513"/>
              <a:gd name="connsiteX31-15965" fmla="*/ 828646 w 2107590"/>
              <a:gd name="connsiteY31-15966" fmla="*/ 945133 h 2160513"/>
              <a:gd name="connsiteX32-15967" fmla="*/ 373827 w 2107590"/>
              <a:gd name="connsiteY32-15968" fmla="*/ 852264 h 2160513"/>
              <a:gd name="connsiteX33-15969" fmla="*/ 935802 w 2107590"/>
              <a:gd name="connsiteY33-15970" fmla="*/ 390302 h 2160513"/>
              <a:gd name="connsiteX34-15971" fmla="*/ 1445389 w 2107590"/>
              <a:gd name="connsiteY34-15972" fmla="*/ 754633 h 2160513"/>
              <a:gd name="connsiteX35-15973" fmla="*/ 1383477 w 2107590"/>
              <a:gd name="connsiteY35-15974" fmla="*/ 857027 h 2160513"/>
              <a:gd name="connsiteX36-15975" fmla="*/ 1643033 w 2107590"/>
              <a:gd name="connsiteY36-15976" fmla="*/ 611758 h 2160513"/>
              <a:gd name="connsiteX37-15977" fmla="*/ 1795433 w 2107590"/>
              <a:gd name="connsiteY37-15978" fmla="*/ 723677 h 2160513"/>
              <a:gd name="connsiteX38-15979" fmla="*/ 1889668 w 2107590"/>
              <a:gd name="connsiteY38-15980" fmla="*/ 1175665 h 2160513"/>
              <a:gd name="connsiteX39-15981" fmla="*/ 1912797 w 2107590"/>
              <a:gd name="connsiteY39-15982" fmla="*/ 1135089 h 2160513"/>
              <a:gd name="connsiteX40-15983" fmla="*/ 1775980 w 2107590"/>
              <a:gd name="connsiteY40-15984" fmla="*/ 1553577 h 2160513"/>
              <a:gd name="connsiteX41-15985" fmla="*/ 1235792 w 2107590"/>
              <a:gd name="connsiteY41-15986" fmla="*/ 1580715 h 2160513"/>
              <a:gd name="connsiteX42-15987" fmla="*/ 1344220 w 2107590"/>
              <a:gd name="connsiteY42-15988" fmla="*/ 1905742 h 2160513"/>
              <a:gd name="connsiteX0-15989" fmla="*/ 1575697 w 2107590"/>
              <a:gd name="connsiteY0-15990" fmla="*/ 2160513 h 2160513"/>
              <a:gd name="connsiteX1-15991" fmla="*/ 956854 w 2107590"/>
              <a:gd name="connsiteY1-15992" fmla="*/ 1258279 h 2160513"/>
              <a:gd name="connsiteX2-15993" fmla="*/ 863892 w 2107590"/>
              <a:gd name="connsiteY2-15994" fmla="*/ 1345253 h 2160513"/>
              <a:gd name="connsiteX3-15995" fmla="*/ 1026241 w 2107590"/>
              <a:gd name="connsiteY3-15996" fmla="*/ 1144473 h 2160513"/>
              <a:gd name="connsiteX4-15997" fmla="*/ 908876 w 2107590"/>
              <a:gd name="connsiteY4-15998" fmla="*/ 743032 h 2160513"/>
              <a:gd name="connsiteX5-15999" fmla="*/ 1054863 w 2107590"/>
              <a:gd name="connsiteY5-16000" fmla="*/ 807021 h 2160513"/>
              <a:gd name="connsiteX6-16001" fmla="*/ 766732 w 2107590"/>
              <a:gd name="connsiteY6-16002" fmla="*/ 928463 h 2160513"/>
              <a:gd name="connsiteX7-16003" fmla="*/ 228569 w 2107590"/>
              <a:gd name="connsiteY7-16004" fmla="*/ 1030857 h 2160513"/>
              <a:gd name="connsiteX8-16005" fmla="*/ 102364 w 2107590"/>
              <a:gd name="connsiteY8-16006" fmla="*/ 578421 h 2160513"/>
              <a:gd name="connsiteX9-16007" fmla="*/ 334972 w 2107590"/>
              <a:gd name="connsiteY9-16008" fmla="*/ 266829 h 2160513"/>
              <a:gd name="connsiteX10-16009" fmla="*/ 754827 w 2107590"/>
              <a:gd name="connsiteY10-16010" fmla="*/ 47401 h 2160513"/>
              <a:gd name="connsiteX11-16011" fmla="*/ 759590 w 2107590"/>
              <a:gd name="connsiteY11-16012" fmla="*/ 95027 h 2160513"/>
              <a:gd name="connsiteX12-16013" fmla="*/ 771497 w 2107590"/>
              <a:gd name="connsiteY12-16014" fmla="*/ 35497 h 2160513"/>
              <a:gd name="connsiteX13-16015" fmla="*/ 1341273 w 2107590"/>
              <a:gd name="connsiteY13-16016" fmla="*/ 79182 h 2160513"/>
              <a:gd name="connsiteX14-16017" fmla="*/ 1369190 w 2107590"/>
              <a:gd name="connsiteY14-16018" fmla="*/ 92646 h 2160513"/>
              <a:gd name="connsiteX15-16019" fmla="*/ 1772045 w 2107590"/>
              <a:gd name="connsiteY15-16020" fmla="*/ 359840 h 2160513"/>
              <a:gd name="connsiteX16-16021" fmla="*/ 1752572 w 2107590"/>
              <a:gd name="connsiteY16-16022" fmla="*/ 342677 h 2160513"/>
              <a:gd name="connsiteX17-16023" fmla="*/ 2013140 w 2107590"/>
              <a:gd name="connsiteY17-16024" fmla="*/ 736265 h 2160513"/>
              <a:gd name="connsiteX18-16025" fmla="*/ 2004983 w 2107590"/>
              <a:gd name="connsiteY18-16026" fmla="*/ 716533 h 2160513"/>
              <a:gd name="connsiteX19-16027" fmla="*/ 2095472 w 2107590"/>
              <a:gd name="connsiteY19-16028" fmla="*/ 1073721 h 2160513"/>
              <a:gd name="connsiteX20-16029" fmla="*/ 1826390 w 2107590"/>
              <a:gd name="connsiteY20-16030" fmla="*/ 1311846 h 2160513"/>
              <a:gd name="connsiteX21-16031" fmla="*/ 1821627 w 2107590"/>
              <a:gd name="connsiteY21-16032" fmla="*/ 1264221 h 2160513"/>
              <a:gd name="connsiteX22-16033" fmla="*/ 1488252 w 2107590"/>
              <a:gd name="connsiteY22-16034" fmla="*/ 1595214 h 2160513"/>
              <a:gd name="connsiteX23-16035" fmla="*/ 1388239 w 2107590"/>
              <a:gd name="connsiteY23-16036" fmla="*/ 1492821 h 2160513"/>
              <a:gd name="connsiteX24-16037" fmla="*/ 1714472 w 2107590"/>
              <a:gd name="connsiteY24-16038" fmla="*/ 1154684 h 2160513"/>
              <a:gd name="connsiteX25-16039" fmla="*/ 1390621 w 2107590"/>
              <a:gd name="connsiteY25-16040" fmla="*/ 1145157 h 2160513"/>
              <a:gd name="connsiteX26-16041" fmla="*/ 1342996 w 2107590"/>
              <a:gd name="connsiteY26-16042" fmla="*/ 1283270 h 2160513"/>
              <a:gd name="connsiteX27-16043" fmla="*/ 1042958 w 2107590"/>
              <a:gd name="connsiteY27-16044" fmla="*/ 990378 h 2160513"/>
              <a:gd name="connsiteX28-16045" fmla="*/ 1314421 w 2107590"/>
              <a:gd name="connsiteY28-16046" fmla="*/ 776064 h 2160513"/>
              <a:gd name="connsiteX29-16047" fmla="*/ 878652 w 2107590"/>
              <a:gd name="connsiteY29-16048" fmla="*/ 514127 h 2160513"/>
              <a:gd name="connsiteX30-16049" fmla="*/ 516702 w 2107590"/>
              <a:gd name="connsiteY30-16050" fmla="*/ 737964 h 2160513"/>
              <a:gd name="connsiteX31-16051" fmla="*/ 828646 w 2107590"/>
              <a:gd name="connsiteY31-16052" fmla="*/ 945133 h 2160513"/>
              <a:gd name="connsiteX32-16053" fmla="*/ 373827 w 2107590"/>
              <a:gd name="connsiteY32-16054" fmla="*/ 852264 h 2160513"/>
              <a:gd name="connsiteX33-16055" fmla="*/ 935802 w 2107590"/>
              <a:gd name="connsiteY33-16056" fmla="*/ 390302 h 2160513"/>
              <a:gd name="connsiteX34-16057" fmla="*/ 1445389 w 2107590"/>
              <a:gd name="connsiteY34-16058" fmla="*/ 754633 h 2160513"/>
              <a:gd name="connsiteX35-16059" fmla="*/ 1383477 w 2107590"/>
              <a:gd name="connsiteY35-16060" fmla="*/ 857027 h 2160513"/>
              <a:gd name="connsiteX36-16061" fmla="*/ 1643033 w 2107590"/>
              <a:gd name="connsiteY36-16062" fmla="*/ 611758 h 2160513"/>
              <a:gd name="connsiteX37-16063" fmla="*/ 1795433 w 2107590"/>
              <a:gd name="connsiteY37-16064" fmla="*/ 723677 h 2160513"/>
              <a:gd name="connsiteX38-16065" fmla="*/ 1889668 w 2107590"/>
              <a:gd name="connsiteY38-16066" fmla="*/ 1175665 h 2160513"/>
              <a:gd name="connsiteX39-16067" fmla="*/ 1912797 w 2107590"/>
              <a:gd name="connsiteY39-16068" fmla="*/ 1135089 h 2160513"/>
              <a:gd name="connsiteX40-16069" fmla="*/ 1775980 w 2107590"/>
              <a:gd name="connsiteY40-16070" fmla="*/ 1553577 h 2160513"/>
              <a:gd name="connsiteX41-16071" fmla="*/ 1235792 w 2107590"/>
              <a:gd name="connsiteY41-16072" fmla="*/ 1580715 h 2160513"/>
              <a:gd name="connsiteX42-16073" fmla="*/ 1344220 w 2107590"/>
              <a:gd name="connsiteY42-16074" fmla="*/ 1905742 h 2160513"/>
              <a:gd name="connsiteX0-16075" fmla="*/ 1575697 w 2107590"/>
              <a:gd name="connsiteY0-16076" fmla="*/ 2160513 h 2160513"/>
              <a:gd name="connsiteX1-16077" fmla="*/ 956854 w 2107590"/>
              <a:gd name="connsiteY1-16078" fmla="*/ 1258279 h 2160513"/>
              <a:gd name="connsiteX2-16079" fmla="*/ 863892 w 2107590"/>
              <a:gd name="connsiteY2-16080" fmla="*/ 1345253 h 2160513"/>
              <a:gd name="connsiteX3-16081" fmla="*/ 1026241 w 2107590"/>
              <a:gd name="connsiteY3-16082" fmla="*/ 1144473 h 2160513"/>
              <a:gd name="connsiteX4-16083" fmla="*/ 908876 w 2107590"/>
              <a:gd name="connsiteY4-16084" fmla="*/ 743032 h 2160513"/>
              <a:gd name="connsiteX5-16085" fmla="*/ 1054863 w 2107590"/>
              <a:gd name="connsiteY5-16086" fmla="*/ 807021 h 2160513"/>
              <a:gd name="connsiteX6-16087" fmla="*/ 766732 w 2107590"/>
              <a:gd name="connsiteY6-16088" fmla="*/ 928463 h 2160513"/>
              <a:gd name="connsiteX7-16089" fmla="*/ 228569 w 2107590"/>
              <a:gd name="connsiteY7-16090" fmla="*/ 1030857 h 2160513"/>
              <a:gd name="connsiteX8-16091" fmla="*/ 102364 w 2107590"/>
              <a:gd name="connsiteY8-16092" fmla="*/ 578421 h 2160513"/>
              <a:gd name="connsiteX9-16093" fmla="*/ 334972 w 2107590"/>
              <a:gd name="connsiteY9-16094" fmla="*/ 266829 h 2160513"/>
              <a:gd name="connsiteX10-16095" fmla="*/ 754827 w 2107590"/>
              <a:gd name="connsiteY10-16096" fmla="*/ 47401 h 2160513"/>
              <a:gd name="connsiteX11-16097" fmla="*/ 759590 w 2107590"/>
              <a:gd name="connsiteY11-16098" fmla="*/ 95027 h 2160513"/>
              <a:gd name="connsiteX12-16099" fmla="*/ 771497 w 2107590"/>
              <a:gd name="connsiteY12-16100" fmla="*/ 35497 h 2160513"/>
              <a:gd name="connsiteX13-16101" fmla="*/ 1341273 w 2107590"/>
              <a:gd name="connsiteY13-16102" fmla="*/ 79182 h 2160513"/>
              <a:gd name="connsiteX14-16103" fmla="*/ 1369190 w 2107590"/>
              <a:gd name="connsiteY14-16104" fmla="*/ 92646 h 2160513"/>
              <a:gd name="connsiteX15-16105" fmla="*/ 1772045 w 2107590"/>
              <a:gd name="connsiteY15-16106" fmla="*/ 359840 h 2160513"/>
              <a:gd name="connsiteX16-16107" fmla="*/ 1752572 w 2107590"/>
              <a:gd name="connsiteY16-16108" fmla="*/ 342677 h 2160513"/>
              <a:gd name="connsiteX17-16109" fmla="*/ 2013140 w 2107590"/>
              <a:gd name="connsiteY17-16110" fmla="*/ 736265 h 2160513"/>
              <a:gd name="connsiteX18-16111" fmla="*/ 2004983 w 2107590"/>
              <a:gd name="connsiteY18-16112" fmla="*/ 716533 h 2160513"/>
              <a:gd name="connsiteX19-16113" fmla="*/ 2095472 w 2107590"/>
              <a:gd name="connsiteY19-16114" fmla="*/ 1073721 h 2160513"/>
              <a:gd name="connsiteX20-16115" fmla="*/ 1826390 w 2107590"/>
              <a:gd name="connsiteY20-16116" fmla="*/ 1311846 h 2160513"/>
              <a:gd name="connsiteX21-16117" fmla="*/ 1821627 w 2107590"/>
              <a:gd name="connsiteY21-16118" fmla="*/ 1264221 h 2160513"/>
              <a:gd name="connsiteX22-16119" fmla="*/ 1488252 w 2107590"/>
              <a:gd name="connsiteY22-16120" fmla="*/ 1595214 h 2160513"/>
              <a:gd name="connsiteX23-16121" fmla="*/ 1388239 w 2107590"/>
              <a:gd name="connsiteY23-16122" fmla="*/ 1492821 h 2160513"/>
              <a:gd name="connsiteX24-16123" fmla="*/ 1714472 w 2107590"/>
              <a:gd name="connsiteY24-16124" fmla="*/ 1154684 h 2160513"/>
              <a:gd name="connsiteX25-16125" fmla="*/ 1390621 w 2107590"/>
              <a:gd name="connsiteY25-16126" fmla="*/ 1145157 h 2160513"/>
              <a:gd name="connsiteX26-16127" fmla="*/ 1342996 w 2107590"/>
              <a:gd name="connsiteY26-16128" fmla="*/ 1283270 h 2160513"/>
              <a:gd name="connsiteX27-16129" fmla="*/ 1042958 w 2107590"/>
              <a:gd name="connsiteY27-16130" fmla="*/ 990378 h 2160513"/>
              <a:gd name="connsiteX28-16131" fmla="*/ 1314421 w 2107590"/>
              <a:gd name="connsiteY28-16132" fmla="*/ 776064 h 2160513"/>
              <a:gd name="connsiteX29-16133" fmla="*/ 878652 w 2107590"/>
              <a:gd name="connsiteY29-16134" fmla="*/ 514127 h 2160513"/>
              <a:gd name="connsiteX30-16135" fmla="*/ 516702 w 2107590"/>
              <a:gd name="connsiteY30-16136" fmla="*/ 737964 h 2160513"/>
              <a:gd name="connsiteX31-16137" fmla="*/ 828646 w 2107590"/>
              <a:gd name="connsiteY31-16138" fmla="*/ 945133 h 2160513"/>
              <a:gd name="connsiteX32-16139" fmla="*/ 373827 w 2107590"/>
              <a:gd name="connsiteY32-16140" fmla="*/ 852264 h 2160513"/>
              <a:gd name="connsiteX33-16141" fmla="*/ 935802 w 2107590"/>
              <a:gd name="connsiteY33-16142" fmla="*/ 390302 h 2160513"/>
              <a:gd name="connsiteX34-16143" fmla="*/ 1445389 w 2107590"/>
              <a:gd name="connsiteY34-16144" fmla="*/ 754633 h 2160513"/>
              <a:gd name="connsiteX35-16145" fmla="*/ 1383477 w 2107590"/>
              <a:gd name="connsiteY35-16146" fmla="*/ 857027 h 2160513"/>
              <a:gd name="connsiteX36-16147" fmla="*/ 1643033 w 2107590"/>
              <a:gd name="connsiteY36-16148" fmla="*/ 611758 h 2160513"/>
              <a:gd name="connsiteX37-16149" fmla="*/ 1795433 w 2107590"/>
              <a:gd name="connsiteY37-16150" fmla="*/ 723677 h 2160513"/>
              <a:gd name="connsiteX38-16151" fmla="*/ 1889668 w 2107590"/>
              <a:gd name="connsiteY38-16152" fmla="*/ 1175665 h 2160513"/>
              <a:gd name="connsiteX39-16153" fmla="*/ 1912797 w 2107590"/>
              <a:gd name="connsiteY39-16154" fmla="*/ 1135089 h 2160513"/>
              <a:gd name="connsiteX40-16155" fmla="*/ 1775980 w 2107590"/>
              <a:gd name="connsiteY40-16156" fmla="*/ 1553577 h 2160513"/>
              <a:gd name="connsiteX41-16157" fmla="*/ 1235792 w 2107590"/>
              <a:gd name="connsiteY41-16158" fmla="*/ 1580715 h 2160513"/>
              <a:gd name="connsiteX42-16159" fmla="*/ 1344220 w 2107590"/>
              <a:gd name="connsiteY42-16160" fmla="*/ 1905742 h 2160513"/>
              <a:gd name="connsiteX0-16161" fmla="*/ 1575697 w 2107590"/>
              <a:gd name="connsiteY0-16162" fmla="*/ 2160513 h 2160513"/>
              <a:gd name="connsiteX1-16163" fmla="*/ 956854 w 2107590"/>
              <a:gd name="connsiteY1-16164" fmla="*/ 1258279 h 2160513"/>
              <a:gd name="connsiteX2-16165" fmla="*/ 863892 w 2107590"/>
              <a:gd name="connsiteY2-16166" fmla="*/ 1345253 h 2160513"/>
              <a:gd name="connsiteX3-16167" fmla="*/ 1026241 w 2107590"/>
              <a:gd name="connsiteY3-16168" fmla="*/ 1144473 h 2160513"/>
              <a:gd name="connsiteX4-16169" fmla="*/ 908876 w 2107590"/>
              <a:gd name="connsiteY4-16170" fmla="*/ 743032 h 2160513"/>
              <a:gd name="connsiteX5-16171" fmla="*/ 1054863 w 2107590"/>
              <a:gd name="connsiteY5-16172" fmla="*/ 807021 h 2160513"/>
              <a:gd name="connsiteX6-16173" fmla="*/ 766732 w 2107590"/>
              <a:gd name="connsiteY6-16174" fmla="*/ 928463 h 2160513"/>
              <a:gd name="connsiteX7-16175" fmla="*/ 228569 w 2107590"/>
              <a:gd name="connsiteY7-16176" fmla="*/ 1030857 h 2160513"/>
              <a:gd name="connsiteX8-16177" fmla="*/ 102364 w 2107590"/>
              <a:gd name="connsiteY8-16178" fmla="*/ 578421 h 2160513"/>
              <a:gd name="connsiteX9-16179" fmla="*/ 334972 w 2107590"/>
              <a:gd name="connsiteY9-16180" fmla="*/ 266829 h 2160513"/>
              <a:gd name="connsiteX10-16181" fmla="*/ 754827 w 2107590"/>
              <a:gd name="connsiteY10-16182" fmla="*/ 47401 h 2160513"/>
              <a:gd name="connsiteX11-16183" fmla="*/ 759590 w 2107590"/>
              <a:gd name="connsiteY11-16184" fmla="*/ 95027 h 2160513"/>
              <a:gd name="connsiteX12-16185" fmla="*/ 771497 w 2107590"/>
              <a:gd name="connsiteY12-16186" fmla="*/ 35497 h 2160513"/>
              <a:gd name="connsiteX13-16187" fmla="*/ 1341273 w 2107590"/>
              <a:gd name="connsiteY13-16188" fmla="*/ 79182 h 2160513"/>
              <a:gd name="connsiteX14-16189" fmla="*/ 1369190 w 2107590"/>
              <a:gd name="connsiteY14-16190" fmla="*/ 92646 h 2160513"/>
              <a:gd name="connsiteX15-16191" fmla="*/ 1772045 w 2107590"/>
              <a:gd name="connsiteY15-16192" fmla="*/ 359840 h 2160513"/>
              <a:gd name="connsiteX16-16193" fmla="*/ 1752572 w 2107590"/>
              <a:gd name="connsiteY16-16194" fmla="*/ 342677 h 2160513"/>
              <a:gd name="connsiteX17-16195" fmla="*/ 2013140 w 2107590"/>
              <a:gd name="connsiteY17-16196" fmla="*/ 736265 h 2160513"/>
              <a:gd name="connsiteX18-16197" fmla="*/ 2004983 w 2107590"/>
              <a:gd name="connsiteY18-16198" fmla="*/ 716533 h 2160513"/>
              <a:gd name="connsiteX19-16199" fmla="*/ 2095472 w 2107590"/>
              <a:gd name="connsiteY19-16200" fmla="*/ 1073721 h 2160513"/>
              <a:gd name="connsiteX20-16201" fmla="*/ 1826390 w 2107590"/>
              <a:gd name="connsiteY20-16202" fmla="*/ 1311846 h 2160513"/>
              <a:gd name="connsiteX21-16203" fmla="*/ 1821627 w 2107590"/>
              <a:gd name="connsiteY21-16204" fmla="*/ 1264221 h 2160513"/>
              <a:gd name="connsiteX22-16205" fmla="*/ 1488252 w 2107590"/>
              <a:gd name="connsiteY22-16206" fmla="*/ 1595214 h 2160513"/>
              <a:gd name="connsiteX23-16207" fmla="*/ 1388239 w 2107590"/>
              <a:gd name="connsiteY23-16208" fmla="*/ 1492821 h 2160513"/>
              <a:gd name="connsiteX24-16209" fmla="*/ 1714472 w 2107590"/>
              <a:gd name="connsiteY24-16210" fmla="*/ 1154684 h 2160513"/>
              <a:gd name="connsiteX25-16211" fmla="*/ 1390621 w 2107590"/>
              <a:gd name="connsiteY25-16212" fmla="*/ 1145157 h 2160513"/>
              <a:gd name="connsiteX26-16213" fmla="*/ 1342996 w 2107590"/>
              <a:gd name="connsiteY26-16214" fmla="*/ 1283270 h 2160513"/>
              <a:gd name="connsiteX27-16215" fmla="*/ 1042958 w 2107590"/>
              <a:gd name="connsiteY27-16216" fmla="*/ 990378 h 2160513"/>
              <a:gd name="connsiteX28-16217" fmla="*/ 1314421 w 2107590"/>
              <a:gd name="connsiteY28-16218" fmla="*/ 776064 h 2160513"/>
              <a:gd name="connsiteX29-16219" fmla="*/ 878652 w 2107590"/>
              <a:gd name="connsiteY29-16220" fmla="*/ 514127 h 2160513"/>
              <a:gd name="connsiteX30-16221" fmla="*/ 516702 w 2107590"/>
              <a:gd name="connsiteY30-16222" fmla="*/ 737964 h 2160513"/>
              <a:gd name="connsiteX31-16223" fmla="*/ 828646 w 2107590"/>
              <a:gd name="connsiteY31-16224" fmla="*/ 945133 h 2160513"/>
              <a:gd name="connsiteX32-16225" fmla="*/ 373827 w 2107590"/>
              <a:gd name="connsiteY32-16226" fmla="*/ 852264 h 2160513"/>
              <a:gd name="connsiteX33-16227" fmla="*/ 935802 w 2107590"/>
              <a:gd name="connsiteY33-16228" fmla="*/ 390302 h 2160513"/>
              <a:gd name="connsiteX34-16229" fmla="*/ 1445389 w 2107590"/>
              <a:gd name="connsiteY34-16230" fmla="*/ 754633 h 2160513"/>
              <a:gd name="connsiteX35-16231" fmla="*/ 1383477 w 2107590"/>
              <a:gd name="connsiteY35-16232" fmla="*/ 857027 h 2160513"/>
              <a:gd name="connsiteX36-16233" fmla="*/ 1643033 w 2107590"/>
              <a:gd name="connsiteY36-16234" fmla="*/ 611758 h 2160513"/>
              <a:gd name="connsiteX37-16235" fmla="*/ 1795433 w 2107590"/>
              <a:gd name="connsiteY37-16236" fmla="*/ 723677 h 2160513"/>
              <a:gd name="connsiteX38-16237" fmla="*/ 1889668 w 2107590"/>
              <a:gd name="connsiteY38-16238" fmla="*/ 1175665 h 2160513"/>
              <a:gd name="connsiteX39-16239" fmla="*/ 1912797 w 2107590"/>
              <a:gd name="connsiteY39-16240" fmla="*/ 1135089 h 2160513"/>
              <a:gd name="connsiteX40-16241" fmla="*/ 1775980 w 2107590"/>
              <a:gd name="connsiteY40-16242" fmla="*/ 1553577 h 2160513"/>
              <a:gd name="connsiteX41-16243" fmla="*/ 1235792 w 2107590"/>
              <a:gd name="connsiteY41-16244" fmla="*/ 1580715 h 2160513"/>
              <a:gd name="connsiteX42-16245" fmla="*/ 1344220 w 2107590"/>
              <a:gd name="connsiteY42-16246" fmla="*/ 1905742 h 2160513"/>
              <a:gd name="connsiteX0-16247" fmla="*/ 1575697 w 2107590"/>
              <a:gd name="connsiteY0-16248" fmla="*/ 2160513 h 2160513"/>
              <a:gd name="connsiteX1-16249" fmla="*/ 956854 w 2107590"/>
              <a:gd name="connsiteY1-16250" fmla="*/ 1258279 h 2160513"/>
              <a:gd name="connsiteX2-16251" fmla="*/ 863892 w 2107590"/>
              <a:gd name="connsiteY2-16252" fmla="*/ 1345253 h 2160513"/>
              <a:gd name="connsiteX3-16253" fmla="*/ 1026241 w 2107590"/>
              <a:gd name="connsiteY3-16254" fmla="*/ 1144473 h 2160513"/>
              <a:gd name="connsiteX4-16255" fmla="*/ 908876 w 2107590"/>
              <a:gd name="connsiteY4-16256" fmla="*/ 743032 h 2160513"/>
              <a:gd name="connsiteX5-16257" fmla="*/ 1054863 w 2107590"/>
              <a:gd name="connsiteY5-16258" fmla="*/ 807021 h 2160513"/>
              <a:gd name="connsiteX6-16259" fmla="*/ 766732 w 2107590"/>
              <a:gd name="connsiteY6-16260" fmla="*/ 928463 h 2160513"/>
              <a:gd name="connsiteX7-16261" fmla="*/ 228569 w 2107590"/>
              <a:gd name="connsiteY7-16262" fmla="*/ 1030857 h 2160513"/>
              <a:gd name="connsiteX8-16263" fmla="*/ 102364 w 2107590"/>
              <a:gd name="connsiteY8-16264" fmla="*/ 578421 h 2160513"/>
              <a:gd name="connsiteX9-16265" fmla="*/ 334972 w 2107590"/>
              <a:gd name="connsiteY9-16266" fmla="*/ 266829 h 2160513"/>
              <a:gd name="connsiteX10-16267" fmla="*/ 754827 w 2107590"/>
              <a:gd name="connsiteY10-16268" fmla="*/ 47401 h 2160513"/>
              <a:gd name="connsiteX11-16269" fmla="*/ 759590 w 2107590"/>
              <a:gd name="connsiteY11-16270" fmla="*/ 95027 h 2160513"/>
              <a:gd name="connsiteX12-16271" fmla="*/ 771497 w 2107590"/>
              <a:gd name="connsiteY12-16272" fmla="*/ 35497 h 2160513"/>
              <a:gd name="connsiteX13-16273" fmla="*/ 1341273 w 2107590"/>
              <a:gd name="connsiteY13-16274" fmla="*/ 79182 h 2160513"/>
              <a:gd name="connsiteX14-16275" fmla="*/ 1369190 w 2107590"/>
              <a:gd name="connsiteY14-16276" fmla="*/ 92646 h 2160513"/>
              <a:gd name="connsiteX15-16277" fmla="*/ 1772045 w 2107590"/>
              <a:gd name="connsiteY15-16278" fmla="*/ 359840 h 2160513"/>
              <a:gd name="connsiteX16-16279" fmla="*/ 1752572 w 2107590"/>
              <a:gd name="connsiteY16-16280" fmla="*/ 342677 h 2160513"/>
              <a:gd name="connsiteX17-16281" fmla="*/ 2013140 w 2107590"/>
              <a:gd name="connsiteY17-16282" fmla="*/ 736265 h 2160513"/>
              <a:gd name="connsiteX18-16283" fmla="*/ 2004983 w 2107590"/>
              <a:gd name="connsiteY18-16284" fmla="*/ 716533 h 2160513"/>
              <a:gd name="connsiteX19-16285" fmla="*/ 2095472 w 2107590"/>
              <a:gd name="connsiteY19-16286" fmla="*/ 1073721 h 2160513"/>
              <a:gd name="connsiteX20-16287" fmla="*/ 1826390 w 2107590"/>
              <a:gd name="connsiteY20-16288" fmla="*/ 1311846 h 2160513"/>
              <a:gd name="connsiteX21-16289" fmla="*/ 1821627 w 2107590"/>
              <a:gd name="connsiteY21-16290" fmla="*/ 1264221 h 2160513"/>
              <a:gd name="connsiteX22-16291" fmla="*/ 1488252 w 2107590"/>
              <a:gd name="connsiteY22-16292" fmla="*/ 1595214 h 2160513"/>
              <a:gd name="connsiteX23-16293" fmla="*/ 1388239 w 2107590"/>
              <a:gd name="connsiteY23-16294" fmla="*/ 1492821 h 2160513"/>
              <a:gd name="connsiteX24-16295" fmla="*/ 1714472 w 2107590"/>
              <a:gd name="connsiteY24-16296" fmla="*/ 1154684 h 2160513"/>
              <a:gd name="connsiteX25-16297" fmla="*/ 1390621 w 2107590"/>
              <a:gd name="connsiteY25-16298" fmla="*/ 1145157 h 2160513"/>
              <a:gd name="connsiteX26-16299" fmla="*/ 1342996 w 2107590"/>
              <a:gd name="connsiteY26-16300" fmla="*/ 1283270 h 2160513"/>
              <a:gd name="connsiteX27-16301" fmla="*/ 1042958 w 2107590"/>
              <a:gd name="connsiteY27-16302" fmla="*/ 983235 h 2160513"/>
              <a:gd name="connsiteX28-16303" fmla="*/ 1314421 w 2107590"/>
              <a:gd name="connsiteY28-16304" fmla="*/ 776064 h 2160513"/>
              <a:gd name="connsiteX29-16305" fmla="*/ 878652 w 2107590"/>
              <a:gd name="connsiteY29-16306" fmla="*/ 514127 h 2160513"/>
              <a:gd name="connsiteX30-16307" fmla="*/ 516702 w 2107590"/>
              <a:gd name="connsiteY30-16308" fmla="*/ 737964 h 2160513"/>
              <a:gd name="connsiteX31-16309" fmla="*/ 828646 w 2107590"/>
              <a:gd name="connsiteY31-16310" fmla="*/ 945133 h 2160513"/>
              <a:gd name="connsiteX32-16311" fmla="*/ 373827 w 2107590"/>
              <a:gd name="connsiteY32-16312" fmla="*/ 852264 h 2160513"/>
              <a:gd name="connsiteX33-16313" fmla="*/ 935802 w 2107590"/>
              <a:gd name="connsiteY33-16314" fmla="*/ 390302 h 2160513"/>
              <a:gd name="connsiteX34-16315" fmla="*/ 1445389 w 2107590"/>
              <a:gd name="connsiteY34-16316" fmla="*/ 754633 h 2160513"/>
              <a:gd name="connsiteX35-16317" fmla="*/ 1383477 w 2107590"/>
              <a:gd name="connsiteY35-16318" fmla="*/ 857027 h 2160513"/>
              <a:gd name="connsiteX36-16319" fmla="*/ 1643033 w 2107590"/>
              <a:gd name="connsiteY36-16320" fmla="*/ 611758 h 2160513"/>
              <a:gd name="connsiteX37-16321" fmla="*/ 1795433 w 2107590"/>
              <a:gd name="connsiteY37-16322" fmla="*/ 723677 h 2160513"/>
              <a:gd name="connsiteX38-16323" fmla="*/ 1889668 w 2107590"/>
              <a:gd name="connsiteY38-16324" fmla="*/ 1175665 h 2160513"/>
              <a:gd name="connsiteX39-16325" fmla="*/ 1912797 w 2107590"/>
              <a:gd name="connsiteY39-16326" fmla="*/ 1135089 h 2160513"/>
              <a:gd name="connsiteX40-16327" fmla="*/ 1775980 w 2107590"/>
              <a:gd name="connsiteY40-16328" fmla="*/ 1553577 h 2160513"/>
              <a:gd name="connsiteX41-16329" fmla="*/ 1235792 w 2107590"/>
              <a:gd name="connsiteY41-16330" fmla="*/ 1580715 h 2160513"/>
              <a:gd name="connsiteX42-16331" fmla="*/ 1344220 w 2107590"/>
              <a:gd name="connsiteY42-16332" fmla="*/ 1905742 h 2160513"/>
              <a:gd name="connsiteX0-16333" fmla="*/ 1575697 w 2107590"/>
              <a:gd name="connsiteY0-16334" fmla="*/ 2160513 h 2160513"/>
              <a:gd name="connsiteX1-16335" fmla="*/ 956854 w 2107590"/>
              <a:gd name="connsiteY1-16336" fmla="*/ 1258279 h 2160513"/>
              <a:gd name="connsiteX2-16337" fmla="*/ 863892 w 2107590"/>
              <a:gd name="connsiteY2-16338" fmla="*/ 1345253 h 2160513"/>
              <a:gd name="connsiteX3-16339" fmla="*/ 1026241 w 2107590"/>
              <a:gd name="connsiteY3-16340" fmla="*/ 1144473 h 2160513"/>
              <a:gd name="connsiteX4-16341" fmla="*/ 908876 w 2107590"/>
              <a:gd name="connsiteY4-16342" fmla="*/ 743032 h 2160513"/>
              <a:gd name="connsiteX5-16343" fmla="*/ 1054863 w 2107590"/>
              <a:gd name="connsiteY5-16344" fmla="*/ 807021 h 2160513"/>
              <a:gd name="connsiteX6-16345" fmla="*/ 766732 w 2107590"/>
              <a:gd name="connsiteY6-16346" fmla="*/ 928463 h 2160513"/>
              <a:gd name="connsiteX7-16347" fmla="*/ 228569 w 2107590"/>
              <a:gd name="connsiteY7-16348" fmla="*/ 1030857 h 2160513"/>
              <a:gd name="connsiteX8-16349" fmla="*/ 102364 w 2107590"/>
              <a:gd name="connsiteY8-16350" fmla="*/ 578421 h 2160513"/>
              <a:gd name="connsiteX9-16351" fmla="*/ 334972 w 2107590"/>
              <a:gd name="connsiteY9-16352" fmla="*/ 266829 h 2160513"/>
              <a:gd name="connsiteX10-16353" fmla="*/ 754827 w 2107590"/>
              <a:gd name="connsiteY10-16354" fmla="*/ 47401 h 2160513"/>
              <a:gd name="connsiteX11-16355" fmla="*/ 759590 w 2107590"/>
              <a:gd name="connsiteY11-16356" fmla="*/ 95027 h 2160513"/>
              <a:gd name="connsiteX12-16357" fmla="*/ 771497 w 2107590"/>
              <a:gd name="connsiteY12-16358" fmla="*/ 35497 h 2160513"/>
              <a:gd name="connsiteX13-16359" fmla="*/ 1341273 w 2107590"/>
              <a:gd name="connsiteY13-16360" fmla="*/ 79182 h 2160513"/>
              <a:gd name="connsiteX14-16361" fmla="*/ 1369190 w 2107590"/>
              <a:gd name="connsiteY14-16362" fmla="*/ 92646 h 2160513"/>
              <a:gd name="connsiteX15-16363" fmla="*/ 1772045 w 2107590"/>
              <a:gd name="connsiteY15-16364" fmla="*/ 359840 h 2160513"/>
              <a:gd name="connsiteX16-16365" fmla="*/ 1752572 w 2107590"/>
              <a:gd name="connsiteY16-16366" fmla="*/ 342677 h 2160513"/>
              <a:gd name="connsiteX17-16367" fmla="*/ 2013140 w 2107590"/>
              <a:gd name="connsiteY17-16368" fmla="*/ 736265 h 2160513"/>
              <a:gd name="connsiteX18-16369" fmla="*/ 2004983 w 2107590"/>
              <a:gd name="connsiteY18-16370" fmla="*/ 716533 h 2160513"/>
              <a:gd name="connsiteX19-16371" fmla="*/ 2095472 w 2107590"/>
              <a:gd name="connsiteY19-16372" fmla="*/ 1073721 h 2160513"/>
              <a:gd name="connsiteX20-16373" fmla="*/ 1826390 w 2107590"/>
              <a:gd name="connsiteY20-16374" fmla="*/ 1311846 h 2160513"/>
              <a:gd name="connsiteX21-16375" fmla="*/ 1821627 w 2107590"/>
              <a:gd name="connsiteY21-16376" fmla="*/ 1264221 h 2160513"/>
              <a:gd name="connsiteX22-16377" fmla="*/ 1488252 w 2107590"/>
              <a:gd name="connsiteY22-16378" fmla="*/ 1595214 h 2160513"/>
              <a:gd name="connsiteX23-16379" fmla="*/ 1388239 w 2107590"/>
              <a:gd name="connsiteY23-16380" fmla="*/ 1492821 h 2160513"/>
              <a:gd name="connsiteX24-16381" fmla="*/ 1714472 w 2107590"/>
              <a:gd name="connsiteY24-16382" fmla="*/ 1154684 h 2160513"/>
              <a:gd name="connsiteX25-16383" fmla="*/ 1390621 w 2107590"/>
              <a:gd name="connsiteY25-16384" fmla="*/ 1145157 h 2160513"/>
              <a:gd name="connsiteX26-16385" fmla="*/ 1342996 w 2107590"/>
              <a:gd name="connsiteY26-16386" fmla="*/ 1283270 h 2160513"/>
              <a:gd name="connsiteX27-16387" fmla="*/ 1042958 w 2107590"/>
              <a:gd name="connsiteY27-16388" fmla="*/ 983235 h 2160513"/>
              <a:gd name="connsiteX28-16389" fmla="*/ 1314421 w 2107590"/>
              <a:gd name="connsiteY28-16390" fmla="*/ 776064 h 2160513"/>
              <a:gd name="connsiteX29-16391" fmla="*/ 878652 w 2107590"/>
              <a:gd name="connsiteY29-16392" fmla="*/ 514127 h 2160513"/>
              <a:gd name="connsiteX30-16393" fmla="*/ 516702 w 2107590"/>
              <a:gd name="connsiteY30-16394" fmla="*/ 737964 h 2160513"/>
              <a:gd name="connsiteX31-16395" fmla="*/ 828646 w 2107590"/>
              <a:gd name="connsiteY31-16396" fmla="*/ 945133 h 2160513"/>
              <a:gd name="connsiteX32-16397" fmla="*/ 373827 w 2107590"/>
              <a:gd name="connsiteY32-16398" fmla="*/ 852264 h 2160513"/>
              <a:gd name="connsiteX33-16399" fmla="*/ 935802 w 2107590"/>
              <a:gd name="connsiteY33-16400" fmla="*/ 390302 h 2160513"/>
              <a:gd name="connsiteX34-16401" fmla="*/ 1445389 w 2107590"/>
              <a:gd name="connsiteY34-16402" fmla="*/ 754633 h 2160513"/>
              <a:gd name="connsiteX35-16403" fmla="*/ 1383477 w 2107590"/>
              <a:gd name="connsiteY35-16404" fmla="*/ 857027 h 2160513"/>
              <a:gd name="connsiteX36-16405" fmla="*/ 1643033 w 2107590"/>
              <a:gd name="connsiteY36-16406" fmla="*/ 611758 h 2160513"/>
              <a:gd name="connsiteX37-16407" fmla="*/ 1795433 w 2107590"/>
              <a:gd name="connsiteY37-16408" fmla="*/ 723677 h 2160513"/>
              <a:gd name="connsiteX38-16409" fmla="*/ 1889668 w 2107590"/>
              <a:gd name="connsiteY38-16410" fmla="*/ 1175665 h 2160513"/>
              <a:gd name="connsiteX39-16411" fmla="*/ 1912797 w 2107590"/>
              <a:gd name="connsiteY39-16412" fmla="*/ 1135089 h 2160513"/>
              <a:gd name="connsiteX40-16413" fmla="*/ 1775980 w 2107590"/>
              <a:gd name="connsiteY40-16414" fmla="*/ 1553577 h 2160513"/>
              <a:gd name="connsiteX41-16415" fmla="*/ 1235792 w 2107590"/>
              <a:gd name="connsiteY41-16416" fmla="*/ 1580715 h 2160513"/>
              <a:gd name="connsiteX42-16417" fmla="*/ 1344220 w 2107590"/>
              <a:gd name="connsiteY42-16418" fmla="*/ 1905742 h 2160513"/>
              <a:gd name="connsiteX0-16419" fmla="*/ 1575697 w 2107590"/>
              <a:gd name="connsiteY0-16420" fmla="*/ 2160513 h 2160513"/>
              <a:gd name="connsiteX1-16421" fmla="*/ 956854 w 2107590"/>
              <a:gd name="connsiteY1-16422" fmla="*/ 1258279 h 2160513"/>
              <a:gd name="connsiteX2-16423" fmla="*/ 863892 w 2107590"/>
              <a:gd name="connsiteY2-16424" fmla="*/ 1345253 h 2160513"/>
              <a:gd name="connsiteX3-16425" fmla="*/ 1026241 w 2107590"/>
              <a:gd name="connsiteY3-16426" fmla="*/ 1144473 h 2160513"/>
              <a:gd name="connsiteX4-16427" fmla="*/ 908876 w 2107590"/>
              <a:gd name="connsiteY4-16428" fmla="*/ 743032 h 2160513"/>
              <a:gd name="connsiteX5-16429" fmla="*/ 1054863 w 2107590"/>
              <a:gd name="connsiteY5-16430" fmla="*/ 807021 h 2160513"/>
              <a:gd name="connsiteX6-16431" fmla="*/ 766732 w 2107590"/>
              <a:gd name="connsiteY6-16432" fmla="*/ 928463 h 2160513"/>
              <a:gd name="connsiteX7-16433" fmla="*/ 228569 w 2107590"/>
              <a:gd name="connsiteY7-16434" fmla="*/ 1030857 h 2160513"/>
              <a:gd name="connsiteX8-16435" fmla="*/ 102364 w 2107590"/>
              <a:gd name="connsiteY8-16436" fmla="*/ 578421 h 2160513"/>
              <a:gd name="connsiteX9-16437" fmla="*/ 334972 w 2107590"/>
              <a:gd name="connsiteY9-16438" fmla="*/ 266829 h 2160513"/>
              <a:gd name="connsiteX10-16439" fmla="*/ 754827 w 2107590"/>
              <a:gd name="connsiteY10-16440" fmla="*/ 47401 h 2160513"/>
              <a:gd name="connsiteX11-16441" fmla="*/ 759590 w 2107590"/>
              <a:gd name="connsiteY11-16442" fmla="*/ 95027 h 2160513"/>
              <a:gd name="connsiteX12-16443" fmla="*/ 771497 w 2107590"/>
              <a:gd name="connsiteY12-16444" fmla="*/ 35497 h 2160513"/>
              <a:gd name="connsiteX13-16445" fmla="*/ 1341273 w 2107590"/>
              <a:gd name="connsiteY13-16446" fmla="*/ 79182 h 2160513"/>
              <a:gd name="connsiteX14-16447" fmla="*/ 1369190 w 2107590"/>
              <a:gd name="connsiteY14-16448" fmla="*/ 92646 h 2160513"/>
              <a:gd name="connsiteX15-16449" fmla="*/ 1772045 w 2107590"/>
              <a:gd name="connsiteY15-16450" fmla="*/ 359840 h 2160513"/>
              <a:gd name="connsiteX16-16451" fmla="*/ 1752572 w 2107590"/>
              <a:gd name="connsiteY16-16452" fmla="*/ 342677 h 2160513"/>
              <a:gd name="connsiteX17-16453" fmla="*/ 2013140 w 2107590"/>
              <a:gd name="connsiteY17-16454" fmla="*/ 736265 h 2160513"/>
              <a:gd name="connsiteX18-16455" fmla="*/ 2004983 w 2107590"/>
              <a:gd name="connsiteY18-16456" fmla="*/ 716533 h 2160513"/>
              <a:gd name="connsiteX19-16457" fmla="*/ 2095472 w 2107590"/>
              <a:gd name="connsiteY19-16458" fmla="*/ 1073721 h 2160513"/>
              <a:gd name="connsiteX20-16459" fmla="*/ 1826390 w 2107590"/>
              <a:gd name="connsiteY20-16460" fmla="*/ 1311846 h 2160513"/>
              <a:gd name="connsiteX21-16461" fmla="*/ 1821627 w 2107590"/>
              <a:gd name="connsiteY21-16462" fmla="*/ 1264221 h 2160513"/>
              <a:gd name="connsiteX22-16463" fmla="*/ 1488252 w 2107590"/>
              <a:gd name="connsiteY22-16464" fmla="*/ 1595214 h 2160513"/>
              <a:gd name="connsiteX23-16465" fmla="*/ 1388239 w 2107590"/>
              <a:gd name="connsiteY23-16466" fmla="*/ 1492821 h 2160513"/>
              <a:gd name="connsiteX24-16467" fmla="*/ 1714472 w 2107590"/>
              <a:gd name="connsiteY24-16468" fmla="*/ 1154684 h 2160513"/>
              <a:gd name="connsiteX25-16469" fmla="*/ 1390621 w 2107590"/>
              <a:gd name="connsiteY25-16470" fmla="*/ 1145157 h 2160513"/>
              <a:gd name="connsiteX26-16471" fmla="*/ 1342996 w 2107590"/>
              <a:gd name="connsiteY26-16472" fmla="*/ 1283270 h 2160513"/>
              <a:gd name="connsiteX27-16473" fmla="*/ 1042958 w 2107590"/>
              <a:gd name="connsiteY27-16474" fmla="*/ 983235 h 2160513"/>
              <a:gd name="connsiteX28-16475" fmla="*/ 1314421 w 2107590"/>
              <a:gd name="connsiteY28-16476" fmla="*/ 776064 h 2160513"/>
              <a:gd name="connsiteX29-16477" fmla="*/ 878652 w 2107590"/>
              <a:gd name="connsiteY29-16478" fmla="*/ 514127 h 2160513"/>
              <a:gd name="connsiteX30-16479" fmla="*/ 516702 w 2107590"/>
              <a:gd name="connsiteY30-16480" fmla="*/ 737964 h 2160513"/>
              <a:gd name="connsiteX31-16481" fmla="*/ 828646 w 2107590"/>
              <a:gd name="connsiteY31-16482" fmla="*/ 945133 h 2160513"/>
              <a:gd name="connsiteX32-16483" fmla="*/ 373827 w 2107590"/>
              <a:gd name="connsiteY32-16484" fmla="*/ 852264 h 2160513"/>
              <a:gd name="connsiteX33-16485" fmla="*/ 935802 w 2107590"/>
              <a:gd name="connsiteY33-16486" fmla="*/ 390302 h 2160513"/>
              <a:gd name="connsiteX34-16487" fmla="*/ 1445389 w 2107590"/>
              <a:gd name="connsiteY34-16488" fmla="*/ 754633 h 2160513"/>
              <a:gd name="connsiteX35-16489" fmla="*/ 1383477 w 2107590"/>
              <a:gd name="connsiteY35-16490" fmla="*/ 857027 h 2160513"/>
              <a:gd name="connsiteX36-16491" fmla="*/ 1643033 w 2107590"/>
              <a:gd name="connsiteY36-16492" fmla="*/ 611758 h 2160513"/>
              <a:gd name="connsiteX37-16493" fmla="*/ 1795433 w 2107590"/>
              <a:gd name="connsiteY37-16494" fmla="*/ 723677 h 2160513"/>
              <a:gd name="connsiteX38-16495" fmla="*/ 1889668 w 2107590"/>
              <a:gd name="connsiteY38-16496" fmla="*/ 1175665 h 2160513"/>
              <a:gd name="connsiteX39-16497" fmla="*/ 1912797 w 2107590"/>
              <a:gd name="connsiteY39-16498" fmla="*/ 1135089 h 2160513"/>
              <a:gd name="connsiteX40-16499" fmla="*/ 1775980 w 2107590"/>
              <a:gd name="connsiteY40-16500" fmla="*/ 1553577 h 2160513"/>
              <a:gd name="connsiteX41-16501" fmla="*/ 1235792 w 2107590"/>
              <a:gd name="connsiteY41-16502" fmla="*/ 1580715 h 2160513"/>
              <a:gd name="connsiteX42-16503" fmla="*/ 1344220 w 2107590"/>
              <a:gd name="connsiteY42-16504" fmla="*/ 1905742 h 2160513"/>
              <a:gd name="connsiteX0-16505" fmla="*/ 1575697 w 2107590"/>
              <a:gd name="connsiteY0-16506" fmla="*/ 2160513 h 2160513"/>
              <a:gd name="connsiteX1-16507" fmla="*/ 956854 w 2107590"/>
              <a:gd name="connsiteY1-16508" fmla="*/ 1258279 h 2160513"/>
              <a:gd name="connsiteX2-16509" fmla="*/ 863892 w 2107590"/>
              <a:gd name="connsiteY2-16510" fmla="*/ 1345253 h 2160513"/>
              <a:gd name="connsiteX3-16511" fmla="*/ 1026241 w 2107590"/>
              <a:gd name="connsiteY3-16512" fmla="*/ 1144473 h 2160513"/>
              <a:gd name="connsiteX4-16513" fmla="*/ 908876 w 2107590"/>
              <a:gd name="connsiteY4-16514" fmla="*/ 743032 h 2160513"/>
              <a:gd name="connsiteX5-16515" fmla="*/ 1054863 w 2107590"/>
              <a:gd name="connsiteY5-16516" fmla="*/ 807021 h 2160513"/>
              <a:gd name="connsiteX6-16517" fmla="*/ 766732 w 2107590"/>
              <a:gd name="connsiteY6-16518" fmla="*/ 928463 h 2160513"/>
              <a:gd name="connsiteX7-16519" fmla="*/ 228569 w 2107590"/>
              <a:gd name="connsiteY7-16520" fmla="*/ 1030857 h 2160513"/>
              <a:gd name="connsiteX8-16521" fmla="*/ 102364 w 2107590"/>
              <a:gd name="connsiteY8-16522" fmla="*/ 578421 h 2160513"/>
              <a:gd name="connsiteX9-16523" fmla="*/ 334972 w 2107590"/>
              <a:gd name="connsiteY9-16524" fmla="*/ 266829 h 2160513"/>
              <a:gd name="connsiteX10-16525" fmla="*/ 754827 w 2107590"/>
              <a:gd name="connsiteY10-16526" fmla="*/ 47401 h 2160513"/>
              <a:gd name="connsiteX11-16527" fmla="*/ 759590 w 2107590"/>
              <a:gd name="connsiteY11-16528" fmla="*/ 95027 h 2160513"/>
              <a:gd name="connsiteX12-16529" fmla="*/ 771497 w 2107590"/>
              <a:gd name="connsiteY12-16530" fmla="*/ 35497 h 2160513"/>
              <a:gd name="connsiteX13-16531" fmla="*/ 1341273 w 2107590"/>
              <a:gd name="connsiteY13-16532" fmla="*/ 79182 h 2160513"/>
              <a:gd name="connsiteX14-16533" fmla="*/ 1369190 w 2107590"/>
              <a:gd name="connsiteY14-16534" fmla="*/ 92646 h 2160513"/>
              <a:gd name="connsiteX15-16535" fmla="*/ 1772045 w 2107590"/>
              <a:gd name="connsiteY15-16536" fmla="*/ 359840 h 2160513"/>
              <a:gd name="connsiteX16-16537" fmla="*/ 1752572 w 2107590"/>
              <a:gd name="connsiteY16-16538" fmla="*/ 342677 h 2160513"/>
              <a:gd name="connsiteX17-16539" fmla="*/ 2013140 w 2107590"/>
              <a:gd name="connsiteY17-16540" fmla="*/ 736265 h 2160513"/>
              <a:gd name="connsiteX18-16541" fmla="*/ 2004983 w 2107590"/>
              <a:gd name="connsiteY18-16542" fmla="*/ 716533 h 2160513"/>
              <a:gd name="connsiteX19-16543" fmla="*/ 2095472 w 2107590"/>
              <a:gd name="connsiteY19-16544" fmla="*/ 1073721 h 2160513"/>
              <a:gd name="connsiteX20-16545" fmla="*/ 1826390 w 2107590"/>
              <a:gd name="connsiteY20-16546" fmla="*/ 1311846 h 2160513"/>
              <a:gd name="connsiteX21-16547" fmla="*/ 1821627 w 2107590"/>
              <a:gd name="connsiteY21-16548" fmla="*/ 1264221 h 2160513"/>
              <a:gd name="connsiteX22-16549" fmla="*/ 1488252 w 2107590"/>
              <a:gd name="connsiteY22-16550" fmla="*/ 1595214 h 2160513"/>
              <a:gd name="connsiteX23-16551" fmla="*/ 1388239 w 2107590"/>
              <a:gd name="connsiteY23-16552" fmla="*/ 1492821 h 2160513"/>
              <a:gd name="connsiteX24-16553" fmla="*/ 1714472 w 2107590"/>
              <a:gd name="connsiteY24-16554" fmla="*/ 1154684 h 2160513"/>
              <a:gd name="connsiteX25-16555" fmla="*/ 1390621 w 2107590"/>
              <a:gd name="connsiteY25-16556" fmla="*/ 1145157 h 2160513"/>
              <a:gd name="connsiteX26-16557" fmla="*/ 1342996 w 2107590"/>
              <a:gd name="connsiteY26-16558" fmla="*/ 1283270 h 2160513"/>
              <a:gd name="connsiteX27-16559" fmla="*/ 1042958 w 2107590"/>
              <a:gd name="connsiteY27-16560" fmla="*/ 983235 h 2160513"/>
              <a:gd name="connsiteX28-16561" fmla="*/ 1314421 w 2107590"/>
              <a:gd name="connsiteY28-16562" fmla="*/ 776064 h 2160513"/>
              <a:gd name="connsiteX29-16563" fmla="*/ 878652 w 2107590"/>
              <a:gd name="connsiteY29-16564" fmla="*/ 514127 h 2160513"/>
              <a:gd name="connsiteX30-16565" fmla="*/ 516702 w 2107590"/>
              <a:gd name="connsiteY30-16566" fmla="*/ 737964 h 2160513"/>
              <a:gd name="connsiteX31-16567" fmla="*/ 828646 w 2107590"/>
              <a:gd name="connsiteY31-16568" fmla="*/ 945133 h 2160513"/>
              <a:gd name="connsiteX32-16569" fmla="*/ 373827 w 2107590"/>
              <a:gd name="connsiteY32-16570" fmla="*/ 852264 h 2160513"/>
              <a:gd name="connsiteX33-16571" fmla="*/ 935802 w 2107590"/>
              <a:gd name="connsiteY33-16572" fmla="*/ 390302 h 2160513"/>
              <a:gd name="connsiteX34-16573" fmla="*/ 1445389 w 2107590"/>
              <a:gd name="connsiteY34-16574" fmla="*/ 754633 h 2160513"/>
              <a:gd name="connsiteX35-16575" fmla="*/ 1383477 w 2107590"/>
              <a:gd name="connsiteY35-16576" fmla="*/ 857027 h 2160513"/>
              <a:gd name="connsiteX36-16577" fmla="*/ 1643033 w 2107590"/>
              <a:gd name="connsiteY36-16578" fmla="*/ 611758 h 2160513"/>
              <a:gd name="connsiteX37-16579" fmla="*/ 1795433 w 2107590"/>
              <a:gd name="connsiteY37-16580" fmla="*/ 723677 h 2160513"/>
              <a:gd name="connsiteX38-16581" fmla="*/ 1889668 w 2107590"/>
              <a:gd name="connsiteY38-16582" fmla="*/ 1175665 h 2160513"/>
              <a:gd name="connsiteX39-16583" fmla="*/ 1912797 w 2107590"/>
              <a:gd name="connsiteY39-16584" fmla="*/ 1135089 h 2160513"/>
              <a:gd name="connsiteX40-16585" fmla="*/ 1775980 w 2107590"/>
              <a:gd name="connsiteY40-16586" fmla="*/ 1553577 h 2160513"/>
              <a:gd name="connsiteX41-16587" fmla="*/ 1235792 w 2107590"/>
              <a:gd name="connsiteY41-16588" fmla="*/ 1580715 h 2160513"/>
              <a:gd name="connsiteX42-16589" fmla="*/ 1344220 w 2107590"/>
              <a:gd name="connsiteY42-16590" fmla="*/ 1905742 h 2160513"/>
              <a:gd name="connsiteX0-16591" fmla="*/ 1575697 w 2107590"/>
              <a:gd name="connsiteY0-16592" fmla="*/ 2160513 h 2160513"/>
              <a:gd name="connsiteX1-16593" fmla="*/ 956854 w 2107590"/>
              <a:gd name="connsiteY1-16594" fmla="*/ 1258279 h 2160513"/>
              <a:gd name="connsiteX2-16595" fmla="*/ 863892 w 2107590"/>
              <a:gd name="connsiteY2-16596" fmla="*/ 1345253 h 2160513"/>
              <a:gd name="connsiteX3-16597" fmla="*/ 1026241 w 2107590"/>
              <a:gd name="connsiteY3-16598" fmla="*/ 1144473 h 2160513"/>
              <a:gd name="connsiteX4-16599" fmla="*/ 908876 w 2107590"/>
              <a:gd name="connsiteY4-16600" fmla="*/ 743032 h 2160513"/>
              <a:gd name="connsiteX5-16601" fmla="*/ 1054863 w 2107590"/>
              <a:gd name="connsiteY5-16602" fmla="*/ 807021 h 2160513"/>
              <a:gd name="connsiteX6-16603" fmla="*/ 766732 w 2107590"/>
              <a:gd name="connsiteY6-16604" fmla="*/ 928463 h 2160513"/>
              <a:gd name="connsiteX7-16605" fmla="*/ 228569 w 2107590"/>
              <a:gd name="connsiteY7-16606" fmla="*/ 1030857 h 2160513"/>
              <a:gd name="connsiteX8-16607" fmla="*/ 102364 w 2107590"/>
              <a:gd name="connsiteY8-16608" fmla="*/ 578421 h 2160513"/>
              <a:gd name="connsiteX9-16609" fmla="*/ 334972 w 2107590"/>
              <a:gd name="connsiteY9-16610" fmla="*/ 266829 h 2160513"/>
              <a:gd name="connsiteX10-16611" fmla="*/ 754827 w 2107590"/>
              <a:gd name="connsiteY10-16612" fmla="*/ 47401 h 2160513"/>
              <a:gd name="connsiteX11-16613" fmla="*/ 759590 w 2107590"/>
              <a:gd name="connsiteY11-16614" fmla="*/ 95027 h 2160513"/>
              <a:gd name="connsiteX12-16615" fmla="*/ 771497 w 2107590"/>
              <a:gd name="connsiteY12-16616" fmla="*/ 35497 h 2160513"/>
              <a:gd name="connsiteX13-16617" fmla="*/ 1341273 w 2107590"/>
              <a:gd name="connsiteY13-16618" fmla="*/ 79182 h 2160513"/>
              <a:gd name="connsiteX14-16619" fmla="*/ 1369190 w 2107590"/>
              <a:gd name="connsiteY14-16620" fmla="*/ 92646 h 2160513"/>
              <a:gd name="connsiteX15-16621" fmla="*/ 1772045 w 2107590"/>
              <a:gd name="connsiteY15-16622" fmla="*/ 359840 h 2160513"/>
              <a:gd name="connsiteX16-16623" fmla="*/ 1752572 w 2107590"/>
              <a:gd name="connsiteY16-16624" fmla="*/ 342677 h 2160513"/>
              <a:gd name="connsiteX17-16625" fmla="*/ 2013140 w 2107590"/>
              <a:gd name="connsiteY17-16626" fmla="*/ 736265 h 2160513"/>
              <a:gd name="connsiteX18-16627" fmla="*/ 2004983 w 2107590"/>
              <a:gd name="connsiteY18-16628" fmla="*/ 716533 h 2160513"/>
              <a:gd name="connsiteX19-16629" fmla="*/ 2095472 w 2107590"/>
              <a:gd name="connsiteY19-16630" fmla="*/ 1073721 h 2160513"/>
              <a:gd name="connsiteX20-16631" fmla="*/ 1826390 w 2107590"/>
              <a:gd name="connsiteY20-16632" fmla="*/ 1311846 h 2160513"/>
              <a:gd name="connsiteX21-16633" fmla="*/ 1821627 w 2107590"/>
              <a:gd name="connsiteY21-16634" fmla="*/ 1264221 h 2160513"/>
              <a:gd name="connsiteX22-16635" fmla="*/ 1488252 w 2107590"/>
              <a:gd name="connsiteY22-16636" fmla="*/ 1595214 h 2160513"/>
              <a:gd name="connsiteX23-16637" fmla="*/ 1388239 w 2107590"/>
              <a:gd name="connsiteY23-16638" fmla="*/ 1492821 h 2160513"/>
              <a:gd name="connsiteX24-16639" fmla="*/ 1714472 w 2107590"/>
              <a:gd name="connsiteY24-16640" fmla="*/ 1154684 h 2160513"/>
              <a:gd name="connsiteX25-16641" fmla="*/ 1390621 w 2107590"/>
              <a:gd name="connsiteY25-16642" fmla="*/ 1145157 h 2160513"/>
              <a:gd name="connsiteX26-16643" fmla="*/ 1342996 w 2107590"/>
              <a:gd name="connsiteY26-16644" fmla="*/ 1283270 h 2160513"/>
              <a:gd name="connsiteX27-16645" fmla="*/ 1042958 w 2107590"/>
              <a:gd name="connsiteY27-16646" fmla="*/ 983235 h 2160513"/>
              <a:gd name="connsiteX28-16647" fmla="*/ 1314421 w 2107590"/>
              <a:gd name="connsiteY28-16648" fmla="*/ 776064 h 2160513"/>
              <a:gd name="connsiteX29-16649" fmla="*/ 878652 w 2107590"/>
              <a:gd name="connsiteY29-16650" fmla="*/ 514127 h 2160513"/>
              <a:gd name="connsiteX30-16651" fmla="*/ 516702 w 2107590"/>
              <a:gd name="connsiteY30-16652" fmla="*/ 737964 h 2160513"/>
              <a:gd name="connsiteX31-16653" fmla="*/ 828646 w 2107590"/>
              <a:gd name="connsiteY31-16654" fmla="*/ 945133 h 2160513"/>
              <a:gd name="connsiteX32-16655" fmla="*/ 373827 w 2107590"/>
              <a:gd name="connsiteY32-16656" fmla="*/ 852264 h 2160513"/>
              <a:gd name="connsiteX33-16657" fmla="*/ 935802 w 2107590"/>
              <a:gd name="connsiteY33-16658" fmla="*/ 390302 h 2160513"/>
              <a:gd name="connsiteX34-16659" fmla="*/ 1445389 w 2107590"/>
              <a:gd name="connsiteY34-16660" fmla="*/ 754633 h 2160513"/>
              <a:gd name="connsiteX35-16661" fmla="*/ 1383477 w 2107590"/>
              <a:gd name="connsiteY35-16662" fmla="*/ 857027 h 2160513"/>
              <a:gd name="connsiteX36-16663" fmla="*/ 1643033 w 2107590"/>
              <a:gd name="connsiteY36-16664" fmla="*/ 611758 h 2160513"/>
              <a:gd name="connsiteX37-16665" fmla="*/ 1795433 w 2107590"/>
              <a:gd name="connsiteY37-16666" fmla="*/ 723677 h 2160513"/>
              <a:gd name="connsiteX38-16667" fmla="*/ 1889668 w 2107590"/>
              <a:gd name="connsiteY38-16668" fmla="*/ 1175665 h 2160513"/>
              <a:gd name="connsiteX39-16669" fmla="*/ 1912797 w 2107590"/>
              <a:gd name="connsiteY39-16670" fmla="*/ 1135089 h 2160513"/>
              <a:gd name="connsiteX40-16671" fmla="*/ 1775980 w 2107590"/>
              <a:gd name="connsiteY40-16672" fmla="*/ 1553577 h 2160513"/>
              <a:gd name="connsiteX41-16673" fmla="*/ 1235792 w 2107590"/>
              <a:gd name="connsiteY41-16674" fmla="*/ 1580715 h 2160513"/>
              <a:gd name="connsiteX42-16675" fmla="*/ 1344220 w 2107590"/>
              <a:gd name="connsiteY42-16676" fmla="*/ 1905742 h 2160513"/>
              <a:gd name="connsiteX0-16677" fmla="*/ 1575697 w 2107590"/>
              <a:gd name="connsiteY0-16678" fmla="*/ 2160513 h 2160513"/>
              <a:gd name="connsiteX1-16679" fmla="*/ 956854 w 2107590"/>
              <a:gd name="connsiteY1-16680" fmla="*/ 1258279 h 2160513"/>
              <a:gd name="connsiteX2-16681" fmla="*/ 863892 w 2107590"/>
              <a:gd name="connsiteY2-16682" fmla="*/ 1345253 h 2160513"/>
              <a:gd name="connsiteX3-16683" fmla="*/ 1026241 w 2107590"/>
              <a:gd name="connsiteY3-16684" fmla="*/ 1144473 h 2160513"/>
              <a:gd name="connsiteX4-16685" fmla="*/ 908876 w 2107590"/>
              <a:gd name="connsiteY4-16686" fmla="*/ 743032 h 2160513"/>
              <a:gd name="connsiteX5-16687" fmla="*/ 1054863 w 2107590"/>
              <a:gd name="connsiteY5-16688" fmla="*/ 807021 h 2160513"/>
              <a:gd name="connsiteX6-16689" fmla="*/ 766732 w 2107590"/>
              <a:gd name="connsiteY6-16690" fmla="*/ 928463 h 2160513"/>
              <a:gd name="connsiteX7-16691" fmla="*/ 228569 w 2107590"/>
              <a:gd name="connsiteY7-16692" fmla="*/ 1030857 h 2160513"/>
              <a:gd name="connsiteX8-16693" fmla="*/ 102364 w 2107590"/>
              <a:gd name="connsiteY8-16694" fmla="*/ 578421 h 2160513"/>
              <a:gd name="connsiteX9-16695" fmla="*/ 334972 w 2107590"/>
              <a:gd name="connsiteY9-16696" fmla="*/ 266829 h 2160513"/>
              <a:gd name="connsiteX10-16697" fmla="*/ 754827 w 2107590"/>
              <a:gd name="connsiteY10-16698" fmla="*/ 47401 h 2160513"/>
              <a:gd name="connsiteX11-16699" fmla="*/ 759590 w 2107590"/>
              <a:gd name="connsiteY11-16700" fmla="*/ 95027 h 2160513"/>
              <a:gd name="connsiteX12-16701" fmla="*/ 771497 w 2107590"/>
              <a:gd name="connsiteY12-16702" fmla="*/ 35497 h 2160513"/>
              <a:gd name="connsiteX13-16703" fmla="*/ 1341273 w 2107590"/>
              <a:gd name="connsiteY13-16704" fmla="*/ 79182 h 2160513"/>
              <a:gd name="connsiteX14-16705" fmla="*/ 1369190 w 2107590"/>
              <a:gd name="connsiteY14-16706" fmla="*/ 92646 h 2160513"/>
              <a:gd name="connsiteX15-16707" fmla="*/ 1772045 w 2107590"/>
              <a:gd name="connsiteY15-16708" fmla="*/ 359840 h 2160513"/>
              <a:gd name="connsiteX16-16709" fmla="*/ 1752572 w 2107590"/>
              <a:gd name="connsiteY16-16710" fmla="*/ 342677 h 2160513"/>
              <a:gd name="connsiteX17-16711" fmla="*/ 2013140 w 2107590"/>
              <a:gd name="connsiteY17-16712" fmla="*/ 736265 h 2160513"/>
              <a:gd name="connsiteX18-16713" fmla="*/ 2004983 w 2107590"/>
              <a:gd name="connsiteY18-16714" fmla="*/ 716533 h 2160513"/>
              <a:gd name="connsiteX19-16715" fmla="*/ 2095472 w 2107590"/>
              <a:gd name="connsiteY19-16716" fmla="*/ 1073721 h 2160513"/>
              <a:gd name="connsiteX20-16717" fmla="*/ 1826390 w 2107590"/>
              <a:gd name="connsiteY20-16718" fmla="*/ 1311846 h 2160513"/>
              <a:gd name="connsiteX21-16719" fmla="*/ 1821627 w 2107590"/>
              <a:gd name="connsiteY21-16720" fmla="*/ 1264221 h 2160513"/>
              <a:gd name="connsiteX22-16721" fmla="*/ 1488252 w 2107590"/>
              <a:gd name="connsiteY22-16722" fmla="*/ 1595214 h 2160513"/>
              <a:gd name="connsiteX23-16723" fmla="*/ 1388239 w 2107590"/>
              <a:gd name="connsiteY23-16724" fmla="*/ 1492821 h 2160513"/>
              <a:gd name="connsiteX24-16725" fmla="*/ 1714472 w 2107590"/>
              <a:gd name="connsiteY24-16726" fmla="*/ 1154684 h 2160513"/>
              <a:gd name="connsiteX25-16727" fmla="*/ 1390621 w 2107590"/>
              <a:gd name="connsiteY25-16728" fmla="*/ 1145157 h 2160513"/>
              <a:gd name="connsiteX26-16729" fmla="*/ 1342996 w 2107590"/>
              <a:gd name="connsiteY26-16730" fmla="*/ 1283270 h 2160513"/>
              <a:gd name="connsiteX27-16731" fmla="*/ 1042958 w 2107590"/>
              <a:gd name="connsiteY27-16732" fmla="*/ 983235 h 2160513"/>
              <a:gd name="connsiteX28-16733" fmla="*/ 1314421 w 2107590"/>
              <a:gd name="connsiteY28-16734" fmla="*/ 776064 h 2160513"/>
              <a:gd name="connsiteX29-16735" fmla="*/ 878652 w 2107590"/>
              <a:gd name="connsiteY29-16736" fmla="*/ 514127 h 2160513"/>
              <a:gd name="connsiteX30-16737" fmla="*/ 516702 w 2107590"/>
              <a:gd name="connsiteY30-16738" fmla="*/ 737964 h 2160513"/>
              <a:gd name="connsiteX31-16739" fmla="*/ 828646 w 2107590"/>
              <a:gd name="connsiteY31-16740" fmla="*/ 945133 h 2160513"/>
              <a:gd name="connsiteX32-16741" fmla="*/ 373827 w 2107590"/>
              <a:gd name="connsiteY32-16742" fmla="*/ 852264 h 2160513"/>
              <a:gd name="connsiteX33-16743" fmla="*/ 935802 w 2107590"/>
              <a:gd name="connsiteY33-16744" fmla="*/ 390302 h 2160513"/>
              <a:gd name="connsiteX34-16745" fmla="*/ 1445389 w 2107590"/>
              <a:gd name="connsiteY34-16746" fmla="*/ 754633 h 2160513"/>
              <a:gd name="connsiteX35-16747" fmla="*/ 1383477 w 2107590"/>
              <a:gd name="connsiteY35-16748" fmla="*/ 857027 h 2160513"/>
              <a:gd name="connsiteX36-16749" fmla="*/ 1643033 w 2107590"/>
              <a:gd name="connsiteY36-16750" fmla="*/ 611758 h 2160513"/>
              <a:gd name="connsiteX37-16751" fmla="*/ 1795433 w 2107590"/>
              <a:gd name="connsiteY37-16752" fmla="*/ 723677 h 2160513"/>
              <a:gd name="connsiteX38-16753" fmla="*/ 1889668 w 2107590"/>
              <a:gd name="connsiteY38-16754" fmla="*/ 1175665 h 2160513"/>
              <a:gd name="connsiteX39-16755" fmla="*/ 1912797 w 2107590"/>
              <a:gd name="connsiteY39-16756" fmla="*/ 1135089 h 2160513"/>
              <a:gd name="connsiteX40-16757" fmla="*/ 1775980 w 2107590"/>
              <a:gd name="connsiteY40-16758" fmla="*/ 1553577 h 2160513"/>
              <a:gd name="connsiteX41-16759" fmla="*/ 1235792 w 2107590"/>
              <a:gd name="connsiteY41-16760" fmla="*/ 1580715 h 2160513"/>
              <a:gd name="connsiteX42-16761" fmla="*/ 1344220 w 2107590"/>
              <a:gd name="connsiteY42-16762" fmla="*/ 1905742 h 2160513"/>
              <a:gd name="connsiteX0-16763" fmla="*/ 1575697 w 2107590"/>
              <a:gd name="connsiteY0-16764" fmla="*/ 2160513 h 2160513"/>
              <a:gd name="connsiteX1-16765" fmla="*/ 956854 w 2107590"/>
              <a:gd name="connsiteY1-16766" fmla="*/ 1258279 h 2160513"/>
              <a:gd name="connsiteX2-16767" fmla="*/ 863892 w 2107590"/>
              <a:gd name="connsiteY2-16768" fmla="*/ 1345253 h 2160513"/>
              <a:gd name="connsiteX3-16769" fmla="*/ 1026241 w 2107590"/>
              <a:gd name="connsiteY3-16770" fmla="*/ 1144473 h 2160513"/>
              <a:gd name="connsiteX4-16771" fmla="*/ 908876 w 2107590"/>
              <a:gd name="connsiteY4-16772" fmla="*/ 743032 h 2160513"/>
              <a:gd name="connsiteX5-16773" fmla="*/ 1054863 w 2107590"/>
              <a:gd name="connsiteY5-16774" fmla="*/ 807021 h 2160513"/>
              <a:gd name="connsiteX6-16775" fmla="*/ 766732 w 2107590"/>
              <a:gd name="connsiteY6-16776" fmla="*/ 928463 h 2160513"/>
              <a:gd name="connsiteX7-16777" fmla="*/ 228569 w 2107590"/>
              <a:gd name="connsiteY7-16778" fmla="*/ 1030857 h 2160513"/>
              <a:gd name="connsiteX8-16779" fmla="*/ 102364 w 2107590"/>
              <a:gd name="connsiteY8-16780" fmla="*/ 578421 h 2160513"/>
              <a:gd name="connsiteX9-16781" fmla="*/ 334972 w 2107590"/>
              <a:gd name="connsiteY9-16782" fmla="*/ 266829 h 2160513"/>
              <a:gd name="connsiteX10-16783" fmla="*/ 754827 w 2107590"/>
              <a:gd name="connsiteY10-16784" fmla="*/ 47401 h 2160513"/>
              <a:gd name="connsiteX11-16785" fmla="*/ 759590 w 2107590"/>
              <a:gd name="connsiteY11-16786" fmla="*/ 95027 h 2160513"/>
              <a:gd name="connsiteX12-16787" fmla="*/ 771497 w 2107590"/>
              <a:gd name="connsiteY12-16788" fmla="*/ 35497 h 2160513"/>
              <a:gd name="connsiteX13-16789" fmla="*/ 1341273 w 2107590"/>
              <a:gd name="connsiteY13-16790" fmla="*/ 79182 h 2160513"/>
              <a:gd name="connsiteX14-16791" fmla="*/ 1369190 w 2107590"/>
              <a:gd name="connsiteY14-16792" fmla="*/ 92646 h 2160513"/>
              <a:gd name="connsiteX15-16793" fmla="*/ 1772045 w 2107590"/>
              <a:gd name="connsiteY15-16794" fmla="*/ 359840 h 2160513"/>
              <a:gd name="connsiteX16-16795" fmla="*/ 1752572 w 2107590"/>
              <a:gd name="connsiteY16-16796" fmla="*/ 342677 h 2160513"/>
              <a:gd name="connsiteX17-16797" fmla="*/ 2013140 w 2107590"/>
              <a:gd name="connsiteY17-16798" fmla="*/ 736265 h 2160513"/>
              <a:gd name="connsiteX18-16799" fmla="*/ 2004983 w 2107590"/>
              <a:gd name="connsiteY18-16800" fmla="*/ 716533 h 2160513"/>
              <a:gd name="connsiteX19-16801" fmla="*/ 2095472 w 2107590"/>
              <a:gd name="connsiteY19-16802" fmla="*/ 1073721 h 2160513"/>
              <a:gd name="connsiteX20-16803" fmla="*/ 1826390 w 2107590"/>
              <a:gd name="connsiteY20-16804" fmla="*/ 1311846 h 2160513"/>
              <a:gd name="connsiteX21-16805" fmla="*/ 1821627 w 2107590"/>
              <a:gd name="connsiteY21-16806" fmla="*/ 1264221 h 2160513"/>
              <a:gd name="connsiteX22-16807" fmla="*/ 1488252 w 2107590"/>
              <a:gd name="connsiteY22-16808" fmla="*/ 1595214 h 2160513"/>
              <a:gd name="connsiteX23-16809" fmla="*/ 1388239 w 2107590"/>
              <a:gd name="connsiteY23-16810" fmla="*/ 1492821 h 2160513"/>
              <a:gd name="connsiteX24-16811" fmla="*/ 1714472 w 2107590"/>
              <a:gd name="connsiteY24-16812" fmla="*/ 1154684 h 2160513"/>
              <a:gd name="connsiteX25-16813" fmla="*/ 1390621 w 2107590"/>
              <a:gd name="connsiteY25-16814" fmla="*/ 1145157 h 2160513"/>
              <a:gd name="connsiteX26-16815" fmla="*/ 1342996 w 2107590"/>
              <a:gd name="connsiteY26-16816" fmla="*/ 1283270 h 2160513"/>
              <a:gd name="connsiteX27-16817" fmla="*/ 1042958 w 2107590"/>
              <a:gd name="connsiteY27-16818" fmla="*/ 983235 h 2160513"/>
              <a:gd name="connsiteX28-16819" fmla="*/ 1314421 w 2107590"/>
              <a:gd name="connsiteY28-16820" fmla="*/ 776064 h 2160513"/>
              <a:gd name="connsiteX29-16821" fmla="*/ 914371 w 2107590"/>
              <a:gd name="connsiteY29-16822" fmla="*/ 511746 h 2160513"/>
              <a:gd name="connsiteX30-16823" fmla="*/ 516702 w 2107590"/>
              <a:gd name="connsiteY30-16824" fmla="*/ 737964 h 2160513"/>
              <a:gd name="connsiteX31-16825" fmla="*/ 828646 w 2107590"/>
              <a:gd name="connsiteY31-16826" fmla="*/ 945133 h 2160513"/>
              <a:gd name="connsiteX32-16827" fmla="*/ 373827 w 2107590"/>
              <a:gd name="connsiteY32-16828" fmla="*/ 852264 h 2160513"/>
              <a:gd name="connsiteX33-16829" fmla="*/ 935802 w 2107590"/>
              <a:gd name="connsiteY33-16830" fmla="*/ 390302 h 2160513"/>
              <a:gd name="connsiteX34-16831" fmla="*/ 1445389 w 2107590"/>
              <a:gd name="connsiteY34-16832" fmla="*/ 754633 h 2160513"/>
              <a:gd name="connsiteX35-16833" fmla="*/ 1383477 w 2107590"/>
              <a:gd name="connsiteY35-16834" fmla="*/ 857027 h 2160513"/>
              <a:gd name="connsiteX36-16835" fmla="*/ 1643033 w 2107590"/>
              <a:gd name="connsiteY36-16836" fmla="*/ 611758 h 2160513"/>
              <a:gd name="connsiteX37-16837" fmla="*/ 1795433 w 2107590"/>
              <a:gd name="connsiteY37-16838" fmla="*/ 723677 h 2160513"/>
              <a:gd name="connsiteX38-16839" fmla="*/ 1889668 w 2107590"/>
              <a:gd name="connsiteY38-16840" fmla="*/ 1175665 h 2160513"/>
              <a:gd name="connsiteX39-16841" fmla="*/ 1912797 w 2107590"/>
              <a:gd name="connsiteY39-16842" fmla="*/ 1135089 h 2160513"/>
              <a:gd name="connsiteX40-16843" fmla="*/ 1775980 w 2107590"/>
              <a:gd name="connsiteY40-16844" fmla="*/ 1553577 h 2160513"/>
              <a:gd name="connsiteX41-16845" fmla="*/ 1235792 w 2107590"/>
              <a:gd name="connsiteY41-16846" fmla="*/ 1580715 h 2160513"/>
              <a:gd name="connsiteX42-16847" fmla="*/ 1344220 w 2107590"/>
              <a:gd name="connsiteY42-16848" fmla="*/ 1905742 h 2160513"/>
              <a:gd name="connsiteX0-16849" fmla="*/ 1575697 w 2107590"/>
              <a:gd name="connsiteY0-16850" fmla="*/ 2160513 h 2160513"/>
              <a:gd name="connsiteX1-16851" fmla="*/ 956854 w 2107590"/>
              <a:gd name="connsiteY1-16852" fmla="*/ 1258279 h 2160513"/>
              <a:gd name="connsiteX2-16853" fmla="*/ 863892 w 2107590"/>
              <a:gd name="connsiteY2-16854" fmla="*/ 1345253 h 2160513"/>
              <a:gd name="connsiteX3-16855" fmla="*/ 1026241 w 2107590"/>
              <a:gd name="connsiteY3-16856" fmla="*/ 1144473 h 2160513"/>
              <a:gd name="connsiteX4-16857" fmla="*/ 908876 w 2107590"/>
              <a:gd name="connsiteY4-16858" fmla="*/ 743032 h 2160513"/>
              <a:gd name="connsiteX5-16859" fmla="*/ 1054863 w 2107590"/>
              <a:gd name="connsiteY5-16860" fmla="*/ 807021 h 2160513"/>
              <a:gd name="connsiteX6-16861" fmla="*/ 766732 w 2107590"/>
              <a:gd name="connsiteY6-16862" fmla="*/ 928463 h 2160513"/>
              <a:gd name="connsiteX7-16863" fmla="*/ 228569 w 2107590"/>
              <a:gd name="connsiteY7-16864" fmla="*/ 1030857 h 2160513"/>
              <a:gd name="connsiteX8-16865" fmla="*/ 102364 w 2107590"/>
              <a:gd name="connsiteY8-16866" fmla="*/ 578421 h 2160513"/>
              <a:gd name="connsiteX9-16867" fmla="*/ 334972 w 2107590"/>
              <a:gd name="connsiteY9-16868" fmla="*/ 266829 h 2160513"/>
              <a:gd name="connsiteX10-16869" fmla="*/ 754827 w 2107590"/>
              <a:gd name="connsiteY10-16870" fmla="*/ 47401 h 2160513"/>
              <a:gd name="connsiteX11-16871" fmla="*/ 759590 w 2107590"/>
              <a:gd name="connsiteY11-16872" fmla="*/ 95027 h 2160513"/>
              <a:gd name="connsiteX12-16873" fmla="*/ 771497 w 2107590"/>
              <a:gd name="connsiteY12-16874" fmla="*/ 35497 h 2160513"/>
              <a:gd name="connsiteX13-16875" fmla="*/ 1341273 w 2107590"/>
              <a:gd name="connsiteY13-16876" fmla="*/ 79182 h 2160513"/>
              <a:gd name="connsiteX14-16877" fmla="*/ 1369190 w 2107590"/>
              <a:gd name="connsiteY14-16878" fmla="*/ 92646 h 2160513"/>
              <a:gd name="connsiteX15-16879" fmla="*/ 1772045 w 2107590"/>
              <a:gd name="connsiteY15-16880" fmla="*/ 359840 h 2160513"/>
              <a:gd name="connsiteX16-16881" fmla="*/ 1752572 w 2107590"/>
              <a:gd name="connsiteY16-16882" fmla="*/ 342677 h 2160513"/>
              <a:gd name="connsiteX17-16883" fmla="*/ 2013140 w 2107590"/>
              <a:gd name="connsiteY17-16884" fmla="*/ 736265 h 2160513"/>
              <a:gd name="connsiteX18-16885" fmla="*/ 2004983 w 2107590"/>
              <a:gd name="connsiteY18-16886" fmla="*/ 716533 h 2160513"/>
              <a:gd name="connsiteX19-16887" fmla="*/ 2095472 w 2107590"/>
              <a:gd name="connsiteY19-16888" fmla="*/ 1073721 h 2160513"/>
              <a:gd name="connsiteX20-16889" fmla="*/ 1826390 w 2107590"/>
              <a:gd name="connsiteY20-16890" fmla="*/ 1311846 h 2160513"/>
              <a:gd name="connsiteX21-16891" fmla="*/ 1821627 w 2107590"/>
              <a:gd name="connsiteY21-16892" fmla="*/ 1264221 h 2160513"/>
              <a:gd name="connsiteX22-16893" fmla="*/ 1488252 w 2107590"/>
              <a:gd name="connsiteY22-16894" fmla="*/ 1595214 h 2160513"/>
              <a:gd name="connsiteX23-16895" fmla="*/ 1388239 w 2107590"/>
              <a:gd name="connsiteY23-16896" fmla="*/ 1492821 h 2160513"/>
              <a:gd name="connsiteX24-16897" fmla="*/ 1714472 w 2107590"/>
              <a:gd name="connsiteY24-16898" fmla="*/ 1154684 h 2160513"/>
              <a:gd name="connsiteX25-16899" fmla="*/ 1390621 w 2107590"/>
              <a:gd name="connsiteY25-16900" fmla="*/ 1145157 h 2160513"/>
              <a:gd name="connsiteX26-16901" fmla="*/ 1342996 w 2107590"/>
              <a:gd name="connsiteY26-16902" fmla="*/ 1283270 h 2160513"/>
              <a:gd name="connsiteX27-16903" fmla="*/ 1042958 w 2107590"/>
              <a:gd name="connsiteY27-16904" fmla="*/ 983235 h 2160513"/>
              <a:gd name="connsiteX28-16905" fmla="*/ 1314421 w 2107590"/>
              <a:gd name="connsiteY28-16906" fmla="*/ 776064 h 2160513"/>
              <a:gd name="connsiteX29-16907" fmla="*/ 914371 w 2107590"/>
              <a:gd name="connsiteY29-16908" fmla="*/ 511746 h 2160513"/>
              <a:gd name="connsiteX30-16909" fmla="*/ 516702 w 2107590"/>
              <a:gd name="connsiteY30-16910" fmla="*/ 737964 h 2160513"/>
              <a:gd name="connsiteX31-16911" fmla="*/ 828646 w 2107590"/>
              <a:gd name="connsiteY31-16912" fmla="*/ 945133 h 2160513"/>
              <a:gd name="connsiteX32-16913" fmla="*/ 373827 w 2107590"/>
              <a:gd name="connsiteY32-16914" fmla="*/ 852264 h 2160513"/>
              <a:gd name="connsiteX33-16915" fmla="*/ 935802 w 2107590"/>
              <a:gd name="connsiteY33-16916" fmla="*/ 390302 h 2160513"/>
              <a:gd name="connsiteX34-16917" fmla="*/ 1445389 w 2107590"/>
              <a:gd name="connsiteY34-16918" fmla="*/ 754633 h 2160513"/>
              <a:gd name="connsiteX35-16919" fmla="*/ 1383477 w 2107590"/>
              <a:gd name="connsiteY35-16920" fmla="*/ 857027 h 2160513"/>
              <a:gd name="connsiteX36-16921" fmla="*/ 1643033 w 2107590"/>
              <a:gd name="connsiteY36-16922" fmla="*/ 611758 h 2160513"/>
              <a:gd name="connsiteX37-16923" fmla="*/ 1795433 w 2107590"/>
              <a:gd name="connsiteY37-16924" fmla="*/ 723677 h 2160513"/>
              <a:gd name="connsiteX38-16925" fmla="*/ 1889668 w 2107590"/>
              <a:gd name="connsiteY38-16926" fmla="*/ 1175665 h 2160513"/>
              <a:gd name="connsiteX39-16927" fmla="*/ 1912797 w 2107590"/>
              <a:gd name="connsiteY39-16928" fmla="*/ 1135089 h 2160513"/>
              <a:gd name="connsiteX40-16929" fmla="*/ 1775980 w 2107590"/>
              <a:gd name="connsiteY40-16930" fmla="*/ 1553577 h 2160513"/>
              <a:gd name="connsiteX41-16931" fmla="*/ 1235792 w 2107590"/>
              <a:gd name="connsiteY41-16932" fmla="*/ 1580715 h 2160513"/>
              <a:gd name="connsiteX42-16933" fmla="*/ 1344220 w 2107590"/>
              <a:gd name="connsiteY42-16934" fmla="*/ 1905742 h 2160513"/>
              <a:gd name="connsiteX0-16935" fmla="*/ 1575697 w 2107590"/>
              <a:gd name="connsiteY0-16936" fmla="*/ 2160513 h 2160513"/>
              <a:gd name="connsiteX1-16937" fmla="*/ 956854 w 2107590"/>
              <a:gd name="connsiteY1-16938" fmla="*/ 1258279 h 2160513"/>
              <a:gd name="connsiteX2-16939" fmla="*/ 863892 w 2107590"/>
              <a:gd name="connsiteY2-16940" fmla="*/ 1345253 h 2160513"/>
              <a:gd name="connsiteX3-16941" fmla="*/ 1026241 w 2107590"/>
              <a:gd name="connsiteY3-16942" fmla="*/ 1144473 h 2160513"/>
              <a:gd name="connsiteX4-16943" fmla="*/ 908876 w 2107590"/>
              <a:gd name="connsiteY4-16944" fmla="*/ 743032 h 2160513"/>
              <a:gd name="connsiteX5-16945" fmla="*/ 1054863 w 2107590"/>
              <a:gd name="connsiteY5-16946" fmla="*/ 807021 h 2160513"/>
              <a:gd name="connsiteX6-16947" fmla="*/ 766732 w 2107590"/>
              <a:gd name="connsiteY6-16948" fmla="*/ 928463 h 2160513"/>
              <a:gd name="connsiteX7-16949" fmla="*/ 228569 w 2107590"/>
              <a:gd name="connsiteY7-16950" fmla="*/ 1030857 h 2160513"/>
              <a:gd name="connsiteX8-16951" fmla="*/ 102364 w 2107590"/>
              <a:gd name="connsiteY8-16952" fmla="*/ 578421 h 2160513"/>
              <a:gd name="connsiteX9-16953" fmla="*/ 334972 w 2107590"/>
              <a:gd name="connsiteY9-16954" fmla="*/ 266829 h 2160513"/>
              <a:gd name="connsiteX10-16955" fmla="*/ 754827 w 2107590"/>
              <a:gd name="connsiteY10-16956" fmla="*/ 47401 h 2160513"/>
              <a:gd name="connsiteX11-16957" fmla="*/ 759590 w 2107590"/>
              <a:gd name="connsiteY11-16958" fmla="*/ 95027 h 2160513"/>
              <a:gd name="connsiteX12-16959" fmla="*/ 771497 w 2107590"/>
              <a:gd name="connsiteY12-16960" fmla="*/ 35497 h 2160513"/>
              <a:gd name="connsiteX13-16961" fmla="*/ 1341273 w 2107590"/>
              <a:gd name="connsiteY13-16962" fmla="*/ 79182 h 2160513"/>
              <a:gd name="connsiteX14-16963" fmla="*/ 1369190 w 2107590"/>
              <a:gd name="connsiteY14-16964" fmla="*/ 92646 h 2160513"/>
              <a:gd name="connsiteX15-16965" fmla="*/ 1772045 w 2107590"/>
              <a:gd name="connsiteY15-16966" fmla="*/ 359840 h 2160513"/>
              <a:gd name="connsiteX16-16967" fmla="*/ 1752572 w 2107590"/>
              <a:gd name="connsiteY16-16968" fmla="*/ 342677 h 2160513"/>
              <a:gd name="connsiteX17-16969" fmla="*/ 2013140 w 2107590"/>
              <a:gd name="connsiteY17-16970" fmla="*/ 736265 h 2160513"/>
              <a:gd name="connsiteX18-16971" fmla="*/ 2004983 w 2107590"/>
              <a:gd name="connsiteY18-16972" fmla="*/ 716533 h 2160513"/>
              <a:gd name="connsiteX19-16973" fmla="*/ 2095472 w 2107590"/>
              <a:gd name="connsiteY19-16974" fmla="*/ 1073721 h 2160513"/>
              <a:gd name="connsiteX20-16975" fmla="*/ 1826390 w 2107590"/>
              <a:gd name="connsiteY20-16976" fmla="*/ 1311846 h 2160513"/>
              <a:gd name="connsiteX21-16977" fmla="*/ 1821627 w 2107590"/>
              <a:gd name="connsiteY21-16978" fmla="*/ 1264221 h 2160513"/>
              <a:gd name="connsiteX22-16979" fmla="*/ 1488252 w 2107590"/>
              <a:gd name="connsiteY22-16980" fmla="*/ 1595214 h 2160513"/>
              <a:gd name="connsiteX23-16981" fmla="*/ 1388239 w 2107590"/>
              <a:gd name="connsiteY23-16982" fmla="*/ 1492821 h 2160513"/>
              <a:gd name="connsiteX24-16983" fmla="*/ 1714472 w 2107590"/>
              <a:gd name="connsiteY24-16984" fmla="*/ 1154684 h 2160513"/>
              <a:gd name="connsiteX25-16985" fmla="*/ 1390621 w 2107590"/>
              <a:gd name="connsiteY25-16986" fmla="*/ 1145157 h 2160513"/>
              <a:gd name="connsiteX26-16987" fmla="*/ 1342996 w 2107590"/>
              <a:gd name="connsiteY26-16988" fmla="*/ 1283270 h 2160513"/>
              <a:gd name="connsiteX27-16989" fmla="*/ 1042958 w 2107590"/>
              <a:gd name="connsiteY27-16990" fmla="*/ 983235 h 2160513"/>
              <a:gd name="connsiteX28-16991" fmla="*/ 1309658 w 2107590"/>
              <a:gd name="connsiteY28-16992" fmla="*/ 790352 h 2160513"/>
              <a:gd name="connsiteX29-16993" fmla="*/ 914371 w 2107590"/>
              <a:gd name="connsiteY29-16994" fmla="*/ 511746 h 2160513"/>
              <a:gd name="connsiteX30-16995" fmla="*/ 516702 w 2107590"/>
              <a:gd name="connsiteY30-16996" fmla="*/ 737964 h 2160513"/>
              <a:gd name="connsiteX31-16997" fmla="*/ 828646 w 2107590"/>
              <a:gd name="connsiteY31-16998" fmla="*/ 945133 h 2160513"/>
              <a:gd name="connsiteX32-16999" fmla="*/ 373827 w 2107590"/>
              <a:gd name="connsiteY32-17000" fmla="*/ 852264 h 2160513"/>
              <a:gd name="connsiteX33-17001" fmla="*/ 935802 w 2107590"/>
              <a:gd name="connsiteY33-17002" fmla="*/ 390302 h 2160513"/>
              <a:gd name="connsiteX34-17003" fmla="*/ 1445389 w 2107590"/>
              <a:gd name="connsiteY34-17004" fmla="*/ 754633 h 2160513"/>
              <a:gd name="connsiteX35-17005" fmla="*/ 1383477 w 2107590"/>
              <a:gd name="connsiteY35-17006" fmla="*/ 857027 h 2160513"/>
              <a:gd name="connsiteX36-17007" fmla="*/ 1643033 w 2107590"/>
              <a:gd name="connsiteY36-17008" fmla="*/ 611758 h 2160513"/>
              <a:gd name="connsiteX37-17009" fmla="*/ 1795433 w 2107590"/>
              <a:gd name="connsiteY37-17010" fmla="*/ 723677 h 2160513"/>
              <a:gd name="connsiteX38-17011" fmla="*/ 1889668 w 2107590"/>
              <a:gd name="connsiteY38-17012" fmla="*/ 1175665 h 2160513"/>
              <a:gd name="connsiteX39-17013" fmla="*/ 1912797 w 2107590"/>
              <a:gd name="connsiteY39-17014" fmla="*/ 1135089 h 2160513"/>
              <a:gd name="connsiteX40-17015" fmla="*/ 1775980 w 2107590"/>
              <a:gd name="connsiteY40-17016" fmla="*/ 1553577 h 2160513"/>
              <a:gd name="connsiteX41-17017" fmla="*/ 1235792 w 2107590"/>
              <a:gd name="connsiteY41-17018" fmla="*/ 1580715 h 2160513"/>
              <a:gd name="connsiteX42-17019" fmla="*/ 1344220 w 2107590"/>
              <a:gd name="connsiteY42-17020" fmla="*/ 1905742 h 2160513"/>
              <a:gd name="connsiteX0-17021" fmla="*/ 1575697 w 2107590"/>
              <a:gd name="connsiteY0-17022" fmla="*/ 2160513 h 2160513"/>
              <a:gd name="connsiteX1-17023" fmla="*/ 956854 w 2107590"/>
              <a:gd name="connsiteY1-17024" fmla="*/ 1258279 h 2160513"/>
              <a:gd name="connsiteX2-17025" fmla="*/ 863892 w 2107590"/>
              <a:gd name="connsiteY2-17026" fmla="*/ 1345253 h 2160513"/>
              <a:gd name="connsiteX3-17027" fmla="*/ 1026241 w 2107590"/>
              <a:gd name="connsiteY3-17028" fmla="*/ 1144473 h 2160513"/>
              <a:gd name="connsiteX4-17029" fmla="*/ 908876 w 2107590"/>
              <a:gd name="connsiteY4-17030" fmla="*/ 743032 h 2160513"/>
              <a:gd name="connsiteX5-17031" fmla="*/ 1054863 w 2107590"/>
              <a:gd name="connsiteY5-17032" fmla="*/ 807021 h 2160513"/>
              <a:gd name="connsiteX6-17033" fmla="*/ 766732 w 2107590"/>
              <a:gd name="connsiteY6-17034" fmla="*/ 928463 h 2160513"/>
              <a:gd name="connsiteX7-17035" fmla="*/ 228569 w 2107590"/>
              <a:gd name="connsiteY7-17036" fmla="*/ 1030857 h 2160513"/>
              <a:gd name="connsiteX8-17037" fmla="*/ 102364 w 2107590"/>
              <a:gd name="connsiteY8-17038" fmla="*/ 578421 h 2160513"/>
              <a:gd name="connsiteX9-17039" fmla="*/ 334972 w 2107590"/>
              <a:gd name="connsiteY9-17040" fmla="*/ 266829 h 2160513"/>
              <a:gd name="connsiteX10-17041" fmla="*/ 754827 w 2107590"/>
              <a:gd name="connsiteY10-17042" fmla="*/ 47401 h 2160513"/>
              <a:gd name="connsiteX11-17043" fmla="*/ 759590 w 2107590"/>
              <a:gd name="connsiteY11-17044" fmla="*/ 95027 h 2160513"/>
              <a:gd name="connsiteX12-17045" fmla="*/ 771497 w 2107590"/>
              <a:gd name="connsiteY12-17046" fmla="*/ 35497 h 2160513"/>
              <a:gd name="connsiteX13-17047" fmla="*/ 1341273 w 2107590"/>
              <a:gd name="connsiteY13-17048" fmla="*/ 79182 h 2160513"/>
              <a:gd name="connsiteX14-17049" fmla="*/ 1369190 w 2107590"/>
              <a:gd name="connsiteY14-17050" fmla="*/ 92646 h 2160513"/>
              <a:gd name="connsiteX15-17051" fmla="*/ 1772045 w 2107590"/>
              <a:gd name="connsiteY15-17052" fmla="*/ 359840 h 2160513"/>
              <a:gd name="connsiteX16-17053" fmla="*/ 1752572 w 2107590"/>
              <a:gd name="connsiteY16-17054" fmla="*/ 342677 h 2160513"/>
              <a:gd name="connsiteX17-17055" fmla="*/ 2013140 w 2107590"/>
              <a:gd name="connsiteY17-17056" fmla="*/ 736265 h 2160513"/>
              <a:gd name="connsiteX18-17057" fmla="*/ 2004983 w 2107590"/>
              <a:gd name="connsiteY18-17058" fmla="*/ 716533 h 2160513"/>
              <a:gd name="connsiteX19-17059" fmla="*/ 2095472 w 2107590"/>
              <a:gd name="connsiteY19-17060" fmla="*/ 1073721 h 2160513"/>
              <a:gd name="connsiteX20-17061" fmla="*/ 1826390 w 2107590"/>
              <a:gd name="connsiteY20-17062" fmla="*/ 1311846 h 2160513"/>
              <a:gd name="connsiteX21-17063" fmla="*/ 1821627 w 2107590"/>
              <a:gd name="connsiteY21-17064" fmla="*/ 1264221 h 2160513"/>
              <a:gd name="connsiteX22-17065" fmla="*/ 1488252 w 2107590"/>
              <a:gd name="connsiteY22-17066" fmla="*/ 1595214 h 2160513"/>
              <a:gd name="connsiteX23-17067" fmla="*/ 1388239 w 2107590"/>
              <a:gd name="connsiteY23-17068" fmla="*/ 1492821 h 2160513"/>
              <a:gd name="connsiteX24-17069" fmla="*/ 1714472 w 2107590"/>
              <a:gd name="connsiteY24-17070" fmla="*/ 1154684 h 2160513"/>
              <a:gd name="connsiteX25-17071" fmla="*/ 1390621 w 2107590"/>
              <a:gd name="connsiteY25-17072" fmla="*/ 1145157 h 2160513"/>
              <a:gd name="connsiteX26-17073" fmla="*/ 1342996 w 2107590"/>
              <a:gd name="connsiteY26-17074" fmla="*/ 1283270 h 2160513"/>
              <a:gd name="connsiteX27-17075" fmla="*/ 1042958 w 2107590"/>
              <a:gd name="connsiteY27-17076" fmla="*/ 983235 h 2160513"/>
              <a:gd name="connsiteX28-17077" fmla="*/ 1309658 w 2107590"/>
              <a:gd name="connsiteY28-17078" fmla="*/ 790352 h 2160513"/>
              <a:gd name="connsiteX29-17079" fmla="*/ 914371 w 2107590"/>
              <a:gd name="connsiteY29-17080" fmla="*/ 511746 h 2160513"/>
              <a:gd name="connsiteX30-17081" fmla="*/ 516702 w 2107590"/>
              <a:gd name="connsiteY30-17082" fmla="*/ 737964 h 2160513"/>
              <a:gd name="connsiteX31-17083" fmla="*/ 828646 w 2107590"/>
              <a:gd name="connsiteY31-17084" fmla="*/ 945133 h 2160513"/>
              <a:gd name="connsiteX32-17085" fmla="*/ 373827 w 2107590"/>
              <a:gd name="connsiteY32-17086" fmla="*/ 852264 h 2160513"/>
              <a:gd name="connsiteX33-17087" fmla="*/ 935802 w 2107590"/>
              <a:gd name="connsiteY33-17088" fmla="*/ 390302 h 2160513"/>
              <a:gd name="connsiteX34-17089" fmla="*/ 1445389 w 2107590"/>
              <a:gd name="connsiteY34-17090" fmla="*/ 754633 h 2160513"/>
              <a:gd name="connsiteX35-17091" fmla="*/ 1383477 w 2107590"/>
              <a:gd name="connsiteY35-17092" fmla="*/ 857027 h 2160513"/>
              <a:gd name="connsiteX36-17093" fmla="*/ 1643033 w 2107590"/>
              <a:gd name="connsiteY36-17094" fmla="*/ 611758 h 2160513"/>
              <a:gd name="connsiteX37-17095" fmla="*/ 1795433 w 2107590"/>
              <a:gd name="connsiteY37-17096" fmla="*/ 723677 h 2160513"/>
              <a:gd name="connsiteX38-17097" fmla="*/ 1889668 w 2107590"/>
              <a:gd name="connsiteY38-17098" fmla="*/ 1175665 h 2160513"/>
              <a:gd name="connsiteX39-17099" fmla="*/ 1912797 w 2107590"/>
              <a:gd name="connsiteY39-17100" fmla="*/ 1135089 h 2160513"/>
              <a:gd name="connsiteX40-17101" fmla="*/ 1775980 w 2107590"/>
              <a:gd name="connsiteY40-17102" fmla="*/ 1553577 h 2160513"/>
              <a:gd name="connsiteX41-17103" fmla="*/ 1235792 w 2107590"/>
              <a:gd name="connsiteY41-17104" fmla="*/ 1580715 h 2160513"/>
              <a:gd name="connsiteX42-17105" fmla="*/ 1344220 w 2107590"/>
              <a:gd name="connsiteY42-17106" fmla="*/ 1905742 h 2160513"/>
              <a:gd name="connsiteX0-17107" fmla="*/ 1575697 w 2107590"/>
              <a:gd name="connsiteY0-17108" fmla="*/ 2160513 h 2160513"/>
              <a:gd name="connsiteX1-17109" fmla="*/ 956854 w 2107590"/>
              <a:gd name="connsiteY1-17110" fmla="*/ 1258279 h 2160513"/>
              <a:gd name="connsiteX2-17111" fmla="*/ 863892 w 2107590"/>
              <a:gd name="connsiteY2-17112" fmla="*/ 1345253 h 2160513"/>
              <a:gd name="connsiteX3-17113" fmla="*/ 1026241 w 2107590"/>
              <a:gd name="connsiteY3-17114" fmla="*/ 1144473 h 2160513"/>
              <a:gd name="connsiteX4-17115" fmla="*/ 908876 w 2107590"/>
              <a:gd name="connsiteY4-17116" fmla="*/ 743032 h 2160513"/>
              <a:gd name="connsiteX5-17117" fmla="*/ 1054863 w 2107590"/>
              <a:gd name="connsiteY5-17118" fmla="*/ 807021 h 2160513"/>
              <a:gd name="connsiteX6-17119" fmla="*/ 766732 w 2107590"/>
              <a:gd name="connsiteY6-17120" fmla="*/ 928463 h 2160513"/>
              <a:gd name="connsiteX7-17121" fmla="*/ 228569 w 2107590"/>
              <a:gd name="connsiteY7-17122" fmla="*/ 1030857 h 2160513"/>
              <a:gd name="connsiteX8-17123" fmla="*/ 102364 w 2107590"/>
              <a:gd name="connsiteY8-17124" fmla="*/ 578421 h 2160513"/>
              <a:gd name="connsiteX9-17125" fmla="*/ 334972 w 2107590"/>
              <a:gd name="connsiteY9-17126" fmla="*/ 266829 h 2160513"/>
              <a:gd name="connsiteX10-17127" fmla="*/ 754827 w 2107590"/>
              <a:gd name="connsiteY10-17128" fmla="*/ 47401 h 2160513"/>
              <a:gd name="connsiteX11-17129" fmla="*/ 759590 w 2107590"/>
              <a:gd name="connsiteY11-17130" fmla="*/ 95027 h 2160513"/>
              <a:gd name="connsiteX12-17131" fmla="*/ 771497 w 2107590"/>
              <a:gd name="connsiteY12-17132" fmla="*/ 35497 h 2160513"/>
              <a:gd name="connsiteX13-17133" fmla="*/ 1341273 w 2107590"/>
              <a:gd name="connsiteY13-17134" fmla="*/ 79182 h 2160513"/>
              <a:gd name="connsiteX14-17135" fmla="*/ 1369190 w 2107590"/>
              <a:gd name="connsiteY14-17136" fmla="*/ 92646 h 2160513"/>
              <a:gd name="connsiteX15-17137" fmla="*/ 1772045 w 2107590"/>
              <a:gd name="connsiteY15-17138" fmla="*/ 359840 h 2160513"/>
              <a:gd name="connsiteX16-17139" fmla="*/ 1752572 w 2107590"/>
              <a:gd name="connsiteY16-17140" fmla="*/ 342677 h 2160513"/>
              <a:gd name="connsiteX17-17141" fmla="*/ 2013140 w 2107590"/>
              <a:gd name="connsiteY17-17142" fmla="*/ 736265 h 2160513"/>
              <a:gd name="connsiteX18-17143" fmla="*/ 2004983 w 2107590"/>
              <a:gd name="connsiteY18-17144" fmla="*/ 716533 h 2160513"/>
              <a:gd name="connsiteX19-17145" fmla="*/ 2095472 w 2107590"/>
              <a:gd name="connsiteY19-17146" fmla="*/ 1073721 h 2160513"/>
              <a:gd name="connsiteX20-17147" fmla="*/ 1826390 w 2107590"/>
              <a:gd name="connsiteY20-17148" fmla="*/ 1311846 h 2160513"/>
              <a:gd name="connsiteX21-17149" fmla="*/ 1821627 w 2107590"/>
              <a:gd name="connsiteY21-17150" fmla="*/ 1264221 h 2160513"/>
              <a:gd name="connsiteX22-17151" fmla="*/ 1488252 w 2107590"/>
              <a:gd name="connsiteY22-17152" fmla="*/ 1595214 h 2160513"/>
              <a:gd name="connsiteX23-17153" fmla="*/ 1388239 w 2107590"/>
              <a:gd name="connsiteY23-17154" fmla="*/ 1492821 h 2160513"/>
              <a:gd name="connsiteX24-17155" fmla="*/ 1714472 w 2107590"/>
              <a:gd name="connsiteY24-17156" fmla="*/ 1154684 h 2160513"/>
              <a:gd name="connsiteX25-17157" fmla="*/ 1390621 w 2107590"/>
              <a:gd name="connsiteY25-17158" fmla="*/ 1145157 h 2160513"/>
              <a:gd name="connsiteX26-17159" fmla="*/ 1342996 w 2107590"/>
              <a:gd name="connsiteY26-17160" fmla="*/ 1283270 h 2160513"/>
              <a:gd name="connsiteX27-17161" fmla="*/ 1042958 w 2107590"/>
              <a:gd name="connsiteY27-17162" fmla="*/ 983235 h 2160513"/>
              <a:gd name="connsiteX28-17163" fmla="*/ 1309658 w 2107590"/>
              <a:gd name="connsiteY28-17164" fmla="*/ 790352 h 2160513"/>
              <a:gd name="connsiteX29-17165" fmla="*/ 914371 w 2107590"/>
              <a:gd name="connsiteY29-17166" fmla="*/ 511746 h 2160513"/>
              <a:gd name="connsiteX30-17167" fmla="*/ 516702 w 2107590"/>
              <a:gd name="connsiteY30-17168" fmla="*/ 737964 h 2160513"/>
              <a:gd name="connsiteX31-17169" fmla="*/ 828646 w 2107590"/>
              <a:gd name="connsiteY31-17170" fmla="*/ 945133 h 2160513"/>
              <a:gd name="connsiteX32-17171" fmla="*/ 373827 w 2107590"/>
              <a:gd name="connsiteY32-17172" fmla="*/ 852264 h 2160513"/>
              <a:gd name="connsiteX33-17173" fmla="*/ 935802 w 2107590"/>
              <a:gd name="connsiteY33-17174" fmla="*/ 390302 h 2160513"/>
              <a:gd name="connsiteX34-17175" fmla="*/ 1445389 w 2107590"/>
              <a:gd name="connsiteY34-17176" fmla="*/ 754633 h 2160513"/>
              <a:gd name="connsiteX35-17177" fmla="*/ 1383477 w 2107590"/>
              <a:gd name="connsiteY35-17178" fmla="*/ 857027 h 2160513"/>
              <a:gd name="connsiteX36-17179" fmla="*/ 1643033 w 2107590"/>
              <a:gd name="connsiteY36-17180" fmla="*/ 611758 h 2160513"/>
              <a:gd name="connsiteX37-17181" fmla="*/ 1795433 w 2107590"/>
              <a:gd name="connsiteY37-17182" fmla="*/ 723677 h 2160513"/>
              <a:gd name="connsiteX38-17183" fmla="*/ 1889668 w 2107590"/>
              <a:gd name="connsiteY38-17184" fmla="*/ 1175665 h 2160513"/>
              <a:gd name="connsiteX39-17185" fmla="*/ 1912797 w 2107590"/>
              <a:gd name="connsiteY39-17186" fmla="*/ 1135089 h 2160513"/>
              <a:gd name="connsiteX40-17187" fmla="*/ 1775980 w 2107590"/>
              <a:gd name="connsiteY40-17188" fmla="*/ 1553577 h 2160513"/>
              <a:gd name="connsiteX41-17189" fmla="*/ 1235792 w 2107590"/>
              <a:gd name="connsiteY41-17190" fmla="*/ 1580715 h 2160513"/>
              <a:gd name="connsiteX42-17191" fmla="*/ 1344220 w 2107590"/>
              <a:gd name="connsiteY42-17192" fmla="*/ 1905742 h 2160513"/>
              <a:gd name="connsiteX0-17193" fmla="*/ 1575697 w 2107590"/>
              <a:gd name="connsiteY0-17194" fmla="*/ 2160513 h 2160513"/>
              <a:gd name="connsiteX1-17195" fmla="*/ 956854 w 2107590"/>
              <a:gd name="connsiteY1-17196" fmla="*/ 1258279 h 2160513"/>
              <a:gd name="connsiteX2-17197" fmla="*/ 863892 w 2107590"/>
              <a:gd name="connsiteY2-17198" fmla="*/ 1345253 h 2160513"/>
              <a:gd name="connsiteX3-17199" fmla="*/ 1026241 w 2107590"/>
              <a:gd name="connsiteY3-17200" fmla="*/ 1144473 h 2160513"/>
              <a:gd name="connsiteX4-17201" fmla="*/ 908876 w 2107590"/>
              <a:gd name="connsiteY4-17202" fmla="*/ 743032 h 2160513"/>
              <a:gd name="connsiteX5-17203" fmla="*/ 1054863 w 2107590"/>
              <a:gd name="connsiteY5-17204" fmla="*/ 807021 h 2160513"/>
              <a:gd name="connsiteX6-17205" fmla="*/ 766732 w 2107590"/>
              <a:gd name="connsiteY6-17206" fmla="*/ 928463 h 2160513"/>
              <a:gd name="connsiteX7-17207" fmla="*/ 228569 w 2107590"/>
              <a:gd name="connsiteY7-17208" fmla="*/ 1030857 h 2160513"/>
              <a:gd name="connsiteX8-17209" fmla="*/ 102364 w 2107590"/>
              <a:gd name="connsiteY8-17210" fmla="*/ 578421 h 2160513"/>
              <a:gd name="connsiteX9-17211" fmla="*/ 334972 w 2107590"/>
              <a:gd name="connsiteY9-17212" fmla="*/ 266829 h 2160513"/>
              <a:gd name="connsiteX10-17213" fmla="*/ 754827 w 2107590"/>
              <a:gd name="connsiteY10-17214" fmla="*/ 47401 h 2160513"/>
              <a:gd name="connsiteX11-17215" fmla="*/ 759590 w 2107590"/>
              <a:gd name="connsiteY11-17216" fmla="*/ 95027 h 2160513"/>
              <a:gd name="connsiteX12-17217" fmla="*/ 771497 w 2107590"/>
              <a:gd name="connsiteY12-17218" fmla="*/ 35497 h 2160513"/>
              <a:gd name="connsiteX13-17219" fmla="*/ 1341273 w 2107590"/>
              <a:gd name="connsiteY13-17220" fmla="*/ 79182 h 2160513"/>
              <a:gd name="connsiteX14-17221" fmla="*/ 1369190 w 2107590"/>
              <a:gd name="connsiteY14-17222" fmla="*/ 92646 h 2160513"/>
              <a:gd name="connsiteX15-17223" fmla="*/ 1772045 w 2107590"/>
              <a:gd name="connsiteY15-17224" fmla="*/ 359840 h 2160513"/>
              <a:gd name="connsiteX16-17225" fmla="*/ 1752572 w 2107590"/>
              <a:gd name="connsiteY16-17226" fmla="*/ 342677 h 2160513"/>
              <a:gd name="connsiteX17-17227" fmla="*/ 2013140 w 2107590"/>
              <a:gd name="connsiteY17-17228" fmla="*/ 736265 h 2160513"/>
              <a:gd name="connsiteX18-17229" fmla="*/ 2004983 w 2107590"/>
              <a:gd name="connsiteY18-17230" fmla="*/ 716533 h 2160513"/>
              <a:gd name="connsiteX19-17231" fmla="*/ 2095472 w 2107590"/>
              <a:gd name="connsiteY19-17232" fmla="*/ 1073721 h 2160513"/>
              <a:gd name="connsiteX20-17233" fmla="*/ 1826390 w 2107590"/>
              <a:gd name="connsiteY20-17234" fmla="*/ 1311846 h 2160513"/>
              <a:gd name="connsiteX21-17235" fmla="*/ 1821627 w 2107590"/>
              <a:gd name="connsiteY21-17236" fmla="*/ 1264221 h 2160513"/>
              <a:gd name="connsiteX22-17237" fmla="*/ 1488252 w 2107590"/>
              <a:gd name="connsiteY22-17238" fmla="*/ 1595214 h 2160513"/>
              <a:gd name="connsiteX23-17239" fmla="*/ 1388239 w 2107590"/>
              <a:gd name="connsiteY23-17240" fmla="*/ 1492821 h 2160513"/>
              <a:gd name="connsiteX24-17241" fmla="*/ 1714472 w 2107590"/>
              <a:gd name="connsiteY24-17242" fmla="*/ 1154684 h 2160513"/>
              <a:gd name="connsiteX25-17243" fmla="*/ 1390621 w 2107590"/>
              <a:gd name="connsiteY25-17244" fmla="*/ 1145157 h 2160513"/>
              <a:gd name="connsiteX26-17245" fmla="*/ 1342996 w 2107590"/>
              <a:gd name="connsiteY26-17246" fmla="*/ 1283270 h 2160513"/>
              <a:gd name="connsiteX27-17247" fmla="*/ 1042958 w 2107590"/>
              <a:gd name="connsiteY27-17248" fmla="*/ 983235 h 2160513"/>
              <a:gd name="connsiteX28-17249" fmla="*/ 1309658 w 2107590"/>
              <a:gd name="connsiteY28-17250" fmla="*/ 790352 h 2160513"/>
              <a:gd name="connsiteX29-17251" fmla="*/ 914371 w 2107590"/>
              <a:gd name="connsiteY29-17252" fmla="*/ 511746 h 2160513"/>
              <a:gd name="connsiteX30-17253" fmla="*/ 516702 w 2107590"/>
              <a:gd name="connsiteY30-17254" fmla="*/ 737964 h 2160513"/>
              <a:gd name="connsiteX31-17255" fmla="*/ 828646 w 2107590"/>
              <a:gd name="connsiteY31-17256" fmla="*/ 945133 h 2160513"/>
              <a:gd name="connsiteX32-17257" fmla="*/ 373827 w 2107590"/>
              <a:gd name="connsiteY32-17258" fmla="*/ 852264 h 2160513"/>
              <a:gd name="connsiteX33-17259" fmla="*/ 935802 w 2107590"/>
              <a:gd name="connsiteY33-17260" fmla="*/ 390302 h 2160513"/>
              <a:gd name="connsiteX34-17261" fmla="*/ 1445389 w 2107590"/>
              <a:gd name="connsiteY34-17262" fmla="*/ 754633 h 2160513"/>
              <a:gd name="connsiteX35-17263" fmla="*/ 1383477 w 2107590"/>
              <a:gd name="connsiteY35-17264" fmla="*/ 857027 h 2160513"/>
              <a:gd name="connsiteX36-17265" fmla="*/ 1643033 w 2107590"/>
              <a:gd name="connsiteY36-17266" fmla="*/ 611758 h 2160513"/>
              <a:gd name="connsiteX37-17267" fmla="*/ 1795433 w 2107590"/>
              <a:gd name="connsiteY37-17268" fmla="*/ 723677 h 2160513"/>
              <a:gd name="connsiteX38-17269" fmla="*/ 1889668 w 2107590"/>
              <a:gd name="connsiteY38-17270" fmla="*/ 1175665 h 2160513"/>
              <a:gd name="connsiteX39-17271" fmla="*/ 1912797 w 2107590"/>
              <a:gd name="connsiteY39-17272" fmla="*/ 1135089 h 2160513"/>
              <a:gd name="connsiteX40-17273" fmla="*/ 1775980 w 2107590"/>
              <a:gd name="connsiteY40-17274" fmla="*/ 1553577 h 2160513"/>
              <a:gd name="connsiteX41-17275" fmla="*/ 1235792 w 2107590"/>
              <a:gd name="connsiteY41-17276" fmla="*/ 1580715 h 2160513"/>
              <a:gd name="connsiteX42-17277" fmla="*/ 1344220 w 2107590"/>
              <a:gd name="connsiteY42-17278" fmla="*/ 1905742 h 2160513"/>
              <a:gd name="connsiteX0-17279" fmla="*/ 1575697 w 2107590"/>
              <a:gd name="connsiteY0-17280" fmla="*/ 2160513 h 2160513"/>
              <a:gd name="connsiteX1-17281" fmla="*/ 956854 w 2107590"/>
              <a:gd name="connsiteY1-17282" fmla="*/ 1258279 h 2160513"/>
              <a:gd name="connsiteX2-17283" fmla="*/ 863892 w 2107590"/>
              <a:gd name="connsiteY2-17284" fmla="*/ 1345253 h 2160513"/>
              <a:gd name="connsiteX3-17285" fmla="*/ 1026241 w 2107590"/>
              <a:gd name="connsiteY3-17286" fmla="*/ 1144473 h 2160513"/>
              <a:gd name="connsiteX4-17287" fmla="*/ 908876 w 2107590"/>
              <a:gd name="connsiteY4-17288" fmla="*/ 743032 h 2160513"/>
              <a:gd name="connsiteX5-17289" fmla="*/ 1054863 w 2107590"/>
              <a:gd name="connsiteY5-17290" fmla="*/ 807021 h 2160513"/>
              <a:gd name="connsiteX6-17291" fmla="*/ 766732 w 2107590"/>
              <a:gd name="connsiteY6-17292" fmla="*/ 928463 h 2160513"/>
              <a:gd name="connsiteX7-17293" fmla="*/ 228569 w 2107590"/>
              <a:gd name="connsiteY7-17294" fmla="*/ 1030857 h 2160513"/>
              <a:gd name="connsiteX8-17295" fmla="*/ 102364 w 2107590"/>
              <a:gd name="connsiteY8-17296" fmla="*/ 578421 h 2160513"/>
              <a:gd name="connsiteX9-17297" fmla="*/ 334972 w 2107590"/>
              <a:gd name="connsiteY9-17298" fmla="*/ 266829 h 2160513"/>
              <a:gd name="connsiteX10-17299" fmla="*/ 754827 w 2107590"/>
              <a:gd name="connsiteY10-17300" fmla="*/ 47401 h 2160513"/>
              <a:gd name="connsiteX11-17301" fmla="*/ 759590 w 2107590"/>
              <a:gd name="connsiteY11-17302" fmla="*/ 95027 h 2160513"/>
              <a:gd name="connsiteX12-17303" fmla="*/ 771497 w 2107590"/>
              <a:gd name="connsiteY12-17304" fmla="*/ 35497 h 2160513"/>
              <a:gd name="connsiteX13-17305" fmla="*/ 1341273 w 2107590"/>
              <a:gd name="connsiteY13-17306" fmla="*/ 79182 h 2160513"/>
              <a:gd name="connsiteX14-17307" fmla="*/ 1369190 w 2107590"/>
              <a:gd name="connsiteY14-17308" fmla="*/ 92646 h 2160513"/>
              <a:gd name="connsiteX15-17309" fmla="*/ 1772045 w 2107590"/>
              <a:gd name="connsiteY15-17310" fmla="*/ 359840 h 2160513"/>
              <a:gd name="connsiteX16-17311" fmla="*/ 1752572 w 2107590"/>
              <a:gd name="connsiteY16-17312" fmla="*/ 342677 h 2160513"/>
              <a:gd name="connsiteX17-17313" fmla="*/ 2013140 w 2107590"/>
              <a:gd name="connsiteY17-17314" fmla="*/ 736265 h 2160513"/>
              <a:gd name="connsiteX18-17315" fmla="*/ 2004983 w 2107590"/>
              <a:gd name="connsiteY18-17316" fmla="*/ 716533 h 2160513"/>
              <a:gd name="connsiteX19-17317" fmla="*/ 2095472 w 2107590"/>
              <a:gd name="connsiteY19-17318" fmla="*/ 1073721 h 2160513"/>
              <a:gd name="connsiteX20-17319" fmla="*/ 1826390 w 2107590"/>
              <a:gd name="connsiteY20-17320" fmla="*/ 1311846 h 2160513"/>
              <a:gd name="connsiteX21-17321" fmla="*/ 1821627 w 2107590"/>
              <a:gd name="connsiteY21-17322" fmla="*/ 1264221 h 2160513"/>
              <a:gd name="connsiteX22-17323" fmla="*/ 1488252 w 2107590"/>
              <a:gd name="connsiteY22-17324" fmla="*/ 1595214 h 2160513"/>
              <a:gd name="connsiteX23-17325" fmla="*/ 1388239 w 2107590"/>
              <a:gd name="connsiteY23-17326" fmla="*/ 1492821 h 2160513"/>
              <a:gd name="connsiteX24-17327" fmla="*/ 1714472 w 2107590"/>
              <a:gd name="connsiteY24-17328" fmla="*/ 1154684 h 2160513"/>
              <a:gd name="connsiteX25-17329" fmla="*/ 1390621 w 2107590"/>
              <a:gd name="connsiteY25-17330" fmla="*/ 1145157 h 2160513"/>
              <a:gd name="connsiteX26-17331" fmla="*/ 1342996 w 2107590"/>
              <a:gd name="connsiteY26-17332" fmla="*/ 1283270 h 2160513"/>
              <a:gd name="connsiteX27-17333" fmla="*/ 1042958 w 2107590"/>
              <a:gd name="connsiteY27-17334" fmla="*/ 983235 h 2160513"/>
              <a:gd name="connsiteX28-17335" fmla="*/ 1309658 w 2107590"/>
              <a:gd name="connsiteY28-17336" fmla="*/ 790352 h 2160513"/>
              <a:gd name="connsiteX29-17337" fmla="*/ 914371 w 2107590"/>
              <a:gd name="connsiteY29-17338" fmla="*/ 511746 h 2160513"/>
              <a:gd name="connsiteX30-17339" fmla="*/ 516702 w 2107590"/>
              <a:gd name="connsiteY30-17340" fmla="*/ 737964 h 2160513"/>
              <a:gd name="connsiteX31-17341" fmla="*/ 828646 w 2107590"/>
              <a:gd name="connsiteY31-17342" fmla="*/ 940370 h 2160513"/>
              <a:gd name="connsiteX32-17343" fmla="*/ 373827 w 2107590"/>
              <a:gd name="connsiteY32-17344" fmla="*/ 852264 h 2160513"/>
              <a:gd name="connsiteX33-17345" fmla="*/ 935802 w 2107590"/>
              <a:gd name="connsiteY33-17346" fmla="*/ 390302 h 2160513"/>
              <a:gd name="connsiteX34-17347" fmla="*/ 1445389 w 2107590"/>
              <a:gd name="connsiteY34-17348" fmla="*/ 754633 h 2160513"/>
              <a:gd name="connsiteX35-17349" fmla="*/ 1383477 w 2107590"/>
              <a:gd name="connsiteY35-17350" fmla="*/ 857027 h 2160513"/>
              <a:gd name="connsiteX36-17351" fmla="*/ 1643033 w 2107590"/>
              <a:gd name="connsiteY36-17352" fmla="*/ 611758 h 2160513"/>
              <a:gd name="connsiteX37-17353" fmla="*/ 1795433 w 2107590"/>
              <a:gd name="connsiteY37-17354" fmla="*/ 723677 h 2160513"/>
              <a:gd name="connsiteX38-17355" fmla="*/ 1889668 w 2107590"/>
              <a:gd name="connsiteY38-17356" fmla="*/ 1175665 h 2160513"/>
              <a:gd name="connsiteX39-17357" fmla="*/ 1912797 w 2107590"/>
              <a:gd name="connsiteY39-17358" fmla="*/ 1135089 h 2160513"/>
              <a:gd name="connsiteX40-17359" fmla="*/ 1775980 w 2107590"/>
              <a:gd name="connsiteY40-17360" fmla="*/ 1553577 h 2160513"/>
              <a:gd name="connsiteX41-17361" fmla="*/ 1235792 w 2107590"/>
              <a:gd name="connsiteY41-17362" fmla="*/ 1580715 h 2160513"/>
              <a:gd name="connsiteX42-17363" fmla="*/ 1344220 w 2107590"/>
              <a:gd name="connsiteY42-17364" fmla="*/ 1905742 h 2160513"/>
              <a:gd name="connsiteX0-17365" fmla="*/ 1575697 w 2107590"/>
              <a:gd name="connsiteY0-17366" fmla="*/ 2160513 h 2160513"/>
              <a:gd name="connsiteX1-17367" fmla="*/ 956854 w 2107590"/>
              <a:gd name="connsiteY1-17368" fmla="*/ 1258279 h 2160513"/>
              <a:gd name="connsiteX2-17369" fmla="*/ 863892 w 2107590"/>
              <a:gd name="connsiteY2-17370" fmla="*/ 1345253 h 2160513"/>
              <a:gd name="connsiteX3-17371" fmla="*/ 1026241 w 2107590"/>
              <a:gd name="connsiteY3-17372" fmla="*/ 1144473 h 2160513"/>
              <a:gd name="connsiteX4-17373" fmla="*/ 908876 w 2107590"/>
              <a:gd name="connsiteY4-17374" fmla="*/ 743032 h 2160513"/>
              <a:gd name="connsiteX5-17375" fmla="*/ 1054863 w 2107590"/>
              <a:gd name="connsiteY5-17376" fmla="*/ 807021 h 2160513"/>
              <a:gd name="connsiteX6-17377" fmla="*/ 766732 w 2107590"/>
              <a:gd name="connsiteY6-17378" fmla="*/ 928463 h 2160513"/>
              <a:gd name="connsiteX7-17379" fmla="*/ 228569 w 2107590"/>
              <a:gd name="connsiteY7-17380" fmla="*/ 1030857 h 2160513"/>
              <a:gd name="connsiteX8-17381" fmla="*/ 102364 w 2107590"/>
              <a:gd name="connsiteY8-17382" fmla="*/ 578421 h 2160513"/>
              <a:gd name="connsiteX9-17383" fmla="*/ 334972 w 2107590"/>
              <a:gd name="connsiteY9-17384" fmla="*/ 266829 h 2160513"/>
              <a:gd name="connsiteX10-17385" fmla="*/ 754827 w 2107590"/>
              <a:gd name="connsiteY10-17386" fmla="*/ 47401 h 2160513"/>
              <a:gd name="connsiteX11-17387" fmla="*/ 759590 w 2107590"/>
              <a:gd name="connsiteY11-17388" fmla="*/ 95027 h 2160513"/>
              <a:gd name="connsiteX12-17389" fmla="*/ 771497 w 2107590"/>
              <a:gd name="connsiteY12-17390" fmla="*/ 35497 h 2160513"/>
              <a:gd name="connsiteX13-17391" fmla="*/ 1341273 w 2107590"/>
              <a:gd name="connsiteY13-17392" fmla="*/ 79182 h 2160513"/>
              <a:gd name="connsiteX14-17393" fmla="*/ 1369190 w 2107590"/>
              <a:gd name="connsiteY14-17394" fmla="*/ 92646 h 2160513"/>
              <a:gd name="connsiteX15-17395" fmla="*/ 1772045 w 2107590"/>
              <a:gd name="connsiteY15-17396" fmla="*/ 359840 h 2160513"/>
              <a:gd name="connsiteX16-17397" fmla="*/ 1752572 w 2107590"/>
              <a:gd name="connsiteY16-17398" fmla="*/ 342677 h 2160513"/>
              <a:gd name="connsiteX17-17399" fmla="*/ 2013140 w 2107590"/>
              <a:gd name="connsiteY17-17400" fmla="*/ 736265 h 2160513"/>
              <a:gd name="connsiteX18-17401" fmla="*/ 2004983 w 2107590"/>
              <a:gd name="connsiteY18-17402" fmla="*/ 716533 h 2160513"/>
              <a:gd name="connsiteX19-17403" fmla="*/ 2095472 w 2107590"/>
              <a:gd name="connsiteY19-17404" fmla="*/ 1073721 h 2160513"/>
              <a:gd name="connsiteX20-17405" fmla="*/ 1826390 w 2107590"/>
              <a:gd name="connsiteY20-17406" fmla="*/ 1311846 h 2160513"/>
              <a:gd name="connsiteX21-17407" fmla="*/ 1821627 w 2107590"/>
              <a:gd name="connsiteY21-17408" fmla="*/ 1264221 h 2160513"/>
              <a:gd name="connsiteX22-17409" fmla="*/ 1488252 w 2107590"/>
              <a:gd name="connsiteY22-17410" fmla="*/ 1595214 h 2160513"/>
              <a:gd name="connsiteX23-17411" fmla="*/ 1388239 w 2107590"/>
              <a:gd name="connsiteY23-17412" fmla="*/ 1492821 h 2160513"/>
              <a:gd name="connsiteX24-17413" fmla="*/ 1714472 w 2107590"/>
              <a:gd name="connsiteY24-17414" fmla="*/ 1154684 h 2160513"/>
              <a:gd name="connsiteX25-17415" fmla="*/ 1390621 w 2107590"/>
              <a:gd name="connsiteY25-17416" fmla="*/ 1145157 h 2160513"/>
              <a:gd name="connsiteX26-17417" fmla="*/ 1342996 w 2107590"/>
              <a:gd name="connsiteY26-17418" fmla="*/ 1283270 h 2160513"/>
              <a:gd name="connsiteX27-17419" fmla="*/ 1042958 w 2107590"/>
              <a:gd name="connsiteY27-17420" fmla="*/ 983235 h 2160513"/>
              <a:gd name="connsiteX28-17421" fmla="*/ 1309658 w 2107590"/>
              <a:gd name="connsiteY28-17422" fmla="*/ 790352 h 2160513"/>
              <a:gd name="connsiteX29-17423" fmla="*/ 914371 w 2107590"/>
              <a:gd name="connsiteY29-17424" fmla="*/ 511746 h 2160513"/>
              <a:gd name="connsiteX30-17425" fmla="*/ 516702 w 2107590"/>
              <a:gd name="connsiteY30-17426" fmla="*/ 737964 h 2160513"/>
              <a:gd name="connsiteX31-17427" fmla="*/ 821502 w 2107590"/>
              <a:gd name="connsiteY31-17428" fmla="*/ 883220 h 2160513"/>
              <a:gd name="connsiteX32-17429" fmla="*/ 373827 w 2107590"/>
              <a:gd name="connsiteY32-17430" fmla="*/ 852264 h 2160513"/>
              <a:gd name="connsiteX33-17431" fmla="*/ 935802 w 2107590"/>
              <a:gd name="connsiteY33-17432" fmla="*/ 390302 h 2160513"/>
              <a:gd name="connsiteX34-17433" fmla="*/ 1445389 w 2107590"/>
              <a:gd name="connsiteY34-17434" fmla="*/ 754633 h 2160513"/>
              <a:gd name="connsiteX35-17435" fmla="*/ 1383477 w 2107590"/>
              <a:gd name="connsiteY35-17436" fmla="*/ 857027 h 2160513"/>
              <a:gd name="connsiteX36-17437" fmla="*/ 1643033 w 2107590"/>
              <a:gd name="connsiteY36-17438" fmla="*/ 611758 h 2160513"/>
              <a:gd name="connsiteX37-17439" fmla="*/ 1795433 w 2107590"/>
              <a:gd name="connsiteY37-17440" fmla="*/ 723677 h 2160513"/>
              <a:gd name="connsiteX38-17441" fmla="*/ 1889668 w 2107590"/>
              <a:gd name="connsiteY38-17442" fmla="*/ 1175665 h 2160513"/>
              <a:gd name="connsiteX39-17443" fmla="*/ 1912797 w 2107590"/>
              <a:gd name="connsiteY39-17444" fmla="*/ 1135089 h 2160513"/>
              <a:gd name="connsiteX40-17445" fmla="*/ 1775980 w 2107590"/>
              <a:gd name="connsiteY40-17446" fmla="*/ 1553577 h 2160513"/>
              <a:gd name="connsiteX41-17447" fmla="*/ 1235792 w 2107590"/>
              <a:gd name="connsiteY41-17448" fmla="*/ 1580715 h 2160513"/>
              <a:gd name="connsiteX42-17449" fmla="*/ 1344220 w 2107590"/>
              <a:gd name="connsiteY42-17450" fmla="*/ 1905742 h 2160513"/>
              <a:gd name="connsiteX0-17451" fmla="*/ 1575697 w 2107590"/>
              <a:gd name="connsiteY0-17452" fmla="*/ 2160513 h 2160513"/>
              <a:gd name="connsiteX1-17453" fmla="*/ 956854 w 2107590"/>
              <a:gd name="connsiteY1-17454" fmla="*/ 1258279 h 2160513"/>
              <a:gd name="connsiteX2-17455" fmla="*/ 863892 w 2107590"/>
              <a:gd name="connsiteY2-17456" fmla="*/ 1345253 h 2160513"/>
              <a:gd name="connsiteX3-17457" fmla="*/ 1026241 w 2107590"/>
              <a:gd name="connsiteY3-17458" fmla="*/ 1144473 h 2160513"/>
              <a:gd name="connsiteX4-17459" fmla="*/ 908876 w 2107590"/>
              <a:gd name="connsiteY4-17460" fmla="*/ 743032 h 2160513"/>
              <a:gd name="connsiteX5-17461" fmla="*/ 1054863 w 2107590"/>
              <a:gd name="connsiteY5-17462" fmla="*/ 807021 h 2160513"/>
              <a:gd name="connsiteX6-17463" fmla="*/ 766732 w 2107590"/>
              <a:gd name="connsiteY6-17464" fmla="*/ 928463 h 2160513"/>
              <a:gd name="connsiteX7-17465" fmla="*/ 228569 w 2107590"/>
              <a:gd name="connsiteY7-17466" fmla="*/ 1030857 h 2160513"/>
              <a:gd name="connsiteX8-17467" fmla="*/ 102364 w 2107590"/>
              <a:gd name="connsiteY8-17468" fmla="*/ 578421 h 2160513"/>
              <a:gd name="connsiteX9-17469" fmla="*/ 334972 w 2107590"/>
              <a:gd name="connsiteY9-17470" fmla="*/ 266829 h 2160513"/>
              <a:gd name="connsiteX10-17471" fmla="*/ 754827 w 2107590"/>
              <a:gd name="connsiteY10-17472" fmla="*/ 47401 h 2160513"/>
              <a:gd name="connsiteX11-17473" fmla="*/ 759590 w 2107590"/>
              <a:gd name="connsiteY11-17474" fmla="*/ 95027 h 2160513"/>
              <a:gd name="connsiteX12-17475" fmla="*/ 771497 w 2107590"/>
              <a:gd name="connsiteY12-17476" fmla="*/ 35497 h 2160513"/>
              <a:gd name="connsiteX13-17477" fmla="*/ 1341273 w 2107590"/>
              <a:gd name="connsiteY13-17478" fmla="*/ 79182 h 2160513"/>
              <a:gd name="connsiteX14-17479" fmla="*/ 1369190 w 2107590"/>
              <a:gd name="connsiteY14-17480" fmla="*/ 92646 h 2160513"/>
              <a:gd name="connsiteX15-17481" fmla="*/ 1772045 w 2107590"/>
              <a:gd name="connsiteY15-17482" fmla="*/ 359840 h 2160513"/>
              <a:gd name="connsiteX16-17483" fmla="*/ 1752572 w 2107590"/>
              <a:gd name="connsiteY16-17484" fmla="*/ 342677 h 2160513"/>
              <a:gd name="connsiteX17-17485" fmla="*/ 2013140 w 2107590"/>
              <a:gd name="connsiteY17-17486" fmla="*/ 736265 h 2160513"/>
              <a:gd name="connsiteX18-17487" fmla="*/ 2004983 w 2107590"/>
              <a:gd name="connsiteY18-17488" fmla="*/ 716533 h 2160513"/>
              <a:gd name="connsiteX19-17489" fmla="*/ 2095472 w 2107590"/>
              <a:gd name="connsiteY19-17490" fmla="*/ 1073721 h 2160513"/>
              <a:gd name="connsiteX20-17491" fmla="*/ 1826390 w 2107590"/>
              <a:gd name="connsiteY20-17492" fmla="*/ 1311846 h 2160513"/>
              <a:gd name="connsiteX21-17493" fmla="*/ 1821627 w 2107590"/>
              <a:gd name="connsiteY21-17494" fmla="*/ 1264221 h 2160513"/>
              <a:gd name="connsiteX22-17495" fmla="*/ 1488252 w 2107590"/>
              <a:gd name="connsiteY22-17496" fmla="*/ 1595214 h 2160513"/>
              <a:gd name="connsiteX23-17497" fmla="*/ 1388239 w 2107590"/>
              <a:gd name="connsiteY23-17498" fmla="*/ 1492821 h 2160513"/>
              <a:gd name="connsiteX24-17499" fmla="*/ 1714472 w 2107590"/>
              <a:gd name="connsiteY24-17500" fmla="*/ 1154684 h 2160513"/>
              <a:gd name="connsiteX25-17501" fmla="*/ 1390621 w 2107590"/>
              <a:gd name="connsiteY25-17502" fmla="*/ 1145157 h 2160513"/>
              <a:gd name="connsiteX26-17503" fmla="*/ 1342996 w 2107590"/>
              <a:gd name="connsiteY26-17504" fmla="*/ 1283270 h 2160513"/>
              <a:gd name="connsiteX27-17505" fmla="*/ 1042958 w 2107590"/>
              <a:gd name="connsiteY27-17506" fmla="*/ 983235 h 2160513"/>
              <a:gd name="connsiteX28-17507" fmla="*/ 1309658 w 2107590"/>
              <a:gd name="connsiteY28-17508" fmla="*/ 790352 h 2160513"/>
              <a:gd name="connsiteX29-17509" fmla="*/ 914371 w 2107590"/>
              <a:gd name="connsiteY29-17510" fmla="*/ 511746 h 2160513"/>
              <a:gd name="connsiteX30-17511" fmla="*/ 516702 w 2107590"/>
              <a:gd name="connsiteY30-17512" fmla="*/ 737964 h 2160513"/>
              <a:gd name="connsiteX31-17513" fmla="*/ 821502 w 2107590"/>
              <a:gd name="connsiteY31-17514" fmla="*/ 883220 h 2160513"/>
              <a:gd name="connsiteX32-17515" fmla="*/ 373827 w 2107590"/>
              <a:gd name="connsiteY32-17516" fmla="*/ 852264 h 2160513"/>
              <a:gd name="connsiteX33-17517" fmla="*/ 935802 w 2107590"/>
              <a:gd name="connsiteY33-17518" fmla="*/ 390302 h 2160513"/>
              <a:gd name="connsiteX34-17519" fmla="*/ 1445389 w 2107590"/>
              <a:gd name="connsiteY34-17520" fmla="*/ 754633 h 2160513"/>
              <a:gd name="connsiteX35-17521" fmla="*/ 1383477 w 2107590"/>
              <a:gd name="connsiteY35-17522" fmla="*/ 857027 h 2160513"/>
              <a:gd name="connsiteX36-17523" fmla="*/ 1643033 w 2107590"/>
              <a:gd name="connsiteY36-17524" fmla="*/ 611758 h 2160513"/>
              <a:gd name="connsiteX37-17525" fmla="*/ 1795433 w 2107590"/>
              <a:gd name="connsiteY37-17526" fmla="*/ 723677 h 2160513"/>
              <a:gd name="connsiteX38-17527" fmla="*/ 1889668 w 2107590"/>
              <a:gd name="connsiteY38-17528" fmla="*/ 1175665 h 2160513"/>
              <a:gd name="connsiteX39-17529" fmla="*/ 1912797 w 2107590"/>
              <a:gd name="connsiteY39-17530" fmla="*/ 1135089 h 2160513"/>
              <a:gd name="connsiteX40-17531" fmla="*/ 1775980 w 2107590"/>
              <a:gd name="connsiteY40-17532" fmla="*/ 1553577 h 2160513"/>
              <a:gd name="connsiteX41-17533" fmla="*/ 1235792 w 2107590"/>
              <a:gd name="connsiteY41-17534" fmla="*/ 1580715 h 2160513"/>
              <a:gd name="connsiteX42-17535" fmla="*/ 1344220 w 2107590"/>
              <a:gd name="connsiteY42-17536" fmla="*/ 1905742 h 2160513"/>
              <a:gd name="connsiteX0-17537" fmla="*/ 1575697 w 2107590"/>
              <a:gd name="connsiteY0-17538" fmla="*/ 2160513 h 2160513"/>
              <a:gd name="connsiteX1-17539" fmla="*/ 956854 w 2107590"/>
              <a:gd name="connsiteY1-17540" fmla="*/ 1258279 h 2160513"/>
              <a:gd name="connsiteX2-17541" fmla="*/ 863892 w 2107590"/>
              <a:gd name="connsiteY2-17542" fmla="*/ 1345253 h 2160513"/>
              <a:gd name="connsiteX3-17543" fmla="*/ 1026241 w 2107590"/>
              <a:gd name="connsiteY3-17544" fmla="*/ 1144473 h 2160513"/>
              <a:gd name="connsiteX4-17545" fmla="*/ 908876 w 2107590"/>
              <a:gd name="connsiteY4-17546" fmla="*/ 743032 h 2160513"/>
              <a:gd name="connsiteX5-17547" fmla="*/ 1054863 w 2107590"/>
              <a:gd name="connsiteY5-17548" fmla="*/ 807021 h 2160513"/>
              <a:gd name="connsiteX6-17549" fmla="*/ 766732 w 2107590"/>
              <a:gd name="connsiteY6-17550" fmla="*/ 928463 h 2160513"/>
              <a:gd name="connsiteX7-17551" fmla="*/ 228569 w 2107590"/>
              <a:gd name="connsiteY7-17552" fmla="*/ 1030857 h 2160513"/>
              <a:gd name="connsiteX8-17553" fmla="*/ 102364 w 2107590"/>
              <a:gd name="connsiteY8-17554" fmla="*/ 578421 h 2160513"/>
              <a:gd name="connsiteX9-17555" fmla="*/ 334972 w 2107590"/>
              <a:gd name="connsiteY9-17556" fmla="*/ 266829 h 2160513"/>
              <a:gd name="connsiteX10-17557" fmla="*/ 754827 w 2107590"/>
              <a:gd name="connsiteY10-17558" fmla="*/ 47401 h 2160513"/>
              <a:gd name="connsiteX11-17559" fmla="*/ 759590 w 2107590"/>
              <a:gd name="connsiteY11-17560" fmla="*/ 95027 h 2160513"/>
              <a:gd name="connsiteX12-17561" fmla="*/ 771497 w 2107590"/>
              <a:gd name="connsiteY12-17562" fmla="*/ 35497 h 2160513"/>
              <a:gd name="connsiteX13-17563" fmla="*/ 1341273 w 2107590"/>
              <a:gd name="connsiteY13-17564" fmla="*/ 79182 h 2160513"/>
              <a:gd name="connsiteX14-17565" fmla="*/ 1369190 w 2107590"/>
              <a:gd name="connsiteY14-17566" fmla="*/ 92646 h 2160513"/>
              <a:gd name="connsiteX15-17567" fmla="*/ 1772045 w 2107590"/>
              <a:gd name="connsiteY15-17568" fmla="*/ 359840 h 2160513"/>
              <a:gd name="connsiteX16-17569" fmla="*/ 1752572 w 2107590"/>
              <a:gd name="connsiteY16-17570" fmla="*/ 342677 h 2160513"/>
              <a:gd name="connsiteX17-17571" fmla="*/ 2013140 w 2107590"/>
              <a:gd name="connsiteY17-17572" fmla="*/ 736265 h 2160513"/>
              <a:gd name="connsiteX18-17573" fmla="*/ 2004983 w 2107590"/>
              <a:gd name="connsiteY18-17574" fmla="*/ 716533 h 2160513"/>
              <a:gd name="connsiteX19-17575" fmla="*/ 2095472 w 2107590"/>
              <a:gd name="connsiteY19-17576" fmla="*/ 1073721 h 2160513"/>
              <a:gd name="connsiteX20-17577" fmla="*/ 1826390 w 2107590"/>
              <a:gd name="connsiteY20-17578" fmla="*/ 1311846 h 2160513"/>
              <a:gd name="connsiteX21-17579" fmla="*/ 1821627 w 2107590"/>
              <a:gd name="connsiteY21-17580" fmla="*/ 1264221 h 2160513"/>
              <a:gd name="connsiteX22-17581" fmla="*/ 1488252 w 2107590"/>
              <a:gd name="connsiteY22-17582" fmla="*/ 1595214 h 2160513"/>
              <a:gd name="connsiteX23-17583" fmla="*/ 1388239 w 2107590"/>
              <a:gd name="connsiteY23-17584" fmla="*/ 1492821 h 2160513"/>
              <a:gd name="connsiteX24-17585" fmla="*/ 1714472 w 2107590"/>
              <a:gd name="connsiteY24-17586" fmla="*/ 1154684 h 2160513"/>
              <a:gd name="connsiteX25-17587" fmla="*/ 1390621 w 2107590"/>
              <a:gd name="connsiteY25-17588" fmla="*/ 1145157 h 2160513"/>
              <a:gd name="connsiteX26-17589" fmla="*/ 1342996 w 2107590"/>
              <a:gd name="connsiteY26-17590" fmla="*/ 1283270 h 2160513"/>
              <a:gd name="connsiteX27-17591" fmla="*/ 1042958 w 2107590"/>
              <a:gd name="connsiteY27-17592" fmla="*/ 983235 h 2160513"/>
              <a:gd name="connsiteX28-17593" fmla="*/ 1309658 w 2107590"/>
              <a:gd name="connsiteY28-17594" fmla="*/ 790352 h 2160513"/>
              <a:gd name="connsiteX29-17595" fmla="*/ 914371 w 2107590"/>
              <a:gd name="connsiteY29-17596" fmla="*/ 511746 h 2160513"/>
              <a:gd name="connsiteX30-17597" fmla="*/ 516702 w 2107590"/>
              <a:gd name="connsiteY30-17598" fmla="*/ 737964 h 2160513"/>
              <a:gd name="connsiteX31-17599" fmla="*/ 821502 w 2107590"/>
              <a:gd name="connsiteY31-17600" fmla="*/ 883220 h 2160513"/>
              <a:gd name="connsiteX32-17601" fmla="*/ 373827 w 2107590"/>
              <a:gd name="connsiteY32-17602" fmla="*/ 852264 h 2160513"/>
              <a:gd name="connsiteX33-17603" fmla="*/ 935802 w 2107590"/>
              <a:gd name="connsiteY33-17604" fmla="*/ 390302 h 2160513"/>
              <a:gd name="connsiteX34-17605" fmla="*/ 1445389 w 2107590"/>
              <a:gd name="connsiteY34-17606" fmla="*/ 754633 h 2160513"/>
              <a:gd name="connsiteX35-17607" fmla="*/ 1383477 w 2107590"/>
              <a:gd name="connsiteY35-17608" fmla="*/ 857027 h 2160513"/>
              <a:gd name="connsiteX36-17609" fmla="*/ 1643033 w 2107590"/>
              <a:gd name="connsiteY36-17610" fmla="*/ 611758 h 2160513"/>
              <a:gd name="connsiteX37-17611" fmla="*/ 1795433 w 2107590"/>
              <a:gd name="connsiteY37-17612" fmla="*/ 723677 h 2160513"/>
              <a:gd name="connsiteX38-17613" fmla="*/ 1889668 w 2107590"/>
              <a:gd name="connsiteY38-17614" fmla="*/ 1175665 h 2160513"/>
              <a:gd name="connsiteX39-17615" fmla="*/ 1912797 w 2107590"/>
              <a:gd name="connsiteY39-17616" fmla="*/ 1135089 h 2160513"/>
              <a:gd name="connsiteX40-17617" fmla="*/ 1775980 w 2107590"/>
              <a:gd name="connsiteY40-17618" fmla="*/ 1553577 h 2160513"/>
              <a:gd name="connsiteX41-17619" fmla="*/ 1235792 w 2107590"/>
              <a:gd name="connsiteY41-17620" fmla="*/ 1580715 h 2160513"/>
              <a:gd name="connsiteX42-17621" fmla="*/ 1344220 w 2107590"/>
              <a:gd name="connsiteY42-17622" fmla="*/ 1905742 h 2160513"/>
              <a:gd name="connsiteX0-17623" fmla="*/ 1575697 w 2107590"/>
              <a:gd name="connsiteY0-17624" fmla="*/ 2160513 h 2160513"/>
              <a:gd name="connsiteX1-17625" fmla="*/ 956854 w 2107590"/>
              <a:gd name="connsiteY1-17626" fmla="*/ 1258279 h 2160513"/>
              <a:gd name="connsiteX2-17627" fmla="*/ 863892 w 2107590"/>
              <a:gd name="connsiteY2-17628" fmla="*/ 1345253 h 2160513"/>
              <a:gd name="connsiteX3-17629" fmla="*/ 1026241 w 2107590"/>
              <a:gd name="connsiteY3-17630" fmla="*/ 1144473 h 2160513"/>
              <a:gd name="connsiteX4-17631" fmla="*/ 908876 w 2107590"/>
              <a:gd name="connsiteY4-17632" fmla="*/ 743032 h 2160513"/>
              <a:gd name="connsiteX5-17633" fmla="*/ 1054863 w 2107590"/>
              <a:gd name="connsiteY5-17634" fmla="*/ 807021 h 2160513"/>
              <a:gd name="connsiteX6-17635" fmla="*/ 766732 w 2107590"/>
              <a:gd name="connsiteY6-17636" fmla="*/ 928463 h 2160513"/>
              <a:gd name="connsiteX7-17637" fmla="*/ 228569 w 2107590"/>
              <a:gd name="connsiteY7-17638" fmla="*/ 1030857 h 2160513"/>
              <a:gd name="connsiteX8-17639" fmla="*/ 102364 w 2107590"/>
              <a:gd name="connsiteY8-17640" fmla="*/ 578421 h 2160513"/>
              <a:gd name="connsiteX9-17641" fmla="*/ 334972 w 2107590"/>
              <a:gd name="connsiteY9-17642" fmla="*/ 266829 h 2160513"/>
              <a:gd name="connsiteX10-17643" fmla="*/ 754827 w 2107590"/>
              <a:gd name="connsiteY10-17644" fmla="*/ 47401 h 2160513"/>
              <a:gd name="connsiteX11-17645" fmla="*/ 759590 w 2107590"/>
              <a:gd name="connsiteY11-17646" fmla="*/ 95027 h 2160513"/>
              <a:gd name="connsiteX12-17647" fmla="*/ 771497 w 2107590"/>
              <a:gd name="connsiteY12-17648" fmla="*/ 35497 h 2160513"/>
              <a:gd name="connsiteX13-17649" fmla="*/ 1341273 w 2107590"/>
              <a:gd name="connsiteY13-17650" fmla="*/ 79182 h 2160513"/>
              <a:gd name="connsiteX14-17651" fmla="*/ 1369190 w 2107590"/>
              <a:gd name="connsiteY14-17652" fmla="*/ 92646 h 2160513"/>
              <a:gd name="connsiteX15-17653" fmla="*/ 1772045 w 2107590"/>
              <a:gd name="connsiteY15-17654" fmla="*/ 359840 h 2160513"/>
              <a:gd name="connsiteX16-17655" fmla="*/ 1752572 w 2107590"/>
              <a:gd name="connsiteY16-17656" fmla="*/ 342677 h 2160513"/>
              <a:gd name="connsiteX17-17657" fmla="*/ 2013140 w 2107590"/>
              <a:gd name="connsiteY17-17658" fmla="*/ 736265 h 2160513"/>
              <a:gd name="connsiteX18-17659" fmla="*/ 2004983 w 2107590"/>
              <a:gd name="connsiteY18-17660" fmla="*/ 716533 h 2160513"/>
              <a:gd name="connsiteX19-17661" fmla="*/ 2095472 w 2107590"/>
              <a:gd name="connsiteY19-17662" fmla="*/ 1073721 h 2160513"/>
              <a:gd name="connsiteX20-17663" fmla="*/ 1826390 w 2107590"/>
              <a:gd name="connsiteY20-17664" fmla="*/ 1311846 h 2160513"/>
              <a:gd name="connsiteX21-17665" fmla="*/ 1821627 w 2107590"/>
              <a:gd name="connsiteY21-17666" fmla="*/ 1264221 h 2160513"/>
              <a:gd name="connsiteX22-17667" fmla="*/ 1488252 w 2107590"/>
              <a:gd name="connsiteY22-17668" fmla="*/ 1595214 h 2160513"/>
              <a:gd name="connsiteX23-17669" fmla="*/ 1388239 w 2107590"/>
              <a:gd name="connsiteY23-17670" fmla="*/ 1492821 h 2160513"/>
              <a:gd name="connsiteX24-17671" fmla="*/ 1714472 w 2107590"/>
              <a:gd name="connsiteY24-17672" fmla="*/ 1154684 h 2160513"/>
              <a:gd name="connsiteX25-17673" fmla="*/ 1390621 w 2107590"/>
              <a:gd name="connsiteY25-17674" fmla="*/ 1145157 h 2160513"/>
              <a:gd name="connsiteX26-17675" fmla="*/ 1342996 w 2107590"/>
              <a:gd name="connsiteY26-17676" fmla="*/ 1283270 h 2160513"/>
              <a:gd name="connsiteX27-17677" fmla="*/ 1042958 w 2107590"/>
              <a:gd name="connsiteY27-17678" fmla="*/ 983235 h 2160513"/>
              <a:gd name="connsiteX28-17679" fmla="*/ 1309658 w 2107590"/>
              <a:gd name="connsiteY28-17680" fmla="*/ 790352 h 2160513"/>
              <a:gd name="connsiteX29-17681" fmla="*/ 914371 w 2107590"/>
              <a:gd name="connsiteY29-17682" fmla="*/ 511746 h 2160513"/>
              <a:gd name="connsiteX30-17683" fmla="*/ 516702 w 2107590"/>
              <a:gd name="connsiteY30-17684" fmla="*/ 737964 h 2160513"/>
              <a:gd name="connsiteX31-17685" fmla="*/ 821502 w 2107590"/>
              <a:gd name="connsiteY31-17686" fmla="*/ 883220 h 2160513"/>
              <a:gd name="connsiteX32-17687" fmla="*/ 785783 w 2107590"/>
              <a:gd name="connsiteY32-17688" fmla="*/ 1002283 h 2160513"/>
              <a:gd name="connsiteX33-17689" fmla="*/ 373827 w 2107590"/>
              <a:gd name="connsiteY33-17690" fmla="*/ 852264 h 2160513"/>
              <a:gd name="connsiteX34-17691" fmla="*/ 935802 w 2107590"/>
              <a:gd name="connsiteY34-17692" fmla="*/ 390302 h 2160513"/>
              <a:gd name="connsiteX35-17693" fmla="*/ 1445389 w 2107590"/>
              <a:gd name="connsiteY35-17694" fmla="*/ 754633 h 2160513"/>
              <a:gd name="connsiteX36-17695" fmla="*/ 1383477 w 2107590"/>
              <a:gd name="connsiteY36-17696" fmla="*/ 857027 h 2160513"/>
              <a:gd name="connsiteX37-17697" fmla="*/ 1643033 w 2107590"/>
              <a:gd name="connsiteY37-17698" fmla="*/ 611758 h 2160513"/>
              <a:gd name="connsiteX38-17699" fmla="*/ 1795433 w 2107590"/>
              <a:gd name="connsiteY38-17700" fmla="*/ 723677 h 2160513"/>
              <a:gd name="connsiteX39-17701" fmla="*/ 1889668 w 2107590"/>
              <a:gd name="connsiteY39-17702" fmla="*/ 1175665 h 2160513"/>
              <a:gd name="connsiteX40-17703" fmla="*/ 1912797 w 2107590"/>
              <a:gd name="connsiteY40-17704" fmla="*/ 1135089 h 2160513"/>
              <a:gd name="connsiteX41-17705" fmla="*/ 1775980 w 2107590"/>
              <a:gd name="connsiteY41-17706" fmla="*/ 1553577 h 2160513"/>
              <a:gd name="connsiteX42-17707" fmla="*/ 1235792 w 2107590"/>
              <a:gd name="connsiteY42-17708" fmla="*/ 1580715 h 2160513"/>
              <a:gd name="connsiteX43" fmla="*/ 1344220 w 2107590"/>
              <a:gd name="connsiteY43" fmla="*/ 1905742 h 2160513"/>
              <a:gd name="connsiteX0-17709" fmla="*/ 1575697 w 2107590"/>
              <a:gd name="connsiteY0-17710" fmla="*/ 2160513 h 2160513"/>
              <a:gd name="connsiteX1-17711" fmla="*/ 956854 w 2107590"/>
              <a:gd name="connsiteY1-17712" fmla="*/ 1258279 h 2160513"/>
              <a:gd name="connsiteX2-17713" fmla="*/ 863892 w 2107590"/>
              <a:gd name="connsiteY2-17714" fmla="*/ 1345253 h 2160513"/>
              <a:gd name="connsiteX3-17715" fmla="*/ 1026241 w 2107590"/>
              <a:gd name="connsiteY3-17716" fmla="*/ 1144473 h 2160513"/>
              <a:gd name="connsiteX4-17717" fmla="*/ 908876 w 2107590"/>
              <a:gd name="connsiteY4-17718" fmla="*/ 743032 h 2160513"/>
              <a:gd name="connsiteX5-17719" fmla="*/ 1054863 w 2107590"/>
              <a:gd name="connsiteY5-17720" fmla="*/ 807021 h 2160513"/>
              <a:gd name="connsiteX6-17721" fmla="*/ 766732 w 2107590"/>
              <a:gd name="connsiteY6-17722" fmla="*/ 928463 h 2160513"/>
              <a:gd name="connsiteX7-17723" fmla="*/ 228569 w 2107590"/>
              <a:gd name="connsiteY7-17724" fmla="*/ 1030857 h 2160513"/>
              <a:gd name="connsiteX8-17725" fmla="*/ 102364 w 2107590"/>
              <a:gd name="connsiteY8-17726" fmla="*/ 578421 h 2160513"/>
              <a:gd name="connsiteX9-17727" fmla="*/ 334972 w 2107590"/>
              <a:gd name="connsiteY9-17728" fmla="*/ 266829 h 2160513"/>
              <a:gd name="connsiteX10-17729" fmla="*/ 754827 w 2107590"/>
              <a:gd name="connsiteY10-17730" fmla="*/ 47401 h 2160513"/>
              <a:gd name="connsiteX11-17731" fmla="*/ 759590 w 2107590"/>
              <a:gd name="connsiteY11-17732" fmla="*/ 95027 h 2160513"/>
              <a:gd name="connsiteX12-17733" fmla="*/ 771497 w 2107590"/>
              <a:gd name="connsiteY12-17734" fmla="*/ 35497 h 2160513"/>
              <a:gd name="connsiteX13-17735" fmla="*/ 1341273 w 2107590"/>
              <a:gd name="connsiteY13-17736" fmla="*/ 79182 h 2160513"/>
              <a:gd name="connsiteX14-17737" fmla="*/ 1369190 w 2107590"/>
              <a:gd name="connsiteY14-17738" fmla="*/ 92646 h 2160513"/>
              <a:gd name="connsiteX15-17739" fmla="*/ 1772045 w 2107590"/>
              <a:gd name="connsiteY15-17740" fmla="*/ 359840 h 2160513"/>
              <a:gd name="connsiteX16-17741" fmla="*/ 1752572 w 2107590"/>
              <a:gd name="connsiteY16-17742" fmla="*/ 342677 h 2160513"/>
              <a:gd name="connsiteX17-17743" fmla="*/ 2013140 w 2107590"/>
              <a:gd name="connsiteY17-17744" fmla="*/ 736265 h 2160513"/>
              <a:gd name="connsiteX18-17745" fmla="*/ 2004983 w 2107590"/>
              <a:gd name="connsiteY18-17746" fmla="*/ 716533 h 2160513"/>
              <a:gd name="connsiteX19-17747" fmla="*/ 2095472 w 2107590"/>
              <a:gd name="connsiteY19-17748" fmla="*/ 1073721 h 2160513"/>
              <a:gd name="connsiteX20-17749" fmla="*/ 1826390 w 2107590"/>
              <a:gd name="connsiteY20-17750" fmla="*/ 1311846 h 2160513"/>
              <a:gd name="connsiteX21-17751" fmla="*/ 1821627 w 2107590"/>
              <a:gd name="connsiteY21-17752" fmla="*/ 1264221 h 2160513"/>
              <a:gd name="connsiteX22-17753" fmla="*/ 1488252 w 2107590"/>
              <a:gd name="connsiteY22-17754" fmla="*/ 1595214 h 2160513"/>
              <a:gd name="connsiteX23-17755" fmla="*/ 1388239 w 2107590"/>
              <a:gd name="connsiteY23-17756" fmla="*/ 1492821 h 2160513"/>
              <a:gd name="connsiteX24-17757" fmla="*/ 1714472 w 2107590"/>
              <a:gd name="connsiteY24-17758" fmla="*/ 1154684 h 2160513"/>
              <a:gd name="connsiteX25-17759" fmla="*/ 1390621 w 2107590"/>
              <a:gd name="connsiteY25-17760" fmla="*/ 1145157 h 2160513"/>
              <a:gd name="connsiteX26-17761" fmla="*/ 1342996 w 2107590"/>
              <a:gd name="connsiteY26-17762" fmla="*/ 1283270 h 2160513"/>
              <a:gd name="connsiteX27-17763" fmla="*/ 1042958 w 2107590"/>
              <a:gd name="connsiteY27-17764" fmla="*/ 983235 h 2160513"/>
              <a:gd name="connsiteX28-17765" fmla="*/ 1309658 w 2107590"/>
              <a:gd name="connsiteY28-17766" fmla="*/ 790352 h 2160513"/>
              <a:gd name="connsiteX29-17767" fmla="*/ 914371 w 2107590"/>
              <a:gd name="connsiteY29-17768" fmla="*/ 511746 h 2160513"/>
              <a:gd name="connsiteX30-17769" fmla="*/ 516702 w 2107590"/>
              <a:gd name="connsiteY30-17770" fmla="*/ 737964 h 2160513"/>
              <a:gd name="connsiteX31-17771" fmla="*/ 821502 w 2107590"/>
              <a:gd name="connsiteY31-17772" fmla="*/ 883220 h 2160513"/>
              <a:gd name="connsiteX32-17773" fmla="*/ 785783 w 2107590"/>
              <a:gd name="connsiteY32-17774" fmla="*/ 1002283 h 2160513"/>
              <a:gd name="connsiteX33-17775" fmla="*/ 373827 w 2107590"/>
              <a:gd name="connsiteY33-17776" fmla="*/ 852264 h 2160513"/>
              <a:gd name="connsiteX34-17777" fmla="*/ 935802 w 2107590"/>
              <a:gd name="connsiteY34-17778" fmla="*/ 390302 h 2160513"/>
              <a:gd name="connsiteX35-17779" fmla="*/ 1445389 w 2107590"/>
              <a:gd name="connsiteY35-17780" fmla="*/ 754633 h 2160513"/>
              <a:gd name="connsiteX36-17781" fmla="*/ 1383477 w 2107590"/>
              <a:gd name="connsiteY36-17782" fmla="*/ 857027 h 2160513"/>
              <a:gd name="connsiteX37-17783" fmla="*/ 1643033 w 2107590"/>
              <a:gd name="connsiteY37-17784" fmla="*/ 611758 h 2160513"/>
              <a:gd name="connsiteX38-17785" fmla="*/ 1795433 w 2107590"/>
              <a:gd name="connsiteY38-17786" fmla="*/ 723677 h 2160513"/>
              <a:gd name="connsiteX39-17787" fmla="*/ 1889668 w 2107590"/>
              <a:gd name="connsiteY39-17788" fmla="*/ 1175665 h 2160513"/>
              <a:gd name="connsiteX40-17789" fmla="*/ 1912797 w 2107590"/>
              <a:gd name="connsiteY40-17790" fmla="*/ 1135089 h 2160513"/>
              <a:gd name="connsiteX41-17791" fmla="*/ 1775980 w 2107590"/>
              <a:gd name="connsiteY41-17792" fmla="*/ 1553577 h 2160513"/>
              <a:gd name="connsiteX42-17793" fmla="*/ 1235792 w 2107590"/>
              <a:gd name="connsiteY42-17794" fmla="*/ 1580715 h 2160513"/>
              <a:gd name="connsiteX43-17795" fmla="*/ 1344220 w 2107590"/>
              <a:gd name="connsiteY43-17796" fmla="*/ 1905742 h 2160513"/>
              <a:gd name="connsiteX0-17797" fmla="*/ 1575697 w 2107590"/>
              <a:gd name="connsiteY0-17798" fmla="*/ 2160513 h 2160513"/>
              <a:gd name="connsiteX1-17799" fmla="*/ 956854 w 2107590"/>
              <a:gd name="connsiteY1-17800" fmla="*/ 1258279 h 2160513"/>
              <a:gd name="connsiteX2-17801" fmla="*/ 863892 w 2107590"/>
              <a:gd name="connsiteY2-17802" fmla="*/ 1345253 h 2160513"/>
              <a:gd name="connsiteX3-17803" fmla="*/ 1026241 w 2107590"/>
              <a:gd name="connsiteY3-17804" fmla="*/ 1144473 h 2160513"/>
              <a:gd name="connsiteX4-17805" fmla="*/ 908876 w 2107590"/>
              <a:gd name="connsiteY4-17806" fmla="*/ 743032 h 2160513"/>
              <a:gd name="connsiteX5-17807" fmla="*/ 1054863 w 2107590"/>
              <a:gd name="connsiteY5-17808" fmla="*/ 807021 h 2160513"/>
              <a:gd name="connsiteX6-17809" fmla="*/ 766732 w 2107590"/>
              <a:gd name="connsiteY6-17810" fmla="*/ 928463 h 2160513"/>
              <a:gd name="connsiteX7-17811" fmla="*/ 228569 w 2107590"/>
              <a:gd name="connsiteY7-17812" fmla="*/ 1030857 h 2160513"/>
              <a:gd name="connsiteX8-17813" fmla="*/ 102364 w 2107590"/>
              <a:gd name="connsiteY8-17814" fmla="*/ 578421 h 2160513"/>
              <a:gd name="connsiteX9-17815" fmla="*/ 334972 w 2107590"/>
              <a:gd name="connsiteY9-17816" fmla="*/ 266829 h 2160513"/>
              <a:gd name="connsiteX10-17817" fmla="*/ 754827 w 2107590"/>
              <a:gd name="connsiteY10-17818" fmla="*/ 47401 h 2160513"/>
              <a:gd name="connsiteX11-17819" fmla="*/ 759590 w 2107590"/>
              <a:gd name="connsiteY11-17820" fmla="*/ 95027 h 2160513"/>
              <a:gd name="connsiteX12-17821" fmla="*/ 771497 w 2107590"/>
              <a:gd name="connsiteY12-17822" fmla="*/ 35497 h 2160513"/>
              <a:gd name="connsiteX13-17823" fmla="*/ 1341273 w 2107590"/>
              <a:gd name="connsiteY13-17824" fmla="*/ 79182 h 2160513"/>
              <a:gd name="connsiteX14-17825" fmla="*/ 1369190 w 2107590"/>
              <a:gd name="connsiteY14-17826" fmla="*/ 92646 h 2160513"/>
              <a:gd name="connsiteX15-17827" fmla="*/ 1772045 w 2107590"/>
              <a:gd name="connsiteY15-17828" fmla="*/ 359840 h 2160513"/>
              <a:gd name="connsiteX16-17829" fmla="*/ 1752572 w 2107590"/>
              <a:gd name="connsiteY16-17830" fmla="*/ 342677 h 2160513"/>
              <a:gd name="connsiteX17-17831" fmla="*/ 2013140 w 2107590"/>
              <a:gd name="connsiteY17-17832" fmla="*/ 736265 h 2160513"/>
              <a:gd name="connsiteX18-17833" fmla="*/ 2004983 w 2107590"/>
              <a:gd name="connsiteY18-17834" fmla="*/ 716533 h 2160513"/>
              <a:gd name="connsiteX19-17835" fmla="*/ 2095472 w 2107590"/>
              <a:gd name="connsiteY19-17836" fmla="*/ 1073721 h 2160513"/>
              <a:gd name="connsiteX20-17837" fmla="*/ 1826390 w 2107590"/>
              <a:gd name="connsiteY20-17838" fmla="*/ 1311846 h 2160513"/>
              <a:gd name="connsiteX21-17839" fmla="*/ 1821627 w 2107590"/>
              <a:gd name="connsiteY21-17840" fmla="*/ 1264221 h 2160513"/>
              <a:gd name="connsiteX22-17841" fmla="*/ 1488252 w 2107590"/>
              <a:gd name="connsiteY22-17842" fmla="*/ 1595214 h 2160513"/>
              <a:gd name="connsiteX23-17843" fmla="*/ 1388239 w 2107590"/>
              <a:gd name="connsiteY23-17844" fmla="*/ 1492821 h 2160513"/>
              <a:gd name="connsiteX24-17845" fmla="*/ 1714472 w 2107590"/>
              <a:gd name="connsiteY24-17846" fmla="*/ 1154684 h 2160513"/>
              <a:gd name="connsiteX25-17847" fmla="*/ 1390621 w 2107590"/>
              <a:gd name="connsiteY25-17848" fmla="*/ 1145157 h 2160513"/>
              <a:gd name="connsiteX26-17849" fmla="*/ 1342996 w 2107590"/>
              <a:gd name="connsiteY26-17850" fmla="*/ 1283270 h 2160513"/>
              <a:gd name="connsiteX27-17851" fmla="*/ 1042958 w 2107590"/>
              <a:gd name="connsiteY27-17852" fmla="*/ 983235 h 2160513"/>
              <a:gd name="connsiteX28-17853" fmla="*/ 1309658 w 2107590"/>
              <a:gd name="connsiteY28-17854" fmla="*/ 790352 h 2160513"/>
              <a:gd name="connsiteX29-17855" fmla="*/ 914371 w 2107590"/>
              <a:gd name="connsiteY29-17856" fmla="*/ 511746 h 2160513"/>
              <a:gd name="connsiteX30-17857" fmla="*/ 516702 w 2107590"/>
              <a:gd name="connsiteY30-17858" fmla="*/ 737964 h 2160513"/>
              <a:gd name="connsiteX31-17859" fmla="*/ 821502 w 2107590"/>
              <a:gd name="connsiteY31-17860" fmla="*/ 883220 h 2160513"/>
              <a:gd name="connsiteX32-17861" fmla="*/ 785783 w 2107590"/>
              <a:gd name="connsiteY32-17862" fmla="*/ 1002283 h 2160513"/>
              <a:gd name="connsiteX33-17863" fmla="*/ 373827 w 2107590"/>
              <a:gd name="connsiteY33-17864" fmla="*/ 852264 h 2160513"/>
              <a:gd name="connsiteX34-17865" fmla="*/ 935802 w 2107590"/>
              <a:gd name="connsiteY34-17866" fmla="*/ 390302 h 2160513"/>
              <a:gd name="connsiteX35-17867" fmla="*/ 1445389 w 2107590"/>
              <a:gd name="connsiteY35-17868" fmla="*/ 754633 h 2160513"/>
              <a:gd name="connsiteX36-17869" fmla="*/ 1383477 w 2107590"/>
              <a:gd name="connsiteY36-17870" fmla="*/ 857027 h 2160513"/>
              <a:gd name="connsiteX37-17871" fmla="*/ 1643033 w 2107590"/>
              <a:gd name="connsiteY37-17872" fmla="*/ 611758 h 2160513"/>
              <a:gd name="connsiteX38-17873" fmla="*/ 1795433 w 2107590"/>
              <a:gd name="connsiteY38-17874" fmla="*/ 723677 h 2160513"/>
              <a:gd name="connsiteX39-17875" fmla="*/ 1889668 w 2107590"/>
              <a:gd name="connsiteY39-17876" fmla="*/ 1175665 h 2160513"/>
              <a:gd name="connsiteX40-17877" fmla="*/ 1912797 w 2107590"/>
              <a:gd name="connsiteY40-17878" fmla="*/ 1135089 h 2160513"/>
              <a:gd name="connsiteX41-17879" fmla="*/ 1775980 w 2107590"/>
              <a:gd name="connsiteY41-17880" fmla="*/ 1553577 h 2160513"/>
              <a:gd name="connsiteX42-17881" fmla="*/ 1235792 w 2107590"/>
              <a:gd name="connsiteY42-17882" fmla="*/ 1580715 h 2160513"/>
              <a:gd name="connsiteX43-17883" fmla="*/ 1344220 w 2107590"/>
              <a:gd name="connsiteY43-17884" fmla="*/ 1905742 h 2160513"/>
              <a:gd name="connsiteX0-17885" fmla="*/ 1575697 w 2107590"/>
              <a:gd name="connsiteY0-17886" fmla="*/ 2160513 h 2160513"/>
              <a:gd name="connsiteX1-17887" fmla="*/ 956854 w 2107590"/>
              <a:gd name="connsiteY1-17888" fmla="*/ 1258279 h 2160513"/>
              <a:gd name="connsiteX2-17889" fmla="*/ 863892 w 2107590"/>
              <a:gd name="connsiteY2-17890" fmla="*/ 1345253 h 2160513"/>
              <a:gd name="connsiteX3-17891" fmla="*/ 1026241 w 2107590"/>
              <a:gd name="connsiteY3-17892" fmla="*/ 1144473 h 2160513"/>
              <a:gd name="connsiteX4-17893" fmla="*/ 908876 w 2107590"/>
              <a:gd name="connsiteY4-17894" fmla="*/ 743032 h 2160513"/>
              <a:gd name="connsiteX5-17895" fmla="*/ 1054863 w 2107590"/>
              <a:gd name="connsiteY5-17896" fmla="*/ 807021 h 2160513"/>
              <a:gd name="connsiteX6-17897" fmla="*/ 766732 w 2107590"/>
              <a:gd name="connsiteY6-17898" fmla="*/ 928463 h 2160513"/>
              <a:gd name="connsiteX7-17899" fmla="*/ 228569 w 2107590"/>
              <a:gd name="connsiteY7-17900" fmla="*/ 1030857 h 2160513"/>
              <a:gd name="connsiteX8-17901" fmla="*/ 102364 w 2107590"/>
              <a:gd name="connsiteY8-17902" fmla="*/ 578421 h 2160513"/>
              <a:gd name="connsiteX9-17903" fmla="*/ 334972 w 2107590"/>
              <a:gd name="connsiteY9-17904" fmla="*/ 266829 h 2160513"/>
              <a:gd name="connsiteX10-17905" fmla="*/ 754827 w 2107590"/>
              <a:gd name="connsiteY10-17906" fmla="*/ 47401 h 2160513"/>
              <a:gd name="connsiteX11-17907" fmla="*/ 759590 w 2107590"/>
              <a:gd name="connsiteY11-17908" fmla="*/ 95027 h 2160513"/>
              <a:gd name="connsiteX12-17909" fmla="*/ 771497 w 2107590"/>
              <a:gd name="connsiteY12-17910" fmla="*/ 35497 h 2160513"/>
              <a:gd name="connsiteX13-17911" fmla="*/ 1341273 w 2107590"/>
              <a:gd name="connsiteY13-17912" fmla="*/ 79182 h 2160513"/>
              <a:gd name="connsiteX14-17913" fmla="*/ 1369190 w 2107590"/>
              <a:gd name="connsiteY14-17914" fmla="*/ 92646 h 2160513"/>
              <a:gd name="connsiteX15-17915" fmla="*/ 1772045 w 2107590"/>
              <a:gd name="connsiteY15-17916" fmla="*/ 359840 h 2160513"/>
              <a:gd name="connsiteX16-17917" fmla="*/ 1752572 w 2107590"/>
              <a:gd name="connsiteY16-17918" fmla="*/ 342677 h 2160513"/>
              <a:gd name="connsiteX17-17919" fmla="*/ 2013140 w 2107590"/>
              <a:gd name="connsiteY17-17920" fmla="*/ 736265 h 2160513"/>
              <a:gd name="connsiteX18-17921" fmla="*/ 2004983 w 2107590"/>
              <a:gd name="connsiteY18-17922" fmla="*/ 716533 h 2160513"/>
              <a:gd name="connsiteX19-17923" fmla="*/ 2095472 w 2107590"/>
              <a:gd name="connsiteY19-17924" fmla="*/ 1073721 h 2160513"/>
              <a:gd name="connsiteX20-17925" fmla="*/ 1826390 w 2107590"/>
              <a:gd name="connsiteY20-17926" fmla="*/ 1311846 h 2160513"/>
              <a:gd name="connsiteX21-17927" fmla="*/ 1821627 w 2107590"/>
              <a:gd name="connsiteY21-17928" fmla="*/ 1264221 h 2160513"/>
              <a:gd name="connsiteX22-17929" fmla="*/ 1488252 w 2107590"/>
              <a:gd name="connsiteY22-17930" fmla="*/ 1595214 h 2160513"/>
              <a:gd name="connsiteX23-17931" fmla="*/ 1388239 w 2107590"/>
              <a:gd name="connsiteY23-17932" fmla="*/ 1492821 h 2160513"/>
              <a:gd name="connsiteX24-17933" fmla="*/ 1714472 w 2107590"/>
              <a:gd name="connsiteY24-17934" fmla="*/ 1154684 h 2160513"/>
              <a:gd name="connsiteX25-17935" fmla="*/ 1390621 w 2107590"/>
              <a:gd name="connsiteY25-17936" fmla="*/ 1145157 h 2160513"/>
              <a:gd name="connsiteX26-17937" fmla="*/ 1342996 w 2107590"/>
              <a:gd name="connsiteY26-17938" fmla="*/ 1283270 h 2160513"/>
              <a:gd name="connsiteX27-17939" fmla="*/ 1042958 w 2107590"/>
              <a:gd name="connsiteY27-17940" fmla="*/ 983235 h 2160513"/>
              <a:gd name="connsiteX28-17941" fmla="*/ 1309658 w 2107590"/>
              <a:gd name="connsiteY28-17942" fmla="*/ 790352 h 2160513"/>
              <a:gd name="connsiteX29-17943" fmla="*/ 914371 w 2107590"/>
              <a:gd name="connsiteY29-17944" fmla="*/ 511746 h 2160513"/>
              <a:gd name="connsiteX30-17945" fmla="*/ 516702 w 2107590"/>
              <a:gd name="connsiteY30-17946" fmla="*/ 737964 h 2160513"/>
              <a:gd name="connsiteX31-17947" fmla="*/ 821502 w 2107590"/>
              <a:gd name="connsiteY31-17948" fmla="*/ 883220 h 2160513"/>
              <a:gd name="connsiteX32-17949" fmla="*/ 785783 w 2107590"/>
              <a:gd name="connsiteY32-17950" fmla="*/ 1002283 h 2160513"/>
              <a:gd name="connsiteX33-17951" fmla="*/ 373827 w 2107590"/>
              <a:gd name="connsiteY33-17952" fmla="*/ 852264 h 2160513"/>
              <a:gd name="connsiteX34-17953" fmla="*/ 935802 w 2107590"/>
              <a:gd name="connsiteY34-17954" fmla="*/ 390302 h 2160513"/>
              <a:gd name="connsiteX35-17955" fmla="*/ 1445389 w 2107590"/>
              <a:gd name="connsiteY35-17956" fmla="*/ 754633 h 2160513"/>
              <a:gd name="connsiteX36-17957" fmla="*/ 1383477 w 2107590"/>
              <a:gd name="connsiteY36-17958" fmla="*/ 857027 h 2160513"/>
              <a:gd name="connsiteX37-17959" fmla="*/ 1643033 w 2107590"/>
              <a:gd name="connsiteY37-17960" fmla="*/ 611758 h 2160513"/>
              <a:gd name="connsiteX38-17961" fmla="*/ 1795433 w 2107590"/>
              <a:gd name="connsiteY38-17962" fmla="*/ 723677 h 2160513"/>
              <a:gd name="connsiteX39-17963" fmla="*/ 1889668 w 2107590"/>
              <a:gd name="connsiteY39-17964" fmla="*/ 1175665 h 2160513"/>
              <a:gd name="connsiteX40-17965" fmla="*/ 1912797 w 2107590"/>
              <a:gd name="connsiteY40-17966" fmla="*/ 1135089 h 2160513"/>
              <a:gd name="connsiteX41-17967" fmla="*/ 1775980 w 2107590"/>
              <a:gd name="connsiteY41-17968" fmla="*/ 1553577 h 2160513"/>
              <a:gd name="connsiteX42-17969" fmla="*/ 1235792 w 2107590"/>
              <a:gd name="connsiteY42-17970" fmla="*/ 1580715 h 2160513"/>
              <a:gd name="connsiteX43-17971" fmla="*/ 1344220 w 2107590"/>
              <a:gd name="connsiteY43-17972" fmla="*/ 1905742 h 2160513"/>
              <a:gd name="connsiteX0-17973" fmla="*/ 1575697 w 2107590"/>
              <a:gd name="connsiteY0-17974" fmla="*/ 2160513 h 2160513"/>
              <a:gd name="connsiteX1-17975" fmla="*/ 956854 w 2107590"/>
              <a:gd name="connsiteY1-17976" fmla="*/ 1258279 h 2160513"/>
              <a:gd name="connsiteX2-17977" fmla="*/ 863892 w 2107590"/>
              <a:gd name="connsiteY2-17978" fmla="*/ 1345253 h 2160513"/>
              <a:gd name="connsiteX3-17979" fmla="*/ 1026241 w 2107590"/>
              <a:gd name="connsiteY3-17980" fmla="*/ 1144473 h 2160513"/>
              <a:gd name="connsiteX4-17981" fmla="*/ 908876 w 2107590"/>
              <a:gd name="connsiteY4-17982" fmla="*/ 743032 h 2160513"/>
              <a:gd name="connsiteX5-17983" fmla="*/ 1054863 w 2107590"/>
              <a:gd name="connsiteY5-17984" fmla="*/ 807021 h 2160513"/>
              <a:gd name="connsiteX6-17985" fmla="*/ 766732 w 2107590"/>
              <a:gd name="connsiteY6-17986" fmla="*/ 928463 h 2160513"/>
              <a:gd name="connsiteX7-17987" fmla="*/ 228569 w 2107590"/>
              <a:gd name="connsiteY7-17988" fmla="*/ 1030857 h 2160513"/>
              <a:gd name="connsiteX8-17989" fmla="*/ 102364 w 2107590"/>
              <a:gd name="connsiteY8-17990" fmla="*/ 578421 h 2160513"/>
              <a:gd name="connsiteX9-17991" fmla="*/ 334972 w 2107590"/>
              <a:gd name="connsiteY9-17992" fmla="*/ 266829 h 2160513"/>
              <a:gd name="connsiteX10-17993" fmla="*/ 754827 w 2107590"/>
              <a:gd name="connsiteY10-17994" fmla="*/ 47401 h 2160513"/>
              <a:gd name="connsiteX11-17995" fmla="*/ 759590 w 2107590"/>
              <a:gd name="connsiteY11-17996" fmla="*/ 95027 h 2160513"/>
              <a:gd name="connsiteX12-17997" fmla="*/ 771497 w 2107590"/>
              <a:gd name="connsiteY12-17998" fmla="*/ 35497 h 2160513"/>
              <a:gd name="connsiteX13-17999" fmla="*/ 1341273 w 2107590"/>
              <a:gd name="connsiteY13-18000" fmla="*/ 79182 h 2160513"/>
              <a:gd name="connsiteX14-18001" fmla="*/ 1369190 w 2107590"/>
              <a:gd name="connsiteY14-18002" fmla="*/ 92646 h 2160513"/>
              <a:gd name="connsiteX15-18003" fmla="*/ 1772045 w 2107590"/>
              <a:gd name="connsiteY15-18004" fmla="*/ 359840 h 2160513"/>
              <a:gd name="connsiteX16-18005" fmla="*/ 1752572 w 2107590"/>
              <a:gd name="connsiteY16-18006" fmla="*/ 342677 h 2160513"/>
              <a:gd name="connsiteX17-18007" fmla="*/ 2013140 w 2107590"/>
              <a:gd name="connsiteY17-18008" fmla="*/ 736265 h 2160513"/>
              <a:gd name="connsiteX18-18009" fmla="*/ 2004983 w 2107590"/>
              <a:gd name="connsiteY18-18010" fmla="*/ 716533 h 2160513"/>
              <a:gd name="connsiteX19-18011" fmla="*/ 2095472 w 2107590"/>
              <a:gd name="connsiteY19-18012" fmla="*/ 1073721 h 2160513"/>
              <a:gd name="connsiteX20-18013" fmla="*/ 1826390 w 2107590"/>
              <a:gd name="connsiteY20-18014" fmla="*/ 1311846 h 2160513"/>
              <a:gd name="connsiteX21-18015" fmla="*/ 1821627 w 2107590"/>
              <a:gd name="connsiteY21-18016" fmla="*/ 1264221 h 2160513"/>
              <a:gd name="connsiteX22-18017" fmla="*/ 1488252 w 2107590"/>
              <a:gd name="connsiteY22-18018" fmla="*/ 1595214 h 2160513"/>
              <a:gd name="connsiteX23-18019" fmla="*/ 1388239 w 2107590"/>
              <a:gd name="connsiteY23-18020" fmla="*/ 1492821 h 2160513"/>
              <a:gd name="connsiteX24-18021" fmla="*/ 1714472 w 2107590"/>
              <a:gd name="connsiteY24-18022" fmla="*/ 1154684 h 2160513"/>
              <a:gd name="connsiteX25-18023" fmla="*/ 1390621 w 2107590"/>
              <a:gd name="connsiteY25-18024" fmla="*/ 1145157 h 2160513"/>
              <a:gd name="connsiteX26-18025" fmla="*/ 1342996 w 2107590"/>
              <a:gd name="connsiteY26-18026" fmla="*/ 1283270 h 2160513"/>
              <a:gd name="connsiteX27-18027" fmla="*/ 1042958 w 2107590"/>
              <a:gd name="connsiteY27-18028" fmla="*/ 983235 h 2160513"/>
              <a:gd name="connsiteX28-18029" fmla="*/ 1309658 w 2107590"/>
              <a:gd name="connsiteY28-18030" fmla="*/ 790352 h 2160513"/>
              <a:gd name="connsiteX29-18031" fmla="*/ 914371 w 2107590"/>
              <a:gd name="connsiteY29-18032" fmla="*/ 511746 h 2160513"/>
              <a:gd name="connsiteX30-18033" fmla="*/ 516702 w 2107590"/>
              <a:gd name="connsiteY30-18034" fmla="*/ 737964 h 2160513"/>
              <a:gd name="connsiteX31-18035" fmla="*/ 783402 w 2107590"/>
              <a:gd name="connsiteY31-18036" fmla="*/ 868932 h 2160513"/>
              <a:gd name="connsiteX32-18037" fmla="*/ 785783 w 2107590"/>
              <a:gd name="connsiteY32-18038" fmla="*/ 1002283 h 2160513"/>
              <a:gd name="connsiteX33-18039" fmla="*/ 373827 w 2107590"/>
              <a:gd name="connsiteY33-18040" fmla="*/ 852264 h 2160513"/>
              <a:gd name="connsiteX34-18041" fmla="*/ 935802 w 2107590"/>
              <a:gd name="connsiteY34-18042" fmla="*/ 390302 h 2160513"/>
              <a:gd name="connsiteX35-18043" fmla="*/ 1445389 w 2107590"/>
              <a:gd name="connsiteY35-18044" fmla="*/ 754633 h 2160513"/>
              <a:gd name="connsiteX36-18045" fmla="*/ 1383477 w 2107590"/>
              <a:gd name="connsiteY36-18046" fmla="*/ 857027 h 2160513"/>
              <a:gd name="connsiteX37-18047" fmla="*/ 1643033 w 2107590"/>
              <a:gd name="connsiteY37-18048" fmla="*/ 611758 h 2160513"/>
              <a:gd name="connsiteX38-18049" fmla="*/ 1795433 w 2107590"/>
              <a:gd name="connsiteY38-18050" fmla="*/ 723677 h 2160513"/>
              <a:gd name="connsiteX39-18051" fmla="*/ 1889668 w 2107590"/>
              <a:gd name="connsiteY39-18052" fmla="*/ 1175665 h 2160513"/>
              <a:gd name="connsiteX40-18053" fmla="*/ 1912797 w 2107590"/>
              <a:gd name="connsiteY40-18054" fmla="*/ 1135089 h 2160513"/>
              <a:gd name="connsiteX41-18055" fmla="*/ 1775980 w 2107590"/>
              <a:gd name="connsiteY41-18056" fmla="*/ 1553577 h 2160513"/>
              <a:gd name="connsiteX42-18057" fmla="*/ 1235792 w 2107590"/>
              <a:gd name="connsiteY42-18058" fmla="*/ 1580715 h 2160513"/>
              <a:gd name="connsiteX43-18059" fmla="*/ 1344220 w 2107590"/>
              <a:gd name="connsiteY43-18060" fmla="*/ 1905742 h 2160513"/>
              <a:gd name="connsiteX0-18061" fmla="*/ 1575697 w 2107590"/>
              <a:gd name="connsiteY0-18062" fmla="*/ 2160513 h 2160513"/>
              <a:gd name="connsiteX1-18063" fmla="*/ 956854 w 2107590"/>
              <a:gd name="connsiteY1-18064" fmla="*/ 1258279 h 2160513"/>
              <a:gd name="connsiteX2-18065" fmla="*/ 863892 w 2107590"/>
              <a:gd name="connsiteY2-18066" fmla="*/ 1345253 h 2160513"/>
              <a:gd name="connsiteX3-18067" fmla="*/ 1026241 w 2107590"/>
              <a:gd name="connsiteY3-18068" fmla="*/ 1144473 h 2160513"/>
              <a:gd name="connsiteX4-18069" fmla="*/ 908876 w 2107590"/>
              <a:gd name="connsiteY4-18070" fmla="*/ 743032 h 2160513"/>
              <a:gd name="connsiteX5-18071" fmla="*/ 1054863 w 2107590"/>
              <a:gd name="connsiteY5-18072" fmla="*/ 807021 h 2160513"/>
              <a:gd name="connsiteX6-18073" fmla="*/ 766732 w 2107590"/>
              <a:gd name="connsiteY6-18074" fmla="*/ 928463 h 2160513"/>
              <a:gd name="connsiteX7-18075" fmla="*/ 228569 w 2107590"/>
              <a:gd name="connsiteY7-18076" fmla="*/ 1030857 h 2160513"/>
              <a:gd name="connsiteX8-18077" fmla="*/ 102364 w 2107590"/>
              <a:gd name="connsiteY8-18078" fmla="*/ 578421 h 2160513"/>
              <a:gd name="connsiteX9-18079" fmla="*/ 334972 w 2107590"/>
              <a:gd name="connsiteY9-18080" fmla="*/ 266829 h 2160513"/>
              <a:gd name="connsiteX10-18081" fmla="*/ 754827 w 2107590"/>
              <a:gd name="connsiteY10-18082" fmla="*/ 47401 h 2160513"/>
              <a:gd name="connsiteX11-18083" fmla="*/ 759590 w 2107590"/>
              <a:gd name="connsiteY11-18084" fmla="*/ 95027 h 2160513"/>
              <a:gd name="connsiteX12-18085" fmla="*/ 771497 w 2107590"/>
              <a:gd name="connsiteY12-18086" fmla="*/ 35497 h 2160513"/>
              <a:gd name="connsiteX13-18087" fmla="*/ 1341273 w 2107590"/>
              <a:gd name="connsiteY13-18088" fmla="*/ 79182 h 2160513"/>
              <a:gd name="connsiteX14-18089" fmla="*/ 1369190 w 2107590"/>
              <a:gd name="connsiteY14-18090" fmla="*/ 92646 h 2160513"/>
              <a:gd name="connsiteX15-18091" fmla="*/ 1772045 w 2107590"/>
              <a:gd name="connsiteY15-18092" fmla="*/ 359840 h 2160513"/>
              <a:gd name="connsiteX16-18093" fmla="*/ 1752572 w 2107590"/>
              <a:gd name="connsiteY16-18094" fmla="*/ 342677 h 2160513"/>
              <a:gd name="connsiteX17-18095" fmla="*/ 2013140 w 2107590"/>
              <a:gd name="connsiteY17-18096" fmla="*/ 736265 h 2160513"/>
              <a:gd name="connsiteX18-18097" fmla="*/ 2004983 w 2107590"/>
              <a:gd name="connsiteY18-18098" fmla="*/ 716533 h 2160513"/>
              <a:gd name="connsiteX19-18099" fmla="*/ 2095472 w 2107590"/>
              <a:gd name="connsiteY19-18100" fmla="*/ 1073721 h 2160513"/>
              <a:gd name="connsiteX20-18101" fmla="*/ 1826390 w 2107590"/>
              <a:gd name="connsiteY20-18102" fmla="*/ 1311846 h 2160513"/>
              <a:gd name="connsiteX21-18103" fmla="*/ 1821627 w 2107590"/>
              <a:gd name="connsiteY21-18104" fmla="*/ 1264221 h 2160513"/>
              <a:gd name="connsiteX22-18105" fmla="*/ 1488252 w 2107590"/>
              <a:gd name="connsiteY22-18106" fmla="*/ 1595214 h 2160513"/>
              <a:gd name="connsiteX23-18107" fmla="*/ 1388239 w 2107590"/>
              <a:gd name="connsiteY23-18108" fmla="*/ 1492821 h 2160513"/>
              <a:gd name="connsiteX24-18109" fmla="*/ 1714472 w 2107590"/>
              <a:gd name="connsiteY24-18110" fmla="*/ 1154684 h 2160513"/>
              <a:gd name="connsiteX25-18111" fmla="*/ 1390621 w 2107590"/>
              <a:gd name="connsiteY25-18112" fmla="*/ 1145157 h 2160513"/>
              <a:gd name="connsiteX26-18113" fmla="*/ 1342996 w 2107590"/>
              <a:gd name="connsiteY26-18114" fmla="*/ 1283270 h 2160513"/>
              <a:gd name="connsiteX27-18115" fmla="*/ 1042958 w 2107590"/>
              <a:gd name="connsiteY27-18116" fmla="*/ 983235 h 2160513"/>
              <a:gd name="connsiteX28-18117" fmla="*/ 1309658 w 2107590"/>
              <a:gd name="connsiteY28-18118" fmla="*/ 790352 h 2160513"/>
              <a:gd name="connsiteX29-18119" fmla="*/ 914371 w 2107590"/>
              <a:gd name="connsiteY29-18120" fmla="*/ 511746 h 2160513"/>
              <a:gd name="connsiteX30-18121" fmla="*/ 516702 w 2107590"/>
              <a:gd name="connsiteY30-18122" fmla="*/ 737964 h 2160513"/>
              <a:gd name="connsiteX31-18123" fmla="*/ 783402 w 2107590"/>
              <a:gd name="connsiteY31-18124" fmla="*/ 868932 h 2160513"/>
              <a:gd name="connsiteX32-18125" fmla="*/ 785783 w 2107590"/>
              <a:gd name="connsiteY32-18126" fmla="*/ 1002283 h 2160513"/>
              <a:gd name="connsiteX33-18127" fmla="*/ 373827 w 2107590"/>
              <a:gd name="connsiteY33-18128" fmla="*/ 852264 h 2160513"/>
              <a:gd name="connsiteX34-18129" fmla="*/ 935802 w 2107590"/>
              <a:gd name="connsiteY34-18130" fmla="*/ 390302 h 2160513"/>
              <a:gd name="connsiteX35-18131" fmla="*/ 1445389 w 2107590"/>
              <a:gd name="connsiteY35-18132" fmla="*/ 754633 h 2160513"/>
              <a:gd name="connsiteX36-18133" fmla="*/ 1383477 w 2107590"/>
              <a:gd name="connsiteY36-18134" fmla="*/ 857027 h 2160513"/>
              <a:gd name="connsiteX37-18135" fmla="*/ 1643033 w 2107590"/>
              <a:gd name="connsiteY37-18136" fmla="*/ 611758 h 2160513"/>
              <a:gd name="connsiteX38-18137" fmla="*/ 1795433 w 2107590"/>
              <a:gd name="connsiteY38-18138" fmla="*/ 723677 h 2160513"/>
              <a:gd name="connsiteX39-18139" fmla="*/ 1889668 w 2107590"/>
              <a:gd name="connsiteY39-18140" fmla="*/ 1175665 h 2160513"/>
              <a:gd name="connsiteX40-18141" fmla="*/ 1912797 w 2107590"/>
              <a:gd name="connsiteY40-18142" fmla="*/ 1135089 h 2160513"/>
              <a:gd name="connsiteX41-18143" fmla="*/ 1775980 w 2107590"/>
              <a:gd name="connsiteY41-18144" fmla="*/ 1553577 h 2160513"/>
              <a:gd name="connsiteX42-18145" fmla="*/ 1235792 w 2107590"/>
              <a:gd name="connsiteY42-18146" fmla="*/ 1580715 h 2160513"/>
              <a:gd name="connsiteX43-18147" fmla="*/ 1344220 w 2107590"/>
              <a:gd name="connsiteY43-18148" fmla="*/ 1905742 h 2160513"/>
              <a:gd name="connsiteX0-18149" fmla="*/ 1575697 w 2107590"/>
              <a:gd name="connsiteY0-18150" fmla="*/ 2160513 h 2160513"/>
              <a:gd name="connsiteX1-18151" fmla="*/ 956854 w 2107590"/>
              <a:gd name="connsiteY1-18152" fmla="*/ 1258279 h 2160513"/>
              <a:gd name="connsiteX2-18153" fmla="*/ 863892 w 2107590"/>
              <a:gd name="connsiteY2-18154" fmla="*/ 1345253 h 2160513"/>
              <a:gd name="connsiteX3-18155" fmla="*/ 1026241 w 2107590"/>
              <a:gd name="connsiteY3-18156" fmla="*/ 1144473 h 2160513"/>
              <a:gd name="connsiteX4-18157" fmla="*/ 908876 w 2107590"/>
              <a:gd name="connsiteY4-18158" fmla="*/ 743032 h 2160513"/>
              <a:gd name="connsiteX5-18159" fmla="*/ 1054863 w 2107590"/>
              <a:gd name="connsiteY5-18160" fmla="*/ 807021 h 2160513"/>
              <a:gd name="connsiteX6-18161" fmla="*/ 766732 w 2107590"/>
              <a:gd name="connsiteY6-18162" fmla="*/ 928463 h 2160513"/>
              <a:gd name="connsiteX7-18163" fmla="*/ 228569 w 2107590"/>
              <a:gd name="connsiteY7-18164" fmla="*/ 1030857 h 2160513"/>
              <a:gd name="connsiteX8-18165" fmla="*/ 102364 w 2107590"/>
              <a:gd name="connsiteY8-18166" fmla="*/ 578421 h 2160513"/>
              <a:gd name="connsiteX9-18167" fmla="*/ 334972 w 2107590"/>
              <a:gd name="connsiteY9-18168" fmla="*/ 266829 h 2160513"/>
              <a:gd name="connsiteX10-18169" fmla="*/ 754827 w 2107590"/>
              <a:gd name="connsiteY10-18170" fmla="*/ 47401 h 2160513"/>
              <a:gd name="connsiteX11-18171" fmla="*/ 759590 w 2107590"/>
              <a:gd name="connsiteY11-18172" fmla="*/ 95027 h 2160513"/>
              <a:gd name="connsiteX12-18173" fmla="*/ 771497 w 2107590"/>
              <a:gd name="connsiteY12-18174" fmla="*/ 35497 h 2160513"/>
              <a:gd name="connsiteX13-18175" fmla="*/ 1341273 w 2107590"/>
              <a:gd name="connsiteY13-18176" fmla="*/ 79182 h 2160513"/>
              <a:gd name="connsiteX14-18177" fmla="*/ 1369190 w 2107590"/>
              <a:gd name="connsiteY14-18178" fmla="*/ 92646 h 2160513"/>
              <a:gd name="connsiteX15-18179" fmla="*/ 1772045 w 2107590"/>
              <a:gd name="connsiteY15-18180" fmla="*/ 359840 h 2160513"/>
              <a:gd name="connsiteX16-18181" fmla="*/ 1752572 w 2107590"/>
              <a:gd name="connsiteY16-18182" fmla="*/ 342677 h 2160513"/>
              <a:gd name="connsiteX17-18183" fmla="*/ 2013140 w 2107590"/>
              <a:gd name="connsiteY17-18184" fmla="*/ 736265 h 2160513"/>
              <a:gd name="connsiteX18-18185" fmla="*/ 2004983 w 2107590"/>
              <a:gd name="connsiteY18-18186" fmla="*/ 716533 h 2160513"/>
              <a:gd name="connsiteX19-18187" fmla="*/ 2095472 w 2107590"/>
              <a:gd name="connsiteY19-18188" fmla="*/ 1073721 h 2160513"/>
              <a:gd name="connsiteX20-18189" fmla="*/ 1826390 w 2107590"/>
              <a:gd name="connsiteY20-18190" fmla="*/ 1311846 h 2160513"/>
              <a:gd name="connsiteX21-18191" fmla="*/ 1821627 w 2107590"/>
              <a:gd name="connsiteY21-18192" fmla="*/ 1264221 h 2160513"/>
              <a:gd name="connsiteX22-18193" fmla="*/ 1488252 w 2107590"/>
              <a:gd name="connsiteY22-18194" fmla="*/ 1595214 h 2160513"/>
              <a:gd name="connsiteX23-18195" fmla="*/ 1388239 w 2107590"/>
              <a:gd name="connsiteY23-18196" fmla="*/ 1492821 h 2160513"/>
              <a:gd name="connsiteX24-18197" fmla="*/ 1714472 w 2107590"/>
              <a:gd name="connsiteY24-18198" fmla="*/ 1154684 h 2160513"/>
              <a:gd name="connsiteX25-18199" fmla="*/ 1390621 w 2107590"/>
              <a:gd name="connsiteY25-18200" fmla="*/ 1145157 h 2160513"/>
              <a:gd name="connsiteX26-18201" fmla="*/ 1342996 w 2107590"/>
              <a:gd name="connsiteY26-18202" fmla="*/ 1283270 h 2160513"/>
              <a:gd name="connsiteX27-18203" fmla="*/ 1042958 w 2107590"/>
              <a:gd name="connsiteY27-18204" fmla="*/ 983235 h 2160513"/>
              <a:gd name="connsiteX28-18205" fmla="*/ 1309658 w 2107590"/>
              <a:gd name="connsiteY28-18206" fmla="*/ 790352 h 2160513"/>
              <a:gd name="connsiteX29-18207" fmla="*/ 914371 w 2107590"/>
              <a:gd name="connsiteY29-18208" fmla="*/ 511746 h 2160513"/>
              <a:gd name="connsiteX30-18209" fmla="*/ 526227 w 2107590"/>
              <a:gd name="connsiteY30-18210" fmla="*/ 754633 h 2160513"/>
              <a:gd name="connsiteX31-18211" fmla="*/ 783402 w 2107590"/>
              <a:gd name="connsiteY31-18212" fmla="*/ 868932 h 2160513"/>
              <a:gd name="connsiteX32-18213" fmla="*/ 785783 w 2107590"/>
              <a:gd name="connsiteY32-18214" fmla="*/ 1002283 h 2160513"/>
              <a:gd name="connsiteX33-18215" fmla="*/ 373827 w 2107590"/>
              <a:gd name="connsiteY33-18216" fmla="*/ 852264 h 2160513"/>
              <a:gd name="connsiteX34-18217" fmla="*/ 935802 w 2107590"/>
              <a:gd name="connsiteY34-18218" fmla="*/ 390302 h 2160513"/>
              <a:gd name="connsiteX35-18219" fmla="*/ 1445389 w 2107590"/>
              <a:gd name="connsiteY35-18220" fmla="*/ 754633 h 2160513"/>
              <a:gd name="connsiteX36-18221" fmla="*/ 1383477 w 2107590"/>
              <a:gd name="connsiteY36-18222" fmla="*/ 857027 h 2160513"/>
              <a:gd name="connsiteX37-18223" fmla="*/ 1643033 w 2107590"/>
              <a:gd name="connsiteY37-18224" fmla="*/ 611758 h 2160513"/>
              <a:gd name="connsiteX38-18225" fmla="*/ 1795433 w 2107590"/>
              <a:gd name="connsiteY38-18226" fmla="*/ 723677 h 2160513"/>
              <a:gd name="connsiteX39-18227" fmla="*/ 1889668 w 2107590"/>
              <a:gd name="connsiteY39-18228" fmla="*/ 1175665 h 2160513"/>
              <a:gd name="connsiteX40-18229" fmla="*/ 1912797 w 2107590"/>
              <a:gd name="connsiteY40-18230" fmla="*/ 1135089 h 2160513"/>
              <a:gd name="connsiteX41-18231" fmla="*/ 1775980 w 2107590"/>
              <a:gd name="connsiteY41-18232" fmla="*/ 1553577 h 2160513"/>
              <a:gd name="connsiteX42-18233" fmla="*/ 1235792 w 2107590"/>
              <a:gd name="connsiteY42-18234" fmla="*/ 1580715 h 2160513"/>
              <a:gd name="connsiteX43-18235" fmla="*/ 1344220 w 2107590"/>
              <a:gd name="connsiteY43-18236" fmla="*/ 1905742 h 2160513"/>
              <a:gd name="connsiteX0-18237" fmla="*/ 1575697 w 2107590"/>
              <a:gd name="connsiteY0-18238" fmla="*/ 2160513 h 2160513"/>
              <a:gd name="connsiteX1-18239" fmla="*/ 956854 w 2107590"/>
              <a:gd name="connsiteY1-18240" fmla="*/ 1258279 h 2160513"/>
              <a:gd name="connsiteX2-18241" fmla="*/ 863892 w 2107590"/>
              <a:gd name="connsiteY2-18242" fmla="*/ 1345253 h 2160513"/>
              <a:gd name="connsiteX3-18243" fmla="*/ 1026241 w 2107590"/>
              <a:gd name="connsiteY3-18244" fmla="*/ 1144473 h 2160513"/>
              <a:gd name="connsiteX4-18245" fmla="*/ 908876 w 2107590"/>
              <a:gd name="connsiteY4-18246" fmla="*/ 743032 h 2160513"/>
              <a:gd name="connsiteX5-18247" fmla="*/ 1054863 w 2107590"/>
              <a:gd name="connsiteY5-18248" fmla="*/ 807021 h 2160513"/>
              <a:gd name="connsiteX6-18249" fmla="*/ 766732 w 2107590"/>
              <a:gd name="connsiteY6-18250" fmla="*/ 928463 h 2160513"/>
              <a:gd name="connsiteX7-18251" fmla="*/ 228569 w 2107590"/>
              <a:gd name="connsiteY7-18252" fmla="*/ 1030857 h 2160513"/>
              <a:gd name="connsiteX8-18253" fmla="*/ 102364 w 2107590"/>
              <a:gd name="connsiteY8-18254" fmla="*/ 578421 h 2160513"/>
              <a:gd name="connsiteX9-18255" fmla="*/ 334972 w 2107590"/>
              <a:gd name="connsiteY9-18256" fmla="*/ 266829 h 2160513"/>
              <a:gd name="connsiteX10-18257" fmla="*/ 754827 w 2107590"/>
              <a:gd name="connsiteY10-18258" fmla="*/ 47401 h 2160513"/>
              <a:gd name="connsiteX11-18259" fmla="*/ 759590 w 2107590"/>
              <a:gd name="connsiteY11-18260" fmla="*/ 95027 h 2160513"/>
              <a:gd name="connsiteX12-18261" fmla="*/ 771497 w 2107590"/>
              <a:gd name="connsiteY12-18262" fmla="*/ 35497 h 2160513"/>
              <a:gd name="connsiteX13-18263" fmla="*/ 1341273 w 2107590"/>
              <a:gd name="connsiteY13-18264" fmla="*/ 79182 h 2160513"/>
              <a:gd name="connsiteX14-18265" fmla="*/ 1369190 w 2107590"/>
              <a:gd name="connsiteY14-18266" fmla="*/ 92646 h 2160513"/>
              <a:gd name="connsiteX15-18267" fmla="*/ 1772045 w 2107590"/>
              <a:gd name="connsiteY15-18268" fmla="*/ 359840 h 2160513"/>
              <a:gd name="connsiteX16-18269" fmla="*/ 1752572 w 2107590"/>
              <a:gd name="connsiteY16-18270" fmla="*/ 342677 h 2160513"/>
              <a:gd name="connsiteX17-18271" fmla="*/ 2013140 w 2107590"/>
              <a:gd name="connsiteY17-18272" fmla="*/ 736265 h 2160513"/>
              <a:gd name="connsiteX18-18273" fmla="*/ 2004983 w 2107590"/>
              <a:gd name="connsiteY18-18274" fmla="*/ 716533 h 2160513"/>
              <a:gd name="connsiteX19-18275" fmla="*/ 2095472 w 2107590"/>
              <a:gd name="connsiteY19-18276" fmla="*/ 1073721 h 2160513"/>
              <a:gd name="connsiteX20-18277" fmla="*/ 1826390 w 2107590"/>
              <a:gd name="connsiteY20-18278" fmla="*/ 1311846 h 2160513"/>
              <a:gd name="connsiteX21-18279" fmla="*/ 1821627 w 2107590"/>
              <a:gd name="connsiteY21-18280" fmla="*/ 1264221 h 2160513"/>
              <a:gd name="connsiteX22-18281" fmla="*/ 1488252 w 2107590"/>
              <a:gd name="connsiteY22-18282" fmla="*/ 1595214 h 2160513"/>
              <a:gd name="connsiteX23-18283" fmla="*/ 1388239 w 2107590"/>
              <a:gd name="connsiteY23-18284" fmla="*/ 1492821 h 2160513"/>
              <a:gd name="connsiteX24-18285" fmla="*/ 1714472 w 2107590"/>
              <a:gd name="connsiteY24-18286" fmla="*/ 1154684 h 2160513"/>
              <a:gd name="connsiteX25-18287" fmla="*/ 1390621 w 2107590"/>
              <a:gd name="connsiteY25-18288" fmla="*/ 1145157 h 2160513"/>
              <a:gd name="connsiteX26-18289" fmla="*/ 1342996 w 2107590"/>
              <a:gd name="connsiteY26-18290" fmla="*/ 1283270 h 2160513"/>
              <a:gd name="connsiteX27-18291" fmla="*/ 1042958 w 2107590"/>
              <a:gd name="connsiteY27-18292" fmla="*/ 983235 h 2160513"/>
              <a:gd name="connsiteX28-18293" fmla="*/ 1309658 w 2107590"/>
              <a:gd name="connsiteY28-18294" fmla="*/ 790352 h 2160513"/>
              <a:gd name="connsiteX29-18295" fmla="*/ 914371 w 2107590"/>
              <a:gd name="connsiteY29-18296" fmla="*/ 511746 h 2160513"/>
              <a:gd name="connsiteX30-18297" fmla="*/ 526227 w 2107590"/>
              <a:gd name="connsiteY30-18298" fmla="*/ 754633 h 2160513"/>
              <a:gd name="connsiteX31-18299" fmla="*/ 783402 w 2107590"/>
              <a:gd name="connsiteY31-18300" fmla="*/ 868932 h 2160513"/>
              <a:gd name="connsiteX32-18301" fmla="*/ 785783 w 2107590"/>
              <a:gd name="connsiteY32-18302" fmla="*/ 1002283 h 2160513"/>
              <a:gd name="connsiteX33-18303" fmla="*/ 373827 w 2107590"/>
              <a:gd name="connsiteY33-18304" fmla="*/ 852264 h 2160513"/>
              <a:gd name="connsiteX34-18305" fmla="*/ 935802 w 2107590"/>
              <a:gd name="connsiteY34-18306" fmla="*/ 390302 h 2160513"/>
              <a:gd name="connsiteX35-18307" fmla="*/ 1445389 w 2107590"/>
              <a:gd name="connsiteY35-18308" fmla="*/ 754633 h 2160513"/>
              <a:gd name="connsiteX36-18309" fmla="*/ 1383477 w 2107590"/>
              <a:gd name="connsiteY36-18310" fmla="*/ 857027 h 2160513"/>
              <a:gd name="connsiteX37-18311" fmla="*/ 1643033 w 2107590"/>
              <a:gd name="connsiteY37-18312" fmla="*/ 611758 h 2160513"/>
              <a:gd name="connsiteX38-18313" fmla="*/ 1795433 w 2107590"/>
              <a:gd name="connsiteY38-18314" fmla="*/ 723677 h 2160513"/>
              <a:gd name="connsiteX39-18315" fmla="*/ 1889668 w 2107590"/>
              <a:gd name="connsiteY39-18316" fmla="*/ 1175665 h 2160513"/>
              <a:gd name="connsiteX40-18317" fmla="*/ 1912797 w 2107590"/>
              <a:gd name="connsiteY40-18318" fmla="*/ 1135089 h 2160513"/>
              <a:gd name="connsiteX41-18319" fmla="*/ 1775980 w 2107590"/>
              <a:gd name="connsiteY41-18320" fmla="*/ 1553577 h 2160513"/>
              <a:gd name="connsiteX42-18321" fmla="*/ 1235792 w 2107590"/>
              <a:gd name="connsiteY42-18322" fmla="*/ 1580715 h 2160513"/>
              <a:gd name="connsiteX43-18323" fmla="*/ 1344220 w 2107590"/>
              <a:gd name="connsiteY43-18324" fmla="*/ 1905742 h 2160513"/>
              <a:gd name="connsiteX0-18325" fmla="*/ 1575697 w 2107590"/>
              <a:gd name="connsiteY0-18326" fmla="*/ 2160513 h 2160513"/>
              <a:gd name="connsiteX1-18327" fmla="*/ 956854 w 2107590"/>
              <a:gd name="connsiteY1-18328" fmla="*/ 1258279 h 2160513"/>
              <a:gd name="connsiteX2-18329" fmla="*/ 863892 w 2107590"/>
              <a:gd name="connsiteY2-18330" fmla="*/ 1345253 h 2160513"/>
              <a:gd name="connsiteX3-18331" fmla="*/ 1026241 w 2107590"/>
              <a:gd name="connsiteY3-18332" fmla="*/ 1144473 h 2160513"/>
              <a:gd name="connsiteX4-18333" fmla="*/ 908876 w 2107590"/>
              <a:gd name="connsiteY4-18334" fmla="*/ 743032 h 2160513"/>
              <a:gd name="connsiteX5-18335" fmla="*/ 1054863 w 2107590"/>
              <a:gd name="connsiteY5-18336" fmla="*/ 807021 h 2160513"/>
              <a:gd name="connsiteX6-18337" fmla="*/ 766732 w 2107590"/>
              <a:gd name="connsiteY6-18338" fmla="*/ 928463 h 2160513"/>
              <a:gd name="connsiteX7-18339" fmla="*/ 228569 w 2107590"/>
              <a:gd name="connsiteY7-18340" fmla="*/ 1030857 h 2160513"/>
              <a:gd name="connsiteX8-18341" fmla="*/ 102364 w 2107590"/>
              <a:gd name="connsiteY8-18342" fmla="*/ 578421 h 2160513"/>
              <a:gd name="connsiteX9-18343" fmla="*/ 334972 w 2107590"/>
              <a:gd name="connsiteY9-18344" fmla="*/ 266829 h 2160513"/>
              <a:gd name="connsiteX10-18345" fmla="*/ 754827 w 2107590"/>
              <a:gd name="connsiteY10-18346" fmla="*/ 47401 h 2160513"/>
              <a:gd name="connsiteX11-18347" fmla="*/ 759590 w 2107590"/>
              <a:gd name="connsiteY11-18348" fmla="*/ 95027 h 2160513"/>
              <a:gd name="connsiteX12-18349" fmla="*/ 771497 w 2107590"/>
              <a:gd name="connsiteY12-18350" fmla="*/ 35497 h 2160513"/>
              <a:gd name="connsiteX13-18351" fmla="*/ 1341273 w 2107590"/>
              <a:gd name="connsiteY13-18352" fmla="*/ 79182 h 2160513"/>
              <a:gd name="connsiteX14-18353" fmla="*/ 1369190 w 2107590"/>
              <a:gd name="connsiteY14-18354" fmla="*/ 92646 h 2160513"/>
              <a:gd name="connsiteX15-18355" fmla="*/ 1772045 w 2107590"/>
              <a:gd name="connsiteY15-18356" fmla="*/ 359840 h 2160513"/>
              <a:gd name="connsiteX16-18357" fmla="*/ 1752572 w 2107590"/>
              <a:gd name="connsiteY16-18358" fmla="*/ 342677 h 2160513"/>
              <a:gd name="connsiteX17-18359" fmla="*/ 2013140 w 2107590"/>
              <a:gd name="connsiteY17-18360" fmla="*/ 736265 h 2160513"/>
              <a:gd name="connsiteX18-18361" fmla="*/ 2004983 w 2107590"/>
              <a:gd name="connsiteY18-18362" fmla="*/ 716533 h 2160513"/>
              <a:gd name="connsiteX19-18363" fmla="*/ 2095472 w 2107590"/>
              <a:gd name="connsiteY19-18364" fmla="*/ 1073721 h 2160513"/>
              <a:gd name="connsiteX20-18365" fmla="*/ 1826390 w 2107590"/>
              <a:gd name="connsiteY20-18366" fmla="*/ 1311846 h 2160513"/>
              <a:gd name="connsiteX21-18367" fmla="*/ 1821627 w 2107590"/>
              <a:gd name="connsiteY21-18368" fmla="*/ 1264221 h 2160513"/>
              <a:gd name="connsiteX22-18369" fmla="*/ 1488252 w 2107590"/>
              <a:gd name="connsiteY22-18370" fmla="*/ 1595214 h 2160513"/>
              <a:gd name="connsiteX23-18371" fmla="*/ 1388239 w 2107590"/>
              <a:gd name="connsiteY23-18372" fmla="*/ 1492821 h 2160513"/>
              <a:gd name="connsiteX24-18373" fmla="*/ 1714472 w 2107590"/>
              <a:gd name="connsiteY24-18374" fmla="*/ 1154684 h 2160513"/>
              <a:gd name="connsiteX25-18375" fmla="*/ 1390621 w 2107590"/>
              <a:gd name="connsiteY25-18376" fmla="*/ 1145157 h 2160513"/>
              <a:gd name="connsiteX26-18377" fmla="*/ 1342996 w 2107590"/>
              <a:gd name="connsiteY26-18378" fmla="*/ 1283270 h 2160513"/>
              <a:gd name="connsiteX27-18379" fmla="*/ 1042958 w 2107590"/>
              <a:gd name="connsiteY27-18380" fmla="*/ 983235 h 2160513"/>
              <a:gd name="connsiteX28-18381" fmla="*/ 1309658 w 2107590"/>
              <a:gd name="connsiteY28-18382" fmla="*/ 790352 h 2160513"/>
              <a:gd name="connsiteX29-18383" fmla="*/ 914371 w 2107590"/>
              <a:gd name="connsiteY29-18384" fmla="*/ 511746 h 2160513"/>
              <a:gd name="connsiteX30-18385" fmla="*/ 523846 w 2107590"/>
              <a:gd name="connsiteY30-18386" fmla="*/ 754633 h 2160513"/>
              <a:gd name="connsiteX31-18387" fmla="*/ 783402 w 2107590"/>
              <a:gd name="connsiteY31-18388" fmla="*/ 868932 h 2160513"/>
              <a:gd name="connsiteX32-18389" fmla="*/ 785783 w 2107590"/>
              <a:gd name="connsiteY32-18390" fmla="*/ 1002283 h 2160513"/>
              <a:gd name="connsiteX33-18391" fmla="*/ 373827 w 2107590"/>
              <a:gd name="connsiteY33-18392" fmla="*/ 852264 h 2160513"/>
              <a:gd name="connsiteX34-18393" fmla="*/ 935802 w 2107590"/>
              <a:gd name="connsiteY34-18394" fmla="*/ 390302 h 2160513"/>
              <a:gd name="connsiteX35-18395" fmla="*/ 1445389 w 2107590"/>
              <a:gd name="connsiteY35-18396" fmla="*/ 754633 h 2160513"/>
              <a:gd name="connsiteX36-18397" fmla="*/ 1383477 w 2107590"/>
              <a:gd name="connsiteY36-18398" fmla="*/ 857027 h 2160513"/>
              <a:gd name="connsiteX37-18399" fmla="*/ 1643033 w 2107590"/>
              <a:gd name="connsiteY37-18400" fmla="*/ 611758 h 2160513"/>
              <a:gd name="connsiteX38-18401" fmla="*/ 1795433 w 2107590"/>
              <a:gd name="connsiteY38-18402" fmla="*/ 723677 h 2160513"/>
              <a:gd name="connsiteX39-18403" fmla="*/ 1889668 w 2107590"/>
              <a:gd name="connsiteY39-18404" fmla="*/ 1175665 h 2160513"/>
              <a:gd name="connsiteX40-18405" fmla="*/ 1912797 w 2107590"/>
              <a:gd name="connsiteY40-18406" fmla="*/ 1135089 h 2160513"/>
              <a:gd name="connsiteX41-18407" fmla="*/ 1775980 w 2107590"/>
              <a:gd name="connsiteY41-18408" fmla="*/ 1553577 h 2160513"/>
              <a:gd name="connsiteX42-18409" fmla="*/ 1235792 w 2107590"/>
              <a:gd name="connsiteY42-18410" fmla="*/ 1580715 h 2160513"/>
              <a:gd name="connsiteX43-18411" fmla="*/ 1344220 w 2107590"/>
              <a:gd name="connsiteY43-18412" fmla="*/ 1905742 h 2160513"/>
              <a:gd name="connsiteX0-18413" fmla="*/ 1575697 w 2107590"/>
              <a:gd name="connsiteY0-18414" fmla="*/ 2160513 h 2160513"/>
              <a:gd name="connsiteX1-18415" fmla="*/ 956854 w 2107590"/>
              <a:gd name="connsiteY1-18416" fmla="*/ 1258279 h 2160513"/>
              <a:gd name="connsiteX2-18417" fmla="*/ 863892 w 2107590"/>
              <a:gd name="connsiteY2-18418" fmla="*/ 1345253 h 2160513"/>
              <a:gd name="connsiteX3-18419" fmla="*/ 1026241 w 2107590"/>
              <a:gd name="connsiteY3-18420" fmla="*/ 1144473 h 2160513"/>
              <a:gd name="connsiteX4-18421" fmla="*/ 908876 w 2107590"/>
              <a:gd name="connsiteY4-18422" fmla="*/ 743032 h 2160513"/>
              <a:gd name="connsiteX5-18423" fmla="*/ 1054863 w 2107590"/>
              <a:gd name="connsiteY5-18424" fmla="*/ 807021 h 2160513"/>
              <a:gd name="connsiteX6-18425" fmla="*/ 766732 w 2107590"/>
              <a:gd name="connsiteY6-18426" fmla="*/ 928463 h 2160513"/>
              <a:gd name="connsiteX7-18427" fmla="*/ 228569 w 2107590"/>
              <a:gd name="connsiteY7-18428" fmla="*/ 1030857 h 2160513"/>
              <a:gd name="connsiteX8-18429" fmla="*/ 102364 w 2107590"/>
              <a:gd name="connsiteY8-18430" fmla="*/ 578421 h 2160513"/>
              <a:gd name="connsiteX9-18431" fmla="*/ 334972 w 2107590"/>
              <a:gd name="connsiteY9-18432" fmla="*/ 266829 h 2160513"/>
              <a:gd name="connsiteX10-18433" fmla="*/ 754827 w 2107590"/>
              <a:gd name="connsiteY10-18434" fmla="*/ 47401 h 2160513"/>
              <a:gd name="connsiteX11-18435" fmla="*/ 759590 w 2107590"/>
              <a:gd name="connsiteY11-18436" fmla="*/ 95027 h 2160513"/>
              <a:gd name="connsiteX12-18437" fmla="*/ 771497 w 2107590"/>
              <a:gd name="connsiteY12-18438" fmla="*/ 35497 h 2160513"/>
              <a:gd name="connsiteX13-18439" fmla="*/ 1341273 w 2107590"/>
              <a:gd name="connsiteY13-18440" fmla="*/ 79182 h 2160513"/>
              <a:gd name="connsiteX14-18441" fmla="*/ 1369190 w 2107590"/>
              <a:gd name="connsiteY14-18442" fmla="*/ 92646 h 2160513"/>
              <a:gd name="connsiteX15-18443" fmla="*/ 1772045 w 2107590"/>
              <a:gd name="connsiteY15-18444" fmla="*/ 359840 h 2160513"/>
              <a:gd name="connsiteX16-18445" fmla="*/ 1752572 w 2107590"/>
              <a:gd name="connsiteY16-18446" fmla="*/ 342677 h 2160513"/>
              <a:gd name="connsiteX17-18447" fmla="*/ 2013140 w 2107590"/>
              <a:gd name="connsiteY17-18448" fmla="*/ 736265 h 2160513"/>
              <a:gd name="connsiteX18-18449" fmla="*/ 2004983 w 2107590"/>
              <a:gd name="connsiteY18-18450" fmla="*/ 716533 h 2160513"/>
              <a:gd name="connsiteX19-18451" fmla="*/ 2095472 w 2107590"/>
              <a:gd name="connsiteY19-18452" fmla="*/ 1073721 h 2160513"/>
              <a:gd name="connsiteX20-18453" fmla="*/ 1826390 w 2107590"/>
              <a:gd name="connsiteY20-18454" fmla="*/ 1311846 h 2160513"/>
              <a:gd name="connsiteX21-18455" fmla="*/ 1821627 w 2107590"/>
              <a:gd name="connsiteY21-18456" fmla="*/ 1264221 h 2160513"/>
              <a:gd name="connsiteX22-18457" fmla="*/ 1488252 w 2107590"/>
              <a:gd name="connsiteY22-18458" fmla="*/ 1595214 h 2160513"/>
              <a:gd name="connsiteX23-18459" fmla="*/ 1388239 w 2107590"/>
              <a:gd name="connsiteY23-18460" fmla="*/ 1492821 h 2160513"/>
              <a:gd name="connsiteX24-18461" fmla="*/ 1714472 w 2107590"/>
              <a:gd name="connsiteY24-18462" fmla="*/ 1154684 h 2160513"/>
              <a:gd name="connsiteX25-18463" fmla="*/ 1390621 w 2107590"/>
              <a:gd name="connsiteY25-18464" fmla="*/ 1145157 h 2160513"/>
              <a:gd name="connsiteX26-18465" fmla="*/ 1342996 w 2107590"/>
              <a:gd name="connsiteY26-18466" fmla="*/ 1283270 h 2160513"/>
              <a:gd name="connsiteX27-18467" fmla="*/ 1042958 w 2107590"/>
              <a:gd name="connsiteY27-18468" fmla="*/ 983235 h 2160513"/>
              <a:gd name="connsiteX28-18469" fmla="*/ 1309658 w 2107590"/>
              <a:gd name="connsiteY28-18470" fmla="*/ 790352 h 2160513"/>
              <a:gd name="connsiteX29-18471" fmla="*/ 914371 w 2107590"/>
              <a:gd name="connsiteY29-18472" fmla="*/ 511746 h 2160513"/>
              <a:gd name="connsiteX30-18473" fmla="*/ 523846 w 2107590"/>
              <a:gd name="connsiteY30-18474" fmla="*/ 754633 h 2160513"/>
              <a:gd name="connsiteX31-18475" fmla="*/ 783402 w 2107590"/>
              <a:gd name="connsiteY31-18476" fmla="*/ 868932 h 2160513"/>
              <a:gd name="connsiteX32-18477" fmla="*/ 785783 w 2107590"/>
              <a:gd name="connsiteY32-18478" fmla="*/ 1002283 h 2160513"/>
              <a:gd name="connsiteX33-18479" fmla="*/ 373827 w 2107590"/>
              <a:gd name="connsiteY33-18480" fmla="*/ 852264 h 2160513"/>
              <a:gd name="connsiteX34-18481" fmla="*/ 935802 w 2107590"/>
              <a:gd name="connsiteY34-18482" fmla="*/ 390302 h 2160513"/>
              <a:gd name="connsiteX35-18483" fmla="*/ 1445389 w 2107590"/>
              <a:gd name="connsiteY35-18484" fmla="*/ 754633 h 2160513"/>
              <a:gd name="connsiteX36-18485" fmla="*/ 1383477 w 2107590"/>
              <a:gd name="connsiteY36-18486" fmla="*/ 857027 h 2160513"/>
              <a:gd name="connsiteX37-18487" fmla="*/ 1643033 w 2107590"/>
              <a:gd name="connsiteY37-18488" fmla="*/ 611758 h 2160513"/>
              <a:gd name="connsiteX38-18489" fmla="*/ 1795433 w 2107590"/>
              <a:gd name="connsiteY38-18490" fmla="*/ 723677 h 2160513"/>
              <a:gd name="connsiteX39-18491" fmla="*/ 1889668 w 2107590"/>
              <a:gd name="connsiteY39-18492" fmla="*/ 1175665 h 2160513"/>
              <a:gd name="connsiteX40-18493" fmla="*/ 1912797 w 2107590"/>
              <a:gd name="connsiteY40-18494" fmla="*/ 1135089 h 2160513"/>
              <a:gd name="connsiteX41-18495" fmla="*/ 1775980 w 2107590"/>
              <a:gd name="connsiteY41-18496" fmla="*/ 1553577 h 2160513"/>
              <a:gd name="connsiteX42-18497" fmla="*/ 1235792 w 2107590"/>
              <a:gd name="connsiteY42-18498" fmla="*/ 1580715 h 2160513"/>
              <a:gd name="connsiteX43-18499" fmla="*/ 1344220 w 2107590"/>
              <a:gd name="connsiteY43-18500" fmla="*/ 1905742 h 2160513"/>
              <a:gd name="connsiteX0-18501" fmla="*/ 1575697 w 2107590"/>
              <a:gd name="connsiteY0-18502" fmla="*/ 2160513 h 2160513"/>
              <a:gd name="connsiteX1-18503" fmla="*/ 956854 w 2107590"/>
              <a:gd name="connsiteY1-18504" fmla="*/ 1258279 h 2160513"/>
              <a:gd name="connsiteX2-18505" fmla="*/ 863892 w 2107590"/>
              <a:gd name="connsiteY2-18506" fmla="*/ 1345253 h 2160513"/>
              <a:gd name="connsiteX3-18507" fmla="*/ 1026241 w 2107590"/>
              <a:gd name="connsiteY3-18508" fmla="*/ 1144473 h 2160513"/>
              <a:gd name="connsiteX4-18509" fmla="*/ 908876 w 2107590"/>
              <a:gd name="connsiteY4-18510" fmla="*/ 743032 h 2160513"/>
              <a:gd name="connsiteX5-18511" fmla="*/ 1054863 w 2107590"/>
              <a:gd name="connsiteY5-18512" fmla="*/ 807021 h 2160513"/>
              <a:gd name="connsiteX6-18513" fmla="*/ 766732 w 2107590"/>
              <a:gd name="connsiteY6-18514" fmla="*/ 928463 h 2160513"/>
              <a:gd name="connsiteX7-18515" fmla="*/ 228569 w 2107590"/>
              <a:gd name="connsiteY7-18516" fmla="*/ 1030857 h 2160513"/>
              <a:gd name="connsiteX8-18517" fmla="*/ 102364 w 2107590"/>
              <a:gd name="connsiteY8-18518" fmla="*/ 578421 h 2160513"/>
              <a:gd name="connsiteX9-18519" fmla="*/ 334972 w 2107590"/>
              <a:gd name="connsiteY9-18520" fmla="*/ 266829 h 2160513"/>
              <a:gd name="connsiteX10-18521" fmla="*/ 754827 w 2107590"/>
              <a:gd name="connsiteY10-18522" fmla="*/ 47401 h 2160513"/>
              <a:gd name="connsiteX11-18523" fmla="*/ 759590 w 2107590"/>
              <a:gd name="connsiteY11-18524" fmla="*/ 95027 h 2160513"/>
              <a:gd name="connsiteX12-18525" fmla="*/ 771497 w 2107590"/>
              <a:gd name="connsiteY12-18526" fmla="*/ 35497 h 2160513"/>
              <a:gd name="connsiteX13-18527" fmla="*/ 1341273 w 2107590"/>
              <a:gd name="connsiteY13-18528" fmla="*/ 79182 h 2160513"/>
              <a:gd name="connsiteX14-18529" fmla="*/ 1369190 w 2107590"/>
              <a:gd name="connsiteY14-18530" fmla="*/ 92646 h 2160513"/>
              <a:gd name="connsiteX15-18531" fmla="*/ 1772045 w 2107590"/>
              <a:gd name="connsiteY15-18532" fmla="*/ 359840 h 2160513"/>
              <a:gd name="connsiteX16-18533" fmla="*/ 1752572 w 2107590"/>
              <a:gd name="connsiteY16-18534" fmla="*/ 342677 h 2160513"/>
              <a:gd name="connsiteX17-18535" fmla="*/ 2013140 w 2107590"/>
              <a:gd name="connsiteY17-18536" fmla="*/ 736265 h 2160513"/>
              <a:gd name="connsiteX18-18537" fmla="*/ 2004983 w 2107590"/>
              <a:gd name="connsiteY18-18538" fmla="*/ 716533 h 2160513"/>
              <a:gd name="connsiteX19-18539" fmla="*/ 2095472 w 2107590"/>
              <a:gd name="connsiteY19-18540" fmla="*/ 1073721 h 2160513"/>
              <a:gd name="connsiteX20-18541" fmla="*/ 1826390 w 2107590"/>
              <a:gd name="connsiteY20-18542" fmla="*/ 1311846 h 2160513"/>
              <a:gd name="connsiteX21-18543" fmla="*/ 1821627 w 2107590"/>
              <a:gd name="connsiteY21-18544" fmla="*/ 1264221 h 2160513"/>
              <a:gd name="connsiteX22-18545" fmla="*/ 1488252 w 2107590"/>
              <a:gd name="connsiteY22-18546" fmla="*/ 1595214 h 2160513"/>
              <a:gd name="connsiteX23-18547" fmla="*/ 1388239 w 2107590"/>
              <a:gd name="connsiteY23-18548" fmla="*/ 1492821 h 2160513"/>
              <a:gd name="connsiteX24-18549" fmla="*/ 1714472 w 2107590"/>
              <a:gd name="connsiteY24-18550" fmla="*/ 1154684 h 2160513"/>
              <a:gd name="connsiteX25-18551" fmla="*/ 1390621 w 2107590"/>
              <a:gd name="connsiteY25-18552" fmla="*/ 1145157 h 2160513"/>
              <a:gd name="connsiteX26-18553" fmla="*/ 1342996 w 2107590"/>
              <a:gd name="connsiteY26-18554" fmla="*/ 1283270 h 2160513"/>
              <a:gd name="connsiteX27-18555" fmla="*/ 1042958 w 2107590"/>
              <a:gd name="connsiteY27-18556" fmla="*/ 983235 h 2160513"/>
              <a:gd name="connsiteX28-18557" fmla="*/ 1309658 w 2107590"/>
              <a:gd name="connsiteY28-18558" fmla="*/ 790352 h 2160513"/>
              <a:gd name="connsiteX29-18559" fmla="*/ 914371 w 2107590"/>
              <a:gd name="connsiteY29-18560" fmla="*/ 511746 h 2160513"/>
              <a:gd name="connsiteX30-18561" fmla="*/ 523846 w 2107590"/>
              <a:gd name="connsiteY30-18562" fmla="*/ 754633 h 2160513"/>
              <a:gd name="connsiteX31-18563" fmla="*/ 783402 w 2107590"/>
              <a:gd name="connsiteY31-18564" fmla="*/ 868932 h 2160513"/>
              <a:gd name="connsiteX32-18565" fmla="*/ 785783 w 2107590"/>
              <a:gd name="connsiteY32-18566" fmla="*/ 1002283 h 2160513"/>
              <a:gd name="connsiteX33-18567" fmla="*/ 373827 w 2107590"/>
              <a:gd name="connsiteY33-18568" fmla="*/ 852264 h 2160513"/>
              <a:gd name="connsiteX34-18569" fmla="*/ 935802 w 2107590"/>
              <a:gd name="connsiteY34-18570" fmla="*/ 390302 h 2160513"/>
              <a:gd name="connsiteX35-18571" fmla="*/ 1445389 w 2107590"/>
              <a:gd name="connsiteY35-18572" fmla="*/ 754633 h 2160513"/>
              <a:gd name="connsiteX36-18573" fmla="*/ 1383477 w 2107590"/>
              <a:gd name="connsiteY36-18574" fmla="*/ 857027 h 2160513"/>
              <a:gd name="connsiteX37-18575" fmla="*/ 1643033 w 2107590"/>
              <a:gd name="connsiteY37-18576" fmla="*/ 611758 h 2160513"/>
              <a:gd name="connsiteX38-18577" fmla="*/ 1795433 w 2107590"/>
              <a:gd name="connsiteY38-18578" fmla="*/ 723677 h 2160513"/>
              <a:gd name="connsiteX39-18579" fmla="*/ 1889668 w 2107590"/>
              <a:gd name="connsiteY39-18580" fmla="*/ 1175665 h 2160513"/>
              <a:gd name="connsiteX40-18581" fmla="*/ 1912797 w 2107590"/>
              <a:gd name="connsiteY40-18582" fmla="*/ 1135089 h 2160513"/>
              <a:gd name="connsiteX41-18583" fmla="*/ 1775980 w 2107590"/>
              <a:gd name="connsiteY41-18584" fmla="*/ 1553577 h 2160513"/>
              <a:gd name="connsiteX42-18585" fmla="*/ 1235792 w 2107590"/>
              <a:gd name="connsiteY42-18586" fmla="*/ 1580715 h 2160513"/>
              <a:gd name="connsiteX43-18587" fmla="*/ 1344220 w 2107590"/>
              <a:gd name="connsiteY43-18588" fmla="*/ 1905742 h 2160513"/>
              <a:gd name="connsiteX0-18589" fmla="*/ 1575697 w 2107590"/>
              <a:gd name="connsiteY0-18590" fmla="*/ 2160513 h 2160513"/>
              <a:gd name="connsiteX1-18591" fmla="*/ 956854 w 2107590"/>
              <a:gd name="connsiteY1-18592" fmla="*/ 1258279 h 2160513"/>
              <a:gd name="connsiteX2-18593" fmla="*/ 863892 w 2107590"/>
              <a:gd name="connsiteY2-18594" fmla="*/ 1345253 h 2160513"/>
              <a:gd name="connsiteX3-18595" fmla="*/ 1026241 w 2107590"/>
              <a:gd name="connsiteY3-18596" fmla="*/ 1144473 h 2160513"/>
              <a:gd name="connsiteX4-18597" fmla="*/ 908876 w 2107590"/>
              <a:gd name="connsiteY4-18598" fmla="*/ 743032 h 2160513"/>
              <a:gd name="connsiteX5-18599" fmla="*/ 1054863 w 2107590"/>
              <a:gd name="connsiteY5-18600" fmla="*/ 807021 h 2160513"/>
              <a:gd name="connsiteX6-18601" fmla="*/ 766732 w 2107590"/>
              <a:gd name="connsiteY6-18602" fmla="*/ 928463 h 2160513"/>
              <a:gd name="connsiteX7-18603" fmla="*/ 228569 w 2107590"/>
              <a:gd name="connsiteY7-18604" fmla="*/ 1030857 h 2160513"/>
              <a:gd name="connsiteX8-18605" fmla="*/ 102364 w 2107590"/>
              <a:gd name="connsiteY8-18606" fmla="*/ 578421 h 2160513"/>
              <a:gd name="connsiteX9-18607" fmla="*/ 334972 w 2107590"/>
              <a:gd name="connsiteY9-18608" fmla="*/ 266829 h 2160513"/>
              <a:gd name="connsiteX10-18609" fmla="*/ 754827 w 2107590"/>
              <a:gd name="connsiteY10-18610" fmla="*/ 47401 h 2160513"/>
              <a:gd name="connsiteX11-18611" fmla="*/ 759590 w 2107590"/>
              <a:gd name="connsiteY11-18612" fmla="*/ 95027 h 2160513"/>
              <a:gd name="connsiteX12-18613" fmla="*/ 771497 w 2107590"/>
              <a:gd name="connsiteY12-18614" fmla="*/ 35497 h 2160513"/>
              <a:gd name="connsiteX13-18615" fmla="*/ 1341273 w 2107590"/>
              <a:gd name="connsiteY13-18616" fmla="*/ 79182 h 2160513"/>
              <a:gd name="connsiteX14-18617" fmla="*/ 1369190 w 2107590"/>
              <a:gd name="connsiteY14-18618" fmla="*/ 92646 h 2160513"/>
              <a:gd name="connsiteX15-18619" fmla="*/ 1772045 w 2107590"/>
              <a:gd name="connsiteY15-18620" fmla="*/ 359840 h 2160513"/>
              <a:gd name="connsiteX16-18621" fmla="*/ 1752572 w 2107590"/>
              <a:gd name="connsiteY16-18622" fmla="*/ 342677 h 2160513"/>
              <a:gd name="connsiteX17-18623" fmla="*/ 2013140 w 2107590"/>
              <a:gd name="connsiteY17-18624" fmla="*/ 736265 h 2160513"/>
              <a:gd name="connsiteX18-18625" fmla="*/ 2004983 w 2107590"/>
              <a:gd name="connsiteY18-18626" fmla="*/ 716533 h 2160513"/>
              <a:gd name="connsiteX19-18627" fmla="*/ 2095472 w 2107590"/>
              <a:gd name="connsiteY19-18628" fmla="*/ 1073721 h 2160513"/>
              <a:gd name="connsiteX20-18629" fmla="*/ 1826390 w 2107590"/>
              <a:gd name="connsiteY20-18630" fmla="*/ 1311846 h 2160513"/>
              <a:gd name="connsiteX21-18631" fmla="*/ 1821627 w 2107590"/>
              <a:gd name="connsiteY21-18632" fmla="*/ 1264221 h 2160513"/>
              <a:gd name="connsiteX22-18633" fmla="*/ 1488252 w 2107590"/>
              <a:gd name="connsiteY22-18634" fmla="*/ 1595214 h 2160513"/>
              <a:gd name="connsiteX23-18635" fmla="*/ 1388239 w 2107590"/>
              <a:gd name="connsiteY23-18636" fmla="*/ 1492821 h 2160513"/>
              <a:gd name="connsiteX24-18637" fmla="*/ 1714472 w 2107590"/>
              <a:gd name="connsiteY24-18638" fmla="*/ 1154684 h 2160513"/>
              <a:gd name="connsiteX25-18639" fmla="*/ 1390621 w 2107590"/>
              <a:gd name="connsiteY25-18640" fmla="*/ 1145157 h 2160513"/>
              <a:gd name="connsiteX26-18641" fmla="*/ 1342996 w 2107590"/>
              <a:gd name="connsiteY26-18642" fmla="*/ 1283270 h 2160513"/>
              <a:gd name="connsiteX27-18643" fmla="*/ 1042958 w 2107590"/>
              <a:gd name="connsiteY27-18644" fmla="*/ 983235 h 2160513"/>
              <a:gd name="connsiteX28-18645" fmla="*/ 1309658 w 2107590"/>
              <a:gd name="connsiteY28-18646" fmla="*/ 790352 h 2160513"/>
              <a:gd name="connsiteX29-18647" fmla="*/ 914371 w 2107590"/>
              <a:gd name="connsiteY29-18648" fmla="*/ 511746 h 2160513"/>
              <a:gd name="connsiteX30-18649" fmla="*/ 523846 w 2107590"/>
              <a:gd name="connsiteY30-18650" fmla="*/ 754633 h 2160513"/>
              <a:gd name="connsiteX31-18651" fmla="*/ 783402 w 2107590"/>
              <a:gd name="connsiteY31-18652" fmla="*/ 868932 h 2160513"/>
              <a:gd name="connsiteX32-18653" fmla="*/ 785783 w 2107590"/>
              <a:gd name="connsiteY32-18654" fmla="*/ 1002283 h 2160513"/>
              <a:gd name="connsiteX33-18655" fmla="*/ 373827 w 2107590"/>
              <a:gd name="connsiteY33-18656" fmla="*/ 852264 h 2160513"/>
              <a:gd name="connsiteX34-18657" fmla="*/ 935802 w 2107590"/>
              <a:gd name="connsiteY34-18658" fmla="*/ 390302 h 2160513"/>
              <a:gd name="connsiteX35-18659" fmla="*/ 1445389 w 2107590"/>
              <a:gd name="connsiteY35-18660" fmla="*/ 754633 h 2160513"/>
              <a:gd name="connsiteX36-18661" fmla="*/ 1383477 w 2107590"/>
              <a:gd name="connsiteY36-18662" fmla="*/ 857027 h 2160513"/>
              <a:gd name="connsiteX37-18663" fmla="*/ 1643033 w 2107590"/>
              <a:gd name="connsiteY37-18664" fmla="*/ 611758 h 2160513"/>
              <a:gd name="connsiteX38-18665" fmla="*/ 1795433 w 2107590"/>
              <a:gd name="connsiteY38-18666" fmla="*/ 723677 h 2160513"/>
              <a:gd name="connsiteX39-18667" fmla="*/ 1889668 w 2107590"/>
              <a:gd name="connsiteY39-18668" fmla="*/ 1175665 h 2160513"/>
              <a:gd name="connsiteX40-18669" fmla="*/ 1912797 w 2107590"/>
              <a:gd name="connsiteY40-18670" fmla="*/ 1135089 h 2160513"/>
              <a:gd name="connsiteX41-18671" fmla="*/ 1775980 w 2107590"/>
              <a:gd name="connsiteY41-18672" fmla="*/ 1553577 h 2160513"/>
              <a:gd name="connsiteX42-18673" fmla="*/ 1235792 w 2107590"/>
              <a:gd name="connsiteY42-18674" fmla="*/ 1580715 h 2160513"/>
              <a:gd name="connsiteX43-18675" fmla="*/ 1344220 w 2107590"/>
              <a:gd name="connsiteY43-18676" fmla="*/ 1905742 h 2160513"/>
              <a:gd name="connsiteX0-18677" fmla="*/ 1575697 w 2107590"/>
              <a:gd name="connsiteY0-18678" fmla="*/ 2160513 h 2160513"/>
              <a:gd name="connsiteX1-18679" fmla="*/ 956854 w 2107590"/>
              <a:gd name="connsiteY1-18680" fmla="*/ 1258279 h 2160513"/>
              <a:gd name="connsiteX2-18681" fmla="*/ 863892 w 2107590"/>
              <a:gd name="connsiteY2-18682" fmla="*/ 1345253 h 2160513"/>
              <a:gd name="connsiteX3-18683" fmla="*/ 1026241 w 2107590"/>
              <a:gd name="connsiteY3-18684" fmla="*/ 1144473 h 2160513"/>
              <a:gd name="connsiteX4-18685" fmla="*/ 908876 w 2107590"/>
              <a:gd name="connsiteY4-18686" fmla="*/ 743032 h 2160513"/>
              <a:gd name="connsiteX5-18687" fmla="*/ 1054863 w 2107590"/>
              <a:gd name="connsiteY5-18688" fmla="*/ 807021 h 2160513"/>
              <a:gd name="connsiteX6-18689" fmla="*/ 766732 w 2107590"/>
              <a:gd name="connsiteY6-18690" fmla="*/ 928463 h 2160513"/>
              <a:gd name="connsiteX7-18691" fmla="*/ 228569 w 2107590"/>
              <a:gd name="connsiteY7-18692" fmla="*/ 1030857 h 2160513"/>
              <a:gd name="connsiteX8-18693" fmla="*/ 102364 w 2107590"/>
              <a:gd name="connsiteY8-18694" fmla="*/ 578421 h 2160513"/>
              <a:gd name="connsiteX9-18695" fmla="*/ 334972 w 2107590"/>
              <a:gd name="connsiteY9-18696" fmla="*/ 266829 h 2160513"/>
              <a:gd name="connsiteX10-18697" fmla="*/ 754827 w 2107590"/>
              <a:gd name="connsiteY10-18698" fmla="*/ 47401 h 2160513"/>
              <a:gd name="connsiteX11-18699" fmla="*/ 759590 w 2107590"/>
              <a:gd name="connsiteY11-18700" fmla="*/ 95027 h 2160513"/>
              <a:gd name="connsiteX12-18701" fmla="*/ 771497 w 2107590"/>
              <a:gd name="connsiteY12-18702" fmla="*/ 35497 h 2160513"/>
              <a:gd name="connsiteX13-18703" fmla="*/ 1341273 w 2107590"/>
              <a:gd name="connsiteY13-18704" fmla="*/ 79182 h 2160513"/>
              <a:gd name="connsiteX14-18705" fmla="*/ 1369190 w 2107590"/>
              <a:gd name="connsiteY14-18706" fmla="*/ 92646 h 2160513"/>
              <a:gd name="connsiteX15-18707" fmla="*/ 1772045 w 2107590"/>
              <a:gd name="connsiteY15-18708" fmla="*/ 359840 h 2160513"/>
              <a:gd name="connsiteX16-18709" fmla="*/ 1752572 w 2107590"/>
              <a:gd name="connsiteY16-18710" fmla="*/ 342677 h 2160513"/>
              <a:gd name="connsiteX17-18711" fmla="*/ 2013140 w 2107590"/>
              <a:gd name="connsiteY17-18712" fmla="*/ 736265 h 2160513"/>
              <a:gd name="connsiteX18-18713" fmla="*/ 2004983 w 2107590"/>
              <a:gd name="connsiteY18-18714" fmla="*/ 716533 h 2160513"/>
              <a:gd name="connsiteX19-18715" fmla="*/ 2095472 w 2107590"/>
              <a:gd name="connsiteY19-18716" fmla="*/ 1073721 h 2160513"/>
              <a:gd name="connsiteX20-18717" fmla="*/ 1826390 w 2107590"/>
              <a:gd name="connsiteY20-18718" fmla="*/ 1311846 h 2160513"/>
              <a:gd name="connsiteX21-18719" fmla="*/ 1821627 w 2107590"/>
              <a:gd name="connsiteY21-18720" fmla="*/ 1264221 h 2160513"/>
              <a:gd name="connsiteX22-18721" fmla="*/ 1488252 w 2107590"/>
              <a:gd name="connsiteY22-18722" fmla="*/ 1595214 h 2160513"/>
              <a:gd name="connsiteX23-18723" fmla="*/ 1388239 w 2107590"/>
              <a:gd name="connsiteY23-18724" fmla="*/ 1492821 h 2160513"/>
              <a:gd name="connsiteX24-18725" fmla="*/ 1714472 w 2107590"/>
              <a:gd name="connsiteY24-18726" fmla="*/ 1154684 h 2160513"/>
              <a:gd name="connsiteX25-18727" fmla="*/ 1390621 w 2107590"/>
              <a:gd name="connsiteY25-18728" fmla="*/ 1145157 h 2160513"/>
              <a:gd name="connsiteX26-18729" fmla="*/ 1342996 w 2107590"/>
              <a:gd name="connsiteY26-18730" fmla="*/ 1283270 h 2160513"/>
              <a:gd name="connsiteX27-18731" fmla="*/ 1042958 w 2107590"/>
              <a:gd name="connsiteY27-18732" fmla="*/ 983235 h 2160513"/>
              <a:gd name="connsiteX28-18733" fmla="*/ 1309658 w 2107590"/>
              <a:gd name="connsiteY28-18734" fmla="*/ 790352 h 2160513"/>
              <a:gd name="connsiteX29-18735" fmla="*/ 914371 w 2107590"/>
              <a:gd name="connsiteY29-18736" fmla="*/ 511746 h 2160513"/>
              <a:gd name="connsiteX30-18737" fmla="*/ 523846 w 2107590"/>
              <a:gd name="connsiteY30-18738" fmla="*/ 754633 h 2160513"/>
              <a:gd name="connsiteX31-18739" fmla="*/ 783402 w 2107590"/>
              <a:gd name="connsiteY31-18740" fmla="*/ 868932 h 2160513"/>
              <a:gd name="connsiteX32-18741" fmla="*/ 785783 w 2107590"/>
              <a:gd name="connsiteY32-18742" fmla="*/ 1002283 h 2160513"/>
              <a:gd name="connsiteX33-18743" fmla="*/ 373827 w 2107590"/>
              <a:gd name="connsiteY33-18744" fmla="*/ 852264 h 2160513"/>
              <a:gd name="connsiteX34-18745" fmla="*/ 935802 w 2107590"/>
              <a:gd name="connsiteY34-18746" fmla="*/ 390302 h 2160513"/>
              <a:gd name="connsiteX35-18747" fmla="*/ 1445389 w 2107590"/>
              <a:gd name="connsiteY35-18748" fmla="*/ 754633 h 2160513"/>
              <a:gd name="connsiteX36-18749" fmla="*/ 1383477 w 2107590"/>
              <a:gd name="connsiteY36-18750" fmla="*/ 857027 h 2160513"/>
              <a:gd name="connsiteX37-18751" fmla="*/ 1643033 w 2107590"/>
              <a:gd name="connsiteY37-18752" fmla="*/ 611758 h 2160513"/>
              <a:gd name="connsiteX38-18753" fmla="*/ 1795433 w 2107590"/>
              <a:gd name="connsiteY38-18754" fmla="*/ 723677 h 2160513"/>
              <a:gd name="connsiteX39-18755" fmla="*/ 1889668 w 2107590"/>
              <a:gd name="connsiteY39-18756" fmla="*/ 1175665 h 2160513"/>
              <a:gd name="connsiteX40-18757" fmla="*/ 1912797 w 2107590"/>
              <a:gd name="connsiteY40-18758" fmla="*/ 1135089 h 2160513"/>
              <a:gd name="connsiteX41-18759" fmla="*/ 1775980 w 2107590"/>
              <a:gd name="connsiteY41-18760" fmla="*/ 1553577 h 2160513"/>
              <a:gd name="connsiteX42-18761" fmla="*/ 1235792 w 2107590"/>
              <a:gd name="connsiteY42-18762" fmla="*/ 1580715 h 2160513"/>
              <a:gd name="connsiteX43-18763" fmla="*/ 1344220 w 2107590"/>
              <a:gd name="connsiteY43-18764" fmla="*/ 1905742 h 2160513"/>
              <a:gd name="connsiteX0-18765" fmla="*/ 1575697 w 2107590"/>
              <a:gd name="connsiteY0-18766" fmla="*/ 2160513 h 2160513"/>
              <a:gd name="connsiteX1-18767" fmla="*/ 956854 w 2107590"/>
              <a:gd name="connsiteY1-18768" fmla="*/ 1258279 h 2160513"/>
              <a:gd name="connsiteX2-18769" fmla="*/ 863892 w 2107590"/>
              <a:gd name="connsiteY2-18770" fmla="*/ 1345253 h 2160513"/>
              <a:gd name="connsiteX3-18771" fmla="*/ 1026241 w 2107590"/>
              <a:gd name="connsiteY3-18772" fmla="*/ 1144473 h 2160513"/>
              <a:gd name="connsiteX4-18773" fmla="*/ 908876 w 2107590"/>
              <a:gd name="connsiteY4-18774" fmla="*/ 743032 h 2160513"/>
              <a:gd name="connsiteX5-18775" fmla="*/ 1054863 w 2107590"/>
              <a:gd name="connsiteY5-18776" fmla="*/ 807021 h 2160513"/>
              <a:gd name="connsiteX6-18777" fmla="*/ 766732 w 2107590"/>
              <a:gd name="connsiteY6-18778" fmla="*/ 928463 h 2160513"/>
              <a:gd name="connsiteX7-18779" fmla="*/ 228569 w 2107590"/>
              <a:gd name="connsiteY7-18780" fmla="*/ 1030857 h 2160513"/>
              <a:gd name="connsiteX8-18781" fmla="*/ 102364 w 2107590"/>
              <a:gd name="connsiteY8-18782" fmla="*/ 578421 h 2160513"/>
              <a:gd name="connsiteX9-18783" fmla="*/ 334972 w 2107590"/>
              <a:gd name="connsiteY9-18784" fmla="*/ 266829 h 2160513"/>
              <a:gd name="connsiteX10-18785" fmla="*/ 754827 w 2107590"/>
              <a:gd name="connsiteY10-18786" fmla="*/ 47401 h 2160513"/>
              <a:gd name="connsiteX11-18787" fmla="*/ 759590 w 2107590"/>
              <a:gd name="connsiteY11-18788" fmla="*/ 95027 h 2160513"/>
              <a:gd name="connsiteX12-18789" fmla="*/ 771497 w 2107590"/>
              <a:gd name="connsiteY12-18790" fmla="*/ 35497 h 2160513"/>
              <a:gd name="connsiteX13-18791" fmla="*/ 1341273 w 2107590"/>
              <a:gd name="connsiteY13-18792" fmla="*/ 79182 h 2160513"/>
              <a:gd name="connsiteX14-18793" fmla="*/ 1369190 w 2107590"/>
              <a:gd name="connsiteY14-18794" fmla="*/ 92646 h 2160513"/>
              <a:gd name="connsiteX15-18795" fmla="*/ 1772045 w 2107590"/>
              <a:gd name="connsiteY15-18796" fmla="*/ 359840 h 2160513"/>
              <a:gd name="connsiteX16-18797" fmla="*/ 1752572 w 2107590"/>
              <a:gd name="connsiteY16-18798" fmla="*/ 342677 h 2160513"/>
              <a:gd name="connsiteX17-18799" fmla="*/ 2013140 w 2107590"/>
              <a:gd name="connsiteY17-18800" fmla="*/ 736265 h 2160513"/>
              <a:gd name="connsiteX18-18801" fmla="*/ 2004983 w 2107590"/>
              <a:gd name="connsiteY18-18802" fmla="*/ 716533 h 2160513"/>
              <a:gd name="connsiteX19-18803" fmla="*/ 2095472 w 2107590"/>
              <a:gd name="connsiteY19-18804" fmla="*/ 1073721 h 2160513"/>
              <a:gd name="connsiteX20-18805" fmla="*/ 1826390 w 2107590"/>
              <a:gd name="connsiteY20-18806" fmla="*/ 1311846 h 2160513"/>
              <a:gd name="connsiteX21-18807" fmla="*/ 1821627 w 2107590"/>
              <a:gd name="connsiteY21-18808" fmla="*/ 1264221 h 2160513"/>
              <a:gd name="connsiteX22-18809" fmla="*/ 1488252 w 2107590"/>
              <a:gd name="connsiteY22-18810" fmla="*/ 1595214 h 2160513"/>
              <a:gd name="connsiteX23-18811" fmla="*/ 1388239 w 2107590"/>
              <a:gd name="connsiteY23-18812" fmla="*/ 1492821 h 2160513"/>
              <a:gd name="connsiteX24-18813" fmla="*/ 1714472 w 2107590"/>
              <a:gd name="connsiteY24-18814" fmla="*/ 1154684 h 2160513"/>
              <a:gd name="connsiteX25-18815" fmla="*/ 1390621 w 2107590"/>
              <a:gd name="connsiteY25-18816" fmla="*/ 1145157 h 2160513"/>
              <a:gd name="connsiteX26-18817" fmla="*/ 1342996 w 2107590"/>
              <a:gd name="connsiteY26-18818" fmla="*/ 1283270 h 2160513"/>
              <a:gd name="connsiteX27-18819" fmla="*/ 1042958 w 2107590"/>
              <a:gd name="connsiteY27-18820" fmla="*/ 983235 h 2160513"/>
              <a:gd name="connsiteX28-18821" fmla="*/ 1309658 w 2107590"/>
              <a:gd name="connsiteY28-18822" fmla="*/ 790352 h 2160513"/>
              <a:gd name="connsiteX29-18823" fmla="*/ 914371 w 2107590"/>
              <a:gd name="connsiteY29-18824" fmla="*/ 511746 h 2160513"/>
              <a:gd name="connsiteX30-18825" fmla="*/ 523846 w 2107590"/>
              <a:gd name="connsiteY30-18826" fmla="*/ 754633 h 2160513"/>
              <a:gd name="connsiteX31-18827" fmla="*/ 783402 w 2107590"/>
              <a:gd name="connsiteY31-18828" fmla="*/ 868932 h 2160513"/>
              <a:gd name="connsiteX32-18829" fmla="*/ 785783 w 2107590"/>
              <a:gd name="connsiteY32-18830" fmla="*/ 1002283 h 2160513"/>
              <a:gd name="connsiteX33-18831" fmla="*/ 373827 w 2107590"/>
              <a:gd name="connsiteY33-18832" fmla="*/ 852264 h 2160513"/>
              <a:gd name="connsiteX34-18833" fmla="*/ 935802 w 2107590"/>
              <a:gd name="connsiteY34-18834" fmla="*/ 390302 h 2160513"/>
              <a:gd name="connsiteX35-18835" fmla="*/ 1445389 w 2107590"/>
              <a:gd name="connsiteY35-18836" fmla="*/ 754633 h 2160513"/>
              <a:gd name="connsiteX36-18837" fmla="*/ 1383477 w 2107590"/>
              <a:gd name="connsiteY36-18838" fmla="*/ 857027 h 2160513"/>
              <a:gd name="connsiteX37-18839" fmla="*/ 1643033 w 2107590"/>
              <a:gd name="connsiteY37-18840" fmla="*/ 611758 h 2160513"/>
              <a:gd name="connsiteX38-18841" fmla="*/ 1795433 w 2107590"/>
              <a:gd name="connsiteY38-18842" fmla="*/ 723677 h 2160513"/>
              <a:gd name="connsiteX39-18843" fmla="*/ 1889668 w 2107590"/>
              <a:gd name="connsiteY39-18844" fmla="*/ 1175665 h 2160513"/>
              <a:gd name="connsiteX40-18845" fmla="*/ 1912797 w 2107590"/>
              <a:gd name="connsiteY40-18846" fmla="*/ 1135089 h 2160513"/>
              <a:gd name="connsiteX41-18847" fmla="*/ 1775980 w 2107590"/>
              <a:gd name="connsiteY41-18848" fmla="*/ 1553577 h 2160513"/>
              <a:gd name="connsiteX42-18849" fmla="*/ 1235792 w 2107590"/>
              <a:gd name="connsiteY42-18850" fmla="*/ 1580715 h 2160513"/>
              <a:gd name="connsiteX43-18851" fmla="*/ 1344220 w 2107590"/>
              <a:gd name="connsiteY43-18852" fmla="*/ 1905742 h 2160513"/>
              <a:gd name="connsiteX0-18853" fmla="*/ 1575697 w 2107590"/>
              <a:gd name="connsiteY0-18854" fmla="*/ 2160513 h 2160513"/>
              <a:gd name="connsiteX1-18855" fmla="*/ 956854 w 2107590"/>
              <a:gd name="connsiteY1-18856" fmla="*/ 1258279 h 2160513"/>
              <a:gd name="connsiteX2-18857" fmla="*/ 863892 w 2107590"/>
              <a:gd name="connsiteY2-18858" fmla="*/ 1345253 h 2160513"/>
              <a:gd name="connsiteX3-18859" fmla="*/ 1026241 w 2107590"/>
              <a:gd name="connsiteY3-18860" fmla="*/ 1144473 h 2160513"/>
              <a:gd name="connsiteX4-18861" fmla="*/ 908876 w 2107590"/>
              <a:gd name="connsiteY4-18862" fmla="*/ 743032 h 2160513"/>
              <a:gd name="connsiteX5-18863" fmla="*/ 1054863 w 2107590"/>
              <a:gd name="connsiteY5-18864" fmla="*/ 807021 h 2160513"/>
              <a:gd name="connsiteX6-18865" fmla="*/ 766732 w 2107590"/>
              <a:gd name="connsiteY6-18866" fmla="*/ 928463 h 2160513"/>
              <a:gd name="connsiteX7-18867" fmla="*/ 228569 w 2107590"/>
              <a:gd name="connsiteY7-18868" fmla="*/ 1030857 h 2160513"/>
              <a:gd name="connsiteX8-18869" fmla="*/ 102364 w 2107590"/>
              <a:gd name="connsiteY8-18870" fmla="*/ 578421 h 2160513"/>
              <a:gd name="connsiteX9-18871" fmla="*/ 334972 w 2107590"/>
              <a:gd name="connsiteY9-18872" fmla="*/ 266829 h 2160513"/>
              <a:gd name="connsiteX10-18873" fmla="*/ 754827 w 2107590"/>
              <a:gd name="connsiteY10-18874" fmla="*/ 47401 h 2160513"/>
              <a:gd name="connsiteX11-18875" fmla="*/ 759590 w 2107590"/>
              <a:gd name="connsiteY11-18876" fmla="*/ 95027 h 2160513"/>
              <a:gd name="connsiteX12-18877" fmla="*/ 771497 w 2107590"/>
              <a:gd name="connsiteY12-18878" fmla="*/ 35497 h 2160513"/>
              <a:gd name="connsiteX13-18879" fmla="*/ 1341273 w 2107590"/>
              <a:gd name="connsiteY13-18880" fmla="*/ 79182 h 2160513"/>
              <a:gd name="connsiteX14-18881" fmla="*/ 1369190 w 2107590"/>
              <a:gd name="connsiteY14-18882" fmla="*/ 92646 h 2160513"/>
              <a:gd name="connsiteX15-18883" fmla="*/ 1772045 w 2107590"/>
              <a:gd name="connsiteY15-18884" fmla="*/ 359840 h 2160513"/>
              <a:gd name="connsiteX16-18885" fmla="*/ 1752572 w 2107590"/>
              <a:gd name="connsiteY16-18886" fmla="*/ 342677 h 2160513"/>
              <a:gd name="connsiteX17-18887" fmla="*/ 2013140 w 2107590"/>
              <a:gd name="connsiteY17-18888" fmla="*/ 736265 h 2160513"/>
              <a:gd name="connsiteX18-18889" fmla="*/ 2004983 w 2107590"/>
              <a:gd name="connsiteY18-18890" fmla="*/ 716533 h 2160513"/>
              <a:gd name="connsiteX19-18891" fmla="*/ 2095472 w 2107590"/>
              <a:gd name="connsiteY19-18892" fmla="*/ 1073721 h 2160513"/>
              <a:gd name="connsiteX20-18893" fmla="*/ 1826390 w 2107590"/>
              <a:gd name="connsiteY20-18894" fmla="*/ 1311846 h 2160513"/>
              <a:gd name="connsiteX21-18895" fmla="*/ 1821627 w 2107590"/>
              <a:gd name="connsiteY21-18896" fmla="*/ 1264221 h 2160513"/>
              <a:gd name="connsiteX22-18897" fmla="*/ 1488252 w 2107590"/>
              <a:gd name="connsiteY22-18898" fmla="*/ 1595214 h 2160513"/>
              <a:gd name="connsiteX23-18899" fmla="*/ 1388239 w 2107590"/>
              <a:gd name="connsiteY23-18900" fmla="*/ 1492821 h 2160513"/>
              <a:gd name="connsiteX24-18901" fmla="*/ 1714472 w 2107590"/>
              <a:gd name="connsiteY24-18902" fmla="*/ 1154684 h 2160513"/>
              <a:gd name="connsiteX25-18903" fmla="*/ 1390621 w 2107590"/>
              <a:gd name="connsiteY25-18904" fmla="*/ 1145157 h 2160513"/>
              <a:gd name="connsiteX26-18905" fmla="*/ 1342996 w 2107590"/>
              <a:gd name="connsiteY26-18906" fmla="*/ 1283270 h 2160513"/>
              <a:gd name="connsiteX27-18907" fmla="*/ 1042958 w 2107590"/>
              <a:gd name="connsiteY27-18908" fmla="*/ 983235 h 2160513"/>
              <a:gd name="connsiteX28-18909" fmla="*/ 1309658 w 2107590"/>
              <a:gd name="connsiteY28-18910" fmla="*/ 790352 h 2160513"/>
              <a:gd name="connsiteX29-18911" fmla="*/ 914371 w 2107590"/>
              <a:gd name="connsiteY29-18912" fmla="*/ 511746 h 2160513"/>
              <a:gd name="connsiteX30-18913" fmla="*/ 523846 w 2107590"/>
              <a:gd name="connsiteY30-18914" fmla="*/ 754633 h 2160513"/>
              <a:gd name="connsiteX31-18915" fmla="*/ 783402 w 2107590"/>
              <a:gd name="connsiteY31-18916" fmla="*/ 868932 h 2160513"/>
              <a:gd name="connsiteX32-18917" fmla="*/ 785783 w 2107590"/>
              <a:gd name="connsiteY32-18918" fmla="*/ 1002283 h 2160513"/>
              <a:gd name="connsiteX33-18919" fmla="*/ 373827 w 2107590"/>
              <a:gd name="connsiteY33-18920" fmla="*/ 852264 h 2160513"/>
              <a:gd name="connsiteX34-18921" fmla="*/ 935802 w 2107590"/>
              <a:gd name="connsiteY34-18922" fmla="*/ 390302 h 2160513"/>
              <a:gd name="connsiteX35-18923" fmla="*/ 1445389 w 2107590"/>
              <a:gd name="connsiteY35-18924" fmla="*/ 754633 h 2160513"/>
              <a:gd name="connsiteX36-18925" fmla="*/ 1383477 w 2107590"/>
              <a:gd name="connsiteY36-18926" fmla="*/ 857027 h 2160513"/>
              <a:gd name="connsiteX37-18927" fmla="*/ 1643033 w 2107590"/>
              <a:gd name="connsiteY37-18928" fmla="*/ 611758 h 2160513"/>
              <a:gd name="connsiteX38-18929" fmla="*/ 1795433 w 2107590"/>
              <a:gd name="connsiteY38-18930" fmla="*/ 723677 h 2160513"/>
              <a:gd name="connsiteX39-18931" fmla="*/ 1889668 w 2107590"/>
              <a:gd name="connsiteY39-18932" fmla="*/ 1175665 h 2160513"/>
              <a:gd name="connsiteX40-18933" fmla="*/ 1912797 w 2107590"/>
              <a:gd name="connsiteY40-18934" fmla="*/ 1135089 h 2160513"/>
              <a:gd name="connsiteX41-18935" fmla="*/ 1775980 w 2107590"/>
              <a:gd name="connsiteY41-18936" fmla="*/ 1553577 h 2160513"/>
              <a:gd name="connsiteX42-18937" fmla="*/ 1235792 w 2107590"/>
              <a:gd name="connsiteY42-18938" fmla="*/ 1580715 h 2160513"/>
              <a:gd name="connsiteX43-18939" fmla="*/ 1344220 w 2107590"/>
              <a:gd name="connsiteY43-18940" fmla="*/ 1905742 h 2160513"/>
              <a:gd name="connsiteX0-18941" fmla="*/ 1575697 w 2107590"/>
              <a:gd name="connsiteY0-18942" fmla="*/ 2160513 h 2160513"/>
              <a:gd name="connsiteX1-18943" fmla="*/ 956854 w 2107590"/>
              <a:gd name="connsiteY1-18944" fmla="*/ 1258279 h 2160513"/>
              <a:gd name="connsiteX2-18945" fmla="*/ 863892 w 2107590"/>
              <a:gd name="connsiteY2-18946" fmla="*/ 1345253 h 2160513"/>
              <a:gd name="connsiteX3-18947" fmla="*/ 1026241 w 2107590"/>
              <a:gd name="connsiteY3-18948" fmla="*/ 1144473 h 2160513"/>
              <a:gd name="connsiteX4-18949" fmla="*/ 908876 w 2107590"/>
              <a:gd name="connsiteY4-18950" fmla="*/ 743032 h 2160513"/>
              <a:gd name="connsiteX5-18951" fmla="*/ 1054863 w 2107590"/>
              <a:gd name="connsiteY5-18952" fmla="*/ 807021 h 2160513"/>
              <a:gd name="connsiteX6-18953" fmla="*/ 766732 w 2107590"/>
              <a:gd name="connsiteY6-18954" fmla="*/ 928463 h 2160513"/>
              <a:gd name="connsiteX7-18955" fmla="*/ 228569 w 2107590"/>
              <a:gd name="connsiteY7-18956" fmla="*/ 1030857 h 2160513"/>
              <a:gd name="connsiteX8-18957" fmla="*/ 102364 w 2107590"/>
              <a:gd name="connsiteY8-18958" fmla="*/ 578421 h 2160513"/>
              <a:gd name="connsiteX9-18959" fmla="*/ 334972 w 2107590"/>
              <a:gd name="connsiteY9-18960" fmla="*/ 266829 h 2160513"/>
              <a:gd name="connsiteX10-18961" fmla="*/ 754827 w 2107590"/>
              <a:gd name="connsiteY10-18962" fmla="*/ 47401 h 2160513"/>
              <a:gd name="connsiteX11-18963" fmla="*/ 759590 w 2107590"/>
              <a:gd name="connsiteY11-18964" fmla="*/ 95027 h 2160513"/>
              <a:gd name="connsiteX12-18965" fmla="*/ 771497 w 2107590"/>
              <a:gd name="connsiteY12-18966" fmla="*/ 35497 h 2160513"/>
              <a:gd name="connsiteX13-18967" fmla="*/ 1341273 w 2107590"/>
              <a:gd name="connsiteY13-18968" fmla="*/ 79182 h 2160513"/>
              <a:gd name="connsiteX14-18969" fmla="*/ 1369190 w 2107590"/>
              <a:gd name="connsiteY14-18970" fmla="*/ 92646 h 2160513"/>
              <a:gd name="connsiteX15-18971" fmla="*/ 1772045 w 2107590"/>
              <a:gd name="connsiteY15-18972" fmla="*/ 359840 h 2160513"/>
              <a:gd name="connsiteX16-18973" fmla="*/ 1752572 w 2107590"/>
              <a:gd name="connsiteY16-18974" fmla="*/ 342677 h 2160513"/>
              <a:gd name="connsiteX17-18975" fmla="*/ 2013140 w 2107590"/>
              <a:gd name="connsiteY17-18976" fmla="*/ 736265 h 2160513"/>
              <a:gd name="connsiteX18-18977" fmla="*/ 2004983 w 2107590"/>
              <a:gd name="connsiteY18-18978" fmla="*/ 716533 h 2160513"/>
              <a:gd name="connsiteX19-18979" fmla="*/ 2095472 w 2107590"/>
              <a:gd name="connsiteY19-18980" fmla="*/ 1073721 h 2160513"/>
              <a:gd name="connsiteX20-18981" fmla="*/ 1826390 w 2107590"/>
              <a:gd name="connsiteY20-18982" fmla="*/ 1311846 h 2160513"/>
              <a:gd name="connsiteX21-18983" fmla="*/ 1821627 w 2107590"/>
              <a:gd name="connsiteY21-18984" fmla="*/ 1264221 h 2160513"/>
              <a:gd name="connsiteX22-18985" fmla="*/ 1488252 w 2107590"/>
              <a:gd name="connsiteY22-18986" fmla="*/ 1595214 h 2160513"/>
              <a:gd name="connsiteX23-18987" fmla="*/ 1388239 w 2107590"/>
              <a:gd name="connsiteY23-18988" fmla="*/ 1492821 h 2160513"/>
              <a:gd name="connsiteX24-18989" fmla="*/ 1714472 w 2107590"/>
              <a:gd name="connsiteY24-18990" fmla="*/ 1154684 h 2160513"/>
              <a:gd name="connsiteX25-18991" fmla="*/ 1390621 w 2107590"/>
              <a:gd name="connsiteY25-18992" fmla="*/ 1145157 h 2160513"/>
              <a:gd name="connsiteX26-18993" fmla="*/ 1342996 w 2107590"/>
              <a:gd name="connsiteY26-18994" fmla="*/ 1283270 h 2160513"/>
              <a:gd name="connsiteX27-18995" fmla="*/ 1042958 w 2107590"/>
              <a:gd name="connsiteY27-18996" fmla="*/ 983235 h 2160513"/>
              <a:gd name="connsiteX28-18997" fmla="*/ 1309658 w 2107590"/>
              <a:gd name="connsiteY28-18998" fmla="*/ 790352 h 2160513"/>
              <a:gd name="connsiteX29-18999" fmla="*/ 914371 w 2107590"/>
              <a:gd name="connsiteY29-19000" fmla="*/ 511746 h 2160513"/>
              <a:gd name="connsiteX30-19001" fmla="*/ 523846 w 2107590"/>
              <a:gd name="connsiteY30-19002" fmla="*/ 754633 h 2160513"/>
              <a:gd name="connsiteX31-19003" fmla="*/ 783402 w 2107590"/>
              <a:gd name="connsiteY31-19004" fmla="*/ 868932 h 2160513"/>
              <a:gd name="connsiteX32-19005" fmla="*/ 785783 w 2107590"/>
              <a:gd name="connsiteY32-19006" fmla="*/ 1002283 h 2160513"/>
              <a:gd name="connsiteX33-19007" fmla="*/ 373827 w 2107590"/>
              <a:gd name="connsiteY33-19008" fmla="*/ 852264 h 2160513"/>
              <a:gd name="connsiteX34-19009" fmla="*/ 935802 w 2107590"/>
              <a:gd name="connsiteY34-19010" fmla="*/ 390302 h 2160513"/>
              <a:gd name="connsiteX35-19011" fmla="*/ 1445389 w 2107590"/>
              <a:gd name="connsiteY35-19012" fmla="*/ 754633 h 2160513"/>
              <a:gd name="connsiteX36-19013" fmla="*/ 1383477 w 2107590"/>
              <a:gd name="connsiteY36-19014" fmla="*/ 857027 h 2160513"/>
              <a:gd name="connsiteX37-19015" fmla="*/ 1643033 w 2107590"/>
              <a:gd name="connsiteY37-19016" fmla="*/ 611758 h 2160513"/>
              <a:gd name="connsiteX38-19017" fmla="*/ 1795433 w 2107590"/>
              <a:gd name="connsiteY38-19018" fmla="*/ 723677 h 2160513"/>
              <a:gd name="connsiteX39-19019" fmla="*/ 1889668 w 2107590"/>
              <a:gd name="connsiteY39-19020" fmla="*/ 1175665 h 2160513"/>
              <a:gd name="connsiteX40-19021" fmla="*/ 1912797 w 2107590"/>
              <a:gd name="connsiteY40-19022" fmla="*/ 1135089 h 2160513"/>
              <a:gd name="connsiteX41-19023" fmla="*/ 1775980 w 2107590"/>
              <a:gd name="connsiteY41-19024" fmla="*/ 1553577 h 2160513"/>
              <a:gd name="connsiteX42-19025" fmla="*/ 1235792 w 2107590"/>
              <a:gd name="connsiteY42-19026" fmla="*/ 1580715 h 2160513"/>
              <a:gd name="connsiteX43-19027" fmla="*/ 1344220 w 2107590"/>
              <a:gd name="connsiteY43-19028" fmla="*/ 1905742 h 2160513"/>
              <a:gd name="connsiteX0-19029" fmla="*/ 1575697 w 2107590"/>
              <a:gd name="connsiteY0-19030" fmla="*/ 2160513 h 2160513"/>
              <a:gd name="connsiteX1-19031" fmla="*/ 956854 w 2107590"/>
              <a:gd name="connsiteY1-19032" fmla="*/ 1258279 h 2160513"/>
              <a:gd name="connsiteX2-19033" fmla="*/ 863892 w 2107590"/>
              <a:gd name="connsiteY2-19034" fmla="*/ 1345253 h 2160513"/>
              <a:gd name="connsiteX3-19035" fmla="*/ 1026241 w 2107590"/>
              <a:gd name="connsiteY3-19036" fmla="*/ 1144473 h 2160513"/>
              <a:gd name="connsiteX4-19037" fmla="*/ 908876 w 2107590"/>
              <a:gd name="connsiteY4-19038" fmla="*/ 743032 h 2160513"/>
              <a:gd name="connsiteX5-19039" fmla="*/ 1054863 w 2107590"/>
              <a:gd name="connsiteY5-19040" fmla="*/ 807021 h 2160513"/>
              <a:gd name="connsiteX6-19041" fmla="*/ 766732 w 2107590"/>
              <a:gd name="connsiteY6-19042" fmla="*/ 928463 h 2160513"/>
              <a:gd name="connsiteX7-19043" fmla="*/ 228569 w 2107590"/>
              <a:gd name="connsiteY7-19044" fmla="*/ 1030857 h 2160513"/>
              <a:gd name="connsiteX8-19045" fmla="*/ 102364 w 2107590"/>
              <a:gd name="connsiteY8-19046" fmla="*/ 578421 h 2160513"/>
              <a:gd name="connsiteX9-19047" fmla="*/ 334972 w 2107590"/>
              <a:gd name="connsiteY9-19048" fmla="*/ 266829 h 2160513"/>
              <a:gd name="connsiteX10-19049" fmla="*/ 754827 w 2107590"/>
              <a:gd name="connsiteY10-19050" fmla="*/ 47401 h 2160513"/>
              <a:gd name="connsiteX11-19051" fmla="*/ 759590 w 2107590"/>
              <a:gd name="connsiteY11-19052" fmla="*/ 95027 h 2160513"/>
              <a:gd name="connsiteX12-19053" fmla="*/ 771497 w 2107590"/>
              <a:gd name="connsiteY12-19054" fmla="*/ 35497 h 2160513"/>
              <a:gd name="connsiteX13-19055" fmla="*/ 1341273 w 2107590"/>
              <a:gd name="connsiteY13-19056" fmla="*/ 79182 h 2160513"/>
              <a:gd name="connsiteX14-19057" fmla="*/ 1369190 w 2107590"/>
              <a:gd name="connsiteY14-19058" fmla="*/ 92646 h 2160513"/>
              <a:gd name="connsiteX15-19059" fmla="*/ 1772045 w 2107590"/>
              <a:gd name="connsiteY15-19060" fmla="*/ 359840 h 2160513"/>
              <a:gd name="connsiteX16-19061" fmla="*/ 1752572 w 2107590"/>
              <a:gd name="connsiteY16-19062" fmla="*/ 342677 h 2160513"/>
              <a:gd name="connsiteX17-19063" fmla="*/ 2013140 w 2107590"/>
              <a:gd name="connsiteY17-19064" fmla="*/ 736265 h 2160513"/>
              <a:gd name="connsiteX18-19065" fmla="*/ 2004983 w 2107590"/>
              <a:gd name="connsiteY18-19066" fmla="*/ 716533 h 2160513"/>
              <a:gd name="connsiteX19-19067" fmla="*/ 2095472 w 2107590"/>
              <a:gd name="connsiteY19-19068" fmla="*/ 1073721 h 2160513"/>
              <a:gd name="connsiteX20-19069" fmla="*/ 1826390 w 2107590"/>
              <a:gd name="connsiteY20-19070" fmla="*/ 1311846 h 2160513"/>
              <a:gd name="connsiteX21-19071" fmla="*/ 1821627 w 2107590"/>
              <a:gd name="connsiteY21-19072" fmla="*/ 1264221 h 2160513"/>
              <a:gd name="connsiteX22-19073" fmla="*/ 1488252 w 2107590"/>
              <a:gd name="connsiteY22-19074" fmla="*/ 1595214 h 2160513"/>
              <a:gd name="connsiteX23-19075" fmla="*/ 1388239 w 2107590"/>
              <a:gd name="connsiteY23-19076" fmla="*/ 1492821 h 2160513"/>
              <a:gd name="connsiteX24-19077" fmla="*/ 1714472 w 2107590"/>
              <a:gd name="connsiteY24-19078" fmla="*/ 1154684 h 2160513"/>
              <a:gd name="connsiteX25-19079" fmla="*/ 1390621 w 2107590"/>
              <a:gd name="connsiteY25-19080" fmla="*/ 1145157 h 2160513"/>
              <a:gd name="connsiteX26-19081" fmla="*/ 1342996 w 2107590"/>
              <a:gd name="connsiteY26-19082" fmla="*/ 1283270 h 2160513"/>
              <a:gd name="connsiteX27-19083" fmla="*/ 1042958 w 2107590"/>
              <a:gd name="connsiteY27-19084" fmla="*/ 983235 h 2160513"/>
              <a:gd name="connsiteX28-19085" fmla="*/ 1309658 w 2107590"/>
              <a:gd name="connsiteY28-19086" fmla="*/ 790352 h 2160513"/>
              <a:gd name="connsiteX29-19087" fmla="*/ 914371 w 2107590"/>
              <a:gd name="connsiteY29-19088" fmla="*/ 511746 h 2160513"/>
              <a:gd name="connsiteX30-19089" fmla="*/ 523846 w 2107590"/>
              <a:gd name="connsiteY30-19090" fmla="*/ 754633 h 2160513"/>
              <a:gd name="connsiteX31-19091" fmla="*/ 783402 w 2107590"/>
              <a:gd name="connsiteY31-19092" fmla="*/ 868932 h 2160513"/>
              <a:gd name="connsiteX32-19093" fmla="*/ 785783 w 2107590"/>
              <a:gd name="connsiteY32-19094" fmla="*/ 1002283 h 2160513"/>
              <a:gd name="connsiteX33-19095" fmla="*/ 373827 w 2107590"/>
              <a:gd name="connsiteY33-19096" fmla="*/ 852264 h 2160513"/>
              <a:gd name="connsiteX34-19097" fmla="*/ 935802 w 2107590"/>
              <a:gd name="connsiteY34-19098" fmla="*/ 390302 h 2160513"/>
              <a:gd name="connsiteX35-19099" fmla="*/ 1445389 w 2107590"/>
              <a:gd name="connsiteY35-19100" fmla="*/ 754633 h 2160513"/>
              <a:gd name="connsiteX36-19101" fmla="*/ 1383477 w 2107590"/>
              <a:gd name="connsiteY36-19102" fmla="*/ 857027 h 2160513"/>
              <a:gd name="connsiteX37-19103" fmla="*/ 1643033 w 2107590"/>
              <a:gd name="connsiteY37-19104" fmla="*/ 611758 h 2160513"/>
              <a:gd name="connsiteX38-19105" fmla="*/ 1795433 w 2107590"/>
              <a:gd name="connsiteY38-19106" fmla="*/ 723677 h 2160513"/>
              <a:gd name="connsiteX39-19107" fmla="*/ 1889668 w 2107590"/>
              <a:gd name="connsiteY39-19108" fmla="*/ 1175665 h 2160513"/>
              <a:gd name="connsiteX40-19109" fmla="*/ 1912797 w 2107590"/>
              <a:gd name="connsiteY40-19110" fmla="*/ 1135089 h 2160513"/>
              <a:gd name="connsiteX41-19111" fmla="*/ 1775980 w 2107590"/>
              <a:gd name="connsiteY41-19112" fmla="*/ 1553577 h 2160513"/>
              <a:gd name="connsiteX42-19113" fmla="*/ 1235792 w 2107590"/>
              <a:gd name="connsiteY42-19114" fmla="*/ 1580715 h 2160513"/>
              <a:gd name="connsiteX43-19115" fmla="*/ 1344220 w 2107590"/>
              <a:gd name="connsiteY43-19116" fmla="*/ 1905742 h 2160513"/>
              <a:gd name="connsiteX0-19117" fmla="*/ 1575697 w 2107590"/>
              <a:gd name="connsiteY0-19118" fmla="*/ 2160513 h 2160513"/>
              <a:gd name="connsiteX1-19119" fmla="*/ 956854 w 2107590"/>
              <a:gd name="connsiteY1-19120" fmla="*/ 1258279 h 2160513"/>
              <a:gd name="connsiteX2-19121" fmla="*/ 863892 w 2107590"/>
              <a:gd name="connsiteY2-19122" fmla="*/ 1345253 h 2160513"/>
              <a:gd name="connsiteX3-19123" fmla="*/ 1026241 w 2107590"/>
              <a:gd name="connsiteY3-19124" fmla="*/ 1144473 h 2160513"/>
              <a:gd name="connsiteX4-19125" fmla="*/ 908876 w 2107590"/>
              <a:gd name="connsiteY4-19126" fmla="*/ 743032 h 2160513"/>
              <a:gd name="connsiteX5-19127" fmla="*/ 1054863 w 2107590"/>
              <a:gd name="connsiteY5-19128" fmla="*/ 807021 h 2160513"/>
              <a:gd name="connsiteX6-19129" fmla="*/ 766732 w 2107590"/>
              <a:gd name="connsiteY6-19130" fmla="*/ 928463 h 2160513"/>
              <a:gd name="connsiteX7-19131" fmla="*/ 228569 w 2107590"/>
              <a:gd name="connsiteY7-19132" fmla="*/ 1030857 h 2160513"/>
              <a:gd name="connsiteX8-19133" fmla="*/ 102364 w 2107590"/>
              <a:gd name="connsiteY8-19134" fmla="*/ 578421 h 2160513"/>
              <a:gd name="connsiteX9-19135" fmla="*/ 334972 w 2107590"/>
              <a:gd name="connsiteY9-19136" fmla="*/ 266829 h 2160513"/>
              <a:gd name="connsiteX10-19137" fmla="*/ 754827 w 2107590"/>
              <a:gd name="connsiteY10-19138" fmla="*/ 47401 h 2160513"/>
              <a:gd name="connsiteX11-19139" fmla="*/ 759590 w 2107590"/>
              <a:gd name="connsiteY11-19140" fmla="*/ 95027 h 2160513"/>
              <a:gd name="connsiteX12-19141" fmla="*/ 771497 w 2107590"/>
              <a:gd name="connsiteY12-19142" fmla="*/ 35497 h 2160513"/>
              <a:gd name="connsiteX13-19143" fmla="*/ 1341273 w 2107590"/>
              <a:gd name="connsiteY13-19144" fmla="*/ 79182 h 2160513"/>
              <a:gd name="connsiteX14-19145" fmla="*/ 1369190 w 2107590"/>
              <a:gd name="connsiteY14-19146" fmla="*/ 92646 h 2160513"/>
              <a:gd name="connsiteX15-19147" fmla="*/ 1772045 w 2107590"/>
              <a:gd name="connsiteY15-19148" fmla="*/ 359840 h 2160513"/>
              <a:gd name="connsiteX16-19149" fmla="*/ 1752572 w 2107590"/>
              <a:gd name="connsiteY16-19150" fmla="*/ 342677 h 2160513"/>
              <a:gd name="connsiteX17-19151" fmla="*/ 2013140 w 2107590"/>
              <a:gd name="connsiteY17-19152" fmla="*/ 736265 h 2160513"/>
              <a:gd name="connsiteX18-19153" fmla="*/ 2004983 w 2107590"/>
              <a:gd name="connsiteY18-19154" fmla="*/ 716533 h 2160513"/>
              <a:gd name="connsiteX19-19155" fmla="*/ 2095472 w 2107590"/>
              <a:gd name="connsiteY19-19156" fmla="*/ 1073721 h 2160513"/>
              <a:gd name="connsiteX20-19157" fmla="*/ 1826390 w 2107590"/>
              <a:gd name="connsiteY20-19158" fmla="*/ 1311846 h 2160513"/>
              <a:gd name="connsiteX21-19159" fmla="*/ 1821627 w 2107590"/>
              <a:gd name="connsiteY21-19160" fmla="*/ 1264221 h 2160513"/>
              <a:gd name="connsiteX22-19161" fmla="*/ 1488252 w 2107590"/>
              <a:gd name="connsiteY22-19162" fmla="*/ 1595214 h 2160513"/>
              <a:gd name="connsiteX23-19163" fmla="*/ 1388239 w 2107590"/>
              <a:gd name="connsiteY23-19164" fmla="*/ 1492821 h 2160513"/>
              <a:gd name="connsiteX24-19165" fmla="*/ 1714472 w 2107590"/>
              <a:gd name="connsiteY24-19166" fmla="*/ 1154684 h 2160513"/>
              <a:gd name="connsiteX25-19167" fmla="*/ 1390621 w 2107590"/>
              <a:gd name="connsiteY25-19168" fmla="*/ 1145157 h 2160513"/>
              <a:gd name="connsiteX26-19169" fmla="*/ 1342996 w 2107590"/>
              <a:gd name="connsiteY26-19170" fmla="*/ 1283270 h 2160513"/>
              <a:gd name="connsiteX27-19171" fmla="*/ 1042958 w 2107590"/>
              <a:gd name="connsiteY27-19172" fmla="*/ 983235 h 2160513"/>
              <a:gd name="connsiteX28-19173" fmla="*/ 1309658 w 2107590"/>
              <a:gd name="connsiteY28-19174" fmla="*/ 790352 h 2160513"/>
              <a:gd name="connsiteX29-19175" fmla="*/ 914371 w 2107590"/>
              <a:gd name="connsiteY29-19176" fmla="*/ 511746 h 2160513"/>
              <a:gd name="connsiteX30-19177" fmla="*/ 523846 w 2107590"/>
              <a:gd name="connsiteY30-19178" fmla="*/ 754633 h 2160513"/>
              <a:gd name="connsiteX31-19179" fmla="*/ 783402 w 2107590"/>
              <a:gd name="connsiteY31-19180" fmla="*/ 868932 h 2160513"/>
              <a:gd name="connsiteX32-19181" fmla="*/ 785783 w 2107590"/>
              <a:gd name="connsiteY32-19182" fmla="*/ 1002283 h 2160513"/>
              <a:gd name="connsiteX33-19183" fmla="*/ 373827 w 2107590"/>
              <a:gd name="connsiteY33-19184" fmla="*/ 852264 h 2160513"/>
              <a:gd name="connsiteX34-19185" fmla="*/ 935802 w 2107590"/>
              <a:gd name="connsiteY34-19186" fmla="*/ 390302 h 2160513"/>
              <a:gd name="connsiteX35-19187" fmla="*/ 1445389 w 2107590"/>
              <a:gd name="connsiteY35-19188" fmla="*/ 754633 h 2160513"/>
              <a:gd name="connsiteX36-19189" fmla="*/ 1383477 w 2107590"/>
              <a:gd name="connsiteY36-19190" fmla="*/ 857027 h 2160513"/>
              <a:gd name="connsiteX37-19191" fmla="*/ 1643033 w 2107590"/>
              <a:gd name="connsiteY37-19192" fmla="*/ 611758 h 2160513"/>
              <a:gd name="connsiteX38-19193" fmla="*/ 1795433 w 2107590"/>
              <a:gd name="connsiteY38-19194" fmla="*/ 723677 h 2160513"/>
              <a:gd name="connsiteX39-19195" fmla="*/ 1889668 w 2107590"/>
              <a:gd name="connsiteY39-19196" fmla="*/ 1175665 h 2160513"/>
              <a:gd name="connsiteX40-19197" fmla="*/ 1912797 w 2107590"/>
              <a:gd name="connsiteY40-19198" fmla="*/ 1135089 h 2160513"/>
              <a:gd name="connsiteX41-19199" fmla="*/ 1775980 w 2107590"/>
              <a:gd name="connsiteY41-19200" fmla="*/ 1553577 h 2160513"/>
              <a:gd name="connsiteX42-19201" fmla="*/ 1235792 w 2107590"/>
              <a:gd name="connsiteY42-19202" fmla="*/ 1580715 h 2160513"/>
              <a:gd name="connsiteX43-19203" fmla="*/ 1344220 w 2107590"/>
              <a:gd name="connsiteY43-19204" fmla="*/ 1905742 h 2160513"/>
              <a:gd name="connsiteX0-19205" fmla="*/ 1575697 w 2107590"/>
              <a:gd name="connsiteY0-19206" fmla="*/ 2160513 h 2160513"/>
              <a:gd name="connsiteX1-19207" fmla="*/ 956854 w 2107590"/>
              <a:gd name="connsiteY1-19208" fmla="*/ 1258279 h 2160513"/>
              <a:gd name="connsiteX2-19209" fmla="*/ 863892 w 2107590"/>
              <a:gd name="connsiteY2-19210" fmla="*/ 1345253 h 2160513"/>
              <a:gd name="connsiteX3-19211" fmla="*/ 1026241 w 2107590"/>
              <a:gd name="connsiteY3-19212" fmla="*/ 1144473 h 2160513"/>
              <a:gd name="connsiteX4-19213" fmla="*/ 908876 w 2107590"/>
              <a:gd name="connsiteY4-19214" fmla="*/ 743032 h 2160513"/>
              <a:gd name="connsiteX5-19215" fmla="*/ 1054863 w 2107590"/>
              <a:gd name="connsiteY5-19216" fmla="*/ 807021 h 2160513"/>
              <a:gd name="connsiteX6-19217" fmla="*/ 766732 w 2107590"/>
              <a:gd name="connsiteY6-19218" fmla="*/ 928463 h 2160513"/>
              <a:gd name="connsiteX7-19219" fmla="*/ 228569 w 2107590"/>
              <a:gd name="connsiteY7-19220" fmla="*/ 1030857 h 2160513"/>
              <a:gd name="connsiteX8-19221" fmla="*/ 102364 w 2107590"/>
              <a:gd name="connsiteY8-19222" fmla="*/ 578421 h 2160513"/>
              <a:gd name="connsiteX9-19223" fmla="*/ 334972 w 2107590"/>
              <a:gd name="connsiteY9-19224" fmla="*/ 266829 h 2160513"/>
              <a:gd name="connsiteX10-19225" fmla="*/ 754827 w 2107590"/>
              <a:gd name="connsiteY10-19226" fmla="*/ 47401 h 2160513"/>
              <a:gd name="connsiteX11-19227" fmla="*/ 759590 w 2107590"/>
              <a:gd name="connsiteY11-19228" fmla="*/ 95027 h 2160513"/>
              <a:gd name="connsiteX12-19229" fmla="*/ 771497 w 2107590"/>
              <a:gd name="connsiteY12-19230" fmla="*/ 35497 h 2160513"/>
              <a:gd name="connsiteX13-19231" fmla="*/ 1341273 w 2107590"/>
              <a:gd name="connsiteY13-19232" fmla="*/ 79182 h 2160513"/>
              <a:gd name="connsiteX14-19233" fmla="*/ 1369190 w 2107590"/>
              <a:gd name="connsiteY14-19234" fmla="*/ 92646 h 2160513"/>
              <a:gd name="connsiteX15-19235" fmla="*/ 1772045 w 2107590"/>
              <a:gd name="connsiteY15-19236" fmla="*/ 359840 h 2160513"/>
              <a:gd name="connsiteX16-19237" fmla="*/ 1752572 w 2107590"/>
              <a:gd name="connsiteY16-19238" fmla="*/ 342677 h 2160513"/>
              <a:gd name="connsiteX17-19239" fmla="*/ 2013140 w 2107590"/>
              <a:gd name="connsiteY17-19240" fmla="*/ 736265 h 2160513"/>
              <a:gd name="connsiteX18-19241" fmla="*/ 2004983 w 2107590"/>
              <a:gd name="connsiteY18-19242" fmla="*/ 716533 h 2160513"/>
              <a:gd name="connsiteX19-19243" fmla="*/ 2095472 w 2107590"/>
              <a:gd name="connsiteY19-19244" fmla="*/ 1073721 h 2160513"/>
              <a:gd name="connsiteX20-19245" fmla="*/ 1826390 w 2107590"/>
              <a:gd name="connsiteY20-19246" fmla="*/ 1311846 h 2160513"/>
              <a:gd name="connsiteX21-19247" fmla="*/ 1821627 w 2107590"/>
              <a:gd name="connsiteY21-19248" fmla="*/ 1264221 h 2160513"/>
              <a:gd name="connsiteX22-19249" fmla="*/ 1488252 w 2107590"/>
              <a:gd name="connsiteY22-19250" fmla="*/ 1595214 h 2160513"/>
              <a:gd name="connsiteX23-19251" fmla="*/ 1388239 w 2107590"/>
              <a:gd name="connsiteY23-19252" fmla="*/ 1492821 h 2160513"/>
              <a:gd name="connsiteX24-19253" fmla="*/ 1714472 w 2107590"/>
              <a:gd name="connsiteY24-19254" fmla="*/ 1154684 h 2160513"/>
              <a:gd name="connsiteX25-19255" fmla="*/ 1390621 w 2107590"/>
              <a:gd name="connsiteY25-19256" fmla="*/ 1145157 h 2160513"/>
              <a:gd name="connsiteX26-19257" fmla="*/ 1342996 w 2107590"/>
              <a:gd name="connsiteY26-19258" fmla="*/ 1283270 h 2160513"/>
              <a:gd name="connsiteX27-19259" fmla="*/ 1042958 w 2107590"/>
              <a:gd name="connsiteY27-19260" fmla="*/ 983235 h 2160513"/>
              <a:gd name="connsiteX28-19261" fmla="*/ 1309658 w 2107590"/>
              <a:gd name="connsiteY28-19262" fmla="*/ 790352 h 2160513"/>
              <a:gd name="connsiteX29-19263" fmla="*/ 914371 w 2107590"/>
              <a:gd name="connsiteY29-19264" fmla="*/ 511746 h 2160513"/>
              <a:gd name="connsiteX30-19265" fmla="*/ 523846 w 2107590"/>
              <a:gd name="connsiteY30-19266" fmla="*/ 754633 h 2160513"/>
              <a:gd name="connsiteX31-19267" fmla="*/ 783402 w 2107590"/>
              <a:gd name="connsiteY31-19268" fmla="*/ 868932 h 2160513"/>
              <a:gd name="connsiteX32-19269" fmla="*/ 785783 w 2107590"/>
              <a:gd name="connsiteY32-19270" fmla="*/ 1002283 h 2160513"/>
              <a:gd name="connsiteX33-19271" fmla="*/ 373827 w 2107590"/>
              <a:gd name="connsiteY33-19272" fmla="*/ 852264 h 2160513"/>
              <a:gd name="connsiteX34-19273" fmla="*/ 759589 w 2107590"/>
              <a:gd name="connsiteY34-19274" fmla="*/ 416496 h 2160513"/>
              <a:gd name="connsiteX35-19275" fmla="*/ 1445389 w 2107590"/>
              <a:gd name="connsiteY35-19276" fmla="*/ 754633 h 2160513"/>
              <a:gd name="connsiteX36-19277" fmla="*/ 1383477 w 2107590"/>
              <a:gd name="connsiteY36-19278" fmla="*/ 857027 h 2160513"/>
              <a:gd name="connsiteX37-19279" fmla="*/ 1643033 w 2107590"/>
              <a:gd name="connsiteY37-19280" fmla="*/ 611758 h 2160513"/>
              <a:gd name="connsiteX38-19281" fmla="*/ 1795433 w 2107590"/>
              <a:gd name="connsiteY38-19282" fmla="*/ 723677 h 2160513"/>
              <a:gd name="connsiteX39-19283" fmla="*/ 1889668 w 2107590"/>
              <a:gd name="connsiteY39-19284" fmla="*/ 1175665 h 2160513"/>
              <a:gd name="connsiteX40-19285" fmla="*/ 1912797 w 2107590"/>
              <a:gd name="connsiteY40-19286" fmla="*/ 1135089 h 2160513"/>
              <a:gd name="connsiteX41-19287" fmla="*/ 1775980 w 2107590"/>
              <a:gd name="connsiteY41-19288" fmla="*/ 1553577 h 2160513"/>
              <a:gd name="connsiteX42-19289" fmla="*/ 1235792 w 2107590"/>
              <a:gd name="connsiteY42-19290" fmla="*/ 1580715 h 2160513"/>
              <a:gd name="connsiteX43-19291" fmla="*/ 1344220 w 2107590"/>
              <a:gd name="connsiteY43-19292" fmla="*/ 1905742 h 2160513"/>
              <a:gd name="connsiteX0-19293" fmla="*/ 1575697 w 2107590"/>
              <a:gd name="connsiteY0-19294" fmla="*/ 2160513 h 2160513"/>
              <a:gd name="connsiteX1-19295" fmla="*/ 956854 w 2107590"/>
              <a:gd name="connsiteY1-19296" fmla="*/ 1258279 h 2160513"/>
              <a:gd name="connsiteX2-19297" fmla="*/ 863892 w 2107590"/>
              <a:gd name="connsiteY2-19298" fmla="*/ 1345253 h 2160513"/>
              <a:gd name="connsiteX3-19299" fmla="*/ 1026241 w 2107590"/>
              <a:gd name="connsiteY3-19300" fmla="*/ 1144473 h 2160513"/>
              <a:gd name="connsiteX4-19301" fmla="*/ 908876 w 2107590"/>
              <a:gd name="connsiteY4-19302" fmla="*/ 743032 h 2160513"/>
              <a:gd name="connsiteX5-19303" fmla="*/ 1054863 w 2107590"/>
              <a:gd name="connsiteY5-19304" fmla="*/ 807021 h 2160513"/>
              <a:gd name="connsiteX6-19305" fmla="*/ 766732 w 2107590"/>
              <a:gd name="connsiteY6-19306" fmla="*/ 928463 h 2160513"/>
              <a:gd name="connsiteX7-19307" fmla="*/ 228569 w 2107590"/>
              <a:gd name="connsiteY7-19308" fmla="*/ 1030857 h 2160513"/>
              <a:gd name="connsiteX8-19309" fmla="*/ 102364 w 2107590"/>
              <a:gd name="connsiteY8-19310" fmla="*/ 578421 h 2160513"/>
              <a:gd name="connsiteX9-19311" fmla="*/ 334972 w 2107590"/>
              <a:gd name="connsiteY9-19312" fmla="*/ 266829 h 2160513"/>
              <a:gd name="connsiteX10-19313" fmla="*/ 754827 w 2107590"/>
              <a:gd name="connsiteY10-19314" fmla="*/ 47401 h 2160513"/>
              <a:gd name="connsiteX11-19315" fmla="*/ 759590 w 2107590"/>
              <a:gd name="connsiteY11-19316" fmla="*/ 95027 h 2160513"/>
              <a:gd name="connsiteX12-19317" fmla="*/ 771497 w 2107590"/>
              <a:gd name="connsiteY12-19318" fmla="*/ 35497 h 2160513"/>
              <a:gd name="connsiteX13-19319" fmla="*/ 1341273 w 2107590"/>
              <a:gd name="connsiteY13-19320" fmla="*/ 79182 h 2160513"/>
              <a:gd name="connsiteX14-19321" fmla="*/ 1369190 w 2107590"/>
              <a:gd name="connsiteY14-19322" fmla="*/ 92646 h 2160513"/>
              <a:gd name="connsiteX15-19323" fmla="*/ 1772045 w 2107590"/>
              <a:gd name="connsiteY15-19324" fmla="*/ 359840 h 2160513"/>
              <a:gd name="connsiteX16-19325" fmla="*/ 1752572 w 2107590"/>
              <a:gd name="connsiteY16-19326" fmla="*/ 342677 h 2160513"/>
              <a:gd name="connsiteX17-19327" fmla="*/ 2013140 w 2107590"/>
              <a:gd name="connsiteY17-19328" fmla="*/ 736265 h 2160513"/>
              <a:gd name="connsiteX18-19329" fmla="*/ 2004983 w 2107590"/>
              <a:gd name="connsiteY18-19330" fmla="*/ 716533 h 2160513"/>
              <a:gd name="connsiteX19-19331" fmla="*/ 2095472 w 2107590"/>
              <a:gd name="connsiteY19-19332" fmla="*/ 1073721 h 2160513"/>
              <a:gd name="connsiteX20-19333" fmla="*/ 1826390 w 2107590"/>
              <a:gd name="connsiteY20-19334" fmla="*/ 1311846 h 2160513"/>
              <a:gd name="connsiteX21-19335" fmla="*/ 1821627 w 2107590"/>
              <a:gd name="connsiteY21-19336" fmla="*/ 1264221 h 2160513"/>
              <a:gd name="connsiteX22-19337" fmla="*/ 1488252 w 2107590"/>
              <a:gd name="connsiteY22-19338" fmla="*/ 1595214 h 2160513"/>
              <a:gd name="connsiteX23-19339" fmla="*/ 1388239 w 2107590"/>
              <a:gd name="connsiteY23-19340" fmla="*/ 1492821 h 2160513"/>
              <a:gd name="connsiteX24-19341" fmla="*/ 1714472 w 2107590"/>
              <a:gd name="connsiteY24-19342" fmla="*/ 1154684 h 2160513"/>
              <a:gd name="connsiteX25-19343" fmla="*/ 1390621 w 2107590"/>
              <a:gd name="connsiteY25-19344" fmla="*/ 1145157 h 2160513"/>
              <a:gd name="connsiteX26-19345" fmla="*/ 1342996 w 2107590"/>
              <a:gd name="connsiteY26-19346" fmla="*/ 1283270 h 2160513"/>
              <a:gd name="connsiteX27-19347" fmla="*/ 1042958 w 2107590"/>
              <a:gd name="connsiteY27-19348" fmla="*/ 983235 h 2160513"/>
              <a:gd name="connsiteX28-19349" fmla="*/ 1309658 w 2107590"/>
              <a:gd name="connsiteY28-19350" fmla="*/ 790352 h 2160513"/>
              <a:gd name="connsiteX29-19351" fmla="*/ 914371 w 2107590"/>
              <a:gd name="connsiteY29-19352" fmla="*/ 511746 h 2160513"/>
              <a:gd name="connsiteX30-19353" fmla="*/ 523846 w 2107590"/>
              <a:gd name="connsiteY30-19354" fmla="*/ 754633 h 2160513"/>
              <a:gd name="connsiteX31-19355" fmla="*/ 783402 w 2107590"/>
              <a:gd name="connsiteY31-19356" fmla="*/ 868932 h 2160513"/>
              <a:gd name="connsiteX32-19357" fmla="*/ 785783 w 2107590"/>
              <a:gd name="connsiteY32-19358" fmla="*/ 1002283 h 2160513"/>
              <a:gd name="connsiteX33-19359" fmla="*/ 373827 w 2107590"/>
              <a:gd name="connsiteY33-19360" fmla="*/ 852264 h 2160513"/>
              <a:gd name="connsiteX34-19361" fmla="*/ 759589 w 2107590"/>
              <a:gd name="connsiteY34-19362" fmla="*/ 416496 h 2160513"/>
              <a:gd name="connsiteX35-19363" fmla="*/ 1445389 w 2107590"/>
              <a:gd name="connsiteY35-19364" fmla="*/ 754633 h 2160513"/>
              <a:gd name="connsiteX36-19365" fmla="*/ 1383477 w 2107590"/>
              <a:gd name="connsiteY36-19366" fmla="*/ 857027 h 2160513"/>
              <a:gd name="connsiteX37-19367" fmla="*/ 1643033 w 2107590"/>
              <a:gd name="connsiteY37-19368" fmla="*/ 611758 h 2160513"/>
              <a:gd name="connsiteX38-19369" fmla="*/ 1795433 w 2107590"/>
              <a:gd name="connsiteY38-19370" fmla="*/ 723677 h 2160513"/>
              <a:gd name="connsiteX39-19371" fmla="*/ 1889668 w 2107590"/>
              <a:gd name="connsiteY39-19372" fmla="*/ 1175665 h 2160513"/>
              <a:gd name="connsiteX40-19373" fmla="*/ 1912797 w 2107590"/>
              <a:gd name="connsiteY40-19374" fmla="*/ 1135089 h 2160513"/>
              <a:gd name="connsiteX41-19375" fmla="*/ 1775980 w 2107590"/>
              <a:gd name="connsiteY41-19376" fmla="*/ 1553577 h 2160513"/>
              <a:gd name="connsiteX42-19377" fmla="*/ 1235792 w 2107590"/>
              <a:gd name="connsiteY42-19378" fmla="*/ 1580715 h 2160513"/>
              <a:gd name="connsiteX43-19379" fmla="*/ 1344220 w 2107590"/>
              <a:gd name="connsiteY43-19380" fmla="*/ 1905742 h 2160513"/>
              <a:gd name="connsiteX0-19381" fmla="*/ 1575697 w 2107590"/>
              <a:gd name="connsiteY0-19382" fmla="*/ 2160513 h 2160513"/>
              <a:gd name="connsiteX1-19383" fmla="*/ 956854 w 2107590"/>
              <a:gd name="connsiteY1-19384" fmla="*/ 1258279 h 2160513"/>
              <a:gd name="connsiteX2-19385" fmla="*/ 863892 w 2107590"/>
              <a:gd name="connsiteY2-19386" fmla="*/ 1345253 h 2160513"/>
              <a:gd name="connsiteX3-19387" fmla="*/ 1026241 w 2107590"/>
              <a:gd name="connsiteY3-19388" fmla="*/ 1144473 h 2160513"/>
              <a:gd name="connsiteX4-19389" fmla="*/ 908876 w 2107590"/>
              <a:gd name="connsiteY4-19390" fmla="*/ 743032 h 2160513"/>
              <a:gd name="connsiteX5-19391" fmla="*/ 1054863 w 2107590"/>
              <a:gd name="connsiteY5-19392" fmla="*/ 807021 h 2160513"/>
              <a:gd name="connsiteX6-19393" fmla="*/ 766732 w 2107590"/>
              <a:gd name="connsiteY6-19394" fmla="*/ 928463 h 2160513"/>
              <a:gd name="connsiteX7-19395" fmla="*/ 228569 w 2107590"/>
              <a:gd name="connsiteY7-19396" fmla="*/ 1030857 h 2160513"/>
              <a:gd name="connsiteX8-19397" fmla="*/ 102364 w 2107590"/>
              <a:gd name="connsiteY8-19398" fmla="*/ 578421 h 2160513"/>
              <a:gd name="connsiteX9-19399" fmla="*/ 334972 w 2107590"/>
              <a:gd name="connsiteY9-19400" fmla="*/ 266829 h 2160513"/>
              <a:gd name="connsiteX10-19401" fmla="*/ 754827 w 2107590"/>
              <a:gd name="connsiteY10-19402" fmla="*/ 47401 h 2160513"/>
              <a:gd name="connsiteX11-19403" fmla="*/ 759590 w 2107590"/>
              <a:gd name="connsiteY11-19404" fmla="*/ 95027 h 2160513"/>
              <a:gd name="connsiteX12-19405" fmla="*/ 771497 w 2107590"/>
              <a:gd name="connsiteY12-19406" fmla="*/ 35497 h 2160513"/>
              <a:gd name="connsiteX13-19407" fmla="*/ 1341273 w 2107590"/>
              <a:gd name="connsiteY13-19408" fmla="*/ 79182 h 2160513"/>
              <a:gd name="connsiteX14-19409" fmla="*/ 1369190 w 2107590"/>
              <a:gd name="connsiteY14-19410" fmla="*/ 92646 h 2160513"/>
              <a:gd name="connsiteX15-19411" fmla="*/ 1772045 w 2107590"/>
              <a:gd name="connsiteY15-19412" fmla="*/ 359840 h 2160513"/>
              <a:gd name="connsiteX16-19413" fmla="*/ 1752572 w 2107590"/>
              <a:gd name="connsiteY16-19414" fmla="*/ 342677 h 2160513"/>
              <a:gd name="connsiteX17-19415" fmla="*/ 2013140 w 2107590"/>
              <a:gd name="connsiteY17-19416" fmla="*/ 736265 h 2160513"/>
              <a:gd name="connsiteX18-19417" fmla="*/ 2004983 w 2107590"/>
              <a:gd name="connsiteY18-19418" fmla="*/ 716533 h 2160513"/>
              <a:gd name="connsiteX19-19419" fmla="*/ 2095472 w 2107590"/>
              <a:gd name="connsiteY19-19420" fmla="*/ 1073721 h 2160513"/>
              <a:gd name="connsiteX20-19421" fmla="*/ 1826390 w 2107590"/>
              <a:gd name="connsiteY20-19422" fmla="*/ 1311846 h 2160513"/>
              <a:gd name="connsiteX21-19423" fmla="*/ 1821627 w 2107590"/>
              <a:gd name="connsiteY21-19424" fmla="*/ 1264221 h 2160513"/>
              <a:gd name="connsiteX22-19425" fmla="*/ 1488252 w 2107590"/>
              <a:gd name="connsiteY22-19426" fmla="*/ 1595214 h 2160513"/>
              <a:gd name="connsiteX23-19427" fmla="*/ 1388239 w 2107590"/>
              <a:gd name="connsiteY23-19428" fmla="*/ 1492821 h 2160513"/>
              <a:gd name="connsiteX24-19429" fmla="*/ 1714472 w 2107590"/>
              <a:gd name="connsiteY24-19430" fmla="*/ 1154684 h 2160513"/>
              <a:gd name="connsiteX25-19431" fmla="*/ 1390621 w 2107590"/>
              <a:gd name="connsiteY25-19432" fmla="*/ 1145157 h 2160513"/>
              <a:gd name="connsiteX26-19433" fmla="*/ 1342996 w 2107590"/>
              <a:gd name="connsiteY26-19434" fmla="*/ 1283270 h 2160513"/>
              <a:gd name="connsiteX27-19435" fmla="*/ 1042958 w 2107590"/>
              <a:gd name="connsiteY27-19436" fmla="*/ 983235 h 2160513"/>
              <a:gd name="connsiteX28-19437" fmla="*/ 1309658 w 2107590"/>
              <a:gd name="connsiteY28-19438" fmla="*/ 790352 h 2160513"/>
              <a:gd name="connsiteX29-19439" fmla="*/ 914371 w 2107590"/>
              <a:gd name="connsiteY29-19440" fmla="*/ 511746 h 2160513"/>
              <a:gd name="connsiteX30-19441" fmla="*/ 523846 w 2107590"/>
              <a:gd name="connsiteY30-19442" fmla="*/ 754633 h 2160513"/>
              <a:gd name="connsiteX31-19443" fmla="*/ 783402 w 2107590"/>
              <a:gd name="connsiteY31-19444" fmla="*/ 868932 h 2160513"/>
              <a:gd name="connsiteX32-19445" fmla="*/ 785783 w 2107590"/>
              <a:gd name="connsiteY32-19446" fmla="*/ 1002283 h 2160513"/>
              <a:gd name="connsiteX33-19447" fmla="*/ 373827 w 2107590"/>
              <a:gd name="connsiteY33-19448" fmla="*/ 852264 h 2160513"/>
              <a:gd name="connsiteX34-19449" fmla="*/ 759589 w 2107590"/>
              <a:gd name="connsiteY34-19450" fmla="*/ 416496 h 2160513"/>
              <a:gd name="connsiteX35-19451" fmla="*/ 1445389 w 2107590"/>
              <a:gd name="connsiteY35-19452" fmla="*/ 754633 h 2160513"/>
              <a:gd name="connsiteX36-19453" fmla="*/ 1383477 w 2107590"/>
              <a:gd name="connsiteY36-19454" fmla="*/ 857027 h 2160513"/>
              <a:gd name="connsiteX37-19455" fmla="*/ 1643033 w 2107590"/>
              <a:gd name="connsiteY37-19456" fmla="*/ 611758 h 2160513"/>
              <a:gd name="connsiteX38-19457" fmla="*/ 1795433 w 2107590"/>
              <a:gd name="connsiteY38-19458" fmla="*/ 723677 h 2160513"/>
              <a:gd name="connsiteX39-19459" fmla="*/ 1889668 w 2107590"/>
              <a:gd name="connsiteY39-19460" fmla="*/ 1175665 h 2160513"/>
              <a:gd name="connsiteX40-19461" fmla="*/ 1912797 w 2107590"/>
              <a:gd name="connsiteY40-19462" fmla="*/ 1135089 h 2160513"/>
              <a:gd name="connsiteX41-19463" fmla="*/ 1775980 w 2107590"/>
              <a:gd name="connsiteY41-19464" fmla="*/ 1553577 h 2160513"/>
              <a:gd name="connsiteX42-19465" fmla="*/ 1235792 w 2107590"/>
              <a:gd name="connsiteY42-19466" fmla="*/ 1580715 h 2160513"/>
              <a:gd name="connsiteX43-19467" fmla="*/ 1344220 w 2107590"/>
              <a:gd name="connsiteY43-19468" fmla="*/ 1905742 h 2160513"/>
              <a:gd name="connsiteX0-19469" fmla="*/ 1575697 w 2107590"/>
              <a:gd name="connsiteY0-19470" fmla="*/ 2160513 h 2160513"/>
              <a:gd name="connsiteX1-19471" fmla="*/ 956854 w 2107590"/>
              <a:gd name="connsiteY1-19472" fmla="*/ 1258279 h 2160513"/>
              <a:gd name="connsiteX2-19473" fmla="*/ 863892 w 2107590"/>
              <a:gd name="connsiteY2-19474" fmla="*/ 1345253 h 2160513"/>
              <a:gd name="connsiteX3-19475" fmla="*/ 1026241 w 2107590"/>
              <a:gd name="connsiteY3-19476" fmla="*/ 1144473 h 2160513"/>
              <a:gd name="connsiteX4-19477" fmla="*/ 908876 w 2107590"/>
              <a:gd name="connsiteY4-19478" fmla="*/ 743032 h 2160513"/>
              <a:gd name="connsiteX5-19479" fmla="*/ 1054863 w 2107590"/>
              <a:gd name="connsiteY5-19480" fmla="*/ 807021 h 2160513"/>
              <a:gd name="connsiteX6-19481" fmla="*/ 766732 w 2107590"/>
              <a:gd name="connsiteY6-19482" fmla="*/ 928463 h 2160513"/>
              <a:gd name="connsiteX7-19483" fmla="*/ 228569 w 2107590"/>
              <a:gd name="connsiteY7-19484" fmla="*/ 1030857 h 2160513"/>
              <a:gd name="connsiteX8-19485" fmla="*/ 102364 w 2107590"/>
              <a:gd name="connsiteY8-19486" fmla="*/ 578421 h 2160513"/>
              <a:gd name="connsiteX9-19487" fmla="*/ 334972 w 2107590"/>
              <a:gd name="connsiteY9-19488" fmla="*/ 266829 h 2160513"/>
              <a:gd name="connsiteX10-19489" fmla="*/ 754827 w 2107590"/>
              <a:gd name="connsiteY10-19490" fmla="*/ 47401 h 2160513"/>
              <a:gd name="connsiteX11-19491" fmla="*/ 759590 w 2107590"/>
              <a:gd name="connsiteY11-19492" fmla="*/ 95027 h 2160513"/>
              <a:gd name="connsiteX12-19493" fmla="*/ 771497 w 2107590"/>
              <a:gd name="connsiteY12-19494" fmla="*/ 35497 h 2160513"/>
              <a:gd name="connsiteX13-19495" fmla="*/ 1341273 w 2107590"/>
              <a:gd name="connsiteY13-19496" fmla="*/ 79182 h 2160513"/>
              <a:gd name="connsiteX14-19497" fmla="*/ 1369190 w 2107590"/>
              <a:gd name="connsiteY14-19498" fmla="*/ 92646 h 2160513"/>
              <a:gd name="connsiteX15-19499" fmla="*/ 1772045 w 2107590"/>
              <a:gd name="connsiteY15-19500" fmla="*/ 359840 h 2160513"/>
              <a:gd name="connsiteX16-19501" fmla="*/ 1752572 w 2107590"/>
              <a:gd name="connsiteY16-19502" fmla="*/ 342677 h 2160513"/>
              <a:gd name="connsiteX17-19503" fmla="*/ 2013140 w 2107590"/>
              <a:gd name="connsiteY17-19504" fmla="*/ 736265 h 2160513"/>
              <a:gd name="connsiteX18-19505" fmla="*/ 2004983 w 2107590"/>
              <a:gd name="connsiteY18-19506" fmla="*/ 716533 h 2160513"/>
              <a:gd name="connsiteX19-19507" fmla="*/ 2095472 w 2107590"/>
              <a:gd name="connsiteY19-19508" fmla="*/ 1073721 h 2160513"/>
              <a:gd name="connsiteX20-19509" fmla="*/ 1826390 w 2107590"/>
              <a:gd name="connsiteY20-19510" fmla="*/ 1311846 h 2160513"/>
              <a:gd name="connsiteX21-19511" fmla="*/ 1821627 w 2107590"/>
              <a:gd name="connsiteY21-19512" fmla="*/ 1264221 h 2160513"/>
              <a:gd name="connsiteX22-19513" fmla="*/ 1488252 w 2107590"/>
              <a:gd name="connsiteY22-19514" fmla="*/ 1595214 h 2160513"/>
              <a:gd name="connsiteX23-19515" fmla="*/ 1388239 w 2107590"/>
              <a:gd name="connsiteY23-19516" fmla="*/ 1492821 h 2160513"/>
              <a:gd name="connsiteX24-19517" fmla="*/ 1714472 w 2107590"/>
              <a:gd name="connsiteY24-19518" fmla="*/ 1154684 h 2160513"/>
              <a:gd name="connsiteX25-19519" fmla="*/ 1390621 w 2107590"/>
              <a:gd name="connsiteY25-19520" fmla="*/ 1145157 h 2160513"/>
              <a:gd name="connsiteX26-19521" fmla="*/ 1342996 w 2107590"/>
              <a:gd name="connsiteY26-19522" fmla="*/ 1283270 h 2160513"/>
              <a:gd name="connsiteX27-19523" fmla="*/ 1042958 w 2107590"/>
              <a:gd name="connsiteY27-19524" fmla="*/ 983235 h 2160513"/>
              <a:gd name="connsiteX28-19525" fmla="*/ 1309658 w 2107590"/>
              <a:gd name="connsiteY28-19526" fmla="*/ 790352 h 2160513"/>
              <a:gd name="connsiteX29-19527" fmla="*/ 914371 w 2107590"/>
              <a:gd name="connsiteY29-19528" fmla="*/ 511746 h 2160513"/>
              <a:gd name="connsiteX30-19529" fmla="*/ 523846 w 2107590"/>
              <a:gd name="connsiteY30-19530" fmla="*/ 754633 h 2160513"/>
              <a:gd name="connsiteX31-19531" fmla="*/ 783402 w 2107590"/>
              <a:gd name="connsiteY31-19532" fmla="*/ 868932 h 2160513"/>
              <a:gd name="connsiteX32-19533" fmla="*/ 785783 w 2107590"/>
              <a:gd name="connsiteY32-19534" fmla="*/ 1002283 h 2160513"/>
              <a:gd name="connsiteX33-19535" fmla="*/ 373827 w 2107590"/>
              <a:gd name="connsiteY33-19536" fmla="*/ 852264 h 2160513"/>
              <a:gd name="connsiteX34-19537" fmla="*/ 759589 w 2107590"/>
              <a:gd name="connsiteY34-19538" fmla="*/ 416496 h 2160513"/>
              <a:gd name="connsiteX35-19539" fmla="*/ 1445389 w 2107590"/>
              <a:gd name="connsiteY35-19540" fmla="*/ 754633 h 2160513"/>
              <a:gd name="connsiteX36-19541" fmla="*/ 1383477 w 2107590"/>
              <a:gd name="connsiteY36-19542" fmla="*/ 857027 h 2160513"/>
              <a:gd name="connsiteX37-19543" fmla="*/ 1643033 w 2107590"/>
              <a:gd name="connsiteY37-19544" fmla="*/ 611758 h 2160513"/>
              <a:gd name="connsiteX38-19545" fmla="*/ 1795433 w 2107590"/>
              <a:gd name="connsiteY38-19546" fmla="*/ 723677 h 2160513"/>
              <a:gd name="connsiteX39-19547" fmla="*/ 1889668 w 2107590"/>
              <a:gd name="connsiteY39-19548" fmla="*/ 1175665 h 2160513"/>
              <a:gd name="connsiteX40-19549" fmla="*/ 1912797 w 2107590"/>
              <a:gd name="connsiteY40-19550" fmla="*/ 1135089 h 2160513"/>
              <a:gd name="connsiteX41-19551" fmla="*/ 1775980 w 2107590"/>
              <a:gd name="connsiteY41-19552" fmla="*/ 1553577 h 2160513"/>
              <a:gd name="connsiteX42-19553" fmla="*/ 1235792 w 2107590"/>
              <a:gd name="connsiteY42-19554" fmla="*/ 1580715 h 2160513"/>
              <a:gd name="connsiteX43-19555" fmla="*/ 1344220 w 2107590"/>
              <a:gd name="connsiteY43-19556" fmla="*/ 1905742 h 2160513"/>
              <a:gd name="connsiteX0-19557" fmla="*/ 1575697 w 2107590"/>
              <a:gd name="connsiteY0-19558" fmla="*/ 2160513 h 2160513"/>
              <a:gd name="connsiteX1-19559" fmla="*/ 956854 w 2107590"/>
              <a:gd name="connsiteY1-19560" fmla="*/ 1258279 h 2160513"/>
              <a:gd name="connsiteX2-19561" fmla="*/ 863892 w 2107590"/>
              <a:gd name="connsiteY2-19562" fmla="*/ 1345253 h 2160513"/>
              <a:gd name="connsiteX3-19563" fmla="*/ 1026241 w 2107590"/>
              <a:gd name="connsiteY3-19564" fmla="*/ 1144473 h 2160513"/>
              <a:gd name="connsiteX4-19565" fmla="*/ 908876 w 2107590"/>
              <a:gd name="connsiteY4-19566" fmla="*/ 743032 h 2160513"/>
              <a:gd name="connsiteX5-19567" fmla="*/ 1054863 w 2107590"/>
              <a:gd name="connsiteY5-19568" fmla="*/ 807021 h 2160513"/>
              <a:gd name="connsiteX6-19569" fmla="*/ 766732 w 2107590"/>
              <a:gd name="connsiteY6-19570" fmla="*/ 928463 h 2160513"/>
              <a:gd name="connsiteX7-19571" fmla="*/ 228569 w 2107590"/>
              <a:gd name="connsiteY7-19572" fmla="*/ 1030857 h 2160513"/>
              <a:gd name="connsiteX8-19573" fmla="*/ 102364 w 2107590"/>
              <a:gd name="connsiteY8-19574" fmla="*/ 578421 h 2160513"/>
              <a:gd name="connsiteX9-19575" fmla="*/ 334972 w 2107590"/>
              <a:gd name="connsiteY9-19576" fmla="*/ 266829 h 2160513"/>
              <a:gd name="connsiteX10-19577" fmla="*/ 754827 w 2107590"/>
              <a:gd name="connsiteY10-19578" fmla="*/ 47401 h 2160513"/>
              <a:gd name="connsiteX11-19579" fmla="*/ 759590 w 2107590"/>
              <a:gd name="connsiteY11-19580" fmla="*/ 95027 h 2160513"/>
              <a:gd name="connsiteX12-19581" fmla="*/ 771497 w 2107590"/>
              <a:gd name="connsiteY12-19582" fmla="*/ 35497 h 2160513"/>
              <a:gd name="connsiteX13-19583" fmla="*/ 1341273 w 2107590"/>
              <a:gd name="connsiteY13-19584" fmla="*/ 79182 h 2160513"/>
              <a:gd name="connsiteX14-19585" fmla="*/ 1369190 w 2107590"/>
              <a:gd name="connsiteY14-19586" fmla="*/ 92646 h 2160513"/>
              <a:gd name="connsiteX15-19587" fmla="*/ 1772045 w 2107590"/>
              <a:gd name="connsiteY15-19588" fmla="*/ 359840 h 2160513"/>
              <a:gd name="connsiteX16-19589" fmla="*/ 1752572 w 2107590"/>
              <a:gd name="connsiteY16-19590" fmla="*/ 342677 h 2160513"/>
              <a:gd name="connsiteX17-19591" fmla="*/ 2013140 w 2107590"/>
              <a:gd name="connsiteY17-19592" fmla="*/ 736265 h 2160513"/>
              <a:gd name="connsiteX18-19593" fmla="*/ 2004983 w 2107590"/>
              <a:gd name="connsiteY18-19594" fmla="*/ 716533 h 2160513"/>
              <a:gd name="connsiteX19-19595" fmla="*/ 2095472 w 2107590"/>
              <a:gd name="connsiteY19-19596" fmla="*/ 1073721 h 2160513"/>
              <a:gd name="connsiteX20-19597" fmla="*/ 1826390 w 2107590"/>
              <a:gd name="connsiteY20-19598" fmla="*/ 1311846 h 2160513"/>
              <a:gd name="connsiteX21-19599" fmla="*/ 1821627 w 2107590"/>
              <a:gd name="connsiteY21-19600" fmla="*/ 1264221 h 2160513"/>
              <a:gd name="connsiteX22-19601" fmla="*/ 1488252 w 2107590"/>
              <a:gd name="connsiteY22-19602" fmla="*/ 1595214 h 2160513"/>
              <a:gd name="connsiteX23-19603" fmla="*/ 1388239 w 2107590"/>
              <a:gd name="connsiteY23-19604" fmla="*/ 1492821 h 2160513"/>
              <a:gd name="connsiteX24-19605" fmla="*/ 1714472 w 2107590"/>
              <a:gd name="connsiteY24-19606" fmla="*/ 1154684 h 2160513"/>
              <a:gd name="connsiteX25-19607" fmla="*/ 1390621 w 2107590"/>
              <a:gd name="connsiteY25-19608" fmla="*/ 1145157 h 2160513"/>
              <a:gd name="connsiteX26-19609" fmla="*/ 1342996 w 2107590"/>
              <a:gd name="connsiteY26-19610" fmla="*/ 1283270 h 2160513"/>
              <a:gd name="connsiteX27-19611" fmla="*/ 1042958 w 2107590"/>
              <a:gd name="connsiteY27-19612" fmla="*/ 983235 h 2160513"/>
              <a:gd name="connsiteX28-19613" fmla="*/ 1309658 w 2107590"/>
              <a:gd name="connsiteY28-19614" fmla="*/ 790352 h 2160513"/>
              <a:gd name="connsiteX29-19615" fmla="*/ 914371 w 2107590"/>
              <a:gd name="connsiteY29-19616" fmla="*/ 511746 h 2160513"/>
              <a:gd name="connsiteX30-19617" fmla="*/ 523846 w 2107590"/>
              <a:gd name="connsiteY30-19618" fmla="*/ 754633 h 2160513"/>
              <a:gd name="connsiteX31-19619" fmla="*/ 783402 w 2107590"/>
              <a:gd name="connsiteY31-19620" fmla="*/ 868932 h 2160513"/>
              <a:gd name="connsiteX32-19621" fmla="*/ 785783 w 2107590"/>
              <a:gd name="connsiteY32-19622" fmla="*/ 1002283 h 2160513"/>
              <a:gd name="connsiteX33-19623" fmla="*/ 373827 w 2107590"/>
              <a:gd name="connsiteY33-19624" fmla="*/ 852264 h 2160513"/>
              <a:gd name="connsiteX34-19625" fmla="*/ 759589 w 2107590"/>
              <a:gd name="connsiteY34-19626" fmla="*/ 416496 h 2160513"/>
              <a:gd name="connsiteX35-19627" fmla="*/ 1409671 w 2107590"/>
              <a:gd name="connsiteY35-19628" fmla="*/ 637952 h 2160513"/>
              <a:gd name="connsiteX36-19629" fmla="*/ 1383477 w 2107590"/>
              <a:gd name="connsiteY36-19630" fmla="*/ 857027 h 2160513"/>
              <a:gd name="connsiteX37-19631" fmla="*/ 1643033 w 2107590"/>
              <a:gd name="connsiteY37-19632" fmla="*/ 611758 h 2160513"/>
              <a:gd name="connsiteX38-19633" fmla="*/ 1795433 w 2107590"/>
              <a:gd name="connsiteY38-19634" fmla="*/ 723677 h 2160513"/>
              <a:gd name="connsiteX39-19635" fmla="*/ 1889668 w 2107590"/>
              <a:gd name="connsiteY39-19636" fmla="*/ 1175665 h 2160513"/>
              <a:gd name="connsiteX40-19637" fmla="*/ 1912797 w 2107590"/>
              <a:gd name="connsiteY40-19638" fmla="*/ 1135089 h 2160513"/>
              <a:gd name="connsiteX41-19639" fmla="*/ 1775980 w 2107590"/>
              <a:gd name="connsiteY41-19640" fmla="*/ 1553577 h 2160513"/>
              <a:gd name="connsiteX42-19641" fmla="*/ 1235792 w 2107590"/>
              <a:gd name="connsiteY42-19642" fmla="*/ 1580715 h 2160513"/>
              <a:gd name="connsiteX43-19643" fmla="*/ 1344220 w 2107590"/>
              <a:gd name="connsiteY43-19644" fmla="*/ 1905742 h 2160513"/>
              <a:gd name="connsiteX0-19645" fmla="*/ 1575697 w 2107590"/>
              <a:gd name="connsiteY0-19646" fmla="*/ 2160513 h 2160513"/>
              <a:gd name="connsiteX1-19647" fmla="*/ 956854 w 2107590"/>
              <a:gd name="connsiteY1-19648" fmla="*/ 1258279 h 2160513"/>
              <a:gd name="connsiteX2-19649" fmla="*/ 863892 w 2107590"/>
              <a:gd name="connsiteY2-19650" fmla="*/ 1345253 h 2160513"/>
              <a:gd name="connsiteX3-19651" fmla="*/ 1026241 w 2107590"/>
              <a:gd name="connsiteY3-19652" fmla="*/ 1144473 h 2160513"/>
              <a:gd name="connsiteX4-19653" fmla="*/ 908876 w 2107590"/>
              <a:gd name="connsiteY4-19654" fmla="*/ 743032 h 2160513"/>
              <a:gd name="connsiteX5-19655" fmla="*/ 1054863 w 2107590"/>
              <a:gd name="connsiteY5-19656" fmla="*/ 807021 h 2160513"/>
              <a:gd name="connsiteX6-19657" fmla="*/ 766732 w 2107590"/>
              <a:gd name="connsiteY6-19658" fmla="*/ 928463 h 2160513"/>
              <a:gd name="connsiteX7-19659" fmla="*/ 228569 w 2107590"/>
              <a:gd name="connsiteY7-19660" fmla="*/ 1030857 h 2160513"/>
              <a:gd name="connsiteX8-19661" fmla="*/ 102364 w 2107590"/>
              <a:gd name="connsiteY8-19662" fmla="*/ 578421 h 2160513"/>
              <a:gd name="connsiteX9-19663" fmla="*/ 334972 w 2107590"/>
              <a:gd name="connsiteY9-19664" fmla="*/ 266829 h 2160513"/>
              <a:gd name="connsiteX10-19665" fmla="*/ 754827 w 2107590"/>
              <a:gd name="connsiteY10-19666" fmla="*/ 47401 h 2160513"/>
              <a:gd name="connsiteX11-19667" fmla="*/ 759590 w 2107590"/>
              <a:gd name="connsiteY11-19668" fmla="*/ 95027 h 2160513"/>
              <a:gd name="connsiteX12-19669" fmla="*/ 771497 w 2107590"/>
              <a:gd name="connsiteY12-19670" fmla="*/ 35497 h 2160513"/>
              <a:gd name="connsiteX13-19671" fmla="*/ 1341273 w 2107590"/>
              <a:gd name="connsiteY13-19672" fmla="*/ 79182 h 2160513"/>
              <a:gd name="connsiteX14-19673" fmla="*/ 1369190 w 2107590"/>
              <a:gd name="connsiteY14-19674" fmla="*/ 92646 h 2160513"/>
              <a:gd name="connsiteX15-19675" fmla="*/ 1772045 w 2107590"/>
              <a:gd name="connsiteY15-19676" fmla="*/ 359840 h 2160513"/>
              <a:gd name="connsiteX16-19677" fmla="*/ 1752572 w 2107590"/>
              <a:gd name="connsiteY16-19678" fmla="*/ 342677 h 2160513"/>
              <a:gd name="connsiteX17-19679" fmla="*/ 2013140 w 2107590"/>
              <a:gd name="connsiteY17-19680" fmla="*/ 736265 h 2160513"/>
              <a:gd name="connsiteX18-19681" fmla="*/ 2004983 w 2107590"/>
              <a:gd name="connsiteY18-19682" fmla="*/ 716533 h 2160513"/>
              <a:gd name="connsiteX19-19683" fmla="*/ 2095472 w 2107590"/>
              <a:gd name="connsiteY19-19684" fmla="*/ 1073721 h 2160513"/>
              <a:gd name="connsiteX20-19685" fmla="*/ 1826390 w 2107590"/>
              <a:gd name="connsiteY20-19686" fmla="*/ 1311846 h 2160513"/>
              <a:gd name="connsiteX21-19687" fmla="*/ 1821627 w 2107590"/>
              <a:gd name="connsiteY21-19688" fmla="*/ 1264221 h 2160513"/>
              <a:gd name="connsiteX22-19689" fmla="*/ 1488252 w 2107590"/>
              <a:gd name="connsiteY22-19690" fmla="*/ 1595214 h 2160513"/>
              <a:gd name="connsiteX23-19691" fmla="*/ 1388239 w 2107590"/>
              <a:gd name="connsiteY23-19692" fmla="*/ 1492821 h 2160513"/>
              <a:gd name="connsiteX24-19693" fmla="*/ 1714472 w 2107590"/>
              <a:gd name="connsiteY24-19694" fmla="*/ 1154684 h 2160513"/>
              <a:gd name="connsiteX25-19695" fmla="*/ 1390621 w 2107590"/>
              <a:gd name="connsiteY25-19696" fmla="*/ 1145157 h 2160513"/>
              <a:gd name="connsiteX26-19697" fmla="*/ 1342996 w 2107590"/>
              <a:gd name="connsiteY26-19698" fmla="*/ 1283270 h 2160513"/>
              <a:gd name="connsiteX27-19699" fmla="*/ 1042958 w 2107590"/>
              <a:gd name="connsiteY27-19700" fmla="*/ 983235 h 2160513"/>
              <a:gd name="connsiteX28-19701" fmla="*/ 1309658 w 2107590"/>
              <a:gd name="connsiteY28-19702" fmla="*/ 790352 h 2160513"/>
              <a:gd name="connsiteX29-19703" fmla="*/ 914371 w 2107590"/>
              <a:gd name="connsiteY29-19704" fmla="*/ 511746 h 2160513"/>
              <a:gd name="connsiteX30-19705" fmla="*/ 523846 w 2107590"/>
              <a:gd name="connsiteY30-19706" fmla="*/ 754633 h 2160513"/>
              <a:gd name="connsiteX31-19707" fmla="*/ 783402 w 2107590"/>
              <a:gd name="connsiteY31-19708" fmla="*/ 868932 h 2160513"/>
              <a:gd name="connsiteX32-19709" fmla="*/ 785783 w 2107590"/>
              <a:gd name="connsiteY32-19710" fmla="*/ 1002283 h 2160513"/>
              <a:gd name="connsiteX33-19711" fmla="*/ 373827 w 2107590"/>
              <a:gd name="connsiteY33-19712" fmla="*/ 852264 h 2160513"/>
              <a:gd name="connsiteX34-19713" fmla="*/ 759589 w 2107590"/>
              <a:gd name="connsiteY34-19714" fmla="*/ 416496 h 2160513"/>
              <a:gd name="connsiteX35-19715" fmla="*/ 1409671 w 2107590"/>
              <a:gd name="connsiteY35-19716" fmla="*/ 637952 h 2160513"/>
              <a:gd name="connsiteX36-19717" fmla="*/ 1383477 w 2107590"/>
              <a:gd name="connsiteY36-19718" fmla="*/ 857027 h 2160513"/>
              <a:gd name="connsiteX37-19719" fmla="*/ 1643033 w 2107590"/>
              <a:gd name="connsiteY37-19720" fmla="*/ 611758 h 2160513"/>
              <a:gd name="connsiteX38-19721" fmla="*/ 1795433 w 2107590"/>
              <a:gd name="connsiteY38-19722" fmla="*/ 723677 h 2160513"/>
              <a:gd name="connsiteX39-19723" fmla="*/ 1889668 w 2107590"/>
              <a:gd name="connsiteY39-19724" fmla="*/ 1175665 h 2160513"/>
              <a:gd name="connsiteX40-19725" fmla="*/ 1912797 w 2107590"/>
              <a:gd name="connsiteY40-19726" fmla="*/ 1135089 h 2160513"/>
              <a:gd name="connsiteX41-19727" fmla="*/ 1775980 w 2107590"/>
              <a:gd name="connsiteY41-19728" fmla="*/ 1553577 h 2160513"/>
              <a:gd name="connsiteX42-19729" fmla="*/ 1235792 w 2107590"/>
              <a:gd name="connsiteY42-19730" fmla="*/ 1580715 h 2160513"/>
              <a:gd name="connsiteX43-19731" fmla="*/ 1344220 w 2107590"/>
              <a:gd name="connsiteY43-19732" fmla="*/ 1905742 h 2160513"/>
              <a:gd name="connsiteX0-19733" fmla="*/ 1575697 w 2107590"/>
              <a:gd name="connsiteY0-19734" fmla="*/ 2160513 h 2160513"/>
              <a:gd name="connsiteX1-19735" fmla="*/ 956854 w 2107590"/>
              <a:gd name="connsiteY1-19736" fmla="*/ 1258279 h 2160513"/>
              <a:gd name="connsiteX2-19737" fmla="*/ 863892 w 2107590"/>
              <a:gd name="connsiteY2-19738" fmla="*/ 1345253 h 2160513"/>
              <a:gd name="connsiteX3-19739" fmla="*/ 1026241 w 2107590"/>
              <a:gd name="connsiteY3-19740" fmla="*/ 1144473 h 2160513"/>
              <a:gd name="connsiteX4-19741" fmla="*/ 908876 w 2107590"/>
              <a:gd name="connsiteY4-19742" fmla="*/ 743032 h 2160513"/>
              <a:gd name="connsiteX5-19743" fmla="*/ 1054863 w 2107590"/>
              <a:gd name="connsiteY5-19744" fmla="*/ 807021 h 2160513"/>
              <a:gd name="connsiteX6-19745" fmla="*/ 766732 w 2107590"/>
              <a:gd name="connsiteY6-19746" fmla="*/ 928463 h 2160513"/>
              <a:gd name="connsiteX7-19747" fmla="*/ 228569 w 2107590"/>
              <a:gd name="connsiteY7-19748" fmla="*/ 1030857 h 2160513"/>
              <a:gd name="connsiteX8-19749" fmla="*/ 102364 w 2107590"/>
              <a:gd name="connsiteY8-19750" fmla="*/ 578421 h 2160513"/>
              <a:gd name="connsiteX9-19751" fmla="*/ 334972 w 2107590"/>
              <a:gd name="connsiteY9-19752" fmla="*/ 266829 h 2160513"/>
              <a:gd name="connsiteX10-19753" fmla="*/ 754827 w 2107590"/>
              <a:gd name="connsiteY10-19754" fmla="*/ 47401 h 2160513"/>
              <a:gd name="connsiteX11-19755" fmla="*/ 759590 w 2107590"/>
              <a:gd name="connsiteY11-19756" fmla="*/ 95027 h 2160513"/>
              <a:gd name="connsiteX12-19757" fmla="*/ 771497 w 2107590"/>
              <a:gd name="connsiteY12-19758" fmla="*/ 35497 h 2160513"/>
              <a:gd name="connsiteX13-19759" fmla="*/ 1341273 w 2107590"/>
              <a:gd name="connsiteY13-19760" fmla="*/ 79182 h 2160513"/>
              <a:gd name="connsiteX14-19761" fmla="*/ 1369190 w 2107590"/>
              <a:gd name="connsiteY14-19762" fmla="*/ 92646 h 2160513"/>
              <a:gd name="connsiteX15-19763" fmla="*/ 1772045 w 2107590"/>
              <a:gd name="connsiteY15-19764" fmla="*/ 359840 h 2160513"/>
              <a:gd name="connsiteX16-19765" fmla="*/ 1752572 w 2107590"/>
              <a:gd name="connsiteY16-19766" fmla="*/ 342677 h 2160513"/>
              <a:gd name="connsiteX17-19767" fmla="*/ 2013140 w 2107590"/>
              <a:gd name="connsiteY17-19768" fmla="*/ 736265 h 2160513"/>
              <a:gd name="connsiteX18-19769" fmla="*/ 2004983 w 2107590"/>
              <a:gd name="connsiteY18-19770" fmla="*/ 716533 h 2160513"/>
              <a:gd name="connsiteX19-19771" fmla="*/ 2095472 w 2107590"/>
              <a:gd name="connsiteY19-19772" fmla="*/ 1073721 h 2160513"/>
              <a:gd name="connsiteX20-19773" fmla="*/ 1826390 w 2107590"/>
              <a:gd name="connsiteY20-19774" fmla="*/ 1311846 h 2160513"/>
              <a:gd name="connsiteX21-19775" fmla="*/ 1821627 w 2107590"/>
              <a:gd name="connsiteY21-19776" fmla="*/ 1264221 h 2160513"/>
              <a:gd name="connsiteX22-19777" fmla="*/ 1488252 w 2107590"/>
              <a:gd name="connsiteY22-19778" fmla="*/ 1595214 h 2160513"/>
              <a:gd name="connsiteX23-19779" fmla="*/ 1388239 w 2107590"/>
              <a:gd name="connsiteY23-19780" fmla="*/ 1492821 h 2160513"/>
              <a:gd name="connsiteX24-19781" fmla="*/ 1714472 w 2107590"/>
              <a:gd name="connsiteY24-19782" fmla="*/ 1154684 h 2160513"/>
              <a:gd name="connsiteX25-19783" fmla="*/ 1390621 w 2107590"/>
              <a:gd name="connsiteY25-19784" fmla="*/ 1145157 h 2160513"/>
              <a:gd name="connsiteX26-19785" fmla="*/ 1342996 w 2107590"/>
              <a:gd name="connsiteY26-19786" fmla="*/ 1283270 h 2160513"/>
              <a:gd name="connsiteX27-19787" fmla="*/ 1042958 w 2107590"/>
              <a:gd name="connsiteY27-19788" fmla="*/ 983235 h 2160513"/>
              <a:gd name="connsiteX28-19789" fmla="*/ 1309658 w 2107590"/>
              <a:gd name="connsiteY28-19790" fmla="*/ 790352 h 2160513"/>
              <a:gd name="connsiteX29-19791" fmla="*/ 914371 w 2107590"/>
              <a:gd name="connsiteY29-19792" fmla="*/ 511746 h 2160513"/>
              <a:gd name="connsiteX30-19793" fmla="*/ 523846 w 2107590"/>
              <a:gd name="connsiteY30-19794" fmla="*/ 754633 h 2160513"/>
              <a:gd name="connsiteX31-19795" fmla="*/ 783402 w 2107590"/>
              <a:gd name="connsiteY31-19796" fmla="*/ 868932 h 2160513"/>
              <a:gd name="connsiteX32-19797" fmla="*/ 785783 w 2107590"/>
              <a:gd name="connsiteY32-19798" fmla="*/ 1002283 h 2160513"/>
              <a:gd name="connsiteX33-19799" fmla="*/ 373827 w 2107590"/>
              <a:gd name="connsiteY33-19800" fmla="*/ 852264 h 2160513"/>
              <a:gd name="connsiteX34-19801" fmla="*/ 759589 w 2107590"/>
              <a:gd name="connsiteY34-19802" fmla="*/ 416496 h 2160513"/>
              <a:gd name="connsiteX35-19803" fmla="*/ 1409671 w 2107590"/>
              <a:gd name="connsiteY35-19804" fmla="*/ 637952 h 2160513"/>
              <a:gd name="connsiteX36-19805" fmla="*/ 1383477 w 2107590"/>
              <a:gd name="connsiteY36-19806" fmla="*/ 857027 h 2160513"/>
              <a:gd name="connsiteX37-19807" fmla="*/ 1643033 w 2107590"/>
              <a:gd name="connsiteY37-19808" fmla="*/ 611758 h 2160513"/>
              <a:gd name="connsiteX38-19809" fmla="*/ 1795433 w 2107590"/>
              <a:gd name="connsiteY38-19810" fmla="*/ 723677 h 2160513"/>
              <a:gd name="connsiteX39-19811" fmla="*/ 1889668 w 2107590"/>
              <a:gd name="connsiteY39-19812" fmla="*/ 1175665 h 2160513"/>
              <a:gd name="connsiteX40-19813" fmla="*/ 1912797 w 2107590"/>
              <a:gd name="connsiteY40-19814" fmla="*/ 1135089 h 2160513"/>
              <a:gd name="connsiteX41-19815" fmla="*/ 1775980 w 2107590"/>
              <a:gd name="connsiteY41-19816" fmla="*/ 1553577 h 2160513"/>
              <a:gd name="connsiteX42-19817" fmla="*/ 1235792 w 2107590"/>
              <a:gd name="connsiteY42-19818" fmla="*/ 1580715 h 2160513"/>
              <a:gd name="connsiteX43-19819" fmla="*/ 1344220 w 2107590"/>
              <a:gd name="connsiteY43-19820" fmla="*/ 1905742 h 2160513"/>
              <a:gd name="connsiteX0-19821" fmla="*/ 1575697 w 2107590"/>
              <a:gd name="connsiteY0-19822" fmla="*/ 2160513 h 2160513"/>
              <a:gd name="connsiteX1-19823" fmla="*/ 956854 w 2107590"/>
              <a:gd name="connsiteY1-19824" fmla="*/ 1258279 h 2160513"/>
              <a:gd name="connsiteX2-19825" fmla="*/ 863892 w 2107590"/>
              <a:gd name="connsiteY2-19826" fmla="*/ 1345253 h 2160513"/>
              <a:gd name="connsiteX3-19827" fmla="*/ 1026241 w 2107590"/>
              <a:gd name="connsiteY3-19828" fmla="*/ 1144473 h 2160513"/>
              <a:gd name="connsiteX4-19829" fmla="*/ 908876 w 2107590"/>
              <a:gd name="connsiteY4-19830" fmla="*/ 743032 h 2160513"/>
              <a:gd name="connsiteX5-19831" fmla="*/ 1054863 w 2107590"/>
              <a:gd name="connsiteY5-19832" fmla="*/ 807021 h 2160513"/>
              <a:gd name="connsiteX6-19833" fmla="*/ 766732 w 2107590"/>
              <a:gd name="connsiteY6-19834" fmla="*/ 928463 h 2160513"/>
              <a:gd name="connsiteX7-19835" fmla="*/ 228569 w 2107590"/>
              <a:gd name="connsiteY7-19836" fmla="*/ 1030857 h 2160513"/>
              <a:gd name="connsiteX8-19837" fmla="*/ 102364 w 2107590"/>
              <a:gd name="connsiteY8-19838" fmla="*/ 578421 h 2160513"/>
              <a:gd name="connsiteX9-19839" fmla="*/ 334972 w 2107590"/>
              <a:gd name="connsiteY9-19840" fmla="*/ 266829 h 2160513"/>
              <a:gd name="connsiteX10-19841" fmla="*/ 754827 w 2107590"/>
              <a:gd name="connsiteY10-19842" fmla="*/ 47401 h 2160513"/>
              <a:gd name="connsiteX11-19843" fmla="*/ 759590 w 2107590"/>
              <a:gd name="connsiteY11-19844" fmla="*/ 95027 h 2160513"/>
              <a:gd name="connsiteX12-19845" fmla="*/ 771497 w 2107590"/>
              <a:gd name="connsiteY12-19846" fmla="*/ 35497 h 2160513"/>
              <a:gd name="connsiteX13-19847" fmla="*/ 1341273 w 2107590"/>
              <a:gd name="connsiteY13-19848" fmla="*/ 79182 h 2160513"/>
              <a:gd name="connsiteX14-19849" fmla="*/ 1369190 w 2107590"/>
              <a:gd name="connsiteY14-19850" fmla="*/ 92646 h 2160513"/>
              <a:gd name="connsiteX15-19851" fmla="*/ 1772045 w 2107590"/>
              <a:gd name="connsiteY15-19852" fmla="*/ 359840 h 2160513"/>
              <a:gd name="connsiteX16-19853" fmla="*/ 1752572 w 2107590"/>
              <a:gd name="connsiteY16-19854" fmla="*/ 342677 h 2160513"/>
              <a:gd name="connsiteX17-19855" fmla="*/ 2013140 w 2107590"/>
              <a:gd name="connsiteY17-19856" fmla="*/ 736265 h 2160513"/>
              <a:gd name="connsiteX18-19857" fmla="*/ 2004983 w 2107590"/>
              <a:gd name="connsiteY18-19858" fmla="*/ 716533 h 2160513"/>
              <a:gd name="connsiteX19-19859" fmla="*/ 2095472 w 2107590"/>
              <a:gd name="connsiteY19-19860" fmla="*/ 1073721 h 2160513"/>
              <a:gd name="connsiteX20-19861" fmla="*/ 1826390 w 2107590"/>
              <a:gd name="connsiteY20-19862" fmla="*/ 1311846 h 2160513"/>
              <a:gd name="connsiteX21-19863" fmla="*/ 1821627 w 2107590"/>
              <a:gd name="connsiteY21-19864" fmla="*/ 1264221 h 2160513"/>
              <a:gd name="connsiteX22-19865" fmla="*/ 1488252 w 2107590"/>
              <a:gd name="connsiteY22-19866" fmla="*/ 1595214 h 2160513"/>
              <a:gd name="connsiteX23-19867" fmla="*/ 1388239 w 2107590"/>
              <a:gd name="connsiteY23-19868" fmla="*/ 1492821 h 2160513"/>
              <a:gd name="connsiteX24-19869" fmla="*/ 1714472 w 2107590"/>
              <a:gd name="connsiteY24-19870" fmla="*/ 1154684 h 2160513"/>
              <a:gd name="connsiteX25-19871" fmla="*/ 1390621 w 2107590"/>
              <a:gd name="connsiteY25-19872" fmla="*/ 1145157 h 2160513"/>
              <a:gd name="connsiteX26-19873" fmla="*/ 1342996 w 2107590"/>
              <a:gd name="connsiteY26-19874" fmla="*/ 1283270 h 2160513"/>
              <a:gd name="connsiteX27-19875" fmla="*/ 1042958 w 2107590"/>
              <a:gd name="connsiteY27-19876" fmla="*/ 983235 h 2160513"/>
              <a:gd name="connsiteX28-19877" fmla="*/ 1309658 w 2107590"/>
              <a:gd name="connsiteY28-19878" fmla="*/ 790352 h 2160513"/>
              <a:gd name="connsiteX29-19879" fmla="*/ 914371 w 2107590"/>
              <a:gd name="connsiteY29-19880" fmla="*/ 511746 h 2160513"/>
              <a:gd name="connsiteX30-19881" fmla="*/ 523846 w 2107590"/>
              <a:gd name="connsiteY30-19882" fmla="*/ 754633 h 2160513"/>
              <a:gd name="connsiteX31-19883" fmla="*/ 783402 w 2107590"/>
              <a:gd name="connsiteY31-19884" fmla="*/ 868932 h 2160513"/>
              <a:gd name="connsiteX32-19885" fmla="*/ 785783 w 2107590"/>
              <a:gd name="connsiteY32-19886" fmla="*/ 1002283 h 2160513"/>
              <a:gd name="connsiteX33-19887" fmla="*/ 373827 w 2107590"/>
              <a:gd name="connsiteY33-19888" fmla="*/ 852264 h 2160513"/>
              <a:gd name="connsiteX34-19889" fmla="*/ 759589 w 2107590"/>
              <a:gd name="connsiteY34-19890" fmla="*/ 416496 h 2160513"/>
              <a:gd name="connsiteX35-19891" fmla="*/ 1409671 w 2107590"/>
              <a:gd name="connsiteY35-19892" fmla="*/ 637952 h 2160513"/>
              <a:gd name="connsiteX36-19893" fmla="*/ 1383477 w 2107590"/>
              <a:gd name="connsiteY36-19894" fmla="*/ 857027 h 2160513"/>
              <a:gd name="connsiteX37-19895" fmla="*/ 1643033 w 2107590"/>
              <a:gd name="connsiteY37-19896" fmla="*/ 611758 h 2160513"/>
              <a:gd name="connsiteX38-19897" fmla="*/ 1795433 w 2107590"/>
              <a:gd name="connsiteY38-19898" fmla="*/ 723677 h 2160513"/>
              <a:gd name="connsiteX39-19899" fmla="*/ 1889668 w 2107590"/>
              <a:gd name="connsiteY39-19900" fmla="*/ 1175665 h 2160513"/>
              <a:gd name="connsiteX40-19901" fmla="*/ 1912797 w 2107590"/>
              <a:gd name="connsiteY40-19902" fmla="*/ 1135089 h 2160513"/>
              <a:gd name="connsiteX41-19903" fmla="*/ 1775980 w 2107590"/>
              <a:gd name="connsiteY41-19904" fmla="*/ 1553577 h 2160513"/>
              <a:gd name="connsiteX42-19905" fmla="*/ 1235792 w 2107590"/>
              <a:gd name="connsiteY42-19906" fmla="*/ 1580715 h 2160513"/>
              <a:gd name="connsiteX43-19907" fmla="*/ 1344220 w 2107590"/>
              <a:gd name="connsiteY43-19908" fmla="*/ 1905742 h 2160513"/>
              <a:gd name="connsiteX0-19909" fmla="*/ 1575697 w 2107590"/>
              <a:gd name="connsiteY0-19910" fmla="*/ 2160513 h 2160513"/>
              <a:gd name="connsiteX1-19911" fmla="*/ 956854 w 2107590"/>
              <a:gd name="connsiteY1-19912" fmla="*/ 1258279 h 2160513"/>
              <a:gd name="connsiteX2-19913" fmla="*/ 863892 w 2107590"/>
              <a:gd name="connsiteY2-19914" fmla="*/ 1345253 h 2160513"/>
              <a:gd name="connsiteX3-19915" fmla="*/ 1026241 w 2107590"/>
              <a:gd name="connsiteY3-19916" fmla="*/ 1144473 h 2160513"/>
              <a:gd name="connsiteX4-19917" fmla="*/ 908876 w 2107590"/>
              <a:gd name="connsiteY4-19918" fmla="*/ 743032 h 2160513"/>
              <a:gd name="connsiteX5-19919" fmla="*/ 1054863 w 2107590"/>
              <a:gd name="connsiteY5-19920" fmla="*/ 807021 h 2160513"/>
              <a:gd name="connsiteX6-19921" fmla="*/ 766732 w 2107590"/>
              <a:gd name="connsiteY6-19922" fmla="*/ 928463 h 2160513"/>
              <a:gd name="connsiteX7-19923" fmla="*/ 228569 w 2107590"/>
              <a:gd name="connsiteY7-19924" fmla="*/ 1030857 h 2160513"/>
              <a:gd name="connsiteX8-19925" fmla="*/ 102364 w 2107590"/>
              <a:gd name="connsiteY8-19926" fmla="*/ 578421 h 2160513"/>
              <a:gd name="connsiteX9-19927" fmla="*/ 334972 w 2107590"/>
              <a:gd name="connsiteY9-19928" fmla="*/ 266829 h 2160513"/>
              <a:gd name="connsiteX10-19929" fmla="*/ 754827 w 2107590"/>
              <a:gd name="connsiteY10-19930" fmla="*/ 47401 h 2160513"/>
              <a:gd name="connsiteX11-19931" fmla="*/ 759590 w 2107590"/>
              <a:gd name="connsiteY11-19932" fmla="*/ 95027 h 2160513"/>
              <a:gd name="connsiteX12-19933" fmla="*/ 771497 w 2107590"/>
              <a:gd name="connsiteY12-19934" fmla="*/ 35497 h 2160513"/>
              <a:gd name="connsiteX13-19935" fmla="*/ 1341273 w 2107590"/>
              <a:gd name="connsiteY13-19936" fmla="*/ 79182 h 2160513"/>
              <a:gd name="connsiteX14-19937" fmla="*/ 1369190 w 2107590"/>
              <a:gd name="connsiteY14-19938" fmla="*/ 92646 h 2160513"/>
              <a:gd name="connsiteX15-19939" fmla="*/ 1772045 w 2107590"/>
              <a:gd name="connsiteY15-19940" fmla="*/ 359840 h 2160513"/>
              <a:gd name="connsiteX16-19941" fmla="*/ 1752572 w 2107590"/>
              <a:gd name="connsiteY16-19942" fmla="*/ 342677 h 2160513"/>
              <a:gd name="connsiteX17-19943" fmla="*/ 2013140 w 2107590"/>
              <a:gd name="connsiteY17-19944" fmla="*/ 736265 h 2160513"/>
              <a:gd name="connsiteX18-19945" fmla="*/ 2004983 w 2107590"/>
              <a:gd name="connsiteY18-19946" fmla="*/ 716533 h 2160513"/>
              <a:gd name="connsiteX19-19947" fmla="*/ 2095472 w 2107590"/>
              <a:gd name="connsiteY19-19948" fmla="*/ 1073721 h 2160513"/>
              <a:gd name="connsiteX20-19949" fmla="*/ 1826390 w 2107590"/>
              <a:gd name="connsiteY20-19950" fmla="*/ 1311846 h 2160513"/>
              <a:gd name="connsiteX21-19951" fmla="*/ 1821627 w 2107590"/>
              <a:gd name="connsiteY21-19952" fmla="*/ 1264221 h 2160513"/>
              <a:gd name="connsiteX22-19953" fmla="*/ 1488252 w 2107590"/>
              <a:gd name="connsiteY22-19954" fmla="*/ 1595214 h 2160513"/>
              <a:gd name="connsiteX23-19955" fmla="*/ 1388239 w 2107590"/>
              <a:gd name="connsiteY23-19956" fmla="*/ 1492821 h 2160513"/>
              <a:gd name="connsiteX24-19957" fmla="*/ 1714472 w 2107590"/>
              <a:gd name="connsiteY24-19958" fmla="*/ 1154684 h 2160513"/>
              <a:gd name="connsiteX25-19959" fmla="*/ 1390621 w 2107590"/>
              <a:gd name="connsiteY25-19960" fmla="*/ 1145157 h 2160513"/>
              <a:gd name="connsiteX26-19961" fmla="*/ 1342996 w 2107590"/>
              <a:gd name="connsiteY26-19962" fmla="*/ 1283270 h 2160513"/>
              <a:gd name="connsiteX27-19963" fmla="*/ 1042958 w 2107590"/>
              <a:gd name="connsiteY27-19964" fmla="*/ 983235 h 2160513"/>
              <a:gd name="connsiteX28-19965" fmla="*/ 1309658 w 2107590"/>
              <a:gd name="connsiteY28-19966" fmla="*/ 790352 h 2160513"/>
              <a:gd name="connsiteX29-19967" fmla="*/ 914371 w 2107590"/>
              <a:gd name="connsiteY29-19968" fmla="*/ 511746 h 2160513"/>
              <a:gd name="connsiteX30-19969" fmla="*/ 523846 w 2107590"/>
              <a:gd name="connsiteY30-19970" fmla="*/ 754633 h 2160513"/>
              <a:gd name="connsiteX31-19971" fmla="*/ 783402 w 2107590"/>
              <a:gd name="connsiteY31-19972" fmla="*/ 868932 h 2160513"/>
              <a:gd name="connsiteX32-19973" fmla="*/ 785783 w 2107590"/>
              <a:gd name="connsiteY32-19974" fmla="*/ 1002283 h 2160513"/>
              <a:gd name="connsiteX33-19975" fmla="*/ 373827 w 2107590"/>
              <a:gd name="connsiteY33-19976" fmla="*/ 852264 h 2160513"/>
              <a:gd name="connsiteX34-19977" fmla="*/ 759589 w 2107590"/>
              <a:gd name="connsiteY34-19978" fmla="*/ 416496 h 2160513"/>
              <a:gd name="connsiteX35-19979" fmla="*/ 1409671 w 2107590"/>
              <a:gd name="connsiteY35-19980" fmla="*/ 637952 h 2160513"/>
              <a:gd name="connsiteX36-19981" fmla="*/ 1383477 w 2107590"/>
              <a:gd name="connsiteY36-19982" fmla="*/ 857027 h 2160513"/>
              <a:gd name="connsiteX37-19983" fmla="*/ 1643033 w 2107590"/>
              <a:gd name="connsiteY37-19984" fmla="*/ 611758 h 2160513"/>
              <a:gd name="connsiteX38-19985" fmla="*/ 1795433 w 2107590"/>
              <a:gd name="connsiteY38-19986" fmla="*/ 723677 h 2160513"/>
              <a:gd name="connsiteX39-19987" fmla="*/ 1889668 w 2107590"/>
              <a:gd name="connsiteY39-19988" fmla="*/ 1175665 h 2160513"/>
              <a:gd name="connsiteX40-19989" fmla="*/ 1912797 w 2107590"/>
              <a:gd name="connsiteY40-19990" fmla="*/ 1135089 h 2160513"/>
              <a:gd name="connsiteX41-19991" fmla="*/ 1775980 w 2107590"/>
              <a:gd name="connsiteY41-19992" fmla="*/ 1553577 h 2160513"/>
              <a:gd name="connsiteX42-19993" fmla="*/ 1235792 w 2107590"/>
              <a:gd name="connsiteY42-19994" fmla="*/ 1580715 h 2160513"/>
              <a:gd name="connsiteX43-19995" fmla="*/ 1344220 w 2107590"/>
              <a:gd name="connsiteY43-19996" fmla="*/ 1905742 h 2160513"/>
              <a:gd name="connsiteX0-19997" fmla="*/ 1575697 w 2107590"/>
              <a:gd name="connsiteY0-19998" fmla="*/ 2160513 h 2160513"/>
              <a:gd name="connsiteX1-19999" fmla="*/ 956854 w 2107590"/>
              <a:gd name="connsiteY1-20000" fmla="*/ 1258279 h 2160513"/>
              <a:gd name="connsiteX2-20001" fmla="*/ 863892 w 2107590"/>
              <a:gd name="connsiteY2-20002" fmla="*/ 1345253 h 2160513"/>
              <a:gd name="connsiteX3-20003" fmla="*/ 1026241 w 2107590"/>
              <a:gd name="connsiteY3-20004" fmla="*/ 1144473 h 2160513"/>
              <a:gd name="connsiteX4-20005" fmla="*/ 908876 w 2107590"/>
              <a:gd name="connsiteY4-20006" fmla="*/ 743032 h 2160513"/>
              <a:gd name="connsiteX5-20007" fmla="*/ 1054863 w 2107590"/>
              <a:gd name="connsiteY5-20008" fmla="*/ 807021 h 2160513"/>
              <a:gd name="connsiteX6-20009" fmla="*/ 766732 w 2107590"/>
              <a:gd name="connsiteY6-20010" fmla="*/ 928463 h 2160513"/>
              <a:gd name="connsiteX7-20011" fmla="*/ 228569 w 2107590"/>
              <a:gd name="connsiteY7-20012" fmla="*/ 1030857 h 2160513"/>
              <a:gd name="connsiteX8-20013" fmla="*/ 102364 w 2107590"/>
              <a:gd name="connsiteY8-20014" fmla="*/ 578421 h 2160513"/>
              <a:gd name="connsiteX9-20015" fmla="*/ 334972 w 2107590"/>
              <a:gd name="connsiteY9-20016" fmla="*/ 266829 h 2160513"/>
              <a:gd name="connsiteX10-20017" fmla="*/ 754827 w 2107590"/>
              <a:gd name="connsiteY10-20018" fmla="*/ 47401 h 2160513"/>
              <a:gd name="connsiteX11-20019" fmla="*/ 759590 w 2107590"/>
              <a:gd name="connsiteY11-20020" fmla="*/ 95027 h 2160513"/>
              <a:gd name="connsiteX12-20021" fmla="*/ 771497 w 2107590"/>
              <a:gd name="connsiteY12-20022" fmla="*/ 35497 h 2160513"/>
              <a:gd name="connsiteX13-20023" fmla="*/ 1341273 w 2107590"/>
              <a:gd name="connsiteY13-20024" fmla="*/ 79182 h 2160513"/>
              <a:gd name="connsiteX14-20025" fmla="*/ 1369190 w 2107590"/>
              <a:gd name="connsiteY14-20026" fmla="*/ 92646 h 2160513"/>
              <a:gd name="connsiteX15-20027" fmla="*/ 1772045 w 2107590"/>
              <a:gd name="connsiteY15-20028" fmla="*/ 359840 h 2160513"/>
              <a:gd name="connsiteX16-20029" fmla="*/ 1752572 w 2107590"/>
              <a:gd name="connsiteY16-20030" fmla="*/ 342677 h 2160513"/>
              <a:gd name="connsiteX17-20031" fmla="*/ 2013140 w 2107590"/>
              <a:gd name="connsiteY17-20032" fmla="*/ 736265 h 2160513"/>
              <a:gd name="connsiteX18-20033" fmla="*/ 2004983 w 2107590"/>
              <a:gd name="connsiteY18-20034" fmla="*/ 716533 h 2160513"/>
              <a:gd name="connsiteX19-20035" fmla="*/ 2095472 w 2107590"/>
              <a:gd name="connsiteY19-20036" fmla="*/ 1073721 h 2160513"/>
              <a:gd name="connsiteX20-20037" fmla="*/ 1826390 w 2107590"/>
              <a:gd name="connsiteY20-20038" fmla="*/ 1311846 h 2160513"/>
              <a:gd name="connsiteX21-20039" fmla="*/ 1821627 w 2107590"/>
              <a:gd name="connsiteY21-20040" fmla="*/ 1264221 h 2160513"/>
              <a:gd name="connsiteX22-20041" fmla="*/ 1488252 w 2107590"/>
              <a:gd name="connsiteY22-20042" fmla="*/ 1595214 h 2160513"/>
              <a:gd name="connsiteX23-20043" fmla="*/ 1388239 w 2107590"/>
              <a:gd name="connsiteY23-20044" fmla="*/ 1492821 h 2160513"/>
              <a:gd name="connsiteX24-20045" fmla="*/ 1714472 w 2107590"/>
              <a:gd name="connsiteY24-20046" fmla="*/ 1154684 h 2160513"/>
              <a:gd name="connsiteX25-20047" fmla="*/ 1390621 w 2107590"/>
              <a:gd name="connsiteY25-20048" fmla="*/ 1145157 h 2160513"/>
              <a:gd name="connsiteX26-20049" fmla="*/ 1342996 w 2107590"/>
              <a:gd name="connsiteY26-20050" fmla="*/ 1283270 h 2160513"/>
              <a:gd name="connsiteX27-20051" fmla="*/ 1042958 w 2107590"/>
              <a:gd name="connsiteY27-20052" fmla="*/ 983235 h 2160513"/>
              <a:gd name="connsiteX28-20053" fmla="*/ 1309658 w 2107590"/>
              <a:gd name="connsiteY28-20054" fmla="*/ 790352 h 2160513"/>
              <a:gd name="connsiteX29-20055" fmla="*/ 914371 w 2107590"/>
              <a:gd name="connsiteY29-20056" fmla="*/ 511746 h 2160513"/>
              <a:gd name="connsiteX30-20057" fmla="*/ 523846 w 2107590"/>
              <a:gd name="connsiteY30-20058" fmla="*/ 754633 h 2160513"/>
              <a:gd name="connsiteX31-20059" fmla="*/ 783402 w 2107590"/>
              <a:gd name="connsiteY31-20060" fmla="*/ 868932 h 2160513"/>
              <a:gd name="connsiteX32-20061" fmla="*/ 785783 w 2107590"/>
              <a:gd name="connsiteY32-20062" fmla="*/ 1002283 h 2160513"/>
              <a:gd name="connsiteX33-20063" fmla="*/ 373827 w 2107590"/>
              <a:gd name="connsiteY33-20064" fmla="*/ 852264 h 2160513"/>
              <a:gd name="connsiteX34-20065" fmla="*/ 759589 w 2107590"/>
              <a:gd name="connsiteY34-20066" fmla="*/ 416496 h 2160513"/>
              <a:gd name="connsiteX35-20067" fmla="*/ 1409671 w 2107590"/>
              <a:gd name="connsiteY35-20068" fmla="*/ 637952 h 2160513"/>
              <a:gd name="connsiteX36-20069" fmla="*/ 1383477 w 2107590"/>
              <a:gd name="connsiteY36-20070" fmla="*/ 857027 h 2160513"/>
              <a:gd name="connsiteX37-20071" fmla="*/ 1643033 w 2107590"/>
              <a:gd name="connsiteY37-20072" fmla="*/ 611758 h 2160513"/>
              <a:gd name="connsiteX38-20073" fmla="*/ 1795433 w 2107590"/>
              <a:gd name="connsiteY38-20074" fmla="*/ 723677 h 2160513"/>
              <a:gd name="connsiteX39-20075" fmla="*/ 1889668 w 2107590"/>
              <a:gd name="connsiteY39-20076" fmla="*/ 1175665 h 2160513"/>
              <a:gd name="connsiteX40-20077" fmla="*/ 1912797 w 2107590"/>
              <a:gd name="connsiteY40-20078" fmla="*/ 1135089 h 2160513"/>
              <a:gd name="connsiteX41-20079" fmla="*/ 1775980 w 2107590"/>
              <a:gd name="connsiteY41-20080" fmla="*/ 1553577 h 2160513"/>
              <a:gd name="connsiteX42-20081" fmla="*/ 1235792 w 2107590"/>
              <a:gd name="connsiteY42-20082" fmla="*/ 1580715 h 2160513"/>
              <a:gd name="connsiteX43-20083" fmla="*/ 1344220 w 2107590"/>
              <a:gd name="connsiteY43-20084" fmla="*/ 1905742 h 2160513"/>
              <a:gd name="connsiteX0-20085" fmla="*/ 1575697 w 2107590"/>
              <a:gd name="connsiteY0-20086" fmla="*/ 2160513 h 2160513"/>
              <a:gd name="connsiteX1-20087" fmla="*/ 956854 w 2107590"/>
              <a:gd name="connsiteY1-20088" fmla="*/ 1258279 h 2160513"/>
              <a:gd name="connsiteX2-20089" fmla="*/ 863892 w 2107590"/>
              <a:gd name="connsiteY2-20090" fmla="*/ 1345253 h 2160513"/>
              <a:gd name="connsiteX3-20091" fmla="*/ 1026241 w 2107590"/>
              <a:gd name="connsiteY3-20092" fmla="*/ 1144473 h 2160513"/>
              <a:gd name="connsiteX4-20093" fmla="*/ 908876 w 2107590"/>
              <a:gd name="connsiteY4-20094" fmla="*/ 743032 h 2160513"/>
              <a:gd name="connsiteX5-20095" fmla="*/ 1054863 w 2107590"/>
              <a:gd name="connsiteY5-20096" fmla="*/ 807021 h 2160513"/>
              <a:gd name="connsiteX6-20097" fmla="*/ 766732 w 2107590"/>
              <a:gd name="connsiteY6-20098" fmla="*/ 928463 h 2160513"/>
              <a:gd name="connsiteX7-20099" fmla="*/ 228569 w 2107590"/>
              <a:gd name="connsiteY7-20100" fmla="*/ 1030857 h 2160513"/>
              <a:gd name="connsiteX8-20101" fmla="*/ 102364 w 2107590"/>
              <a:gd name="connsiteY8-20102" fmla="*/ 578421 h 2160513"/>
              <a:gd name="connsiteX9-20103" fmla="*/ 334972 w 2107590"/>
              <a:gd name="connsiteY9-20104" fmla="*/ 266829 h 2160513"/>
              <a:gd name="connsiteX10-20105" fmla="*/ 754827 w 2107590"/>
              <a:gd name="connsiteY10-20106" fmla="*/ 47401 h 2160513"/>
              <a:gd name="connsiteX11-20107" fmla="*/ 759590 w 2107590"/>
              <a:gd name="connsiteY11-20108" fmla="*/ 95027 h 2160513"/>
              <a:gd name="connsiteX12-20109" fmla="*/ 771497 w 2107590"/>
              <a:gd name="connsiteY12-20110" fmla="*/ 35497 h 2160513"/>
              <a:gd name="connsiteX13-20111" fmla="*/ 1341273 w 2107590"/>
              <a:gd name="connsiteY13-20112" fmla="*/ 79182 h 2160513"/>
              <a:gd name="connsiteX14-20113" fmla="*/ 1369190 w 2107590"/>
              <a:gd name="connsiteY14-20114" fmla="*/ 92646 h 2160513"/>
              <a:gd name="connsiteX15-20115" fmla="*/ 1772045 w 2107590"/>
              <a:gd name="connsiteY15-20116" fmla="*/ 359840 h 2160513"/>
              <a:gd name="connsiteX16-20117" fmla="*/ 1752572 w 2107590"/>
              <a:gd name="connsiteY16-20118" fmla="*/ 342677 h 2160513"/>
              <a:gd name="connsiteX17-20119" fmla="*/ 2013140 w 2107590"/>
              <a:gd name="connsiteY17-20120" fmla="*/ 736265 h 2160513"/>
              <a:gd name="connsiteX18-20121" fmla="*/ 2004983 w 2107590"/>
              <a:gd name="connsiteY18-20122" fmla="*/ 716533 h 2160513"/>
              <a:gd name="connsiteX19-20123" fmla="*/ 2095472 w 2107590"/>
              <a:gd name="connsiteY19-20124" fmla="*/ 1073721 h 2160513"/>
              <a:gd name="connsiteX20-20125" fmla="*/ 1826390 w 2107590"/>
              <a:gd name="connsiteY20-20126" fmla="*/ 1311846 h 2160513"/>
              <a:gd name="connsiteX21-20127" fmla="*/ 1821627 w 2107590"/>
              <a:gd name="connsiteY21-20128" fmla="*/ 1264221 h 2160513"/>
              <a:gd name="connsiteX22-20129" fmla="*/ 1488252 w 2107590"/>
              <a:gd name="connsiteY22-20130" fmla="*/ 1595214 h 2160513"/>
              <a:gd name="connsiteX23-20131" fmla="*/ 1388239 w 2107590"/>
              <a:gd name="connsiteY23-20132" fmla="*/ 1492821 h 2160513"/>
              <a:gd name="connsiteX24-20133" fmla="*/ 1714472 w 2107590"/>
              <a:gd name="connsiteY24-20134" fmla="*/ 1154684 h 2160513"/>
              <a:gd name="connsiteX25-20135" fmla="*/ 1390621 w 2107590"/>
              <a:gd name="connsiteY25-20136" fmla="*/ 1145157 h 2160513"/>
              <a:gd name="connsiteX26-20137" fmla="*/ 1342996 w 2107590"/>
              <a:gd name="connsiteY26-20138" fmla="*/ 1283270 h 2160513"/>
              <a:gd name="connsiteX27-20139" fmla="*/ 1042958 w 2107590"/>
              <a:gd name="connsiteY27-20140" fmla="*/ 983235 h 2160513"/>
              <a:gd name="connsiteX28-20141" fmla="*/ 1309658 w 2107590"/>
              <a:gd name="connsiteY28-20142" fmla="*/ 790352 h 2160513"/>
              <a:gd name="connsiteX29-20143" fmla="*/ 914371 w 2107590"/>
              <a:gd name="connsiteY29-20144" fmla="*/ 511746 h 2160513"/>
              <a:gd name="connsiteX30-20145" fmla="*/ 523846 w 2107590"/>
              <a:gd name="connsiteY30-20146" fmla="*/ 754633 h 2160513"/>
              <a:gd name="connsiteX31-20147" fmla="*/ 783402 w 2107590"/>
              <a:gd name="connsiteY31-20148" fmla="*/ 868932 h 2160513"/>
              <a:gd name="connsiteX32-20149" fmla="*/ 785783 w 2107590"/>
              <a:gd name="connsiteY32-20150" fmla="*/ 1002283 h 2160513"/>
              <a:gd name="connsiteX33-20151" fmla="*/ 373827 w 2107590"/>
              <a:gd name="connsiteY33-20152" fmla="*/ 852264 h 2160513"/>
              <a:gd name="connsiteX34-20153" fmla="*/ 759589 w 2107590"/>
              <a:gd name="connsiteY34-20154" fmla="*/ 416496 h 2160513"/>
              <a:gd name="connsiteX35-20155" fmla="*/ 1409671 w 2107590"/>
              <a:gd name="connsiteY35-20156" fmla="*/ 637952 h 2160513"/>
              <a:gd name="connsiteX36-20157" fmla="*/ 1383477 w 2107590"/>
              <a:gd name="connsiteY36-20158" fmla="*/ 857027 h 2160513"/>
              <a:gd name="connsiteX37-20159" fmla="*/ 1643033 w 2107590"/>
              <a:gd name="connsiteY37-20160" fmla="*/ 611758 h 2160513"/>
              <a:gd name="connsiteX38-20161" fmla="*/ 1795433 w 2107590"/>
              <a:gd name="connsiteY38-20162" fmla="*/ 723677 h 2160513"/>
              <a:gd name="connsiteX39-20163" fmla="*/ 1889668 w 2107590"/>
              <a:gd name="connsiteY39-20164" fmla="*/ 1175665 h 2160513"/>
              <a:gd name="connsiteX40-20165" fmla="*/ 1912797 w 2107590"/>
              <a:gd name="connsiteY40-20166" fmla="*/ 1135089 h 2160513"/>
              <a:gd name="connsiteX41-20167" fmla="*/ 1775980 w 2107590"/>
              <a:gd name="connsiteY41-20168" fmla="*/ 1553577 h 2160513"/>
              <a:gd name="connsiteX42-20169" fmla="*/ 1235792 w 2107590"/>
              <a:gd name="connsiteY42-20170" fmla="*/ 1580715 h 2160513"/>
              <a:gd name="connsiteX43-20171" fmla="*/ 1344220 w 2107590"/>
              <a:gd name="connsiteY43-20172" fmla="*/ 1905742 h 2160513"/>
              <a:gd name="connsiteX0-20173" fmla="*/ 1575697 w 2107590"/>
              <a:gd name="connsiteY0-20174" fmla="*/ 2160513 h 2160513"/>
              <a:gd name="connsiteX1-20175" fmla="*/ 956854 w 2107590"/>
              <a:gd name="connsiteY1-20176" fmla="*/ 1258279 h 2160513"/>
              <a:gd name="connsiteX2-20177" fmla="*/ 863892 w 2107590"/>
              <a:gd name="connsiteY2-20178" fmla="*/ 1345253 h 2160513"/>
              <a:gd name="connsiteX3-20179" fmla="*/ 1026241 w 2107590"/>
              <a:gd name="connsiteY3-20180" fmla="*/ 1144473 h 2160513"/>
              <a:gd name="connsiteX4-20181" fmla="*/ 908876 w 2107590"/>
              <a:gd name="connsiteY4-20182" fmla="*/ 743032 h 2160513"/>
              <a:gd name="connsiteX5-20183" fmla="*/ 1054863 w 2107590"/>
              <a:gd name="connsiteY5-20184" fmla="*/ 807021 h 2160513"/>
              <a:gd name="connsiteX6-20185" fmla="*/ 766732 w 2107590"/>
              <a:gd name="connsiteY6-20186" fmla="*/ 928463 h 2160513"/>
              <a:gd name="connsiteX7-20187" fmla="*/ 228569 w 2107590"/>
              <a:gd name="connsiteY7-20188" fmla="*/ 1030857 h 2160513"/>
              <a:gd name="connsiteX8-20189" fmla="*/ 102364 w 2107590"/>
              <a:gd name="connsiteY8-20190" fmla="*/ 578421 h 2160513"/>
              <a:gd name="connsiteX9-20191" fmla="*/ 334972 w 2107590"/>
              <a:gd name="connsiteY9-20192" fmla="*/ 266829 h 2160513"/>
              <a:gd name="connsiteX10-20193" fmla="*/ 754827 w 2107590"/>
              <a:gd name="connsiteY10-20194" fmla="*/ 47401 h 2160513"/>
              <a:gd name="connsiteX11-20195" fmla="*/ 759590 w 2107590"/>
              <a:gd name="connsiteY11-20196" fmla="*/ 95027 h 2160513"/>
              <a:gd name="connsiteX12-20197" fmla="*/ 771497 w 2107590"/>
              <a:gd name="connsiteY12-20198" fmla="*/ 35497 h 2160513"/>
              <a:gd name="connsiteX13-20199" fmla="*/ 1341273 w 2107590"/>
              <a:gd name="connsiteY13-20200" fmla="*/ 79182 h 2160513"/>
              <a:gd name="connsiteX14-20201" fmla="*/ 1369190 w 2107590"/>
              <a:gd name="connsiteY14-20202" fmla="*/ 92646 h 2160513"/>
              <a:gd name="connsiteX15-20203" fmla="*/ 1772045 w 2107590"/>
              <a:gd name="connsiteY15-20204" fmla="*/ 359840 h 2160513"/>
              <a:gd name="connsiteX16-20205" fmla="*/ 1752572 w 2107590"/>
              <a:gd name="connsiteY16-20206" fmla="*/ 342677 h 2160513"/>
              <a:gd name="connsiteX17-20207" fmla="*/ 2013140 w 2107590"/>
              <a:gd name="connsiteY17-20208" fmla="*/ 736265 h 2160513"/>
              <a:gd name="connsiteX18-20209" fmla="*/ 2004983 w 2107590"/>
              <a:gd name="connsiteY18-20210" fmla="*/ 716533 h 2160513"/>
              <a:gd name="connsiteX19-20211" fmla="*/ 2095472 w 2107590"/>
              <a:gd name="connsiteY19-20212" fmla="*/ 1073721 h 2160513"/>
              <a:gd name="connsiteX20-20213" fmla="*/ 1826390 w 2107590"/>
              <a:gd name="connsiteY20-20214" fmla="*/ 1311846 h 2160513"/>
              <a:gd name="connsiteX21-20215" fmla="*/ 1821627 w 2107590"/>
              <a:gd name="connsiteY21-20216" fmla="*/ 1264221 h 2160513"/>
              <a:gd name="connsiteX22-20217" fmla="*/ 1488252 w 2107590"/>
              <a:gd name="connsiteY22-20218" fmla="*/ 1595214 h 2160513"/>
              <a:gd name="connsiteX23-20219" fmla="*/ 1388239 w 2107590"/>
              <a:gd name="connsiteY23-20220" fmla="*/ 1492821 h 2160513"/>
              <a:gd name="connsiteX24-20221" fmla="*/ 1714472 w 2107590"/>
              <a:gd name="connsiteY24-20222" fmla="*/ 1154684 h 2160513"/>
              <a:gd name="connsiteX25-20223" fmla="*/ 1390621 w 2107590"/>
              <a:gd name="connsiteY25-20224" fmla="*/ 1145157 h 2160513"/>
              <a:gd name="connsiteX26-20225" fmla="*/ 1342996 w 2107590"/>
              <a:gd name="connsiteY26-20226" fmla="*/ 1283270 h 2160513"/>
              <a:gd name="connsiteX27-20227" fmla="*/ 1042958 w 2107590"/>
              <a:gd name="connsiteY27-20228" fmla="*/ 983235 h 2160513"/>
              <a:gd name="connsiteX28-20229" fmla="*/ 1309658 w 2107590"/>
              <a:gd name="connsiteY28-20230" fmla="*/ 790352 h 2160513"/>
              <a:gd name="connsiteX29-20231" fmla="*/ 914371 w 2107590"/>
              <a:gd name="connsiteY29-20232" fmla="*/ 511746 h 2160513"/>
              <a:gd name="connsiteX30-20233" fmla="*/ 523846 w 2107590"/>
              <a:gd name="connsiteY30-20234" fmla="*/ 754633 h 2160513"/>
              <a:gd name="connsiteX31-20235" fmla="*/ 783402 w 2107590"/>
              <a:gd name="connsiteY31-20236" fmla="*/ 868932 h 2160513"/>
              <a:gd name="connsiteX32-20237" fmla="*/ 785783 w 2107590"/>
              <a:gd name="connsiteY32-20238" fmla="*/ 1002283 h 2160513"/>
              <a:gd name="connsiteX33-20239" fmla="*/ 373827 w 2107590"/>
              <a:gd name="connsiteY33-20240" fmla="*/ 852264 h 2160513"/>
              <a:gd name="connsiteX34-20241" fmla="*/ 759589 w 2107590"/>
              <a:gd name="connsiteY34-20242" fmla="*/ 416496 h 2160513"/>
              <a:gd name="connsiteX35-20243" fmla="*/ 1409671 w 2107590"/>
              <a:gd name="connsiteY35-20244" fmla="*/ 637952 h 2160513"/>
              <a:gd name="connsiteX36-20245" fmla="*/ 1383477 w 2107590"/>
              <a:gd name="connsiteY36-20246" fmla="*/ 857027 h 2160513"/>
              <a:gd name="connsiteX37-20247" fmla="*/ 1509683 w 2107590"/>
              <a:gd name="connsiteY37-20248" fmla="*/ 728439 h 2160513"/>
              <a:gd name="connsiteX38-20249" fmla="*/ 1643033 w 2107590"/>
              <a:gd name="connsiteY38-20250" fmla="*/ 611758 h 2160513"/>
              <a:gd name="connsiteX39-20251" fmla="*/ 1795433 w 2107590"/>
              <a:gd name="connsiteY39-20252" fmla="*/ 723677 h 2160513"/>
              <a:gd name="connsiteX40-20253" fmla="*/ 1889668 w 2107590"/>
              <a:gd name="connsiteY40-20254" fmla="*/ 1175665 h 2160513"/>
              <a:gd name="connsiteX41-20255" fmla="*/ 1912797 w 2107590"/>
              <a:gd name="connsiteY41-20256" fmla="*/ 1135089 h 2160513"/>
              <a:gd name="connsiteX42-20257" fmla="*/ 1775980 w 2107590"/>
              <a:gd name="connsiteY42-20258" fmla="*/ 1553577 h 2160513"/>
              <a:gd name="connsiteX43-20259" fmla="*/ 1235792 w 2107590"/>
              <a:gd name="connsiteY43-20260" fmla="*/ 1580715 h 2160513"/>
              <a:gd name="connsiteX44" fmla="*/ 1344220 w 2107590"/>
              <a:gd name="connsiteY44" fmla="*/ 1905742 h 2160513"/>
              <a:gd name="connsiteX0-20261" fmla="*/ 1575697 w 2107590"/>
              <a:gd name="connsiteY0-20262" fmla="*/ 2160513 h 2160513"/>
              <a:gd name="connsiteX1-20263" fmla="*/ 956854 w 2107590"/>
              <a:gd name="connsiteY1-20264" fmla="*/ 1258279 h 2160513"/>
              <a:gd name="connsiteX2-20265" fmla="*/ 863892 w 2107590"/>
              <a:gd name="connsiteY2-20266" fmla="*/ 1345253 h 2160513"/>
              <a:gd name="connsiteX3-20267" fmla="*/ 1026241 w 2107590"/>
              <a:gd name="connsiteY3-20268" fmla="*/ 1144473 h 2160513"/>
              <a:gd name="connsiteX4-20269" fmla="*/ 908876 w 2107590"/>
              <a:gd name="connsiteY4-20270" fmla="*/ 743032 h 2160513"/>
              <a:gd name="connsiteX5-20271" fmla="*/ 1054863 w 2107590"/>
              <a:gd name="connsiteY5-20272" fmla="*/ 807021 h 2160513"/>
              <a:gd name="connsiteX6-20273" fmla="*/ 766732 w 2107590"/>
              <a:gd name="connsiteY6-20274" fmla="*/ 928463 h 2160513"/>
              <a:gd name="connsiteX7-20275" fmla="*/ 228569 w 2107590"/>
              <a:gd name="connsiteY7-20276" fmla="*/ 1030857 h 2160513"/>
              <a:gd name="connsiteX8-20277" fmla="*/ 102364 w 2107590"/>
              <a:gd name="connsiteY8-20278" fmla="*/ 578421 h 2160513"/>
              <a:gd name="connsiteX9-20279" fmla="*/ 334972 w 2107590"/>
              <a:gd name="connsiteY9-20280" fmla="*/ 266829 h 2160513"/>
              <a:gd name="connsiteX10-20281" fmla="*/ 754827 w 2107590"/>
              <a:gd name="connsiteY10-20282" fmla="*/ 47401 h 2160513"/>
              <a:gd name="connsiteX11-20283" fmla="*/ 759590 w 2107590"/>
              <a:gd name="connsiteY11-20284" fmla="*/ 95027 h 2160513"/>
              <a:gd name="connsiteX12-20285" fmla="*/ 771497 w 2107590"/>
              <a:gd name="connsiteY12-20286" fmla="*/ 35497 h 2160513"/>
              <a:gd name="connsiteX13-20287" fmla="*/ 1341273 w 2107590"/>
              <a:gd name="connsiteY13-20288" fmla="*/ 79182 h 2160513"/>
              <a:gd name="connsiteX14-20289" fmla="*/ 1369190 w 2107590"/>
              <a:gd name="connsiteY14-20290" fmla="*/ 92646 h 2160513"/>
              <a:gd name="connsiteX15-20291" fmla="*/ 1772045 w 2107590"/>
              <a:gd name="connsiteY15-20292" fmla="*/ 359840 h 2160513"/>
              <a:gd name="connsiteX16-20293" fmla="*/ 1752572 w 2107590"/>
              <a:gd name="connsiteY16-20294" fmla="*/ 342677 h 2160513"/>
              <a:gd name="connsiteX17-20295" fmla="*/ 2013140 w 2107590"/>
              <a:gd name="connsiteY17-20296" fmla="*/ 736265 h 2160513"/>
              <a:gd name="connsiteX18-20297" fmla="*/ 2004983 w 2107590"/>
              <a:gd name="connsiteY18-20298" fmla="*/ 716533 h 2160513"/>
              <a:gd name="connsiteX19-20299" fmla="*/ 2095472 w 2107590"/>
              <a:gd name="connsiteY19-20300" fmla="*/ 1073721 h 2160513"/>
              <a:gd name="connsiteX20-20301" fmla="*/ 1826390 w 2107590"/>
              <a:gd name="connsiteY20-20302" fmla="*/ 1311846 h 2160513"/>
              <a:gd name="connsiteX21-20303" fmla="*/ 1821627 w 2107590"/>
              <a:gd name="connsiteY21-20304" fmla="*/ 1264221 h 2160513"/>
              <a:gd name="connsiteX22-20305" fmla="*/ 1488252 w 2107590"/>
              <a:gd name="connsiteY22-20306" fmla="*/ 1595214 h 2160513"/>
              <a:gd name="connsiteX23-20307" fmla="*/ 1388239 w 2107590"/>
              <a:gd name="connsiteY23-20308" fmla="*/ 1492821 h 2160513"/>
              <a:gd name="connsiteX24-20309" fmla="*/ 1714472 w 2107590"/>
              <a:gd name="connsiteY24-20310" fmla="*/ 1154684 h 2160513"/>
              <a:gd name="connsiteX25-20311" fmla="*/ 1390621 w 2107590"/>
              <a:gd name="connsiteY25-20312" fmla="*/ 1145157 h 2160513"/>
              <a:gd name="connsiteX26-20313" fmla="*/ 1342996 w 2107590"/>
              <a:gd name="connsiteY26-20314" fmla="*/ 1283270 h 2160513"/>
              <a:gd name="connsiteX27-20315" fmla="*/ 1042958 w 2107590"/>
              <a:gd name="connsiteY27-20316" fmla="*/ 983235 h 2160513"/>
              <a:gd name="connsiteX28-20317" fmla="*/ 1309658 w 2107590"/>
              <a:gd name="connsiteY28-20318" fmla="*/ 790352 h 2160513"/>
              <a:gd name="connsiteX29-20319" fmla="*/ 914371 w 2107590"/>
              <a:gd name="connsiteY29-20320" fmla="*/ 511746 h 2160513"/>
              <a:gd name="connsiteX30-20321" fmla="*/ 523846 w 2107590"/>
              <a:gd name="connsiteY30-20322" fmla="*/ 754633 h 2160513"/>
              <a:gd name="connsiteX31-20323" fmla="*/ 783402 w 2107590"/>
              <a:gd name="connsiteY31-20324" fmla="*/ 868932 h 2160513"/>
              <a:gd name="connsiteX32-20325" fmla="*/ 785783 w 2107590"/>
              <a:gd name="connsiteY32-20326" fmla="*/ 1002283 h 2160513"/>
              <a:gd name="connsiteX33-20327" fmla="*/ 373827 w 2107590"/>
              <a:gd name="connsiteY33-20328" fmla="*/ 852264 h 2160513"/>
              <a:gd name="connsiteX34-20329" fmla="*/ 759589 w 2107590"/>
              <a:gd name="connsiteY34-20330" fmla="*/ 416496 h 2160513"/>
              <a:gd name="connsiteX35-20331" fmla="*/ 1409671 w 2107590"/>
              <a:gd name="connsiteY35-20332" fmla="*/ 637952 h 2160513"/>
              <a:gd name="connsiteX36-20333" fmla="*/ 1383477 w 2107590"/>
              <a:gd name="connsiteY36-20334" fmla="*/ 857027 h 2160513"/>
              <a:gd name="connsiteX37-20335" fmla="*/ 1526352 w 2107590"/>
              <a:gd name="connsiteY37-20336" fmla="*/ 771302 h 2160513"/>
              <a:gd name="connsiteX38-20337" fmla="*/ 1643033 w 2107590"/>
              <a:gd name="connsiteY38-20338" fmla="*/ 611758 h 2160513"/>
              <a:gd name="connsiteX39-20339" fmla="*/ 1795433 w 2107590"/>
              <a:gd name="connsiteY39-20340" fmla="*/ 723677 h 2160513"/>
              <a:gd name="connsiteX40-20341" fmla="*/ 1889668 w 2107590"/>
              <a:gd name="connsiteY40-20342" fmla="*/ 1175665 h 2160513"/>
              <a:gd name="connsiteX41-20343" fmla="*/ 1912797 w 2107590"/>
              <a:gd name="connsiteY41-20344" fmla="*/ 1135089 h 2160513"/>
              <a:gd name="connsiteX42-20345" fmla="*/ 1775980 w 2107590"/>
              <a:gd name="connsiteY42-20346" fmla="*/ 1553577 h 2160513"/>
              <a:gd name="connsiteX43-20347" fmla="*/ 1235792 w 2107590"/>
              <a:gd name="connsiteY43-20348" fmla="*/ 1580715 h 2160513"/>
              <a:gd name="connsiteX44-20349" fmla="*/ 1344220 w 2107590"/>
              <a:gd name="connsiteY44-20350" fmla="*/ 1905742 h 2160513"/>
              <a:gd name="connsiteX0-20351" fmla="*/ 1575697 w 2107590"/>
              <a:gd name="connsiteY0-20352" fmla="*/ 2160513 h 2160513"/>
              <a:gd name="connsiteX1-20353" fmla="*/ 956854 w 2107590"/>
              <a:gd name="connsiteY1-20354" fmla="*/ 1258279 h 2160513"/>
              <a:gd name="connsiteX2-20355" fmla="*/ 863892 w 2107590"/>
              <a:gd name="connsiteY2-20356" fmla="*/ 1345253 h 2160513"/>
              <a:gd name="connsiteX3-20357" fmla="*/ 1026241 w 2107590"/>
              <a:gd name="connsiteY3-20358" fmla="*/ 1144473 h 2160513"/>
              <a:gd name="connsiteX4-20359" fmla="*/ 908876 w 2107590"/>
              <a:gd name="connsiteY4-20360" fmla="*/ 743032 h 2160513"/>
              <a:gd name="connsiteX5-20361" fmla="*/ 1054863 w 2107590"/>
              <a:gd name="connsiteY5-20362" fmla="*/ 807021 h 2160513"/>
              <a:gd name="connsiteX6-20363" fmla="*/ 766732 w 2107590"/>
              <a:gd name="connsiteY6-20364" fmla="*/ 928463 h 2160513"/>
              <a:gd name="connsiteX7-20365" fmla="*/ 228569 w 2107590"/>
              <a:gd name="connsiteY7-20366" fmla="*/ 1030857 h 2160513"/>
              <a:gd name="connsiteX8-20367" fmla="*/ 102364 w 2107590"/>
              <a:gd name="connsiteY8-20368" fmla="*/ 578421 h 2160513"/>
              <a:gd name="connsiteX9-20369" fmla="*/ 334972 w 2107590"/>
              <a:gd name="connsiteY9-20370" fmla="*/ 266829 h 2160513"/>
              <a:gd name="connsiteX10-20371" fmla="*/ 754827 w 2107590"/>
              <a:gd name="connsiteY10-20372" fmla="*/ 47401 h 2160513"/>
              <a:gd name="connsiteX11-20373" fmla="*/ 759590 w 2107590"/>
              <a:gd name="connsiteY11-20374" fmla="*/ 95027 h 2160513"/>
              <a:gd name="connsiteX12-20375" fmla="*/ 771497 w 2107590"/>
              <a:gd name="connsiteY12-20376" fmla="*/ 35497 h 2160513"/>
              <a:gd name="connsiteX13-20377" fmla="*/ 1341273 w 2107590"/>
              <a:gd name="connsiteY13-20378" fmla="*/ 79182 h 2160513"/>
              <a:gd name="connsiteX14-20379" fmla="*/ 1369190 w 2107590"/>
              <a:gd name="connsiteY14-20380" fmla="*/ 92646 h 2160513"/>
              <a:gd name="connsiteX15-20381" fmla="*/ 1772045 w 2107590"/>
              <a:gd name="connsiteY15-20382" fmla="*/ 359840 h 2160513"/>
              <a:gd name="connsiteX16-20383" fmla="*/ 1752572 w 2107590"/>
              <a:gd name="connsiteY16-20384" fmla="*/ 342677 h 2160513"/>
              <a:gd name="connsiteX17-20385" fmla="*/ 2013140 w 2107590"/>
              <a:gd name="connsiteY17-20386" fmla="*/ 736265 h 2160513"/>
              <a:gd name="connsiteX18-20387" fmla="*/ 2004983 w 2107590"/>
              <a:gd name="connsiteY18-20388" fmla="*/ 716533 h 2160513"/>
              <a:gd name="connsiteX19-20389" fmla="*/ 2095472 w 2107590"/>
              <a:gd name="connsiteY19-20390" fmla="*/ 1073721 h 2160513"/>
              <a:gd name="connsiteX20-20391" fmla="*/ 1826390 w 2107590"/>
              <a:gd name="connsiteY20-20392" fmla="*/ 1311846 h 2160513"/>
              <a:gd name="connsiteX21-20393" fmla="*/ 1821627 w 2107590"/>
              <a:gd name="connsiteY21-20394" fmla="*/ 1264221 h 2160513"/>
              <a:gd name="connsiteX22-20395" fmla="*/ 1488252 w 2107590"/>
              <a:gd name="connsiteY22-20396" fmla="*/ 1595214 h 2160513"/>
              <a:gd name="connsiteX23-20397" fmla="*/ 1388239 w 2107590"/>
              <a:gd name="connsiteY23-20398" fmla="*/ 1492821 h 2160513"/>
              <a:gd name="connsiteX24-20399" fmla="*/ 1714472 w 2107590"/>
              <a:gd name="connsiteY24-20400" fmla="*/ 1154684 h 2160513"/>
              <a:gd name="connsiteX25-20401" fmla="*/ 1390621 w 2107590"/>
              <a:gd name="connsiteY25-20402" fmla="*/ 1145157 h 2160513"/>
              <a:gd name="connsiteX26-20403" fmla="*/ 1342996 w 2107590"/>
              <a:gd name="connsiteY26-20404" fmla="*/ 1283270 h 2160513"/>
              <a:gd name="connsiteX27-20405" fmla="*/ 1042958 w 2107590"/>
              <a:gd name="connsiteY27-20406" fmla="*/ 983235 h 2160513"/>
              <a:gd name="connsiteX28-20407" fmla="*/ 1309658 w 2107590"/>
              <a:gd name="connsiteY28-20408" fmla="*/ 790352 h 2160513"/>
              <a:gd name="connsiteX29-20409" fmla="*/ 914371 w 2107590"/>
              <a:gd name="connsiteY29-20410" fmla="*/ 511746 h 2160513"/>
              <a:gd name="connsiteX30-20411" fmla="*/ 523846 w 2107590"/>
              <a:gd name="connsiteY30-20412" fmla="*/ 754633 h 2160513"/>
              <a:gd name="connsiteX31-20413" fmla="*/ 783402 w 2107590"/>
              <a:gd name="connsiteY31-20414" fmla="*/ 868932 h 2160513"/>
              <a:gd name="connsiteX32-20415" fmla="*/ 785783 w 2107590"/>
              <a:gd name="connsiteY32-20416" fmla="*/ 1002283 h 2160513"/>
              <a:gd name="connsiteX33-20417" fmla="*/ 373827 w 2107590"/>
              <a:gd name="connsiteY33-20418" fmla="*/ 852264 h 2160513"/>
              <a:gd name="connsiteX34-20419" fmla="*/ 759589 w 2107590"/>
              <a:gd name="connsiteY34-20420" fmla="*/ 416496 h 2160513"/>
              <a:gd name="connsiteX35-20421" fmla="*/ 1409671 w 2107590"/>
              <a:gd name="connsiteY35-20422" fmla="*/ 637952 h 2160513"/>
              <a:gd name="connsiteX36-20423" fmla="*/ 1383477 w 2107590"/>
              <a:gd name="connsiteY36-20424" fmla="*/ 857027 h 2160513"/>
              <a:gd name="connsiteX37-20425" fmla="*/ 1526352 w 2107590"/>
              <a:gd name="connsiteY37-20426" fmla="*/ 771302 h 2160513"/>
              <a:gd name="connsiteX38-20427" fmla="*/ 1643033 w 2107590"/>
              <a:gd name="connsiteY38-20428" fmla="*/ 611758 h 2160513"/>
              <a:gd name="connsiteX39-20429" fmla="*/ 1795433 w 2107590"/>
              <a:gd name="connsiteY39-20430" fmla="*/ 723677 h 2160513"/>
              <a:gd name="connsiteX40-20431" fmla="*/ 1889668 w 2107590"/>
              <a:gd name="connsiteY40-20432" fmla="*/ 1175665 h 2160513"/>
              <a:gd name="connsiteX41-20433" fmla="*/ 1912797 w 2107590"/>
              <a:gd name="connsiteY41-20434" fmla="*/ 1135089 h 2160513"/>
              <a:gd name="connsiteX42-20435" fmla="*/ 1775980 w 2107590"/>
              <a:gd name="connsiteY42-20436" fmla="*/ 1553577 h 2160513"/>
              <a:gd name="connsiteX43-20437" fmla="*/ 1235792 w 2107590"/>
              <a:gd name="connsiteY43-20438" fmla="*/ 1580715 h 2160513"/>
              <a:gd name="connsiteX44-20439" fmla="*/ 1344220 w 2107590"/>
              <a:gd name="connsiteY44-20440" fmla="*/ 1905742 h 2160513"/>
              <a:gd name="connsiteX0-20441" fmla="*/ 1575697 w 2107590"/>
              <a:gd name="connsiteY0-20442" fmla="*/ 2160513 h 2160513"/>
              <a:gd name="connsiteX1-20443" fmla="*/ 956854 w 2107590"/>
              <a:gd name="connsiteY1-20444" fmla="*/ 1258279 h 2160513"/>
              <a:gd name="connsiteX2-20445" fmla="*/ 863892 w 2107590"/>
              <a:gd name="connsiteY2-20446" fmla="*/ 1345253 h 2160513"/>
              <a:gd name="connsiteX3-20447" fmla="*/ 1026241 w 2107590"/>
              <a:gd name="connsiteY3-20448" fmla="*/ 1144473 h 2160513"/>
              <a:gd name="connsiteX4-20449" fmla="*/ 908876 w 2107590"/>
              <a:gd name="connsiteY4-20450" fmla="*/ 743032 h 2160513"/>
              <a:gd name="connsiteX5-20451" fmla="*/ 1054863 w 2107590"/>
              <a:gd name="connsiteY5-20452" fmla="*/ 807021 h 2160513"/>
              <a:gd name="connsiteX6-20453" fmla="*/ 766732 w 2107590"/>
              <a:gd name="connsiteY6-20454" fmla="*/ 928463 h 2160513"/>
              <a:gd name="connsiteX7-20455" fmla="*/ 228569 w 2107590"/>
              <a:gd name="connsiteY7-20456" fmla="*/ 1030857 h 2160513"/>
              <a:gd name="connsiteX8-20457" fmla="*/ 102364 w 2107590"/>
              <a:gd name="connsiteY8-20458" fmla="*/ 578421 h 2160513"/>
              <a:gd name="connsiteX9-20459" fmla="*/ 334972 w 2107590"/>
              <a:gd name="connsiteY9-20460" fmla="*/ 266829 h 2160513"/>
              <a:gd name="connsiteX10-20461" fmla="*/ 754827 w 2107590"/>
              <a:gd name="connsiteY10-20462" fmla="*/ 47401 h 2160513"/>
              <a:gd name="connsiteX11-20463" fmla="*/ 759590 w 2107590"/>
              <a:gd name="connsiteY11-20464" fmla="*/ 95027 h 2160513"/>
              <a:gd name="connsiteX12-20465" fmla="*/ 771497 w 2107590"/>
              <a:gd name="connsiteY12-20466" fmla="*/ 35497 h 2160513"/>
              <a:gd name="connsiteX13-20467" fmla="*/ 1341273 w 2107590"/>
              <a:gd name="connsiteY13-20468" fmla="*/ 79182 h 2160513"/>
              <a:gd name="connsiteX14-20469" fmla="*/ 1369190 w 2107590"/>
              <a:gd name="connsiteY14-20470" fmla="*/ 92646 h 2160513"/>
              <a:gd name="connsiteX15-20471" fmla="*/ 1772045 w 2107590"/>
              <a:gd name="connsiteY15-20472" fmla="*/ 359840 h 2160513"/>
              <a:gd name="connsiteX16-20473" fmla="*/ 1752572 w 2107590"/>
              <a:gd name="connsiteY16-20474" fmla="*/ 342677 h 2160513"/>
              <a:gd name="connsiteX17-20475" fmla="*/ 2013140 w 2107590"/>
              <a:gd name="connsiteY17-20476" fmla="*/ 736265 h 2160513"/>
              <a:gd name="connsiteX18-20477" fmla="*/ 2004983 w 2107590"/>
              <a:gd name="connsiteY18-20478" fmla="*/ 716533 h 2160513"/>
              <a:gd name="connsiteX19-20479" fmla="*/ 2095472 w 2107590"/>
              <a:gd name="connsiteY19-20480" fmla="*/ 1073721 h 2160513"/>
              <a:gd name="connsiteX20-20481" fmla="*/ 1826390 w 2107590"/>
              <a:gd name="connsiteY20-20482" fmla="*/ 1311846 h 2160513"/>
              <a:gd name="connsiteX21-20483" fmla="*/ 1821627 w 2107590"/>
              <a:gd name="connsiteY21-20484" fmla="*/ 1264221 h 2160513"/>
              <a:gd name="connsiteX22-20485" fmla="*/ 1488252 w 2107590"/>
              <a:gd name="connsiteY22-20486" fmla="*/ 1595214 h 2160513"/>
              <a:gd name="connsiteX23-20487" fmla="*/ 1388239 w 2107590"/>
              <a:gd name="connsiteY23-20488" fmla="*/ 1492821 h 2160513"/>
              <a:gd name="connsiteX24-20489" fmla="*/ 1714472 w 2107590"/>
              <a:gd name="connsiteY24-20490" fmla="*/ 1154684 h 2160513"/>
              <a:gd name="connsiteX25-20491" fmla="*/ 1390621 w 2107590"/>
              <a:gd name="connsiteY25-20492" fmla="*/ 1145157 h 2160513"/>
              <a:gd name="connsiteX26-20493" fmla="*/ 1342996 w 2107590"/>
              <a:gd name="connsiteY26-20494" fmla="*/ 1283270 h 2160513"/>
              <a:gd name="connsiteX27-20495" fmla="*/ 1042958 w 2107590"/>
              <a:gd name="connsiteY27-20496" fmla="*/ 983235 h 2160513"/>
              <a:gd name="connsiteX28-20497" fmla="*/ 1309658 w 2107590"/>
              <a:gd name="connsiteY28-20498" fmla="*/ 790352 h 2160513"/>
              <a:gd name="connsiteX29-20499" fmla="*/ 914371 w 2107590"/>
              <a:gd name="connsiteY29-20500" fmla="*/ 511746 h 2160513"/>
              <a:gd name="connsiteX30-20501" fmla="*/ 523846 w 2107590"/>
              <a:gd name="connsiteY30-20502" fmla="*/ 754633 h 2160513"/>
              <a:gd name="connsiteX31-20503" fmla="*/ 783402 w 2107590"/>
              <a:gd name="connsiteY31-20504" fmla="*/ 868932 h 2160513"/>
              <a:gd name="connsiteX32-20505" fmla="*/ 785783 w 2107590"/>
              <a:gd name="connsiteY32-20506" fmla="*/ 1002283 h 2160513"/>
              <a:gd name="connsiteX33-20507" fmla="*/ 373827 w 2107590"/>
              <a:gd name="connsiteY33-20508" fmla="*/ 852264 h 2160513"/>
              <a:gd name="connsiteX34-20509" fmla="*/ 759589 w 2107590"/>
              <a:gd name="connsiteY34-20510" fmla="*/ 416496 h 2160513"/>
              <a:gd name="connsiteX35-20511" fmla="*/ 1409671 w 2107590"/>
              <a:gd name="connsiteY35-20512" fmla="*/ 637952 h 2160513"/>
              <a:gd name="connsiteX36-20513" fmla="*/ 1383477 w 2107590"/>
              <a:gd name="connsiteY36-20514" fmla="*/ 857027 h 2160513"/>
              <a:gd name="connsiteX37-20515" fmla="*/ 1526352 w 2107590"/>
              <a:gd name="connsiteY37-20516" fmla="*/ 771302 h 2160513"/>
              <a:gd name="connsiteX38-20517" fmla="*/ 1643033 w 2107590"/>
              <a:gd name="connsiteY38-20518" fmla="*/ 611758 h 2160513"/>
              <a:gd name="connsiteX39-20519" fmla="*/ 1795433 w 2107590"/>
              <a:gd name="connsiteY39-20520" fmla="*/ 723677 h 2160513"/>
              <a:gd name="connsiteX40-20521" fmla="*/ 1889668 w 2107590"/>
              <a:gd name="connsiteY40-20522" fmla="*/ 1175665 h 2160513"/>
              <a:gd name="connsiteX41-20523" fmla="*/ 1912797 w 2107590"/>
              <a:gd name="connsiteY41-20524" fmla="*/ 1135089 h 2160513"/>
              <a:gd name="connsiteX42-20525" fmla="*/ 1775980 w 2107590"/>
              <a:gd name="connsiteY42-20526" fmla="*/ 1553577 h 2160513"/>
              <a:gd name="connsiteX43-20527" fmla="*/ 1235792 w 2107590"/>
              <a:gd name="connsiteY43-20528" fmla="*/ 1580715 h 2160513"/>
              <a:gd name="connsiteX44-20529" fmla="*/ 1344220 w 2107590"/>
              <a:gd name="connsiteY44-20530" fmla="*/ 1905742 h 2160513"/>
              <a:gd name="connsiteX0-20531" fmla="*/ 1575697 w 2107590"/>
              <a:gd name="connsiteY0-20532" fmla="*/ 2160513 h 2160513"/>
              <a:gd name="connsiteX1-20533" fmla="*/ 956854 w 2107590"/>
              <a:gd name="connsiteY1-20534" fmla="*/ 1258279 h 2160513"/>
              <a:gd name="connsiteX2-20535" fmla="*/ 863892 w 2107590"/>
              <a:gd name="connsiteY2-20536" fmla="*/ 1345253 h 2160513"/>
              <a:gd name="connsiteX3-20537" fmla="*/ 1026241 w 2107590"/>
              <a:gd name="connsiteY3-20538" fmla="*/ 1144473 h 2160513"/>
              <a:gd name="connsiteX4-20539" fmla="*/ 908876 w 2107590"/>
              <a:gd name="connsiteY4-20540" fmla="*/ 743032 h 2160513"/>
              <a:gd name="connsiteX5-20541" fmla="*/ 1054863 w 2107590"/>
              <a:gd name="connsiteY5-20542" fmla="*/ 807021 h 2160513"/>
              <a:gd name="connsiteX6-20543" fmla="*/ 766732 w 2107590"/>
              <a:gd name="connsiteY6-20544" fmla="*/ 928463 h 2160513"/>
              <a:gd name="connsiteX7-20545" fmla="*/ 228569 w 2107590"/>
              <a:gd name="connsiteY7-20546" fmla="*/ 1030857 h 2160513"/>
              <a:gd name="connsiteX8-20547" fmla="*/ 102364 w 2107590"/>
              <a:gd name="connsiteY8-20548" fmla="*/ 578421 h 2160513"/>
              <a:gd name="connsiteX9-20549" fmla="*/ 334972 w 2107590"/>
              <a:gd name="connsiteY9-20550" fmla="*/ 266829 h 2160513"/>
              <a:gd name="connsiteX10-20551" fmla="*/ 754827 w 2107590"/>
              <a:gd name="connsiteY10-20552" fmla="*/ 47401 h 2160513"/>
              <a:gd name="connsiteX11-20553" fmla="*/ 759590 w 2107590"/>
              <a:gd name="connsiteY11-20554" fmla="*/ 95027 h 2160513"/>
              <a:gd name="connsiteX12-20555" fmla="*/ 771497 w 2107590"/>
              <a:gd name="connsiteY12-20556" fmla="*/ 35497 h 2160513"/>
              <a:gd name="connsiteX13-20557" fmla="*/ 1341273 w 2107590"/>
              <a:gd name="connsiteY13-20558" fmla="*/ 79182 h 2160513"/>
              <a:gd name="connsiteX14-20559" fmla="*/ 1369190 w 2107590"/>
              <a:gd name="connsiteY14-20560" fmla="*/ 92646 h 2160513"/>
              <a:gd name="connsiteX15-20561" fmla="*/ 1772045 w 2107590"/>
              <a:gd name="connsiteY15-20562" fmla="*/ 359840 h 2160513"/>
              <a:gd name="connsiteX16-20563" fmla="*/ 1752572 w 2107590"/>
              <a:gd name="connsiteY16-20564" fmla="*/ 342677 h 2160513"/>
              <a:gd name="connsiteX17-20565" fmla="*/ 2013140 w 2107590"/>
              <a:gd name="connsiteY17-20566" fmla="*/ 736265 h 2160513"/>
              <a:gd name="connsiteX18-20567" fmla="*/ 2004983 w 2107590"/>
              <a:gd name="connsiteY18-20568" fmla="*/ 716533 h 2160513"/>
              <a:gd name="connsiteX19-20569" fmla="*/ 2095472 w 2107590"/>
              <a:gd name="connsiteY19-20570" fmla="*/ 1073721 h 2160513"/>
              <a:gd name="connsiteX20-20571" fmla="*/ 1826390 w 2107590"/>
              <a:gd name="connsiteY20-20572" fmla="*/ 1311846 h 2160513"/>
              <a:gd name="connsiteX21-20573" fmla="*/ 1821627 w 2107590"/>
              <a:gd name="connsiteY21-20574" fmla="*/ 1264221 h 2160513"/>
              <a:gd name="connsiteX22-20575" fmla="*/ 1488252 w 2107590"/>
              <a:gd name="connsiteY22-20576" fmla="*/ 1595214 h 2160513"/>
              <a:gd name="connsiteX23-20577" fmla="*/ 1388239 w 2107590"/>
              <a:gd name="connsiteY23-20578" fmla="*/ 1492821 h 2160513"/>
              <a:gd name="connsiteX24-20579" fmla="*/ 1714472 w 2107590"/>
              <a:gd name="connsiteY24-20580" fmla="*/ 1154684 h 2160513"/>
              <a:gd name="connsiteX25-20581" fmla="*/ 1390621 w 2107590"/>
              <a:gd name="connsiteY25-20582" fmla="*/ 1145157 h 2160513"/>
              <a:gd name="connsiteX26-20583" fmla="*/ 1342996 w 2107590"/>
              <a:gd name="connsiteY26-20584" fmla="*/ 1283270 h 2160513"/>
              <a:gd name="connsiteX27-20585" fmla="*/ 1042958 w 2107590"/>
              <a:gd name="connsiteY27-20586" fmla="*/ 983235 h 2160513"/>
              <a:gd name="connsiteX28-20587" fmla="*/ 1309658 w 2107590"/>
              <a:gd name="connsiteY28-20588" fmla="*/ 790352 h 2160513"/>
              <a:gd name="connsiteX29-20589" fmla="*/ 914371 w 2107590"/>
              <a:gd name="connsiteY29-20590" fmla="*/ 511746 h 2160513"/>
              <a:gd name="connsiteX30-20591" fmla="*/ 523846 w 2107590"/>
              <a:gd name="connsiteY30-20592" fmla="*/ 754633 h 2160513"/>
              <a:gd name="connsiteX31-20593" fmla="*/ 783402 w 2107590"/>
              <a:gd name="connsiteY31-20594" fmla="*/ 868932 h 2160513"/>
              <a:gd name="connsiteX32-20595" fmla="*/ 785783 w 2107590"/>
              <a:gd name="connsiteY32-20596" fmla="*/ 1002283 h 2160513"/>
              <a:gd name="connsiteX33-20597" fmla="*/ 373827 w 2107590"/>
              <a:gd name="connsiteY33-20598" fmla="*/ 852264 h 2160513"/>
              <a:gd name="connsiteX34-20599" fmla="*/ 759589 w 2107590"/>
              <a:gd name="connsiteY34-20600" fmla="*/ 416496 h 2160513"/>
              <a:gd name="connsiteX35-20601" fmla="*/ 1409671 w 2107590"/>
              <a:gd name="connsiteY35-20602" fmla="*/ 626045 h 2160513"/>
              <a:gd name="connsiteX36-20603" fmla="*/ 1383477 w 2107590"/>
              <a:gd name="connsiteY36-20604" fmla="*/ 857027 h 2160513"/>
              <a:gd name="connsiteX37-20605" fmla="*/ 1526352 w 2107590"/>
              <a:gd name="connsiteY37-20606" fmla="*/ 771302 h 2160513"/>
              <a:gd name="connsiteX38-20607" fmla="*/ 1643033 w 2107590"/>
              <a:gd name="connsiteY38-20608" fmla="*/ 611758 h 2160513"/>
              <a:gd name="connsiteX39-20609" fmla="*/ 1795433 w 2107590"/>
              <a:gd name="connsiteY39-20610" fmla="*/ 723677 h 2160513"/>
              <a:gd name="connsiteX40-20611" fmla="*/ 1889668 w 2107590"/>
              <a:gd name="connsiteY40-20612" fmla="*/ 1175665 h 2160513"/>
              <a:gd name="connsiteX41-20613" fmla="*/ 1912797 w 2107590"/>
              <a:gd name="connsiteY41-20614" fmla="*/ 1135089 h 2160513"/>
              <a:gd name="connsiteX42-20615" fmla="*/ 1775980 w 2107590"/>
              <a:gd name="connsiteY42-20616" fmla="*/ 1553577 h 2160513"/>
              <a:gd name="connsiteX43-20617" fmla="*/ 1235792 w 2107590"/>
              <a:gd name="connsiteY43-20618" fmla="*/ 1580715 h 2160513"/>
              <a:gd name="connsiteX44-20619" fmla="*/ 1344220 w 2107590"/>
              <a:gd name="connsiteY44-20620" fmla="*/ 1905742 h 2160513"/>
              <a:gd name="connsiteX0-20621" fmla="*/ 1575697 w 2107590"/>
              <a:gd name="connsiteY0-20622" fmla="*/ 2160513 h 2160513"/>
              <a:gd name="connsiteX1-20623" fmla="*/ 956854 w 2107590"/>
              <a:gd name="connsiteY1-20624" fmla="*/ 1258279 h 2160513"/>
              <a:gd name="connsiteX2-20625" fmla="*/ 863892 w 2107590"/>
              <a:gd name="connsiteY2-20626" fmla="*/ 1345253 h 2160513"/>
              <a:gd name="connsiteX3-20627" fmla="*/ 1026241 w 2107590"/>
              <a:gd name="connsiteY3-20628" fmla="*/ 1144473 h 2160513"/>
              <a:gd name="connsiteX4-20629" fmla="*/ 908876 w 2107590"/>
              <a:gd name="connsiteY4-20630" fmla="*/ 743032 h 2160513"/>
              <a:gd name="connsiteX5-20631" fmla="*/ 1054863 w 2107590"/>
              <a:gd name="connsiteY5-20632" fmla="*/ 807021 h 2160513"/>
              <a:gd name="connsiteX6-20633" fmla="*/ 766732 w 2107590"/>
              <a:gd name="connsiteY6-20634" fmla="*/ 928463 h 2160513"/>
              <a:gd name="connsiteX7-20635" fmla="*/ 228569 w 2107590"/>
              <a:gd name="connsiteY7-20636" fmla="*/ 1030857 h 2160513"/>
              <a:gd name="connsiteX8-20637" fmla="*/ 102364 w 2107590"/>
              <a:gd name="connsiteY8-20638" fmla="*/ 578421 h 2160513"/>
              <a:gd name="connsiteX9-20639" fmla="*/ 334972 w 2107590"/>
              <a:gd name="connsiteY9-20640" fmla="*/ 266829 h 2160513"/>
              <a:gd name="connsiteX10-20641" fmla="*/ 754827 w 2107590"/>
              <a:gd name="connsiteY10-20642" fmla="*/ 47401 h 2160513"/>
              <a:gd name="connsiteX11-20643" fmla="*/ 759590 w 2107590"/>
              <a:gd name="connsiteY11-20644" fmla="*/ 95027 h 2160513"/>
              <a:gd name="connsiteX12-20645" fmla="*/ 771497 w 2107590"/>
              <a:gd name="connsiteY12-20646" fmla="*/ 35497 h 2160513"/>
              <a:gd name="connsiteX13-20647" fmla="*/ 1341273 w 2107590"/>
              <a:gd name="connsiteY13-20648" fmla="*/ 79182 h 2160513"/>
              <a:gd name="connsiteX14-20649" fmla="*/ 1369190 w 2107590"/>
              <a:gd name="connsiteY14-20650" fmla="*/ 92646 h 2160513"/>
              <a:gd name="connsiteX15-20651" fmla="*/ 1772045 w 2107590"/>
              <a:gd name="connsiteY15-20652" fmla="*/ 359840 h 2160513"/>
              <a:gd name="connsiteX16-20653" fmla="*/ 1752572 w 2107590"/>
              <a:gd name="connsiteY16-20654" fmla="*/ 342677 h 2160513"/>
              <a:gd name="connsiteX17-20655" fmla="*/ 2013140 w 2107590"/>
              <a:gd name="connsiteY17-20656" fmla="*/ 736265 h 2160513"/>
              <a:gd name="connsiteX18-20657" fmla="*/ 2004983 w 2107590"/>
              <a:gd name="connsiteY18-20658" fmla="*/ 716533 h 2160513"/>
              <a:gd name="connsiteX19-20659" fmla="*/ 2095472 w 2107590"/>
              <a:gd name="connsiteY19-20660" fmla="*/ 1073721 h 2160513"/>
              <a:gd name="connsiteX20-20661" fmla="*/ 1826390 w 2107590"/>
              <a:gd name="connsiteY20-20662" fmla="*/ 1311846 h 2160513"/>
              <a:gd name="connsiteX21-20663" fmla="*/ 1821627 w 2107590"/>
              <a:gd name="connsiteY21-20664" fmla="*/ 1264221 h 2160513"/>
              <a:gd name="connsiteX22-20665" fmla="*/ 1488252 w 2107590"/>
              <a:gd name="connsiteY22-20666" fmla="*/ 1595214 h 2160513"/>
              <a:gd name="connsiteX23-20667" fmla="*/ 1388239 w 2107590"/>
              <a:gd name="connsiteY23-20668" fmla="*/ 1492821 h 2160513"/>
              <a:gd name="connsiteX24-20669" fmla="*/ 1714472 w 2107590"/>
              <a:gd name="connsiteY24-20670" fmla="*/ 1154684 h 2160513"/>
              <a:gd name="connsiteX25-20671" fmla="*/ 1390621 w 2107590"/>
              <a:gd name="connsiteY25-20672" fmla="*/ 1145157 h 2160513"/>
              <a:gd name="connsiteX26-20673" fmla="*/ 1342996 w 2107590"/>
              <a:gd name="connsiteY26-20674" fmla="*/ 1283270 h 2160513"/>
              <a:gd name="connsiteX27-20675" fmla="*/ 1042958 w 2107590"/>
              <a:gd name="connsiteY27-20676" fmla="*/ 983235 h 2160513"/>
              <a:gd name="connsiteX28-20677" fmla="*/ 1309658 w 2107590"/>
              <a:gd name="connsiteY28-20678" fmla="*/ 790352 h 2160513"/>
              <a:gd name="connsiteX29-20679" fmla="*/ 914371 w 2107590"/>
              <a:gd name="connsiteY29-20680" fmla="*/ 511746 h 2160513"/>
              <a:gd name="connsiteX30-20681" fmla="*/ 523846 w 2107590"/>
              <a:gd name="connsiteY30-20682" fmla="*/ 754633 h 2160513"/>
              <a:gd name="connsiteX31-20683" fmla="*/ 783402 w 2107590"/>
              <a:gd name="connsiteY31-20684" fmla="*/ 868932 h 2160513"/>
              <a:gd name="connsiteX32-20685" fmla="*/ 785783 w 2107590"/>
              <a:gd name="connsiteY32-20686" fmla="*/ 1002283 h 2160513"/>
              <a:gd name="connsiteX33-20687" fmla="*/ 373827 w 2107590"/>
              <a:gd name="connsiteY33-20688" fmla="*/ 852264 h 2160513"/>
              <a:gd name="connsiteX34-20689" fmla="*/ 759589 w 2107590"/>
              <a:gd name="connsiteY34-20690" fmla="*/ 416496 h 2160513"/>
              <a:gd name="connsiteX35-20691" fmla="*/ 1409671 w 2107590"/>
              <a:gd name="connsiteY35-20692" fmla="*/ 626045 h 2160513"/>
              <a:gd name="connsiteX36-20693" fmla="*/ 1383477 w 2107590"/>
              <a:gd name="connsiteY36-20694" fmla="*/ 857027 h 2160513"/>
              <a:gd name="connsiteX37-20695" fmla="*/ 1526352 w 2107590"/>
              <a:gd name="connsiteY37-20696" fmla="*/ 771302 h 2160513"/>
              <a:gd name="connsiteX38-20697" fmla="*/ 1643033 w 2107590"/>
              <a:gd name="connsiteY38-20698" fmla="*/ 611758 h 2160513"/>
              <a:gd name="connsiteX39-20699" fmla="*/ 1795433 w 2107590"/>
              <a:gd name="connsiteY39-20700" fmla="*/ 723677 h 2160513"/>
              <a:gd name="connsiteX40-20701" fmla="*/ 1889668 w 2107590"/>
              <a:gd name="connsiteY40-20702" fmla="*/ 1175665 h 2160513"/>
              <a:gd name="connsiteX41-20703" fmla="*/ 1912797 w 2107590"/>
              <a:gd name="connsiteY41-20704" fmla="*/ 1135089 h 2160513"/>
              <a:gd name="connsiteX42-20705" fmla="*/ 1775980 w 2107590"/>
              <a:gd name="connsiteY42-20706" fmla="*/ 1553577 h 2160513"/>
              <a:gd name="connsiteX43-20707" fmla="*/ 1235792 w 2107590"/>
              <a:gd name="connsiteY43-20708" fmla="*/ 1580715 h 2160513"/>
              <a:gd name="connsiteX44-20709" fmla="*/ 1344220 w 2107590"/>
              <a:gd name="connsiteY44-20710" fmla="*/ 1905742 h 2160513"/>
              <a:gd name="connsiteX0-20711" fmla="*/ 1575697 w 2107590"/>
              <a:gd name="connsiteY0-20712" fmla="*/ 2160513 h 2160513"/>
              <a:gd name="connsiteX1-20713" fmla="*/ 956854 w 2107590"/>
              <a:gd name="connsiteY1-20714" fmla="*/ 1258279 h 2160513"/>
              <a:gd name="connsiteX2-20715" fmla="*/ 863892 w 2107590"/>
              <a:gd name="connsiteY2-20716" fmla="*/ 1345253 h 2160513"/>
              <a:gd name="connsiteX3-20717" fmla="*/ 1026241 w 2107590"/>
              <a:gd name="connsiteY3-20718" fmla="*/ 1144473 h 2160513"/>
              <a:gd name="connsiteX4-20719" fmla="*/ 908876 w 2107590"/>
              <a:gd name="connsiteY4-20720" fmla="*/ 743032 h 2160513"/>
              <a:gd name="connsiteX5-20721" fmla="*/ 1054863 w 2107590"/>
              <a:gd name="connsiteY5-20722" fmla="*/ 807021 h 2160513"/>
              <a:gd name="connsiteX6-20723" fmla="*/ 766732 w 2107590"/>
              <a:gd name="connsiteY6-20724" fmla="*/ 928463 h 2160513"/>
              <a:gd name="connsiteX7-20725" fmla="*/ 228569 w 2107590"/>
              <a:gd name="connsiteY7-20726" fmla="*/ 1030857 h 2160513"/>
              <a:gd name="connsiteX8-20727" fmla="*/ 102364 w 2107590"/>
              <a:gd name="connsiteY8-20728" fmla="*/ 578421 h 2160513"/>
              <a:gd name="connsiteX9-20729" fmla="*/ 334972 w 2107590"/>
              <a:gd name="connsiteY9-20730" fmla="*/ 266829 h 2160513"/>
              <a:gd name="connsiteX10-20731" fmla="*/ 754827 w 2107590"/>
              <a:gd name="connsiteY10-20732" fmla="*/ 47401 h 2160513"/>
              <a:gd name="connsiteX11-20733" fmla="*/ 759590 w 2107590"/>
              <a:gd name="connsiteY11-20734" fmla="*/ 95027 h 2160513"/>
              <a:gd name="connsiteX12-20735" fmla="*/ 771497 w 2107590"/>
              <a:gd name="connsiteY12-20736" fmla="*/ 35497 h 2160513"/>
              <a:gd name="connsiteX13-20737" fmla="*/ 1341273 w 2107590"/>
              <a:gd name="connsiteY13-20738" fmla="*/ 79182 h 2160513"/>
              <a:gd name="connsiteX14-20739" fmla="*/ 1369190 w 2107590"/>
              <a:gd name="connsiteY14-20740" fmla="*/ 92646 h 2160513"/>
              <a:gd name="connsiteX15-20741" fmla="*/ 1772045 w 2107590"/>
              <a:gd name="connsiteY15-20742" fmla="*/ 359840 h 2160513"/>
              <a:gd name="connsiteX16-20743" fmla="*/ 1752572 w 2107590"/>
              <a:gd name="connsiteY16-20744" fmla="*/ 342677 h 2160513"/>
              <a:gd name="connsiteX17-20745" fmla="*/ 2013140 w 2107590"/>
              <a:gd name="connsiteY17-20746" fmla="*/ 736265 h 2160513"/>
              <a:gd name="connsiteX18-20747" fmla="*/ 2004983 w 2107590"/>
              <a:gd name="connsiteY18-20748" fmla="*/ 716533 h 2160513"/>
              <a:gd name="connsiteX19-20749" fmla="*/ 2095472 w 2107590"/>
              <a:gd name="connsiteY19-20750" fmla="*/ 1073721 h 2160513"/>
              <a:gd name="connsiteX20-20751" fmla="*/ 1826390 w 2107590"/>
              <a:gd name="connsiteY20-20752" fmla="*/ 1311846 h 2160513"/>
              <a:gd name="connsiteX21-20753" fmla="*/ 1821627 w 2107590"/>
              <a:gd name="connsiteY21-20754" fmla="*/ 1264221 h 2160513"/>
              <a:gd name="connsiteX22-20755" fmla="*/ 1488252 w 2107590"/>
              <a:gd name="connsiteY22-20756" fmla="*/ 1595214 h 2160513"/>
              <a:gd name="connsiteX23-20757" fmla="*/ 1388239 w 2107590"/>
              <a:gd name="connsiteY23-20758" fmla="*/ 1492821 h 2160513"/>
              <a:gd name="connsiteX24-20759" fmla="*/ 1714472 w 2107590"/>
              <a:gd name="connsiteY24-20760" fmla="*/ 1154684 h 2160513"/>
              <a:gd name="connsiteX25-20761" fmla="*/ 1390621 w 2107590"/>
              <a:gd name="connsiteY25-20762" fmla="*/ 1145157 h 2160513"/>
              <a:gd name="connsiteX26-20763" fmla="*/ 1342996 w 2107590"/>
              <a:gd name="connsiteY26-20764" fmla="*/ 1283270 h 2160513"/>
              <a:gd name="connsiteX27-20765" fmla="*/ 1042958 w 2107590"/>
              <a:gd name="connsiteY27-20766" fmla="*/ 983235 h 2160513"/>
              <a:gd name="connsiteX28-20767" fmla="*/ 1309658 w 2107590"/>
              <a:gd name="connsiteY28-20768" fmla="*/ 790352 h 2160513"/>
              <a:gd name="connsiteX29-20769" fmla="*/ 914371 w 2107590"/>
              <a:gd name="connsiteY29-20770" fmla="*/ 511746 h 2160513"/>
              <a:gd name="connsiteX30-20771" fmla="*/ 523846 w 2107590"/>
              <a:gd name="connsiteY30-20772" fmla="*/ 754633 h 2160513"/>
              <a:gd name="connsiteX31-20773" fmla="*/ 783402 w 2107590"/>
              <a:gd name="connsiteY31-20774" fmla="*/ 868932 h 2160513"/>
              <a:gd name="connsiteX32-20775" fmla="*/ 785783 w 2107590"/>
              <a:gd name="connsiteY32-20776" fmla="*/ 1002283 h 2160513"/>
              <a:gd name="connsiteX33-20777" fmla="*/ 373827 w 2107590"/>
              <a:gd name="connsiteY33-20778" fmla="*/ 852264 h 2160513"/>
              <a:gd name="connsiteX34-20779" fmla="*/ 759589 w 2107590"/>
              <a:gd name="connsiteY34-20780" fmla="*/ 416496 h 2160513"/>
              <a:gd name="connsiteX35-20781" fmla="*/ 1409671 w 2107590"/>
              <a:gd name="connsiteY35-20782" fmla="*/ 626045 h 2160513"/>
              <a:gd name="connsiteX36-20783" fmla="*/ 1383477 w 2107590"/>
              <a:gd name="connsiteY36-20784" fmla="*/ 857027 h 2160513"/>
              <a:gd name="connsiteX37-20785" fmla="*/ 1526352 w 2107590"/>
              <a:gd name="connsiteY37-20786" fmla="*/ 771302 h 2160513"/>
              <a:gd name="connsiteX38-20787" fmla="*/ 1643033 w 2107590"/>
              <a:gd name="connsiteY38-20788" fmla="*/ 611758 h 2160513"/>
              <a:gd name="connsiteX39-20789" fmla="*/ 1795433 w 2107590"/>
              <a:gd name="connsiteY39-20790" fmla="*/ 723677 h 2160513"/>
              <a:gd name="connsiteX40-20791" fmla="*/ 1889668 w 2107590"/>
              <a:gd name="connsiteY40-20792" fmla="*/ 1175665 h 2160513"/>
              <a:gd name="connsiteX41-20793" fmla="*/ 1912797 w 2107590"/>
              <a:gd name="connsiteY41-20794" fmla="*/ 1135089 h 2160513"/>
              <a:gd name="connsiteX42-20795" fmla="*/ 1775980 w 2107590"/>
              <a:gd name="connsiteY42-20796" fmla="*/ 1553577 h 2160513"/>
              <a:gd name="connsiteX43-20797" fmla="*/ 1235792 w 2107590"/>
              <a:gd name="connsiteY43-20798" fmla="*/ 1580715 h 2160513"/>
              <a:gd name="connsiteX44-20799" fmla="*/ 1344220 w 2107590"/>
              <a:gd name="connsiteY44-20800" fmla="*/ 1905742 h 2160513"/>
              <a:gd name="connsiteX0-20801" fmla="*/ 1575697 w 2107590"/>
              <a:gd name="connsiteY0-20802" fmla="*/ 2160513 h 2160513"/>
              <a:gd name="connsiteX1-20803" fmla="*/ 956854 w 2107590"/>
              <a:gd name="connsiteY1-20804" fmla="*/ 1258279 h 2160513"/>
              <a:gd name="connsiteX2-20805" fmla="*/ 863892 w 2107590"/>
              <a:gd name="connsiteY2-20806" fmla="*/ 1345253 h 2160513"/>
              <a:gd name="connsiteX3-20807" fmla="*/ 1026241 w 2107590"/>
              <a:gd name="connsiteY3-20808" fmla="*/ 1144473 h 2160513"/>
              <a:gd name="connsiteX4-20809" fmla="*/ 908876 w 2107590"/>
              <a:gd name="connsiteY4-20810" fmla="*/ 743032 h 2160513"/>
              <a:gd name="connsiteX5-20811" fmla="*/ 1054863 w 2107590"/>
              <a:gd name="connsiteY5-20812" fmla="*/ 807021 h 2160513"/>
              <a:gd name="connsiteX6-20813" fmla="*/ 766732 w 2107590"/>
              <a:gd name="connsiteY6-20814" fmla="*/ 928463 h 2160513"/>
              <a:gd name="connsiteX7-20815" fmla="*/ 228569 w 2107590"/>
              <a:gd name="connsiteY7-20816" fmla="*/ 1030857 h 2160513"/>
              <a:gd name="connsiteX8-20817" fmla="*/ 102364 w 2107590"/>
              <a:gd name="connsiteY8-20818" fmla="*/ 578421 h 2160513"/>
              <a:gd name="connsiteX9-20819" fmla="*/ 334972 w 2107590"/>
              <a:gd name="connsiteY9-20820" fmla="*/ 266829 h 2160513"/>
              <a:gd name="connsiteX10-20821" fmla="*/ 754827 w 2107590"/>
              <a:gd name="connsiteY10-20822" fmla="*/ 47401 h 2160513"/>
              <a:gd name="connsiteX11-20823" fmla="*/ 759590 w 2107590"/>
              <a:gd name="connsiteY11-20824" fmla="*/ 95027 h 2160513"/>
              <a:gd name="connsiteX12-20825" fmla="*/ 771497 w 2107590"/>
              <a:gd name="connsiteY12-20826" fmla="*/ 35497 h 2160513"/>
              <a:gd name="connsiteX13-20827" fmla="*/ 1341273 w 2107590"/>
              <a:gd name="connsiteY13-20828" fmla="*/ 79182 h 2160513"/>
              <a:gd name="connsiteX14-20829" fmla="*/ 1369190 w 2107590"/>
              <a:gd name="connsiteY14-20830" fmla="*/ 92646 h 2160513"/>
              <a:gd name="connsiteX15-20831" fmla="*/ 1772045 w 2107590"/>
              <a:gd name="connsiteY15-20832" fmla="*/ 359840 h 2160513"/>
              <a:gd name="connsiteX16-20833" fmla="*/ 1752572 w 2107590"/>
              <a:gd name="connsiteY16-20834" fmla="*/ 342677 h 2160513"/>
              <a:gd name="connsiteX17-20835" fmla="*/ 2013140 w 2107590"/>
              <a:gd name="connsiteY17-20836" fmla="*/ 736265 h 2160513"/>
              <a:gd name="connsiteX18-20837" fmla="*/ 2004983 w 2107590"/>
              <a:gd name="connsiteY18-20838" fmla="*/ 716533 h 2160513"/>
              <a:gd name="connsiteX19-20839" fmla="*/ 2095472 w 2107590"/>
              <a:gd name="connsiteY19-20840" fmla="*/ 1073721 h 2160513"/>
              <a:gd name="connsiteX20-20841" fmla="*/ 1826390 w 2107590"/>
              <a:gd name="connsiteY20-20842" fmla="*/ 1311846 h 2160513"/>
              <a:gd name="connsiteX21-20843" fmla="*/ 1821627 w 2107590"/>
              <a:gd name="connsiteY21-20844" fmla="*/ 1264221 h 2160513"/>
              <a:gd name="connsiteX22-20845" fmla="*/ 1488252 w 2107590"/>
              <a:gd name="connsiteY22-20846" fmla="*/ 1595214 h 2160513"/>
              <a:gd name="connsiteX23-20847" fmla="*/ 1388239 w 2107590"/>
              <a:gd name="connsiteY23-20848" fmla="*/ 1492821 h 2160513"/>
              <a:gd name="connsiteX24-20849" fmla="*/ 1714472 w 2107590"/>
              <a:gd name="connsiteY24-20850" fmla="*/ 1154684 h 2160513"/>
              <a:gd name="connsiteX25-20851" fmla="*/ 1390621 w 2107590"/>
              <a:gd name="connsiteY25-20852" fmla="*/ 1145157 h 2160513"/>
              <a:gd name="connsiteX26-20853" fmla="*/ 1342996 w 2107590"/>
              <a:gd name="connsiteY26-20854" fmla="*/ 1283270 h 2160513"/>
              <a:gd name="connsiteX27-20855" fmla="*/ 1042958 w 2107590"/>
              <a:gd name="connsiteY27-20856" fmla="*/ 983235 h 2160513"/>
              <a:gd name="connsiteX28-20857" fmla="*/ 1309658 w 2107590"/>
              <a:gd name="connsiteY28-20858" fmla="*/ 790352 h 2160513"/>
              <a:gd name="connsiteX29-20859" fmla="*/ 914371 w 2107590"/>
              <a:gd name="connsiteY29-20860" fmla="*/ 511746 h 2160513"/>
              <a:gd name="connsiteX30-20861" fmla="*/ 523846 w 2107590"/>
              <a:gd name="connsiteY30-20862" fmla="*/ 754633 h 2160513"/>
              <a:gd name="connsiteX31-20863" fmla="*/ 783402 w 2107590"/>
              <a:gd name="connsiteY31-20864" fmla="*/ 868932 h 2160513"/>
              <a:gd name="connsiteX32-20865" fmla="*/ 785783 w 2107590"/>
              <a:gd name="connsiteY32-20866" fmla="*/ 1002283 h 2160513"/>
              <a:gd name="connsiteX33-20867" fmla="*/ 373827 w 2107590"/>
              <a:gd name="connsiteY33-20868" fmla="*/ 852264 h 2160513"/>
              <a:gd name="connsiteX34-20869" fmla="*/ 759589 w 2107590"/>
              <a:gd name="connsiteY34-20870" fmla="*/ 416496 h 2160513"/>
              <a:gd name="connsiteX35-20871" fmla="*/ 1409671 w 2107590"/>
              <a:gd name="connsiteY35-20872" fmla="*/ 626045 h 2160513"/>
              <a:gd name="connsiteX36-20873" fmla="*/ 1383477 w 2107590"/>
              <a:gd name="connsiteY36-20874" fmla="*/ 857027 h 2160513"/>
              <a:gd name="connsiteX37-20875" fmla="*/ 1526352 w 2107590"/>
              <a:gd name="connsiteY37-20876" fmla="*/ 771302 h 2160513"/>
              <a:gd name="connsiteX38-20877" fmla="*/ 1643033 w 2107590"/>
              <a:gd name="connsiteY38-20878" fmla="*/ 611758 h 2160513"/>
              <a:gd name="connsiteX39-20879" fmla="*/ 1795433 w 2107590"/>
              <a:gd name="connsiteY39-20880" fmla="*/ 723677 h 2160513"/>
              <a:gd name="connsiteX40-20881" fmla="*/ 1889668 w 2107590"/>
              <a:gd name="connsiteY40-20882" fmla="*/ 1175665 h 2160513"/>
              <a:gd name="connsiteX41-20883" fmla="*/ 1912797 w 2107590"/>
              <a:gd name="connsiteY41-20884" fmla="*/ 1135089 h 2160513"/>
              <a:gd name="connsiteX42-20885" fmla="*/ 1775980 w 2107590"/>
              <a:gd name="connsiteY42-20886" fmla="*/ 1553577 h 2160513"/>
              <a:gd name="connsiteX43-20887" fmla="*/ 1235792 w 2107590"/>
              <a:gd name="connsiteY43-20888" fmla="*/ 1580715 h 2160513"/>
              <a:gd name="connsiteX44-20889" fmla="*/ 1344220 w 2107590"/>
              <a:gd name="connsiteY44-20890" fmla="*/ 1905742 h 2160513"/>
              <a:gd name="connsiteX0-20891" fmla="*/ 1575697 w 2107590"/>
              <a:gd name="connsiteY0-20892" fmla="*/ 2160513 h 2160513"/>
              <a:gd name="connsiteX1-20893" fmla="*/ 956854 w 2107590"/>
              <a:gd name="connsiteY1-20894" fmla="*/ 1258279 h 2160513"/>
              <a:gd name="connsiteX2-20895" fmla="*/ 863892 w 2107590"/>
              <a:gd name="connsiteY2-20896" fmla="*/ 1345253 h 2160513"/>
              <a:gd name="connsiteX3-20897" fmla="*/ 1026241 w 2107590"/>
              <a:gd name="connsiteY3-20898" fmla="*/ 1144473 h 2160513"/>
              <a:gd name="connsiteX4-20899" fmla="*/ 908876 w 2107590"/>
              <a:gd name="connsiteY4-20900" fmla="*/ 743032 h 2160513"/>
              <a:gd name="connsiteX5-20901" fmla="*/ 1054863 w 2107590"/>
              <a:gd name="connsiteY5-20902" fmla="*/ 807021 h 2160513"/>
              <a:gd name="connsiteX6-20903" fmla="*/ 766732 w 2107590"/>
              <a:gd name="connsiteY6-20904" fmla="*/ 928463 h 2160513"/>
              <a:gd name="connsiteX7-20905" fmla="*/ 228569 w 2107590"/>
              <a:gd name="connsiteY7-20906" fmla="*/ 1030857 h 2160513"/>
              <a:gd name="connsiteX8-20907" fmla="*/ 102364 w 2107590"/>
              <a:gd name="connsiteY8-20908" fmla="*/ 578421 h 2160513"/>
              <a:gd name="connsiteX9-20909" fmla="*/ 334972 w 2107590"/>
              <a:gd name="connsiteY9-20910" fmla="*/ 266829 h 2160513"/>
              <a:gd name="connsiteX10-20911" fmla="*/ 754827 w 2107590"/>
              <a:gd name="connsiteY10-20912" fmla="*/ 47401 h 2160513"/>
              <a:gd name="connsiteX11-20913" fmla="*/ 759590 w 2107590"/>
              <a:gd name="connsiteY11-20914" fmla="*/ 95027 h 2160513"/>
              <a:gd name="connsiteX12-20915" fmla="*/ 771497 w 2107590"/>
              <a:gd name="connsiteY12-20916" fmla="*/ 35497 h 2160513"/>
              <a:gd name="connsiteX13-20917" fmla="*/ 1341273 w 2107590"/>
              <a:gd name="connsiteY13-20918" fmla="*/ 79182 h 2160513"/>
              <a:gd name="connsiteX14-20919" fmla="*/ 1369190 w 2107590"/>
              <a:gd name="connsiteY14-20920" fmla="*/ 92646 h 2160513"/>
              <a:gd name="connsiteX15-20921" fmla="*/ 1772045 w 2107590"/>
              <a:gd name="connsiteY15-20922" fmla="*/ 359840 h 2160513"/>
              <a:gd name="connsiteX16-20923" fmla="*/ 1752572 w 2107590"/>
              <a:gd name="connsiteY16-20924" fmla="*/ 342677 h 2160513"/>
              <a:gd name="connsiteX17-20925" fmla="*/ 2013140 w 2107590"/>
              <a:gd name="connsiteY17-20926" fmla="*/ 736265 h 2160513"/>
              <a:gd name="connsiteX18-20927" fmla="*/ 2004983 w 2107590"/>
              <a:gd name="connsiteY18-20928" fmla="*/ 716533 h 2160513"/>
              <a:gd name="connsiteX19-20929" fmla="*/ 2095472 w 2107590"/>
              <a:gd name="connsiteY19-20930" fmla="*/ 1073721 h 2160513"/>
              <a:gd name="connsiteX20-20931" fmla="*/ 1826390 w 2107590"/>
              <a:gd name="connsiteY20-20932" fmla="*/ 1311846 h 2160513"/>
              <a:gd name="connsiteX21-20933" fmla="*/ 1821627 w 2107590"/>
              <a:gd name="connsiteY21-20934" fmla="*/ 1264221 h 2160513"/>
              <a:gd name="connsiteX22-20935" fmla="*/ 1488252 w 2107590"/>
              <a:gd name="connsiteY22-20936" fmla="*/ 1595214 h 2160513"/>
              <a:gd name="connsiteX23-20937" fmla="*/ 1388239 w 2107590"/>
              <a:gd name="connsiteY23-20938" fmla="*/ 1492821 h 2160513"/>
              <a:gd name="connsiteX24-20939" fmla="*/ 1714472 w 2107590"/>
              <a:gd name="connsiteY24-20940" fmla="*/ 1154684 h 2160513"/>
              <a:gd name="connsiteX25-20941" fmla="*/ 1390621 w 2107590"/>
              <a:gd name="connsiteY25-20942" fmla="*/ 1145157 h 2160513"/>
              <a:gd name="connsiteX26-20943" fmla="*/ 1342996 w 2107590"/>
              <a:gd name="connsiteY26-20944" fmla="*/ 1283270 h 2160513"/>
              <a:gd name="connsiteX27-20945" fmla="*/ 1042958 w 2107590"/>
              <a:gd name="connsiteY27-20946" fmla="*/ 983235 h 2160513"/>
              <a:gd name="connsiteX28-20947" fmla="*/ 1309658 w 2107590"/>
              <a:gd name="connsiteY28-20948" fmla="*/ 790352 h 2160513"/>
              <a:gd name="connsiteX29-20949" fmla="*/ 914371 w 2107590"/>
              <a:gd name="connsiteY29-20950" fmla="*/ 511746 h 2160513"/>
              <a:gd name="connsiteX30-20951" fmla="*/ 523846 w 2107590"/>
              <a:gd name="connsiteY30-20952" fmla="*/ 754633 h 2160513"/>
              <a:gd name="connsiteX31-20953" fmla="*/ 783402 w 2107590"/>
              <a:gd name="connsiteY31-20954" fmla="*/ 868932 h 2160513"/>
              <a:gd name="connsiteX32-20955" fmla="*/ 785783 w 2107590"/>
              <a:gd name="connsiteY32-20956" fmla="*/ 1002283 h 2160513"/>
              <a:gd name="connsiteX33-20957" fmla="*/ 373827 w 2107590"/>
              <a:gd name="connsiteY33-20958" fmla="*/ 852264 h 2160513"/>
              <a:gd name="connsiteX34-20959" fmla="*/ 759589 w 2107590"/>
              <a:gd name="connsiteY34-20960" fmla="*/ 416496 h 2160513"/>
              <a:gd name="connsiteX35-20961" fmla="*/ 1409671 w 2107590"/>
              <a:gd name="connsiteY35-20962" fmla="*/ 626045 h 2160513"/>
              <a:gd name="connsiteX36-20963" fmla="*/ 1383477 w 2107590"/>
              <a:gd name="connsiteY36-20964" fmla="*/ 857027 h 2160513"/>
              <a:gd name="connsiteX37-20965" fmla="*/ 1526352 w 2107590"/>
              <a:gd name="connsiteY37-20966" fmla="*/ 771302 h 2160513"/>
              <a:gd name="connsiteX38-20967" fmla="*/ 1643033 w 2107590"/>
              <a:gd name="connsiteY38-20968" fmla="*/ 611758 h 2160513"/>
              <a:gd name="connsiteX39-20969" fmla="*/ 1795433 w 2107590"/>
              <a:gd name="connsiteY39-20970" fmla="*/ 723677 h 2160513"/>
              <a:gd name="connsiteX40-20971" fmla="*/ 1889668 w 2107590"/>
              <a:gd name="connsiteY40-20972" fmla="*/ 1175665 h 2160513"/>
              <a:gd name="connsiteX41-20973" fmla="*/ 1912797 w 2107590"/>
              <a:gd name="connsiteY41-20974" fmla="*/ 1135089 h 2160513"/>
              <a:gd name="connsiteX42-20975" fmla="*/ 1775980 w 2107590"/>
              <a:gd name="connsiteY42-20976" fmla="*/ 1553577 h 2160513"/>
              <a:gd name="connsiteX43-20977" fmla="*/ 1235792 w 2107590"/>
              <a:gd name="connsiteY43-20978" fmla="*/ 1580715 h 2160513"/>
              <a:gd name="connsiteX44-20979" fmla="*/ 1344220 w 2107590"/>
              <a:gd name="connsiteY44-20980" fmla="*/ 1905742 h 2160513"/>
              <a:gd name="connsiteX0-20981" fmla="*/ 1575697 w 2107590"/>
              <a:gd name="connsiteY0-20982" fmla="*/ 2160513 h 2160513"/>
              <a:gd name="connsiteX1-20983" fmla="*/ 956854 w 2107590"/>
              <a:gd name="connsiteY1-20984" fmla="*/ 1258279 h 2160513"/>
              <a:gd name="connsiteX2-20985" fmla="*/ 863892 w 2107590"/>
              <a:gd name="connsiteY2-20986" fmla="*/ 1345253 h 2160513"/>
              <a:gd name="connsiteX3-20987" fmla="*/ 1026241 w 2107590"/>
              <a:gd name="connsiteY3-20988" fmla="*/ 1144473 h 2160513"/>
              <a:gd name="connsiteX4-20989" fmla="*/ 908876 w 2107590"/>
              <a:gd name="connsiteY4-20990" fmla="*/ 743032 h 2160513"/>
              <a:gd name="connsiteX5-20991" fmla="*/ 1054863 w 2107590"/>
              <a:gd name="connsiteY5-20992" fmla="*/ 807021 h 2160513"/>
              <a:gd name="connsiteX6-20993" fmla="*/ 766732 w 2107590"/>
              <a:gd name="connsiteY6-20994" fmla="*/ 928463 h 2160513"/>
              <a:gd name="connsiteX7-20995" fmla="*/ 228569 w 2107590"/>
              <a:gd name="connsiteY7-20996" fmla="*/ 1030857 h 2160513"/>
              <a:gd name="connsiteX8-20997" fmla="*/ 102364 w 2107590"/>
              <a:gd name="connsiteY8-20998" fmla="*/ 578421 h 2160513"/>
              <a:gd name="connsiteX9-20999" fmla="*/ 334972 w 2107590"/>
              <a:gd name="connsiteY9-21000" fmla="*/ 266829 h 2160513"/>
              <a:gd name="connsiteX10-21001" fmla="*/ 754827 w 2107590"/>
              <a:gd name="connsiteY10-21002" fmla="*/ 47401 h 2160513"/>
              <a:gd name="connsiteX11-21003" fmla="*/ 759590 w 2107590"/>
              <a:gd name="connsiteY11-21004" fmla="*/ 95027 h 2160513"/>
              <a:gd name="connsiteX12-21005" fmla="*/ 771497 w 2107590"/>
              <a:gd name="connsiteY12-21006" fmla="*/ 35497 h 2160513"/>
              <a:gd name="connsiteX13-21007" fmla="*/ 1341273 w 2107590"/>
              <a:gd name="connsiteY13-21008" fmla="*/ 79182 h 2160513"/>
              <a:gd name="connsiteX14-21009" fmla="*/ 1369190 w 2107590"/>
              <a:gd name="connsiteY14-21010" fmla="*/ 92646 h 2160513"/>
              <a:gd name="connsiteX15-21011" fmla="*/ 1772045 w 2107590"/>
              <a:gd name="connsiteY15-21012" fmla="*/ 359840 h 2160513"/>
              <a:gd name="connsiteX16-21013" fmla="*/ 1752572 w 2107590"/>
              <a:gd name="connsiteY16-21014" fmla="*/ 342677 h 2160513"/>
              <a:gd name="connsiteX17-21015" fmla="*/ 2013140 w 2107590"/>
              <a:gd name="connsiteY17-21016" fmla="*/ 736265 h 2160513"/>
              <a:gd name="connsiteX18-21017" fmla="*/ 2004983 w 2107590"/>
              <a:gd name="connsiteY18-21018" fmla="*/ 716533 h 2160513"/>
              <a:gd name="connsiteX19-21019" fmla="*/ 2095472 w 2107590"/>
              <a:gd name="connsiteY19-21020" fmla="*/ 1073721 h 2160513"/>
              <a:gd name="connsiteX20-21021" fmla="*/ 1826390 w 2107590"/>
              <a:gd name="connsiteY20-21022" fmla="*/ 1311846 h 2160513"/>
              <a:gd name="connsiteX21-21023" fmla="*/ 1821627 w 2107590"/>
              <a:gd name="connsiteY21-21024" fmla="*/ 1264221 h 2160513"/>
              <a:gd name="connsiteX22-21025" fmla="*/ 1488252 w 2107590"/>
              <a:gd name="connsiteY22-21026" fmla="*/ 1595214 h 2160513"/>
              <a:gd name="connsiteX23-21027" fmla="*/ 1388239 w 2107590"/>
              <a:gd name="connsiteY23-21028" fmla="*/ 1492821 h 2160513"/>
              <a:gd name="connsiteX24-21029" fmla="*/ 1714472 w 2107590"/>
              <a:gd name="connsiteY24-21030" fmla="*/ 1154684 h 2160513"/>
              <a:gd name="connsiteX25-21031" fmla="*/ 1390621 w 2107590"/>
              <a:gd name="connsiteY25-21032" fmla="*/ 1145157 h 2160513"/>
              <a:gd name="connsiteX26-21033" fmla="*/ 1342996 w 2107590"/>
              <a:gd name="connsiteY26-21034" fmla="*/ 1283270 h 2160513"/>
              <a:gd name="connsiteX27-21035" fmla="*/ 1042958 w 2107590"/>
              <a:gd name="connsiteY27-21036" fmla="*/ 983235 h 2160513"/>
              <a:gd name="connsiteX28-21037" fmla="*/ 1309658 w 2107590"/>
              <a:gd name="connsiteY28-21038" fmla="*/ 790352 h 2160513"/>
              <a:gd name="connsiteX29-21039" fmla="*/ 914371 w 2107590"/>
              <a:gd name="connsiteY29-21040" fmla="*/ 511746 h 2160513"/>
              <a:gd name="connsiteX30-21041" fmla="*/ 523846 w 2107590"/>
              <a:gd name="connsiteY30-21042" fmla="*/ 754633 h 2160513"/>
              <a:gd name="connsiteX31-21043" fmla="*/ 783402 w 2107590"/>
              <a:gd name="connsiteY31-21044" fmla="*/ 868932 h 2160513"/>
              <a:gd name="connsiteX32-21045" fmla="*/ 785783 w 2107590"/>
              <a:gd name="connsiteY32-21046" fmla="*/ 1002283 h 2160513"/>
              <a:gd name="connsiteX33-21047" fmla="*/ 373827 w 2107590"/>
              <a:gd name="connsiteY33-21048" fmla="*/ 852264 h 2160513"/>
              <a:gd name="connsiteX34-21049" fmla="*/ 759589 w 2107590"/>
              <a:gd name="connsiteY34-21050" fmla="*/ 416496 h 2160513"/>
              <a:gd name="connsiteX35-21051" fmla="*/ 1409671 w 2107590"/>
              <a:gd name="connsiteY35-21052" fmla="*/ 626045 h 2160513"/>
              <a:gd name="connsiteX36-21053" fmla="*/ 1383477 w 2107590"/>
              <a:gd name="connsiteY36-21054" fmla="*/ 857027 h 2160513"/>
              <a:gd name="connsiteX37-21055" fmla="*/ 1526352 w 2107590"/>
              <a:gd name="connsiteY37-21056" fmla="*/ 771302 h 2160513"/>
              <a:gd name="connsiteX38-21057" fmla="*/ 1643033 w 2107590"/>
              <a:gd name="connsiteY38-21058" fmla="*/ 611758 h 2160513"/>
              <a:gd name="connsiteX39-21059" fmla="*/ 1795433 w 2107590"/>
              <a:gd name="connsiteY39-21060" fmla="*/ 723677 h 2160513"/>
              <a:gd name="connsiteX40-21061" fmla="*/ 1889668 w 2107590"/>
              <a:gd name="connsiteY40-21062" fmla="*/ 1175665 h 2160513"/>
              <a:gd name="connsiteX41-21063" fmla="*/ 1912797 w 2107590"/>
              <a:gd name="connsiteY41-21064" fmla="*/ 1135089 h 2160513"/>
              <a:gd name="connsiteX42-21065" fmla="*/ 1775980 w 2107590"/>
              <a:gd name="connsiteY42-21066" fmla="*/ 1553577 h 2160513"/>
              <a:gd name="connsiteX43-21067" fmla="*/ 1235792 w 2107590"/>
              <a:gd name="connsiteY43-21068" fmla="*/ 1580715 h 2160513"/>
              <a:gd name="connsiteX44-21069" fmla="*/ 1344220 w 2107590"/>
              <a:gd name="connsiteY44-21070" fmla="*/ 1905742 h 2160513"/>
              <a:gd name="connsiteX0-21071" fmla="*/ 1575697 w 2107590"/>
              <a:gd name="connsiteY0-21072" fmla="*/ 2160513 h 2160513"/>
              <a:gd name="connsiteX1-21073" fmla="*/ 956854 w 2107590"/>
              <a:gd name="connsiteY1-21074" fmla="*/ 1258279 h 2160513"/>
              <a:gd name="connsiteX2-21075" fmla="*/ 863892 w 2107590"/>
              <a:gd name="connsiteY2-21076" fmla="*/ 1345253 h 2160513"/>
              <a:gd name="connsiteX3-21077" fmla="*/ 1026241 w 2107590"/>
              <a:gd name="connsiteY3-21078" fmla="*/ 1144473 h 2160513"/>
              <a:gd name="connsiteX4-21079" fmla="*/ 908876 w 2107590"/>
              <a:gd name="connsiteY4-21080" fmla="*/ 743032 h 2160513"/>
              <a:gd name="connsiteX5-21081" fmla="*/ 1054863 w 2107590"/>
              <a:gd name="connsiteY5-21082" fmla="*/ 807021 h 2160513"/>
              <a:gd name="connsiteX6-21083" fmla="*/ 766732 w 2107590"/>
              <a:gd name="connsiteY6-21084" fmla="*/ 928463 h 2160513"/>
              <a:gd name="connsiteX7-21085" fmla="*/ 228569 w 2107590"/>
              <a:gd name="connsiteY7-21086" fmla="*/ 1030857 h 2160513"/>
              <a:gd name="connsiteX8-21087" fmla="*/ 102364 w 2107590"/>
              <a:gd name="connsiteY8-21088" fmla="*/ 578421 h 2160513"/>
              <a:gd name="connsiteX9-21089" fmla="*/ 334972 w 2107590"/>
              <a:gd name="connsiteY9-21090" fmla="*/ 266829 h 2160513"/>
              <a:gd name="connsiteX10-21091" fmla="*/ 754827 w 2107590"/>
              <a:gd name="connsiteY10-21092" fmla="*/ 47401 h 2160513"/>
              <a:gd name="connsiteX11-21093" fmla="*/ 759590 w 2107590"/>
              <a:gd name="connsiteY11-21094" fmla="*/ 95027 h 2160513"/>
              <a:gd name="connsiteX12-21095" fmla="*/ 771497 w 2107590"/>
              <a:gd name="connsiteY12-21096" fmla="*/ 35497 h 2160513"/>
              <a:gd name="connsiteX13-21097" fmla="*/ 1341273 w 2107590"/>
              <a:gd name="connsiteY13-21098" fmla="*/ 79182 h 2160513"/>
              <a:gd name="connsiteX14-21099" fmla="*/ 1369190 w 2107590"/>
              <a:gd name="connsiteY14-21100" fmla="*/ 92646 h 2160513"/>
              <a:gd name="connsiteX15-21101" fmla="*/ 1772045 w 2107590"/>
              <a:gd name="connsiteY15-21102" fmla="*/ 359840 h 2160513"/>
              <a:gd name="connsiteX16-21103" fmla="*/ 1752572 w 2107590"/>
              <a:gd name="connsiteY16-21104" fmla="*/ 342677 h 2160513"/>
              <a:gd name="connsiteX17-21105" fmla="*/ 2013140 w 2107590"/>
              <a:gd name="connsiteY17-21106" fmla="*/ 736265 h 2160513"/>
              <a:gd name="connsiteX18-21107" fmla="*/ 2004983 w 2107590"/>
              <a:gd name="connsiteY18-21108" fmla="*/ 716533 h 2160513"/>
              <a:gd name="connsiteX19-21109" fmla="*/ 2095472 w 2107590"/>
              <a:gd name="connsiteY19-21110" fmla="*/ 1073721 h 2160513"/>
              <a:gd name="connsiteX20-21111" fmla="*/ 1826390 w 2107590"/>
              <a:gd name="connsiteY20-21112" fmla="*/ 1311846 h 2160513"/>
              <a:gd name="connsiteX21-21113" fmla="*/ 1821627 w 2107590"/>
              <a:gd name="connsiteY21-21114" fmla="*/ 1264221 h 2160513"/>
              <a:gd name="connsiteX22-21115" fmla="*/ 1488252 w 2107590"/>
              <a:gd name="connsiteY22-21116" fmla="*/ 1595214 h 2160513"/>
              <a:gd name="connsiteX23-21117" fmla="*/ 1388239 w 2107590"/>
              <a:gd name="connsiteY23-21118" fmla="*/ 1492821 h 2160513"/>
              <a:gd name="connsiteX24-21119" fmla="*/ 1714472 w 2107590"/>
              <a:gd name="connsiteY24-21120" fmla="*/ 1154684 h 2160513"/>
              <a:gd name="connsiteX25-21121" fmla="*/ 1390621 w 2107590"/>
              <a:gd name="connsiteY25-21122" fmla="*/ 1145157 h 2160513"/>
              <a:gd name="connsiteX26-21123" fmla="*/ 1342996 w 2107590"/>
              <a:gd name="connsiteY26-21124" fmla="*/ 1283270 h 2160513"/>
              <a:gd name="connsiteX27-21125" fmla="*/ 1042958 w 2107590"/>
              <a:gd name="connsiteY27-21126" fmla="*/ 983235 h 2160513"/>
              <a:gd name="connsiteX28-21127" fmla="*/ 1309658 w 2107590"/>
              <a:gd name="connsiteY28-21128" fmla="*/ 790352 h 2160513"/>
              <a:gd name="connsiteX29-21129" fmla="*/ 914371 w 2107590"/>
              <a:gd name="connsiteY29-21130" fmla="*/ 511746 h 2160513"/>
              <a:gd name="connsiteX30-21131" fmla="*/ 523846 w 2107590"/>
              <a:gd name="connsiteY30-21132" fmla="*/ 754633 h 2160513"/>
              <a:gd name="connsiteX31-21133" fmla="*/ 783402 w 2107590"/>
              <a:gd name="connsiteY31-21134" fmla="*/ 868932 h 2160513"/>
              <a:gd name="connsiteX32-21135" fmla="*/ 785783 w 2107590"/>
              <a:gd name="connsiteY32-21136" fmla="*/ 1002283 h 2160513"/>
              <a:gd name="connsiteX33-21137" fmla="*/ 373827 w 2107590"/>
              <a:gd name="connsiteY33-21138" fmla="*/ 852264 h 2160513"/>
              <a:gd name="connsiteX34-21139" fmla="*/ 759589 w 2107590"/>
              <a:gd name="connsiteY34-21140" fmla="*/ 416496 h 2160513"/>
              <a:gd name="connsiteX35-21141" fmla="*/ 1409671 w 2107590"/>
              <a:gd name="connsiteY35-21142" fmla="*/ 626045 h 2160513"/>
              <a:gd name="connsiteX36-21143" fmla="*/ 1423958 w 2107590"/>
              <a:gd name="connsiteY36-21144" fmla="*/ 864171 h 2160513"/>
              <a:gd name="connsiteX37-21145" fmla="*/ 1526352 w 2107590"/>
              <a:gd name="connsiteY37-21146" fmla="*/ 771302 h 2160513"/>
              <a:gd name="connsiteX38-21147" fmla="*/ 1643033 w 2107590"/>
              <a:gd name="connsiteY38-21148" fmla="*/ 611758 h 2160513"/>
              <a:gd name="connsiteX39-21149" fmla="*/ 1795433 w 2107590"/>
              <a:gd name="connsiteY39-21150" fmla="*/ 723677 h 2160513"/>
              <a:gd name="connsiteX40-21151" fmla="*/ 1889668 w 2107590"/>
              <a:gd name="connsiteY40-21152" fmla="*/ 1175665 h 2160513"/>
              <a:gd name="connsiteX41-21153" fmla="*/ 1912797 w 2107590"/>
              <a:gd name="connsiteY41-21154" fmla="*/ 1135089 h 2160513"/>
              <a:gd name="connsiteX42-21155" fmla="*/ 1775980 w 2107590"/>
              <a:gd name="connsiteY42-21156" fmla="*/ 1553577 h 2160513"/>
              <a:gd name="connsiteX43-21157" fmla="*/ 1235792 w 2107590"/>
              <a:gd name="connsiteY43-21158" fmla="*/ 1580715 h 2160513"/>
              <a:gd name="connsiteX44-21159" fmla="*/ 1344220 w 2107590"/>
              <a:gd name="connsiteY44-21160" fmla="*/ 1905742 h 2160513"/>
              <a:gd name="connsiteX0-21161" fmla="*/ 1575697 w 2107590"/>
              <a:gd name="connsiteY0-21162" fmla="*/ 2160513 h 2160513"/>
              <a:gd name="connsiteX1-21163" fmla="*/ 956854 w 2107590"/>
              <a:gd name="connsiteY1-21164" fmla="*/ 1258279 h 2160513"/>
              <a:gd name="connsiteX2-21165" fmla="*/ 863892 w 2107590"/>
              <a:gd name="connsiteY2-21166" fmla="*/ 1345253 h 2160513"/>
              <a:gd name="connsiteX3-21167" fmla="*/ 1026241 w 2107590"/>
              <a:gd name="connsiteY3-21168" fmla="*/ 1144473 h 2160513"/>
              <a:gd name="connsiteX4-21169" fmla="*/ 908876 w 2107590"/>
              <a:gd name="connsiteY4-21170" fmla="*/ 743032 h 2160513"/>
              <a:gd name="connsiteX5-21171" fmla="*/ 1054863 w 2107590"/>
              <a:gd name="connsiteY5-21172" fmla="*/ 807021 h 2160513"/>
              <a:gd name="connsiteX6-21173" fmla="*/ 766732 w 2107590"/>
              <a:gd name="connsiteY6-21174" fmla="*/ 928463 h 2160513"/>
              <a:gd name="connsiteX7-21175" fmla="*/ 228569 w 2107590"/>
              <a:gd name="connsiteY7-21176" fmla="*/ 1030857 h 2160513"/>
              <a:gd name="connsiteX8-21177" fmla="*/ 102364 w 2107590"/>
              <a:gd name="connsiteY8-21178" fmla="*/ 578421 h 2160513"/>
              <a:gd name="connsiteX9-21179" fmla="*/ 334972 w 2107590"/>
              <a:gd name="connsiteY9-21180" fmla="*/ 266829 h 2160513"/>
              <a:gd name="connsiteX10-21181" fmla="*/ 754827 w 2107590"/>
              <a:gd name="connsiteY10-21182" fmla="*/ 47401 h 2160513"/>
              <a:gd name="connsiteX11-21183" fmla="*/ 759590 w 2107590"/>
              <a:gd name="connsiteY11-21184" fmla="*/ 95027 h 2160513"/>
              <a:gd name="connsiteX12-21185" fmla="*/ 771497 w 2107590"/>
              <a:gd name="connsiteY12-21186" fmla="*/ 35497 h 2160513"/>
              <a:gd name="connsiteX13-21187" fmla="*/ 1341273 w 2107590"/>
              <a:gd name="connsiteY13-21188" fmla="*/ 79182 h 2160513"/>
              <a:gd name="connsiteX14-21189" fmla="*/ 1369190 w 2107590"/>
              <a:gd name="connsiteY14-21190" fmla="*/ 92646 h 2160513"/>
              <a:gd name="connsiteX15-21191" fmla="*/ 1772045 w 2107590"/>
              <a:gd name="connsiteY15-21192" fmla="*/ 359840 h 2160513"/>
              <a:gd name="connsiteX16-21193" fmla="*/ 1752572 w 2107590"/>
              <a:gd name="connsiteY16-21194" fmla="*/ 342677 h 2160513"/>
              <a:gd name="connsiteX17-21195" fmla="*/ 2013140 w 2107590"/>
              <a:gd name="connsiteY17-21196" fmla="*/ 736265 h 2160513"/>
              <a:gd name="connsiteX18-21197" fmla="*/ 2004983 w 2107590"/>
              <a:gd name="connsiteY18-21198" fmla="*/ 716533 h 2160513"/>
              <a:gd name="connsiteX19-21199" fmla="*/ 2095472 w 2107590"/>
              <a:gd name="connsiteY19-21200" fmla="*/ 1073721 h 2160513"/>
              <a:gd name="connsiteX20-21201" fmla="*/ 1826390 w 2107590"/>
              <a:gd name="connsiteY20-21202" fmla="*/ 1311846 h 2160513"/>
              <a:gd name="connsiteX21-21203" fmla="*/ 1821627 w 2107590"/>
              <a:gd name="connsiteY21-21204" fmla="*/ 1264221 h 2160513"/>
              <a:gd name="connsiteX22-21205" fmla="*/ 1488252 w 2107590"/>
              <a:gd name="connsiteY22-21206" fmla="*/ 1595214 h 2160513"/>
              <a:gd name="connsiteX23-21207" fmla="*/ 1388239 w 2107590"/>
              <a:gd name="connsiteY23-21208" fmla="*/ 1492821 h 2160513"/>
              <a:gd name="connsiteX24-21209" fmla="*/ 1714472 w 2107590"/>
              <a:gd name="connsiteY24-21210" fmla="*/ 1154684 h 2160513"/>
              <a:gd name="connsiteX25-21211" fmla="*/ 1390621 w 2107590"/>
              <a:gd name="connsiteY25-21212" fmla="*/ 1145157 h 2160513"/>
              <a:gd name="connsiteX26-21213" fmla="*/ 1342996 w 2107590"/>
              <a:gd name="connsiteY26-21214" fmla="*/ 1283270 h 2160513"/>
              <a:gd name="connsiteX27-21215" fmla="*/ 1042958 w 2107590"/>
              <a:gd name="connsiteY27-21216" fmla="*/ 983235 h 2160513"/>
              <a:gd name="connsiteX28-21217" fmla="*/ 1309658 w 2107590"/>
              <a:gd name="connsiteY28-21218" fmla="*/ 790352 h 2160513"/>
              <a:gd name="connsiteX29-21219" fmla="*/ 914371 w 2107590"/>
              <a:gd name="connsiteY29-21220" fmla="*/ 511746 h 2160513"/>
              <a:gd name="connsiteX30-21221" fmla="*/ 523846 w 2107590"/>
              <a:gd name="connsiteY30-21222" fmla="*/ 754633 h 2160513"/>
              <a:gd name="connsiteX31-21223" fmla="*/ 783402 w 2107590"/>
              <a:gd name="connsiteY31-21224" fmla="*/ 868932 h 2160513"/>
              <a:gd name="connsiteX32-21225" fmla="*/ 785783 w 2107590"/>
              <a:gd name="connsiteY32-21226" fmla="*/ 1002283 h 2160513"/>
              <a:gd name="connsiteX33-21227" fmla="*/ 373827 w 2107590"/>
              <a:gd name="connsiteY33-21228" fmla="*/ 852264 h 2160513"/>
              <a:gd name="connsiteX34-21229" fmla="*/ 759589 w 2107590"/>
              <a:gd name="connsiteY34-21230" fmla="*/ 416496 h 2160513"/>
              <a:gd name="connsiteX35-21231" fmla="*/ 1378714 w 2107590"/>
              <a:gd name="connsiteY35-21232" fmla="*/ 580802 h 2160513"/>
              <a:gd name="connsiteX36-21233" fmla="*/ 1423958 w 2107590"/>
              <a:gd name="connsiteY36-21234" fmla="*/ 864171 h 2160513"/>
              <a:gd name="connsiteX37-21235" fmla="*/ 1526352 w 2107590"/>
              <a:gd name="connsiteY37-21236" fmla="*/ 771302 h 2160513"/>
              <a:gd name="connsiteX38-21237" fmla="*/ 1643033 w 2107590"/>
              <a:gd name="connsiteY38-21238" fmla="*/ 611758 h 2160513"/>
              <a:gd name="connsiteX39-21239" fmla="*/ 1795433 w 2107590"/>
              <a:gd name="connsiteY39-21240" fmla="*/ 723677 h 2160513"/>
              <a:gd name="connsiteX40-21241" fmla="*/ 1889668 w 2107590"/>
              <a:gd name="connsiteY40-21242" fmla="*/ 1175665 h 2160513"/>
              <a:gd name="connsiteX41-21243" fmla="*/ 1912797 w 2107590"/>
              <a:gd name="connsiteY41-21244" fmla="*/ 1135089 h 2160513"/>
              <a:gd name="connsiteX42-21245" fmla="*/ 1775980 w 2107590"/>
              <a:gd name="connsiteY42-21246" fmla="*/ 1553577 h 2160513"/>
              <a:gd name="connsiteX43-21247" fmla="*/ 1235792 w 2107590"/>
              <a:gd name="connsiteY43-21248" fmla="*/ 1580715 h 2160513"/>
              <a:gd name="connsiteX44-21249" fmla="*/ 1344220 w 2107590"/>
              <a:gd name="connsiteY44-21250" fmla="*/ 1905742 h 2160513"/>
              <a:gd name="connsiteX0-21251" fmla="*/ 1575697 w 2107590"/>
              <a:gd name="connsiteY0-21252" fmla="*/ 2160513 h 2160513"/>
              <a:gd name="connsiteX1-21253" fmla="*/ 956854 w 2107590"/>
              <a:gd name="connsiteY1-21254" fmla="*/ 1258279 h 2160513"/>
              <a:gd name="connsiteX2-21255" fmla="*/ 863892 w 2107590"/>
              <a:gd name="connsiteY2-21256" fmla="*/ 1345253 h 2160513"/>
              <a:gd name="connsiteX3-21257" fmla="*/ 1026241 w 2107590"/>
              <a:gd name="connsiteY3-21258" fmla="*/ 1144473 h 2160513"/>
              <a:gd name="connsiteX4-21259" fmla="*/ 908876 w 2107590"/>
              <a:gd name="connsiteY4-21260" fmla="*/ 743032 h 2160513"/>
              <a:gd name="connsiteX5-21261" fmla="*/ 1054863 w 2107590"/>
              <a:gd name="connsiteY5-21262" fmla="*/ 807021 h 2160513"/>
              <a:gd name="connsiteX6-21263" fmla="*/ 766732 w 2107590"/>
              <a:gd name="connsiteY6-21264" fmla="*/ 928463 h 2160513"/>
              <a:gd name="connsiteX7-21265" fmla="*/ 228569 w 2107590"/>
              <a:gd name="connsiteY7-21266" fmla="*/ 1030857 h 2160513"/>
              <a:gd name="connsiteX8-21267" fmla="*/ 102364 w 2107590"/>
              <a:gd name="connsiteY8-21268" fmla="*/ 578421 h 2160513"/>
              <a:gd name="connsiteX9-21269" fmla="*/ 334972 w 2107590"/>
              <a:gd name="connsiteY9-21270" fmla="*/ 266829 h 2160513"/>
              <a:gd name="connsiteX10-21271" fmla="*/ 754827 w 2107590"/>
              <a:gd name="connsiteY10-21272" fmla="*/ 47401 h 2160513"/>
              <a:gd name="connsiteX11-21273" fmla="*/ 759590 w 2107590"/>
              <a:gd name="connsiteY11-21274" fmla="*/ 95027 h 2160513"/>
              <a:gd name="connsiteX12-21275" fmla="*/ 771497 w 2107590"/>
              <a:gd name="connsiteY12-21276" fmla="*/ 35497 h 2160513"/>
              <a:gd name="connsiteX13-21277" fmla="*/ 1341273 w 2107590"/>
              <a:gd name="connsiteY13-21278" fmla="*/ 79182 h 2160513"/>
              <a:gd name="connsiteX14-21279" fmla="*/ 1369190 w 2107590"/>
              <a:gd name="connsiteY14-21280" fmla="*/ 92646 h 2160513"/>
              <a:gd name="connsiteX15-21281" fmla="*/ 1772045 w 2107590"/>
              <a:gd name="connsiteY15-21282" fmla="*/ 359840 h 2160513"/>
              <a:gd name="connsiteX16-21283" fmla="*/ 1752572 w 2107590"/>
              <a:gd name="connsiteY16-21284" fmla="*/ 342677 h 2160513"/>
              <a:gd name="connsiteX17-21285" fmla="*/ 2013140 w 2107590"/>
              <a:gd name="connsiteY17-21286" fmla="*/ 736265 h 2160513"/>
              <a:gd name="connsiteX18-21287" fmla="*/ 2004983 w 2107590"/>
              <a:gd name="connsiteY18-21288" fmla="*/ 716533 h 2160513"/>
              <a:gd name="connsiteX19-21289" fmla="*/ 2095472 w 2107590"/>
              <a:gd name="connsiteY19-21290" fmla="*/ 1073721 h 2160513"/>
              <a:gd name="connsiteX20-21291" fmla="*/ 1826390 w 2107590"/>
              <a:gd name="connsiteY20-21292" fmla="*/ 1311846 h 2160513"/>
              <a:gd name="connsiteX21-21293" fmla="*/ 1821627 w 2107590"/>
              <a:gd name="connsiteY21-21294" fmla="*/ 1264221 h 2160513"/>
              <a:gd name="connsiteX22-21295" fmla="*/ 1488252 w 2107590"/>
              <a:gd name="connsiteY22-21296" fmla="*/ 1595214 h 2160513"/>
              <a:gd name="connsiteX23-21297" fmla="*/ 1388239 w 2107590"/>
              <a:gd name="connsiteY23-21298" fmla="*/ 1492821 h 2160513"/>
              <a:gd name="connsiteX24-21299" fmla="*/ 1714472 w 2107590"/>
              <a:gd name="connsiteY24-21300" fmla="*/ 1154684 h 2160513"/>
              <a:gd name="connsiteX25-21301" fmla="*/ 1390621 w 2107590"/>
              <a:gd name="connsiteY25-21302" fmla="*/ 1145157 h 2160513"/>
              <a:gd name="connsiteX26-21303" fmla="*/ 1342996 w 2107590"/>
              <a:gd name="connsiteY26-21304" fmla="*/ 1283270 h 2160513"/>
              <a:gd name="connsiteX27-21305" fmla="*/ 1042958 w 2107590"/>
              <a:gd name="connsiteY27-21306" fmla="*/ 983235 h 2160513"/>
              <a:gd name="connsiteX28-21307" fmla="*/ 1309658 w 2107590"/>
              <a:gd name="connsiteY28-21308" fmla="*/ 790352 h 2160513"/>
              <a:gd name="connsiteX29-21309" fmla="*/ 914371 w 2107590"/>
              <a:gd name="connsiteY29-21310" fmla="*/ 511746 h 2160513"/>
              <a:gd name="connsiteX30-21311" fmla="*/ 523846 w 2107590"/>
              <a:gd name="connsiteY30-21312" fmla="*/ 754633 h 2160513"/>
              <a:gd name="connsiteX31-21313" fmla="*/ 783402 w 2107590"/>
              <a:gd name="connsiteY31-21314" fmla="*/ 868932 h 2160513"/>
              <a:gd name="connsiteX32-21315" fmla="*/ 785783 w 2107590"/>
              <a:gd name="connsiteY32-21316" fmla="*/ 1002283 h 2160513"/>
              <a:gd name="connsiteX33-21317" fmla="*/ 373827 w 2107590"/>
              <a:gd name="connsiteY33-21318" fmla="*/ 852264 h 2160513"/>
              <a:gd name="connsiteX34-21319" fmla="*/ 759589 w 2107590"/>
              <a:gd name="connsiteY34-21320" fmla="*/ 416496 h 2160513"/>
              <a:gd name="connsiteX35-21321" fmla="*/ 1378714 w 2107590"/>
              <a:gd name="connsiteY35-21322" fmla="*/ 580802 h 2160513"/>
              <a:gd name="connsiteX36-21323" fmla="*/ 1423958 w 2107590"/>
              <a:gd name="connsiteY36-21324" fmla="*/ 864171 h 2160513"/>
              <a:gd name="connsiteX37-21325" fmla="*/ 1526352 w 2107590"/>
              <a:gd name="connsiteY37-21326" fmla="*/ 771302 h 2160513"/>
              <a:gd name="connsiteX38-21327" fmla="*/ 1643033 w 2107590"/>
              <a:gd name="connsiteY38-21328" fmla="*/ 611758 h 2160513"/>
              <a:gd name="connsiteX39-21329" fmla="*/ 1795433 w 2107590"/>
              <a:gd name="connsiteY39-21330" fmla="*/ 723677 h 2160513"/>
              <a:gd name="connsiteX40-21331" fmla="*/ 1889668 w 2107590"/>
              <a:gd name="connsiteY40-21332" fmla="*/ 1175665 h 2160513"/>
              <a:gd name="connsiteX41-21333" fmla="*/ 1912797 w 2107590"/>
              <a:gd name="connsiteY41-21334" fmla="*/ 1135089 h 2160513"/>
              <a:gd name="connsiteX42-21335" fmla="*/ 1775980 w 2107590"/>
              <a:gd name="connsiteY42-21336" fmla="*/ 1553577 h 2160513"/>
              <a:gd name="connsiteX43-21337" fmla="*/ 1235792 w 2107590"/>
              <a:gd name="connsiteY43-21338" fmla="*/ 1580715 h 2160513"/>
              <a:gd name="connsiteX44-21339" fmla="*/ 1344220 w 2107590"/>
              <a:gd name="connsiteY44-21340" fmla="*/ 1905742 h 2160513"/>
              <a:gd name="connsiteX0-21341" fmla="*/ 1575697 w 2107590"/>
              <a:gd name="connsiteY0-21342" fmla="*/ 2160513 h 2160513"/>
              <a:gd name="connsiteX1-21343" fmla="*/ 956854 w 2107590"/>
              <a:gd name="connsiteY1-21344" fmla="*/ 1258279 h 2160513"/>
              <a:gd name="connsiteX2-21345" fmla="*/ 863892 w 2107590"/>
              <a:gd name="connsiteY2-21346" fmla="*/ 1345253 h 2160513"/>
              <a:gd name="connsiteX3-21347" fmla="*/ 1026241 w 2107590"/>
              <a:gd name="connsiteY3-21348" fmla="*/ 1144473 h 2160513"/>
              <a:gd name="connsiteX4-21349" fmla="*/ 908876 w 2107590"/>
              <a:gd name="connsiteY4-21350" fmla="*/ 743032 h 2160513"/>
              <a:gd name="connsiteX5-21351" fmla="*/ 1054863 w 2107590"/>
              <a:gd name="connsiteY5-21352" fmla="*/ 807021 h 2160513"/>
              <a:gd name="connsiteX6-21353" fmla="*/ 766732 w 2107590"/>
              <a:gd name="connsiteY6-21354" fmla="*/ 928463 h 2160513"/>
              <a:gd name="connsiteX7-21355" fmla="*/ 228569 w 2107590"/>
              <a:gd name="connsiteY7-21356" fmla="*/ 1030857 h 2160513"/>
              <a:gd name="connsiteX8-21357" fmla="*/ 102364 w 2107590"/>
              <a:gd name="connsiteY8-21358" fmla="*/ 578421 h 2160513"/>
              <a:gd name="connsiteX9-21359" fmla="*/ 334972 w 2107590"/>
              <a:gd name="connsiteY9-21360" fmla="*/ 266829 h 2160513"/>
              <a:gd name="connsiteX10-21361" fmla="*/ 754827 w 2107590"/>
              <a:gd name="connsiteY10-21362" fmla="*/ 47401 h 2160513"/>
              <a:gd name="connsiteX11-21363" fmla="*/ 759590 w 2107590"/>
              <a:gd name="connsiteY11-21364" fmla="*/ 95027 h 2160513"/>
              <a:gd name="connsiteX12-21365" fmla="*/ 771497 w 2107590"/>
              <a:gd name="connsiteY12-21366" fmla="*/ 35497 h 2160513"/>
              <a:gd name="connsiteX13-21367" fmla="*/ 1341273 w 2107590"/>
              <a:gd name="connsiteY13-21368" fmla="*/ 79182 h 2160513"/>
              <a:gd name="connsiteX14-21369" fmla="*/ 1369190 w 2107590"/>
              <a:gd name="connsiteY14-21370" fmla="*/ 92646 h 2160513"/>
              <a:gd name="connsiteX15-21371" fmla="*/ 1772045 w 2107590"/>
              <a:gd name="connsiteY15-21372" fmla="*/ 359840 h 2160513"/>
              <a:gd name="connsiteX16-21373" fmla="*/ 1752572 w 2107590"/>
              <a:gd name="connsiteY16-21374" fmla="*/ 342677 h 2160513"/>
              <a:gd name="connsiteX17-21375" fmla="*/ 2013140 w 2107590"/>
              <a:gd name="connsiteY17-21376" fmla="*/ 736265 h 2160513"/>
              <a:gd name="connsiteX18-21377" fmla="*/ 2004983 w 2107590"/>
              <a:gd name="connsiteY18-21378" fmla="*/ 716533 h 2160513"/>
              <a:gd name="connsiteX19-21379" fmla="*/ 2095472 w 2107590"/>
              <a:gd name="connsiteY19-21380" fmla="*/ 1073721 h 2160513"/>
              <a:gd name="connsiteX20-21381" fmla="*/ 1826390 w 2107590"/>
              <a:gd name="connsiteY20-21382" fmla="*/ 1311846 h 2160513"/>
              <a:gd name="connsiteX21-21383" fmla="*/ 1821627 w 2107590"/>
              <a:gd name="connsiteY21-21384" fmla="*/ 1264221 h 2160513"/>
              <a:gd name="connsiteX22-21385" fmla="*/ 1488252 w 2107590"/>
              <a:gd name="connsiteY22-21386" fmla="*/ 1595214 h 2160513"/>
              <a:gd name="connsiteX23-21387" fmla="*/ 1388239 w 2107590"/>
              <a:gd name="connsiteY23-21388" fmla="*/ 1492821 h 2160513"/>
              <a:gd name="connsiteX24-21389" fmla="*/ 1714472 w 2107590"/>
              <a:gd name="connsiteY24-21390" fmla="*/ 1154684 h 2160513"/>
              <a:gd name="connsiteX25-21391" fmla="*/ 1390621 w 2107590"/>
              <a:gd name="connsiteY25-21392" fmla="*/ 1145157 h 2160513"/>
              <a:gd name="connsiteX26-21393" fmla="*/ 1342996 w 2107590"/>
              <a:gd name="connsiteY26-21394" fmla="*/ 1283270 h 2160513"/>
              <a:gd name="connsiteX27-21395" fmla="*/ 1042958 w 2107590"/>
              <a:gd name="connsiteY27-21396" fmla="*/ 983235 h 2160513"/>
              <a:gd name="connsiteX28-21397" fmla="*/ 1309658 w 2107590"/>
              <a:gd name="connsiteY28-21398" fmla="*/ 790352 h 2160513"/>
              <a:gd name="connsiteX29-21399" fmla="*/ 914371 w 2107590"/>
              <a:gd name="connsiteY29-21400" fmla="*/ 511746 h 2160513"/>
              <a:gd name="connsiteX30-21401" fmla="*/ 523846 w 2107590"/>
              <a:gd name="connsiteY30-21402" fmla="*/ 754633 h 2160513"/>
              <a:gd name="connsiteX31-21403" fmla="*/ 783402 w 2107590"/>
              <a:gd name="connsiteY31-21404" fmla="*/ 868932 h 2160513"/>
              <a:gd name="connsiteX32-21405" fmla="*/ 785783 w 2107590"/>
              <a:gd name="connsiteY32-21406" fmla="*/ 1002283 h 2160513"/>
              <a:gd name="connsiteX33-21407" fmla="*/ 373827 w 2107590"/>
              <a:gd name="connsiteY33-21408" fmla="*/ 852264 h 2160513"/>
              <a:gd name="connsiteX34-21409" fmla="*/ 759589 w 2107590"/>
              <a:gd name="connsiteY34-21410" fmla="*/ 416496 h 2160513"/>
              <a:gd name="connsiteX35-21411" fmla="*/ 1378714 w 2107590"/>
              <a:gd name="connsiteY35-21412" fmla="*/ 580802 h 2160513"/>
              <a:gd name="connsiteX36-21413" fmla="*/ 1423958 w 2107590"/>
              <a:gd name="connsiteY36-21414" fmla="*/ 864171 h 2160513"/>
              <a:gd name="connsiteX37-21415" fmla="*/ 1526352 w 2107590"/>
              <a:gd name="connsiteY37-21416" fmla="*/ 771302 h 2160513"/>
              <a:gd name="connsiteX38-21417" fmla="*/ 1643033 w 2107590"/>
              <a:gd name="connsiteY38-21418" fmla="*/ 611758 h 2160513"/>
              <a:gd name="connsiteX39-21419" fmla="*/ 1795433 w 2107590"/>
              <a:gd name="connsiteY39-21420" fmla="*/ 723677 h 2160513"/>
              <a:gd name="connsiteX40-21421" fmla="*/ 1889668 w 2107590"/>
              <a:gd name="connsiteY40-21422" fmla="*/ 1175665 h 2160513"/>
              <a:gd name="connsiteX41-21423" fmla="*/ 1912797 w 2107590"/>
              <a:gd name="connsiteY41-21424" fmla="*/ 1135089 h 2160513"/>
              <a:gd name="connsiteX42-21425" fmla="*/ 1775980 w 2107590"/>
              <a:gd name="connsiteY42-21426" fmla="*/ 1553577 h 2160513"/>
              <a:gd name="connsiteX43-21427" fmla="*/ 1235792 w 2107590"/>
              <a:gd name="connsiteY43-21428" fmla="*/ 1580715 h 2160513"/>
              <a:gd name="connsiteX44-21429" fmla="*/ 1344220 w 2107590"/>
              <a:gd name="connsiteY44-21430" fmla="*/ 1905742 h 2160513"/>
              <a:gd name="connsiteX0-21431" fmla="*/ 1575697 w 2107590"/>
              <a:gd name="connsiteY0-21432" fmla="*/ 2160513 h 2160513"/>
              <a:gd name="connsiteX1-21433" fmla="*/ 956854 w 2107590"/>
              <a:gd name="connsiteY1-21434" fmla="*/ 1258279 h 2160513"/>
              <a:gd name="connsiteX2-21435" fmla="*/ 863892 w 2107590"/>
              <a:gd name="connsiteY2-21436" fmla="*/ 1345253 h 2160513"/>
              <a:gd name="connsiteX3-21437" fmla="*/ 1026241 w 2107590"/>
              <a:gd name="connsiteY3-21438" fmla="*/ 1144473 h 2160513"/>
              <a:gd name="connsiteX4-21439" fmla="*/ 908876 w 2107590"/>
              <a:gd name="connsiteY4-21440" fmla="*/ 743032 h 2160513"/>
              <a:gd name="connsiteX5-21441" fmla="*/ 1054863 w 2107590"/>
              <a:gd name="connsiteY5-21442" fmla="*/ 807021 h 2160513"/>
              <a:gd name="connsiteX6-21443" fmla="*/ 766732 w 2107590"/>
              <a:gd name="connsiteY6-21444" fmla="*/ 928463 h 2160513"/>
              <a:gd name="connsiteX7-21445" fmla="*/ 228569 w 2107590"/>
              <a:gd name="connsiteY7-21446" fmla="*/ 1030857 h 2160513"/>
              <a:gd name="connsiteX8-21447" fmla="*/ 102364 w 2107590"/>
              <a:gd name="connsiteY8-21448" fmla="*/ 578421 h 2160513"/>
              <a:gd name="connsiteX9-21449" fmla="*/ 334972 w 2107590"/>
              <a:gd name="connsiteY9-21450" fmla="*/ 266829 h 2160513"/>
              <a:gd name="connsiteX10-21451" fmla="*/ 754827 w 2107590"/>
              <a:gd name="connsiteY10-21452" fmla="*/ 47401 h 2160513"/>
              <a:gd name="connsiteX11-21453" fmla="*/ 759590 w 2107590"/>
              <a:gd name="connsiteY11-21454" fmla="*/ 95027 h 2160513"/>
              <a:gd name="connsiteX12-21455" fmla="*/ 771497 w 2107590"/>
              <a:gd name="connsiteY12-21456" fmla="*/ 35497 h 2160513"/>
              <a:gd name="connsiteX13-21457" fmla="*/ 1341273 w 2107590"/>
              <a:gd name="connsiteY13-21458" fmla="*/ 79182 h 2160513"/>
              <a:gd name="connsiteX14-21459" fmla="*/ 1369190 w 2107590"/>
              <a:gd name="connsiteY14-21460" fmla="*/ 92646 h 2160513"/>
              <a:gd name="connsiteX15-21461" fmla="*/ 1772045 w 2107590"/>
              <a:gd name="connsiteY15-21462" fmla="*/ 359840 h 2160513"/>
              <a:gd name="connsiteX16-21463" fmla="*/ 1752572 w 2107590"/>
              <a:gd name="connsiteY16-21464" fmla="*/ 342677 h 2160513"/>
              <a:gd name="connsiteX17-21465" fmla="*/ 2013140 w 2107590"/>
              <a:gd name="connsiteY17-21466" fmla="*/ 736265 h 2160513"/>
              <a:gd name="connsiteX18-21467" fmla="*/ 2004983 w 2107590"/>
              <a:gd name="connsiteY18-21468" fmla="*/ 716533 h 2160513"/>
              <a:gd name="connsiteX19-21469" fmla="*/ 2095472 w 2107590"/>
              <a:gd name="connsiteY19-21470" fmla="*/ 1073721 h 2160513"/>
              <a:gd name="connsiteX20-21471" fmla="*/ 1826390 w 2107590"/>
              <a:gd name="connsiteY20-21472" fmla="*/ 1311846 h 2160513"/>
              <a:gd name="connsiteX21-21473" fmla="*/ 1821627 w 2107590"/>
              <a:gd name="connsiteY21-21474" fmla="*/ 1264221 h 2160513"/>
              <a:gd name="connsiteX22-21475" fmla="*/ 1488252 w 2107590"/>
              <a:gd name="connsiteY22-21476" fmla="*/ 1595214 h 2160513"/>
              <a:gd name="connsiteX23-21477" fmla="*/ 1388239 w 2107590"/>
              <a:gd name="connsiteY23-21478" fmla="*/ 1492821 h 2160513"/>
              <a:gd name="connsiteX24-21479" fmla="*/ 1714472 w 2107590"/>
              <a:gd name="connsiteY24-21480" fmla="*/ 1154684 h 2160513"/>
              <a:gd name="connsiteX25-21481" fmla="*/ 1390621 w 2107590"/>
              <a:gd name="connsiteY25-21482" fmla="*/ 1145157 h 2160513"/>
              <a:gd name="connsiteX26-21483" fmla="*/ 1342996 w 2107590"/>
              <a:gd name="connsiteY26-21484" fmla="*/ 1283270 h 2160513"/>
              <a:gd name="connsiteX27-21485" fmla="*/ 1042958 w 2107590"/>
              <a:gd name="connsiteY27-21486" fmla="*/ 983235 h 2160513"/>
              <a:gd name="connsiteX28-21487" fmla="*/ 1309658 w 2107590"/>
              <a:gd name="connsiteY28-21488" fmla="*/ 790352 h 2160513"/>
              <a:gd name="connsiteX29-21489" fmla="*/ 914371 w 2107590"/>
              <a:gd name="connsiteY29-21490" fmla="*/ 511746 h 2160513"/>
              <a:gd name="connsiteX30-21491" fmla="*/ 523846 w 2107590"/>
              <a:gd name="connsiteY30-21492" fmla="*/ 754633 h 2160513"/>
              <a:gd name="connsiteX31-21493" fmla="*/ 783402 w 2107590"/>
              <a:gd name="connsiteY31-21494" fmla="*/ 868932 h 2160513"/>
              <a:gd name="connsiteX32-21495" fmla="*/ 785783 w 2107590"/>
              <a:gd name="connsiteY32-21496" fmla="*/ 1002283 h 2160513"/>
              <a:gd name="connsiteX33-21497" fmla="*/ 373827 w 2107590"/>
              <a:gd name="connsiteY33-21498" fmla="*/ 852264 h 2160513"/>
              <a:gd name="connsiteX34-21499" fmla="*/ 759589 w 2107590"/>
              <a:gd name="connsiteY34-21500" fmla="*/ 416496 h 2160513"/>
              <a:gd name="connsiteX35-21501" fmla="*/ 1397764 w 2107590"/>
              <a:gd name="connsiteY35-21502" fmla="*/ 606996 h 2160513"/>
              <a:gd name="connsiteX36-21503" fmla="*/ 1423958 w 2107590"/>
              <a:gd name="connsiteY36-21504" fmla="*/ 864171 h 2160513"/>
              <a:gd name="connsiteX37-21505" fmla="*/ 1526352 w 2107590"/>
              <a:gd name="connsiteY37-21506" fmla="*/ 771302 h 2160513"/>
              <a:gd name="connsiteX38-21507" fmla="*/ 1643033 w 2107590"/>
              <a:gd name="connsiteY38-21508" fmla="*/ 611758 h 2160513"/>
              <a:gd name="connsiteX39-21509" fmla="*/ 1795433 w 2107590"/>
              <a:gd name="connsiteY39-21510" fmla="*/ 723677 h 2160513"/>
              <a:gd name="connsiteX40-21511" fmla="*/ 1889668 w 2107590"/>
              <a:gd name="connsiteY40-21512" fmla="*/ 1175665 h 2160513"/>
              <a:gd name="connsiteX41-21513" fmla="*/ 1912797 w 2107590"/>
              <a:gd name="connsiteY41-21514" fmla="*/ 1135089 h 2160513"/>
              <a:gd name="connsiteX42-21515" fmla="*/ 1775980 w 2107590"/>
              <a:gd name="connsiteY42-21516" fmla="*/ 1553577 h 2160513"/>
              <a:gd name="connsiteX43-21517" fmla="*/ 1235792 w 2107590"/>
              <a:gd name="connsiteY43-21518" fmla="*/ 1580715 h 2160513"/>
              <a:gd name="connsiteX44-21519" fmla="*/ 1344220 w 2107590"/>
              <a:gd name="connsiteY44-21520" fmla="*/ 1905742 h 2160513"/>
              <a:gd name="connsiteX0-21521" fmla="*/ 1575697 w 2107590"/>
              <a:gd name="connsiteY0-21522" fmla="*/ 2160513 h 2160513"/>
              <a:gd name="connsiteX1-21523" fmla="*/ 956854 w 2107590"/>
              <a:gd name="connsiteY1-21524" fmla="*/ 1258279 h 2160513"/>
              <a:gd name="connsiteX2-21525" fmla="*/ 863892 w 2107590"/>
              <a:gd name="connsiteY2-21526" fmla="*/ 1345253 h 2160513"/>
              <a:gd name="connsiteX3-21527" fmla="*/ 1026241 w 2107590"/>
              <a:gd name="connsiteY3-21528" fmla="*/ 1144473 h 2160513"/>
              <a:gd name="connsiteX4-21529" fmla="*/ 908876 w 2107590"/>
              <a:gd name="connsiteY4-21530" fmla="*/ 743032 h 2160513"/>
              <a:gd name="connsiteX5-21531" fmla="*/ 1054863 w 2107590"/>
              <a:gd name="connsiteY5-21532" fmla="*/ 807021 h 2160513"/>
              <a:gd name="connsiteX6-21533" fmla="*/ 766732 w 2107590"/>
              <a:gd name="connsiteY6-21534" fmla="*/ 928463 h 2160513"/>
              <a:gd name="connsiteX7-21535" fmla="*/ 228569 w 2107590"/>
              <a:gd name="connsiteY7-21536" fmla="*/ 1030857 h 2160513"/>
              <a:gd name="connsiteX8-21537" fmla="*/ 102364 w 2107590"/>
              <a:gd name="connsiteY8-21538" fmla="*/ 578421 h 2160513"/>
              <a:gd name="connsiteX9-21539" fmla="*/ 334972 w 2107590"/>
              <a:gd name="connsiteY9-21540" fmla="*/ 266829 h 2160513"/>
              <a:gd name="connsiteX10-21541" fmla="*/ 754827 w 2107590"/>
              <a:gd name="connsiteY10-21542" fmla="*/ 47401 h 2160513"/>
              <a:gd name="connsiteX11-21543" fmla="*/ 759590 w 2107590"/>
              <a:gd name="connsiteY11-21544" fmla="*/ 95027 h 2160513"/>
              <a:gd name="connsiteX12-21545" fmla="*/ 771497 w 2107590"/>
              <a:gd name="connsiteY12-21546" fmla="*/ 35497 h 2160513"/>
              <a:gd name="connsiteX13-21547" fmla="*/ 1341273 w 2107590"/>
              <a:gd name="connsiteY13-21548" fmla="*/ 79182 h 2160513"/>
              <a:gd name="connsiteX14-21549" fmla="*/ 1369190 w 2107590"/>
              <a:gd name="connsiteY14-21550" fmla="*/ 92646 h 2160513"/>
              <a:gd name="connsiteX15-21551" fmla="*/ 1772045 w 2107590"/>
              <a:gd name="connsiteY15-21552" fmla="*/ 359840 h 2160513"/>
              <a:gd name="connsiteX16-21553" fmla="*/ 1752572 w 2107590"/>
              <a:gd name="connsiteY16-21554" fmla="*/ 342677 h 2160513"/>
              <a:gd name="connsiteX17-21555" fmla="*/ 2013140 w 2107590"/>
              <a:gd name="connsiteY17-21556" fmla="*/ 736265 h 2160513"/>
              <a:gd name="connsiteX18-21557" fmla="*/ 2004983 w 2107590"/>
              <a:gd name="connsiteY18-21558" fmla="*/ 716533 h 2160513"/>
              <a:gd name="connsiteX19-21559" fmla="*/ 2095472 w 2107590"/>
              <a:gd name="connsiteY19-21560" fmla="*/ 1073721 h 2160513"/>
              <a:gd name="connsiteX20-21561" fmla="*/ 1826390 w 2107590"/>
              <a:gd name="connsiteY20-21562" fmla="*/ 1311846 h 2160513"/>
              <a:gd name="connsiteX21-21563" fmla="*/ 1821627 w 2107590"/>
              <a:gd name="connsiteY21-21564" fmla="*/ 1264221 h 2160513"/>
              <a:gd name="connsiteX22-21565" fmla="*/ 1488252 w 2107590"/>
              <a:gd name="connsiteY22-21566" fmla="*/ 1595214 h 2160513"/>
              <a:gd name="connsiteX23-21567" fmla="*/ 1388239 w 2107590"/>
              <a:gd name="connsiteY23-21568" fmla="*/ 1492821 h 2160513"/>
              <a:gd name="connsiteX24-21569" fmla="*/ 1714472 w 2107590"/>
              <a:gd name="connsiteY24-21570" fmla="*/ 1154684 h 2160513"/>
              <a:gd name="connsiteX25-21571" fmla="*/ 1390621 w 2107590"/>
              <a:gd name="connsiteY25-21572" fmla="*/ 1145157 h 2160513"/>
              <a:gd name="connsiteX26-21573" fmla="*/ 1342996 w 2107590"/>
              <a:gd name="connsiteY26-21574" fmla="*/ 1283270 h 2160513"/>
              <a:gd name="connsiteX27-21575" fmla="*/ 1042958 w 2107590"/>
              <a:gd name="connsiteY27-21576" fmla="*/ 983235 h 2160513"/>
              <a:gd name="connsiteX28-21577" fmla="*/ 1309658 w 2107590"/>
              <a:gd name="connsiteY28-21578" fmla="*/ 790352 h 2160513"/>
              <a:gd name="connsiteX29-21579" fmla="*/ 914371 w 2107590"/>
              <a:gd name="connsiteY29-21580" fmla="*/ 511746 h 2160513"/>
              <a:gd name="connsiteX30-21581" fmla="*/ 523846 w 2107590"/>
              <a:gd name="connsiteY30-21582" fmla="*/ 754633 h 2160513"/>
              <a:gd name="connsiteX31-21583" fmla="*/ 783402 w 2107590"/>
              <a:gd name="connsiteY31-21584" fmla="*/ 868932 h 2160513"/>
              <a:gd name="connsiteX32-21585" fmla="*/ 785783 w 2107590"/>
              <a:gd name="connsiteY32-21586" fmla="*/ 1002283 h 2160513"/>
              <a:gd name="connsiteX33-21587" fmla="*/ 373827 w 2107590"/>
              <a:gd name="connsiteY33-21588" fmla="*/ 852264 h 2160513"/>
              <a:gd name="connsiteX34-21589" fmla="*/ 759589 w 2107590"/>
              <a:gd name="connsiteY34-21590" fmla="*/ 416496 h 2160513"/>
              <a:gd name="connsiteX35-21591" fmla="*/ 1397764 w 2107590"/>
              <a:gd name="connsiteY35-21592" fmla="*/ 606996 h 2160513"/>
              <a:gd name="connsiteX36-21593" fmla="*/ 1423958 w 2107590"/>
              <a:gd name="connsiteY36-21594" fmla="*/ 864171 h 2160513"/>
              <a:gd name="connsiteX37-21595" fmla="*/ 1526352 w 2107590"/>
              <a:gd name="connsiteY37-21596" fmla="*/ 771302 h 2160513"/>
              <a:gd name="connsiteX38-21597" fmla="*/ 1643033 w 2107590"/>
              <a:gd name="connsiteY38-21598" fmla="*/ 611758 h 2160513"/>
              <a:gd name="connsiteX39-21599" fmla="*/ 1795433 w 2107590"/>
              <a:gd name="connsiteY39-21600" fmla="*/ 723677 h 2160513"/>
              <a:gd name="connsiteX40-21601" fmla="*/ 1889668 w 2107590"/>
              <a:gd name="connsiteY40-21602" fmla="*/ 1175665 h 2160513"/>
              <a:gd name="connsiteX41-21603" fmla="*/ 1912797 w 2107590"/>
              <a:gd name="connsiteY41-21604" fmla="*/ 1135089 h 2160513"/>
              <a:gd name="connsiteX42-21605" fmla="*/ 1775980 w 2107590"/>
              <a:gd name="connsiteY42-21606" fmla="*/ 1553577 h 2160513"/>
              <a:gd name="connsiteX43-21607" fmla="*/ 1235792 w 2107590"/>
              <a:gd name="connsiteY43-21608" fmla="*/ 1580715 h 2160513"/>
              <a:gd name="connsiteX44-21609" fmla="*/ 1344220 w 2107590"/>
              <a:gd name="connsiteY44-21610" fmla="*/ 1905742 h 2160513"/>
              <a:gd name="connsiteX0-21611" fmla="*/ 1575697 w 2107590"/>
              <a:gd name="connsiteY0-21612" fmla="*/ 2160513 h 2160513"/>
              <a:gd name="connsiteX1-21613" fmla="*/ 956854 w 2107590"/>
              <a:gd name="connsiteY1-21614" fmla="*/ 1258279 h 2160513"/>
              <a:gd name="connsiteX2-21615" fmla="*/ 863892 w 2107590"/>
              <a:gd name="connsiteY2-21616" fmla="*/ 1345253 h 2160513"/>
              <a:gd name="connsiteX3-21617" fmla="*/ 1026241 w 2107590"/>
              <a:gd name="connsiteY3-21618" fmla="*/ 1144473 h 2160513"/>
              <a:gd name="connsiteX4-21619" fmla="*/ 908876 w 2107590"/>
              <a:gd name="connsiteY4-21620" fmla="*/ 743032 h 2160513"/>
              <a:gd name="connsiteX5-21621" fmla="*/ 1054863 w 2107590"/>
              <a:gd name="connsiteY5-21622" fmla="*/ 807021 h 2160513"/>
              <a:gd name="connsiteX6-21623" fmla="*/ 766732 w 2107590"/>
              <a:gd name="connsiteY6-21624" fmla="*/ 928463 h 2160513"/>
              <a:gd name="connsiteX7-21625" fmla="*/ 228569 w 2107590"/>
              <a:gd name="connsiteY7-21626" fmla="*/ 1030857 h 2160513"/>
              <a:gd name="connsiteX8-21627" fmla="*/ 102364 w 2107590"/>
              <a:gd name="connsiteY8-21628" fmla="*/ 578421 h 2160513"/>
              <a:gd name="connsiteX9-21629" fmla="*/ 334972 w 2107590"/>
              <a:gd name="connsiteY9-21630" fmla="*/ 266829 h 2160513"/>
              <a:gd name="connsiteX10-21631" fmla="*/ 754827 w 2107590"/>
              <a:gd name="connsiteY10-21632" fmla="*/ 47401 h 2160513"/>
              <a:gd name="connsiteX11-21633" fmla="*/ 759590 w 2107590"/>
              <a:gd name="connsiteY11-21634" fmla="*/ 95027 h 2160513"/>
              <a:gd name="connsiteX12-21635" fmla="*/ 771497 w 2107590"/>
              <a:gd name="connsiteY12-21636" fmla="*/ 35497 h 2160513"/>
              <a:gd name="connsiteX13-21637" fmla="*/ 1341273 w 2107590"/>
              <a:gd name="connsiteY13-21638" fmla="*/ 79182 h 2160513"/>
              <a:gd name="connsiteX14-21639" fmla="*/ 1369190 w 2107590"/>
              <a:gd name="connsiteY14-21640" fmla="*/ 92646 h 2160513"/>
              <a:gd name="connsiteX15-21641" fmla="*/ 1772045 w 2107590"/>
              <a:gd name="connsiteY15-21642" fmla="*/ 359840 h 2160513"/>
              <a:gd name="connsiteX16-21643" fmla="*/ 1752572 w 2107590"/>
              <a:gd name="connsiteY16-21644" fmla="*/ 342677 h 2160513"/>
              <a:gd name="connsiteX17-21645" fmla="*/ 2013140 w 2107590"/>
              <a:gd name="connsiteY17-21646" fmla="*/ 736265 h 2160513"/>
              <a:gd name="connsiteX18-21647" fmla="*/ 2004983 w 2107590"/>
              <a:gd name="connsiteY18-21648" fmla="*/ 716533 h 2160513"/>
              <a:gd name="connsiteX19-21649" fmla="*/ 2095472 w 2107590"/>
              <a:gd name="connsiteY19-21650" fmla="*/ 1073721 h 2160513"/>
              <a:gd name="connsiteX20-21651" fmla="*/ 1826390 w 2107590"/>
              <a:gd name="connsiteY20-21652" fmla="*/ 1311846 h 2160513"/>
              <a:gd name="connsiteX21-21653" fmla="*/ 1821627 w 2107590"/>
              <a:gd name="connsiteY21-21654" fmla="*/ 1264221 h 2160513"/>
              <a:gd name="connsiteX22-21655" fmla="*/ 1488252 w 2107590"/>
              <a:gd name="connsiteY22-21656" fmla="*/ 1595214 h 2160513"/>
              <a:gd name="connsiteX23-21657" fmla="*/ 1388239 w 2107590"/>
              <a:gd name="connsiteY23-21658" fmla="*/ 1492821 h 2160513"/>
              <a:gd name="connsiteX24-21659" fmla="*/ 1714472 w 2107590"/>
              <a:gd name="connsiteY24-21660" fmla="*/ 1154684 h 2160513"/>
              <a:gd name="connsiteX25-21661" fmla="*/ 1390621 w 2107590"/>
              <a:gd name="connsiteY25-21662" fmla="*/ 1145157 h 2160513"/>
              <a:gd name="connsiteX26-21663" fmla="*/ 1342996 w 2107590"/>
              <a:gd name="connsiteY26-21664" fmla="*/ 1283270 h 2160513"/>
              <a:gd name="connsiteX27-21665" fmla="*/ 1042958 w 2107590"/>
              <a:gd name="connsiteY27-21666" fmla="*/ 983235 h 2160513"/>
              <a:gd name="connsiteX28-21667" fmla="*/ 1309658 w 2107590"/>
              <a:gd name="connsiteY28-21668" fmla="*/ 790352 h 2160513"/>
              <a:gd name="connsiteX29-21669" fmla="*/ 914371 w 2107590"/>
              <a:gd name="connsiteY29-21670" fmla="*/ 511746 h 2160513"/>
              <a:gd name="connsiteX30-21671" fmla="*/ 523846 w 2107590"/>
              <a:gd name="connsiteY30-21672" fmla="*/ 754633 h 2160513"/>
              <a:gd name="connsiteX31-21673" fmla="*/ 783402 w 2107590"/>
              <a:gd name="connsiteY31-21674" fmla="*/ 868932 h 2160513"/>
              <a:gd name="connsiteX32-21675" fmla="*/ 785783 w 2107590"/>
              <a:gd name="connsiteY32-21676" fmla="*/ 1002283 h 2160513"/>
              <a:gd name="connsiteX33-21677" fmla="*/ 373827 w 2107590"/>
              <a:gd name="connsiteY33-21678" fmla="*/ 852264 h 2160513"/>
              <a:gd name="connsiteX34-21679" fmla="*/ 759589 w 2107590"/>
              <a:gd name="connsiteY34-21680" fmla="*/ 416496 h 2160513"/>
              <a:gd name="connsiteX35-21681" fmla="*/ 1397764 w 2107590"/>
              <a:gd name="connsiteY35-21682" fmla="*/ 606996 h 2160513"/>
              <a:gd name="connsiteX36-21683" fmla="*/ 1423958 w 2107590"/>
              <a:gd name="connsiteY36-21684" fmla="*/ 864171 h 2160513"/>
              <a:gd name="connsiteX37-21685" fmla="*/ 1526352 w 2107590"/>
              <a:gd name="connsiteY37-21686" fmla="*/ 771302 h 2160513"/>
              <a:gd name="connsiteX38-21687" fmla="*/ 1643033 w 2107590"/>
              <a:gd name="connsiteY38-21688" fmla="*/ 611758 h 2160513"/>
              <a:gd name="connsiteX39-21689" fmla="*/ 1795433 w 2107590"/>
              <a:gd name="connsiteY39-21690" fmla="*/ 723677 h 2160513"/>
              <a:gd name="connsiteX40-21691" fmla="*/ 1889668 w 2107590"/>
              <a:gd name="connsiteY40-21692" fmla="*/ 1175665 h 2160513"/>
              <a:gd name="connsiteX41-21693" fmla="*/ 1912797 w 2107590"/>
              <a:gd name="connsiteY41-21694" fmla="*/ 1135089 h 2160513"/>
              <a:gd name="connsiteX42-21695" fmla="*/ 1775980 w 2107590"/>
              <a:gd name="connsiteY42-21696" fmla="*/ 1553577 h 2160513"/>
              <a:gd name="connsiteX43-21697" fmla="*/ 1235792 w 2107590"/>
              <a:gd name="connsiteY43-21698" fmla="*/ 1580715 h 2160513"/>
              <a:gd name="connsiteX44-21699" fmla="*/ 1344220 w 2107590"/>
              <a:gd name="connsiteY44-21700" fmla="*/ 1905742 h 2160513"/>
              <a:gd name="connsiteX0-21701" fmla="*/ 1575697 w 2107590"/>
              <a:gd name="connsiteY0-21702" fmla="*/ 2160513 h 2160513"/>
              <a:gd name="connsiteX1-21703" fmla="*/ 956854 w 2107590"/>
              <a:gd name="connsiteY1-21704" fmla="*/ 1258279 h 2160513"/>
              <a:gd name="connsiteX2-21705" fmla="*/ 863892 w 2107590"/>
              <a:gd name="connsiteY2-21706" fmla="*/ 1345253 h 2160513"/>
              <a:gd name="connsiteX3-21707" fmla="*/ 1026241 w 2107590"/>
              <a:gd name="connsiteY3-21708" fmla="*/ 1144473 h 2160513"/>
              <a:gd name="connsiteX4-21709" fmla="*/ 908876 w 2107590"/>
              <a:gd name="connsiteY4-21710" fmla="*/ 743032 h 2160513"/>
              <a:gd name="connsiteX5-21711" fmla="*/ 1054863 w 2107590"/>
              <a:gd name="connsiteY5-21712" fmla="*/ 807021 h 2160513"/>
              <a:gd name="connsiteX6-21713" fmla="*/ 766732 w 2107590"/>
              <a:gd name="connsiteY6-21714" fmla="*/ 928463 h 2160513"/>
              <a:gd name="connsiteX7-21715" fmla="*/ 228569 w 2107590"/>
              <a:gd name="connsiteY7-21716" fmla="*/ 1030857 h 2160513"/>
              <a:gd name="connsiteX8-21717" fmla="*/ 102364 w 2107590"/>
              <a:gd name="connsiteY8-21718" fmla="*/ 578421 h 2160513"/>
              <a:gd name="connsiteX9-21719" fmla="*/ 334972 w 2107590"/>
              <a:gd name="connsiteY9-21720" fmla="*/ 266829 h 2160513"/>
              <a:gd name="connsiteX10-21721" fmla="*/ 754827 w 2107590"/>
              <a:gd name="connsiteY10-21722" fmla="*/ 47401 h 2160513"/>
              <a:gd name="connsiteX11-21723" fmla="*/ 759590 w 2107590"/>
              <a:gd name="connsiteY11-21724" fmla="*/ 95027 h 2160513"/>
              <a:gd name="connsiteX12-21725" fmla="*/ 771497 w 2107590"/>
              <a:gd name="connsiteY12-21726" fmla="*/ 35497 h 2160513"/>
              <a:gd name="connsiteX13-21727" fmla="*/ 1341273 w 2107590"/>
              <a:gd name="connsiteY13-21728" fmla="*/ 79182 h 2160513"/>
              <a:gd name="connsiteX14-21729" fmla="*/ 1369190 w 2107590"/>
              <a:gd name="connsiteY14-21730" fmla="*/ 92646 h 2160513"/>
              <a:gd name="connsiteX15-21731" fmla="*/ 1772045 w 2107590"/>
              <a:gd name="connsiteY15-21732" fmla="*/ 359840 h 2160513"/>
              <a:gd name="connsiteX16-21733" fmla="*/ 1752572 w 2107590"/>
              <a:gd name="connsiteY16-21734" fmla="*/ 342677 h 2160513"/>
              <a:gd name="connsiteX17-21735" fmla="*/ 2013140 w 2107590"/>
              <a:gd name="connsiteY17-21736" fmla="*/ 736265 h 2160513"/>
              <a:gd name="connsiteX18-21737" fmla="*/ 2004983 w 2107590"/>
              <a:gd name="connsiteY18-21738" fmla="*/ 716533 h 2160513"/>
              <a:gd name="connsiteX19-21739" fmla="*/ 2095472 w 2107590"/>
              <a:gd name="connsiteY19-21740" fmla="*/ 1073721 h 2160513"/>
              <a:gd name="connsiteX20-21741" fmla="*/ 1826390 w 2107590"/>
              <a:gd name="connsiteY20-21742" fmla="*/ 1311846 h 2160513"/>
              <a:gd name="connsiteX21-21743" fmla="*/ 1821627 w 2107590"/>
              <a:gd name="connsiteY21-21744" fmla="*/ 1264221 h 2160513"/>
              <a:gd name="connsiteX22-21745" fmla="*/ 1488252 w 2107590"/>
              <a:gd name="connsiteY22-21746" fmla="*/ 1595214 h 2160513"/>
              <a:gd name="connsiteX23-21747" fmla="*/ 1388239 w 2107590"/>
              <a:gd name="connsiteY23-21748" fmla="*/ 1492821 h 2160513"/>
              <a:gd name="connsiteX24-21749" fmla="*/ 1714472 w 2107590"/>
              <a:gd name="connsiteY24-21750" fmla="*/ 1154684 h 2160513"/>
              <a:gd name="connsiteX25-21751" fmla="*/ 1390621 w 2107590"/>
              <a:gd name="connsiteY25-21752" fmla="*/ 1145157 h 2160513"/>
              <a:gd name="connsiteX26-21753" fmla="*/ 1342996 w 2107590"/>
              <a:gd name="connsiteY26-21754" fmla="*/ 1283270 h 2160513"/>
              <a:gd name="connsiteX27-21755" fmla="*/ 1042958 w 2107590"/>
              <a:gd name="connsiteY27-21756" fmla="*/ 983235 h 2160513"/>
              <a:gd name="connsiteX28-21757" fmla="*/ 1309658 w 2107590"/>
              <a:gd name="connsiteY28-21758" fmla="*/ 790352 h 2160513"/>
              <a:gd name="connsiteX29-21759" fmla="*/ 914371 w 2107590"/>
              <a:gd name="connsiteY29-21760" fmla="*/ 511746 h 2160513"/>
              <a:gd name="connsiteX30-21761" fmla="*/ 523846 w 2107590"/>
              <a:gd name="connsiteY30-21762" fmla="*/ 754633 h 2160513"/>
              <a:gd name="connsiteX31-21763" fmla="*/ 783402 w 2107590"/>
              <a:gd name="connsiteY31-21764" fmla="*/ 868932 h 2160513"/>
              <a:gd name="connsiteX32-21765" fmla="*/ 785783 w 2107590"/>
              <a:gd name="connsiteY32-21766" fmla="*/ 1002283 h 2160513"/>
              <a:gd name="connsiteX33-21767" fmla="*/ 373827 w 2107590"/>
              <a:gd name="connsiteY33-21768" fmla="*/ 852264 h 2160513"/>
              <a:gd name="connsiteX34-21769" fmla="*/ 759589 w 2107590"/>
              <a:gd name="connsiteY34-21770" fmla="*/ 416496 h 2160513"/>
              <a:gd name="connsiteX35-21771" fmla="*/ 1397764 w 2107590"/>
              <a:gd name="connsiteY35-21772" fmla="*/ 606996 h 2160513"/>
              <a:gd name="connsiteX36-21773" fmla="*/ 1423958 w 2107590"/>
              <a:gd name="connsiteY36-21774" fmla="*/ 864171 h 2160513"/>
              <a:gd name="connsiteX37-21775" fmla="*/ 1526352 w 2107590"/>
              <a:gd name="connsiteY37-21776" fmla="*/ 771302 h 2160513"/>
              <a:gd name="connsiteX38-21777" fmla="*/ 1643033 w 2107590"/>
              <a:gd name="connsiteY38-21778" fmla="*/ 611758 h 2160513"/>
              <a:gd name="connsiteX39-21779" fmla="*/ 1795433 w 2107590"/>
              <a:gd name="connsiteY39-21780" fmla="*/ 723677 h 2160513"/>
              <a:gd name="connsiteX40-21781" fmla="*/ 1889668 w 2107590"/>
              <a:gd name="connsiteY40-21782" fmla="*/ 1175665 h 2160513"/>
              <a:gd name="connsiteX41-21783" fmla="*/ 1912797 w 2107590"/>
              <a:gd name="connsiteY41-21784" fmla="*/ 1135089 h 2160513"/>
              <a:gd name="connsiteX42-21785" fmla="*/ 1775980 w 2107590"/>
              <a:gd name="connsiteY42-21786" fmla="*/ 1553577 h 2160513"/>
              <a:gd name="connsiteX43-21787" fmla="*/ 1235792 w 2107590"/>
              <a:gd name="connsiteY43-21788" fmla="*/ 1580715 h 2160513"/>
              <a:gd name="connsiteX44-21789" fmla="*/ 1344220 w 2107590"/>
              <a:gd name="connsiteY44-21790" fmla="*/ 1905742 h 2160513"/>
              <a:gd name="connsiteX0-21791" fmla="*/ 1575697 w 2107590"/>
              <a:gd name="connsiteY0-21792" fmla="*/ 2160513 h 2160513"/>
              <a:gd name="connsiteX1-21793" fmla="*/ 956854 w 2107590"/>
              <a:gd name="connsiteY1-21794" fmla="*/ 1258279 h 2160513"/>
              <a:gd name="connsiteX2-21795" fmla="*/ 863892 w 2107590"/>
              <a:gd name="connsiteY2-21796" fmla="*/ 1345253 h 2160513"/>
              <a:gd name="connsiteX3-21797" fmla="*/ 1026241 w 2107590"/>
              <a:gd name="connsiteY3-21798" fmla="*/ 1144473 h 2160513"/>
              <a:gd name="connsiteX4-21799" fmla="*/ 908876 w 2107590"/>
              <a:gd name="connsiteY4-21800" fmla="*/ 743032 h 2160513"/>
              <a:gd name="connsiteX5-21801" fmla="*/ 1054863 w 2107590"/>
              <a:gd name="connsiteY5-21802" fmla="*/ 807021 h 2160513"/>
              <a:gd name="connsiteX6-21803" fmla="*/ 766732 w 2107590"/>
              <a:gd name="connsiteY6-21804" fmla="*/ 928463 h 2160513"/>
              <a:gd name="connsiteX7-21805" fmla="*/ 228569 w 2107590"/>
              <a:gd name="connsiteY7-21806" fmla="*/ 1030857 h 2160513"/>
              <a:gd name="connsiteX8-21807" fmla="*/ 102364 w 2107590"/>
              <a:gd name="connsiteY8-21808" fmla="*/ 578421 h 2160513"/>
              <a:gd name="connsiteX9-21809" fmla="*/ 334972 w 2107590"/>
              <a:gd name="connsiteY9-21810" fmla="*/ 266829 h 2160513"/>
              <a:gd name="connsiteX10-21811" fmla="*/ 754827 w 2107590"/>
              <a:gd name="connsiteY10-21812" fmla="*/ 47401 h 2160513"/>
              <a:gd name="connsiteX11-21813" fmla="*/ 759590 w 2107590"/>
              <a:gd name="connsiteY11-21814" fmla="*/ 95027 h 2160513"/>
              <a:gd name="connsiteX12-21815" fmla="*/ 771497 w 2107590"/>
              <a:gd name="connsiteY12-21816" fmla="*/ 35497 h 2160513"/>
              <a:gd name="connsiteX13-21817" fmla="*/ 1341273 w 2107590"/>
              <a:gd name="connsiteY13-21818" fmla="*/ 79182 h 2160513"/>
              <a:gd name="connsiteX14-21819" fmla="*/ 1369190 w 2107590"/>
              <a:gd name="connsiteY14-21820" fmla="*/ 92646 h 2160513"/>
              <a:gd name="connsiteX15-21821" fmla="*/ 1772045 w 2107590"/>
              <a:gd name="connsiteY15-21822" fmla="*/ 359840 h 2160513"/>
              <a:gd name="connsiteX16-21823" fmla="*/ 1752572 w 2107590"/>
              <a:gd name="connsiteY16-21824" fmla="*/ 342677 h 2160513"/>
              <a:gd name="connsiteX17-21825" fmla="*/ 2013140 w 2107590"/>
              <a:gd name="connsiteY17-21826" fmla="*/ 736265 h 2160513"/>
              <a:gd name="connsiteX18-21827" fmla="*/ 2004983 w 2107590"/>
              <a:gd name="connsiteY18-21828" fmla="*/ 716533 h 2160513"/>
              <a:gd name="connsiteX19-21829" fmla="*/ 2095472 w 2107590"/>
              <a:gd name="connsiteY19-21830" fmla="*/ 1073721 h 2160513"/>
              <a:gd name="connsiteX20-21831" fmla="*/ 1826390 w 2107590"/>
              <a:gd name="connsiteY20-21832" fmla="*/ 1311846 h 2160513"/>
              <a:gd name="connsiteX21-21833" fmla="*/ 1821627 w 2107590"/>
              <a:gd name="connsiteY21-21834" fmla="*/ 1264221 h 2160513"/>
              <a:gd name="connsiteX22-21835" fmla="*/ 1488252 w 2107590"/>
              <a:gd name="connsiteY22-21836" fmla="*/ 1595214 h 2160513"/>
              <a:gd name="connsiteX23-21837" fmla="*/ 1388239 w 2107590"/>
              <a:gd name="connsiteY23-21838" fmla="*/ 1492821 h 2160513"/>
              <a:gd name="connsiteX24-21839" fmla="*/ 1714472 w 2107590"/>
              <a:gd name="connsiteY24-21840" fmla="*/ 1154684 h 2160513"/>
              <a:gd name="connsiteX25-21841" fmla="*/ 1390621 w 2107590"/>
              <a:gd name="connsiteY25-21842" fmla="*/ 1145157 h 2160513"/>
              <a:gd name="connsiteX26-21843" fmla="*/ 1342996 w 2107590"/>
              <a:gd name="connsiteY26-21844" fmla="*/ 1283270 h 2160513"/>
              <a:gd name="connsiteX27-21845" fmla="*/ 1042958 w 2107590"/>
              <a:gd name="connsiteY27-21846" fmla="*/ 983235 h 2160513"/>
              <a:gd name="connsiteX28-21847" fmla="*/ 1309658 w 2107590"/>
              <a:gd name="connsiteY28-21848" fmla="*/ 790352 h 2160513"/>
              <a:gd name="connsiteX29-21849" fmla="*/ 914371 w 2107590"/>
              <a:gd name="connsiteY29-21850" fmla="*/ 511746 h 2160513"/>
              <a:gd name="connsiteX30-21851" fmla="*/ 523846 w 2107590"/>
              <a:gd name="connsiteY30-21852" fmla="*/ 754633 h 2160513"/>
              <a:gd name="connsiteX31-21853" fmla="*/ 783402 w 2107590"/>
              <a:gd name="connsiteY31-21854" fmla="*/ 868932 h 2160513"/>
              <a:gd name="connsiteX32-21855" fmla="*/ 785783 w 2107590"/>
              <a:gd name="connsiteY32-21856" fmla="*/ 1002283 h 2160513"/>
              <a:gd name="connsiteX33-21857" fmla="*/ 373827 w 2107590"/>
              <a:gd name="connsiteY33-21858" fmla="*/ 852264 h 2160513"/>
              <a:gd name="connsiteX34-21859" fmla="*/ 759589 w 2107590"/>
              <a:gd name="connsiteY34-21860" fmla="*/ 416496 h 2160513"/>
              <a:gd name="connsiteX35-21861" fmla="*/ 1397764 w 2107590"/>
              <a:gd name="connsiteY35-21862" fmla="*/ 606996 h 2160513"/>
              <a:gd name="connsiteX36-21863" fmla="*/ 1423958 w 2107590"/>
              <a:gd name="connsiteY36-21864" fmla="*/ 864171 h 2160513"/>
              <a:gd name="connsiteX37-21865" fmla="*/ 1526352 w 2107590"/>
              <a:gd name="connsiteY37-21866" fmla="*/ 771302 h 2160513"/>
              <a:gd name="connsiteX38-21867" fmla="*/ 1643033 w 2107590"/>
              <a:gd name="connsiteY38-21868" fmla="*/ 611758 h 2160513"/>
              <a:gd name="connsiteX39-21869" fmla="*/ 1795433 w 2107590"/>
              <a:gd name="connsiteY39-21870" fmla="*/ 723677 h 2160513"/>
              <a:gd name="connsiteX40-21871" fmla="*/ 1889668 w 2107590"/>
              <a:gd name="connsiteY40-21872" fmla="*/ 1175665 h 2160513"/>
              <a:gd name="connsiteX41-21873" fmla="*/ 1912797 w 2107590"/>
              <a:gd name="connsiteY41-21874" fmla="*/ 1135089 h 2160513"/>
              <a:gd name="connsiteX42-21875" fmla="*/ 1775980 w 2107590"/>
              <a:gd name="connsiteY42-21876" fmla="*/ 1553577 h 2160513"/>
              <a:gd name="connsiteX43-21877" fmla="*/ 1235792 w 2107590"/>
              <a:gd name="connsiteY43-21878" fmla="*/ 1580715 h 2160513"/>
              <a:gd name="connsiteX44-21879" fmla="*/ 1344220 w 2107590"/>
              <a:gd name="connsiteY44-21880" fmla="*/ 1905742 h 2160513"/>
              <a:gd name="connsiteX0-21881" fmla="*/ 1575697 w 2107590"/>
              <a:gd name="connsiteY0-21882" fmla="*/ 2160513 h 2160513"/>
              <a:gd name="connsiteX1-21883" fmla="*/ 956854 w 2107590"/>
              <a:gd name="connsiteY1-21884" fmla="*/ 1258279 h 2160513"/>
              <a:gd name="connsiteX2-21885" fmla="*/ 863892 w 2107590"/>
              <a:gd name="connsiteY2-21886" fmla="*/ 1345253 h 2160513"/>
              <a:gd name="connsiteX3-21887" fmla="*/ 1026241 w 2107590"/>
              <a:gd name="connsiteY3-21888" fmla="*/ 1144473 h 2160513"/>
              <a:gd name="connsiteX4-21889" fmla="*/ 908876 w 2107590"/>
              <a:gd name="connsiteY4-21890" fmla="*/ 743032 h 2160513"/>
              <a:gd name="connsiteX5-21891" fmla="*/ 1054863 w 2107590"/>
              <a:gd name="connsiteY5-21892" fmla="*/ 807021 h 2160513"/>
              <a:gd name="connsiteX6-21893" fmla="*/ 766732 w 2107590"/>
              <a:gd name="connsiteY6-21894" fmla="*/ 928463 h 2160513"/>
              <a:gd name="connsiteX7-21895" fmla="*/ 228569 w 2107590"/>
              <a:gd name="connsiteY7-21896" fmla="*/ 1030857 h 2160513"/>
              <a:gd name="connsiteX8-21897" fmla="*/ 102364 w 2107590"/>
              <a:gd name="connsiteY8-21898" fmla="*/ 578421 h 2160513"/>
              <a:gd name="connsiteX9-21899" fmla="*/ 334972 w 2107590"/>
              <a:gd name="connsiteY9-21900" fmla="*/ 266829 h 2160513"/>
              <a:gd name="connsiteX10-21901" fmla="*/ 754827 w 2107590"/>
              <a:gd name="connsiteY10-21902" fmla="*/ 47401 h 2160513"/>
              <a:gd name="connsiteX11-21903" fmla="*/ 759590 w 2107590"/>
              <a:gd name="connsiteY11-21904" fmla="*/ 95027 h 2160513"/>
              <a:gd name="connsiteX12-21905" fmla="*/ 771497 w 2107590"/>
              <a:gd name="connsiteY12-21906" fmla="*/ 35497 h 2160513"/>
              <a:gd name="connsiteX13-21907" fmla="*/ 1341273 w 2107590"/>
              <a:gd name="connsiteY13-21908" fmla="*/ 79182 h 2160513"/>
              <a:gd name="connsiteX14-21909" fmla="*/ 1369190 w 2107590"/>
              <a:gd name="connsiteY14-21910" fmla="*/ 92646 h 2160513"/>
              <a:gd name="connsiteX15-21911" fmla="*/ 1772045 w 2107590"/>
              <a:gd name="connsiteY15-21912" fmla="*/ 359840 h 2160513"/>
              <a:gd name="connsiteX16-21913" fmla="*/ 1752572 w 2107590"/>
              <a:gd name="connsiteY16-21914" fmla="*/ 342677 h 2160513"/>
              <a:gd name="connsiteX17-21915" fmla="*/ 2013140 w 2107590"/>
              <a:gd name="connsiteY17-21916" fmla="*/ 736265 h 2160513"/>
              <a:gd name="connsiteX18-21917" fmla="*/ 2004983 w 2107590"/>
              <a:gd name="connsiteY18-21918" fmla="*/ 716533 h 2160513"/>
              <a:gd name="connsiteX19-21919" fmla="*/ 2095472 w 2107590"/>
              <a:gd name="connsiteY19-21920" fmla="*/ 1073721 h 2160513"/>
              <a:gd name="connsiteX20-21921" fmla="*/ 1826390 w 2107590"/>
              <a:gd name="connsiteY20-21922" fmla="*/ 1311846 h 2160513"/>
              <a:gd name="connsiteX21-21923" fmla="*/ 1821627 w 2107590"/>
              <a:gd name="connsiteY21-21924" fmla="*/ 1264221 h 2160513"/>
              <a:gd name="connsiteX22-21925" fmla="*/ 1488252 w 2107590"/>
              <a:gd name="connsiteY22-21926" fmla="*/ 1595214 h 2160513"/>
              <a:gd name="connsiteX23-21927" fmla="*/ 1388239 w 2107590"/>
              <a:gd name="connsiteY23-21928" fmla="*/ 1492821 h 2160513"/>
              <a:gd name="connsiteX24-21929" fmla="*/ 1714472 w 2107590"/>
              <a:gd name="connsiteY24-21930" fmla="*/ 1154684 h 2160513"/>
              <a:gd name="connsiteX25-21931" fmla="*/ 1390621 w 2107590"/>
              <a:gd name="connsiteY25-21932" fmla="*/ 1145157 h 2160513"/>
              <a:gd name="connsiteX26-21933" fmla="*/ 1342996 w 2107590"/>
              <a:gd name="connsiteY26-21934" fmla="*/ 1283270 h 2160513"/>
              <a:gd name="connsiteX27-21935" fmla="*/ 1042958 w 2107590"/>
              <a:gd name="connsiteY27-21936" fmla="*/ 983235 h 2160513"/>
              <a:gd name="connsiteX28-21937" fmla="*/ 1309658 w 2107590"/>
              <a:gd name="connsiteY28-21938" fmla="*/ 790352 h 2160513"/>
              <a:gd name="connsiteX29-21939" fmla="*/ 914371 w 2107590"/>
              <a:gd name="connsiteY29-21940" fmla="*/ 511746 h 2160513"/>
              <a:gd name="connsiteX30-21941" fmla="*/ 523846 w 2107590"/>
              <a:gd name="connsiteY30-21942" fmla="*/ 754633 h 2160513"/>
              <a:gd name="connsiteX31-21943" fmla="*/ 783402 w 2107590"/>
              <a:gd name="connsiteY31-21944" fmla="*/ 868932 h 2160513"/>
              <a:gd name="connsiteX32-21945" fmla="*/ 785783 w 2107590"/>
              <a:gd name="connsiteY32-21946" fmla="*/ 1002283 h 2160513"/>
              <a:gd name="connsiteX33-21947" fmla="*/ 373827 w 2107590"/>
              <a:gd name="connsiteY33-21948" fmla="*/ 852264 h 2160513"/>
              <a:gd name="connsiteX34-21949" fmla="*/ 759589 w 2107590"/>
              <a:gd name="connsiteY34-21950" fmla="*/ 416496 h 2160513"/>
              <a:gd name="connsiteX35-21951" fmla="*/ 1397764 w 2107590"/>
              <a:gd name="connsiteY35-21952" fmla="*/ 606996 h 2160513"/>
              <a:gd name="connsiteX36-21953" fmla="*/ 1423958 w 2107590"/>
              <a:gd name="connsiteY36-21954" fmla="*/ 864171 h 2160513"/>
              <a:gd name="connsiteX37-21955" fmla="*/ 1526352 w 2107590"/>
              <a:gd name="connsiteY37-21956" fmla="*/ 771302 h 2160513"/>
              <a:gd name="connsiteX38-21957" fmla="*/ 1643033 w 2107590"/>
              <a:gd name="connsiteY38-21958" fmla="*/ 611758 h 2160513"/>
              <a:gd name="connsiteX39-21959" fmla="*/ 1795433 w 2107590"/>
              <a:gd name="connsiteY39-21960" fmla="*/ 723677 h 2160513"/>
              <a:gd name="connsiteX40-21961" fmla="*/ 1889668 w 2107590"/>
              <a:gd name="connsiteY40-21962" fmla="*/ 1175665 h 2160513"/>
              <a:gd name="connsiteX41-21963" fmla="*/ 1912797 w 2107590"/>
              <a:gd name="connsiteY41-21964" fmla="*/ 1135089 h 2160513"/>
              <a:gd name="connsiteX42-21965" fmla="*/ 1775980 w 2107590"/>
              <a:gd name="connsiteY42-21966" fmla="*/ 1553577 h 2160513"/>
              <a:gd name="connsiteX43-21967" fmla="*/ 1235792 w 2107590"/>
              <a:gd name="connsiteY43-21968" fmla="*/ 1580715 h 2160513"/>
              <a:gd name="connsiteX44-21969" fmla="*/ 1344220 w 2107590"/>
              <a:gd name="connsiteY44-21970" fmla="*/ 1905742 h 2160513"/>
              <a:gd name="connsiteX0-21971" fmla="*/ 1575697 w 2107590"/>
              <a:gd name="connsiteY0-21972" fmla="*/ 2160513 h 2160513"/>
              <a:gd name="connsiteX1-21973" fmla="*/ 956854 w 2107590"/>
              <a:gd name="connsiteY1-21974" fmla="*/ 1258279 h 2160513"/>
              <a:gd name="connsiteX2-21975" fmla="*/ 863892 w 2107590"/>
              <a:gd name="connsiteY2-21976" fmla="*/ 1345253 h 2160513"/>
              <a:gd name="connsiteX3-21977" fmla="*/ 1026241 w 2107590"/>
              <a:gd name="connsiteY3-21978" fmla="*/ 1144473 h 2160513"/>
              <a:gd name="connsiteX4-21979" fmla="*/ 908876 w 2107590"/>
              <a:gd name="connsiteY4-21980" fmla="*/ 743032 h 2160513"/>
              <a:gd name="connsiteX5-21981" fmla="*/ 1054863 w 2107590"/>
              <a:gd name="connsiteY5-21982" fmla="*/ 807021 h 2160513"/>
              <a:gd name="connsiteX6-21983" fmla="*/ 766732 w 2107590"/>
              <a:gd name="connsiteY6-21984" fmla="*/ 928463 h 2160513"/>
              <a:gd name="connsiteX7-21985" fmla="*/ 228569 w 2107590"/>
              <a:gd name="connsiteY7-21986" fmla="*/ 1030857 h 2160513"/>
              <a:gd name="connsiteX8-21987" fmla="*/ 102364 w 2107590"/>
              <a:gd name="connsiteY8-21988" fmla="*/ 578421 h 2160513"/>
              <a:gd name="connsiteX9-21989" fmla="*/ 334972 w 2107590"/>
              <a:gd name="connsiteY9-21990" fmla="*/ 266829 h 2160513"/>
              <a:gd name="connsiteX10-21991" fmla="*/ 754827 w 2107590"/>
              <a:gd name="connsiteY10-21992" fmla="*/ 47401 h 2160513"/>
              <a:gd name="connsiteX11-21993" fmla="*/ 759590 w 2107590"/>
              <a:gd name="connsiteY11-21994" fmla="*/ 95027 h 2160513"/>
              <a:gd name="connsiteX12-21995" fmla="*/ 771497 w 2107590"/>
              <a:gd name="connsiteY12-21996" fmla="*/ 35497 h 2160513"/>
              <a:gd name="connsiteX13-21997" fmla="*/ 1341273 w 2107590"/>
              <a:gd name="connsiteY13-21998" fmla="*/ 79182 h 2160513"/>
              <a:gd name="connsiteX14-21999" fmla="*/ 1369190 w 2107590"/>
              <a:gd name="connsiteY14-22000" fmla="*/ 92646 h 2160513"/>
              <a:gd name="connsiteX15-22001" fmla="*/ 1772045 w 2107590"/>
              <a:gd name="connsiteY15-22002" fmla="*/ 359840 h 2160513"/>
              <a:gd name="connsiteX16-22003" fmla="*/ 1752572 w 2107590"/>
              <a:gd name="connsiteY16-22004" fmla="*/ 342677 h 2160513"/>
              <a:gd name="connsiteX17-22005" fmla="*/ 2013140 w 2107590"/>
              <a:gd name="connsiteY17-22006" fmla="*/ 736265 h 2160513"/>
              <a:gd name="connsiteX18-22007" fmla="*/ 2004983 w 2107590"/>
              <a:gd name="connsiteY18-22008" fmla="*/ 716533 h 2160513"/>
              <a:gd name="connsiteX19-22009" fmla="*/ 2095472 w 2107590"/>
              <a:gd name="connsiteY19-22010" fmla="*/ 1073721 h 2160513"/>
              <a:gd name="connsiteX20-22011" fmla="*/ 1826390 w 2107590"/>
              <a:gd name="connsiteY20-22012" fmla="*/ 1311846 h 2160513"/>
              <a:gd name="connsiteX21-22013" fmla="*/ 1821627 w 2107590"/>
              <a:gd name="connsiteY21-22014" fmla="*/ 1264221 h 2160513"/>
              <a:gd name="connsiteX22-22015" fmla="*/ 1488252 w 2107590"/>
              <a:gd name="connsiteY22-22016" fmla="*/ 1595214 h 2160513"/>
              <a:gd name="connsiteX23-22017" fmla="*/ 1388239 w 2107590"/>
              <a:gd name="connsiteY23-22018" fmla="*/ 1492821 h 2160513"/>
              <a:gd name="connsiteX24-22019" fmla="*/ 1714472 w 2107590"/>
              <a:gd name="connsiteY24-22020" fmla="*/ 1154684 h 2160513"/>
              <a:gd name="connsiteX25-22021" fmla="*/ 1390621 w 2107590"/>
              <a:gd name="connsiteY25-22022" fmla="*/ 1145157 h 2160513"/>
              <a:gd name="connsiteX26-22023" fmla="*/ 1342996 w 2107590"/>
              <a:gd name="connsiteY26-22024" fmla="*/ 1283270 h 2160513"/>
              <a:gd name="connsiteX27-22025" fmla="*/ 1042958 w 2107590"/>
              <a:gd name="connsiteY27-22026" fmla="*/ 983235 h 2160513"/>
              <a:gd name="connsiteX28-22027" fmla="*/ 1309658 w 2107590"/>
              <a:gd name="connsiteY28-22028" fmla="*/ 790352 h 2160513"/>
              <a:gd name="connsiteX29-22029" fmla="*/ 914371 w 2107590"/>
              <a:gd name="connsiteY29-22030" fmla="*/ 511746 h 2160513"/>
              <a:gd name="connsiteX30-22031" fmla="*/ 523846 w 2107590"/>
              <a:gd name="connsiteY30-22032" fmla="*/ 754633 h 2160513"/>
              <a:gd name="connsiteX31-22033" fmla="*/ 783402 w 2107590"/>
              <a:gd name="connsiteY31-22034" fmla="*/ 868932 h 2160513"/>
              <a:gd name="connsiteX32-22035" fmla="*/ 785783 w 2107590"/>
              <a:gd name="connsiteY32-22036" fmla="*/ 1002283 h 2160513"/>
              <a:gd name="connsiteX33-22037" fmla="*/ 373827 w 2107590"/>
              <a:gd name="connsiteY33-22038" fmla="*/ 852264 h 2160513"/>
              <a:gd name="connsiteX34-22039" fmla="*/ 759589 w 2107590"/>
              <a:gd name="connsiteY34-22040" fmla="*/ 416496 h 2160513"/>
              <a:gd name="connsiteX35-22041" fmla="*/ 1397764 w 2107590"/>
              <a:gd name="connsiteY35-22042" fmla="*/ 606996 h 2160513"/>
              <a:gd name="connsiteX36-22043" fmla="*/ 1423958 w 2107590"/>
              <a:gd name="connsiteY36-22044" fmla="*/ 864171 h 2160513"/>
              <a:gd name="connsiteX37-22045" fmla="*/ 1526352 w 2107590"/>
              <a:gd name="connsiteY37-22046" fmla="*/ 771302 h 2160513"/>
              <a:gd name="connsiteX38-22047" fmla="*/ 1643033 w 2107590"/>
              <a:gd name="connsiteY38-22048" fmla="*/ 611758 h 2160513"/>
              <a:gd name="connsiteX39-22049" fmla="*/ 1795433 w 2107590"/>
              <a:gd name="connsiteY39-22050" fmla="*/ 723677 h 2160513"/>
              <a:gd name="connsiteX40-22051" fmla="*/ 1889668 w 2107590"/>
              <a:gd name="connsiteY40-22052" fmla="*/ 1175665 h 2160513"/>
              <a:gd name="connsiteX41-22053" fmla="*/ 1912797 w 2107590"/>
              <a:gd name="connsiteY41-22054" fmla="*/ 1135089 h 2160513"/>
              <a:gd name="connsiteX42-22055" fmla="*/ 1775980 w 2107590"/>
              <a:gd name="connsiteY42-22056" fmla="*/ 1553577 h 2160513"/>
              <a:gd name="connsiteX43-22057" fmla="*/ 1235792 w 2107590"/>
              <a:gd name="connsiteY43-22058" fmla="*/ 1580715 h 2160513"/>
              <a:gd name="connsiteX44-22059" fmla="*/ 1344220 w 2107590"/>
              <a:gd name="connsiteY44-22060" fmla="*/ 1905742 h 2160513"/>
              <a:gd name="connsiteX0-22061" fmla="*/ 1575697 w 2107590"/>
              <a:gd name="connsiteY0-22062" fmla="*/ 2160513 h 2160513"/>
              <a:gd name="connsiteX1-22063" fmla="*/ 956854 w 2107590"/>
              <a:gd name="connsiteY1-22064" fmla="*/ 1258279 h 2160513"/>
              <a:gd name="connsiteX2-22065" fmla="*/ 863892 w 2107590"/>
              <a:gd name="connsiteY2-22066" fmla="*/ 1345253 h 2160513"/>
              <a:gd name="connsiteX3-22067" fmla="*/ 1026241 w 2107590"/>
              <a:gd name="connsiteY3-22068" fmla="*/ 1144473 h 2160513"/>
              <a:gd name="connsiteX4-22069" fmla="*/ 908876 w 2107590"/>
              <a:gd name="connsiteY4-22070" fmla="*/ 743032 h 2160513"/>
              <a:gd name="connsiteX5-22071" fmla="*/ 1054863 w 2107590"/>
              <a:gd name="connsiteY5-22072" fmla="*/ 807021 h 2160513"/>
              <a:gd name="connsiteX6-22073" fmla="*/ 766732 w 2107590"/>
              <a:gd name="connsiteY6-22074" fmla="*/ 928463 h 2160513"/>
              <a:gd name="connsiteX7-22075" fmla="*/ 228569 w 2107590"/>
              <a:gd name="connsiteY7-22076" fmla="*/ 1030857 h 2160513"/>
              <a:gd name="connsiteX8-22077" fmla="*/ 102364 w 2107590"/>
              <a:gd name="connsiteY8-22078" fmla="*/ 578421 h 2160513"/>
              <a:gd name="connsiteX9-22079" fmla="*/ 334972 w 2107590"/>
              <a:gd name="connsiteY9-22080" fmla="*/ 266829 h 2160513"/>
              <a:gd name="connsiteX10-22081" fmla="*/ 754827 w 2107590"/>
              <a:gd name="connsiteY10-22082" fmla="*/ 47401 h 2160513"/>
              <a:gd name="connsiteX11-22083" fmla="*/ 759590 w 2107590"/>
              <a:gd name="connsiteY11-22084" fmla="*/ 95027 h 2160513"/>
              <a:gd name="connsiteX12-22085" fmla="*/ 771497 w 2107590"/>
              <a:gd name="connsiteY12-22086" fmla="*/ 35497 h 2160513"/>
              <a:gd name="connsiteX13-22087" fmla="*/ 1341273 w 2107590"/>
              <a:gd name="connsiteY13-22088" fmla="*/ 79182 h 2160513"/>
              <a:gd name="connsiteX14-22089" fmla="*/ 1369190 w 2107590"/>
              <a:gd name="connsiteY14-22090" fmla="*/ 92646 h 2160513"/>
              <a:gd name="connsiteX15-22091" fmla="*/ 1772045 w 2107590"/>
              <a:gd name="connsiteY15-22092" fmla="*/ 359840 h 2160513"/>
              <a:gd name="connsiteX16-22093" fmla="*/ 1752572 w 2107590"/>
              <a:gd name="connsiteY16-22094" fmla="*/ 342677 h 2160513"/>
              <a:gd name="connsiteX17-22095" fmla="*/ 2013140 w 2107590"/>
              <a:gd name="connsiteY17-22096" fmla="*/ 736265 h 2160513"/>
              <a:gd name="connsiteX18-22097" fmla="*/ 2004983 w 2107590"/>
              <a:gd name="connsiteY18-22098" fmla="*/ 716533 h 2160513"/>
              <a:gd name="connsiteX19-22099" fmla="*/ 2095472 w 2107590"/>
              <a:gd name="connsiteY19-22100" fmla="*/ 1073721 h 2160513"/>
              <a:gd name="connsiteX20-22101" fmla="*/ 1826390 w 2107590"/>
              <a:gd name="connsiteY20-22102" fmla="*/ 1311846 h 2160513"/>
              <a:gd name="connsiteX21-22103" fmla="*/ 1821627 w 2107590"/>
              <a:gd name="connsiteY21-22104" fmla="*/ 1264221 h 2160513"/>
              <a:gd name="connsiteX22-22105" fmla="*/ 1488252 w 2107590"/>
              <a:gd name="connsiteY22-22106" fmla="*/ 1595214 h 2160513"/>
              <a:gd name="connsiteX23-22107" fmla="*/ 1388239 w 2107590"/>
              <a:gd name="connsiteY23-22108" fmla="*/ 1492821 h 2160513"/>
              <a:gd name="connsiteX24-22109" fmla="*/ 1714472 w 2107590"/>
              <a:gd name="connsiteY24-22110" fmla="*/ 1154684 h 2160513"/>
              <a:gd name="connsiteX25-22111" fmla="*/ 1390621 w 2107590"/>
              <a:gd name="connsiteY25-22112" fmla="*/ 1145157 h 2160513"/>
              <a:gd name="connsiteX26-22113" fmla="*/ 1342996 w 2107590"/>
              <a:gd name="connsiteY26-22114" fmla="*/ 1283270 h 2160513"/>
              <a:gd name="connsiteX27-22115" fmla="*/ 1042958 w 2107590"/>
              <a:gd name="connsiteY27-22116" fmla="*/ 983235 h 2160513"/>
              <a:gd name="connsiteX28-22117" fmla="*/ 1309658 w 2107590"/>
              <a:gd name="connsiteY28-22118" fmla="*/ 790352 h 2160513"/>
              <a:gd name="connsiteX29-22119" fmla="*/ 914371 w 2107590"/>
              <a:gd name="connsiteY29-22120" fmla="*/ 511746 h 2160513"/>
              <a:gd name="connsiteX30-22121" fmla="*/ 523846 w 2107590"/>
              <a:gd name="connsiteY30-22122" fmla="*/ 754633 h 2160513"/>
              <a:gd name="connsiteX31-22123" fmla="*/ 783402 w 2107590"/>
              <a:gd name="connsiteY31-22124" fmla="*/ 868932 h 2160513"/>
              <a:gd name="connsiteX32-22125" fmla="*/ 785783 w 2107590"/>
              <a:gd name="connsiteY32-22126" fmla="*/ 1002283 h 2160513"/>
              <a:gd name="connsiteX33-22127" fmla="*/ 373827 w 2107590"/>
              <a:gd name="connsiteY33-22128" fmla="*/ 852264 h 2160513"/>
              <a:gd name="connsiteX34-22129" fmla="*/ 759589 w 2107590"/>
              <a:gd name="connsiteY34-22130" fmla="*/ 416496 h 2160513"/>
              <a:gd name="connsiteX35-22131" fmla="*/ 1397764 w 2107590"/>
              <a:gd name="connsiteY35-22132" fmla="*/ 606996 h 2160513"/>
              <a:gd name="connsiteX36-22133" fmla="*/ 1423958 w 2107590"/>
              <a:gd name="connsiteY36-22134" fmla="*/ 864171 h 2160513"/>
              <a:gd name="connsiteX37-22135" fmla="*/ 1526352 w 2107590"/>
              <a:gd name="connsiteY37-22136" fmla="*/ 771302 h 2160513"/>
              <a:gd name="connsiteX38-22137" fmla="*/ 1643033 w 2107590"/>
              <a:gd name="connsiteY38-22138" fmla="*/ 611758 h 2160513"/>
              <a:gd name="connsiteX39-22139" fmla="*/ 1795433 w 2107590"/>
              <a:gd name="connsiteY39-22140" fmla="*/ 723677 h 2160513"/>
              <a:gd name="connsiteX40-22141" fmla="*/ 1889668 w 2107590"/>
              <a:gd name="connsiteY40-22142" fmla="*/ 1175665 h 2160513"/>
              <a:gd name="connsiteX41-22143" fmla="*/ 1912797 w 2107590"/>
              <a:gd name="connsiteY41-22144" fmla="*/ 1135089 h 2160513"/>
              <a:gd name="connsiteX42-22145" fmla="*/ 1775980 w 2107590"/>
              <a:gd name="connsiteY42-22146" fmla="*/ 1553577 h 2160513"/>
              <a:gd name="connsiteX43-22147" fmla="*/ 1235792 w 2107590"/>
              <a:gd name="connsiteY43-22148" fmla="*/ 1580715 h 2160513"/>
              <a:gd name="connsiteX44-22149" fmla="*/ 1344220 w 2107590"/>
              <a:gd name="connsiteY44-22150" fmla="*/ 1905742 h 2160513"/>
              <a:gd name="connsiteX0-22151" fmla="*/ 1575697 w 2107590"/>
              <a:gd name="connsiteY0-22152" fmla="*/ 2160513 h 2160513"/>
              <a:gd name="connsiteX1-22153" fmla="*/ 956854 w 2107590"/>
              <a:gd name="connsiteY1-22154" fmla="*/ 1258279 h 2160513"/>
              <a:gd name="connsiteX2-22155" fmla="*/ 863892 w 2107590"/>
              <a:gd name="connsiteY2-22156" fmla="*/ 1345253 h 2160513"/>
              <a:gd name="connsiteX3-22157" fmla="*/ 1026241 w 2107590"/>
              <a:gd name="connsiteY3-22158" fmla="*/ 1144473 h 2160513"/>
              <a:gd name="connsiteX4-22159" fmla="*/ 908876 w 2107590"/>
              <a:gd name="connsiteY4-22160" fmla="*/ 743032 h 2160513"/>
              <a:gd name="connsiteX5-22161" fmla="*/ 1054863 w 2107590"/>
              <a:gd name="connsiteY5-22162" fmla="*/ 807021 h 2160513"/>
              <a:gd name="connsiteX6-22163" fmla="*/ 766732 w 2107590"/>
              <a:gd name="connsiteY6-22164" fmla="*/ 928463 h 2160513"/>
              <a:gd name="connsiteX7-22165" fmla="*/ 228569 w 2107590"/>
              <a:gd name="connsiteY7-22166" fmla="*/ 1030857 h 2160513"/>
              <a:gd name="connsiteX8-22167" fmla="*/ 102364 w 2107590"/>
              <a:gd name="connsiteY8-22168" fmla="*/ 578421 h 2160513"/>
              <a:gd name="connsiteX9-22169" fmla="*/ 334972 w 2107590"/>
              <a:gd name="connsiteY9-22170" fmla="*/ 266829 h 2160513"/>
              <a:gd name="connsiteX10-22171" fmla="*/ 754827 w 2107590"/>
              <a:gd name="connsiteY10-22172" fmla="*/ 47401 h 2160513"/>
              <a:gd name="connsiteX11-22173" fmla="*/ 759590 w 2107590"/>
              <a:gd name="connsiteY11-22174" fmla="*/ 95027 h 2160513"/>
              <a:gd name="connsiteX12-22175" fmla="*/ 771497 w 2107590"/>
              <a:gd name="connsiteY12-22176" fmla="*/ 35497 h 2160513"/>
              <a:gd name="connsiteX13-22177" fmla="*/ 1341273 w 2107590"/>
              <a:gd name="connsiteY13-22178" fmla="*/ 79182 h 2160513"/>
              <a:gd name="connsiteX14-22179" fmla="*/ 1369190 w 2107590"/>
              <a:gd name="connsiteY14-22180" fmla="*/ 92646 h 2160513"/>
              <a:gd name="connsiteX15-22181" fmla="*/ 1772045 w 2107590"/>
              <a:gd name="connsiteY15-22182" fmla="*/ 359840 h 2160513"/>
              <a:gd name="connsiteX16-22183" fmla="*/ 1752572 w 2107590"/>
              <a:gd name="connsiteY16-22184" fmla="*/ 342677 h 2160513"/>
              <a:gd name="connsiteX17-22185" fmla="*/ 2013140 w 2107590"/>
              <a:gd name="connsiteY17-22186" fmla="*/ 736265 h 2160513"/>
              <a:gd name="connsiteX18-22187" fmla="*/ 2004983 w 2107590"/>
              <a:gd name="connsiteY18-22188" fmla="*/ 716533 h 2160513"/>
              <a:gd name="connsiteX19-22189" fmla="*/ 2095472 w 2107590"/>
              <a:gd name="connsiteY19-22190" fmla="*/ 1073721 h 2160513"/>
              <a:gd name="connsiteX20-22191" fmla="*/ 1826390 w 2107590"/>
              <a:gd name="connsiteY20-22192" fmla="*/ 1311846 h 2160513"/>
              <a:gd name="connsiteX21-22193" fmla="*/ 1821627 w 2107590"/>
              <a:gd name="connsiteY21-22194" fmla="*/ 1264221 h 2160513"/>
              <a:gd name="connsiteX22-22195" fmla="*/ 1488252 w 2107590"/>
              <a:gd name="connsiteY22-22196" fmla="*/ 1595214 h 2160513"/>
              <a:gd name="connsiteX23-22197" fmla="*/ 1388239 w 2107590"/>
              <a:gd name="connsiteY23-22198" fmla="*/ 1492821 h 2160513"/>
              <a:gd name="connsiteX24-22199" fmla="*/ 1714472 w 2107590"/>
              <a:gd name="connsiteY24-22200" fmla="*/ 1154684 h 2160513"/>
              <a:gd name="connsiteX25-22201" fmla="*/ 1390621 w 2107590"/>
              <a:gd name="connsiteY25-22202" fmla="*/ 1145157 h 2160513"/>
              <a:gd name="connsiteX26-22203" fmla="*/ 1342996 w 2107590"/>
              <a:gd name="connsiteY26-22204" fmla="*/ 1283270 h 2160513"/>
              <a:gd name="connsiteX27-22205" fmla="*/ 1042958 w 2107590"/>
              <a:gd name="connsiteY27-22206" fmla="*/ 983235 h 2160513"/>
              <a:gd name="connsiteX28-22207" fmla="*/ 1309658 w 2107590"/>
              <a:gd name="connsiteY28-22208" fmla="*/ 790352 h 2160513"/>
              <a:gd name="connsiteX29-22209" fmla="*/ 914371 w 2107590"/>
              <a:gd name="connsiteY29-22210" fmla="*/ 511746 h 2160513"/>
              <a:gd name="connsiteX30-22211" fmla="*/ 523846 w 2107590"/>
              <a:gd name="connsiteY30-22212" fmla="*/ 754633 h 2160513"/>
              <a:gd name="connsiteX31-22213" fmla="*/ 783402 w 2107590"/>
              <a:gd name="connsiteY31-22214" fmla="*/ 868932 h 2160513"/>
              <a:gd name="connsiteX32-22215" fmla="*/ 785783 w 2107590"/>
              <a:gd name="connsiteY32-22216" fmla="*/ 1002283 h 2160513"/>
              <a:gd name="connsiteX33-22217" fmla="*/ 373827 w 2107590"/>
              <a:gd name="connsiteY33-22218" fmla="*/ 852264 h 2160513"/>
              <a:gd name="connsiteX34-22219" fmla="*/ 759589 w 2107590"/>
              <a:gd name="connsiteY34-22220" fmla="*/ 416496 h 2160513"/>
              <a:gd name="connsiteX35-22221" fmla="*/ 1397764 w 2107590"/>
              <a:gd name="connsiteY35-22222" fmla="*/ 606996 h 2160513"/>
              <a:gd name="connsiteX36-22223" fmla="*/ 1416814 w 2107590"/>
              <a:gd name="connsiteY36-22224" fmla="*/ 868933 h 2160513"/>
              <a:gd name="connsiteX37-22225" fmla="*/ 1526352 w 2107590"/>
              <a:gd name="connsiteY37-22226" fmla="*/ 771302 h 2160513"/>
              <a:gd name="connsiteX38-22227" fmla="*/ 1643033 w 2107590"/>
              <a:gd name="connsiteY38-22228" fmla="*/ 611758 h 2160513"/>
              <a:gd name="connsiteX39-22229" fmla="*/ 1795433 w 2107590"/>
              <a:gd name="connsiteY39-22230" fmla="*/ 723677 h 2160513"/>
              <a:gd name="connsiteX40-22231" fmla="*/ 1889668 w 2107590"/>
              <a:gd name="connsiteY40-22232" fmla="*/ 1175665 h 2160513"/>
              <a:gd name="connsiteX41-22233" fmla="*/ 1912797 w 2107590"/>
              <a:gd name="connsiteY41-22234" fmla="*/ 1135089 h 2160513"/>
              <a:gd name="connsiteX42-22235" fmla="*/ 1775980 w 2107590"/>
              <a:gd name="connsiteY42-22236" fmla="*/ 1553577 h 2160513"/>
              <a:gd name="connsiteX43-22237" fmla="*/ 1235792 w 2107590"/>
              <a:gd name="connsiteY43-22238" fmla="*/ 1580715 h 2160513"/>
              <a:gd name="connsiteX44-22239" fmla="*/ 1344220 w 2107590"/>
              <a:gd name="connsiteY44-22240" fmla="*/ 1905742 h 2160513"/>
              <a:gd name="connsiteX0-22241" fmla="*/ 1575697 w 2107590"/>
              <a:gd name="connsiteY0-22242" fmla="*/ 2160513 h 2160513"/>
              <a:gd name="connsiteX1-22243" fmla="*/ 956854 w 2107590"/>
              <a:gd name="connsiteY1-22244" fmla="*/ 1258279 h 2160513"/>
              <a:gd name="connsiteX2-22245" fmla="*/ 863892 w 2107590"/>
              <a:gd name="connsiteY2-22246" fmla="*/ 1345253 h 2160513"/>
              <a:gd name="connsiteX3-22247" fmla="*/ 1026241 w 2107590"/>
              <a:gd name="connsiteY3-22248" fmla="*/ 1144473 h 2160513"/>
              <a:gd name="connsiteX4-22249" fmla="*/ 908876 w 2107590"/>
              <a:gd name="connsiteY4-22250" fmla="*/ 743032 h 2160513"/>
              <a:gd name="connsiteX5-22251" fmla="*/ 1054863 w 2107590"/>
              <a:gd name="connsiteY5-22252" fmla="*/ 807021 h 2160513"/>
              <a:gd name="connsiteX6-22253" fmla="*/ 766732 w 2107590"/>
              <a:gd name="connsiteY6-22254" fmla="*/ 928463 h 2160513"/>
              <a:gd name="connsiteX7-22255" fmla="*/ 228569 w 2107590"/>
              <a:gd name="connsiteY7-22256" fmla="*/ 1030857 h 2160513"/>
              <a:gd name="connsiteX8-22257" fmla="*/ 102364 w 2107590"/>
              <a:gd name="connsiteY8-22258" fmla="*/ 578421 h 2160513"/>
              <a:gd name="connsiteX9-22259" fmla="*/ 334972 w 2107590"/>
              <a:gd name="connsiteY9-22260" fmla="*/ 266829 h 2160513"/>
              <a:gd name="connsiteX10-22261" fmla="*/ 754827 w 2107590"/>
              <a:gd name="connsiteY10-22262" fmla="*/ 47401 h 2160513"/>
              <a:gd name="connsiteX11-22263" fmla="*/ 759590 w 2107590"/>
              <a:gd name="connsiteY11-22264" fmla="*/ 95027 h 2160513"/>
              <a:gd name="connsiteX12-22265" fmla="*/ 771497 w 2107590"/>
              <a:gd name="connsiteY12-22266" fmla="*/ 35497 h 2160513"/>
              <a:gd name="connsiteX13-22267" fmla="*/ 1341273 w 2107590"/>
              <a:gd name="connsiteY13-22268" fmla="*/ 79182 h 2160513"/>
              <a:gd name="connsiteX14-22269" fmla="*/ 1369190 w 2107590"/>
              <a:gd name="connsiteY14-22270" fmla="*/ 92646 h 2160513"/>
              <a:gd name="connsiteX15-22271" fmla="*/ 1772045 w 2107590"/>
              <a:gd name="connsiteY15-22272" fmla="*/ 359840 h 2160513"/>
              <a:gd name="connsiteX16-22273" fmla="*/ 1752572 w 2107590"/>
              <a:gd name="connsiteY16-22274" fmla="*/ 342677 h 2160513"/>
              <a:gd name="connsiteX17-22275" fmla="*/ 2013140 w 2107590"/>
              <a:gd name="connsiteY17-22276" fmla="*/ 736265 h 2160513"/>
              <a:gd name="connsiteX18-22277" fmla="*/ 2004983 w 2107590"/>
              <a:gd name="connsiteY18-22278" fmla="*/ 716533 h 2160513"/>
              <a:gd name="connsiteX19-22279" fmla="*/ 2095472 w 2107590"/>
              <a:gd name="connsiteY19-22280" fmla="*/ 1073721 h 2160513"/>
              <a:gd name="connsiteX20-22281" fmla="*/ 1826390 w 2107590"/>
              <a:gd name="connsiteY20-22282" fmla="*/ 1311846 h 2160513"/>
              <a:gd name="connsiteX21-22283" fmla="*/ 1821627 w 2107590"/>
              <a:gd name="connsiteY21-22284" fmla="*/ 1264221 h 2160513"/>
              <a:gd name="connsiteX22-22285" fmla="*/ 1488252 w 2107590"/>
              <a:gd name="connsiteY22-22286" fmla="*/ 1595214 h 2160513"/>
              <a:gd name="connsiteX23-22287" fmla="*/ 1388239 w 2107590"/>
              <a:gd name="connsiteY23-22288" fmla="*/ 1492821 h 2160513"/>
              <a:gd name="connsiteX24-22289" fmla="*/ 1714472 w 2107590"/>
              <a:gd name="connsiteY24-22290" fmla="*/ 1154684 h 2160513"/>
              <a:gd name="connsiteX25-22291" fmla="*/ 1390621 w 2107590"/>
              <a:gd name="connsiteY25-22292" fmla="*/ 1145157 h 2160513"/>
              <a:gd name="connsiteX26-22293" fmla="*/ 1342996 w 2107590"/>
              <a:gd name="connsiteY26-22294" fmla="*/ 1283270 h 2160513"/>
              <a:gd name="connsiteX27-22295" fmla="*/ 1042958 w 2107590"/>
              <a:gd name="connsiteY27-22296" fmla="*/ 983235 h 2160513"/>
              <a:gd name="connsiteX28-22297" fmla="*/ 1309658 w 2107590"/>
              <a:gd name="connsiteY28-22298" fmla="*/ 790352 h 2160513"/>
              <a:gd name="connsiteX29-22299" fmla="*/ 914371 w 2107590"/>
              <a:gd name="connsiteY29-22300" fmla="*/ 511746 h 2160513"/>
              <a:gd name="connsiteX30-22301" fmla="*/ 523846 w 2107590"/>
              <a:gd name="connsiteY30-22302" fmla="*/ 754633 h 2160513"/>
              <a:gd name="connsiteX31-22303" fmla="*/ 783402 w 2107590"/>
              <a:gd name="connsiteY31-22304" fmla="*/ 868932 h 2160513"/>
              <a:gd name="connsiteX32-22305" fmla="*/ 785783 w 2107590"/>
              <a:gd name="connsiteY32-22306" fmla="*/ 1002283 h 2160513"/>
              <a:gd name="connsiteX33-22307" fmla="*/ 373827 w 2107590"/>
              <a:gd name="connsiteY33-22308" fmla="*/ 852264 h 2160513"/>
              <a:gd name="connsiteX34-22309" fmla="*/ 759589 w 2107590"/>
              <a:gd name="connsiteY34-22310" fmla="*/ 416496 h 2160513"/>
              <a:gd name="connsiteX35-22311" fmla="*/ 1397764 w 2107590"/>
              <a:gd name="connsiteY35-22312" fmla="*/ 606996 h 2160513"/>
              <a:gd name="connsiteX36-22313" fmla="*/ 1416814 w 2107590"/>
              <a:gd name="connsiteY36-22314" fmla="*/ 868933 h 2160513"/>
              <a:gd name="connsiteX37-22315" fmla="*/ 1526352 w 2107590"/>
              <a:gd name="connsiteY37-22316" fmla="*/ 771302 h 2160513"/>
              <a:gd name="connsiteX38-22317" fmla="*/ 1643033 w 2107590"/>
              <a:gd name="connsiteY38-22318" fmla="*/ 611758 h 2160513"/>
              <a:gd name="connsiteX39-22319" fmla="*/ 1795433 w 2107590"/>
              <a:gd name="connsiteY39-22320" fmla="*/ 723677 h 2160513"/>
              <a:gd name="connsiteX40-22321" fmla="*/ 1889668 w 2107590"/>
              <a:gd name="connsiteY40-22322" fmla="*/ 1175665 h 2160513"/>
              <a:gd name="connsiteX41-22323" fmla="*/ 1912797 w 2107590"/>
              <a:gd name="connsiteY41-22324" fmla="*/ 1135089 h 2160513"/>
              <a:gd name="connsiteX42-22325" fmla="*/ 1775980 w 2107590"/>
              <a:gd name="connsiteY42-22326" fmla="*/ 1553577 h 2160513"/>
              <a:gd name="connsiteX43-22327" fmla="*/ 1235792 w 2107590"/>
              <a:gd name="connsiteY43-22328" fmla="*/ 1580715 h 2160513"/>
              <a:gd name="connsiteX44-22329" fmla="*/ 1344220 w 2107590"/>
              <a:gd name="connsiteY44-22330" fmla="*/ 1905742 h 2160513"/>
              <a:gd name="connsiteX0-22331" fmla="*/ 1575697 w 2107590"/>
              <a:gd name="connsiteY0-22332" fmla="*/ 2160513 h 2160513"/>
              <a:gd name="connsiteX1-22333" fmla="*/ 956854 w 2107590"/>
              <a:gd name="connsiteY1-22334" fmla="*/ 1258279 h 2160513"/>
              <a:gd name="connsiteX2-22335" fmla="*/ 863892 w 2107590"/>
              <a:gd name="connsiteY2-22336" fmla="*/ 1345253 h 2160513"/>
              <a:gd name="connsiteX3-22337" fmla="*/ 1026241 w 2107590"/>
              <a:gd name="connsiteY3-22338" fmla="*/ 1144473 h 2160513"/>
              <a:gd name="connsiteX4-22339" fmla="*/ 908876 w 2107590"/>
              <a:gd name="connsiteY4-22340" fmla="*/ 743032 h 2160513"/>
              <a:gd name="connsiteX5-22341" fmla="*/ 1054863 w 2107590"/>
              <a:gd name="connsiteY5-22342" fmla="*/ 807021 h 2160513"/>
              <a:gd name="connsiteX6-22343" fmla="*/ 766732 w 2107590"/>
              <a:gd name="connsiteY6-22344" fmla="*/ 928463 h 2160513"/>
              <a:gd name="connsiteX7-22345" fmla="*/ 228569 w 2107590"/>
              <a:gd name="connsiteY7-22346" fmla="*/ 1030857 h 2160513"/>
              <a:gd name="connsiteX8-22347" fmla="*/ 102364 w 2107590"/>
              <a:gd name="connsiteY8-22348" fmla="*/ 578421 h 2160513"/>
              <a:gd name="connsiteX9-22349" fmla="*/ 334972 w 2107590"/>
              <a:gd name="connsiteY9-22350" fmla="*/ 266829 h 2160513"/>
              <a:gd name="connsiteX10-22351" fmla="*/ 754827 w 2107590"/>
              <a:gd name="connsiteY10-22352" fmla="*/ 47401 h 2160513"/>
              <a:gd name="connsiteX11-22353" fmla="*/ 759590 w 2107590"/>
              <a:gd name="connsiteY11-22354" fmla="*/ 95027 h 2160513"/>
              <a:gd name="connsiteX12-22355" fmla="*/ 771497 w 2107590"/>
              <a:gd name="connsiteY12-22356" fmla="*/ 35497 h 2160513"/>
              <a:gd name="connsiteX13-22357" fmla="*/ 1341273 w 2107590"/>
              <a:gd name="connsiteY13-22358" fmla="*/ 79182 h 2160513"/>
              <a:gd name="connsiteX14-22359" fmla="*/ 1369190 w 2107590"/>
              <a:gd name="connsiteY14-22360" fmla="*/ 92646 h 2160513"/>
              <a:gd name="connsiteX15-22361" fmla="*/ 1772045 w 2107590"/>
              <a:gd name="connsiteY15-22362" fmla="*/ 359840 h 2160513"/>
              <a:gd name="connsiteX16-22363" fmla="*/ 1752572 w 2107590"/>
              <a:gd name="connsiteY16-22364" fmla="*/ 342677 h 2160513"/>
              <a:gd name="connsiteX17-22365" fmla="*/ 2013140 w 2107590"/>
              <a:gd name="connsiteY17-22366" fmla="*/ 736265 h 2160513"/>
              <a:gd name="connsiteX18-22367" fmla="*/ 2004983 w 2107590"/>
              <a:gd name="connsiteY18-22368" fmla="*/ 716533 h 2160513"/>
              <a:gd name="connsiteX19-22369" fmla="*/ 2095472 w 2107590"/>
              <a:gd name="connsiteY19-22370" fmla="*/ 1073721 h 2160513"/>
              <a:gd name="connsiteX20-22371" fmla="*/ 1826390 w 2107590"/>
              <a:gd name="connsiteY20-22372" fmla="*/ 1311846 h 2160513"/>
              <a:gd name="connsiteX21-22373" fmla="*/ 1821627 w 2107590"/>
              <a:gd name="connsiteY21-22374" fmla="*/ 1264221 h 2160513"/>
              <a:gd name="connsiteX22-22375" fmla="*/ 1488252 w 2107590"/>
              <a:gd name="connsiteY22-22376" fmla="*/ 1595214 h 2160513"/>
              <a:gd name="connsiteX23-22377" fmla="*/ 1388239 w 2107590"/>
              <a:gd name="connsiteY23-22378" fmla="*/ 1492821 h 2160513"/>
              <a:gd name="connsiteX24-22379" fmla="*/ 1714472 w 2107590"/>
              <a:gd name="connsiteY24-22380" fmla="*/ 1154684 h 2160513"/>
              <a:gd name="connsiteX25-22381" fmla="*/ 1390621 w 2107590"/>
              <a:gd name="connsiteY25-22382" fmla="*/ 1145157 h 2160513"/>
              <a:gd name="connsiteX26-22383" fmla="*/ 1342996 w 2107590"/>
              <a:gd name="connsiteY26-22384" fmla="*/ 1283270 h 2160513"/>
              <a:gd name="connsiteX27-22385" fmla="*/ 1042958 w 2107590"/>
              <a:gd name="connsiteY27-22386" fmla="*/ 983235 h 2160513"/>
              <a:gd name="connsiteX28-22387" fmla="*/ 1309658 w 2107590"/>
              <a:gd name="connsiteY28-22388" fmla="*/ 790352 h 2160513"/>
              <a:gd name="connsiteX29-22389" fmla="*/ 914371 w 2107590"/>
              <a:gd name="connsiteY29-22390" fmla="*/ 511746 h 2160513"/>
              <a:gd name="connsiteX30-22391" fmla="*/ 523846 w 2107590"/>
              <a:gd name="connsiteY30-22392" fmla="*/ 754633 h 2160513"/>
              <a:gd name="connsiteX31-22393" fmla="*/ 783402 w 2107590"/>
              <a:gd name="connsiteY31-22394" fmla="*/ 868932 h 2160513"/>
              <a:gd name="connsiteX32-22395" fmla="*/ 785783 w 2107590"/>
              <a:gd name="connsiteY32-22396" fmla="*/ 1002283 h 2160513"/>
              <a:gd name="connsiteX33-22397" fmla="*/ 373827 w 2107590"/>
              <a:gd name="connsiteY33-22398" fmla="*/ 852264 h 2160513"/>
              <a:gd name="connsiteX34-22399" fmla="*/ 759589 w 2107590"/>
              <a:gd name="connsiteY34-22400" fmla="*/ 416496 h 2160513"/>
              <a:gd name="connsiteX35-22401" fmla="*/ 1397764 w 2107590"/>
              <a:gd name="connsiteY35-22402" fmla="*/ 606996 h 2160513"/>
              <a:gd name="connsiteX36-22403" fmla="*/ 1416814 w 2107590"/>
              <a:gd name="connsiteY36-22404" fmla="*/ 868933 h 2160513"/>
              <a:gd name="connsiteX37-22405" fmla="*/ 1526352 w 2107590"/>
              <a:gd name="connsiteY37-22406" fmla="*/ 771302 h 2160513"/>
              <a:gd name="connsiteX38-22407" fmla="*/ 1643033 w 2107590"/>
              <a:gd name="connsiteY38-22408" fmla="*/ 611758 h 2160513"/>
              <a:gd name="connsiteX39-22409" fmla="*/ 1795433 w 2107590"/>
              <a:gd name="connsiteY39-22410" fmla="*/ 723677 h 2160513"/>
              <a:gd name="connsiteX40-22411" fmla="*/ 1889668 w 2107590"/>
              <a:gd name="connsiteY40-22412" fmla="*/ 1175665 h 2160513"/>
              <a:gd name="connsiteX41-22413" fmla="*/ 1912797 w 2107590"/>
              <a:gd name="connsiteY41-22414" fmla="*/ 1135089 h 2160513"/>
              <a:gd name="connsiteX42-22415" fmla="*/ 1775980 w 2107590"/>
              <a:gd name="connsiteY42-22416" fmla="*/ 1553577 h 2160513"/>
              <a:gd name="connsiteX43-22417" fmla="*/ 1235792 w 2107590"/>
              <a:gd name="connsiteY43-22418" fmla="*/ 1580715 h 2160513"/>
              <a:gd name="connsiteX44-22419" fmla="*/ 1344220 w 2107590"/>
              <a:gd name="connsiteY44-22420" fmla="*/ 1905742 h 2160513"/>
              <a:gd name="connsiteX0-22421" fmla="*/ 1575697 w 2107590"/>
              <a:gd name="connsiteY0-22422" fmla="*/ 2160513 h 2160513"/>
              <a:gd name="connsiteX1-22423" fmla="*/ 956854 w 2107590"/>
              <a:gd name="connsiteY1-22424" fmla="*/ 1258279 h 2160513"/>
              <a:gd name="connsiteX2-22425" fmla="*/ 863892 w 2107590"/>
              <a:gd name="connsiteY2-22426" fmla="*/ 1345253 h 2160513"/>
              <a:gd name="connsiteX3-22427" fmla="*/ 1026241 w 2107590"/>
              <a:gd name="connsiteY3-22428" fmla="*/ 1144473 h 2160513"/>
              <a:gd name="connsiteX4-22429" fmla="*/ 908876 w 2107590"/>
              <a:gd name="connsiteY4-22430" fmla="*/ 743032 h 2160513"/>
              <a:gd name="connsiteX5-22431" fmla="*/ 1054863 w 2107590"/>
              <a:gd name="connsiteY5-22432" fmla="*/ 807021 h 2160513"/>
              <a:gd name="connsiteX6-22433" fmla="*/ 766732 w 2107590"/>
              <a:gd name="connsiteY6-22434" fmla="*/ 928463 h 2160513"/>
              <a:gd name="connsiteX7-22435" fmla="*/ 228569 w 2107590"/>
              <a:gd name="connsiteY7-22436" fmla="*/ 1030857 h 2160513"/>
              <a:gd name="connsiteX8-22437" fmla="*/ 102364 w 2107590"/>
              <a:gd name="connsiteY8-22438" fmla="*/ 578421 h 2160513"/>
              <a:gd name="connsiteX9-22439" fmla="*/ 334972 w 2107590"/>
              <a:gd name="connsiteY9-22440" fmla="*/ 266829 h 2160513"/>
              <a:gd name="connsiteX10-22441" fmla="*/ 754827 w 2107590"/>
              <a:gd name="connsiteY10-22442" fmla="*/ 47401 h 2160513"/>
              <a:gd name="connsiteX11-22443" fmla="*/ 759590 w 2107590"/>
              <a:gd name="connsiteY11-22444" fmla="*/ 95027 h 2160513"/>
              <a:gd name="connsiteX12-22445" fmla="*/ 771497 w 2107590"/>
              <a:gd name="connsiteY12-22446" fmla="*/ 35497 h 2160513"/>
              <a:gd name="connsiteX13-22447" fmla="*/ 1341273 w 2107590"/>
              <a:gd name="connsiteY13-22448" fmla="*/ 79182 h 2160513"/>
              <a:gd name="connsiteX14-22449" fmla="*/ 1369190 w 2107590"/>
              <a:gd name="connsiteY14-22450" fmla="*/ 92646 h 2160513"/>
              <a:gd name="connsiteX15-22451" fmla="*/ 1772045 w 2107590"/>
              <a:gd name="connsiteY15-22452" fmla="*/ 359840 h 2160513"/>
              <a:gd name="connsiteX16-22453" fmla="*/ 1752572 w 2107590"/>
              <a:gd name="connsiteY16-22454" fmla="*/ 342677 h 2160513"/>
              <a:gd name="connsiteX17-22455" fmla="*/ 2013140 w 2107590"/>
              <a:gd name="connsiteY17-22456" fmla="*/ 736265 h 2160513"/>
              <a:gd name="connsiteX18-22457" fmla="*/ 2004983 w 2107590"/>
              <a:gd name="connsiteY18-22458" fmla="*/ 716533 h 2160513"/>
              <a:gd name="connsiteX19-22459" fmla="*/ 2095472 w 2107590"/>
              <a:gd name="connsiteY19-22460" fmla="*/ 1073721 h 2160513"/>
              <a:gd name="connsiteX20-22461" fmla="*/ 1826390 w 2107590"/>
              <a:gd name="connsiteY20-22462" fmla="*/ 1311846 h 2160513"/>
              <a:gd name="connsiteX21-22463" fmla="*/ 1821627 w 2107590"/>
              <a:gd name="connsiteY21-22464" fmla="*/ 1264221 h 2160513"/>
              <a:gd name="connsiteX22-22465" fmla="*/ 1488252 w 2107590"/>
              <a:gd name="connsiteY22-22466" fmla="*/ 1595214 h 2160513"/>
              <a:gd name="connsiteX23-22467" fmla="*/ 1388239 w 2107590"/>
              <a:gd name="connsiteY23-22468" fmla="*/ 1492821 h 2160513"/>
              <a:gd name="connsiteX24-22469" fmla="*/ 1714472 w 2107590"/>
              <a:gd name="connsiteY24-22470" fmla="*/ 1154684 h 2160513"/>
              <a:gd name="connsiteX25-22471" fmla="*/ 1390621 w 2107590"/>
              <a:gd name="connsiteY25-22472" fmla="*/ 1145157 h 2160513"/>
              <a:gd name="connsiteX26-22473" fmla="*/ 1342996 w 2107590"/>
              <a:gd name="connsiteY26-22474" fmla="*/ 1283270 h 2160513"/>
              <a:gd name="connsiteX27-22475" fmla="*/ 1042958 w 2107590"/>
              <a:gd name="connsiteY27-22476" fmla="*/ 983235 h 2160513"/>
              <a:gd name="connsiteX28-22477" fmla="*/ 1309658 w 2107590"/>
              <a:gd name="connsiteY28-22478" fmla="*/ 790352 h 2160513"/>
              <a:gd name="connsiteX29-22479" fmla="*/ 914371 w 2107590"/>
              <a:gd name="connsiteY29-22480" fmla="*/ 511746 h 2160513"/>
              <a:gd name="connsiteX30-22481" fmla="*/ 523846 w 2107590"/>
              <a:gd name="connsiteY30-22482" fmla="*/ 754633 h 2160513"/>
              <a:gd name="connsiteX31-22483" fmla="*/ 783402 w 2107590"/>
              <a:gd name="connsiteY31-22484" fmla="*/ 868932 h 2160513"/>
              <a:gd name="connsiteX32-22485" fmla="*/ 785783 w 2107590"/>
              <a:gd name="connsiteY32-22486" fmla="*/ 1002283 h 2160513"/>
              <a:gd name="connsiteX33-22487" fmla="*/ 373827 w 2107590"/>
              <a:gd name="connsiteY33-22488" fmla="*/ 852264 h 2160513"/>
              <a:gd name="connsiteX34-22489" fmla="*/ 759589 w 2107590"/>
              <a:gd name="connsiteY34-22490" fmla="*/ 416496 h 2160513"/>
              <a:gd name="connsiteX35-22491" fmla="*/ 1397764 w 2107590"/>
              <a:gd name="connsiteY35-22492" fmla="*/ 606996 h 2160513"/>
              <a:gd name="connsiteX36-22493" fmla="*/ 1416814 w 2107590"/>
              <a:gd name="connsiteY36-22494" fmla="*/ 868933 h 2160513"/>
              <a:gd name="connsiteX37-22495" fmla="*/ 1526352 w 2107590"/>
              <a:gd name="connsiteY37-22496" fmla="*/ 771302 h 2160513"/>
              <a:gd name="connsiteX38-22497" fmla="*/ 1643033 w 2107590"/>
              <a:gd name="connsiteY38-22498" fmla="*/ 611758 h 2160513"/>
              <a:gd name="connsiteX39-22499" fmla="*/ 1795433 w 2107590"/>
              <a:gd name="connsiteY39-22500" fmla="*/ 723677 h 2160513"/>
              <a:gd name="connsiteX40-22501" fmla="*/ 1889668 w 2107590"/>
              <a:gd name="connsiteY40-22502" fmla="*/ 1175665 h 2160513"/>
              <a:gd name="connsiteX41-22503" fmla="*/ 1912797 w 2107590"/>
              <a:gd name="connsiteY41-22504" fmla="*/ 1135089 h 2160513"/>
              <a:gd name="connsiteX42-22505" fmla="*/ 1775980 w 2107590"/>
              <a:gd name="connsiteY42-22506" fmla="*/ 1553577 h 2160513"/>
              <a:gd name="connsiteX43-22507" fmla="*/ 1235792 w 2107590"/>
              <a:gd name="connsiteY43-22508" fmla="*/ 1580715 h 2160513"/>
              <a:gd name="connsiteX44-22509" fmla="*/ 1344220 w 2107590"/>
              <a:gd name="connsiteY44-22510" fmla="*/ 1905742 h 2160513"/>
              <a:gd name="connsiteX0-22511" fmla="*/ 1575697 w 2107590"/>
              <a:gd name="connsiteY0-22512" fmla="*/ 2160513 h 2160513"/>
              <a:gd name="connsiteX1-22513" fmla="*/ 956854 w 2107590"/>
              <a:gd name="connsiteY1-22514" fmla="*/ 1258279 h 2160513"/>
              <a:gd name="connsiteX2-22515" fmla="*/ 863892 w 2107590"/>
              <a:gd name="connsiteY2-22516" fmla="*/ 1345253 h 2160513"/>
              <a:gd name="connsiteX3-22517" fmla="*/ 1026241 w 2107590"/>
              <a:gd name="connsiteY3-22518" fmla="*/ 1144473 h 2160513"/>
              <a:gd name="connsiteX4-22519" fmla="*/ 908876 w 2107590"/>
              <a:gd name="connsiteY4-22520" fmla="*/ 743032 h 2160513"/>
              <a:gd name="connsiteX5-22521" fmla="*/ 1054863 w 2107590"/>
              <a:gd name="connsiteY5-22522" fmla="*/ 807021 h 2160513"/>
              <a:gd name="connsiteX6-22523" fmla="*/ 766732 w 2107590"/>
              <a:gd name="connsiteY6-22524" fmla="*/ 928463 h 2160513"/>
              <a:gd name="connsiteX7-22525" fmla="*/ 228569 w 2107590"/>
              <a:gd name="connsiteY7-22526" fmla="*/ 1030857 h 2160513"/>
              <a:gd name="connsiteX8-22527" fmla="*/ 102364 w 2107590"/>
              <a:gd name="connsiteY8-22528" fmla="*/ 578421 h 2160513"/>
              <a:gd name="connsiteX9-22529" fmla="*/ 334972 w 2107590"/>
              <a:gd name="connsiteY9-22530" fmla="*/ 266829 h 2160513"/>
              <a:gd name="connsiteX10-22531" fmla="*/ 754827 w 2107590"/>
              <a:gd name="connsiteY10-22532" fmla="*/ 47401 h 2160513"/>
              <a:gd name="connsiteX11-22533" fmla="*/ 759590 w 2107590"/>
              <a:gd name="connsiteY11-22534" fmla="*/ 95027 h 2160513"/>
              <a:gd name="connsiteX12-22535" fmla="*/ 771497 w 2107590"/>
              <a:gd name="connsiteY12-22536" fmla="*/ 35497 h 2160513"/>
              <a:gd name="connsiteX13-22537" fmla="*/ 1341273 w 2107590"/>
              <a:gd name="connsiteY13-22538" fmla="*/ 79182 h 2160513"/>
              <a:gd name="connsiteX14-22539" fmla="*/ 1369190 w 2107590"/>
              <a:gd name="connsiteY14-22540" fmla="*/ 92646 h 2160513"/>
              <a:gd name="connsiteX15-22541" fmla="*/ 1772045 w 2107590"/>
              <a:gd name="connsiteY15-22542" fmla="*/ 359840 h 2160513"/>
              <a:gd name="connsiteX16-22543" fmla="*/ 1752572 w 2107590"/>
              <a:gd name="connsiteY16-22544" fmla="*/ 342677 h 2160513"/>
              <a:gd name="connsiteX17-22545" fmla="*/ 2013140 w 2107590"/>
              <a:gd name="connsiteY17-22546" fmla="*/ 736265 h 2160513"/>
              <a:gd name="connsiteX18-22547" fmla="*/ 2004983 w 2107590"/>
              <a:gd name="connsiteY18-22548" fmla="*/ 716533 h 2160513"/>
              <a:gd name="connsiteX19-22549" fmla="*/ 2095472 w 2107590"/>
              <a:gd name="connsiteY19-22550" fmla="*/ 1073721 h 2160513"/>
              <a:gd name="connsiteX20-22551" fmla="*/ 1826390 w 2107590"/>
              <a:gd name="connsiteY20-22552" fmla="*/ 1311846 h 2160513"/>
              <a:gd name="connsiteX21-22553" fmla="*/ 1821627 w 2107590"/>
              <a:gd name="connsiteY21-22554" fmla="*/ 1264221 h 2160513"/>
              <a:gd name="connsiteX22-22555" fmla="*/ 1488252 w 2107590"/>
              <a:gd name="connsiteY22-22556" fmla="*/ 1595214 h 2160513"/>
              <a:gd name="connsiteX23-22557" fmla="*/ 1388239 w 2107590"/>
              <a:gd name="connsiteY23-22558" fmla="*/ 1492821 h 2160513"/>
              <a:gd name="connsiteX24-22559" fmla="*/ 1714472 w 2107590"/>
              <a:gd name="connsiteY24-22560" fmla="*/ 1154684 h 2160513"/>
              <a:gd name="connsiteX25-22561" fmla="*/ 1390621 w 2107590"/>
              <a:gd name="connsiteY25-22562" fmla="*/ 1145157 h 2160513"/>
              <a:gd name="connsiteX26-22563" fmla="*/ 1342996 w 2107590"/>
              <a:gd name="connsiteY26-22564" fmla="*/ 1283270 h 2160513"/>
              <a:gd name="connsiteX27-22565" fmla="*/ 1042958 w 2107590"/>
              <a:gd name="connsiteY27-22566" fmla="*/ 983235 h 2160513"/>
              <a:gd name="connsiteX28-22567" fmla="*/ 1309658 w 2107590"/>
              <a:gd name="connsiteY28-22568" fmla="*/ 790352 h 2160513"/>
              <a:gd name="connsiteX29-22569" fmla="*/ 914371 w 2107590"/>
              <a:gd name="connsiteY29-22570" fmla="*/ 511746 h 2160513"/>
              <a:gd name="connsiteX30-22571" fmla="*/ 523846 w 2107590"/>
              <a:gd name="connsiteY30-22572" fmla="*/ 754633 h 2160513"/>
              <a:gd name="connsiteX31-22573" fmla="*/ 783402 w 2107590"/>
              <a:gd name="connsiteY31-22574" fmla="*/ 868932 h 2160513"/>
              <a:gd name="connsiteX32-22575" fmla="*/ 785783 w 2107590"/>
              <a:gd name="connsiteY32-22576" fmla="*/ 1002283 h 2160513"/>
              <a:gd name="connsiteX33-22577" fmla="*/ 373827 w 2107590"/>
              <a:gd name="connsiteY33-22578" fmla="*/ 852264 h 2160513"/>
              <a:gd name="connsiteX34-22579" fmla="*/ 759589 w 2107590"/>
              <a:gd name="connsiteY34-22580" fmla="*/ 409352 h 2160513"/>
              <a:gd name="connsiteX35-22581" fmla="*/ 1397764 w 2107590"/>
              <a:gd name="connsiteY35-22582" fmla="*/ 606996 h 2160513"/>
              <a:gd name="connsiteX36-22583" fmla="*/ 1416814 w 2107590"/>
              <a:gd name="connsiteY36-22584" fmla="*/ 868933 h 2160513"/>
              <a:gd name="connsiteX37-22585" fmla="*/ 1526352 w 2107590"/>
              <a:gd name="connsiteY37-22586" fmla="*/ 771302 h 2160513"/>
              <a:gd name="connsiteX38-22587" fmla="*/ 1643033 w 2107590"/>
              <a:gd name="connsiteY38-22588" fmla="*/ 611758 h 2160513"/>
              <a:gd name="connsiteX39-22589" fmla="*/ 1795433 w 2107590"/>
              <a:gd name="connsiteY39-22590" fmla="*/ 723677 h 2160513"/>
              <a:gd name="connsiteX40-22591" fmla="*/ 1889668 w 2107590"/>
              <a:gd name="connsiteY40-22592" fmla="*/ 1175665 h 2160513"/>
              <a:gd name="connsiteX41-22593" fmla="*/ 1912797 w 2107590"/>
              <a:gd name="connsiteY41-22594" fmla="*/ 1135089 h 2160513"/>
              <a:gd name="connsiteX42-22595" fmla="*/ 1775980 w 2107590"/>
              <a:gd name="connsiteY42-22596" fmla="*/ 1553577 h 2160513"/>
              <a:gd name="connsiteX43-22597" fmla="*/ 1235792 w 2107590"/>
              <a:gd name="connsiteY43-22598" fmla="*/ 1580715 h 2160513"/>
              <a:gd name="connsiteX44-22599" fmla="*/ 1344220 w 2107590"/>
              <a:gd name="connsiteY44-22600" fmla="*/ 1905742 h 2160513"/>
              <a:gd name="connsiteX0-22601" fmla="*/ 1575697 w 2107590"/>
              <a:gd name="connsiteY0-22602" fmla="*/ 2160513 h 2160513"/>
              <a:gd name="connsiteX1-22603" fmla="*/ 956854 w 2107590"/>
              <a:gd name="connsiteY1-22604" fmla="*/ 1258279 h 2160513"/>
              <a:gd name="connsiteX2-22605" fmla="*/ 863892 w 2107590"/>
              <a:gd name="connsiteY2-22606" fmla="*/ 1345253 h 2160513"/>
              <a:gd name="connsiteX3-22607" fmla="*/ 1026241 w 2107590"/>
              <a:gd name="connsiteY3-22608" fmla="*/ 1144473 h 2160513"/>
              <a:gd name="connsiteX4-22609" fmla="*/ 908876 w 2107590"/>
              <a:gd name="connsiteY4-22610" fmla="*/ 743032 h 2160513"/>
              <a:gd name="connsiteX5-22611" fmla="*/ 1054863 w 2107590"/>
              <a:gd name="connsiteY5-22612" fmla="*/ 807021 h 2160513"/>
              <a:gd name="connsiteX6-22613" fmla="*/ 766732 w 2107590"/>
              <a:gd name="connsiteY6-22614" fmla="*/ 928463 h 2160513"/>
              <a:gd name="connsiteX7-22615" fmla="*/ 228569 w 2107590"/>
              <a:gd name="connsiteY7-22616" fmla="*/ 1030857 h 2160513"/>
              <a:gd name="connsiteX8-22617" fmla="*/ 102364 w 2107590"/>
              <a:gd name="connsiteY8-22618" fmla="*/ 578421 h 2160513"/>
              <a:gd name="connsiteX9-22619" fmla="*/ 334972 w 2107590"/>
              <a:gd name="connsiteY9-22620" fmla="*/ 266829 h 2160513"/>
              <a:gd name="connsiteX10-22621" fmla="*/ 754827 w 2107590"/>
              <a:gd name="connsiteY10-22622" fmla="*/ 47401 h 2160513"/>
              <a:gd name="connsiteX11-22623" fmla="*/ 759590 w 2107590"/>
              <a:gd name="connsiteY11-22624" fmla="*/ 95027 h 2160513"/>
              <a:gd name="connsiteX12-22625" fmla="*/ 771497 w 2107590"/>
              <a:gd name="connsiteY12-22626" fmla="*/ 35497 h 2160513"/>
              <a:gd name="connsiteX13-22627" fmla="*/ 1341273 w 2107590"/>
              <a:gd name="connsiteY13-22628" fmla="*/ 79182 h 2160513"/>
              <a:gd name="connsiteX14-22629" fmla="*/ 1369190 w 2107590"/>
              <a:gd name="connsiteY14-22630" fmla="*/ 92646 h 2160513"/>
              <a:gd name="connsiteX15-22631" fmla="*/ 1772045 w 2107590"/>
              <a:gd name="connsiteY15-22632" fmla="*/ 359840 h 2160513"/>
              <a:gd name="connsiteX16-22633" fmla="*/ 1752572 w 2107590"/>
              <a:gd name="connsiteY16-22634" fmla="*/ 342677 h 2160513"/>
              <a:gd name="connsiteX17-22635" fmla="*/ 2013140 w 2107590"/>
              <a:gd name="connsiteY17-22636" fmla="*/ 736265 h 2160513"/>
              <a:gd name="connsiteX18-22637" fmla="*/ 2004983 w 2107590"/>
              <a:gd name="connsiteY18-22638" fmla="*/ 716533 h 2160513"/>
              <a:gd name="connsiteX19-22639" fmla="*/ 2095472 w 2107590"/>
              <a:gd name="connsiteY19-22640" fmla="*/ 1073721 h 2160513"/>
              <a:gd name="connsiteX20-22641" fmla="*/ 1826390 w 2107590"/>
              <a:gd name="connsiteY20-22642" fmla="*/ 1311846 h 2160513"/>
              <a:gd name="connsiteX21-22643" fmla="*/ 1821627 w 2107590"/>
              <a:gd name="connsiteY21-22644" fmla="*/ 1264221 h 2160513"/>
              <a:gd name="connsiteX22-22645" fmla="*/ 1488252 w 2107590"/>
              <a:gd name="connsiteY22-22646" fmla="*/ 1595214 h 2160513"/>
              <a:gd name="connsiteX23-22647" fmla="*/ 1388239 w 2107590"/>
              <a:gd name="connsiteY23-22648" fmla="*/ 1492821 h 2160513"/>
              <a:gd name="connsiteX24-22649" fmla="*/ 1714472 w 2107590"/>
              <a:gd name="connsiteY24-22650" fmla="*/ 1154684 h 2160513"/>
              <a:gd name="connsiteX25-22651" fmla="*/ 1390621 w 2107590"/>
              <a:gd name="connsiteY25-22652" fmla="*/ 1145157 h 2160513"/>
              <a:gd name="connsiteX26-22653" fmla="*/ 1342996 w 2107590"/>
              <a:gd name="connsiteY26-22654" fmla="*/ 1283270 h 2160513"/>
              <a:gd name="connsiteX27-22655" fmla="*/ 1042958 w 2107590"/>
              <a:gd name="connsiteY27-22656" fmla="*/ 983235 h 2160513"/>
              <a:gd name="connsiteX28-22657" fmla="*/ 1309658 w 2107590"/>
              <a:gd name="connsiteY28-22658" fmla="*/ 790352 h 2160513"/>
              <a:gd name="connsiteX29-22659" fmla="*/ 914371 w 2107590"/>
              <a:gd name="connsiteY29-22660" fmla="*/ 511746 h 2160513"/>
              <a:gd name="connsiteX30-22661" fmla="*/ 523846 w 2107590"/>
              <a:gd name="connsiteY30-22662" fmla="*/ 754633 h 2160513"/>
              <a:gd name="connsiteX31-22663" fmla="*/ 783402 w 2107590"/>
              <a:gd name="connsiteY31-22664" fmla="*/ 868932 h 2160513"/>
              <a:gd name="connsiteX32-22665" fmla="*/ 785783 w 2107590"/>
              <a:gd name="connsiteY32-22666" fmla="*/ 1002283 h 2160513"/>
              <a:gd name="connsiteX33-22667" fmla="*/ 373827 w 2107590"/>
              <a:gd name="connsiteY33-22668" fmla="*/ 852264 h 2160513"/>
              <a:gd name="connsiteX34-22669" fmla="*/ 759589 w 2107590"/>
              <a:gd name="connsiteY34-22670" fmla="*/ 409352 h 2160513"/>
              <a:gd name="connsiteX35-22671" fmla="*/ 1397764 w 2107590"/>
              <a:gd name="connsiteY35-22672" fmla="*/ 606996 h 2160513"/>
              <a:gd name="connsiteX36-22673" fmla="*/ 1416814 w 2107590"/>
              <a:gd name="connsiteY36-22674" fmla="*/ 868933 h 2160513"/>
              <a:gd name="connsiteX37-22675" fmla="*/ 1526352 w 2107590"/>
              <a:gd name="connsiteY37-22676" fmla="*/ 771302 h 2160513"/>
              <a:gd name="connsiteX38-22677" fmla="*/ 1643033 w 2107590"/>
              <a:gd name="connsiteY38-22678" fmla="*/ 611758 h 2160513"/>
              <a:gd name="connsiteX39-22679" fmla="*/ 1795433 w 2107590"/>
              <a:gd name="connsiteY39-22680" fmla="*/ 723677 h 2160513"/>
              <a:gd name="connsiteX40-22681" fmla="*/ 1889668 w 2107590"/>
              <a:gd name="connsiteY40-22682" fmla="*/ 1175665 h 2160513"/>
              <a:gd name="connsiteX41-22683" fmla="*/ 1912797 w 2107590"/>
              <a:gd name="connsiteY41-22684" fmla="*/ 1135089 h 2160513"/>
              <a:gd name="connsiteX42-22685" fmla="*/ 1775980 w 2107590"/>
              <a:gd name="connsiteY42-22686" fmla="*/ 1553577 h 2160513"/>
              <a:gd name="connsiteX43-22687" fmla="*/ 1235792 w 2107590"/>
              <a:gd name="connsiteY43-22688" fmla="*/ 1580715 h 2160513"/>
              <a:gd name="connsiteX44-22689" fmla="*/ 1344220 w 2107590"/>
              <a:gd name="connsiteY44-22690" fmla="*/ 1905742 h 2160513"/>
              <a:gd name="connsiteX0-22691" fmla="*/ 1575697 w 2107590"/>
              <a:gd name="connsiteY0-22692" fmla="*/ 2160513 h 2160513"/>
              <a:gd name="connsiteX1-22693" fmla="*/ 956854 w 2107590"/>
              <a:gd name="connsiteY1-22694" fmla="*/ 1258279 h 2160513"/>
              <a:gd name="connsiteX2-22695" fmla="*/ 863892 w 2107590"/>
              <a:gd name="connsiteY2-22696" fmla="*/ 1345253 h 2160513"/>
              <a:gd name="connsiteX3-22697" fmla="*/ 1026241 w 2107590"/>
              <a:gd name="connsiteY3-22698" fmla="*/ 1144473 h 2160513"/>
              <a:gd name="connsiteX4-22699" fmla="*/ 908876 w 2107590"/>
              <a:gd name="connsiteY4-22700" fmla="*/ 743032 h 2160513"/>
              <a:gd name="connsiteX5-22701" fmla="*/ 1054863 w 2107590"/>
              <a:gd name="connsiteY5-22702" fmla="*/ 807021 h 2160513"/>
              <a:gd name="connsiteX6-22703" fmla="*/ 766732 w 2107590"/>
              <a:gd name="connsiteY6-22704" fmla="*/ 928463 h 2160513"/>
              <a:gd name="connsiteX7-22705" fmla="*/ 228569 w 2107590"/>
              <a:gd name="connsiteY7-22706" fmla="*/ 1030857 h 2160513"/>
              <a:gd name="connsiteX8-22707" fmla="*/ 102364 w 2107590"/>
              <a:gd name="connsiteY8-22708" fmla="*/ 578421 h 2160513"/>
              <a:gd name="connsiteX9-22709" fmla="*/ 334972 w 2107590"/>
              <a:gd name="connsiteY9-22710" fmla="*/ 266829 h 2160513"/>
              <a:gd name="connsiteX10-22711" fmla="*/ 754827 w 2107590"/>
              <a:gd name="connsiteY10-22712" fmla="*/ 47401 h 2160513"/>
              <a:gd name="connsiteX11-22713" fmla="*/ 759590 w 2107590"/>
              <a:gd name="connsiteY11-22714" fmla="*/ 95027 h 2160513"/>
              <a:gd name="connsiteX12-22715" fmla="*/ 771497 w 2107590"/>
              <a:gd name="connsiteY12-22716" fmla="*/ 35497 h 2160513"/>
              <a:gd name="connsiteX13-22717" fmla="*/ 1341273 w 2107590"/>
              <a:gd name="connsiteY13-22718" fmla="*/ 79182 h 2160513"/>
              <a:gd name="connsiteX14-22719" fmla="*/ 1369190 w 2107590"/>
              <a:gd name="connsiteY14-22720" fmla="*/ 92646 h 2160513"/>
              <a:gd name="connsiteX15-22721" fmla="*/ 1772045 w 2107590"/>
              <a:gd name="connsiteY15-22722" fmla="*/ 359840 h 2160513"/>
              <a:gd name="connsiteX16-22723" fmla="*/ 1752572 w 2107590"/>
              <a:gd name="connsiteY16-22724" fmla="*/ 342677 h 2160513"/>
              <a:gd name="connsiteX17-22725" fmla="*/ 2013140 w 2107590"/>
              <a:gd name="connsiteY17-22726" fmla="*/ 736265 h 2160513"/>
              <a:gd name="connsiteX18-22727" fmla="*/ 2004983 w 2107590"/>
              <a:gd name="connsiteY18-22728" fmla="*/ 716533 h 2160513"/>
              <a:gd name="connsiteX19-22729" fmla="*/ 2095472 w 2107590"/>
              <a:gd name="connsiteY19-22730" fmla="*/ 1073721 h 2160513"/>
              <a:gd name="connsiteX20-22731" fmla="*/ 1826390 w 2107590"/>
              <a:gd name="connsiteY20-22732" fmla="*/ 1311846 h 2160513"/>
              <a:gd name="connsiteX21-22733" fmla="*/ 1821627 w 2107590"/>
              <a:gd name="connsiteY21-22734" fmla="*/ 1264221 h 2160513"/>
              <a:gd name="connsiteX22-22735" fmla="*/ 1488252 w 2107590"/>
              <a:gd name="connsiteY22-22736" fmla="*/ 1595214 h 2160513"/>
              <a:gd name="connsiteX23-22737" fmla="*/ 1388239 w 2107590"/>
              <a:gd name="connsiteY23-22738" fmla="*/ 1492821 h 2160513"/>
              <a:gd name="connsiteX24-22739" fmla="*/ 1714472 w 2107590"/>
              <a:gd name="connsiteY24-22740" fmla="*/ 1154684 h 2160513"/>
              <a:gd name="connsiteX25-22741" fmla="*/ 1390621 w 2107590"/>
              <a:gd name="connsiteY25-22742" fmla="*/ 1145157 h 2160513"/>
              <a:gd name="connsiteX26-22743" fmla="*/ 1342996 w 2107590"/>
              <a:gd name="connsiteY26-22744" fmla="*/ 1283270 h 2160513"/>
              <a:gd name="connsiteX27-22745" fmla="*/ 1042958 w 2107590"/>
              <a:gd name="connsiteY27-22746" fmla="*/ 983235 h 2160513"/>
              <a:gd name="connsiteX28-22747" fmla="*/ 1309658 w 2107590"/>
              <a:gd name="connsiteY28-22748" fmla="*/ 790352 h 2160513"/>
              <a:gd name="connsiteX29-22749" fmla="*/ 914371 w 2107590"/>
              <a:gd name="connsiteY29-22750" fmla="*/ 511746 h 2160513"/>
              <a:gd name="connsiteX30-22751" fmla="*/ 523846 w 2107590"/>
              <a:gd name="connsiteY30-22752" fmla="*/ 754633 h 2160513"/>
              <a:gd name="connsiteX31-22753" fmla="*/ 783402 w 2107590"/>
              <a:gd name="connsiteY31-22754" fmla="*/ 868932 h 2160513"/>
              <a:gd name="connsiteX32-22755" fmla="*/ 785783 w 2107590"/>
              <a:gd name="connsiteY32-22756" fmla="*/ 1002283 h 2160513"/>
              <a:gd name="connsiteX33-22757" fmla="*/ 373827 w 2107590"/>
              <a:gd name="connsiteY33-22758" fmla="*/ 852264 h 2160513"/>
              <a:gd name="connsiteX34-22759" fmla="*/ 759589 w 2107590"/>
              <a:gd name="connsiteY34-22760" fmla="*/ 409352 h 2160513"/>
              <a:gd name="connsiteX35-22761" fmla="*/ 1397764 w 2107590"/>
              <a:gd name="connsiteY35-22762" fmla="*/ 606996 h 2160513"/>
              <a:gd name="connsiteX36-22763" fmla="*/ 1416814 w 2107590"/>
              <a:gd name="connsiteY36-22764" fmla="*/ 868933 h 2160513"/>
              <a:gd name="connsiteX37-22765" fmla="*/ 1526352 w 2107590"/>
              <a:gd name="connsiteY37-22766" fmla="*/ 771302 h 2160513"/>
              <a:gd name="connsiteX38-22767" fmla="*/ 1643033 w 2107590"/>
              <a:gd name="connsiteY38-22768" fmla="*/ 611758 h 2160513"/>
              <a:gd name="connsiteX39-22769" fmla="*/ 1795433 w 2107590"/>
              <a:gd name="connsiteY39-22770" fmla="*/ 723677 h 2160513"/>
              <a:gd name="connsiteX40-22771" fmla="*/ 1889668 w 2107590"/>
              <a:gd name="connsiteY40-22772" fmla="*/ 1175665 h 2160513"/>
              <a:gd name="connsiteX41-22773" fmla="*/ 1912797 w 2107590"/>
              <a:gd name="connsiteY41-22774" fmla="*/ 1135089 h 2160513"/>
              <a:gd name="connsiteX42-22775" fmla="*/ 1775980 w 2107590"/>
              <a:gd name="connsiteY42-22776" fmla="*/ 1553577 h 2160513"/>
              <a:gd name="connsiteX43-22777" fmla="*/ 1235792 w 2107590"/>
              <a:gd name="connsiteY43-22778" fmla="*/ 1580715 h 2160513"/>
              <a:gd name="connsiteX44-22779" fmla="*/ 1344220 w 2107590"/>
              <a:gd name="connsiteY44-22780" fmla="*/ 1905742 h 2160513"/>
              <a:gd name="connsiteX0-22781" fmla="*/ 1575697 w 2107590"/>
              <a:gd name="connsiteY0-22782" fmla="*/ 2160513 h 2160513"/>
              <a:gd name="connsiteX1-22783" fmla="*/ 956854 w 2107590"/>
              <a:gd name="connsiteY1-22784" fmla="*/ 1258279 h 2160513"/>
              <a:gd name="connsiteX2-22785" fmla="*/ 863892 w 2107590"/>
              <a:gd name="connsiteY2-22786" fmla="*/ 1345253 h 2160513"/>
              <a:gd name="connsiteX3-22787" fmla="*/ 1026241 w 2107590"/>
              <a:gd name="connsiteY3-22788" fmla="*/ 1144473 h 2160513"/>
              <a:gd name="connsiteX4-22789" fmla="*/ 908876 w 2107590"/>
              <a:gd name="connsiteY4-22790" fmla="*/ 743032 h 2160513"/>
              <a:gd name="connsiteX5-22791" fmla="*/ 1054863 w 2107590"/>
              <a:gd name="connsiteY5-22792" fmla="*/ 807021 h 2160513"/>
              <a:gd name="connsiteX6-22793" fmla="*/ 766732 w 2107590"/>
              <a:gd name="connsiteY6-22794" fmla="*/ 928463 h 2160513"/>
              <a:gd name="connsiteX7-22795" fmla="*/ 228569 w 2107590"/>
              <a:gd name="connsiteY7-22796" fmla="*/ 1030857 h 2160513"/>
              <a:gd name="connsiteX8-22797" fmla="*/ 102364 w 2107590"/>
              <a:gd name="connsiteY8-22798" fmla="*/ 578421 h 2160513"/>
              <a:gd name="connsiteX9-22799" fmla="*/ 334972 w 2107590"/>
              <a:gd name="connsiteY9-22800" fmla="*/ 266829 h 2160513"/>
              <a:gd name="connsiteX10-22801" fmla="*/ 754827 w 2107590"/>
              <a:gd name="connsiteY10-22802" fmla="*/ 47401 h 2160513"/>
              <a:gd name="connsiteX11-22803" fmla="*/ 759590 w 2107590"/>
              <a:gd name="connsiteY11-22804" fmla="*/ 95027 h 2160513"/>
              <a:gd name="connsiteX12-22805" fmla="*/ 771497 w 2107590"/>
              <a:gd name="connsiteY12-22806" fmla="*/ 35497 h 2160513"/>
              <a:gd name="connsiteX13-22807" fmla="*/ 1341273 w 2107590"/>
              <a:gd name="connsiteY13-22808" fmla="*/ 79182 h 2160513"/>
              <a:gd name="connsiteX14-22809" fmla="*/ 1369190 w 2107590"/>
              <a:gd name="connsiteY14-22810" fmla="*/ 92646 h 2160513"/>
              <a:gd name="connsiteX15-22811" fmla="*/ 1772045 w 2107590"/>
              <a:gd name="connsiteY15-22812" fmla="*/ 359840 h 2160513"/>
              <a:gd name="connsiteX16-22813" fmla="*/ 1752572 w 2107590"/>
              <a:gd name="connsiteY16-22814" fmla="*/ 342677 h 2160513"/>
              <a:gd name="connsiteX17-22815" fmla="*/ 2013140 w 2107590"/>
              <a:gd name="connsiteY17-22816" fmla="*/ 736265 h 2160513"/>
              <a:gd name="connsiteX18-22817" fmla="*/ 2004983 w 2107590"/>
              <a:gd name="connsiteY18-22818" fmla="*/ 716533 h 2160513"/>
              <a:gd name="connsiteX19-22819" fmla="*/ 2095472 w 2107590"/>
              <a:gd name="connsiteY19-22820" fmla="*/ 1073721 h 2160513"/>
              <a:gd name="connsiteX20-22821" fmla="*/ 1826390 w 2107590"/>
              <a:gd name="connsiteY20-22822" fmla="*/ 1311846 h 2160513"/>
              <a:gd name="connsiteX21-22823" fmla="*/ 1821627 w 2107590"/>
              <a:gd name="connsiteY21-22824" fmla="*/ 1264221 h 2160513"/>
              <a:gd name="connsiteX22-22825" fmla="*/ 1488252 w 2107590"/>
              <a:gd name="connsiteY22-22826" fmla="*/ 1595214 h 2160513"/>
              <a:gd name="connsiteX23-22827" fmla="*/ 1388239 w 2107590"/>
              <a:gd name="connsiteY23-22828" fmla="*/ 1492821 h 2160513"/>
              <a:gd name="connsiteX24-22829" fmla="*/ 1714472 w 2107590"/>
              <a:gd name="connsiteY24-22830" fmla="*/ 1154684 h 2160513"/>
              <a:gd name="connsiteX25-22831" fmla="*/ 1390621 w 2107590"/>
              <a:gd name="connsiteY25-22832" fmla="*/ 1145157 h 2160513"/>
              <a:gd name="connsiteX26-22833" fmla="*/ 1342996 w 2107590"/>
              <a:gd name="connsiteY26-22834" fmla="*/ 1283270 h 2160513"/>
              <a:gd name="connsiteX27-22835" fmla="*/ 1042958 w 2107590"/>
              <a:gd name="connsiteY27-22836" fmla="*/ 983235 h 2160513"/>
              <a:gd name="connsiteX28-22837" fmla="*/ 1309658 w 2107590"/>
              <a:gd name="connsiteY28-22838" fmla="*/ 790352 h 2160513"/>
              <a:gd name="connsiteX29-22839" fmla="*/ 914371 w 2107590"/>
              <a:gd name="connsiteY29-22840" fmla="*/ 511746 h 2160513"/>
              <a:gd name="connsiteX30-22841" fmla="*/ 523846 w 2107590"/>
              <a:gd name="connsiteY30-22842" fmla="*/ 754633 h 2160513"/>
              <a:gd name="connsiteX31-22843" fmla="*/ 783402 w 2107590"/>
              <a:gd name="connsiteY31-22844" fmla="*/ 868932 h 2160513"/>
              <a:gd name="connsiteX32-22845" fmla="*/ 785783 w 2107590"/>
              <a:gd name="connsiteY32-22846" fmla="*/ 1002283 h 2160513"/>
              <a:gd name="connsiteX33-22847" fmla="*/ 373827 w 2107590"/>
              <a:gd name="connsiteY33-22848" fmla="*/ 852264 h 2160513"/>
              <a:gd name="connsiteX34-22849" fmla="*/ 759589 w 2107590"/>
              <a:gd name="connsiteY34-22850" fmla="*/ 409352 h 2160513"/>
              <a:gd name="connsiteX35-22851" fmla="*/ 1397764 w 2107590"/>
              <a:gd name="connsiteY35-22852" fmla="*/ 606996 h 2160513"/>
              <a:gd name="connsiteX36-22853" fmla="*/ 1416814 w 2107590"/>
              <a:gd name="connsiteY36-22854" fmla="*/ 868933 h 2160513"/>
              <a:gd name="connsiteX37-22855" fmla="*/ 1526352 w 2107590"/>
              <a:gd name="connsiteY37-22856" fmla="*/ 771302 h 2160513"/>
              <a:gd name="connsiteX38-22857" fmla="*/ 1643033 w 2107590"/>
              <a:gd name="connsiteY38-22858" fmla="*/ 611758 h 2160513"/>
              <a:gd name="connsiteX39-22859" fmla="*/ 1795433 w 2107590"/>
              <a:gd name="connsiteY39-22860" fmla="*/ 723677 h 2160513"/>
              <a:gd name="connsiteX40-22861" fmla="*/ 1889668 w 2107590"/>
              <a:gd name="connsiteY40-22862" fmla="*/ 1175665 h 2160513"/>
              <a:gd name="connsiteX41-22863" fmla="*/ 1912797 w 2107590"/>
              <a:gd name="connsiteY41-22864" fmla="*/ 1135089 h 2160513"/>
              <a:gd name="connsiteX42-22865" fmla="*/ 1775980 w 2107590"/>
              <a:gd name="connsiteY42-22866" fmla="*/ 1553577 h 2160513"/>
              <a:gd name="connsiteX43-22867" fmla="*/ 1235792 w 2107590"/>
              <a:gd name="connsiteY43-22868" fmla="*/ 1580715 h 2160513"/>
              <a:gd name="connsiteX44-22869" fmla="*/ 1344220 w 2107590"/>
              <a:gd name="connsiteY44-22870" fmla="*/ 1905742 h 2160513"/>
              <a:gd name="connsiteX0-22871" fmla="*/ 1575697 w 2107590"/>
              <a:gd name="connsiteY0-22872" fmla="*/ 2160513 h 2160513"/>
              <a:gd name="connsiteX1-22873" fmla="*/ 956854 w 2107590"/>
              <a:gd name="connsiteY1-22874" fmla="*/ 1258279 h 2160513"/>
              <a:gd name="connsiteX2-22875" fmla="*/ 863892 w 2107590"/>
              <a:gd name="connsiteY2-22876" fmla="*/ 1345253 h 2160513"/>
              <a:gd name="connsiteX3-22877" fmla="*/ 1026241 w 2107590"/>
              <a:gd name="connsiteY3-22878" fmla="*/ 1144473 h 2160513"/>
              <a:gd name="connsiteX4-22879" fmla="*/ 908876 w 2107590"/>
              <a:gd name="connsiteY4-22880" fmla="*/ 743032 h 2160513"/>
              <a:gd name="connsiteX5-22881" fmla="*/ 1054863 w 2107590"/>
              <a:gd name="connsiteY5-22882" fmla="*/ 807021 h 2160513"/>
              <a:gd name="connsiteX6-22883" fmla="*/ 766732 w 2107590"/>
              <a:gd name="connsiteY6-22884" fmla="*/ 928463 h 2160513"/>
              <a:gd name="connsiteX7-22885" fmla="*/ 228569 w 2107590"/>
              <a:gd name="connsiteY7-22886" fmla="*/ 1030857 h 2160513"/>
              <a:gd name="connsiteX8-22887" fmla="*/ 102364 w 2107590"/>
              <a:gd name="connsiteY8-22888" fmla="*/ 578421 h 2160513"/>
              <a:gd name="connsiteX9-22889" fmla="*/ 334972 w 2107590"/>
              <a:gd name="connsiteY9-22890" fmla="*/ 266829 h 2160513"/>
              <a:gd name="connsiteX10-22891" fmla="*/ 754827 w 2107590"/>
              <a:gd name="connsiteY10-22892" fmla="*/ 47401 h 2160513"/>
              <a:gd name="connsiteX11-22893" fmla="*/ 759590 w 2107590"/>
              <a:gd name="connsiteY11-22894" fmla="*/ 95027 h 2160513"/>
              <a:gd name="connsiteX12-22895" fmla="*/ 771497 w 2107590"/>
              <a:gd name="connsiteY12-22896" fmla="*/ 35497 h 2160513"/>
              <a:gd name="connsiteX13-22897" fmla="*/ 1341273 w 2107590"/>
              <a:gd name="connsiteY13-22898" fmla="*/ 79182 h 2160513"/>
              <a:gd name="connsiteX14-22899" fmla="*/ 1369190 w 2107590"/>
              <a:gd name="connsiteY14-22900" fmla="*/ 92646 h 2160513"/>
              <a:gd name="connsiteX15-22901" fmla="*/ 1772045 w 2107590"/>
              <a:gd name="connsiteY15-22902" fmla="*/ 359840 h 2160513"/>
              <a:gd name="connsiteX16-22903" fmla="*/ 1752572 w 2107590"/>
              <a:gd name="connsiteY16-22904" fmla="*/ 342677 h 2160513"/>
              <a:gd name="connsiteX17-22905" fmla="*/ 2013140 w 2107590"/>
              <a:gd name="connsiteY17-22906" fmla="*/ 736265 h 2160513"/>
              <a:gd name="connsiteX18-22907" fmla="*/ 2004983 w 2107590"/>
              <a:gd name="connsiteY18-22908" fmla="*/ 716533 h 2160513"/>
              <a:gd name="connsiteX19-22909" fmla="*/ 2095472 w 2107590"/>
              <a:gd name="connsiteY19-22910" fmla="*/ 1073721 h 2160513"/>
              <a:gd name="connsiteX20-22911" fmla="*/ 1826390 w 2107590"/>
              <a:gd name="connsiteY20-22912" fmla="*/ 1311846 h 2160513"/>
              <a:gd name="connsiteX21-22913" fmla="*/ 1821627 w 2107590"/>
              <a:gd name="connsiteY21-22914" fmla="*/ 1264221 h 2160513"/>
              <a:gd name="connsiteX22-22915" fmla="*/ 1488252 w 2107590"/>
              <a:gd name="connsiteY22-22916" fmla="*/ 1595214 h 2160513"/>
              <a:gd name="connsiteX23-22917" fmla="*/ 1388239 w 2107590"/>
              <a:gd name="connsiteY23-22918" fmla="*/ 1492821 h 2160513"/>
              <a:gd name="connsiteX24-22919" fmla="*/ 1714472 w 2107590"/>
              <a:gd name="connsiteY24-22920" fmla="*/ 1154684 h 2160513"/>
              <a:gd name="connsiteX25-22921" fmla="*/ 1390621 w 2107590"/>
              <a:gd name="connsiteY25-22922" fmla="*/ 1145157 h 2160513"/>
              <a:gd name="connsiteX26-22923" fmla="*/ 1342996 w 2107590"/>
              <a:gd name="connsiteY26-22924" fmla="*/ 1283270 h 2160513"/>
              <a:gd name="connsiteX27-22925" fmla="*/ 1042958 w 2107590"/>
              <a:gd name="connsiteY27-22926" fmla="*/ 983235 h 2160513"/>
              <a:gd name="connsiteX28-22927" fmla="*/ 1309658 w 2107590"/>
              <a:gd name="connsiteY28-22928" fmla="*/ 790352 h 2160513"/>
              <a:gd name="connsiteX29-22929" fmla="*/ 914371 w 2107590"/>
              <a:gd name="connsiteY29-22930" fmla="*/ 511746 h 2160513"/>
              <a:gd name="connsiteX30-22931" fmla="*/ 523846 w 2107590"/>
              <a:gd name="connsiteY30-22932" fmla="*/ 754633 h 2160513"/>
              <a:gd name="connsiteX31-22933" fmla="*/ 783402 w 2107590"/>
              <a:gd name="connsiteY31-22934" fmla="*/ 868932 h 2160513"/>
              <a:gd name="connsiteX32-22935" fmla="*/ 785783 w 2107590"/>
              <a:gd name="connsiteY32-22936" fmla="*/ 1002283 h 2160513"/>
              <a:gd name="connsiteX33-22937" fmla="*/ 373827 w 2107590"/>
              <a:gd name="connsiteY33-22938" fmla="*/ 852264 h 2160513"/>
              <a:gd name="connsiteX34-22939" fmla="*/ 759589 w 2107590"/>
              <a:gd name="connsiteY34-22940" fmla="*/ 409352 h 2160513"/>
              <a:gd name="connsiteX35-22941" fmla="*/ 1397764 w 2107590"/>
              <a:gd name="connsiteY35-22942" fmla="*/ 606996 h 2160513"/>
              <a:gd name="connsiteX36-22943" fmla="*/ 1416814 w 2107590"/>
              <a:gd name="connsiteY36-22944" fmla="*/ 868933 h 2160513"/>
              <a:gd name="connsiteX37-22945" fmla="*/ 1526352 w 2107590"/>
              <a:gd name="connsiteY37-22946" fmla="*/ 771302 h 2160513"/>
              <a:gd name="connsiteX38-22947" fmla="*/ 1643033 w 2107590"/>
              <a:gd name="connsiteY38-22948" fmla="*/ 611758 h 2160513"/>
              <a:gd name="connsiteX39-22949" fmla="*/ 1795433 w 2107590"/>
              <a:gd name="connsiteY39-22950" fmla="*/ 723677 h 2160513"/>
              <a:gd name="connsiteX40-22951" fmla="*/ 1889668 w 2107590"/>
              <a:gd name="connsiteY40-22952" fmla="*/ 1175665 h 2160513"/>
              <a:gd name="connsiteX41-22953" fmla="*/ 1912797 w 2107590"/>
              <a:gd name="connsiteY41-22954" fmla="*/ 1135089 h 2160513"/>
              <a:gd name="connsiteX42-22955" fmla="*/ 1775980 w 2107590"/>
              <a:gd name="connsiteY42-22956" fmla="*/ 1553577 h 2160513"/>
              <a:gd name="connsiteX43-22957" fmla="*/ 1235792 w 2107590"/>
              <a:gd name="connsiteY43-22958" fmla="*/ 1580715 h 2160513"/>
              <a:gd name="connsiteX44-22959" fmla="*/ 1344220 w 2107590"/>
              <a:gd name="connsiteY44-22960" fmla="*/ 1905742 h 2160513"/>
              <a:gd name="connsiteX0-22961" fmla="*/ 1575697 w 2107590"/>
              <a:gd name="connsiteY0-22962" fmla="*/ 2160513 h 2160513"/>
              <a:gd name="connsiteX1-22963" fmla="*/ 956854 w 2107590"/>
              <a:gd name="connsiteY1-22964" fmla="*/ 1258279 h 2160513"/>
              <a:gd name="connsiteX2-22965" fmla="*/ 863892 w 2107590"/>
              <a:gd name="connsiteY2-22966" fmla="*/ 1345253 h 2160513"/>
              <a:gd name="connsiteX3-22967" fmla="*/ 1026241 w 2107590"/>
              <a:gd name="connsiteY3-22968" fmla="*/ 1144473 h 2160513"/>
              <a:gd name="connsiteX4-22969" fmla="*/ 908876 w 2107590"/>
              <a:gd name="connsiteY4-22970" fmla="*/ 743032 h 2160513"/>
              <a:gd name="connsiteX5-22971" fmla="*/ 1054863 w 2107590"/>
              <a:gd name="connsiteY5-22972" fmla="*/ 807021 h 2160513"/>
              <a:gd name="connsiteX6-22973" fmla="*/ 766732 w 2107590"/>
              <a:gd name="connsiteY6-22974" fmla="*/ 928463 h 2160513"/>
              <a:gd name="connsiteX7-22975" fmla="*/ 228569 w 2107590"/>
              <a:gd name="connsiteY7-22976" fmla="*/ 1030857 h 2160513"/>
              <a:gd name="connsiteX8-22977" fmla="*/ 102364 w 2107590"/>
              <a:gd name="connsiteY8-22978" fmla="*/ 578421 h 2160513"/>
              <a:gd name="connsiteX9-22979" fmla="*/ 334972 w 2107590"/>
              <a:gd name="connsiteY9-22980" fmla="*/ 266829 h 2160513"/>
              <a:gd name="connsiteX10-22981" fmla="*/ 754827 w 2107590"/>
              <a:gd name="connsiteY10-22982" fmla="*/ 47401 h 2160513"/>
              <a:gd name="connsiteX11-22983" fmla="*/ 759590 w 2107590"/>
              <a:gd name="connsiteY11-22984" fmla="*/ 95027 h 2160513"/>
              <a:gd name="connsiteX12-22985" fmla="*/ 771497 w 2107590"/>
              <a:gd name="connsiteY12-22986" fmla="*/ 35497 h 2160513"/>
              <a:gd name="connsiteX13-22987" fmla="*/ 1341273 w 2107590"/>
              <a:gd name="connsiteY13-22988" fmla="*/ 79182 h 2160513"/>
              <a:gd name="connsiteX14-22989" fmla="*/ 1369190 w 2107590"/>
              <a:gd name="connsiteY14-22990" fmla="*/ 92646 h 2160513"/>
              <a:gd name="connsiteX15-22991" fmla="*/ 1772045 w 2107590"/>
              <a:gd name="connsiteY15-22992" fmla="*/ 359840 h 2160513"/>
              <a:gd name="connsiteX16-22993" fmla="*/ 1752572 w 2107590"/>
              <a:gd name="connsiteY16-22994" fmla="*/ 342677 h 2160513"/>
              <a:gd name="connsiteX17-22995" fmla="*/ 2013140 w 2107590"/>
              <a:gd name="connsiteY17-22996" fmla="*/ 736265 h 2160513"/>
              <a:gd name="connsiteX18-22997" fmla="*/ 2004983 w 2107590"/>
              <a:gd name="connsiteY18-22998" fmla="*/ 716533 h 2160513"/>
              <a:gd name="connsiteX19-22999" fmla="*/ 2095472 w 2107590"/>
              <a:gd name="connsiteY19-23000" fmla="*/ 1073721 h 2160513"/>
              <a:gd name="connsiteX20-23001" fmla="*/ 1826390 w 2107590"/>
              <a:gd name="connsiteY20-23002" fmla="*/ 1311846 h 2160513"/>
              <a:gd name="connsiteX21-23003" fmla="*/ 1821627 w 2107590"/>
              <a:gd name="connsiteY21-23004" fmla="*/ 1264221 h 2160513"/>
              <a:gd name="connsiteX22-23005" fmla="*/ 1488252 w 2107590"/>
              <a:gd name="connsiteY22-23006" fmla="*/ 1595214 h 2160513"/>
              <a:gd name="connsiteX23-23007" fmla="*/ 1388239 w 2107590"/>
              <a:gd name="connsiteY23-23008" fmla="*/ 1492821 h 2160513"/>
              <a:gd name="connsiteX24-23009" fmla="*/ 1714472 w 2107590"/>
              <a:gd name="connsiteY24-23010" fmla="*/ 1154684 h 2160513"/>
              <a:gd name="connsiteX25-23011" fmla="*/ 1390621 w 2107590"/>
              <a:gd name="connsiteY25-23012" fmla="*/ 1145157 h 2160513"/>
              <a:gd name="connsiteX26-23013" fmla="*/ 1342996 w 2107590"/>
              <a:gd name="connsiteY26-23014" fmla="*/ 1283270 h 2160513"/>
              <a:gd name="connsiteX27-23015" fmla="*/ 1042958 w 2107590"/>
              <a:gd name="connsiteY27-23016" fmla="*/ 983235 h 2160513"/>
              <a:gd name="connsiteX28-23017" fmla="*/ 1309658 w 2107590"/>
              <a:gd name="connsiteY28-23018" fmla="*/ 790352 h 2160513"/>
              <a:gd name="connsiteX29-23019" fmla="*/ 914371 w 2107590"/>
              <a:gd name="connsiteY29-23020" fmla="*/ 511746 h 2160513"/>
              <a:gd name="connsiteX30-23021" fmla="*/ 523846 w 2107590"/>
              <a:gd name="connsiteY30-23022" fmla="*/ 754633 h 2160513"/>
              <a:gd name="connsiteX31-23023" fmla="*/ 783402 w 2107590"/>
              <a:gd name="connsiteY31-23024" fmla="*/ 868932 h 2160513"/>
              <a:gd name="connsiteX32-23025" fmla="*/ 785783 w 2107590"/>
              <a:gd name="connsiteY32-23026" fmla="*/ 1002283 h 2160513"/>
              <a:gd name="connsiteX33-23027" fmla="*/ 373827 w 2107590"/>
              <a:gd name="connsiteY33-23028" fmla="*/ 852264 h 2160513"/>
              <a:gd name="connsiteX34-23029" fmla="*/ 759589 w 2107590"/>
              <a:gd name="connsiteY34-23030" fmla="*/ 409352 h 2160513"/>
              <a:gd name="connsiteX35-23031" fmla="*/ 1397764 w 2107590"/>
              <a:gd name="connsiteY35-23032" fmla="*/ 606996 h 2160513"/>
              <a:gd name="connsiteX36-23033" fmla="*/ 1416814 w 2107590"/>
              <a:gd name="connsiteY36-23034" fmla="*/ 868933 h 2160513"/>
              <a:gd name="connsiteX37-23035" fmla="*/ 1469202 w 2107590"/>
              <a:gd name="connsiteY37-23036" fmla="*/ 795115 h 2160513"/>
              <a:gd name="connsiteX38-23037" fmla="*/ 1643033 w 2107590"/>
              <a:gd name="connsiteY38-23038" fmla="*/ 611758 h 2160513"/>
              <a:gd name="connsiteX39-23039" fmla="*/ 1795433 w 2107590"/>
              <a:gd name="connsiteY39-23040" fmla="*/ 723677 h 2160513"/>
              <a:gd name="connsiteX40-23041" fmla="*/ 1889668 w 2107590"/>
              <a:gd name="connsiteY40-23042" fmla="*/ 1175665 h 2160513"/>
              <a:gd name="connsiteX41-23043" fmla="*/ 1912797 w 2107590"/>
              <a:gd name="connsiteY41-23044" fmla="*/ 1135089 h 2160513"/>
              <a:gd name="connsiteX42-23045" fmla="*/ 1775980 w 2107590"/>
              <a:gd name="connsiteY42-23046" fmla="*/ 1553577 h 2160513"/>
              <a:gd name="connsiteX43-23047" fmla="*/ 1235792 w 2107590"/>
              <a:gd name="connsiteY43-23048" fmla="*/ 1580715 h 2160513"/>
              <a:gd name="connsiteX44-23049" fmla="*/ 1344220 w 2107590"/>
              <a:gd name="connsiteY44-23050" fmla="*/ 1905742 h 2160513"/>
              <a:gd name="connsiteX0-23051" fmla="*/ 1575697 w 2107590"/>
              <a:gd name="connsiteY0-23052" fmla="*/ 2160513 h 2160513"/>
              <a:gd name="connsiteX1-23053" fmla="*/ 956854 w 2107590"/>
              <a:gd name="connsiteY1-23054" fmla="*/ 1258279 h 2160513"/>
              <a:gd name="connsiteX2-23055" fmla="*/ 863892 w 2107590"/>
              <a:gd name="connsiteY2-23056" fmla="*/ 1345253 h 2160513"/>
              <a:gd name="connsiteX3-23057" fmla="*/ 1026241 w 2107590"/>
              <a:gd name="connsiteY3-23058" fmla="*/ 1144473 h 2160513"/>
              <a:gd name="connsiteX4-23059" fmla="*/ 908876 w 2107590"/>
              <a:gd name="connsiteY4-23060" fmla="*/ 743032 h 2160513"/>
              <a:gd name="connsiteX5-23061" fmla="*/ 1054863 w 2107590"/>
              <a:gd name="connsiteY5-23062" fmla="*/ 807021 h 2160513"/>
              <a:gd name="connsiteX6-23063" fmla="*/ 766732 w 2107590"/>
              <a:gd name="connsiteY6-23064" fmla="*/ 928463 h 2160513"/>
              <a:gd name="connsiteX7-23065" fmla="*/ 228569 w 2107590"/>
              <a:gd name="connsiteY7-23066" fmla="*/ 1030857 h 2160513"/>
              <a:gd name="connsiteX8-23067" fmla="*/ 102364 w 2107590"/>
              <a:gd name="connsiteY8-23068" fmla="*/ 578421 h 2160513"/>
              <a:gd name="connsiteX9-23069" fmla="*/ 334972 w 2107590"/>
              <a:gd name="connsiteY9-23070" fmla="*/ 266829 h 2160513"/>
              <a:gd name="connsiteX10-23071" fmla="*/ 754827 w 2107590"/>
              <a:gd name="connsiteY10-23072" fmla="*/ 47401 h 2160513"/>
              <a:gd name="connsiteX11-23073" fmla="*/ 759590 w 2107590"/>
              <a:gd name="connsiteY11-23074" fmla="*/ 95027 h 2160513"/>
              <a:gd name="connsiteX12-23075" fmla="*/ 771497 w 2107590"/>
              <a:gd name="connsiteY12-23076" fmla="*/ 35497 h 2160513"/>
              <a:gd name="connsiteX13-23077" fmla="*/ 1341273 w 2107590"/>
              <a:gd name="connsiteY13-23078" fmla="*/ 79182 h 2160513"/>
              <a:gd name="connsiteX14-23079" fmla="*/ 1369190 w 2107590"/>
              <a:gd name="connsiteY14-23080" fmla="*/ 92646 h 2160513"/>
              <a:gd name="connsiteX15-23081" fmla="*/ 1772045 w 2107590"/>
              <a:gd name="connsiteY15-23082" fmla="*/ 359840 h 2160513"/>
              <a:gd name="connsiteX16-23083" fmla="*/ 1752572 w 2107590"/>
              <a:gd name="connsiteY16-23084" fmla="*/ 342677 h 2160513"/>
              <a:gd name="connsiteX17-23085" fmla="*/ 2013140 w 2107590"/>
              <a:gd name="connsiteY17-23086" fmla="*/ 736265 h 2160513"/>
              <a:gd name="connsiteX18-23087" fmla="*/ 2004983 w 2107590"/>
              <a:gd name="connsiteY18-23088" fmla="*/ 716533 h 2160513"/>
              <a:gd name="connsiteX19-23089" fmla="*/ 2095472 w 2107590"/>
              <a:gd name="connsiteY19-23090" fmla="*/ 1073721 h 2160513"/>
              <a:gd name="connsiteX20-23091" fmla="*/ 1826390 w 2107590"/>
              <a:gd name="connsiteY20-23092" fmla="*/ 1311846 h 2160513"/>
              <a:gd name="connsiteX21-23093" fmla="*/ 1821627 w 2107590"/>
              <a:gd name="connsiteY21-23094" fmla="*/ 1264221 h 2160513"/>
              <a:gd name="connsiteX22-23095" fmla="*/ 1488252 w 2107590"/>
              <a:gd name="connsiteY22-23096" fmla="*/ 1595214 h 2160513"/>
              <a:gd name="connsiteX23-23097" fmla="*/ 1388239 w 2107590"/>
              <a:gd name="connsiteY23-23098" fmla="*/ 1492821 h 2160513"/>
              <a:gd name="connsiteX24-23099" fmla="*/ 1714472 w 2107590"/>
              <a:gd name="connsiteY24-23100" fmla="*/ 1154684 h 2160513"/>
              <a:gd name="connsiteX25-23101" fmla="*/ 1390621 w 2107590"/>
              <a:gd name="connsiteY25-23102" fmla="*/ 1145157 h 2160513"/>
              <a:gd name="connsiteX26-23103" fmla="*/ 1342996 w 2107590"/>
              <a:gd name="connsiteY26-23104" fmla="*/ 1283270 h 2160513"/>
              <a:gd name="connsiteX27-23105" fmla="*/ 1042958 w 2107590"/>
              <a:gd name="connsiteY27-23106" fmla="*/ 983235 h 2160513"/>
              <a:gd name="connsiteX28-23107" fmla="*/ 1309658 w 2107590"/>
              <a:gd name="connsiteY28-23108" fmla="*/ 790352 h 2160513"/>
              <a:gd name="connsiteX29-23109" fmla="*/ 914371 w 2107590"/>
              <a:gd name="connsiteY29-23110" fmla="*/ 511746 h 2160513"/>
              <a:gd name="connsiteX30-23111" fmla="*/ 523846 w 2107590"/>
              <a:gd name="connsiteY30-23112" fmla="*/ 754633 h 2160513"/>
              <a:gd name="connsiteX31-23113" fmla="*/ 783402 w 2107590"/>
              <a:gd name="connsiteY31-23114" fmla="*/ 868932 h 2160513"/>
              <a:gd name="connsiteX32-23115" fmla="*/ 785783 w 2107590"/>
              <a:gd name="connsiteY32-23116" fmla="*/ 1002283 h 2160513"/>
              <a:gd name="connsiteX33-23117" fmla="*/ 373827 w 2107590"/>
              <a:gd name="connsiteY33-23118" fmla="*/ 852264 h 2160513"/>
              <a:gd name="connsiteX34-23119" fmla="*/ 759589 w 2107590"/>
              <a:gd name="connsiteY34-23120" fmla="*/ 409352 h 2160513"/>
              <a:gd name="connsiteX35-23121" fmla="*/ 1397764 w 2107590"/>
              <a:gd name="connsiteY35-23122" fmla="*/ 606996 h 2160513"/>
              <a:gd name="connsiteX36-23123" fmla="*/ 1416814 w 2107590"/>
              <a:gd name="connsiteY36-23124" fmla="*/ 868933 h 2160513"/>
              <a:gd name="connsiteX37-23125" fmla="*/ 1469202 w 2107590"/>
              <a:gd name="connsiteY37-23126" fmla="*/ 795115 h 2160513"/>
              <a:gd name="connsiteX38-23127" fmla="*/ 1643033 w 2107590"/>
              <a:gd name="connsiteY38-23128" fmla="*/ 611758 h 2160513"/>
              <a:gd name="connsiteX39-23129" fmla="*/ 1795433 w 2107590"/>
              <a:gd name="connsiteY39-23130" fmla="*/ 723677 h 2160513"/>
              <a:gd name="connsiteX40-23131" fmla="*/ 1889668 w 2107590"/>
              <a:gd name="connsiteY40-23132" fmla="*/ 1175665 h 2160513"/>
              <a:gd name="connsiteX41-23133" fmla="*/ 1912797 w 2107590"/>
              <a:gd name="connsiteY41-23134" fmla="*/ 1135089 h 2160513"/>
              <a:gd name="connsiteX42-23135" fmla="*/ 1775980 w 2107590"/>
              <a:gd name="connsiteY42-23136" fmla="*/ 1553577 h 2160513"/>
              <a:gd name="connsiteX43-23137" fmla="*/ 1235792 w 2107590"/>
              <a:gd name="connsiteY43-23138" fmla="*/ 1580715 h 2160513"/>
              <a:gd name="connsiteX44-23139" fmla="*/ 1344220 w 2107590"/>
              <a:gd name="connsiteY44-23140" fmla="*/ 1905742 h 2160513"/>
              <a:gd name="connsiteX0-23141" fmla="*/ 1575697 w 2107590"/>
              <a:gd name="connsiteY0-23142" fmla="*/ 2160513 h 2160513"/>
              <a:gd name="connsiteX1-23143" fmla="*/ 956854 w 2107590"/>
              <a:gd name="connsiteY1-23144" fmla="*/ 1258279 h 2160513"/>
              <a:gd name="connsiteX2-23145" fmla="*/ 863892 w 2107590"/>
              <a:gd name="connsiteY2-23146" fmla="*/ 1345253 h 2160513"/>
              <a:gd name="connsiteX3-23147" fmla="*/ 1026241 w 2107590"/>
              <a:gd name="connsiteY3-23148" fmla="*/ 1144473 h 2160513"/>
              <a:gd name="connsiteX4-23149" fmla="*/ 908876 w 2107590"/>
              <a:gd name="connsiteY4-23150" fmla="*/ 743032 h 2160513"/>
              <a:gd name="connsiteX5-23151" fmla="*/ 1054863 w 2107590"/>
              <a:gd name="connsiteY5-23152" fmla="*/ 807021 h 2160513"/>
              <a:gd name="connsiteX6-23153" fmla="*/ 766732 w 2107590"/>
              <a:gd name="connsiteY6-23154" fmla="*/ 928463 h 2160513"/>
              <a:gd name="connsiteX7-23155" fmla="*/ 228569 w 2107590"/>
              <a:gd name="connsiteY7-23156" fmla="*/ 1030857 h 2160513"/>
              <a:gd name="connsiteX8-23157" fmla="*/ 102364 w 2107590"/>
              <a:gd name="connsiteY8-23158" fmla="*/ 578421 h 2160513"/>
              <a:gd name="connsiteX9-23159" fmla="*/ 334972 w 2107590"/>
              <a:gd name="connsiteY9-23160" fmla="*/ 266829 h 2160513"/>
              <a:gd name="connsiteX10-23161" fmla="*/ 754827 w 2107590"/>
              <a:gd name="connsiteY10-23162" fmla="*/ 47401 h 2160513"/>
              <a:gd name="connsiteX11-23163" fmla="*/ 759590 w 2107590"/>
              <a:gd name="connsiteY11-23164" fmla="*/ 95027 h 2160513"/>
              <a:gd name="connsiteX12-23165" fmla="*/ 771497 w 2107590"/>
              <a:gd name="connsiteY12-23166" fmla="*/ 35497 h 2160513"/>
              <a:gd name="connsiteX13-23167" fmla="*/ 1341273 w 2107590"/>
              <a:gd name="connsiteY13-23168" fmla="*/ 79182 h 2160513"/>
              <a:gd name="connsiteX14-23169" fmla="*/ 1369190 w 2107590"/>
              <a:gd name="connsiteY14-23170" fmla="*/ 92646 h 2160513"/>
              <a:gd name="connsiteX15-23171" fmla="*/ 1772045 w 2107590"/>
              <a:gd name="connsiteY15-23172" fmla="*/ 359840 h 2160513"/>
              <a:gd name="connsiteX16-23173" fmla="*/ 1752572 w 2107590"/>
              <a:gd name="connsiteY16-23174" fmla="*/ 342677 h 2160513"/>
              <a:gd name="connsiteX17-23175" fmla="*/ 2013140 w 2107590"/>
              <a:gd name="connsiteY17-23176" fmla="*/ 736265 h 2160513"/>
              <a:gd name="connsiteX18-23177" fmla="*/ 2004983 w 2107590"/>
              <a:gd name="connsiteY18-23178" fmla="*/ 716533 h 2160513"/>
              <a:gd name="connsiteX19-23179" fmla="*/ 2095472 w 2107590"/>
              <a:gd name="connsiteY19-23180" fmla="*/ 1073721 h 2160513"/>
              <a:gd name="connsiteX20-23181" fmla="*/ 1826390 w 2107590"/>
              <a:gd name="connsiteY20-23182" fmla="*/ 1311846 h 2160513"/>
              <a:gd name="connsiteX21-23183" fmla="*/ 1821627 w 2107590"/>
              <a:gd name="connsiteY21-23184" fmla="*/ 1264221 h 2160513"/>
              <a:gd name="connsiteX22-23185" fmla="*/ 1488252 w 2107590"/>
              <a:gd name="connsiteY22-23186" fmla="*/ 1595214 h 2160513"/>
              <a:gd name="connsiteX23-23187" fmla="*/ 1388239 w 2107590"/>
              <a:gd name="connsiteY23-23188" fmla="*/ 1492821 h 2160513"/>
              <a:gd name="connsiteX24-23189" fmla="*/ 1714472 w 2107590"/>
              <a:gd name="connsiteY24-23190" fmla="*/ 1154684 h 2160513"/>
              <a:gd name="connsiteX25-23191" fmla="*/ 1390621 w 2107590"/>
              <a:gd name="connsiteY25-23192" fmla="*/ 1145157 h 2160513"/>
              <a:gd name="connsiteX26-23193" fmla="*/ 1342996 w 2107590"/>
              <a:gd name="connsiteY26-23194" fmla="*/ 1283270 h 2160513"/>
              <a:gd name="connsiteX27-23195" fmla="*/ 1042958 w 2107590"/>
              <a:gd name="connsiteY27-23196" fmla="*/ 983235 h 2160513"/>
              <a:gd name="connsiteX28-23197" fmla="*/ 1309658 w 2107590"/>
              <a:gd name="connsiteY28-23198" fmla="*/ 790352 h 2160513"/>
              <a:gd name="connsiteX29-23199" fmla="*/ 914371 w 2107590"/>
              <a:gd name="connsiteY29-23200" fmla="*/ 511746 h 2160513"/>
              <a:gd name="connsiteX30-23201" fmla="*/ 523846 w 2107590"/>
              <a:gd name="connsiteY30-23202" fmla="*/ 754633 h 2160513"/>
              <a:gd name="connsiteX31-23203" fmla="*/ 783402 w 2107590"/>
              <a:gd name="connsiteY31-23204" fmla="*/ 868932 h 2160513"/>
              <a:gd name="connsiteX32-23205" fmla="*/ 785783 w 2107590"/>
              <a:gd name="connsiteY32-23206" fmla="*/ 1002283 h 2160513"/>
              <a:gd name="connsiteX33-23207" fmla="*/ 373827 w 2107590"/>
              <a:gd name="connsiteY33-23208" fmla="*/ 852264 h 2160513"/>
              <a:gd name="connsiteX34-23209" fmla="*/ 759589 w 2107590"/>
              <a:gd name="connsiteY34-23210" fmla="*/ 409352 h 2160513"/>
              <a:gd name="connsiteX35-23211" fmla="*/ 1397764 w 2107590"/>
              <a:gd name="connsiteY35-23212" fmla="*/ 606996 h 2160513"/>
              <a:gd name="connsiteX36-23213" fmla="*/ 1416814 w 2107590"/>
              <a:gd name="connsiteY36-23214" fmla="*/ 868933 h 2160513"/>
              <a:gd name="connsiteX37-23215" fmla="*/ 1469202 w 2107590"/>
              <a:gd name="connsiteY37-23216" fmla="*/ 795115 h 2160513"/>
              <a:gd name="connsiteX38-23217" fmla="*/ 1643033 w 2107590"/>
              <a:gd name="connsiteY38-23218" fmla="*/ 611758 h 2160513"/>
              <a:gd name="connsiteX39-23219" fmla="*/ 1795433 w 2107590"/>
              <a:gd name="connsiteY39-23220" fmla="*/ 723677 h 2160513"/>
              <a:gd name="connsiteX40-23221" fmla="*/ 1889668 w 2107590"/>
              <a:gd name="connsiteY40-23222" fmla="*/ 1175665 h 2160513"/>
              <a:gd name="connsiteX41-23223" fmla="*/ 1912797 w 2107590"/>
              <a:gd name="connsiteY41-23224" fmla="*/ 1135089 h 2160513"/>
              <a:gd name="connsiteX42-23225" fmla="*/ 1775980 w 2107590"/>
              <a:gd name="connsiteY42-23226" fmla="*/ 1553577 h 2160513"/>
              <a:gd name="connsiteX43-23227" fmla="*/ 1235792 w 2107590"/>
              <a:gd name="connsiteY43-23228" fmla="*/ 1580715 h 2160513"/>
              <a:gd name="connsiteX44-23229" fmla="*/ 1344220 w 2107590"/>
              <a:gd name="connsiteY44-23230" fmla="*/ 1905742 h 2160513"/>
              <a:gd name="connsiteX0-23231" fmla="*/ 1575697 w 2107590"/>
              <a:gd name="connsiteY0-23232" fmla="*/ 2160513 h 2160513"/>
              <a:gd name="connsiteX1-23233" fmla="*/ 956854 w 2107590"/>
              <a:gd name="connsiteY1-23234" fmla="*/ 1258279 h 2160513"/>
              <a:gd name="connsiteX2-23235" fmla="*/ 863892 w 2107590"/>
              <a:gd name="connsiteY2-23236" fmla="*/ 1345253 h 2160513"/>
              <a:gd name="connsiteX3-23237" fmla="*/ 1026241 w 2107590"/>
              <a:gd name="connsiteY3-23238" fmla="*/ 1144473 h 2160513"/>
              <a:gd name="connsiteX4-23239" fmla="*/ 908876 w 2107590"/>
              <a:gd name="connsiteY4-23240" fmla="*/ 743032 h 2160513"/>
              <a:gd name="connsiteX5-23241" fmla="*/ 1054863 w 2107590"/>
              <a:gd name="connsiteY5-23242" fmla="*/ 807021 h 2160513"/>
              <a:gd name="connsiteX6-23243" fmla="*/ 766732 w 2107590"/>
              <a:gd name="connsiteY6-23244" fmla="*/ 928463 h 2160513"/>
              <a:gd name="connsiteX7-23245" fmla="*/ 228569 w 2107590"/>
              <a:gd name="connsiteY7-23246" fmla="*/ 1030857 h 2160513"/>
              <a:gd name="connsiteX8-23247" fmla="*/ 102364 w 2107590"/>
              <a:gd name="connsiteY8-23248" fmla="*/ 578421 h 2160513"/>
              <a:gd name="connsiteX9-23249" fmla="*/ 334972 w 2107590"/>
              <a:gd name="connsiteY9-23250" fmla="*/ 266829 h 2160513"/>
              <a:gd name="connsiteX10-23251" fmla="*/ 754827 w 2107590"/>
              <a:gd name="connsiteY10-23252" fmla="*/ 47401 h 2160513"/>
              <a:gd name="connsiteX11-23253" fmla="*/ 759590 w 2107590"/>
              <a:gd name="connsiteY11-23254" fmla="*/ 95027 h 2160513"/>
              <a:gd name="connsiteX12-23255" fmla="*/ 771497 w 2107590"/>
              <a:gd name="connsiteY12-23256" fmla="*/ 35497 h 2160513"/>
              <a:gd name="connsiteX13-23257" fmla="*/ 1341273 w 2107590"/>
              <a:gd name="connsiteY13-23258" fmla="*/ 79182 h 2160513"/>
              <a:gd name="connsiteX14-23259" fmla="*/ 1369190 w 2107590"/>
              <a:gd name="connsiteY14-23260" fmla="*/ 92646 h 2160513"/>
              <a:gd name="connsiteX15-23261" fmla="*/ 1772045 w 2107590"/>
              <a:gd name="connsiteY15-23262" fmla="*/ 359840 h 2160513"/>
              <a:gd name="connsiteX16-23263" fmla="*/ 1752572 w 2107590"/>
              <a:gd name="connsiteY16-23264" fmla="*/ 342677 h 2160513"/>
              <a:gd name="connsiteX17-23265" fmla="*/ 2013140 w 2107590"/>
              <a:gd name="connsiteY17-23266" fmla="*/ 736265 h 2160513"/>
              <a:gd name="connsiteX18-23267" fmla="*/ 2004983 w 2107590"/>
              <a:gd name="connsiteY18-23268" fmla="*/ 716533 h 2160513"/>
              <a:gd name="connsiteX19-23269" fmla="*/ 2095472 w 2107590"/>
              <a:gd name="connsiteY19-23270" fmla="*/ 1073721 h 2160513"/>
              <a:gd name="connsiteX20-23271" fmla="*/ 1826390 w 2107590"/>
              <a:gd name="connsiteY20-23272" fmla="*/ 1311846 h 2160513"/>
              <a:gd name="connsiteX21-23273" fmla="*/ 1821627 w 2107590"/>
              <a:gd name="connsiteY21-23274" fmla="*/ 1264221 h 2160513"/>
              <a:gd name="connsiteX22-23275" fmla="*/ 1488252 w 2107590"/>
              <a:gd name="connsiteY22-23276" fmla="*/ 1595214 h 2160513"/>
              <a:gd name="connsiteX23-23277" fmla="*/ 1388239 w 2107590"/>
              <a:gd name="connsiteY23-23278" fmla="*/ 1492821 h 2160513"/>
              <a:gd name="connsiteX24-23279" fmla="*/ 1714472 w 2107590"/>
              <a:gd name="connsiteY24-23280" fmla="*/ 1154684 h 2160513"/>
              <a:gd name="connsiteX25-23281" fmla="*/ 1390621 w 2107590"/>
              <a:gd name="connsiteY25-23282" fmla="*/ 1145157 h 2160513"/>
              <a:gd name="connsiteX26-23283" fmla="*/ 1342996 w 2107590"/>
              <a:gd name="connsiteY26-23284" fmla="*/ 1283270 h 2160513"/>
              <a:gd name="connsiteX27-23285" fmla="*/ 1042958 w 2107590"/>
              <a:gd name="connsiteY27-23286" fmla="*/ 983235 h 2160513"/>
              <a:gd name="connsiteX28-23287" fmla="*/ 1309658 w 2107590"/>
              <a:gd name="connsiteY28-23288" fmla="*/ 790352 h 2160513"/>
              <a:gd name="connsiteX29-23289" fmla="*/ 914371 w 2107590"/>
              <a:gd name="connsiteY29-23290" fmla="*/ 511746 h 2160513"/>
              <a:gd name="connsiteX30-23291" fmla="*/ 523846 w 2107590"/>
              <a:gd name="connsiteY30-23292" fmla="*/ 754633 h 2160513"/>
              <a:gd name="connsiteX31-23293" fmla="*/ 783402 w 2107590"/>
              <a:gd name="connsiteY31-23294" fmla="*/ 868932 h 2160513"/>
              <a:gd name="connsiteX32-23295" fmla="*/ 785783 w 2107590"/>
              <a:gd name="connsiteY32-23296" fmla="*/ 1002283 h 2160513"/>
              <a:gd name="connsiteX33-23297" fmla="*/ 373827 w 2107590"/>
              <a:gd name="connsiteY33-23298" fmla="*/ 852264 h 2160513"/>
              <a:gd name="connsiteX34-23299" fmla="*/ 759589 w 2107590"/>
              <a:gd name="connsiteY34-23300" fmla="*/ 409352 h 2160513"/>
              <a:gd name="connsiteX35-23301" fmla="*/ 1397764 w 2107590"/>
              <a:gd name="connsiteY35-23302" fmla="*/ 606996 h 2160513"/>
              <a:gd name="connsiteX36-23303" fmla="*/ 1416814 w 2107590"/>
              <a:gd name="connsiteY36-23304" fmla="*/ 868933 h 2160513"/>
              <a:gd name="connsiteX37-23305" fmla="*/ 1469202 w 2107590"/>
              <a:gd name="connsiteY37-23306" fmla="*/ 795115 h 2160513"/>
              <a:gd name="connsiteX38-23307" fmla="*/ 1643033 w 2107590"/>
              <a:gd name="connsiteY38-23308" fmla="*/ 611758 h 2160513"/>
              <a:gd name="connsiteX39-23309" fmla="*/ 1795433 w 2107590"/>
              <a:gd name="connsiteY39-23310" fmla="*/ 723677 h 2160513"/>
              <a:gd name="connsiteX40-23311" fmla="*/ 1889668 w 2107590"/>
              <a:gd name="connsiteY40-23312" fmla="*/ 1175665 h 2160513"/>
              <a:gd name="connsiteX41-23313" fmla="*/ 1912797 w 2107590"/>
              <a:gd name="connsiteY41-23314" fmla="*/ 1135089 h 2160513"/>
              <a:gd name="connsiteX42-23315" fmla="*/ 1775980 w 2107590"/>
              <a:gd name="connsiteY42-23316" fmla="*/ 1553577 h 2160513"/>
              <a:gd name="connsiteX43-23317" fmla="*/ 1235792 w 2107590"/>
              <a:gd name="connsiteY43-23318" fmla="*/ 1580715 h 2160513"/>
              <a:gd name="connsiteX44-23319" fmla="*/ 1344220 w 2107590"/>
              <a:gd name="connsiteY44-23320" fmla="*/ 1905742 h 2160513"/>
              <a:gd name="connsiteX0-23321" fmla="*/ 1575697 w 2107590"/>
              <a:gd name="connsiteY0-23322" fmla="*/ 2160513 h 2160513"/>
              <a:gd name="connsiteX1-23323" fmla="*/ 956854 w 2107590"/>
              <a:gd name="connsiteY1-23324" fmla="*/ 1258279 h 2160513"/>
              <a:gd name="connsiteX2-23325" fmla="*/ 863892 w 2107590"/>
              <a:gd name="connsiteY2-23326" fmla="*/ 1345253 h 2160513"/>
              <a:gd name="connsiteX3-23327" fmla="*/ 1026241 w 2107590"/>
              <a:gd name="connsiteY3-23328" fmla="*/ 1144473 h 2160513"/>
              <a:gd name="connsiteX4-23329" fmla="*/ 908876 w 2107590"/>
              <a:gd name="connsiteY4-23330" fmla="*/ 743032 h 2160513"/>
              <a:gd name="connsiteX5-23331" fmla="*/ 1054863 w 2107590"/>
              <a:gd name="connsiteY5-23332" fmla="*/ 807021 h 2160513"/>
              <a:gd name="connsiteX6-23333" fmla="*/ 766732 w 2107590"/>
              <a:gd name="connsiteY6-23334" fmla="*/ 928463 h 2160513"/>
              <a:gd name="connsiteX7-23335" fmla="*/ 228569 w 2107590"/>
              <a:gd name="connsiteY7-23336" fmla="*/ 1030857 h 2160513"/>
              <a:gd name="connsiteX8-23337" fmla="*/ 102364 w 2107590"/>
              <a:gd name="connsiteY8-23338" fmla="*/ 578421 h 2160513"/>
              <a:gd name="connsiteX9-23339" fmla="*/ 334972 w 2107590"/>
              <a:gd name="connsiteY9-23340" fmla="*/ 266829 h 2160513"/>
              <a:gd name="connsiteX10-23341" fmla="*/ 754827 w 2107590"/>
              <a:gd name="connsiteY10-23342" fmla="*/ 47401 h 2160513"/>
              <a:gd name="connsiteX11-23343" fmla="*/ 759590 w 2107590"/>
              <a:gd name="connsiteY11-23344" fmla="*/ 95027 h 2160513"/>
              <a:gd name="connsiteX12-23345" fmla="*/ 771497 w 2107590"/>
              <a:gd name="connsiteY12-23346" fmla="*/ 35497 h 2160513"/>
              <a:gd name="connsiteX13-23347" fmla="*/ 1341273 w 2107590"/>
              <a:gd name="connsiteY13-23348" fmla="*/ 79182 h 2160513"/>
              <a:gd name="connsiteX14-23349" fmla="*/ 1369190 w 2107590"/>
              <a:gd name="connsiteY14-23350" fmla="*/ 92646 h 2160513"/>
              <a:gd name="connsiteX15-23351" fmla="*/ 1772045 w 2107590"/>
              <a:gd name="connsiteY15-23352" fmla="*/ 359840 h 2160513"/>
              <a:gd name="connsiteX16-23353" fmla="*/ 1752572 w 2107590"/>
              <a:gd name="connsiteY16-23354" fmla="*/ 342677 h 2160513"/>
              <a:gd name="connsiteX17-23355" fmla="*/ 2013140 w 2107590"/>
              <a:gd name="connsiteY17-23356" fmla="*/ 736265 h 2160513"/>
              <a:gd name="connsiteX18-23357" fmla="*/ 2004983 w 2107590"/>
              <a:gd name="connsiteY18-23358" fmla="*/ 716533 h 2160513"/>
              <a:gd name="connsiteX19-23359" fmla="*/ 2095472 w 2107590"/>
              <a:gd name="connsiteY19-23360" fmla="*/ 1073721 h 2160513"/>
              <a:gd name="connsiteX20-23361" fmla="*/ 1826390 w 2107590"/>
              <a:gd name="connsiteY20-23362" fmla="*/ 1311846 h 2160513"/>
              <a:gd name="connsiteX21-23363" fmla="*/ 1821627 w 2107590"/>
              <a:gd name="connsiteY21-23364" fmla="*/ 1264221 h 2160513"/>
              <a:gd name="connsiteX22-23365" fmla="*/ 1488252 w 2107590"/>
              <a:gd name="connsiteY22-23366" fmla="*/ 1595214 h 2160513"/>
              <a:gd name="connsiteX23-23367" fmla="*/ 1388239 w 2107590"/>
              <a:gd name="connsiteY23-23368" fmla="*/ 1492821 h 2160513"/>
              <a:gd name="connsiteX24-23369" fmla="*/ 1714472 w 2107590"/>
              <a:gd name="connsiteY24-23370" fmla="*/ 1154684 h 2160513"/>
              <a:gd name="connsiteX25-23371" fmla="*/ 1390621 w 2107590"/>
              <a:gd name="connsiteY25-23372" fmla="*/ 1145157 h 2160513"/>
              <a:gd name="connsiteX26-23373" fmla="*/ 1342996 w 2107590"/>
              <a:gd name="connsiteY26-23374" fmla="*/ 1283270 h 2160513"/>
              <a:gd name="connsiteX27-23375" fmla="*/ 1042958 w 2107590"/>
              <a:gd name="connsiteY27-23376" fmla="*/ 983235 h 2160513"/>
              <a:gd name="connsiteX28-23377" fmla="*/ 1309658 w 2107590"/>
              <a:gd name="connsiteY28-23378" fmla="*/ 790352 h 2160513"/>
              <a:gd name="connsiteX29-23379" fmla="*/ 914371 w 2107590"/>
              <a:gd name="connsiteY29-23380" fmla="*/ 511746 h 2160513"/>
              <a:gd name="connsiteX30-23381" fmla="*/ 523846 w 2107590"/>
              <a:gd name="connsiteY30-23382" fmla="*/ 754633 h 2160513"/>
              <a:gd name="connsiteX31-23383" fmla="*/ 783402 w 2107590"/>
              <a:gd name="connsiteY31-23384" fmla="*/ 868932 h 2160513"/>
              <a:gd name="connsiteX32-23385" fmla="*/ 785783 w 2107590"/>
              <a:gd name="connsiteY32-23386" fmla="*/ 1002283 h 2160513"/>
              <a:gd name="connsiteX33-23387" fmla="*/ 373827 w 2107590"/>
              <a:gd name="connsiteY33-23388" fmla="*/ 852264 h 2160513"/>
              <a:gd name="connsiteX34-23389" fmla="*/ 759589 w 2107590"/>
              <a:gd name="connsiteY34-23390" fmla="*/ 409352 h 2160513"/>
              <a:gd name="connsiteX35-23391" fmla="*/ 1397764 w 2107590"/>
              <a:gd name="connsiteY35-23392" fmla="*/ 606996 h 2160513"/>
              <a:gd name="connsiteX36-23393" fmla="*/ 1416814 w 2107590"/>
              <a:gd name="connsiteY36-23394" fmla="*/ 868933 h 2160513"/>
              <a:gd name="connsiteX37-23395" fmla="*/ 1469202 w 2107590"/>
              <a:gd name="connsiteY37-23396" fmla="*/ 795115 h 2160513"/>
              <a:gd name="connsiteX38-23397" fmla="*/ 1643033 w 2107590"/>
              <a:gd name="connsiteY38-23398" fmla="*/ 611758 h 2160513"/>
              <a:gd name="connsiteX39-23399" fmla="*/ 1795433 w 2107590"/>
              <a:gd name="connsiteY39-23400" fmla="*/ 723677 h 2160513"/>
              <a:gd name="connsiteX40-23401" fmla="*/ 1889668 w 2107590"/>
              <a:gd name="connsiteY40-23402" fmla="*/ 1175665 h 2160513"/>
              <a:gd name="connsiteX41-23403" fmla="*/ 1912797 w 2107590"/>
              <a:gd name="connsiteY41-23404" fmla="*/ 1135089 h 2160513"/>
              <a:gd name="connsiteX42-23405" fmla="*/ 1775980 w 2107590"/>
              <a:gd name="connsiteY42-23406" fmla="*/ 1553577 h 2160513"/>
              <a:gd name="connsiteX43-23407" fmla="*/ 1235792 w 2107590"/>
              <a:gd name="connsiteY43-23408" fmla="*/ 1580715 h 2160513"/>
              <a:gd name="connsiteX44-23409" fmla="*/ 1344220 w 2107590"/>
              <a:gd name="connsiteY44-23410" fmla="*/ 1905742 h 2160513"/>
              <a:gd name="connsiteX0-23411" fmla="*/ 1575697 w 2107590"/>
              <a:gd name="connsiteY0-23412" fmla="*/ 2160513 h 2160513"/>
              <a:gd name="connsiteX1-23413" fmla="*/ 956854 w 2107590"/>
              <a:gd name="connsiteY1-23414" fmla="*/ 1258279 h 2160513"/>
              <a:gd name="connsiteX2-23415" fmla="*/ 863892 w 2107590"/>
              <a:gd name="connsiteY2-23416" fmla="*/ 1345253 h 2160513"/>
              <a:gd name="connsiteX3-23417" fmla="*/ 1026241 w 2107590"/>
              <a:gd name="connsiteY3-23418" fmla="*/ 1144473 h 2160513"/>
              <a:gd name="connsiteX4-23419" fmla="*/ 908876 w 2107590"/>
              <a:gd name="connsiteY4-23420" fmla="*/ 743032 h 2160513"/>
              <a:gd name="connsiteX5-23421" fmla="*/ 1054863 w 2107590"/>
              <a:gd name="connsiteY5-23422" fmla="*/ 807021 h 2160513"/>
              <a:gd name="connsiteX6-23423" fmla="*/ 766732 w 2107590"/>
              <a:gd name="connsiteY6-23424" fmla="*/ 928463 h 2160513"/>
              <a:gd name="connsiteX7-23425" fmla="*/ 228569 w 2107590"/>
              <a:gd name="connsiteY7-23426" fmla="*/ 1030857 h 2160513"/>
              <a:gd name="connsiteX8-23427" fmla="*/ 102364 w 2107590"/>
              <a:gd name="connsiteY8-23428" fmla="*/ 578421 h 2160513"/>
              <a:gd name="connsiteX9-23429" fmla="*/ 334972 w 2107590"/>
              <a:gd name="connsiteY9-23430" fmla="*/ 266829 h 2160513"/>
              <a:gd name="connsiteX10-23431" fmla="*/ 754827 w 2107590"/>
              <a:gd name="connsiteY10-23432" fmla="*/ 47401 h 2160513"/>
              <a:gd name="connsiteX11-23433" fmla="*/ 759590 w 2107590"/>
              <a:gd name="connsiteY11-23434" fmla="*/ 95027 h 2160513"/>
              <a:gd name="connsiteX12-23435" fmla="*/ 771497 w 2107590"/>
              <a:gd name="connsiteY12-23436" fmla="*/ 35497 h 2160513"/>
              <a:gd name="connsiteX13-23437" fmla="*/ 1341273 w 2107590"/>
              <a:gd name="connsiteY13-23438" fmla="*/ 79182 h 2160513"/>
              <a:gd name="connsiteX14-23439" fmla="*/ 1369190 w 2107590"/>
              <a:gd name="connsiteY14-23440" fmla="*/ 92646 h 2160513"/>
              <a:gd name="connsiteX15-23441" fmla="*/ 1772045 w 2107590"/>
              <a:gd name="connsiteY15-23442" fmla="*/ 359840 h 2160513"/>
              <a:gd name="connsiteX16-23443" fmla="*/ 1752572 w 2107590"/>
              <a:gd name="connsiteY16-23444" fmla="*/ 342677 h 2160513"/>
              <a:gd name="connsiteX17-23445" fmla="*/ 2013140 w 2107590"/>
              <a:gd name="connsiteY17-23446" fmla="*/ 736265 h 2160513"/>
              <a:gd name="connsiteX18-23447" fmla="*/ 2004983 w 2107590"/>
              <a:gd name="connsiteY18-23448" fmla="*/ 716533 h 2160513"/>
              <a:gd name="connsiteX19-23449" fmla="*/ 2095472 w 2107590"/>
              <a:gd name="connsiteY19-23450" fmla="*/ 1073721 h 2160513"/>
              <a:gd name="connsiteX20-23451" fmla="*/ 1826390 w 2107590"/>
              <a:gd name="connsiteY20-23452" fmla="*/ 1311846 h 2160513"/>
              <a:gd name="connsiteX21-23453" fmla="*/ 1821627 w 2107590"/>
              <a:gd name="connsiteY21-23454" fmla="*/ 1264221 h 2160513"/>
              <a:gd name="connsiteX22-23455" fmla="*/ 1488252 w 2107590"/>
              <a:gd name="connsiteY22-23456" fmla="*/ 1595214 h 2160513"/>
              <a:gd name="connsiteX23-23457" fmla="*/ 1388239 w 2107590"/>
              <a:gd name="connsiteY23-23458" fmla="*/ 1492821 h 2160513"/>
              <a:gd name="connsiteX24-23459" fmla="*/ 1714472 w 2107590"/>
              <a:gd name="connsiteY24-23460" fmla="*/ 1154684 h 2160513"/>
              <a:gd name="connsiteX25-23461" fmla="*/ 1390621 w 2107590"/>
              <a:gd name="connsiteY25-23462" fmla="*/ 1145157 h 2160513"/>
              <a:gd name="connsiteX26-23463" fmla="*/ 1342996 w 2107590"/>
              <a:gd name="connsiteY26-23464" fmla="*/ 1283270 h 2160513"/>
              <a:gd name="connsiteX27-23465" fmla="*/ 1042958 w 2107590"/>
              <a:gd name="connsiteY27-23466" fmla="*/ 983235 h 2160513"/>
              <a:gd name="connsiteX28-23467" fmla="*/ 1309658 w 2107590"/>
              <a:gd name="connsiteY28-23468" fmla="*/ 790352 h 2160513"/>
              <a:gd name="connsiteX29-23469" fmla="*/ 914371 w 2107590"/>
              <a:gd name="connsiteY29-23470" fmla="*/ 511746 h 2160513"/>
              <a:gd name="connsiteX30-23471" fmla="*/ 523846 w 2107590"/>
              <a:gd name="connsiteY30-23472" fmla="*/ 754633 h 2160513"/>
              <a:gd name="connsiteX31-23473" fmla="*/ 783402 w 2107590"/>
              <a:gd name="connsiteY31-23474" fmla="*/ 868932 h 2160513"/>
              <a:gd name="connsiteX32-23475" fmla="*/ 785783 w 2107590"/>
              <a:gd name="connsiteY32-23476" fmla="*/ 1002283 h 2160513"/>
              <a:gd name="connsiteX33-23477" fmla="*/ 373827 w 2107590"/>
              <a:gd name="connsiteY33-23478" fmla="*/ 852264 h 2160513"/>
              <a:gd name="connsiteX34-23479" fmla="*/ 759589 w 2107590"/>
              <a:gd name="connsiteY34-23480" fmla="*/ 409352 h 2160513"/>
              <a:gd name="connsiteX35-23481" fmla="*/ 1397764 w 2107590"/>
              <a:gd name="connsiteY35-23482" fmla="*/ 606996 h 2160513"/>
              <a:gd name="connsiteX36-23483" fmla="*/ 1409671 w 2107590"/>
              <a:gd name="connsiteY36-23484" fmla="*/ 868933 h 2160513"/>
              <a:gd name="connsiteX37-23485" fmla="*/ 1469202 w 2107590"/>
              <a:gd name="connsiteY37-23486" fmla="*/ 795115 h 2160513"/>
              <a:gd name="connsiteX38-23487" fmla="*/ 1643033 w 2107590"/>
              <a:gd name="connsiteY38-23488" fmla="*/ 611758 h 2160513"/>
              <a:gd name="connsiteX39-23489" fmla="*/ 1795433 w 2107590"/>
              <a:gd name="connsiteY39-23490" fmla="*/ 723677 h 2160513"/>
              <a:gd name="connsiteX40-23491" fmla="*/ 1889668 w 2107590"/>
              <a:gd name="connsiteY40-23492" fmla="*/ 1175665 h 2160513"/>
              <a:gd name="connsiteX41-23493" fmla="*/ 1912797 w 2107590"/>
              <a:gd name="connsiteY41-23494" fmla="*/ 1135089 h 2160513"/>
              <a:gd name="connsiteX42-23495" fmla="*/ 1775980 w 2107590"/>
              <a:gd name="connsiteY42-23496" fmla="*/ 1553577 h 2160513"/>
              <a:gd name="connsiteX43-23497" fmla="*/ 1235792 w 2107590"/>
              <a:gd name="connsiteY43-23498" fmla="*/ 1580715 h 2160513"/>
              <a:gd name="connsiteX44-23499" fmla="*/ 1344220 w 2107590"/>
              <a:gd name="connsiteY44-23500" fmla="*/ 1905742 h 2160513"/>
              <a:gd name="connsiteX0-23501" fmla="*/ 1575697 w 2107590"/>
              <a:gd name="connsiteY0-23502" fmla="*/ 2160513 h 2160513"/>
              <a:gd name="connsiteX1-23503" fmla="*/ 956854 w 2107590"/>
              <a:gd name="connsiteY1-23504" fmla="*/ 1258279 h 2160513"/>
              <a:gd name="connsiteX2-23505" fmla="*/ 863892 w 2107590"/>
              <a:gd name="connsiteY2-23506" fmla="*/ 1345253 h 2160513"/>
              <a:gd name="connsiteX3-23507" fmla="*/ 1026241 w 2107590"/>
              <a:gd name="connsiteY3-23508" fmla="*/ 1144473 h 2160513"/>
              <a:gd name="connsiteX4-23509" fmla="*/ 908876 w 2107590"/>
              <a:gd name="connsiteY4-23510" fmla="*/ 743032 h 2160513"/>
              <a:gd name="connsiteX5-23511" fmla="*/ 1054863 w 2107590"/>
              <a:gd name="connsiteY5-23512" fmla="*/ 807021 h 2160513"/>
              <a:gd name="connsiteX6-23513" fmla="*/ 766732 w 2107590"/>
              <a:gd name="connsiteY6-23514" fmla="*/ 928463 h 2160513"/>
              <a:gd name="connsiteX7-23515" fmla="*/ 228569 w 2107590"/>
              <a:gd name="connsiteY7-23516" fmla="*/ 1030857 h 2160513"/>
              <a:gd name="connsiteX8-23517" fmla="*/ 102364 w 2107590"/>
              <a:gd name="connsiteY8-23518" fmla="*/ 578421 h 2160513"/>
              <a:gd name="connsiteX9-23519" fmla="*/ 334972 w 2107590"/>
              <a:gd name="connsiteY9-23520" fmla="*/ 266829 h 2160513"/>
              <a:gd name="connsiteX10-23521" fmla="*/ 754827 w 2107590"/>
              <a:gd name="connsiteY10-23522" fmla="*/ 47401 h 2160513"/>
              <a:gd name="connsiteX11-23523" fmla="*/ 759590 w 2107590"/>
              <a:gd name="connsiteY11-23524" fmla="*/ 95027 h 2160513"/>
              <a:gd name="connsiteX12-23525" fmla="*/ 771497 w 2107590"/>
              <a:gd name="connsiteY12-23526" fmla="*/ 35497 h 2160513"/>
              <a:gd name="connsiteX13-23527" fmla="*/ 1341273 w 2107590"/>
              <a:gd name="connsiteY13-23528" fmla="*/ 79182 h 2160513"/>
              <a:gd name="connsiteX14-23529" fmla="*/ 1369190 w 2107590"/>
              <a:gd name="connsiteY14-23530" fmla="*/ 92646 h 2160513"/>
              <a:gd name="connsiteX15-23531" fmla="*/ 1772045 w 2107590"/>
              <a:gd name="connsiteY15-23532" fmla="*/ 359840 h 2160513"/>
              <a:gd name="connsiteX16-23533" fmla="*/ 1752572 w 2107590"/>
              <a:gd name="connsiteY16-23534" fmla="*/ 342677 h 2160513"/>
              <a:gd name="connsiteX17-23535" fmla="*/ 2013140 w 2107590"/>
              <a:gd name="connsiteY17-23536" fmla="*/ 736265 h 2160513"/>
              <a:gd name="connsiteX18-23537" fmla="*/ 2004983 w 2107590"/>
              <a:gd name="connsiteY18-23538" fmla="*/ 716533 h 2160513"/>
              <a:gd name="connsiteX19-23539" fmla="*/ 2095472 w 2107590"/>
              <a:gd name="connsiteY19-23540" fmla="*/ 1073721 h 2160513"/>
              <a:gd name="connsiteX20-23541" fmla="*/ 1826390 w 2107590"/>
              <a:gd name="connsiteY20-23542" fmla="*/ 1311846 h 2160513"/>
              <a:gd name="connsiteX21-23543" fmla="*/ 1821627 w 2107590"/>
              <a:gd name="connsiteY21-23544" fmla="*/ 1264221 h 2160513"/>
              <a:gd name="connsiteX22-23545" fmla="*/ 1488252 w 2107590"/>
              <a:gd name="connsiteY22-23546" fmla="*/ 1595214 h 2160513"/>
              <a:gd name="connsiteX23-23547" fmla="*/ 1388239 w 2107590"/>
              <a:gd name="connsiteY23-23548" fmla="*/ 1492821 h 2160513"/>
              <a:gd name="connsiteX24-23549" fmla="*/ 1714472 w 2107590"/>
              <a:gd name="connsiteY24-23550" fmla="*/ 1154684 h 2160513"/>
              <a:gd name="connsiteX25-23551" fmla="*/ 1390621 w 2107590"/>
              <a:gd name="connsiteY25-23552" fmla="*/ 1145157 h 2160513"/>
              <a:gd name="connsiteX26-23553" fmla="*/ 1342996 w 2107590"/>
              <a:gd name="connsiteY26-23554" fmla="*/ 1283270 h 2160513"/>
              <a:gd name="connsiteX27-23555" fmla="*/ 1042958 w 2107590"/>
              <a:gd name="connsiteY27-23556" fmla="*/ 983235 h 2160513"/>
              <a:gd name="connsiteX28-23557" fmla="*/ 1309658 w 2107590"/>
              <a:gd name="connsiteY28-23558" fmla="*/ 790352 h 2160513"/>
              <a:gd name="connsiteX29-23559" fmla="*/ 914371 w 2107590"/>
              <a:gd name="connsiteY29-23560" fmla="*/ 511746 h 2160513"/>
              <a:gd name="connsiteX30-23561" fmla="*/ 523846 w 2107590"/>
              <a:gd name="connsiteY30-23562" fmla="*/ 754633 h 2160513"/>
              <a:gd name="connsiteX31-23563" fmla="*/ 783402 w 2107590"/>
              <a:gd name="connsiteY31-23564" fmla="*/ 868932 h 2160513"/>
              <a:gd name="connsiteX32-23565" fmla="*/ 785783 w 2107590"/>
              <a:gd name="connsiteY32-23566" fmla="*/ 1002283 h 2160513"/>
              <a:gd name="connsiteX33-23567" fmla="*/ 373827 w 2107590"/>
              <a:gd name="connsiteY33-23568" fmla="*/ 852264 h 2160513"/>
              <a:gd name="connsiteX34-23569" fmla="*/ 759589 w 2107590"/>
              <a:gd name="connsiteY34-23570" fmla="*/ 409352 h 2160513"/>
              <a:gd name="connsiteX35-23571" fmla="*/ 1397764 w 2107590"/>
              <a:gd name="connsiteY35-23572" fmla="*/ 606996 h 2160513"/>
              <a:gd name="connsiteX36-23573" fmla="*/ 1409671 w 2107590"/>
              <a:gd name="connsiteY36-23574" fmla="*/ 868933 h 2160513"/>
              <a:gd name="connsiteX37-23575" fmla="*/ 1433483 w 2107590"/>
              <a:gd name="connsiteY37-23576" fmla="*/ 795115 h 2160513"/>
              <a:gd name="connsiteX38-23577" fmla="*/ 1643033 w 2107590"/>
              <a:gd name="connsiteY38-23578" fmla="*/ 611758 h 2160513"/>
              <a:gd name="connsiteX39-23579" fmla="*/ 1795433 w 2107590"/>
              <a:gd name="connsiteY39-23580" fmla="*/ 723677 h 2160513"/>
              <a:gd name="connsiteX40-23581" fmla="*/ 1889668 w 2107590"/>
              <a:gd name="connsiteY40-23582" fmla="*/ 1175665 h 2160513"/>
              <a:gd name="connsiteX41-23583" fmla="*/ 1912797 w 2107590"/>
              <a:gd name="connsiteY41-23584" fmla="*/ 1135089 h 2160513"/>
              <a:gd name="connsiteX42-23585" fmla="*/ 1775980 w 2107590"/>
              <a:gd name="connsiteY42-23586" fmla="*/ 1553577 h 2160513"/>
              <a:gd name="connsiteX43-23587" fmla="*/ 1235792 w 2107590"/>
              <a:gd name="connsiteY43-23588" fmla="*/ 1580715 h 2160513"/>
              <a:gd name="connsiteX44-23589" fmla="*/ 1344220 w 2107590"/>
              <a:gd name="connsiteY44-23590" fmla="*/ 1905742 h 2160513"/>
              <a:gd name="connsiteX0-23591" fmla="*/ 1575697 w 2107590"/>
              <a:gd name="connsiteY0-23592" fmla="*/ 2160513 h 2160513"/>
              <a:gd name="connsiteX1-23593" fmla="*/ 956854 w 2107590"/>
              <a:gd name="connsiteY1-23594" fmla="*/ 1258279 h 2160513"/>
              <a:gd name="connsiteX2-23595" fmla="*/ 863892 w 2107590"/>
              <a:gd name="connsiteY2-23596" fmla="*/ 1345253 h 2160513"/>
              <a:gd name="connsiteX3-23597" fmla="*/ 1026241 w 2107590"/>
              <a:gd name="connsiteY3-23598" fmla="*/ 1144473 h 2160513"/>
              <a:gd name="connsiteX4-23599" fmla="*/ 908876 w 2107590"/>
              <a:gd name="connsiteY4-23600" fmla="*/ 743032 h 2160513"/>
              <a:gd name="connsiteX5-23601" fmla="*/ 1054863 w 2107590"/>
              <a:gd name="connsiteY5-23602" fmla="*/ 807021 h 2160513"/>
              <a:gd name="connsiteX6-23603" fmla="*/ 766732 w 2107590"/>
              <a:gd name="connsiteY6-23604" fmla="*/ 928463 h 2160513"/>
              <a:gd name="connsiteX7-23605" fmla="*/ 228569 w 2107590"/>
              <a:gd name="connsiteY7-23606" fmla="*/ 1030857 h 2160513"/>
              <a:gd name="connsiteX8-23607" fmla="*/ 102364 w 2107590"/>
              <a:gd name="connsiteY8-23608" fmla="*/ 578421 h 2160513"/>
              <a:gd name="connsiteX9-23609" fmla="*/ 334972 w 2107590"/>
              <a:gd name="connsiteY9-23610" fmla="*/ 266829 h 2160513"/>
              <a:gd name="connsiteX10-23611" fmla="*/ 754827 w 2107590"/>
              <a:gd name="connsiteY10-23612" fmla="*/ 47401 h 2160513"/>
              <a:gd name="connsiteX11-23613" fmla="*/ 759590 w 2107590"/>
              <a:gd name="connsiteY11-23614" fmla="*/ 95027 h 2160513"/>
              <a:gd name="connsiteX12-23615" fmla="*/ 771497 w 2107590"/>
              <a:gd name="connsiteY12-23616" fmla="*/ 35497 h 2160513"/>
              <a:gd name="connsiteX13-23617" fmla="*/ 1341273 w 2107590"/>
              <a:gd name="connsiteY13-23618" fmla="*/ 79182 h 2160513"/>
              <a:gd name="connsiteX14-23619" fmla="*/ 1369190 w 2107590"/>
              <a:gd name="connsiteY14-23620" fmla="*/ 92646 h 2160513"/>
              <a:gd name="connsiteX15-23621" fmla="*/ 1772045 w 2107590"/>
              <a:gd name="connsiteY15-23622" fmla="*/ 359840 h 2160513"/>
              <a:gd name="connsiteX16-23623" fmla="*/ 1752572 w 2107590"/>
              <a:gd name="connsiteY16-23624" fmla="*/ 342677 h 2160513"/>
              <a:gd name="connsiteX17-23625" fmla="*/ 2013140 w 2107590"/>
              <a:gd name="connsiteY17-23626" fmla="*/ 736265 h 2160513"/>
              <a:gd name="connsiteX18-23627" fmla="*/ 2004983 w 2107590"/>
              <a:gd name="connsiteY18-23628" fmla="*/ 716533 h 2160513"/>
              <a:gd name="connsiteX19-23629" fmla="*/ 2095472 w 2107590"/>
              <a:gd name="connsiteY19-23630" fmla="*/ 1073721 h 2160513"/>
              <a:gd name="connsiteX20-23631" fmla="*/ 1826390 w 2107590"/>
              <a:gd name="connsiteY20-23632" fmla="*/ 1311846 h 2160513"/>
              <a:gd name="connsiteX21-23633" fmla="*/ 1821627 w 2107590"/>
              <a:gd name="connsiteY21-23634" fmla="*/ 1264221 h 2160513"/>
              <a:gd name="connsiteX22-23635" fmla="*/ 1488252 w 2107590"/>
              <a:gd name="connsiteY22-23636" fmla="*/ 1595214 h 2160513"/>
              <a:gd name="connsiteX23-23637" fmla="*/ 1388239 w 2107590"/>
              <a:gd name="connsiteY23-23638" fmla="*/ 1492821 h 2160513"/>
              <a:gd name="connsiteX24-23639" fmla="*/ 1714472 w 2107590"/>
              <a:gd name="connsiteY24-23640" fmla="*/ 1154684 h 2160513"/>
              <a:gd name="connsiteX25-23641" fmla="*/ 1390621 w 2107590"/>
              <a:gd name="connsiteY25-23642" fmla="*/ 1145157 h 2160513"/>
              <a:gd name="connsiteX26-23643" fmla="*/ 1342996 w 2107590"/>
              <a:gd name="connsiteY26-23644" fmla="*/ 1283270 h 2160513"/>
              <a:gd name="connsiteX27-23645" fmla="*/ 1042958 w 2107590"/>
              <a:gd name="connsiteY27-23646" fmla="*/ 983235 h 2160513"/>
              <a:gd name="connsiteX28-23647" fmla="*/ 1309658 w 2107590"/>
              <a:gd name="connsiteY28-23648" fmla="*/ 790352 h 2160513"/>
              <a:gd name="connsiteX29-23649" fmla="*/ 914371 w 2107590"/>
              <a:gd name="connsiteY29-23650" fmla="*/ 511746 h 2160513"/>
              <a:gd name="connsiteX30-23651" fmla="*/ 523846 w 2107590"/>
              <a:gd name="connsiteY30-23652" fmla="*/ 754633 h 2160513"/>
              <a:gd name="connsiteX31-23653" fmla="*/ 783402 w 2107590"/>
              <a:gd name="connsiteY31-23654" fmla="*/ 868932 h 2160513"/>
              <a:gd name="connsiteX32-23655" fmla="*/ 785783 w 2107590"/>
              <a:gd name="connsiteY32-23656" fmla="*/ 1002283 h 2160513"/>
              <a:gd name="connsiteX33-23657" fmla="*/ 373827 w 2107590"/>
              <a:gd name="connsiteY33-23658" fmla="*/ 852264 h 2160513"/>
              <a:gd name="connsiteX34-23659" fmla="*/ 759589 w 2107590"/>
              <a:gd name="connsiteY34-23660" fmla="*/ 409352 h 2160513"/>
              <a:gd name="connsiteX35-23661" fmla="*/ 1397764 w 2107590"/>
              <a:gd name="connsiteY35-23662" fmla="*/ 606996 h 2160513"/>
              <a:gd name="connsiteX36-23663" fmla="*/ 1409671 w 2107590"/>
              <a:gd name="connsiteY36-23664" fmla="*/ 868933 h 2160513"/>
              <a:gd name="connsiteX37-23665" fmla="*/ 1433483 w 2107590"/>
              <a:gd name="connsiteY37-23666" fmla="*/ 795115 h 2160513"/>
              <a:gd name="connsiteX38-23667" fmla="*/ 1643033 w 2107590"/>
              <a:gd name="connsiteY38-23668" fmla="*/ 611758 h 2160513"/>
              <a:gd name="connsiteX39-23669" fmla="*/ 1795433 w 2107590"/>
              <a:gd name="connsiteY39-23670" fmla="*/ 723677 h 2160513"/>
              <a:gd name="connsiteX40-23671" fmla="*/ 1889668 w 2107590"/>
              <a:gd name="connsiteY40-23672" fmla="*/ 1175665 h 2160513"/>
              <a:gd name="connsiteX41-23673" fmla="*/ 1912797 w 2107590"/>
              <a:gd name="connsiteY41-23674" fmla="*/ 1135089 h 2160513"/>
              <a:gd name="connsiteX42-23675" fmla="*/ 1775980 w 2107590"/>
              <a:gd name="connsiteY42-23676" fmla="*/ 1553577 h 2160513"/>
              <a:gd name="connsiteX43-23677" fmla="*/ 1235792 w 2107590"/>
              <a:gd name="connsiteY43-23678" fmla="*/ 1580715 h 2160513"/>
              <a:gd name="connsiteX44-23679" fmla="*/ 1344220 w 2107590"/>
              <a:gd name="connsiteY44-23680" fmla="*/ 1905742 h 2160513"/>
              <a:gd name="connsiteX0-23681" fmla="*/ 1575697 w 2107590"/>
              <a:gd name="connsiteY0-23682" fmla="*/ 2160513 h 2160513"/>
              <a:gd name="connsiteX1-23683" fmla="*/ 956854 w 2107590"/>
              <a:gd name="connsiteY1-23684" fmla="*/ 1258279 h 2160513"/>
              <a:gd name="connsiteX2-23685" fmla="*/ 863892 w 2107590"/>
              <a:gd name="connsiteY2-23686" fmla="*/ 1345253 h 2160513"/>
              <a:gd name="connsiteX3-23687" fmla="*/ 1026241 w 2107590"/>
              <a:gd name="connsiteY3-23688" fmla="*/ 1144473 h 2160513"/>
              <a:gd name="connsiteX4-23689" fmla="*/ 908876 w 2107590"/>
              <a:gd name="connsiteY4-23690" fmla="*/ 743032 h 2160513"/>
              <a:gd name="connsiteX5-23691" fmla="*/ 1054863 w 2107590"/>
              <a:gd name="connsiteY5-23692" fmla="*/ 807021 h 2160513"/>
              <a:gd name="connsiteX6-23693" fmla="*/ 766732 w 2107590"/>
              <a:gd name="connsiteY6-23694" fmla="*/ 928463 h 2160513"/>
              <a:gd name="connsiteX7-23695" fmla="*/ 228569 w 2107590"/>
              <a:gd name="connsiteY7-23696" fmla="*/ 1030857 h 2160513"/>
              <a:gd name="connsiteX8-23697" fmla="*/ 102364 w 2107590"/>
              <a:gd name="connsiteY8-23698" fmla="*/ 578421 h 2160513"/>
              <a:gd name="connsiteX9-23699" fmla="*/ 334972 w 2107590"/>
              <a:gd name="connsiteY9-23700" fmla="*/ 266829 h 2160513"/>
              <a:gd name="connsiteX10-23701" fmla="*/ 754827 w 2107590"/>
              <a:gd name="connsiteY10-23702" fmla="*/ 47401 h 2160513"/>
              <a:gd name="connsiteX11-23703" fmla="*/ 759590 w 2107590"/>
              <a:gd name="connsiteY11-23704" fmla="*/ 95027 h 2160513"/>
              <a:gd name="connsiteX12-23705" fmla="*/ 771497 w 2107590"/>
              <a:gd name="connsiteY12-23706" fmla="*/ 35497 h 2160513"/>
              <a:gd name="connsiteX13-23707" fmla="*/ 1341273 w 2107590"/>
              <a:gd name="connsiteY13-23708" fmla="*/ 79182 h 2160513"/>
              <a:gd name="connsiteX14-23709" fmla="*/ 1369190 w 2107590"/>
              <a:gd name="connsiteY14-23710" fmla="*/ 92646 h 2160513"/>
              <a:gd name="connsiteX15-23711" fmla="*/ 1772045 w 2107590"/>
              <a:gd name="connsiteY15-23712" fmla="*/ 359840 h 2160513"/>
              <a:gd name="connsiteX16-23713" fmla="*/ 1752572 w 2107590"/>
              <a:gd name="connsiteY16-23714" fmla="*/ 342677 h 2160513"/>
              <a:gd name="connsiteX17-23715" fmla="*/ 2013140 w 2107590"/>
              <a:gd name="connsiteY17-23716" fmla="*/ 736265 h 2160513"/>
              <a:gd name="connsiteX18-23717" fmla="*/ 2004983 w 2107590"/>
              <a:gd name="connsiteY18-23718" fmla="*/ 716533 h 2160513"/>
              <a:gd name="connsiteX19-23719" fmla="*/ 2095472 w 2107590"/>
              <a:gd name="connsiteY19-23720" fmla="*/ 1073721 h 2160513"/>
              <a:gd name="connsiteX20-23721" fmla="*/ 1826390 w 2107590"/>
              <a:gd name="connsiteY20-23722" fmla="*/ 1311846 h 2160513"/>
              <a:gd name="connsiteX21-23723" fmla="*/ 1821627 w 2107590"/>
              <a:gd name="connsiteY21-23724" fmla="*/ 1264221 h 2160513"/>
              <a:gd name="connsiteX22-23725" fmla="*/ 1488252 w 2107590"/>
              <a:gd name="connsiteY22-23726" fmla="*/ 1595214 h 2160513"/>
              <a:gd name="connsiteX23-23727" fmla="*/ 1388239 w 2107590"/>
              <a:gd name="connsiteY23-23728" fmla="*/ 1492821 h 2160513"/>
              <a:gd name="connsiteX24-23729" fmla="*/ 1714472 w 2107590"/>
              <a:gd name="connsiteY24-23730" fmla="*/ 1154684 h 2160513"/>
              <a:gd name="connsiteX25-23731" fmla="*/ 1390621 w 2107590"/>
              <a:gd name="connsiteY25-23732" fmla="*/ 1145157 h 2160513"/>
              <a:gd name="connsiteX26-23733" fmla="*/ 1342996 w 2107590"/>
              <a:gd name="connsiteY26-23734" fmla="*/ 1283270 h 2160513"/>
              <a:gd name="connsiteX27-23735" fmla="*/ 1042958 w 2107590"/>
              <a:gd name="connsiteY27-23736" fmla="*/ 983235 h 2160513"/>
              <a:gd name="connsiteX28-23737" fmla="*/ 1309658 w 2107590"/>
              <a:gd name="connsiteY28-23738" fmla="*/ 790352 h 2160513"/>
              <a:gd name="connsiteX29-23739" fmla="*/ 914371 w 2107590"/>
              <a:gd name="connsiteY29-23740" fmla="*/ 511746 h 2160513"/>
              <a:gd name="connsiteX30-23741" fmla="*/ 523846 w 2107590"/>
              <a:gd name="connsiteY30-23742" fmla="*/ 754633 h 2160513"/>
              <a:gd name="connsiteX31-23743" fmla="*/ 783402 w 2107590"/>
              <a:gd name="connsiteY31-23744" fmla="*/ 868932 h 2160513"/>
              <a:gd name="connsiteX32-23745" fmla="*/ 785783 w 2107590"/>
              <a:gd name="connsiteY32-23746" fmla="*/ 1002283 h 2160513"/>
              <a:gd name="connsiteX33-23747" fmla="*/ 373827 w 2107590"/>
              <a:gd name="connsiteY33-23748" fmla="*/ 852264 h 2160513"/>
              <a:gd name="connsiteX34-23749" fmla="*/ 759589 w 2107590"/>
              <a:gd name="connsiteY34-23750" fmla="*/ 409352 h 2160513"/>
              <a:gd name="connsiteX35-23751" fmla="*/ 1397764 w 2107590"/>
              <a:gd name="connsiteY35-23752" fmla="*/ 606996 h 2160513"/>
              <a:gd name="connsiteX36-23753" fmla="*/ 1409671 w 2107590"/>
              <a:gd name="connsiteY36-23754" fmla="*/ 868933 h 2160513"/>
              <a:gd name="connsiteX37-23755" fmla="*/ 1433483 w 2107590"/>
              <a:gd name="connsiteY37-23756" fmla="*/ 795115 h 2160513"/>
              <a:gd name="connsiteX38-23757" fmla="*/ 1643033 w 2107590"/>
              <a:gd name="connsiteY38-23758" fmla="*/ 611758 h 2160513"/>
              <a:gd name="connsiteX39-23759" fmla="*/ 1795433 w 2107590"/>
              <a:gd name="connsiteY39-23760" fmla="*/ 723677 h 2160513"/>
              <a:gd name="connsiteX40-23761" fmla="*/ 1889668 w 2107590"/>
              <a:gd name="connsiteY40-23762" fmla="*/ 1175665 h 2160513"/>
              <a:gd name="connsiteX41-23763" fmla="*/ 1912797 w 2107590"/>
              <a:gd name="connsiteY41-23764" fmla="*/ 1135089 h 2160513"/>
              <a:gd name="connsiteX42-23765" fmla="*/ 1775980 w 2107590"/>
              <a:gd name="connsiteY42-23766" fmla="*/ 1553577 h 2160513"/>
              <a:gd name="connsiteX43-23767" fmla="*/ 1235792 w 2107590"/>
              <a:gd name="connsiteY43-23768" fmla="*/ 1580715 h 2160513"/>
              <a:gd name="connsiteX44-23769" fmla="*/ 1344220 w 2107590"/>
              <a:gd name="connsiteY44-23770" fmla="*/ 1905742 h 2160513"/>
              <a:gd name="connsiteX0-23771" fmla="*/ 1575697 w 2107590"/>
              <a:gd name="connsiteY0-23772" fmla="*/ 2160513 h 2160513"/>
              <a:gd name="connsiteX1-23773" fmla="*/ 956854 w 2107590"/>
              <a:gd name="connsiteY1-23774" fmla="*/ 1258279 h 2160513"/>
              <a:gd name="connsiteX2-23775" fmla="*/ 863892 w 2107590"/>
              <a:gd name="connsiteY2-23776" fmla="*/ 1345253 h 2160513"/>
              <a:gd name="connsiteX3-23777" fmla="*/ 1026241 w 2107590"/>
              <a:gd name="connsiteY3-23778" fmla="*/ 1144473 h 2160513"/>
              <a:gd name="connsiteX4-23779" fmla="*/ 908876 w 2107590"/>
              <a:gd name="connsiteY4-23780" fmla="*/ 743032 h 2160513"/>
              <a:gd name="connsiteX5-23781" fmla="*/ 1054863 w 2107590"/>
              <a:gd name="connsiteY5-23782" fmla="*/ 807021 h 2160513"/>
              <a:gd name="connsiteX6-23783" fmla="*/ 766732 w 2107590"/>
              <a:gd name="connsiteY6-23784" fmla="*/ 928463 h 2160513"/>
              <a:gd name="connsiteX7-23785" fmla="*/ 228569 w 2107590"/>
              <a:gd name="connsiteY7-23786" fmla="*/ 1030857 h 2160513"/>
              <a:gd name="connsiteX8-23787" fmla="*/ 102364 w 2107590"/>
              <a:gd name="connsiteY8-23788" fmla="*/ 578421 h 2160513"/>
              <a:gd name="connsiteX9-23789" fmla="*/ 334972 w 2107590"/>
              <a:gd name="connsiteY9-23790" fmla="*/ 266829 h 2160513"/>
              <a:gd name="connsiteX10-23791" fmla="*/ 754827 w 2107590"/>
              <a:gd name="connsiteY10-23792" fmla="*/ 47401 h 2160513"/>
              <a:gd name="connsiteX11-23793" fmla="*/ 759590 w 2107590"/>
              <a:gd name="connsiteY11-23794" fmla="*/ 95027 h 2160513"/>
              <a:gd name="connsiteX12-23795" fmla="*/ 771497 w 2107590"/>
              <a:gd name="connsiteY12-23796" fmla="*/ 35497 h 2160513"/>
              <a:gd name="connsiteX13-23797" fmla="*/ 1341273 w 2107590"/>
              <a:gd name="connsiteY13-23798" fmla="*/ 79182 h 2160513"/>
              <a:gd name="connsiteX14-23799" fmla="*/ 1369190 w 2107590"/>
              <a:gd name="connsiteY14-23800" fmla="*/ 92646 h 2160513"/>
              <a:gd name="connsiteX15-23801" fmla="*/ 1772045 w 2107590"/>
              <a:gd name="connsiteY15-23802" fmla="*/ 359840 h 2160513"/>
              <a:gd name="connsiteX16-23803" fmla="*/ 1752572 w 2107590"/>
              <a:gd name="connsiteY16-23804" fmla="*/ 342677 h 2160513"/>
              <a:gd name="connsiteX17-23805" fmla="*/ 2013140 w 2107590"/>
              <a:gd name="connsiteY17-23806" fmla="*/ 736265 h 2160513"/>
              <a:gd name="connsiteX18-23807" fmla="*/ 2004983 w 2107590"/>
              <a:gd name="connsiteY18-23808" fmla="*/ 716533 h 2160513"/>
              <a:gd name="connsiteX19-23809" fmla="*/ 2095472 w 2107590"/>
              <a:gd name="connsiteY19-23810" fmla="*/ 1073721 h 2160513"/>
              <a:gd name="connsiteX20-23811" fmla="*/ 1826390 w 2107590"/>
              <a:gd name="connsiteY20-23812" fmla="*/ 1311846 h 2160513"/>
              <a:gd name="connsiteX21-23813" fmla="*/ 1821627 w 2107590"/>
              <a:gd name="connsiteY21-23814" fmla="*/ 1264221 h 2160513"/>
              <a:gd name="connsiteX22-23815" fmla="*/ 1488252 w 2107590"/>
              <a:gd name="connsiteY22-23816" fmla="*/ 1595214 h 2160513"/>
              <a:gd name="connsiteX23-23817" fmla="*/ 1388239 w 2107590"/>
              <a:gd name="connsiteY23-23818" fmla="*/ 1492821 h 2160513"/>
              <a:gd name="connsiteX24-23819" fmla="*/ 1714472 w 2107590"/>
              <a:gd name="connsiteY24-23820" fmla="*/ 1154684 h 2160513"/>
              <a:gd name="connsiteX25-23821" fmla="*/ 1390621 w 2107590"/>
              <a:gd name="connsiteY25-23822" fmla="*/ 1145157 h 2160513"/>
              <a:gd name="connsiteX26-23823" fmla="*/ 1342996 w 2107590"/>
              <a:gd name="connsiteY26-23824" fmla="*/ 1283270 h 2160513"/>
              <a:gd name="connsiteX27-23825" fmla="*/ 1042958 w 2107590"/>
              <a:gd name="connsiteY27-23826" fmla="*/ 983235 h 2160513"/>
              <a:gd name="connsiteX28-23827" fmla="*/ 1309658 w 2107590"/>
              <a:gd name="connsiteY28-23828" fmla="*/ 790352 h 2160513"/>
              <a:gd name="connsiteX29-23829" fmla="*/ 914371 w 2107590"/>
              <a:gd name="connsiteY29-23830" fmla="*/ 511746 h 2160513"/>
              <a:gd name="connsiteX30-23831" fmla="*/ 523846 w 2107590"/>
              <a:gd name="connsiteY30-23832" fmla="*/ 754633 h 2160513"/>
              <a:gd name="connsiteX31-23833" fmla="*/ 783402 w 2107590"/>
              <a:gd name="connsiteY31-23834" fmla="*/ 868932 h 2160513"/>
              <a:gd name="connsiteX32-23835" fmla="*/ 785783 w 2107590"/>
              <a:gd name="connsiteY32-23836" fmla="*/ 1002283 h 2160513"/>
              <a:gd name="connsiteX33-23837" fmla="*/ 373827 w 2107590"/>
              <a:gd name="connsiteY33-23838" fmla="*/ 852264 h 2160513"/>
              <a:gd name="connsiteX34-23839" fmla="*/ 759589 w 2107590"/>
              <a:gd name="connsiteY34-23840" fmla="*/ 409352 h 2160513"/>
              <a:gd name="connsiteX35-23841" fmla="*/ 1397764 w 2107590"/>
              <a:gd name="connsiteY35-23842" fmla="*/ 606996 h 2160513"/>
              <a:gd name="connsiteX36-23843" fmla="*/ 1409671 w 2107590"/>
              <a:gd name="connsiteY36-23844" fmla="*/ 868933 h 2160513"/>
              <a:gd name="connsiteX37-23845" fmla="*/ 1433483 w 2107590"/>
              <a:gd name="connsiteY37-23846" fmla="*/ 795115 h 2160513"/>
              <a:gd name="connsiteX38-23847" fmla="*/ 1643033 w 2107590"/>
              <a:gd name="connsiteY38-23848" fmla="*/ 611758 h 2160513"/>
              <a:gd name="connsiteX39-23849" fmla="*/ 1795433 w 2107590"/>
              <a:gd name="connsiteY39-23850" fmla="*/ 723677 h 2160513"/>
              <a:gd name="connsiteX40-23851" fmla="*/ 1889668 w 2107590"/>
              <a:gd name="connsiteY40-23852" fmla="*/ 1175665 h 2160513"/>
              <a:gd name="connsiteX41-23853" fmla="*/ 1912797 w 2107590"/>
              <a:gd name="connsiteY41-23854" fmla="*/ 1135089 h 2160513"/>
              <a:gd name="connsiteX42-23855" fmla="*/ 1775980 w 2107590"/>
              <a:gd name="connsiteY42-23856" fmla="*/ 1553577 h 2160513"/>
              <a:gd name="connsiteX43-23857" fmla="*/ 1235792 w 2107590"/>
              <a:gd name="connsiteY43-23858" fmla="*/ 1580715 h 2160513"/>
              <a:gd name="connsiteX44-23859" fmla="*/ 1344220 w 2107590"/>
              <a:gd name="connsiteY44-23860" fmla="*/ 1905742 h 2160513"/>
              <a:gd name="connsiteX0-23861" fmla="*/ 1575697 w 2107590"/>
              <a:gd name="connsiteY0-23862" fmla="*/ 2160513 h 2160513"/>
              <a:gd name="connsiteX1-23863" fmla="*/ 956854 w 2107590"/>
              <a:gd name="connsiteY1-23864" fmla="*/ 1258279 h 2160513"/>
              <a:gd name="connsiteX2-23865" fmla="*/ 863892 w 2107590"/>
              <a:gd name="connsiteY2-23866" fmla="*/ 1345253 h 2160513"/>
              <a:gd name="connsiteX3-23867" fmla="*/ 1026241 w 2107590"/>
              <a:gd name="connsiteY3-23868" fmla="*/ 1144473 h 2160513"/>
              <a:gd name="connsiteX4-23869" fmla="*/ 908876 w 2107590"/>
              <a:gd name="connsiteY4-23870" fmla="*/ 743032 h 2160513"/>
              <a:gd name="connsiteX5-23871" fmla="*/ 1054863 w 2107590"/>
              <a:gd name="connsiteY5-23872" fmla="*/ 807021 h 2160513"/>
              <a:gd name="connsiteX6-23873" fmla="*/ 766732 w 2107590"/>
              <a:gd name="connsiteY6-23874" fmla="*/ 928463 h 2160513"/>
              <a:gd name="connsiteX7-23875" fmla="*/ 228569 w 2107590"/>
              <a:gd name="connsiteY7-23876" fmla="*/ 1030857 h 2160513"/>
              <a:gd name="connsiteX8-23877" fmla="*/ 102364 w 2107590"/>
              <a:gd name="connsiteY8-23878" fmla="*/ 578421 h 2160513"/>
              <a:gd name="connsiteX9-23879" fmla="*/ 334972 w 2107590"/>
              <a:gd name="connsiteY9-23880" fmla="*/ 266829 h 2160513"/>
              <a:gd name="connsiteX10-23881" fmla="*/ 754827 w 2107590"/>
              <a:gd name="connsiteY10-23882" fmla="*/ 47401 h 2160513"/>
              <a:gd name="connsiteX11-23883" fmla="*/ 759590 w 2107590"/>
              <a:gd name="connsiteY11-23884" fmla="*/ 95027 h 2160513"/>
              <a:gd name="connsiteX12-23885" fmla="*/ 771497 w 2107590"/>
              <a:gd name="connsiteY12-23886" fmla="*/ 35497 h 2160513"/>
              <a:gd name="connsiteX13-23887" fmla="*/ 1341273 w 2107590"/>
              <a:gd name="connsiteY13-23888" fmla="*/ 79182 h 2160513"/>
              <a:gd name="connsiteX14-23889" fmla="*/ 1369190 w 2107590"/>
              <a:gd name="connsiteY14-23890" fmla="*/ 92646 h 2160513"/>
              <a:gd name="connsiteX15-23891" fmla="*/ 1772045 w 2107590"/>
              <a:gd name="connsiteY15-23892" fmla="*/ 359840 h 2160513"/>
              <a:gd name="connsiteX16-23893" fmla="*/ 1752572 w 2107590"/>
              <a:gd name="connsiteY16-23894" fmla="*/ 342677 h 2160513"/>
              <a:gd name="connsiteX17-23895" fmla="*/ 2013140 w 2107590"/>
              <a:gd name="connsiteY17-23896" fmla="*/ 736265 h 2160513"/>
              <a:gd name="connsiteX18-23897" fmla="*/ 2004983 w 2107590"/>
              <a:gd name="connsiteY18-23898" fmla="*/ 716533 h 2160513"/>
              <a:gd name="connsiteX19-23899" fmla="*/ 2095472 w 2107590"/>
              <a:gd name="connsiteY19-23900" fmla="*/ 1073721 h 2160513"/>
              <a:gd name="connsiteX20-23901" fmla="*/ 1826390 w 2107590"/>
              <a:gd name="connsiteY20-23902" fmla="*/ 1311846 h 2160513"/>
              <a:gd name="connsiteX21-23903" fmla="*/ 1821627 w 2107590"/>
              <a:gd name="connsiteY21-23904" fmla="*/ 1264221 h 2160513"/>
              <a:gd name="connsiteX22-23905" fmla="*/ 1488252 w 2107590"/>
              <a:gd name="connsiteY22-23906" fmla="*/ 1595214 h 2160513"/>
              <a:gd name="connsiteX23-23907" fmla="*/ 1388239 w 2107590"/>
              <a:gd name="connsiteY23-23908" fmla="*/ 1492821 h 2160513"/>
              <a:gd name="connsiteX24-23909" fmla="*/ 1714472 w 2107590"/>
              <a:gd name="connsiteY24-23910" fmla="*/ 1154684 h 2160513"/>
              <a:gd name="connsiteX25-23911" fmla="*/ 1390621 w 2107590"/>
              <a:gd name="connsiteY25-23912" fmla="*/ 1145157 h 2160513"/>
              <a:gd name="connsiteX26-23913" fmla="*/ 1342996 w 2107590"/>
              <a:gd name="connsiteY26-23914" fmla="*/ 1283270 h 2160513"/>
              <a:gd name="connsiteX27-23915" fmla="*/ 1042958 w 2107590"/>
              <a:gd name="connsiteY27-23916" fmla="*/ 983235 h 2160513"/>
              <a:gd name="connsiteX28-23917" fmla="*/ 1309658 w 2107590"/>
              <a:gd name="connsiteY28-23918" fmla="*/ 790352 h 2160513"/>
              <a:gd name="connsiteX29-23919" fmla="*/ 914371 w 2107590"/>
              <a:gd name="connsiteY29-23920" fmla="*/ 511746 h 2160513"/>
              <a:gd name="connsiteX30-23921" fmla="*/ 523846 w 2107590"/>
              <a:gd name="connsiteY30-23922" fmla="*/ 754633 h 2160513"/>
              <a:gd name="connsiteX31-23923" fmla="*/ 783402 w 2107590"/>
              <a:gd name="connsiteY31-23924" fmla="*/ 868932 h 2160513"/>
              <a:gd name="connsiteX32-23925" fmla="*/ 785783 w 2107590"/>
              <a:gd name="connsiteY32-23926" fmla="*/ 1002283 h 2160513"/>
              <a:gd name="connsiteX33-23927" fmla="*/ 373827 w 2107590"/>
              <a:gd name="connsiteY33-23928" fmla="*/ 852264 h 2160513"/>
              <a:gd name="connsiteX34-23929" fmla="*/ 759589 w 2107590"/>
              <a:gd name="connsiteY34-23930" fmla="*/ 409352 h 2160513"/>
              <a:gd name="connsiteX35-23931" fmla="*/ 1397764 w 2107590"/>
              <a:gd name="connsiteY35-23932" fmla="*/ 606996 h 2160513"/>
              <a:gd name="connsiteX36-23933" fmla="*/ 1409671 w 2107590"/>
              <a:gd name="connsiteY36-23934" fmla="*/ 868933 h 2160513"/>
              <a:gd name="connsiteX37-23935" fmla="*/ 1433483 w 2107590"/>
              <a:gd name="connsiteY37-23936" fmla="*/ 795115 h 2160513"/>
              <a:gd name="connsiteX38-23937" fmla="*/ 1643033 w 2107590"/>
              <a:gd name="connsiteY38-23938" fmla="*/ 611758 h 2160513"/>
              <a:gd name="connsiteX39-23939" fmla="*/ 1795433 w 2107590"/>
              <a:gd name="connsiteY39-23940" fmla="*/ 723677 h 2160513"/>
              <a:gd name="connsiteX40-23941" fmla="*/ 1889668 w 2107590"/>
              <a:gd name="connsiteY40-23942" fmla="*/ 1175665 h 2160513"/>
              <a:gd name="connsiteX41-23943" fmla="*/ 1912797 w 2107590"/>
              <a:gd name="connsiteY41-23944" fmla="*/ 1135089 h 2160513"/>
              <a:gd name="connsiteX42-23945" fmla="*/ 1775980 w 2107590"/>
              <a:gd name="connsiteY42-23946" fmla="*/ 1553577 h 2160513"/>
              <a:gd name="connsiteX43-23947" fmla="*/ 1235792 w 2107590"/>
              <a:gd name="connsiteY43-23948" fmla="*/ 1580715 h 2160513"/>
              <a:gd name="connsiteX44-23949" fmla="*/ 1344220 w 2107590"/>
              <a:gd name="connsiteY44-23950" fmla="*/ 1905742 h 2160513"/>
              <a:gd name="connsiteX0-23951" fmla="*/ 1575697 w 2107590"/>
              <a:gd name="connsiteY0-23952" fmla="*/ 2160513 h 2160513"/>
              <a:gd name="connsiteX1-23953" fmla="*/ 956854 w 2107590"/>
              <a:gd name="connsiteY1-23954" fmla="*/ 1258279 h 2160513"/>
              <a:gd name="connsiteX2-23955" fmla="*/ 863892 w 2107590"/>
              <a:gd name="connsiteY2-23956" fmla="*/ 1345253 h 2160513"/>
              <a:gd name="connsiteX3-23957" fmla="*/ 1026241 w 2107590"/>
              <a:gd name="connsiteY3-23958" fmla="*/ 1144473 h 2160513"/>
              <a:gd name="connsiteX4-23959" fmla="*/ 908876 w 2107590"/>
              <a:gd name="connsiteY4-23960" fmla="*/ 743032 h 2160513"/>
              <a:gd name="connsiteX5-23961" fmla="*/ 1054863 w 2107590"/>
              <a:gd name="connsiteY5-23962" fmla="*/ 807021 h 2160513"/>
              <a:gd name="connsiteX6-23963" fmla="*/ 766732 w 2107590"/>
              <a:gd name="connsiteY6-23964" fmla="*/ 928463 h 2160513"/>
              <a:gd name="connsiteX7-23965" fmla="*/ 228569 w 2107590"/>
              <a:gd name="connsiteY7-23966" fmla="*/ 1030857 h 2160513"/>
              <a:gd name="connsiteX8-23967" fmla="*/ 102364 w 2107590"/>
              <a:gd name="connsiteY8-23968" fmla="*/ 578421 h 2160513"/>
              <a:gd name="connsiteX9-23969" fmla="*/ 334972 w 2107590"/>
              <a:gd name="connsiteY9-23970" fmla="*/ 266829 h 2160513"/>
              <a:gd name="connsiteX10-23971" fmla="*/ 754827 w 2107590"/>
              <a:gd name="connsiteY10-23972" fmla="*/ 47401 h 2160513"/>
              <a:gd name="connsiteX11-23973" fmla="*/ 759590 w 2107590"/>
              <a:gd name="connsiteY11-23974" fmla="*/ 95027 h 2160513"/>
              <a:gd name="connsiteX12-23975" fmla="*/ 771497 w 2107590"/>
              <a:gd name="connsiteY12-23976" fmla="*/ 35497 h 2160513"/>
              <a:gd name="connsiteX13-23977" fmla="*/ 1341273 w 2107590"/>
              <a:gd name="connsiteY13-23978" fmla="*/ 79182 h 2160513"/>
              <a:gd name="connsiteX14-23979" fmla="*/ 1369190 w 2107590"/>
              <a:gd name="connsiteY14-23980" fmla="*/ 92646 h 2160513"/>
              <a:gd name="connsiteX15-23981" fmla="*/ 1772045 w 2107590"/>
              <a:gd name="connsiteY15-23982" fmla="*/ 359840 h 2160513"/>
              <a:gd name="connsiteX16-23983" fmla="*/ 1752572 w 2107590"/>
              <a:gd name="connsiteY16-23984" fmla="*/ 342677 h 2160513"/>
              <a:gd name="connsiteX17-23985" fmla="*/ 2013140 w 2107590"/>
              <a:gd name="connsiteY17-23986" fmla="*/ 736265 h 2160513"/>
              <a:gd name="connsiteX18-23987" fmla="*/ 2004983 w 2107590"/>
              <a:gd name="connsiteY18-23988" fmla="*/ 716533 h 2160513"/>
              <a:gd name="connsiteX19-23989" fmla="*/ 2095472 w 2107590"/>
              <a:gd name="connsiteY19-23990" fmla="*/ 1073721 h 2160513"/>
              <a:gd name="connsiteX20-23991" fmla="*/ 1826390 w 2107590"/>
              <a:gd name="connsiteY20-23992" fmla="*/ 1311846 h 2160513"/>
              <a:gd name="connsiteX21-23993" fmla="*/ 1821627 w 2107590"/>
              <a:gd name="connsiteY21-23994" fmla="*/ 1264221 h 2160513"/>
              <a:gd name="connsiteX22-23995" fmla="*/ 1488252 w 2107590"/>
              <a:gd name="connsiteY22-23996" fmla="*/ 1595214 h 2160513"/>
              <a:gd name="connsiteX23-23997" fmla="*/ 1388239 w 2107590"/>
              <a:gd name="connsiteY23-23998" fmla="*/ 1492821 h 2160513"/>
              <a:gd name="connsiteX24-23999" fmla="*/ 1714472 w 2107590"/>
              <a:gd name="connsiteY24-24000" fmla="*/ 1154684 h 2160513"/>
              <a:gd name="connsiteX25-24001" fmla="*/ 1390621 w 2107590"/>
              <a:gd name="connsiteY25-24002" fmla="*/ 1145157 h 2160513"/>
              <a:gd name="connsiteX26-24003" fmla="*/ 1342996 w 2107590"/>
              <a:gd name="connsiteY26-24004" fmla="*/ 1283270 h 2160513"/>
              <a:gd name="connsiteX27-24005" fmla="*/ 1042958 w 2107590"/>
              <a:gd name="connsiteY27-24006" fmla="*/ 983235 h 2160513"/>
              <a:gd name="connsiteX28-24007" fmla="*/ 1309658 w 2107590"/>
              <a:gd name="connsiteY28-24008" fmla="*/ 790352 h 2160513"/>
              <a:gd name="connsiteX29-24009" fmla="*/ 914371 w 2107590"/>
              <a:gd name="connsiteY29-24010" fmla="*/ 511746 h 2160513"/>
              <a:gd name="connsiteX30-24011" fmla="*/ 523846 w 2107590"/>
              <a:gd name="connsiteY30-24012" fmla="*/ 754633 h 2160513"/>
              <a:gd name="connsiteX31-24013" fmla="*/ 783402 w 2107590"/>
              <a:gd name="connsiteY31-24014" fmla="*/ 868932 h 2160513"/>
              <a:gd name="connsiteX32-24015" fmla="*/ 785783 w 2107590"/>
              <a:gd name="connsiteY32-24016" fmla="*/ 1002283 h 2160513"/>
              <a:gd name="connsiteX33-24017" fmla="*/ 373827 w 2107590"/>
              <a:gd name="connsiteY33-24018" fmla="*/ 852264 h 2160513"/>
              <a:gd name="connsiteX34-24019" fmla="*/ 759589 w 2107590"/>
              <a:gd name="connsiteY34-24020" fmla="*/ 409352 h 2160513"/>
              <a:gd name="connsiteX35-24021" fmla="*/ 1397764 w 2107590"/>
              <a:gd name="connsiteY35-24022" fmla="*/ 606996 h 2160513"/>
              <a:gd name="connsiteX36-24023" fmla="*/ 1409671 w 2107590"/>
              <a:gd name="connsiteY36-24024" fmla="*/ 868933 h 2160513"/>
              <a:gd name="connsiteX37-24025" fmla="*/ 1433483 w 2107590"/>
              <a:gd name="connsiteY37-24026" fmla="*/ 795115 h 2160513"/>
              <a:gd name="connsiteX38-24027" fmla="*/ 1643033 w 2107590"/>
              <a:gd name="connsiteY38-24028" fmla="*/ 611758 h 2160513"/>
              <a:gd name="connsiteX39-24029" fmla="*/ 1795433 w 2107590"/>
              <a:gd name="connsiteY39-24030" fmla="*/ 723677 h 2160513"/>
              <a:gd name="connsiteX40-24031" fmla="*/ 1889668 w 2107590"/>
              <a:gd name="connsiteY40-24032" fmla="*/ 1175665 h 2160513"/>
              <a:gd name="connsiteX41-24033" fmla="*/ 1912797 w 2107590"/>
              <a:gd name="connsiteY41-24034" fmla="*/ 1135089 h 2160513"/>
              <a:gd name="connsiteX42-24035" fmla="*/ 1775980 w 2107590"/>
              <a:gd name="connsiteY42-24036" fmla="*/ 1553577 h 2160513"/>
              <a:gd name="connsiteX43-24037" fmla="*/ 1235792 w 2107590"/>
              <a:gd name="connsiteY43-24038" fmla="*/ 1580715 h 2160513"/>
              <a:gd name="connsiteX44-24039" fmla="*/ 1344220 w 2107590"/>
              <a:gd name="connsiteY44-24040" fmla="*/ 1905742 h 2160513"/>
              <a:gd name="connsiteX0-24041" fmla="*/ 1575697 w 2107590"/>
              <a:gd name="connsiteY0-24042" fmla="*/ 2160513 h 2160513"/>
              <a:gd name="connsiteX1-24043" fmla="*/ 956854 w 2107590"/>
              <a:gd name="connsiteY1-24044" fmla="*/ 1258279 h 2160513"/>
              <a:gd name="connsiteX2-24045" fmla="*/ 863892 w 2107590"/>
              <a:gd name="connsiteY2-24046" fmla="*/ 1345253 h 2160513"/>
              <a:gd name="connsiteX3-24047" fmla="*/ 1026241 w 2107590"/>
              <a:gd name="connsiteY3-24048" fmla="*/ 1144473 h 2160513"/>
              <a:gd name="connsiteX4-24049" fmla="*/ 908876 w 2107590"/>
              <a:gd name="connsiteY4-24050" fmla="*/ 743032 h 2160513"/>
              <a:gd name="connsiteX5-24051" fmla="*/ 1054863 w 2107590"/>
              <a:gd name="connsiteY5-24052" fmla="*/ 807021 h 2160513"/>
              <a:gd name="connsiteX6-24053" fmla="*/ 766732 w 2107590"/>
              <a:gd name="connsiteY6-24054" fmla="*/ 928463 h 2160513"/>
              <a:gd name="connsiteX7-24055" fmla="*/ 228569 w 2107590"/>
              <a:gd name="connsiteY7-24056" fmla="*/ 1030857 h 2160513"/>
              <a:gd name="connsiteX8-24057" fmla="*/ 102364 w 2107590"/>
              <a:gd name="connsiteY8-24058" fmla="*/ 578421 h 2160513"/>
              <a:gd name="connsiteX9-24059" fmla="*/ 334972 w 2107590"/>
              <a:gd name="connsiteY9-24060" fmla="*/ 266829 h 2160513"/>
              <a:gd name="connsiteX10-24061" fmla="*/ 754827 w 2107590"/>
              <a:gd name="connsiteY10-24062" fmla="*/ 47401 h 2160513"/>
              <a:gd name="connsiteX11-24063" fmla="*/ 759590 w 2107590"/>
              <a:gd name="connsiteY11-24064" fmla="*/ 95027 h 2160513"/>
              <a:gd name="connsiteX12-24065" fmla="*/ 771497 w 2107590"/>
              <a:gd name="connsiteY12-24066" fmla="*/ 35497 h 2160513"/>
              <a:gd name="connsiteX13-24067" fmla="*/ 1341273 w 2107590"/>
              <a:gd name="connsiteY13-24068" fmla="*/ 79182 h 2160513"/>
              <a:gd name="connsiteX14-24069" fmla="*/ 1369190 w 2107590"/>
              <a:gd name="connsiteY14-24070" fmla="*/ 92646 h 2160513"/>
              <a:gd name="connsiteX15-24071" fmla="*/ 1772045 w 2107590"/>
              <a:gd name="connsiteY15-24072" fmla="*/ 359840 h 2160513"/>
              <a:gd name="connsiteX16-24073" fmla="*/ 1752572 w 2107590"/>
              <a:gd name="connsiteY16-24074" fmla="*/ 342677 h 2160513"/>
              <a:gd name="connsiteX17-24075" fmla="*/ 2013140 w 2107590"/>
              <a:gd name="connsiteY17-24076" fmla="*/ 736265 h 2160513"/>
              <a:gd name="connsiteX18-24077" fmla="*/ 2004983 w 2107590"/>
              <a:gd name="connsiteY18-24078" fmla="*/ 716533 h 2160513"/>
              <a:gd name="connsiteX19-24079" fmla="*/ 2095472 w 2107590"/>
              <a:gd name="connsiteY19-24080" fmla="*/ 1073721 h 2160513"/>
              <a:gd name="connsiteX20-24081" fmla="*/ 1826390 w 2107590"/>
              <a:gd name="connsiteY20-24082" fmla="*/ 1311846 h 2160513"/>
              <a:gd name="connsiteX21-24083" fmla="*/ 1821627 w 2107590"/>
              <a:gd name="connsiteY21-24084" fmla="*/ 1264221 h 2160513"/>
              <a:gd name="connsiteX22-24085" fmla="*/ 1488252 w 2107590"/>
              <a:gd name="connsiteY22-24086" fmla="*/ 1595214 h 2160513"/>
              <a:gd name="connsiteX23-24087" fmla="*/ 1388239 w 2107590"/>
              <a:gd name="connsiteY23-24088" fmla="*/ 1492821 h 2160513"/>
              <a:gd name="connsiteX24-24089" fmla="*/ 1714472 w 2107590"/>
              <a:gd name="connsiteY24-24090" fmla="*/ 1154684 h 2160513"/>
              <a:gd name="connsiteX25-24091" fmla="*/ 1390621 w 2107590"/>
              <a:gd name="connsiteY25-24092" fmla="*/ 1145157 h 2160513"/>
              <a:gd name="connsiteX26-24093" fmla="*/ 1342996 w 2107590"/>
              <a:gd name="connsiteY26-24094" fmla="*/ 1283270 h 2160513"/>
              <a:gd name="connsiteX27-24095" fmla="*/ 1042958 w 2107590"/>
              <a:gd name="connsiteY27-24096" fmla="*/ 983235 h 2160513"/>
              <a:gd name="connsiteX28-24097" fmla="*/ 1309658 w 2107590"/>
              <a:gd name="connsiteY28-24098" fmla="*/ 790352 h 2160513"/>
              <a:gd name="connsiteX29-24099" fmla="*/ 914371 w 2107590"/>
              <a:gd name="connsiteY29-24100" fmla="*/ 511746 h 2160513"/>
              <a:gd name="connsiteX30-24101" fmla="*/ 523846 w 2107590"/>
              <a:gd name="connsiteY30-24102" fmla="*/ 754633 h 2160513"/>
              <a:gd name="connsiteX31-24103" fmla="*/ 783402 w 2107590"/>
              <a:gd name="connsiteY31-24104" fmla="*/ 868932 h 2160513"/>
              <a:gd name="connsiteX32-24105" fmla="*/ 785783 w 2107590"/>
              <a:gd name="connsiteY32-24106" fmla="*/ 1002283 h 2160513"/>
              <a:gd name="connsiteX33-24107" fmla="*/ 373827 w 2107590"/>
              <a:gd name="connsiteY33-24108" fmla="*/ 852264 h 2160513"/>
              <a:gd name="connsiteX34-24109" fmla="*/ 759589 w 2107590"/>
              <a:gd name="connsiteY34-24110" fmla="*/ 409352 h 2160513"/>
              <a:gd name="connsiteX35-24111" fmla="*/ 1397764 w 2107590"/>
              <a:gd name="connsiteY35-24112" fmla="*/ 606996 h 2160513"/>
              <a:gd name="connsiteX36-24113" fmla="*/ 1409671 w 2107590"/>
              <a:gd name="connsiteY36-24114" fmla="*/ 868933 h 2160513"/>
              <a:gd name="connsiteX37-24115" fmla="*/ 1433483 w 2107590"/>
              <a:gd name="connsiteY37-24116" fmla="*/ 795115 h 2160513"/>
              <a:gd name="connsiteX38-24117" fmla="*/ 1643033 w 2107590"/>
              <a:gd name="connsiteY38-24118" fmla="*/ 611758 h 2160513"/>
              <a:gd name="connsiteX39-24119" fmla="*/ 1795433 w 2107590"/>
              <a:gd name="connsiteY39-24120" fmla="*/ 723677 h 2160513"/>
              <a:gd name="connsiteX40-24121" fmla="*/ 1889668 w 2107590"/>
              <a:gd name="connsiteY40-24122" fmla="*/ 1175665 h 2160513"/>
              <a:gd name="connsiteX41-24123" fmla="*/ 1912797 w 2107590"/>
              <a:gd name="connsiteY41-24124" fmla="*/ 1135089 h 2160513"/>
              <a:gd name="connsiteX42-24125" fmla="*/ 1775980 w 2107590"/>
              <a:gd name="connsiteY42-24126" fmla="*/ 1553577 h 2160513"/>
              <a:gd name="connsiteX43-24127" fmla="*/ 1235792 w 2107590"/>
              <a:gd name="connsiteY43-24128" fmla="*/ 1580715 h 2160513"/>
              <a:gd name="connsiteX44-24129" fmla="*/ 1344220 w 2107590"/>
              <a:gd name="connsiteY44-24130" fmla="*/ 1905742 h 2160513"/>
              <a:gd name="connsiteX0-24131" fmla="*/ 1575697 w 2107590"/>
              <a:gd name="connsiteY0-24132" fmla="*/ 2160513 h 2160513"/>
              <a:gd name="connsiteX1-24133" fmla="*/ 956854 w 2107590"/>
              <a:gd name="connsiteY1-24134" fmla="*/ 1258279 h 2160513"/>
              <a:gd name="connsiteX2-24135" fmla="*/ 863892 w 2107590"/>
              <a:gd name="connsiteY2-24136" fmla="*/ 1345253 h 2160513"/>
              <a:gd name="connsiteX3-24137" fmla="*/ 1026241 w 2107590"/>
              <a:gd name="connsiteY3-24138" fmla="*/ 1144473 h 2160513"/>
              <a:gd name="connsiteX4-24139" fmla="*/ 908876 w 2107590"/>
              <a:gd name="connsiteY4-24140" fmla="*/ 743032 h 2160513"/>
              <a:gd name="connsiteX5-24141" fmla="*/ 1054863 w 2107590"/>
              <a:gd name="connsiteY5-24142" fmla="*/ 807021 h 2160513"/>
              <a:gd name="connsiteX6-24143" fmla="*/ 766732 w 2107590"/>
              <a:gd name="connsiteY6-24144" fmla="*/ 928463 h 2160513"/>
              <a:gd name="connsiteX7-24145" fmla="*/ 228569 w 2107590"/>
              <a:gd name="connsiteY7-24146" fmla="*/ 1030857 h 2160513"/>
              <a:gd name="connsiteX8-24147" fmla="*/ 102364 w 2107590"/>
              <a:gd name="connsiteY8-24148" fmla="*/ 578421 h 2160513"/>
              <a:gd name="connsiteX9-24149" fmla="*/ 334972 w 2107590"/>
              <a:gd name="connsiteY9-24150" fmla="*/ 266829 h 2160513"/>
              <a:gd name="connsiteX10-24151" fmla="*/ 754827 w 2107590"/>
              <a:gd name="connsiteY10-24152" fmla="*/ 47401 h 2160513"/>
              <a:gd name="connsiteX11-24153" fmla="*/ 759590 w 2107590"/>
              <a:gd name="connsiteY11-24154" fmla="*/ 95027 h 2160513"/>
              <a:gd name="connsiteX12-24155" fmla="*/ 771497 w 2107590"/>
              <a:gd name="connsiteY12-24156" fmla="*/ 35497 h 2160513"/>
              <a:gd name="connsiteX13-24157" fmla="*/ 1341273 w 2107590"/>
              <a:gd name="connsiteY13-24158" fmla="*/ 79182 h 2160513"/>
              <a:gd name="connsiteX14-24159" fmla="*/ 1369190 w 2107590"/>
              <a:gd name="connsiteY14-24160" fmla="*/ 92646 h 2160513"/>
              <a:gd name="connsiteX15-24161" fmla="*/ 1772045 w 2107590"/>
              <a:gd name="connsiteY15-24162" fmla="*/ 359840 h 2160513"/>
              <a:gd name="connsiteX16-24163" fmla="*/ 1752572 w 2107590"/>
              <a:gd name="connsiteY16-24164" fmla="*/ 342677 h 2160513"/>
              <a:gd name="connsiteX17-24165" fmla="*/ 2013140 w 2107590"/>
              <a:gd name="connsiteY17-24166" fmla="*/ 736265 h 2160513"/>
              <a:gd name="connsiteX18-24167" fmla="*/ 2004983 w 2107590"/>
              <a:gd name="connsiteY18-24168" fmla="*/ 716533 h 2160513"/>
              <a:gd name="connsiteX19-24169" fmla="*/ 2095472 w 2107590"/>
              <a:gd name="connsiteY19-24170" fmla="*/ 1073721 h 2160513"/>
              <a:gd name="connsiteX20-24171" fmla="*/ 1826390 w 2107590"/>
              <a:gd name="connsiteY20-24172" fmla="*/ 1311846 h 2160513"/>
              <a:gd name="connsiteX21-24173" fmla="*/ 1821627 w 2107590"/>
              <a:gd name="connsiteY21-24174" fmla="*/ 1264221 h 2160513"/>
              <a:gd name="connsiteX22-24175" fmla="*/ 1488252 w 2107590"/>
              <a:gd name="connsiteY22-24176" fmla="*/ 1595214 h 2160513"/>
              <a:gd name="connsiteX23-24177" fmla="*/ 1388239 w 2107590"/>
              <a:gd name="connsiteY23-24178" fmla="*/ 1492821 h 2160513"/>
              <a:gd name="connsiteX24-24179" fmla="*/ 1714472 w 2107590"/>
              <a:gd name="connsiteY24-24180" fmla="*/ 1154684 h 2160513"/>
              <a:gd name="connsiteX25-24181" fmla="*/ 1390621 w 2107590"/>
              <a:gd name="connsiteY25-24182" fmla="*/ 1145157 h 2160513"/>
              <a:gd name="connsiteX26-24183" fmla="*/ 1342996 w 2107590"/>
              <a:gd name="connsiteY26-24184" fmla="*/ 1283270 h 2160513"/>
              <a:gd name="connsiteX27-24185" fmla="*/ 1042958 w 2107590"/>
              <a:gd name="connsiteY27-24186" fmla="*/ 983235 h 2160513"/>
              <a:gd name="connsiteX28-24187" fmla="*/ 1309658 w 2107590"/>
              <a:gd name="connsiteY28-24188" fmla="*/ 790352 h 2160513"/>
              <a:gd name="connsiteX29-24189" fmla="*/ 914371 w 2107590"/>
              <a:gd name="connsiteY29-24190" fmla="*/ 511746 h 2160513"/>
              <a:gd name="connsiteX30-24191" fmla="*/ 523846 w 2107590"/>
              <a:gd name="connsiteY30-24192" fmla="*/ 754633 h 2160513"/>
              <a:gd name="connsiteX31-24193" fmla="*/ 783402 w 2107590"/>
              <a:gd name="connsiteY31-24194" fmla="*/ 868932 h 2160513"/>
              <a:gd name="connsiteX32-24195" fmla="*/ 785783 w 2107590"/>
              <a:gd name="connsiteY32-24196" fmla="*/ 1002283 h 2160513"/>
              <a:gd name="connsiteX33-24197" fmla="*/ 373827 w 2107590"/>
              <a:gd name="connsiteY33-24198" fmla="*/ 852264 h 2160513"/>
              <a:gd name="connsiteX34-24199" fmla="*/ 759589 w 2107590"/>
              <a:gd name="connsiteY34-24200" fmla="*/ 409352 h 2160513"/>
              <a:gd name="connsiteX35-24201" fmla="*/ 1397764 w 2107590"/>
              <a:gd name="connsiteY35-24202" fmla="*/ 606996 h 2160513"/>
              <a:gd name="connsiteX36-24203" fmla="*/ 1409671 w 2107590"/>
              <a:gd name="connsiteY36-24204" fmla="*/ 868933 h 2160513"/>
              <a:gd name="connsiteX37-24205" fmla="*/ 1433483 w 2107590"/>
              <a:gd name="connsiteY37-24206" fmla="*/ 795115 h 2160513"/>
              <a:gd name="connsiteX38-24207" fmla="*/ 1643033 w 2107590"/>
              <a:gd name="connsiteY38-24208" fmla="*/ 611758 h 2160513"/>
              <a:gd name="connsiteX39-24209" fmla="*/ 1795433 w 2107590"/>
              <a:gd name="connsiteY39-24210" fmla="*/ 723677 h 2160513"/>
              <a:gd name="connsiteX40-24211" fmla="*/ 1889668 w 2107590"/>
              <a:gd name="connsiteY40-24212" fmla="*/ 1175665 h 2160513"/>
              <a:gd name="connsiteX41-24213" fmla="*/ 1912797 w 2107590"/>
              <a:gd name="connsiteY41-24214" fmla="*/ 1135089 h 2160513"/>
              <a:gd name="connsiteX42-24215" fmla="*/ 1775980 w 2107590"/>
              <a:gd name="connsiteY42-24216" fmla="*/ 1553577 h 2160513"/>
              <a:gd name="connsiteX43-24217" fmla="*/ 1235792 w 2107590"/>
              <a:gd name="connsiteY43-24218" fmla="*/ 1580715 h 2160513"/>
              <a:gd name="connsiteX44-24219" fmla="*/ 1344220 w 2107590"/>
              <a:gd name="connsiteY44-24220" fmla="*/ 1905742 h 2160513"/>
              <a:gd name="connsiteX0-24221" fmla="*/ 1575697 w 2107590"/>
              <a:gd name="connsiteY0-24222" fmla="*/ 2160513 h 2160513"/>
              <a:gd name="connsiteX1-24223" fmla="*/ 956854 w 2107590"/>
              <a:gd name="connsiteY1-24224" fmla="*/ 1258279 h 2160513"/>
              <a:gd name="connsiteX2-24225" fmla="*/ 863892 w 2107590"/>
              <a:gd name="connsiteY2-24226" fmla="*/ 1345253 h 2160513"/>
              <a:gd name="connsiteX3-24227" fmla="*/ 1026241 w 2107590"/>
              <a:gd name="connsiteY3-24228" fmla="*/ 1144473 h 2160513"/>
              <a:gd name="connsiteX4-24229" fmla="*/ 908876 w 2107590"/>
              <a:gd name="connsiteY4-24230" fmla="*/ 743032 h 2160513"/>
              <a:gd name="connsiteX5-24231" fmla="*/ 1054863 w 2107590"/>
              <a:gd name="connsiteY5-24232" fmla="*/ 807021 h 2160513"/>
              <a:gd name="connsiteX6-24233" fmla="*/ 766732 w 2107590"/>
              <a:gd name="connsiteY6-24234" fmla="*/ 928463 h 2160513"/>
              <a:gd name="connsiteX7-24235" fmla="*/ 228569 w 2107590"/>
              <a:gd name="connsiteY7-24236" fmla="*/ 1030857 h 2160513"/>
              <a:gd name="connsiteX8-24237" fmla="*/ 102364 w 2107590"/>
              <a:gd name="connsiteY8-24238" fmla="*/ 578421 h 2160513"/>
              <a:gd name="connsiteX9-24239" fmla="*/ 334972 w 2107590"/>
              <a:gd name="connsiteY9-24240" fmla="*/ 266829 h 2160513"/>
              <a:gd name="connsiteX10-24241" fmla="*/ 754827 w 2107590"/>
              <a:gd name="connsiteY10-24242" fmla="*/ 47401 h 2160513"/>
              <a:gd name="connsiteX11-24243" fmla="*/ 759590 w 2107590"/>
              <a:gd name="connsiteY11-24244" fmla="*/ 95027 h 2160513"/>
              <a:gd name="connsiteX12-24245" fmla="*/ 771497 w 2107590"/>
              <a:gd name="connsiteY12-24246" fmla="*/ 35497 h 2160513"/>
              <a:gd name="connsiteX13-24247" fmla="*/ 1341273 w 2107590"/>
              <a:gd name="connsiteY13-24248" fmla="*/ 79182 h 2160513"/>
              <a:gd name="connsiteX14-24249" fmla="*/ 1369190 w 2107590"/>
              <a:gd name="connsiteY14-24250" fmla="*/ 92646 h 2160513"/>
              <a:gd name="connsiteX15-24251" fmla="*/ 1772045 w 2107590"/>
              <a:gd name="connsiteY15-24252" fmla="*/ 359840 h 2160513"/>
              <a:gd name="connsiteX16-24253" fmla="*/ 1752572 w 2107590"/>
              <a:gd name="connsiteY16-24254" fmla="*/ 342677 h 2160513"/>
              <a:gd name="connsiteX17-24255" fmla="*/ 2013140 w 2107590"/>
              <a:gd name="connsiteY17-24256" fmla="*/ 736265 h 2160513"/>
              <a:gd name="connsiteX18-24257" fmla="*/ 2004983 w 2107590"/>
              <a:gd name="connsiteY18-24258" fmla="*/ 716533 h 2160513"/>
              <a:gd name="connsiteX19-24259" fmla="*/ 2095472 w 2107590"/>
              <a:gd name="connsiteY19-24260" fmla="*/ 1073721 h 2160513"/>
              <a:gd name="connsiteX20-24261" fmla="*/ 1826390 w 2107590"/>
              <a:gd name="connsiteY20-24262" fmla="*/ 1311846 h 2160513"/>
              <a:gd name="connsiteX21-24263" fmla="*/ 1821627 w 2107590"/>
              <a:gd name="connsiteY21-24264" fmla="*/ 1264221 h 2160513"/>
              <a:gd name="connsiteX22-24265" fmla="*/ 1488252 w 2107590"/>
              <a:gd name="connsiteY22-24266" fmla="*/ 1595214 h 2160513"/>
              <a:gd name="connsiteX23-24267" fmla="*/ 1388239 w 2107590"/>
              <a:gd name="connsiteY23-24268" fmla="*/ 1492821 h 2160513"/>
              <a:gd name="connsiteX24-24269" fmla="*/ 1714472 w 2107590"/>
              <a:gd name="connsiteY24-24270" fmla="*/ 1154684 h 2160513"/>
              <a:gd name="connsiteX25-24271" fmla="*/ 1390621 w 2107590"/>
              <a:gd name="connsiteY25-24272" fmla="*/ 1145157 h 2160513"/>
              <a:gd name="connsiteX26-24273" fmla="*/ 1342996 w 2107590"/>
              <a:gd name="connsiteY26-24274" fmla="*/ 1283270 h 2160513"/>
              <a:gd name="connsiteX27-24275" fmla="*/ 1042958 w 2107590"/>
              <a:gd name="connsiteY27-24276" fmla="*/ 983235 h 2160513"/>
              <a:gd name="connsiteX28-24277" fmla="*/ 1309658 w 2107590"/>
              <a:gd name="connsiteY28-24278" fmla="*/ 790352 h 2160513"/>
              <a:gd name="connsiteX29-24279" fmla="*/ 914371 w 2107590"/>
              <a:gd name="connsiteY29-24280" fmla="*/ 511746 h 2160513"/>
              <a:gd name="connsiteX30-24281" fmla="*/ 523846 w 2107590"/>
              <a:gd name="connsiteY30-24282" fmla="*/ 754633 h 2160513"/>
              <a:gd name="connsiteX31-24283" fmla="*/ 783402 w 2107590"/>
              <a:gd name="connsiteY31-24284" fmla="*/ 868932 h 2160513"/>
              <a:gd name="connsiteX32-24285" fmla="*/ 785783 w 2107590"/>
              <a:gd name="connsiteY32-24286" fmla="*/ 1002283 h 2160513"/>
              <a:gd name="connsiteX33-24287" fmla="*/ 373827 w 2107590"/>
              <a:gd name="connsiteY33-24288" fmla="*/ 852264 h 2160513"/>
              <a:gd name="connsiteX34-24289" fmla="*/ 759589 w 2107590"/>
              <a:gd name="connsiteY34-24290" fmla="*/ 409352 h 2160513"/>
              <a:gd name="connsiteX35-24291" fmla="*/ 1397764 w 2107590"/>
              <a:gd name="connsiteY35-24292" fmla="*/ 606996 h 2160513"/>
              <a:gd name="connsiteX36-24293" fmla="*/ 1409671 w 2107590"/>
              <a:gd name="connsiteY36-24294" fmla="*/ 868933 h 2160513"/>
              <a:gd name="connsiteX37-24295" fmla="*/ 1433483 w 2107590"/>
              <a:gd name="connsiteY37-24296" fmla="*/ 795115 h 2160513"/>
              <a:gd name="connsiteX38-24297" fmla="*/ 1643033 w 2107590"/>
              <a:gd name="connsiteY38-24298" fmla="*/ 611758 h 2160513"/>
              <a:gd name="connsiteX39-24299" fmla="*/ 1795433 w 2107590"/>
              <a:gd name="connsiteY39-24300" fmla="*/ 723677 h 2160513"/>
              <a:gd name="connsiteX40-24301" fmla="*/ 1889668 w 2107590"/>
              <a:gd name="connsiteY40-24302" fmla="*/ 1175665 h 2160513"/>
              <a:gd name="connsiteX41-24303" fmla="*/ 1912797 w 2107590"/>
              <a:gd name="connsiteY41-24304" fmla="*/ 1135089 h 2160513"/>
              <a:gd name="connsiteX42-24305" fmla="*/ 1775980 w 2107590"/>
              <a:gd name="connsiteY42-24306" fmla="*/ 1553577 h 2160513"/>
              <a:gd name="connsiteX43-24307" fmla="*/ 1235792 w 2107590"/>
              <a:gd name="connsiteY43-24308" fmla="*/ 1580715 h 2160513"/>
              <a:gd name="connsiteX44-24309" fmla="*/ 1344220 w 2107590"/>
              <a:gd name="connsiteY44-24310" fmla="*/ 1905742 h 2160513"/>
              <a:gd name="connsiteX0-24311" fmla="*/ 1575697 w 2107590"/>
              <a:gd name="connsiteY0-24312" fmla="*/ 2160513 h 2160513"/>
              <a:gd name="connsiteX1-24313" fmla="*/ 956854 w 2107590"/>
              <a:gd name="connsiteY1-24314" fmla="*/ 1258279 h 2160513"/>
              <a:gd name="connsiteX2-24315" fmla="*/ 863892 w 2107590"/>
              <a:gd name="connsiteY2-24316" fmla="*/ 1345253 h 2160513"/>
              <a:gd name="connsiteX3-24317" fmla="*/ 1026241 w 2107590"/>
              <a:gd name="connsiteY3-24318" fmla="*/ 1144473 h 2160513"/>
              <a:gd name="connsiteX4-24319" fmla="*/ 908876 w 2107590"/>
              <a:gd name="connsiteY4-24320" fmla="*/ 743032 h 2160513"/>
              <a:gd name="connsiteX5-24321" fmla="*/ 1054863 w 2107590"/>
              <a:gd name="connsiteY5-24322" fmla="*/ 807021 h 2160513"/>
              <a:gd name="connsiteX6-24323" fmla="*/ 766732 w 2107590"/>
              <a:gd name="connsiteY6-24324" fmla="*/ 928463 h 2160513"/>
              <a:gd name="connsiteX7-24325" fmla="*/ 228569 w 2107590"/>
              <a:gd name="connsiteY7-24326" fmla="*/ 1030857 h 2160513"/>
              <a:gd name="connsiteX8-24327" fmla="*/ 102364 w 2107590"/>
              <a:gd name="connsiteY8-24328" fmla="*/ 578421 h 2160513"/>
              <a:gd name="connsiteX9-24329" fmla="*/ 334972 w 2107590"/>
              <a:gd name="connsiteY9-24330" fmla="*/ 266829 h 2160513"/>
              <a:gd name="connsiteX10-24331" fmla="*/ 754827 w 2107590"/>
              <a:gd name="connsiteY10-24332" fmla="*/ 47401 h 2160513"/>
              <a:gd name="connsiteX11-24333" fmla="*/ 759590 w 2107590"/>
              <a:gd name="connsiteY11-24334" fmla="*/ 95027 h 2160513"/>
              <a:gd name="connsiteX12-24335" fmla="*/ 771497 w 2107590"/>
              <a:gd name="connsiteY12-24336" fmla="*/ 35497 h 2160513"/>
              <a:gd name="connsiteX13-24337" fmla="*/ 1341273 w 2107590"/>
              <a:gd name="connsiteY13-24338" fmla="*/ 79182 h 2160513"/>
              <a:gd name="connsiteX14-24339" fmla="*/ 1369190 w 2107590"/>
              <a:gd name="connsiteY14-24340" fmla="*/ 92646 h 2160513"/>
              <a:gd name="connsiteX15-24341" fmla="*/ 1772045 w 2107590"/>
              <a:gd name="connsiteY15-24342" fmla="*/ 359840 h 2160513"/>
              <a:gd name="connsiteX16-24343" fmla="*/ 1752572 w 2107590"/>
              <a:gd name="connsiteY16-24344" fmla="*/ 342677 h 2160513"/>
              <a:gd name="connsiteX17-24345" fmla="*/ 2013140 w 2107590"/>
              <a:gd name="connsiteY17-24346" fmla="*/ 736265 h 2160513"/>
              <a:gd name="connsiteX18-24347" fmla="*/ 2004983 w 2107590"/>
              <a:gd name="connsiteY18-24348" fmla="*/ 716533 h 2160513"/>
              <a:gd name="connsiteX19-24349" fmla="*/ 2095472 w 2107590"/>
              <a:gd name="connsiteY19-24350" fmla="*/ 1073721 h 2160513"/>
              <a:gd name="connsiteX20-24351" fmla="*/ 1826390 w 2107590"/>
              <a:gd name="connsiteY20-24352" fmla="*/ 1311846 h 2160513"/>
              <a:gd name="connsiteX21-24353" fmla="*/ 1821627 w 2107590"/>
              <a:gd name="connsiteY21-24354" fmla="*/ 1264221 h 2160513"/>
              <a:gd name="connsiteX22-24355" fmla="*/ 1488252 w 2107590"/>
              <a:gd name="connsiteY22-24356" fmla="*/ 1595214 h 2160513"/>
              <a:gd name="connsiteX23-24357" fmla="*/ 1388239 w 2107590"/>
              <a:gd name="connsiteY23-24358" fmla="*/ 1492821 h 2160513"/>
              <a:gd name="connsiteX24-24359" fmla="*/ 1714472 w 2107590"/>
              <a:gd name="connsiteY24-24360" fmla="*/ 1154684 h 2160513"/>
              <a:gd name="connsiteX25-24361" fmla="*/ 1390621 w 2107590"/>
              <a:gd name="connsiteY25-24362" fmla="*/ 1145157 h 2160513"/>
              <a:gd name="connsiteX26-24363" fmla="*/ 1342996 w 2107590"/>
              <a:gd name="connsiteY26-24364" fmla="*/ 1283270 h 2160513"/>
              <a:gd name="connsiteX27-24365" fmla="*/ 1042958 w 2107590"/>
              <a:gd name="connsiteY27-24366" fmla="*/ 983235 h 2160513"/>
              <a:gd name="connsiteX28-24367" fmla="*/ 1309658 w 2107590"/>
              <a:gd name="connsiteY28-24368" fmla="*/ 790352 h 2160513"/>
              <a:gd name="connsiteX29-24369" fmla="*/ 914371 w 2107590"/>
              <a:gd name="connsiteY29-24370" fmla="*/ 511746 h 2160513"/>
              <a:gd name="connsiteX30-24371" fmla="*/ 523846 w 2107590"/>
              <a:gd name="connsiteY30-24372" fmla="*/ 754633 h 2160513"/>
              <a:gd name="connsiteX31-24373" fmla="*/ 783402 w 2107590"/>
              <a:gd name="connsiteY31-24374" fmla="*/ 868932 h 2160513"/>
              <a:gd name="connsiteX32-24375" fmla="*/ 785783 w 2107590"/>
              <a:gd name="connsiteY32-24376" fmla="*/ 1002283 h 2160513"/>
              <a:gd name="connsiteX33-24377" fmla="*/ 373827 w 2107590"/>
              <a:gd name="connsiteY33-24378" fmla="*/ 852264 h 2160513"/>
              <a:gd name="connsiteX34-24379" fmla="*/ 759589 w 2107590"/>
              <a:gd name="connsiteY34-24380" fmla="*/ 409352 h 2160513"/>
              <a:gd name="connsiteX35-24381" fmla="*/ 1397764 w 2107590"/>
              <a:gd name="connsiteY35-24382" fmla="*/ 606996 h 2160513"/>
              <a:gd name="connsiteX36-24383" fmla="*/ 1409671 w 2107590"/>
              <a:gd name="connsiteY36-24384" fmla="*/ 868933 h 2160513"/>
              <a:gd name="connsiteX37-24385" fmla="*/ 1433483 w 2107590"/>
              <a:gd name="connsiteY37-24386" fmla="*/ 795115 h 2160513"/>
              <a:gd name="connsiteX38-24387" fmla="*/ 1643033 w 2107590"/>
              <a:gd name="connsiteY38-24388" fmla="*/ 611758 h 2160513"/>
              <a:gd name="connsiteX39-24389" fmla="*/ 1795433 w 2107590"/>
              <a:gd name="connsiteY39-24390" fmla="*/ 723677 h 2160513"/>
              <a:gd name="connsiteX40-24391" fmla="*/ 1676371 w 2107590"/>
              <a:gd name="connsiteY40-24392" fmla="*/ 866552 h 2160513"/>
              <a:gd name="connsiteX41-24393" fmla="*/ 1889668 w 2107590"/>
              <a:gd name="connsiteY41-24394" fmla="*/ 1175665 h 2160513"/>
              <a:gd name="connsiteX42-24395" fmla="*/ 1912797 w 2107590"/>
              <a:gd name="connsiteY42-24396" fmla="*/ 1135089 h 2160513"/>
              <a:gd name="connsiteX43-24397" fmla="*/ 1775980 w 2107590"/>
              <a:gd name="connsiteY43-24398" fmla="*/ 1553577 h 2160513"/>
              <a:gd name="connsiteX44-24399" fmla="*/ 1235792 w 2107590"/>
              <a:gd name="connsiteY44-24400" fmla="*/ 1580715 h 2160513"/>
              <a:gd name="connsiteX45" fmla="*/ 1344220 w 2107590"/>
              <a:gd name="connsiteY45" fmla="*/ 1905742 h 2160513"/>
              <a:gd name="connsiteX0-24401" fmla="*/ 1575697 w 2107590"/>
              <a:gd name="connsiteY0-24402" fmla="*/ 2160513 h 2160513"/>
              <a:gd name="connsiteX1-24403" fmla="*/ 956854 w 2107590"/>
              <a:gd name="connsiteY1-24404" fmla="*/ 1258279 h 2160513"/>
              <a:gd name="connsiteX2-24405" fmla="*/ 863892 w 2107590"/>
              <a:gd name="connsiteY2-24406" fmla="*/ 1345253 h 2160513"/>
              <a:gd name="connsiteX3-24407" fmla="*/ 1026241 w 2107590"/>
              <a:gd name="connsiteY3-24408" fmla="*/ 1144473 h 2160513"/>
              <a:gd name="connsiteX4-24409" fmla="*/ 908876 w 2107590"/>
              <a:gd name="connsiteY4-24410" fmla="*/ 743032 h 2160513"/>
              <a:gd name="connsiteX5-24411" fmla="*/ 1054863 w 2107590"/>
              <a:gd name="connsiteY5-24412" fmla="*/ 807021 h 2160513"/>
              <a:gd name="connsiteX6-24413" fmla="*/ 766732 w 2107590"/>
              <a:gd name="connsiteY6-24414" fmla="*/ 928463 h 2160513"/>
              <a:gd name="connsiteX7-24415" fmla="*/ 228569 w 2107590"/>
              <a:gd name="connsiteY7-24416" fmla="*/ 1030857 h 2160513"/>
              <a:gd name="connsiteX8-24417" fmla="*/ 102364 w 2107590"/>
              <a:gd name="connsiteY8-24418" fmla="*/ 578421 h 2160513"/>
              <a:gd name="connsiteX9-24419" fmla="*/ 334972 w 2107590"/>
              <a:gd name="connsiteY9-24420" fmla="*/ 266829 h 2160513"/>
              <a:gd name="connsiteX10-24421" fmla="*/ 754827 w 2107590"/>
              <a:gd name="connsiteY10-24422" fmla="*/ 47401 h 2160513"/>
              <a:gd name="connsiteX11-24423" fmla="*/ 759590 w 2107590"/>
              <a:gd name="connsiteY11-24424" fmla="*/ 95027 h 2160513"/>
              <a:gd name="connsiteX12-24425" fmla="*/ 771497 w 2107590"/>
              <a:gd name="connsiteY12-24426" fmla="*/ 35497 h 2160513"/>
              <a:gd name="connsiteX13-24427" fmla="*/ 1341273 w 2107590"/>
              <a:gd name="connsiteY13-24428" fmla="*/ 79182 h 2160513"/>
              <a:gd name="connsiteX14-24429" fmla="*/ 1369190 w 2107590"/>
              <a:gd name="connsiteY14-24430" fmla="*/ 92646 h 2160513"/>
              <a:gd name="connsiteX15-24431" fmla="*/ 1772045 w 2107590"/>
              <a:gd name="connsiteY15-24432" fmla="*/ 359840 h 2160513"/>
              <a:gd name="connsiteX16-24433" fmla="*/ 1752572 w 2107590"/>
              <a:gd name="connsiteY16-24434" fmla="*/ 342677 h 2160513"/>
              <a:gd name="connsiteX17-24435" fmla="*/ 2013140 w 2107590"/>
              <a:gd name="connsiteY17-24436" fmla="*/ 736265 h 2160513"/>
              <a:gd name="connsiteX18-24437" fmla="*/ 2004983 w 2107590"/>
              <a:gd name="connsiteY18-24438" fmla="*/ 716533 h 2160513"/>
              <a:gd name="connsiteX19-24439" fmla="*/ 2095472 w 2107590"/>
              <a:gd name="connsiteY19-24440" fmla="*/ 1073721 h 2160513"/>
              <a:gd name="connsiteX20-24441" fmla="*/ 1826390 w 2107590"/>
              <a:gd name="connsiteY20-24442" fmla="*/ 1311846 h 2160513"/>
              <a:gd name="connsiteX21-24443" fmla="*/ 1821627 w 2107590"/>
              <a:gd name="connsiteY21-24444" fmla="*/ 1264221 h 2160513"/>
              <a:gd name="connsiteX22-24445" fmla="*/ 1488252 w 2107590"/>
              <a:gd name="connsiteY22-24446" fmla="*/ 1595214 h 2160513"/>
              <a:gd name="connsiteX23-24447" fmla="*/ 1388239 w 2107590"/>
              <a:gd name="connsiteY23-24448" fmla="*/ 1492821 h 2160513"/>
              <a:gd name="connsiteX24-24449" fmla="*/ 1714472 w 2107590"/>
              <a:gd name="connsiteY24-24450" fmla="*/ 1154684 h 2160513"/>
              <a:gd name="connsiteX25-24451" fmla="*/ 1390621 w 2107590"/>
              <a:gd name="connsiteY25-24452" fmla="*/ 1145157 h 2160513"/>
              <a:gd name="connsiteX26-24453" fmla="*/ 1342996 w 2107590"/>
              <a:gd name="connsiteY26-24454" fmla="*/ 1283270 h 2160513"/>
              <a:gd name="connsiteX27-24455" fmla="*/ 1042958 w 2107590"/>
              <a:gd name="connsiteY27-24456" fmla="*/ 983235 h 2160513"/>
              <a:gd name="connsiteX28-24457" fmla="*/ 1309658 w 2107590"/>
              <a:gd name="connsiteY28-24458" fmla="*/ 790352 h 2160513"/>
              <a:gd name="connsiteX29-24459" fmla="*/ 914371 w 2107590"/>
              <a:gd name="connsiteY29-24460" fmla="*/ 511746 h 2160513"/>
              <a:gd name="connsiteX30-24461" fmla="*/ 523846 w 2107590"/>
              <a:gd name="connsiteY30-24462" fmla="*/ 754633 h 2160513"/>
              <a:gd name="connsiteX31-24463" fmla="*/ 783402 w 2107590"/>
              <a:gd name="connsiteY31-24464" fmla="*/ 868932 h 2160513"/>
              <a:gd name="connsiteX32-24465" fmla="*/ 785783 w 2107590"/>
              <a:gd name="connsiteY32-24466" fmla="*/ 1002283 h 2160513"/>
              <a:gd name="connsiteX33-24467" fmla="*/ 373827 w 2107590"/>
              <a:gd name="connsiteY33-24468" fmla="*/ 852264 h 2160513"/>
              <a:gd name="connsiteX34-24469" fmla="*/ 759589 w 2107590"/>
              <a:gd name="connsiteY34-24470" fmla="*/ 409352 h 2160513"/>
              <a:gd name="connsiteX35-24471" fmla="*/ 1397764 w 2107590"/>
              <a:gd name="connsiteY35-24472" fmla="*/ 606996 h 2160513"/>
              <a:gd name="connsiteX36-24473" fmla="*/ 1409671 w 2107590"/>
              <a:gd name="connsiteY36-24474" fmla="*/ 868933 h 2160513"/>
              <a:gd name="connsiteX37-24475" fmla="*/ 1433483 w 2107590"/>
              <a:gd name="connsiteY37-24476" fmla="*/ 795115 h 2160513"/>
              <a:gd name="connsiteX38-24477" fmla="*/ 1643033 w 2107590"/>
              <a:gd name="connsiteY38-24478" fmla="*/ 611758 h 2160513"/>
              <a:gd name="connsiteX39-24479" fmla="*/ 1795433 w 2107590"/>
              <a:gd name="connsiteY39-24480" fmla="*/ 723677 h 2160513"/>
              <a:gd name="connsiteX40-24481" fmla="*/ 1676371 w 2107590"/>
              <a:gd name="connsiteY40-24482" fmla="*/ 866552 h 2160513"/>
              <a:gd name="connsiteX41-24483" fmla="*/ 1845439 w 2107590"/>
              <a:gd name="connsiteY41-24484" fmla="*/ 926083 h 2160513"/>
              <a:gd name="connsiteX42-24485" fmla="*/ 1889668 w 2107590"/>
              <a:gd name="connsiteY42-24486" fmla="*/ 1175665 h 2160513"/>
              <a:gd name="connsiteX43-24487" fmla="*/ 1912797 w 2107590"/>
              <a:gd name="connsiteY43-24488" fmla="*/ 1135089 h 2160513"/>
              <a:gd name="connsiteX44-24489" fmla="*/ 1775980 w 2107590"/>
              <a:gd name="connsiteY44-24490" fmla="*/ 1553577 h 2160513"/>
              <a:gd name="connsiteX45-24491" fmla="*/ 1235792 w 2107590"/>
              <a:gd name="connsiteY45-24492" fmla="*/ 1580715 h 2160513"/>
              <a:gd name="connsiteX46" fmla="*/ 1344220 w 2107590"/>
              <a:gd name="connsiteY46" fmla="*/ 1905742 h 2160513"/>
              <a:gd name="connsiteX0-24493" fmla="*/ 1575697 w 2107590"/>
              <a:gd name="connsiteY0-24494" fmla="*/ 2160513 h 2160513"/>
              <a:gd name="connsiteX1-24495" fmla="*/ 956854 w 2107590"/>
              <a:gd name="connsiteY1-24496" fmla="*/ 1258279 h 2160513"/>
              <a:gd name="connsiteX2-24497" fmla="*/ 863892 w 2107590"/>
              <a:gd name="connsiteY2-24498" fmla="*/ 1345253 h 2160513"/>
              <a:gd name="connsiteX3-24499" fmla="*/ 1026241 w 2107590"/>
              <a:gd name="connsiteY3-24500" fmla="*/ 1144473 h 2160513"/>
              <a:gd name="connsiteX4-24501" fmla="*/ 908876 w 2107590"/>
              <a:gd name="connsiteY4-24502" fmla="*/ 743032 h 2160513"/>
              <a:gd name="connsiteX5-24503" fmla="*/ 1054863 w 2107590"/>
              <a:gd name="connsiteY5-24504" fmla="*/ 807021 h 2160513"/>
              <a:gd name="connsiteX6-24505" fmla="*/ 766732 w 2107590"/>
              <a:gd name="connsiteY6-24506" fmla="*/ 928463 h 2160513"/>
              <a:gd name="connsiteX7-24507" fmla="*/ 228569 w 2107590"/>
              <a:gd name="connsiteY7-24508" fmla="*/ 1030857 h 2160513"/>
              <a:gd name="connsiteX8-24509" fmla="*/ 102364 w 2107590"/>
              <a:gd name="connsiteY8-24510" fmla="*/ 578421 h 2160513"/>
              <a:gd name="connsiteX9-24511" fmla="*/ 334972 w 2107590"/>
              <a:gd name="connsiteY9-24512" fmla="*/ 266829 h 2160513"/>
              <a:gd name="connsiteX10-24513" fmla="*/ 754827 w 2107590"/>
              <a:gd name="connsiteY10-24514" fmla="*/ 47401 h 2160513"/>
              <a:gd name="connsiteX11-24515" fmla="*/ 759590 w 2107590"/>
              <a:gd name="connsiteY11-24516" fmla="*/ 95027 h 2160513"/>
              <a:gd name="connsiteX12-24517" fmla="*/ 771497 w 2107590"/>
              <a:gd name="connsiteY12-24518" fmla="*/ 35497 h 2160513"/>
              <a:gd name="connsiteX13-24519" fmla="*/ 1341273 w 2107590"/>
              <a:gd name="connsiteY13-24520" fmla="*/ 79182 h 2160513"/>
              <a:gd name="connsiteX14-24521" fmla="*/ 1369190 w 2107590"/>
              <a:gd name="connsiteY14-24522" fmla="*/ 92646 h 2160513"/>
              <a:gd name="connsiteX15-24523" fmla="*/ 1772045 w 2107590"/>
              <a:gd name="connsiteY15-24524" fmla="*/ 359840 h 2160513"/>
              <a:gd name="connsiteX16-24525" fmla="*/ 1752572 w 2107590"/>
              <a:gd name="connsiteY16-24526" fmla="*/ 342677 h 2160513"/>
              <a:gd name="connsiteX17-24527" fmla="*/ 2013140 w 2107590"/>
              <a:gd name="connsiteY17-24528" fmla="*/ 736265 h 2160513"/>
              <a:gd name="connsiteX18-24529" fmla="*/ 2004983 w 2107590"/>
              <a:gd name="connsiteY18-24530" fmla="*/ 716533 h 2160513"/>
              <a:gd name="connsiteX19-24531" fmla="*/ 2095472 w 2107590"/>
              <a:gd name="connsiteY19-24532" fmla="*/ 1073721 h 2160513"/>
              <a:gd name="connsiteX20-24533" fmla="*/ 1826390 w 2107590"/>
              <a:gd name="connsiteY20-24534" fmla="*/ 1311846 h 2160513"/>
              <a:gd name="connsiteX21-24535" fmla="*/ 1821627 w 2107590"/>
              <a:gd name="connsiteY21-24536" fmla="*/ 1264221 h 2160513"/>
              <a:gd name="connsiteX22-24537" fmla="*/ 1488252 w 2107590"/>
              <a:gd name="connsiteY22-24538" fmla="*/ 1595214 h 2160513"/>
              <a:gd name="connsiteX23-24539" fmla="*/ 1388239 w 2107590"/>
              <a:gd name="connsiteY23-24540" fmla="*/ 1492821 h 2160513"/>
              <a:gd name="connsiteX24-24541" fmla="*/ 1714472 w 2107590"/>
              <a:gd name="connsiteY24-24542" fmla="*/ 1154684 h 2160513"/>
              <a:gd name="connsiteX25-24543" fmla="*/ 1390621 w 2107590"/>
              <a:gd name="connsiteY25-24544" fmla="*/ 1145157 h 2160513"/>
              <a:gd name="connsiteX26-24545" fmla="*/ 1342996 w 2107590"/>
              <a:gd name="connsiteY26-24546" fmla="*/ 1283270 h 2160513"/>
              <a:gd name="connsiteX27-24547" fmla="*/ 1042958 w 2107590"/>
              <a:gd name="connsiteY27-24548" fmla="*/ 983235 h 2160513"/>
              <a:gd name="connsiteX28-24549" fmla="*/ 1309658 w 2107590"/>
              <a:gd name="connsiteY28-24550" fmla="*/ 790352 h 2160513"/>
              <a:gd name="connsiteX29-24551" fmla="*/ 914371 w 2107590"/>
              <a:gd name="connsiteY29-24552" fmla="*/ 511746 h 2160513"/>
              <a:gd name="connsiteX30-24553" fmla="*/ 523846 w 2107590"/>
              <a:gd name="connsiteY30-24554" fmla="*/ 754633 h 2160513"/>
              <a:gd name="connsiteX31-24555" fmla="*/ 783402 w 2107590"/>
              <a:gd name="connsiteY31-24556" fmla="*/ 868932 h 2160513"/>
              <a:gd name="connsiteX32-24557" fmla="*/ 785783 w 2107590"/>
              <a:gd name="connsiteY32-24558" fmla="*/ 1002283 h 2160513"/>
              <a:gd name="connsiteX33-24559" fmla="*/ 373827 w 2107590"/>
              <a:gd name="connsiteY33-24560" fmla="*/ 852264 h 2160513"/>
              <a:gd name="connsiteX34-24561" fmla="*/ 759589 w 2107590"/>
              <a:gd name="connsiteY34-24562" fmla="*/ 409352 h 2160513"/>
              <a:gd name="connsiteX35-24563" fmla="*/ 1397764 w 2107590"/>
              <a:gd name="connsiteY35-24564" fmla="*/ 606996 h 2160513"/>
              <a:gd name="connsiteX36-24565" fmla="*/ 1409671 w 2107590"/>
              <a:gd name="connsiteY36-24566" fmla="*/ 868933 h 2160513"/>
              <a:gd name="connsiteX37-24567" fmla="*/ 1433483 w 2107590"/>
              <a:gd name="connsiteY37-24568" fmla="*/ 795115 h 2160513"/>
              <a:gd name="connsiteX38-24569" fmla="*/ 1643033 w 2107590"/>
              <a:gd name="connsiteY38-24570" fmla="*/ 611758 h 2160513"/>
              <a:gd name="connsiteX39-24571" fmla="*/ 1795433 w 2107590"/>
              <a:gd name="connsiteY39-24572" fmla="*/ 723677 h 2160513"/>
              <a:gd name="connsiteX40-24573" fmla="*/ 1676371 w 2107590"/>
              <a:gd name="connsiteY40-24574" fmla="*/ 866552 h 2160513"/>
              <a:gd name="connsiteX41-24575" fmla="*/ 1819245 w 2107590"/>
              <a:gd name="connsiteY41-24576" fmla="*/ 959420 h 2160513"/>
              <a:gd name="connsiteX42-24577" fmla="*/ 1889668 w 2107590"/>
              <a:gd name="connsiteY42-24578" fmla="*/ 1175665 h 2160513"/>
              <a:gd name="connsiteX43-24579" fmla="*/ 1912797 w 2107590"/>
              <a:gd name="connsiteY43-24580" fmla="*/ 1135089 h 2160513"/>
              <a:gd name="connsiteX44-24581" fmla="*/ 1775980 w 2107590"/>
              <a:gd name="connsiteY44-24582" fmla="*/ 1553577 h 2160513"/>
              <a:gd name="connsiteX45-24583" fmla="*/ 1235792 w 2107590"/>
              <a:gd name="connsiteY45-24584" fmla="*/ 1580715 h 2160513"/>
              <a:gd name="connsiteX46-24585" fmla="*/ 1344220 w 2107590"/>
              <a:gd name="connsiteY46-24586" fmla="*/ 1905742 h 2160513"/>
              <a:gd name="connsiteX0-24587" fmla="*/ 1575697 w 2107590"/>
              <a:gd name="connsiteY0-24588" fmla="*/ 2160513 h 2160513"/>
              <a:gd name="connsiteX1-24589" fmla="*/ 956854 w 2107590"/>
              <a:gd name="connsiteY1-24590" fmla="*/ 1258279 h 2160513"/>
              <a:gd name="connsiteX2-24591" fmla="*/ 863892 w 2107590"/>
              <a:gd name="connsiteY2-24592" fmla="*/ 1345253 h 2160513"/>
              <a:gd name="connsiteX3-24593" fmla="*/ 1026241 w 2107590"/>
              <a:gd name="connsiteY3-24594" fmla="*/ 1144473 h 2160513"/>
              <a:gd name="connsiteX4-24595" fmla="*/ 908876 w 2107590"/>
              <a:gd name="connsiteY4-24596" fmla="*/ 743032 h 2160513"/>
              <a:gd name="connsiteX5-24597" fmla="*/ 1054863 w 2107590"/>
              <a:gd name="connsiteY5-24598" fmla="*/ 807021 h 2160513"/>
              <a:gd name="connsiteX6-24599" fmla="*/ 766732 w 2107590"/>
              <a:gd name="connsiteY6-24600" fmla="*/ 928463 h 2160513"/>
              <a:gd name="connsiteX7-24601" fmla="*/ 228569 w 2107590"/>
              <a:gd name="connsiteY7-24602" fmla="*/ 1030857 h 2160513"/>
              <a:gd name="connsiteX8-24603" fmla="*/ 102364 w 2107590"/>
              <a:gd name="connsiteY8-24604" fmla="*/ 578421 h 2160513"/>
              <a:gd name="connsiteX9-24605" fmla="*/ 334972 w 2107590"/>
              <a:gd name="connsiteY9-24606" fmla="*/ 266829 h 2160513"/>
              <a:gd name="connsiteX10-24607" fmla="*/ 754827 w 2107590"/>
              <a:gd name="connsiteY10-24608" fmla="*/ 47401 h 2160513"/>
              <a:gd name="connsiteX11-24609" fmla="*/ 759590 w 2107590"/>
              <a:gd name="connsiteY11-24610" fmla="*/ 95027 h 2160513"/>
              <a:gd name="connsiteX12-24611" fmla="*/ 771497 w 2107590"/>
              <a:gd name="connsiteY12-24612" fmla="*/ 35497 h 2160513"/>
              <a:gd name="connsiteX13-24613" fmla="*/ 1341273 w 2107590"/>
              <a:gd name="connsiteY13-24614" fmla="*/ 79182 h 2160513"/>
              <a:gd name="connsiteX14-24615" fmla="*/ 1369190 w 2107590"/>
              <a:gd name="connsiteY14-24616" fmla="*/ 92646 h 2160513"/>
              <a:gd name="connsiteX15-24617" fmla="*/ 1772045 w 2107590"/>
              <a:gd name="connsiteY15-24618" fmla="*/ 359840 h 2160513"/>
              <a:gd name="connsiteX16-24619" fmla="*/ 1752572 w 2107590"/>
              <a:gd name="connsiteY16-24620" fmla="*/ 342677 h 2160513"/>
              <a:gd name="connsiteX17-24621" fmla="*/ 2013140 w 2107590"/>
              <a:gd name="connsiteY17-24622" fmla="*/ 736265 h 2160513"/>
              <a:gd name="connsiteX18-24623" fmla="*/ 2004983 w 2107590"/>
              <a:gd name="connsiteY18-24624" fmla="*/ 716533 h 2160513"/>
              <a:gd name="connsiteX19-24625" fmla="*/ 2095472 w 2107590"/>
              <a:gd name="connsiteY19-24626" fmla="*/ 1073721 h 2160513"/>
              <a:gd name="connsiteX20-24627" fmla="*/ 1826390 w 2107590"/>
              <a:gd name="connsiteY20-24628" fmla="*/ 1311846 h 2160513"/>
              <a:gd name="connsiteX21-24629" fmla="*/ 1821627 w 2107590"/>
              <a:gd name="connsiteY21-24630" fmla="*/ 1264221 h 2160513"/>
              <a:gd name="connsiteX22-24631" fmla="*/ 1488252 w 2107590"/>
              <a:gd name="connsiteY22-24632" fmla="*/ 1595214 h 2160513"/>
              <a:gd name="connsiteX23-24633" fmla="*/ 1388239 w 2107590"/>
              <a:gd name="connsiteY23-24634" fmla="*/ 1492821 h 2160513"/>
              <a:gd name="connsiteX24-24635" fmla="*/ 1714472 w 2107590"/>
              <a:gd name="connsiteY24-24636" fmla="*/ 1154684 h 2160513"/>
              <a:gd name="connsiteX25-24637" fmla="*/ 1390621 w 2107590"/>
              <a:gd name="connsiteY25-24638" fmla="*/ 1145157 h 2160513"/>
              <a:gd name="connsiteX26-24639" fmla="*/ 1342996 w 2107590"/>
              <a:gd name="connsiteY26-24640" fmla="*/ 1283270 h 2160513"/>
              <a:gd name="connsiteX27-24641" fmla="*/ 1042958 w 2107590"/>
              <a:gd name="connsiteY27-24642" fmla="*/ 983235 h 2160513"/>
              <a:gd name="connsiteX28-24643" fmla="*/ 1309658 w 2107590"/>
              <a:gd name="connsiteY28-24644" fmla="*/ 790352 h 2160513"/>
              <a:gd name="connsiteX29-24645" fmla="*/ 914371 w 2107590"/>
              <a:gd name="connsiteY29-24646" fmla="*/ 511746 h 2160513"/>
              <a:gd name="connsiteX30-24647" fmla="*/ 523846 w 2107590"/>
              <a:gd name="connsiteY30-24648" fmla="*/ 754633 h 2160513"/>
              <a:gd name="connsiteX31-24649" fmla="*/ 783402 w 2107590"/>
              <a:gd name="connsiteY31-24650" fmla="*/ 868932 h 2160513"/>
              <a:gd name="connsiteX32-24651" fmla="*/ 785783 w 2107590"/>
              <a:gd name="connsiteY32-24652" fmla="*/ 1002283 h 2160513"/>
              <a:gd name="connsiteX33-24653" fmla="*/ 373827 w 2107590"/>
              <a:gd name="connsiteY33-24654" fmla="*/ 852264 h 2160513"/>
              <a:gd name="connsiteX34-24655" fmla="*/ 759589 w 2107590"/>
              <a:gd name="connsiteY34-24656" fmla="*/ 409352 h 2160513"/>
              <a:gd name="connsiteX35-24657" fmla="*/ 1397764 w 2107590"/>
              <a:gd name="connsiteY35-24658" fmla="*/ 606996 h 2160513"/>
              <a:gd name="connsiteX36-24659" fmla="*/ 1409671 w 2107590"/>
              <a:gd name="connsiteY36-24660" fmla="*/ 868933 h 2160513"/>
              <a:gd name="connsiteX37-24661" fmla="*/ 1433483 w 2107590"/>
              <a:gd name="connsiteY37-24662" fmla="*/ 795115 h 2160513"/>
              <a:gd name="connsiteX38-24663" fmla="*/ 1643033 w 2107590"/>
              <a:gd name="connsiteY38-24664" fmla="*/ 611758 h 2160513"/>
              <a:gd name="connsiteX39-24665" fmla="*/ 1795433 w 2107590"/>
              <a:gd name="connsiteY39-24666" fmla="*/ 723677 h 2160513"/>
              <a:gd name="connsiteX40-24667" fmla="*/ 1676371 w 2107590"/>
              <a:gd name="connsiteY40-24668" fmla="*/ 866552 h 2160513"/>
              <a:gd name="connsiteX41-24669" fmla="*/ 1819245 w 2107590"/>
              <a:gd name="connsiteY41-24670" fmla="*/ 959420 h 2160513"/>
              <a:gd name="connsiteX42-24671" fmla="*/ 1838296 w 2107590"/>
              <a:gd name="connsiteY42-24672" fmla="*/ 914177 h 2160513"/>
              <a:gd name="connsiteX43-24673" fmla="*/ 1889668 w 2107590"/>
              <a:gd name="connsiteY43-24674" fmla="*/ 1175665 h 2160513"/>
              <a:gd name="connsiteX44-24675" fmla="*/ 1912797 w 2107590"/>
              <a:gd name="connsiteY44-24676" fmla="*/ 1135089 h 2160513"/>
              <a:gd name="connsiteX45-24677" fmla="*/ 1775980 w 2107590"/>
              <a:gd name="connsiteY45-24678" fmla="*/ 1553577 h 2160513"/>
              <a:gd name="connsiteX46-24679" fmla="*/ 1235792 w 2107590"/>
              <a:gd name="connsiteY46-24680" fmla="*/ 1580715 h 2160513"/>
              <a:gd name="connsiteX47" fmla="*/ 1344220 w 2107590"/>
              <a:gd name="connsiteY47" fmla="*/ 1905742 h 2160513"/>
              <a:gd name="connsiteX0-24681" fmla="*/ 1575697 w 2107590"/>
              <a:gd name="connsiteY0-24682" fmla="*/ 2160513 h 2160513"/>
              <a:gd name="connsiteX1-24683" fmla="*/ 956854 w 2107590"/>
              <a:gd name="connsiteY1-24684" fmla="*/ 1258279 h 2160513"/>
              <a:gd name="connsiteX2-24685" fmla="*/ 863892 w 2107590"/>
              <a:gd name="connsiteY2-24686" fmla="*/ 1345253 h 2160513"/>
              <a:gd name="connsiteX3-24687" fmla="*/ 1026241 w 2107590"/>
              <a:gd name="connsiteY3-24688" fmla="*/ 1144473 h 2160513"/>
              <a:gd name="connsiteX4-24689" fmla="*/ 908876 w 2107590"/>
              <a:gd name="connsiteY4-24690" fmla="*/ 743032 h 2160513"/>
              <a:gd name="connsiteX5-24691" fmla="*/ 1054863 w 2107590"/>
              <a:gd name="connsiteY5-24692" fmla="*/ 807021 h 2160513"/>
              <a:gd name="connsiteX6-24693" fmla="*/ 766732 w 2107590"/>
              <a:gd name="connsiteY6-24694" fmla="*/ 928463 h 2160513"/>
              <a:gd name="connsiteX7-24695" fmla="*/ 228569 w 2107590"/>
              <a:gd name="connsiteY7-24696" fmla="*/ 1030857 h 2160513"/>
              <a:gd name="connsiteX8-24697" fmla="*/ 102364 w 2107590"/>
              <a:gd name="connsiteY8-24698" fmla="*/ 578421 h 2160513"/>
              <a:gd name="connsiteX9-24699" fmla="*/ 334972 w 2107590"/>
              <a:gd name="connsiteY9-24700" fmla="*/ 266829 h 2160513"/>
              <a:gd name="connsiteX10-24701" fmla="*/ 754827 w 2107590"/>
              <a:gd name="connsiteY10-24702" fmla="*/ 47401 h 2160513"/>
              <a:gd name="connsiteX11-24703" fmla="*/ 759590 w 2107590"/>
              <a:gd name="connsiteY11-24704" fmla="*/ 95027 h 2160513"/>
              <a:gd name="connsiteX12-24705" fmla="*/ 771497 w 2107590"/>
              <a:gd name="connsiteY12-24706" fmla="*/ 35497 h 2160513"/>
              <a:gd name="connsiteX13-24707" fmla="*/ 1341273 w 2107590"/>
              <a:gd name="connsiteY13-24708" fmla="*/ 79182 h 2160513"/>
              <a:gd name="connsiteX14-24709" fmla="*/ 1369190 w 2107590"/>
              <a:gd name="connsiteY14-24710" fmla="*/ 92646 h 2160513"/>
              <a:gd name="connsiteX15-24711" fmla="*/ 1772045 w 2107590"/>
              <a:gd name="connsiteY15-24712" fmla="*/ 359840 h 2160513"/>
              <a:gd name="connsiteX16-24713" fmla="*/ 1752572 w 2107590"/>
              <a:gd name="connsiteY16-24714" fmla="*/ 342677 h 2160513"/>
              <a:gd name="connsiteX17-24715" fmla="*/ 2013140 w 2107590"/>
              <a:gd name="connsiteY17-24716" fmla="*/ 736265 h 2160513"/>
              <a:gd name="connsiteX18-24717" fmla="*/ 2004983 w 2107590"/>
              <a:gd name="connsiteY18-24718" fmla="*/ 716533 h 2160513"/>
              <a:gd name="connsiteX19-24719" fmla="*/ 2095472 w 2107590"/>
              <a:gd name="connsiteY19-24720" fmla="*/ 1073721 h 2160513"/>
              <a:gd name="connsiteX20-24721" fmla="*/ 1826390 w 2107590"/>
              <a:gd name="connsiteY20-24722" fmla="*/ 1311846 h 2160513"/>
              <a:gd name="connsiteX21-24723" fmla="*/ 1821627 w 2107590"/>
              <a:gd name="connsiteY21-24724" fmla="*/ 1264221 h 2160513"/>
              <a:gd name="connsiteX22-24725" fmla="*/ 1488252 w 2107590"/>
              <a:gd name="connsiteY22-24726" fmla="*/ 1595214 h 2160513"/>
              <a:gd name="connsiteX23-24727" fmla="*/ 1388239 w 2107590"/>
              <a:gd name="connsiteY23-24728" fmla="*/ 1492821 h 2160513"/>
              <a:gd name="connsiteX24-24729" fmla="*/ 1714472 w 2107590"/>
              <a:gd name="connsiteY24-24730" fmla="*/ 1154684 h 2160513"/>
              <a:gd name="connsiteX25-24731" fmla="*/ 1390621 w 2107590"/>
              <a:gd name="connsiteY25-24732" fmla="*/ 1145157 h 2160513"/>
              <a:gd name="connsiteX26-24733" fmla="*/ 1342996 w 2107590"/>
              <a:gd name="connsiteY26-24734" fmla="*/ 1283270 h 2160513"/>
              <a:gd name="connsiteX27-24735" fmla="*/ 1042958 w 2107590"/>
              <a:gd name="connsiteY27-24736" fmla="*/ 983235 h 2160513"/>
              <a:gd name="connsiteX28-24737" fmla="*/ 1309658 w 2107590"/>
              <a:gd name="connsiteY28-24738" fmla="*/ 790352 h 2160513"/>
              <a:gd name="connsiteX29-24739" fmla="*/ 914371 w 2107590"/>
              <a:gd name="connsiteY29-24740" fmla="*/ 511746 h 2160513"/>
              <a:gd name="connsiteX30-24741" fmla="*/ 523846 w 2107590"/>
              <a:gd name="connsiteY30-24742" fmla="*/ 754633 h 2160513"/>
              <a:gd name="connsiteX31-24743" fmla="*/ 783402 w 2107590"/>
              <a:gd name="connsiteY31-24744" fmla="*/ 868932 h 2160513"/>
              <a:gd name="connsiteX32-24745" fmla="*/ 785783 w 2107590"/>
              <a:gd name="connsiteY32-24746" fmla="*/ 1002283 h 2160513"/>
              <a:gd name="connsiteX33-24747" fmla="*/ 373827 w 2107590"/>
              <a:gd name="connsiteY33-24748" fmla="*/ 852264 h 2160513"/>
              <a:gd name="connsiteX34-24749" fmla="*/ 759589 w 2107590"/>
              <a:gd name="connsiteY34-24750" fmla="*/ 409352 h 2160513"/>
              <a:gd name="connsiteX35-24751" fmla="*/ 1397764 w 2107590"/>
              <a:gd name="connsiteY35-24752" fmla="*/ 606996 h 2160513"/>
              <a:gd name="connsiteX36-24753" fmla="*/ 1409671 w 2107590"/>
              <a:gd name="connsiteY36-24754" fmla="*/ 868933 h 2160513"/>
              <a:gd name="connsiteX37-24755" fmla="*/ 1433483 w 2107590"/>
              <a:gd name="connsiteY37-24756" fmla="*/ 795115 h 2160513"/>
              <a:gd name="connsiteX38-24757" fmla="*/ 1643033 w 2107590"/>
              <a:gd name="connsiteY38-24758" fmla="*/ 611758 h 2160513"/>
              <a:gd name="connsiteX39-24759" fmla="*/ 1795433 w 2107590"/>
              <a:gd name="connsiteY39-24760" fmla="*/ 723677 h 2160513"/>
              <a:gd name="connsiteX40-24761" fmla="*/ 1676371 w 2107590"/>
              <a:gd name="connsiteY40-24762" fmla="*/ 866552 h 2160513"/>
              <a:gd name="connsiteX41-24763" fmla="*/ 1819245 w 2107590"/>
              <a:gd name="connsiteY41-24764" fmla="*/ 959420 h 2160513"/>
              <a:gd name="connsiteX42-24765" fmla="*/ 1838296 w 2107590"/>
              <a:gd name="connsiteY42-24766" fmla="*/ 914177 h 2160513"/>
              <a:gd name="connsiteX43-24767" fmla="*/ 1838296 w 2107590"/>
              <a:gd name="connsiteY43-24768" fmla="*/ 1071339 h 2160513"/>
              <a:gd name="connsiteX44-24769" fmla="*/ 1889668 w 2107590"/>
              <a:gd name="connsiteY44-24770" fmla="*/ 1175665 h 2160513"/>
              <a:gd name="connsiteX45-24771" fmla="*/ 1912797 w 2107590"/>
              <a:gd name="connsiteY45-24772" fmla="*/ 1135089 h 2160513"/>
              <a:gd name="connsiteX46-24773" fmla="*/ 1775980 w 2107590"/>
              <a:gd name="connsiteY46-24774" fmla="*/ 1553577 h 2160513"/>
              <a:gd name="connsiteX47-24775" fmla="*/ 1235792 w 2107590"/>
              <a:gd name="connsiteY47-24776" fmla="*/ 1580715 h 2160513"/>
              <a:gd name="connsiteX48" fmla="*/ 1344220 w 2107590"/>
              <a:gd name="connsiteY48" fmla="*/ 1905742 h 2160513"/>
              <a:gd name="connsiteX0-24777" fmla="*/ 1575697 w 2107590"/>
              <a:gd name="connsiteY0-24778" fmla="*/ 2160513 h 2160513"/>
              <a:gd name="connsiteX1-24779" fmla="*/ 956854 w 2107590"/>
              <a:gd name="connsiteY1-24780" fmla="*/ 1258279 h 2160513"/>
              <a:gd name="connsiteX2-24781" fmla="*/ 863892 w 2107590"/>
              <a:gd name="connsiteY2-24782" fmla="*/ 1345253 h 2160513"/>
              <a:gd name="connsiteX3-24783" fmla="*/ 1026241 w 2107590"/>
              <a:gd name="connsiteY3-24784" fmla="*/ 1144473 h 2160513"/>
              <a:gd name="connsiteX4-24785" fmla="*/ 908876 w 2107590"/>
              <a:gd name="connsiteY4-24786" fmla="*/ 743032 h 2160513"/>
              <a:gd name="connsiteX5-24787" fmla="*/ 1054863 w 2107590"/>
              <a:gd name="connsiteY5-24788" fmla="*/ 807021 h 2160513"/>
              <a:gd name="connsiteX6-24789" fmla="*/ 766732 w 2107590"/>
              <a:gd name="connsiteY6-24790" fmla="*/ 928463 h 2160513"/>
              <a:gd name="connsiteX7-24791" fmla="*/ 228569 w 2107590"/>
              <a:gd name="connsiteY7-24792" fmla="*/ 1030857 h 2160513"/>
              <a:gd name="connsiteX8-24793" fmla="*/ 102364 w 2107590"/>
              <a:gd name="connsiteY8-24794" fmla="*/ 578421 h 2160513"/>
              <a:gd name="connsiteX9-24795" fmla="*/ 334972 w 2107590"/>
              <a:gd name="connsiteY9-24796" fmla="*/ 266829 h 2160513"/>
              <a:gd name="connsiteX10-24797" fmla="*/ 754827 w 2107590"/>
              <a:gd name="connsiteY10-24798" fmla="*/ 47401 h 2160513"/>
              <a:gd name="connsiteX11-24799" fmla="*/ 759590 w 2107590"/>
              <a:gd name="connsiteY11-24800" fmla="*/ 95027 h 2160513"/>
              <a:gd name="connsiteX12-24801" fmla="*/ 771497 w 2107590"/>
              <a:gd name="connsiteY12-24802" fmla="*/ 35497 h 2160513"/>
              <a:gd name="connsiteX13-24803" fmla="*/ 1341273 w 2107590"/>
              <a:gd name="connsiteY13-24804" fmla="*/ 79182 h 2160513"/>
              <a:gd name="connsiteX14-24805" fmla="*/ 1369190 w 2107590"/>
              <a:gd name="connsiteY14-24806" fmla="*/ 92646 h 2160513"/>
              <a:gd name="connsiteX15-24807" fmla="*/ 1772045 w 2107590"/>
              <a:gd name="connsiteY15-24808" fmla="*/ 359840 h 2160513"/>
              <a:gd name="connsiteX16-24809" fmla="*/ 1752572 w 2107590"/>
              <a:gd name="connsiteY16-24810" fmla="*/ 342677 h 2160513"/>
              <a:gd name="connsiteX17-24811" fmla="*/ 2013140 w 2107590"/>
              <a:gd name="connsiteY17-24812" fmla="*/ 736265 h 2160513"/>
              <a:gd name="connsiteX18-24813" fmla="*/ 2004983 w 2107590"/>
              <a:gd name="connsiteY18-24814" fmla="*/ 716533 h 2160513"/>
              <a:gd name="connsiteX19-24815" fmla="*/ 2095472 w 2107590"/>
              <a:gd name="connsiteY19-24816" fmla="*/ 1073721 h 2160513"/>
              <a:gd name="connsiteX20-24817" fmla="*/ 1826390 w 2107590"/>
              <a:gd name="connsiteY20-24818" fmla="*/ 1311846 h 2160513"/>
              <a:gd name="connsiteX21-24819" fmla="*/ 1821627 w 2107590"/>
              <a:gd name="connsiteY21-24820" fmla="*/ 1264221 h 2160513"/>
              <a:gd name="connsiteX22-24821" fmla="*/ 1488252 w 2107590"/>
              <a:gd name="connsiteY22-24822" fmla="*/ 1595214 h 2160513"/>
              <a:gd name="connsiteX23-24823" fmla="*/ 1388239 w 2107590"/>
              <a:gd name="connsiteY23-24824" fmla="*/ 1492821 h 2160513"/>
              <a:gd name="connsiteX24-24825" fmla="*/ 1714472 w 2107590"/>
              <a:gd name="connsiteY24-24826" fmla="*/ 1154684 h 2160513"/>
              <a:gd name="connsiteX25-24827" fmla="*/ 1390621 w 2107590"/>
              <a:gd name="connsiteY25-24828" fmla="*/ 1145157 h 2160513"/>
              <a:gd name="connsiteX26-24829" fmla="*/ 1342996 w 2107590"/>
              <a:gd name="connsiteY26-24830" fmla="*/ 1283270 h 2160513"/>
              <a:gd name="connsiteX27-24831" fmla="*/ 1042958 w 2107590"/>
              <a:gd name="connsiteY27-24832" fmla="*/ 983235 h 2160513"/>
              <a:gd name="connsiteX28-24833" fmla="*/ 1309658 w 2107590"/>
              <a:gd name="connsiteY28-24834" fmla="*/ 790352 h 2160513"/>
              <a:gd name="connsiteX29-24835" fmla="*/ 914371 w 2107590"/>
              <a:gd name="connsiteY29-24836" fmla="*/ 511746 h 2160513"/>
              <a:gd name="connsiteX30-24837" fmla="*/ 523846 w 2107590"/>
              <a:gd name="connsiteY30-24838" fmla="*/ 754633 h 2160513"/>
              <a:gd name="connsiteX31-24839" fmla="*/ 783402 w 2107590"/>
              <a:gd name="connsiteY31-24840" fmla="*/ 868932 h 2160513"/>
              <a:gd name="connsiteX32-24841" fmla="*/ 785783 w 2107590"/>
              <a:gd name="connsiteY32-24842" fmla="*/ 1002283 h 2160513"/>
              <a:gd name="connsiteX33-24843" fmla="*/ 373827 w 2107590"/>
              <a:gd name="connsiteY33-24844" fmla="*/ 852264 h 2160513"/>
              <a:gd name="connsiteX34-24845" fmla="*/ 759589 w 2107590"/>
              <a:gd name="connsiteY34-24846" fmla="*/ 409352 h 2160513"/>
              <a:gd name="connsiteX35-24847" fmla="*/ 1397764 w 2107590"/>
              <a:gd name="connsiteY35-24848" fmla="*/ 606996 h 2160513"/>
              <a:gd name="connsiteX36-24849" fmla="*/ 1409671 w 2107590"/>
              <a:gd name="connsiteY36-24850" fmla="*/ 868933 h 2160513"/>
              <a:gd name="connsiteX37-24851" fmla="*/ 1433483 w 2107590"/>
              <a:gd name="connsiteY37-24852" fmla="*/ 795115 h 2160513"/>
              <a:gd name="connsiteX38-24853" fmla="*/ 1643033 w 2107590"/>
              <a:gd name="connsiteY38-24854" fmla="*/ 611758 h 2160513"/>
              <a:gd name="connsiteX39-24855" fmla="*/ 1795433 w 2107590"/>
              <a:gd name="connsiteY39-24856" fmla="*/ 723677 h 2160513"/>
              <a:gd name="connsiteX40-24857" fmla="*/ 1676371 w 2107590"/>
              <a:gd name="connsiteY40-24858" fmla="*/ 866552 h 2160513"/>
              <a:gd name="connsiteX41-24859" fmla="*/ 1819245 w 2107590"/>
              <a:gd name="connsiteY41-24860" fmla="*/ 959420 h 2160513"/>
              <a:gd name="connsiteX42-24861" fmla="*/ 1838296 w 2107590"/>
              <a:gd name="connsiteY42-24862" fmla="*/ 914177 h 2160513"/>
              <a:gd name="connsiteX43-24863" fmla="*/ 1838296 w 2107590"/>
              <a:gd name="connsiteY43-24864" fmla="*/ 1071339 h 2160513"/>
              <a:gd name="connsiteX44-24865" fmla="*/ 1889668 w 2107590"/>
              <a:gd name="connsiteY44-24866" fmla="*/ 1175665 h 2160513"/>
              <a:gd name="connsiteX45-24867" fmla="*/ 1912797 w 2107590"/>
              <a:gd name="connsiteY45-24868" fmla="*/ 1135089 h 2160513"/>
              <a:gd name="connsiteX46-24869" fmla="*/ 1775980 w 2107590"/>
              <a:gd name="connsiteY46-24870" fmla="*/ 1553577 h 2160513"/>
              <a:gd name="connsiteX47-24871" fmla="*/ 1235792 w 2107590"/>
              <a:gd name="connsiteY47-24872" fmla="*/ 1580715 h 2160513"/>
              <a:gd name="connsiteX48-24873" fmla="*/ 1344220 w 2107590"/>
              <a:gd name="connsiteY48-24874" fmla="*/ 1905742 h 2160513"/>
              <a:gd name="connsiteX0-24875" fmla="*/ 1575697 w 2107590"/>
              <a:gd name="connsiteY0-24876" fmla="*/ 2160513 h 2160513"/>
              <a:gd name="connsiteX1-24877" fmla="*/ 956854 w 2107590"/>
              <a:gd name="connsiteY1-24878" fmla="*/ 1258279 h 2160513"/>
              <a:gd name="connsiteX2-24879" fmla="*/ 863892 w 2107590"/>
              <a:gd name="connsiteY2-24880" fmla="*/ 1345253 h 2160513"/>
              <a:gd name="connsiteX3-24881" fmla="*/ 1026241 w 2107590"/>
              <a:gd name="connsiteY3-24882" fmla="*/ 1144473 h 2160513"/>
              <a:gd name="connsiteX4-24883" fmla="*/ 908876 w 2107590"/>
              <a:gd name="connsiteY4-24884" fmla="*/ 743032 h 2160513"/>
              <a:gd name="connsiteX5-24885" fmla="*/ 1054863 w 2107590"/>
              <a:gd name="connsiteY5-24886" fmla="*/ 807021 h 2160513"/>
              <a:gd name="connsiteX6-24887" fmla="*/ 766732 w 2107590"/>
              <a:gd name="connsiteY6-24888" fmla="*/ 928463 h 2160513"/>
              <a:gd name="connsiteX7-24889" fmla="*/ 228569 w 2107590"/>
              <a:gd name="connsiteY7-24890" fmla="*/ 1030857 h 2160513"/>
              <a:gd name="connsiteX8-24891" fmla="*/ 102364 w 2107590"/>
              <a:gd name="connsiteY8-24892" fmla="*/ 578421 h 2160513"/>
              <a:gd name="connsiteX9-24893" fmla="*/ 334972 w 2107590"/>
              <a:gd name="connsiteY9-24894" fmla="*/ 266829 h 2160513"/>
              <a:gd name="connsiteX10-24895" fmla="*/ 754827 w 2107590"/>
              <a:gd name="connsiteY10-24896" fmla="*/ 47401 h 2160513"/>
              <a:gd name="connsiteX11-24897" fmla="*/ 759590 w 2107590"/>
              <a:gd name="connsiteY11-24898" fmla="*/ 95027 h 2160513"/>
              <a:gd name="connsiteX12-24899" fmla="*/ 771497 w 2107590"/>
              <a:gd name="connsiteY12-24900" fmla="*/ 35497 h 2160513"/>
              <a:gd name="connsiteX13-24901" fmla="*/ 1341273 w 2107590"/>
              <a:gd name="connsiteY13-24902" fmla="*/ 79182 h 2160513"/>
              <a:gd name="connsiteX14-24903" fmla="*/ 1369190 w 2107590"/>
              <a:gd name="connsiteY14-24904" fmla="*/ 92646 h 2160513"/>
              <a:gd name="connsiteX15-24905" fmla="*/ 1772045 w 2107590"/>
              <a:gd name="connsiteY15-24906" fmla="*/ 359840 h 2160513"/>
              <a:gd name="connsiteX16-24907" fmla="*/ 1752572 w 2107590"/>
              <a:gd name="connsiteY16-24908" fmla="*/ 342677 h 2160513"/>
              <a:gd name="connsiteX17-24909" fmla="*/ 2013140 w 2107590"/>
              <a:gd name="connsiteY17-24910" fmla="*/ 736265 h 2160513"/>
              <a:gd name="connsiteX18-24911" fmla="*/ 2004983 w 2107590"/>
              <a:gd name="connsiteY18-24912" fmla="*/ 716533 h 2160513"/>
              <a:gd name="connsiteX19-24913" fmla="*/ 2095472 w 2107590"/>
              <a:gd name="connsiteY19-24914" fmla="*/ 1073721 h 2160513"/>
              <a:gd name="connsiteX20-24915" fmla="*/ 1826390 w 2107590"/>
              <a:gd name="connsiteY20-24916" fmla="*/ 1311846 h 2160513"/>
              <a:gd name="connsiteX21-24917" fmla="*/ 1821627 w 2107590"/>
              <a:gd name="connsiteY21-24918" fmla="*/ 1264221 h 2160513"/>
              <a:gd name="connsiteX22-24919" fmla="*/ 1488252 w 2107590"/>
              <a:gd name="connsiteY22-24920" fmla="*/ 1595214 h 2160513"/>
              <a:gd name="connsiteX23-24921" fmla="*/ 1388239 w 2107590"/>
              <a:gd name="connsiteY23-24922" fmla="*/ 1492821 h 2160513"/>
              <a:gd name="connsiteX24-24923" fmla="*/ 1714472 w 2107590"/>
              <a:gd name="connsiteY24-24924" fmla="*/ 1154684 h 2160513"/>
              <a:gd name="connsiteX25-24925" fmla="*/ 1390621 w 2107590"/>
              <a:gd name="connsiteY25-24926" fmla="*/ 1145157 h 2160513"/>
              <a:gd name="connsiteX26-24927" fmla="*/ 1342996 w 2107590"/>
              <a:gd name="connsiteY26-24928" fmla="*/ 1283270 h 2160513"/>
              <a:gd name="connsiteX27-24929" fmla="*/ 1042958 w 2107590"/>
              <a:gd name="connsiteY27-24930" fmla="*/ 983235 h 2160513"/>
              <a:gd name="connsiteX28-24931" fmla="*/ 1309658 w 2107590"/>
              <a:gd name="connsiteY28-24932" fmla="*/ 790352 h 2160513"/>
              <a:gd name="connsiteX29-24933" fmla="*/ 914371 w 2107590"/>
              <a:gd name="connsiteY29-24934" fmla="*/ 511746 h 2160513"/>
              <a:gd name="connsiteX30-24935" fmla="*/ 523846 w 2107590"/>
              <a:gd name="connsiteY30-24936" fmla="*/ 754633 h 2160513"/>
              <a:gd name="connsiteX31-24937" fmla="*/ 783402 w 2107590"/>
              <a:gd name="connsiteY31-24938" fmla="*/ 868932 h 2160513"/>
              <a:gd name="connsiteX32-24939" fmla="*/ 785783 w 2107590"/>
              <a:gd name="connsiteY32-24940" fmla="*/ 1002283 h 2160513"/>
              <a:gd name="connsiteX33-24941" fmla="*/ 373827 w 2107590"/>
              <a:gd name="connsiteY33-24942" fmla="*/ 852264 h 2160513"/>
              <a:gd name="connsiteX34-24943" fmla="*/ 759589 w 2107590"/>
              <a:gd name="connsiteY34-24944" fmla="*/ 409352 h 2160513"/>
              <a:gd name="connsiteX35-24945" fmla="*/ 1397764 w 2107590"/>
              <a:gd name="connsiteY35-24946" fmla="*/ 606996 h 2160513"/>
              <a:gd name="connsiteX36-24947" fmla="*/ 1409671 w 2107590"/>
              <a:gd name="connsiteY36-24948" fmla="*/ 868933 h 2160513"/>
              <a:gd name="connsiteX37-24949" fmla="*/ 1433483 w 2107590"/>
              <a:gd name="connsiteY37-24950" fmla="*/ 795115 h 2160513"/>
              <a:gd name="connsiteX38-24951" fmla="*/ 1643033 w 2107590"/>
              <a:gd name="connsiteY38-24952" fmla="*/ 611758 h 2160513"/>
              <a:gd name="connsiteX39-24953" fmla="*/ 1795433 w 2107590"/>
              <a:gd name="connsiteY39-24954" fmla="*/ 723677 h 2160513"/>
              <a:gd name="connsiteX40-24955" fmla="*/ 1676371 w 2107590"/>
              <a:gd name="connsiteY40-24956" fmla="*/ 866552 h 2160513"/>
              <a:gd name="connsiteX41-24957" fmla="*/ 1819245 w 2107590"/>
              <a:gd name="connsiteY41-24958" fmla="*/ 959420 h 2160513"/>
              <a:gd name="connsiteX42-24959" fmla="*/ 1838296 w 2107590"/>
              <a:gd name="connsiteY42-24960" fmla="*/ 914177 h 2160513"/>
              <a:gd name="connsiteX43-24961" fmla="*/ 1838296 w 2107590"/>
              <a:gd name="connsiteY43-24962" fmla="*/ 1071339 h 2160513"/>
              <a:gd name="connsiteX44-24963" fmla="*/ 1889668 w 2107590"/>
              <a:gd name="connsiteY44-24964" fmla="*/ 1175665 h 2160513"/>
              <a:gd name="connsiteX45-24965" fmla="*/ 1912797 w 2107590"/>
              <a:gd name="connsiteY45-24966" fmla="*/ 1135089 h 2160513"/>
              <a:gd name="connsiteX46-24967" fmla="*/ 1775980 w 2107590"/>
              <a:gd name="connsiteY46-24968" fmla="*/ 1553577 h 2160513"/>
              <a:gd name="connsiteX47-24969" fmla="*/ 1235792 w 2107590"/>
              <a:gd name="connsiteY47-24970" fmla="*/ 1580715 h 2160513"/>
              <a:gd name="connsiteX48-24971" fmla="*/ 1344220 w 2107590"/>
              <a:gd name="connsiteY48-24972" fmla="*/ 1905742 h 2160513"/>
              <a:gd name="connsiteX0-24973" fmla="*/ 1575697 w 2107590"/>
              <a:gd name="connsiteY0-24974" fmla="*/ 2160513 h 2160513"/>
              <a:gd name="connsiteX1-24975" fmla="*/ 956854 w 2107590"/>
              <a:gd name="connsiteY1-24976" fmla="*/ 1258279 h 2160513"/>
              <a:gd name="connsiteX2-24977" fmla="*/ 863892 w 2107590"/>
              <a:gd name="connsiteY2-24978" fmla="*/ 1345253 h 2160513"/>
              <a:gd name="connsiteX3-24979" fmla="*/ 1026241 w 2107590"/>
              <a:gd name="connsiteY3-24980" fmla="*/ 1144473 h 2160513"/>
              <a:gd name="connsiteX4-24981" fmla="*/ 908876 w 2107590"/>
              <a:gd name="connsiteY4-24982" fmla="*/ 743032 h 2160513"/>
              <a:gd name="connsiteX5-24983" fmla="*/ 1054863 w 2107590"/>
              <a:gd name="connsiteY5-24984" fmla="*/ 807021 h 2160513"/>
              <a:gd name="connsiteX6-24985" fmla="*/ 766732 w 2107590"/>
              <a:gd name="connsiteY6-24986" fmla="*/ 928463 h 2160513"/>
              <a:gd name="connsiteX7-24987" fmla="*/ 228569 w 2107590"/>
              <a:gd name="connsiteY7-24988" fmla="*/ 1030857 h 2160513"/>
              <a:gd name="connsiteX8-24989" fmla="*/ 102364 w 2107590"/>
              <a:gd name="connsiteY8-24990" fmla="*/ 578421 h 2160513"/>
              <a:gd name="connsiteX9-24991" fmla="*/ 334972 w 2107590"/>
              <a:gd name="connsiteY9-24992" fmla="*/ 266829 h 2160513"/>
              <a:gd name="connsiteX10-24993" fmla="*/ 754827 w 2107590"/>
              <a:gd name="connsiteY10-24994" fmla="*/ 47401 h 2160513"/>
              <a:gd name="connsiteX11-24995" fmla="*/ 759590 w 2107590"/>
              <a:gd name="connsiteY11-24996" fmla="*/ 95027 h 2160513"/>
              <a:gd name="connsiteX12-24997" fmla="*/ 771497 w 2107590"/>
              <a:gd name="connsiteY12-24998" fmla="*/ 35497 h 2160513"/>
              <a:gd name="connsiteX13-24999" fmla="*/ 1341273 w 2107590"/>
              <a:gd name="connsiteY13-25000" fmla="*/ 79182 h 2160513"/>
              <a:gd name="connsiteX14-25001" fmla="*/ 1369190 w 2107590"/>
              <a:gd name="connsiteY14-25002" fmla="*/ 92646 h 2160513"/>
              <a:gd name="connsiteX15-25003" fmla="*/ 1772045 w 2107590"/>
              <a:gd name="connsiteY15-25004" fmla="*/ 359840 h 2160513"/>
              <a:gd name="connsiteX16-25005" fmla="*/ 1752572 w 2107590"/>
              <a:gd name="connsiteY16-25006" fmla="*/ 342677 h 2160513"/>
              <a:gd name="connsiteX17-25007" fmla="*/ 2013140 w 2107590"/>
              <a:gd name="connsiteY17-25008" fmla="*/ 736265 h 2160513"/>
              <a:gd name="connsiteX18-25009" fmla="*/ 2004983 w 2107590"/>
              <a:gd name="connsiteY18-25010" fmla="*/ 716533 h 2160513"/>
              <a:gd name="connsiteX19-25011" fmla="*/ 2095472 w 2107590"/>
              <a:gd name="connsiteY19-25012" fmla="*/ 1073721 h 2160513"/>
              <a:gd name="connsiteX20-25013" fmla="*/ 1826390 w 2107590"/>
              <a:gd name="connsiteY20-25014" fmla="*/ 1311846 h 2160513"/>
              <a:gd name="connsiteX21-25015" fmla="*/ 1821627 w 2107590"/>
              <a:gd name="connsiteY21-25016" fmla="*/ 1264221 h 2160513"/>
              <a:gd name="connsiteX22-25017" fmla="*/ 1488252 w 2107590"/>
              <a:gd name="connsiteY22-25018" fmla="*/ 1595214 h 2160513"/>
              <a:gd name="connsiteX23-25019" fmla="*/ 1388239 w 2107590"/>
              <a:gd name="connsiteY23-25020" fmla="*/ 1492821 h 2160513"/>
              <a:gd name="connsiteX24-25021" fmla="*/ 1714472 w 2107590"/>
              <a:gd name="connsiteY24-25022" fmla="*/ 1154684 h 2160513"/>
              <a:gd name="connsiteX25-25023" fmla="*/ 1390621 w 2107590"/>
              <a:gd name="connsiteY25-25024" fmla="*/ 1145157 h 2160513"/>
              <a:gd name="connsiteX26-25025" fmla="*/ 1342996 w 2107590"/>
              <a:gd name="connsiteY26-25026" fmla="*/ 1283270 h 2160513"/>
              <a:gd name="connsiteX27-25027" fmla="*/ 1042958 w 2107590"/>
              <a:gd name="connsiteY27-25028" fmla="*/ 983235 h 2160513"/>
              <a:gd name="connsiteX28-25029" fmla="*/ 1309658 w 2107590"/>
              <a:gd name="connsiteY28-25030" fmla="*/ 790352 h 2160513"/>
              <a:gd name="connsiteX29-25031" fmla="*/ 914371 w 2107590"/>
              <a:gd name="connsiteY29-25032" fmla="*/ 511746 h 2160513"/>
              <a:gd name="connsiteX30-25033" fmla="*/ 523846 w 2107590"/>
              <a:gd name="connsiteY30-25034" fmla="*/ 754633 h 2160513"/>
              <a:gd name="connsiteX31-25035" fmla="*/ 783402 w 2107590"/>
              <a:gd name="connsiteY31-25036" fmla="*/ 868932 h 2160513"/>
              <a:gd name="connsiteX32-25037" fmla="*/ 785783 w 2107590"/>
              <a:gd name="connsiteY32-25038" fmla="*/ 1002283 h 2160513"/>
              <a:gd name="connsiteX33-25039" fmla="*/ 373827 w 2107590"/>
              <a:gd name="connsiteY33-25040" fmla="*/ 852264 h 2160513"/>
              <a:gd name="connsiteX34-25041" fmla="*/ 759589 w 2107590"/>
              <a:gd name="connsiteY34-25042" fmla="*/ 409352 h 2160513"/>
              <a:gd name="connsiteX35-25043" fmla="*/ 1397764 w 2107590"/>
              <a:gd name="connsiteY35-25044" fmla="*/ 606996 h 2160513"/>
              <a:gd name="connsiteX36-25045" fmla="*/ 1409671 w 2107590"/>
              <a:gd name="connsiteY36-25046" fmla="*/ 868933 h 2160513"/>
              <a:gd name="connsiteX37-25047" fmla="*/ 1433483 w 2107590"/>
              <a:gd name="connsiteY37-25048" fmla="*/ 795115 h 2160513"/>
              <a:gd name="connsiteX38-25049" fmla="*/ 1643033 w 2107590"/>
              <a:gd name="connsiteY38-25050" fmla="*/ 611758 h 2160513"/>
              <a:gd name="connsiteX39-25051" fmla="*/ 1795433 w 2107590"/>
              <a:gd name="connsiteY39-25052" fmla="*/ 723677 h 2160513"/>
              <a:gd name="connsiteX40-25053" fmla="*/ 1676371 w 2107590"/>
              <a:gd name="connsiteY40-25054" fmla="*/ 866552 h 2160513"/>
              <a:gd name="connsiteX41-25055" fmla="*/ 1819245 w 2107590"/>
              <a:gd name="connsiteY41-25056" fmla="*/ 959420 h 2160513"/>
              <a:gd name="connsiteX42-25057" fmla="*/ 1838296 w 2107590"/>
              <a:gd name="connsiteY42-25058" fmla="*/ 914177 h 2160513"/>
              <a:gd name="connsiteX43-25059" fmla="*/ 1838296 w 2107590"/>
              <a:gd name="connsiteY43-25060" fmla="*/ 1071339 h 2160513"/>
              <a:gd name="connsiteX44-25061" fmla="*/ 1889668 w 2107590"/>
              <a:gd name="connsiteY44-25062" fmla="*/ 1175665 h 2160513"/>
              <a:gd name="connsiteX45-25063" fmla="*/ 1912797 w 2107590"/>
              <a:gd name="connsiteY45-25064" fmla="*/ 1135089 h 2160513"/>
              <a:gd name="connsiteX46-25065" fmla="*/ 1775980 w 2107590"/>
              <a:gd name="connsiteY46-25066" fmla="*/ 1553577 h 2160513"/>
              <a:gd name="connsiteX47-25067" fmla="*/ 1235792 w 2107590"/>
              <a:gd name="connsiteY47-25068" fmla="*/ 1580715 h 2160513"/>
              <a:gd name="connsiteX48-25069" fmla="*/ 1344220 w 2107590"/>
              <a:gd name="connsiteY48-25070" fmla="*/ 1905742 h 2160513"/>
              <a:gd name="connsiteX0-25071" fmla="*/ 1575697 w 2107590"/>
              <a:gd name="connsiteY0-25072" fmla="*/ 2160513 h 2160513"/>
              <a:gd name="connsiteX1-25073" fmla="*/ 956854 w 2107590"/>
              <a:gd name="connsiteY1-25074" fmla="*/ 1258279 h 2160513"/>
              <a:gd name="connsiteX2-25075" fmla="*/ 863892 w 2107590"/>
              <a:gd name="connsiteY2-25076" fmla="*/ 1345253 h 2160513"/>
              <a:gd name="connsiteX3-25077" fmla="*/ 1026241 w 2107590"/>
              <a:gd name="connsiteY3-25078" fmla="*/ 1144473 h 2160513"/>
              <a:gd name="connsiteX4-25079" fmla="*/ 908876 w 2107590"/>
              <a:gd name="connsiteY4-25080" fmla="*/ 743032 h 2160513"/>
              <a:gd name="connsiteX5-25081" fmla="*/ 1054863 w 2107590"/>
              <a:gd name="connsiteY5-25082" fmla="*/ 807021 h 2160513"/>
              <a:gd name="connsiteX6-25083" fmla="*/ 766732 w 2107590"/>
              <a:gd name="connsiteY6-25084" fmla="*/ 928463 h 2160513"/>
              <a:gd name="connsiteX7-25085" fmla="*/ 228569 w 2107590"/>
              <a:gd name="connsiteY7-25086" fmla="*/ 1030857 h 2160513"/>
              <a:gd name="connsiteX8-25087" fmla="*/ 102364 w 2107590"/>
              <a:gd name="connsiteY8-25088" fmla="*/ 578421 h 2160513"/>
              <a:gd name="connsiteX9-25089" fmla="*/ 334972 w 2107590"/>
              <a:gd name="connsiteY9-25090" fmla="*/ 266829 h 2160513"/>
              <a:gd name="connsiteX10-25091" fmla="*/ 754827 w 2107590"/>
              <a:gd name="connsiteY10-25092" fmla="*/ 47401 h 2160513"/>
              <a:gd name="connsiteX11-25093" fmla="*/ 759590 w 2107590"/>
              <a:gd name="connsiteY11-25094" fmla="*/ 95027 h 2160513"/>
              <a:gd name="connsiteX12-25095" fmla="*/ 771497 w 2107590"/>
              <a:gd name="connsiteY12-25096" fmla="*/ 35497 h 2160513"/>
              <a:gd name="connsiteX13-25097" fmla="*/ 1341273 w 2107590"/>
              <a:gd name="connsiteY13-25098" fmla="*/ 79182 h 2160513"/>
              <a:gd name="connsiteX14-25099" fmla="*/ 1369190 w 2107590"/>
              <a:gd name="connsiteY14-25100" fmla="*/ 92646 h 2160513"/>
              <a:gd name="connsiteX15-25101" fmla="*/ 1772045 w 2107590"/>
              <a:gd name="connsiteY15-25102" fmla="*/ 359840 h 2160513"/>
              <a:gd name="connsiteX16-25103" fmla="*/ 1752572 w 2107590"/>
              <a:gd name="connsiteY16-25104" fmla="*/ 342677 h 2160513"/>
              <a:gd name="connsiteX17-25105" fmla="*/ 2013140 w 2107590"/>
              <a:gd name="connsiteY17-25106" fmla="*/ 736265 h 2160513"/>
              <a:gd name="connsiteX18-25107" fmla="*/ 2004983 w 2107590"/>
              <a:gd name="connsiteY18-25108" fmla="*/ 716533 h 2160513"/>
              <a:gd name="connsiteX19-25109" fmla="*/ 2095472 w 2107590"/>
              <a:gd name="connsiteY19-25110" fmla="*/ 1073721 h 2160513"/>
              <a:gd name="connsiteX20-25111" fmla="*/ 1826390 w 2107590"/>
              <a:gd name="connsiteY20-25112" fmla="*/ 1311846 h 2160513"/>
              <a:gd name="connsiteX21-25113" fmla="*/ 1821627 w 2107590"/>
              <a:gd name="connsiteY21-25114" fmla="*/ 1264221 h 2160513"/>
              <a:gd name="connsiteX22-25115" fmla="*/ 1488252 w 2107590"/>
              <a:gd name="connsiteY22-25116" fmla="*/ 1595214 h 2160513"/>
              <a:gd name="connsiteX23-25117" fmla="*/ 1388239 w 2107590"/>
              <a:gd name="connsiteY23-25118" fmla="*/ 1492821 h 2160513"/>
              <a:gd name="connsiteX24-25119" fmla="*/ 1714472 w 2107590"/>
              <a:gd name="connsiteY24-25120" fmla="*/ 1154684 h 2160513"/>
              <a:gd name="connsiteX25-25121" fmla="*/ 1390621 w 2107590"/>
              <a:gd name="connsiteY25-25122" fmla="*/ 1145157 h 2160513"/>
              <a:gd name="connsiteX26-25123" fmla="*/ 1342996 w 2107590"/>
              <a:gd name="connsiteY26-25124" fmla="*/ 1283270 h 2160513"/>
              <a:gd name="connsiteX27-25125" fmla="*/ 1042958 w 2107590"/>
              <a:gd name="connsiteY27-25126" fmla="*/ 983235 h 2160513"/>
              <a:gd name="connsiteX28-25127" fmla="*/ 1309658 w 2107590"/>
              <a:gd name="connsiteY28-25128" fmla="*/ 790352 h 2160513"/>
              <a:gd name="connsiteX29-25129" fmla="*/ 914371 w 2107590"/>
              <a:gd name="connsiteY29-25130" fmla="*/ 511746 h 2160513"/>
              <a:gd name="connsiteX30-25131" fmla="*/ 523846 w 2107590"/>
              <a:gd name="connsiteY30-25132" fmla="*/ 754633 h 2160513"/>
              <a:gd name="connsiteX31-25133" fmla="*/ 783402 w 2107590"/>
              <a:gd name="connsiteY31-25134" fmla="*/ 868932 h 2160513"/>
              <a:gd name="connsiteX32-25135" fmla="*/ 785783 w 2107590"/>
              <a:gd name="connsiteY32-25136" fmla="*/ 1002283 h 2160513"/>
              <a:gd name="connsiteX33-25137" fmla="*/ 373827 w 2107590"/>
              <a:gd name="connsiteY33-25138" fmla="*/ 852264 h 2160513"/>
              <a:gd name="connsiteX34-25139" fmla="*/ 759589 w 2107590"/>
              <a:gd name="connsiteY34-25140" fmla="*/ 409352 h 2160513"/>
              <a:gd name="connsiteX35-25141" fmla="*/ 1397764 w 2107590"/>
              <a:gd name="connsiteY35-25142" fmla="*/ 606996 h 2160513"/>
              <a:gd name="connsiteX36-25143" fmla="*/ 1409671 w 2107590"/>
              <a:gd name="connsiteY36-25144" fmla="*/ 868933 h 2160513"/>
              <a:gd name="connsiteX37-25145" fmla="*/ 1433483 w 2107590"/>
              <a:gd name="connsiteY37-25146" fmla="*/ 795115 h 2160513"/>
              <a:gd name="connsiteX38-25147" fmla="*/ 1643033 w 2107590"/>
              <a:gd name="connsiteY38-25148" fmla="*/ 611758 h 2160513"/>
              <a:gd name="connsiteX39-25149" fmla="*/ 1795433 w 2107590"/>
              <a:gd name="connsiteY39-25150" fmla="*/ 723677 h 2160513"/>
              <a:gd name="connsiteX40-25151" fmla="*/ 1676371 w 2107590"/>
              <a:gd name="connsiteY40-25152" fmla="*/ 866552 h 2160513"/>
              <a:gd name="connsiteX41-25153" fmla="*/ 1819245 w 2107590"/>
              <a:gd name="connsiteY41-25154" fmla="*/ 959420 h 2160513"/>
              <a:gd name="connsiteX42-25155" fmla="*/ 1838296 w 2107590"/>
              <a:gd name="connsiteY42-25156" fmla="*/ 914177 h 2160513"/>
              <a:gd name="connsiteX43-25157" fmla="*/ 1838296 w 2107590"/>
              <a:gd name="connsiteY43-25158" fmla="*/ 1071339 h 2160513"/>
              <a:gd name="connsiteX44-25159" fmla="*/ 1889668 w 2107590"/>
              <a:gd name="connsiteY44-25160" fmla="*/ 1175665 h 2160513"/>
              <a:gd name="connsiteX45-25161" fmla="*/ 1912797 w 2107590"/>
              <a:gd name="connsiteY45-25162" fmla="*/ 1135089 h 2160513"/>
              <a:gd name="connsiteX46-25163" fmla="*/ 1775980 w 2107590"/>
              <a:gd name="connsiteY46-25164" fmla="*/ 1553577 h 2160513"/>
              <a:gd name="connsiteX47-25165" fmla="*/ 1235792 w 2107590"/>
              <a:gd name="connsiteY47-25166" fmla="*/ 1580715 h 2160513"/>
              <a:gd name="connsiteX48-25167" fmla="*/ 1344220 w 2107590"/>
              <a:gd name="connsiteY48-25168" fmla="*/ 1905742 h 2160513"/>
              <a:gd name="connsiteX0-25169" fmla="*/ 1575697 w 2107590"/>
              <a:gd name="connsiteY0-25170" fmla="*/ 2160513 h 2160513"/>
              <a:gd name="connsiteX1-25171" fmla="*/ 956854 w 2107590"/>
              <a:gd name="connsiteY1-25172" fmla="*/ 1258279 h 2160513"/>
              <a:gd name="connsiteX2-25173" fmla="*/ 863892 w 2107590"/>
              <a:gd name="connsiteY2-25174" fmla="*/ 1345253 h 2160513"/>
              <a:gd name="connsiteX3-25175" fmla="*/ 1026241 w 2107590"/>
              <a:gd name="connsiteY3-25176" fmla="*/ 1144473 h 2160513"/>
              <a:gd name="connsiteX4-25177" fmla="*/ 908876 w 2107590"/>
              <a:gd name="connsiteY4-25178" fmla="*/ 743032 h 2160513"/>
              <a:gd name="connsiteX5-25179" fmla="*/ 1054863 w 2107590"/>
              <a:gd name="connsiteY5-25180" fmla="*/ 807021 h 2160513"/>
              <a:gd name="connsiteX6-25181" fmla="*/ 766732 w 2107590"/>
              <a:gd name="connsiteY6-25182" fmla="*/ 928463 h 2160513"/>
              <a:gd name="connsiteX7-25183" fmla="*/ 228569 w 2107590"/>
              <a:gd name="connsiteY7-25184" fmla="*/ 1030857 h 2160513"/>
              <a:gd name="connsiteX8-25185" fmla="*/ 102364 w 2107590"/>
              <a:gd name="connsiteY8-25186" fmla="*/ 578421 h 2160513"/>
              <a:gd name="connsiteX9-25187" fmla="*/ 334972 w 2107590"/>
              <a:gd name="connsiteY9-25188" fmla="*/ 266829 h 2160513"/>
              <a:gd name="connsiteX10-25189" fmla="*/ 754827 w 2107590"/>
              <a:gd name="connsiteY10-25190" fmla="*/ 47401 h 2160513"/>
              <a:gd name="connsiteX11-25191" fmla="*/ 759590 w 2107590"/>
              <a:gd name="connsiteY11-25192" fmla="*/ 95027 h 2160513"/>
              <a:gd name="connsiteX12-25193" fmla="*/ 771497 w 2107590"/>
              <a:gd name="connsiteY12-25194" fmla="*/ 35497 h 2160513"/>
              <a:gd name="connsiteX13-25195" fmla="*/ 1341273 w 2107590"/>
              <a:gd name="connsiteY13-25196" fmla="*/ 79182 h 2160513"/>
              <a:gd name="connsiteX14-25197" fmla="*/ 1369190 w 2107590"/>
              <a:gd name="connsiteY14-25198" fmla="*/ 92646 h 2160513"/>
              <a:gd name="connsiteX15-25199" fmla="*/ 1772045 w 2107590"/>
              <a:gd name="connsiteY15-25200" fmla="*/ 359840 h 2160513"/>
              <a:gd name="connsiteX16-25201" fmla="*/ 1752572 w 2107590"/>
              <a:gd name="connsiteY16-25202" fmla="*/ 342677 h 2160513"/>
              <a:gd name="connsiteX17-25203" fmla="*/ 2013140 w 2107590"/>
              <a:gd name="connsiteY17-25204" fmla="*/ 736265 h 2160513"/>
              <a:gd name="connsiteX18-25205" fmla="*/ 2004983 w 2107590"/>
              <a:gd name="connsiteY18-25206" fmla="*/ 716533 h 2160513"/>
              <a:gd name="connsiteX19-25207" fmla="*/ 2095472 w 2107590"/>
              <a:gd name="connsiteY19-25208" fmla="*/ 1073721 h 2160513"/>
              <a:gd name="connsiteX20-25209" fmla="*/ 1826390 w 2107590"/>
              <a:gd name="connsiteY20-25210" fmla="*/ 1311846 h 2160513"/>
              <a:gd name="connsiteX21-25211" fmla="*/ 1821627 w 2107590"/>
              <a:gd name="connsiteY21-25212" fmla="*/ 1264221 h 2160513"/>
              <a:gd name="connsiteX22-25213" fmla="*/ 1488252 w 2107590"/>
              <a:gd name="connsiteY22-25214" fmla="*/ 1595214 h 2160513"/>
              <a:gd name="connsiteX23-25215" fmla="*/ 1388239 w 2107590"/>
              <a:gd name="connsiteY23-25216" fmla="*/ 1492821 h 2160513"/>
              <a:gd name="connsiteX24-25217" fmla="*/ 1714472 w 2107590"/>
              <a:gd name="connsiteY24-25218" fmla="*/ 1154684 h 2160513"/>
              <a:gd name="connsiteX25-25219" fmla="*/ 1390621 w 2107590"/>
              <a:gd name="connsiteY25-25220" fmla="*/ 1145157 h 2160513"/>
              <a:gd name="connsiteX26-25221" fmla="*/ 1342996 w 2107590"/>
              <a:gd name="connsiteY26-25222" fmla="*/ 1283270 h 2160513"/>
              <a:gd name="connsiteX27-25223" fmla="*/ 1042958 w 2107590"/>
              <a:gd name="connsiteY27-25224" fmla="*/ 983235 h 2160513"/>
              <a:gd name="connsiteX28-25225" fmla="*/ 1309658 w 2107590"/>
              <a:gd name="connsiteY28-25226" fmla="*/ 790352 h 2160513"/>
              <a:gd name="connsiteX29-25227" fmla="*/ 914371 w 2107590"/>
              <a:gd name="connsiteY29-25228" fmla="*/ 511746 h 2160513"/>
              <a:gd name="connsiteX30-25229" fmla="*/ 523846 w 2107590"/>
              <a:gd name="connsiteY30-25230" fmla="*/ 754633 h 2160513"/>
              <a:gd name="connsiteX31-25231" fmla="*/ 783402 w 2107590"/>
              <a:gd name="connsiteY31-25232" fmla="*/ 868932 h 2160513"/>
              <a:gd name="connsiteX32-25233" fmla="*/ 785783 w 2107590"/>
              <a:gd name="connsiteY32-25234" fmla="*/ 1002283 h 2160513"/>
              <a:gd name="connsiteX33-25235" fmla="*/ 373827 w 2107590"/>
              <a:gd name="connsiteY33-25236" fmla="*/ 852264 h 2160513"/>
              <a:gd name="connsiteX34-25237" fmla="*/ 759589 w 2107590"/>
              <a:gd name="connsiteY34-25238" fmla="*/ 409352 h 2160513"/>
              <a:gd name="connsiteX35-25239" fmla="*/ 1397764 w 2107590"/>
              <a:gd name="connsiteY35-25240" fmla="*/ 606996 h 2160513"/>
              <a:gd name="connsiteX36-25241" fmla="*/ 1409671 w 2107590"/>
              <a:gd name="connsiteY36-25242" fmla="*/ 868933 h 2160513"/>
              <a:gd name="connsiteX37-25243" fmla="*/ 1433483 w 2107590"/>
              <a:gd name="connsiteY37-25244" fmla="*/ 795115 h 2160513"/>
              <a:gd name="connsiteX38-25245" fmla="*/ 1643033 w 2107590"/>
              <a:gd name="connsiteY38-25246" fmla="*/ 611758 h 2160513"/>
              <a:gd name="connsiteX39-25247" fmla="*/ 1795433 w 2107590"/>
              <a:gd name="connsiteY39-25248" fmla="*/ 723677 h 2160513"/>
              <a:gd name="connsiteX40-25249" fmla="*/ 1676371 w 2107590"/>
              <a:gd name="connsiteY40-25250" fmla="*/ 866552 h 2160513"/>
              <a:gd name="connsiteX41-25251" fmla="*/ 1819245 w 2107590"/>
              <a:gd name="connsiteY41-25252" fmla="*/ 959420 h 2160513"/>
              <a:gd name="connsiteX42-25253" fmla="*/ 1838296 w 2107590"/>
              <a:gd name="connsiteY42-25254" fmla="*/ 914177 h 2160513"/>
              <a:gd name="connsiteX43-25255" fmla="*/ 1838296 w 2107590"/>
              <a:gd name="connsiteY43-25256" fmla="*/ 1071339 h 2160513"/>
              <a:gd name="connsiteX44-25257" fmla="*/ 1889668 w 2107590"/>
              <a:gd name="connsiteY44-25258" fmla="*/ 1175665 h 2160513"/>
              <a:gd name="connsiteX45-25259" fmla="*/ 1912797 w 2107590"/>
              <a:gd name="connsiteY45-25260" fmla="*/ 1135089 h 2160513"/>
              <a:gd name="connsiteX46-25261" fmla="*/ 1775980 w 2107590"/>
              <a:gd name="connsiteY46-25262" fmla="*/ 1553577 h 2160513"/>
              <a:gd name="connsiteX47-25263" fmla="*/ 1235792 w 2107590"/>
              <a:gd name="connsiteY47-25264" fmla="*/ 1580715 h 2160513"/>
              <a:gd name="connsiteX48-25265" fmla="*/ 1344220 w 2107590"/>
              <a:gd name="connsiteY48-25266" fmla="*/ 1905742 h 2160513"/>
              <a:gd name="connsiteX0-25267" fmla="*/ 1575697 w 2107590"/>
              <a:gd name="connsiteY0-25268" fmla="*/ 2160513 h 2160513"/>
              <a:gd name="connsiteX1-25269" fmla="*/ 956854 w 2107590"/>
              <a:gd name="connsiteY1-25270" fmla="*/ 1258279 h 2160513"/>
              <a:gd name="connsiteX2-25271" fmla="*/ 863892 w 2107590"/>
              <a:gd name="connsiteY2-25272" fmla="*/ 1345253 h 2160513"/>
              <a:gd name="connsiteX3-25273" fmla="*/ 1026241 w 2107590"/>
              <a:gd name="connsiteY3-25274" fmla="*/ 1144473 h 2160513"/>
              <a:gd name="connsiteX4-25275" fmla="*/ 908876 w 2107590"/>
              <a:gd name="connsiteY4-25276" fmla="*/ 743032 h 2160513"/>
              <a:gd name="connsiteX5-25277" fmla="*/ 1054863 w 2107590"/>
              <a:gd name="connsiteY5-25278" fmla="*/ 807021 h 2160513"/>
              <a:gd name="connsiteX6-25279" fmla="*/ 766732 w 2107590"/>
              <a:gd name="connsiteY6-25280" fmla="*/ 928463 h 2160513"/>
              <a:gd name="connsiteX7-25281" fmla="*/ 228569 w 2107590"/>
              <a:gd name="connsiteY7-25282" fmla="*/ 1030857 h 2160513"/>
              <a:gd name="connsiteX8-25283" fmla="*/ 102364 w 2107590"/>
              <a:gd name="connsiteY8-25284" fmla="*/ 578421 h 2160513"/>
              <a:gd name="connsiteX9-25285" fmla="*/ 334972 w 2107590"/>
              <a:gd name="connsiteY9-25286" fmla="*/ 266829 h 2160513"/>
              <a:gd name="connsiteX10-25287" fmla="*/ 754827 w 2107590"/>
              <a:gd name="connsiteY10-25288" fmla="*/ 47401 h 2160513"/>
              <a:gd name="connsiteX11-25289" fmla="*/ 759590 w 2107590"/>
              <a:gd name="connsiteY11-25290" fmla="*/ 95027 h 2160513"/>
              <a:gd name="connsiteX12-25291" fmla="*/ 771497 w 2107590"/>
              <a:gd name="connsiteY12-25292" fmla="*/ 35497 h 2160513"/>
              <a:gd name="connsiteX13-25293" fmla="*/ 1341273 w 2107590"/>
              <a:gd name="connsiteY13-25294" fmla="*/ 79182 h 2160513"/>
              <a:gd name="connsiteX14-25295" fmla="*/ 1369190 w 2107590"/>
              <a:gd name="connsiteY14-25296" fmla="*/ 92646 h 2160513"/>
              <a:gd name="connsiteX15-25297" fmla="*/ 1772045 w 2107590"/>
              <a:gd name="connsiteY15-25298" fmla="*/ 359840 h 2160513"/>
              <a:gd name="connsiteX16-25299" fmla="*/ 1752572 w 2107590"/>
              <a:gd name="connsiteY16-25300" fmla="*/ 342677 h 2160513"/>
              <a:gd name="connsiteX17-25301" fmla="*/ 2013140 w 2107590"/>
              <a:gd name="connsiteY17-25302" fmla="*/ 736265 h 2160513"/>
              <a:gd name="connsiteX18-25303" fmla="*/ 2004983 w 2107590"/>
              <a:gd name="connsiteY18-25304" fmla="*/ 716533 h 2160513"/>
              <a:gd name="connsiteX19-25305" fmla="*/ 2095472 w 2107590"/>
              <a:gd name="connsiteY19-25306" fmla="*/ 1073721 h 2160513"/>
              <a:gd name="connsiteX20-25307" fmla="*/ 1826390 w 2107590"/>
              <a:gd name="connsiteY20-25308" fmla="*/ 1311846 h 2160513"/>
              <a:gd name="connsiteX21-25309" fmla="*/ 1821627 w 2107590"/>
              <a:gd name="connsiteY21-25310" fmla="*/ 1264221 h 2160513"/>
              <a:gd name="connsiteX22-25311" fmla="*/ 1488252 w 2107590"/>
              <a:gd name="connsiteY22-25312" fmla="*/ 1595214 h 2160513"/>
              <a:gd name="connsiteX23-25313" fmla="*/ 1388239 w 2107590"/>
              <a:gd name="connsiteY23-25314" fmla="*/ 1492821 h 2160513"/>
              <a:gd name="connsiteX24-25315" fmla="*/ 1714472 w 2107590"/>
              <a:gd name="connsiteY24-25316" fmla="*/ 1154684 h 2160513"/>
              <a:gd name="connsiteX25-25317" fmla="*/ 1390621 w 2107590"/>
              <a:gd name="connsiteY25-25318" fmla="*/ 1145157 h 2160513"/>
              <a:gd name="connsiteX26-25319" fmla="*/ 1342996 w 2107590"/>
              <a:gd name="connsiteY26-25320" fmla="*/ 1283270 h 2160513"/>
              <a:gd name="connsiteX27-25321" fmla="*/ 1042958 w 2107590"/>
              <a:gd name="connsiteY27-25322" fmla="*/ 983235 h 2160513"/>
              <a:gd name="connsiteX28-25323" fmla="*/ 1309658 w 2107590"/>
              <a:gd name="connsiteY28-25324" fmla="*/ 790352 h 2160513"/>
              <a:gd name="connsiteX29-25325" fmla="*/ 914371 w 2107590"/>
              <a:gd name="connsiteY29-25326" fmla="*/ 511746 h 2160513"/>
              <a:gd name="connsiteX30-25327" fmla="*/ 523846 w 2107590"/>
              <a:gd name="connsiteY30-25328" fmla="*/ 754633 h 2160513"/>
              <a:gd name="connsiteX31-25329" fmla="*/ 783402 w 2107590"/>
              <a:gd name="connsiteY31-25330" fmla="*/ 868932 h 2160513"/>
              <a:gd name="connsiteX32-25331" fmla="*/ 785783 w 2107590"/>
              <a:gd name="connsiteY32-25332" fmla="*/ 1002283 h 2160513"/>
              <a:gd name="connsiteX33-25333" fmla="*/ 373827 w 2107590"/>
              <a:gd name="connsiteY33-25334" fmla="*/ 852264 h 2160513"/>
              <a:gd name="connsiteX34-25335" fmla="*/ 759589 w 2107590"/>
              <a:gd name="connsiteY34-25336" fmla="*/ 409352 h 2160513"/>
              <a:gd name="connsiteX35-25337" fmla="*/ 1397764 w 2107590"/>
              <a:gd name="connsiteY35-25338" fmla="*/ 606996 h 2160513"/>
              <a:gd name="connsiteX36-25339" fmla="*/ 1409671 w 2107590"/>
              <a:gd name="connsiteY36-25340" fmla="*/ 868933 h 2160513"/>
              <a:gd name="connsiteX37-25341" fmla="*/ 1433483 w 2107590"/>
              <a:gd name="connsiteY37-25342" fmla="*/ 795115 h 2160513"/>
              <a:gd name="connsiteX38-25343" fmla="*/ 1643033 w 2107590"/>
              <a:gd name="connsiteY38-25344" fmla="*/ 611758 h 2160513"/>
              <a:gd name="connsiteX39-25345" fmla="*/ 1795433 w 2107590"/>
              <a:gd name="connsiteY39-25346" fmla="*/ 723677 h 2160513"/>
              <a:gd name="connsiteX40-25347" fmla="*/ 1676371 w 2107590"/>
              <a:gd name="connsiteY40-25348" fmla="*/ 866552 h 2160513"/>
              <a:gd name="connsiteX41-25349" fmla="*/ 1819245 w 2107590"/>
              <a:gd name="connsiteY41-25350" fmla="*/ 959420 h 2160513"/>
              <a:gd name="connsiteX42-25351" fmla="*/ 1838296 w 2107590"/>
              <a:gd name="connsiteY42-25352" fmla="*/ 914177 h 2160513"/>
              <a:gd name="connsiteX43-25353" fmla="*/ 1838296 w 2107590"/>
              <a:gd name="connsiteY43-25354" fmla="*/ 1071339 h 2160513"/>
              <a:gd name="connsiteX44-25355" fmla="*/ 1889668 w 2107590"/>
              <a:gd name="connsiteY44-25356" fmla="*/ 1175665 h 2160513"/>
              <a:gd name="connsiteX45-25357" fmla="*/ 1912797 w 2107590"/>
              <a:gd name="connsiteY45-25358" fmla="*/ 1135089 h 2160513"/>
              <a:gd name="connsiteX46-25359" fmla="*/ 1775980 w 2107590"/>
              <a:gd name="connsiteY46-25360" fmla="*/ 1553577 h 2160513"/>
              <a:gd name="connsiteX47-25361" fmla="*/ 1235792 w 2107590"/>
              <a:gd name="connsiteY47-25362" fmla="*/ 1580715 h 2160513"/>
              <a:gd name="connsiteX48-25363" fmla="*/ 1344220 w 2107590"/>
              <a:gd name="connsiteY48-25364" fmla="*/ 1905742 h 2160513"/>
              <a:gd name="connsiteX0-25365" fmla="*/ 1575697 w 2107590"/>
              <a:gd name="connsiteY0-25366" fmla="*/ 2160513 h 2160513"/>
              <a:gd name="connsiteX1-25367" fmla="*/ 956854 w 2107590"/>
              <a:gd name="connsiteY1-25368" fmla="*/ 1258279 h 2160513"/>
              <a:gd name="connsiteX2-25369" fmla="*/ 863892 w 2107590"/>
              <a:gd name="connsiteY2-25370" fmla="*/ 1345253 h 2160513"/>
              <a:gd name="connsiteX3-25371" fmla="*/ 1026241 w 2107590"/>
              <a:gd name="connsiteY3-25372" fmla="*/ 1144473 h 2160513"/>
              <a:gd name="connsiteX4-25373" fmla="*/ 908876 w 2107590"/>
              <a:gd name="connsiteY4-25374" fmla="*/ 743032 h 2160513"/>
              <a:gd name="connsiteX5-25375" fmla="*/ 1054863 w 2107590"/>
              <a:gd name="connsiteY5-25376" fmla="*/ 807021 h 2160513"/>
              <a:gd name="connsiteX6-25377" fmla="*/ 766732 w 2107590"/>
              <a:gd name="connsiteY6-25378" fmla="*/ 928463 h 2160513"/>
              <a:gd name="connsiteX7-25379" fmla="*/ 228569 w 2107590"/>
              <a:gd name="connsiteY7-25380" fmla="*/ 1030857 h 2160513"/>
              <a:gd name="connsiteX8-25381" fmla="*/ 102364 w 2107590"/>
              <a:gd name="connsiteY8-25382" fmla="*/ 578421 h 2160513"/>
              <a:gd name="connsiteX9-25383" fmla="*/ 334972 w 2107590"/>
              <a:gd name="connsiteY9-25384" fmla="*/ 266829 h 2160513"/>
              <a:gd name="connsiteX10-25385" fmla="*/ 754827 w 2107590"/>
              <a:gd name="connsiteY10-25386" fmla="*/ 47401 h 2160513"/>
              <a:gd name="connsiteX11-25387" fmla="*/ 759590 w 2107590"/>
              <a:gd name="connsiteY11-25388" fmla="*/ 95027 h 2160513"/>
              <a:gd name="connsiteX12-25389" fmla="*/ 771497 w 2107590"/>
              <a:gd name="connsiteY12-25390" fmla="*/ 35497 h 2160513"/>
              <a:gd name="connsiteX13-25391" fmla="*/ 1341273 w 2107590"/>
              <a:gd name="connsiteY13-25392" fmla="*/ 79182 h 2160513"/>
              <a:gd name="connsiteX14-25393" fmla="*/ 1369190 w 2107590"/>
              <a:gd name="connsiteY14-25394" fmla="*/ 92646 h 2160513"/>
              <a:gd name="connsiteX15-25395" fmla="*/ 1772045 w 2107590"/>
              <a:gd name="connsiteY15-25396" fmla="*/ 359840 h 2160513"/>
              <a:gd name="connsiteX16-25397" fmla="*/ 1752572 w 2107590"/>
              <a:gd name="connsiteY16-25398" fmla="*/ 342677 h 2160513"/>
              <a:gd name="connsiteX17-25399" fmla="*/ 2013140 w 2107590"/>
              <a:gd name="connsiteY17-25400" fmla="*/ 736265 h 2160513"/>
              <a:gd name="connsiteX18-25401" fmla="*/ 2004983 w 2107590"/>
              <a:gd name="connsiteY18-25402" fmla="*/ 716533 h 2160513"/>
              <a:gd name="connsiteX19-25403" fmla="*/ 2095472 w 2107590"/>
              <a:gd name="connsiteY19-25404" fmla="*/ 1073721 h 2160513"/>
              <a:gd name="connsiteX20-25405" fmla="*/ 1826390 w 2107590"/>
              <a:gd name="connsiteY20-25406" fmla="*/ 1311846 h 2160513"/>
              <a:gd name="connsiteX21-25407" fmla="*/ 1821627 w 2107590"/>
              <a:gd name="connsiteY21-25408" fmla="*/ 1264221 h 2160513"/>
              <a:gd name="connsiteX22-25409" fmla="*/ 1488252 w 2107590"/>
              <a:gd name="connsiteY22-25410" fmla="*/ 1595214 h 2160513"/>
              <a:gd name="connsiteX23-25411" fmla="*/ 1388239 w 2107590"/>
              <a:gd name="connsiteY23-25412" fmla="*/ 1492821 h 2160513"/>
              <a:gd name="connsiteX24-25413" fmla="*/ 1714472 w 2107590"/>
              <a:gd name="connsiteY24-25414" fmla="*/ 1154684 h 2160513"/>
              <a:gd name="connsiteX25-25415" fmla="*/ 1390621 w 2107590"/>
              <a:gd name="connsiteY25-25416" fmla="*/ 1145157 h 2160513"/>
              <a:gd name="connsiteX26-25417" fmla="*/ 1342996 w 2107590"/>
              <a:gd name="connsiteY26-25418" fmla="*/ 1283270 h 2160513"/>
              <a:gd name="connsiteX27-25419" fmla="*/ 1042958 w 2107590"/>
              <a:gd name="connsiteY27-25420" fmla="*/ 983235 h 2160513"/>
              <a:gd name="connsiteX28-25421" fmla="*/ 1309658 w 2107590"/>
              <a:gd name="connsiteY28-25422" fmla="*/ 790352 h 2160513"/>
              <a:gd name="connsiteX29-25423" fmla="*/ 914371 w 2107590"/>
              <a:gd name="connsiteY29-25424" fmla="*/ 511746 h 2160513"/>
              <a:gd name="connsiteX30-25425" fmla="*/ 523846 w 2107590"/>
              <a:gd name="connsiteY30-25426" fmla="*/ 754633 h 2160513"/>
              <a:gd name="connsiteX31-25427" fmla="*/ 783402 w 2107590"/>
              <a:gd name="connsiteY31-25428" fmla="*/ 868932 h 2160513"/>
              <a:gd name="connsiteX32-25429" fmla="*/ 785783 w 2107590"/>
              <a:gd name="connsiteY32-25430" fmla="*/ 1002283 h 2160513"/>
              <a:gd name="connsiteX33-25431" fmla="*/ 373827 w 2107590"/>
              <a:gd name="connsiteY33-25432" fmla="*/ 852264 h 2160513"/>
              <a:gd name="connsiteX34-25433" fmla="*/ 759589 w 2107590"/>
              <a:gd name="connsiteY34-25434" fmla="*/ 409352 h 2160513"/>
              <a:gd name="connsiteX35-25435" fmla="*/ 1397764 w 2107590"/>
              <a:gd name="connsiteY35-25436" fmla="*/ 606996 h 2160513"/>
              <a:gd name="connsiteX36-25437" fmla="*/ 1409671 w 2107590"/>
              <a:gd name="connsiteY36-25438" fmla="*/ 868933 h 2160513"/>
              <a:gd name="connsiteX37-25439" fmla="*/ 1433483 w 2107590"/>
              <a:gd name="connsiteY37-25440" fmla="*/ 795115 h 2160513"/>
              <a:gd name="connsiteX38-25441" fmla="*/ 1643033 w 2107590"/>
              <a:gd name="connsiteY38-25442" fmla="*/ 611758 h 2160513"/>
              <a:gd name="connsiteX39-25443" fmla="*/ 1795433 w 2107590"/>
              <a:gd name="connsiteY39-25444" fmla="*/ 723677 h 2160513"/>
              <a:gd name="connsiteX40-25445" fmla="*/ 1657321 w 2107590"/>
              <a:gd name="connsiteY40-25446" fmla="*/ 930846 h 2160513"/>
              <a:gd name="connsiteX41-25447" fmla="*/ 1676371 w 2107590"/>
              <a:gd name="connsiteY41-25448" fmla="*/ 866552 h 2160513"/>
              <a:gd name="connsiteX42-25449" fmla="*/ 1819245 w 2107590"/>
              <a:gd name="connsiteY42-25450" fmla="*/ 959420 h 2160513"/>
              <a:gd name="connsiteX43-25451" fmla="*/ 1838296 w 2107590"/>
              <a:gd name="connsiteY43-25452" fmla="*/ 914177 h 2160513"/>
              <a:gd name="connsiteX44-25453" fmla="*/ 1838296 w 2107590"/>
              <a:gd name="connsiteY44-25454" fmla="*/ 1071339 h 2160513"/>
              <a:gd name="connsiteX45-25455" fmla="*/ 1889668 w 2107590"/>
              <a:gd name="connsiteY45-25456" fmla="*/ 1175665 h 2160513"/>
              <a:gd name="connsiteX46-25457" fmla="*/ 1912797 w 2107590"/>
              <a:gd name="connsiteY46-25458" fmla="*/ 1135089 h 2160513"/>
              <a:gd name="connsiteX47-25459" fmla="*/ 1775980 w 2107590"/>
              <a:gd name="connsiteY47-25460" fmla="*/ 1553577 h 2160513"/>
              <a:gd name="connsiteX48-25461" fmla="*/ 1235792 w 2107590"/>
              <a:gd name="connsiteY48-25462" fmla="*/ 1580715 h 2160513"/>
              <a:gd name="connsiteX49" fmla="*/ 1344220 w 2107590"/>
              <a:gd name="connsiteY49" fmla="*/ 1905742 h 2160513"/>
              <a:gd name="connsiteX0-25463" fmla="*/ 1575697 w 2107590"/>
              <a:gd name="connsiteY0-25464" fmla="*/ 2160513 h 2160513"/>
              <a:gd name="connsiteX1-25465" fmla="*/ 956854 w 2107590"/>
              <a:gd name="connsiteY1-25466" fmla="*/ 1258279 h 2160513"/>
              <a:gd name="connsiteX2-25467" fmla="*/ 863892 w 2107590"/>
              <a:gd name="connsiteY2-25468" fmla="*/ 1345253 h 2160513"/>
              <a:gd name="connsiteX3-25469" fmla="*/ 1026241 w 2107590"/>
              <a:gd name="connsiteY3-25470" fmla="*/ 1144473 h 2160513"/>
              <a:gd name="connsiteX4-25471" fmla="*/ 908876 w 2107590"/>
              <a:gd name="connsiteY4-25472" fmla="*/ 743032 h 2160513"/>
              <a:gd name="connsiteX5-25473" fmla="*/ 1054863 w 2107590"/>
              <a:gd name="connsiteY5-25474" fmla="*/ 807021 h 2160513"/>
              <a:gd name="connsiteX6-25475" fmla="*/ 766732 w 2107590"/>
              <a:gd name="connsiteY6-25476" fmla="*/ 928463 h 2160513"/>
              <a:gd name="connsiteX7-25477" fmla="*/ 228569 w 2107590"/>
              <a:gd name="connsiteY7-25478" fmla="*/ 1030857 h 2160513"/>
              <a:gd name="connsiteX8-25479" fmla="*/ 102364 w 2107590"/>
              <a:gd name="connsiteY8-25480" fmla="*/ 578421 h 2160513"/>
              <a:gd name="connsiteX9-25481" fmla="*/ 334972 w 2107590"/>
              <a:gd name="connsiteY9-25482" fmla="*/ 266829 h 2160513"/>
              <a:gd name="connsiteX10-25483" fmla="*/ 754827 w 2107590"/>
              <a:gd name="connsiteY10-25484" fmla="*/ 47401 h 2160513"/>
              <a:gd name="connsiteX11-25485" fmla="*/ 759590 w 2107590"/>
              <a:gd name="connsiteY11-25486" fmla="*/ 95027 h 2160513"/>
              <a:gd name="connsiteX12-25487" fmla="*/ 771497 w 2107590"/>
              <a:gd name="connsiteY12-25488" fmla="*/ 35497 h 2160513"/>
              <a:gd name="connsiteX13-25489" fmla="*/ 1341273 w 2107590"/>
              <a:gd name="connsiteY13-25490" fmla="*/ 79182 h 2160513"/>
              <a:gd name="connsiteX14-25491" fmla="*/ 1369190 w 2107590"/>
              <a:gd name="connsiteY14-25492" fmla="*/ 92646 h 2160513"/>
              <a:gd name="connsiteX15-25493" fmla="*/ 1772045 w 2107590"/>
              <a:gd name="connsiteY15-25494" fmla="*/ 359840 h 2160513"/>
              <a:gd name="connsiteX16-25495" fmla="*/ 1752572 w 2107590"/>
              <a:gd name="connsiteY16-25496" fmla="*/ 342677 h 2160513"/>
              <a:gd name="connsiteX17-25497" fmla="*/ 2013140 w 2107590"/>
              <a:gd name="connsiteY17-25498" fmla="*/ 736265 h 2160513"/>
              <a:gd name="connsiteX18-25499" fmla="*/ 2004983 w 2107590"/>
              <a:gd name="connsiteY18-25500" fmla="*/ 716533 h 2160513"/>
              <a:gd name="connsiteX19-25501" fmla="*/ 2095472 w 2107590"/>
              <a:gd name="connsiteY19-25502" fmla="*/ 1073721 h 2160513"/>
              <a:gd name="connsiteX20-25503" fmla="*/ 1826390 w 2107590"/>
              <a:gd name="connsiteY20-25504" fmla="*/ 1311846 h 2160513"/>
              <a:gd name="connsiteX21-25505" fmla="*/ 1821627 w 2107590"/>
              <a:gd name="connsiteY21-25506" fmla="*/ 1264221 h 2160513"/>
              <a:gd name="connsiteX22-25507" fmla="*/ 1488252 w 2107590"/>
              <a:gd name="connsiteY22-25508" fmla="*/ 1595214 h 2160513"/>
              <a:gd name="connsiteX23-25509" fmla="*/ 1388239 w 2107590"/>
              <a:gd name="connsiteY23-25510" fmla="*/ 1492821 h 2160513"/>
              <a:gd name="connsiteX24-25511" fmla="*/ 1714472 w 2107590"/>
              <a:gd name="connsiteY24-25512" fmla="*/ 1154684 h 2160513"/>
              <a:gd name="connsiteX25-25513" fmla="*/ 1390621 w 2107590"/>
              <a:gd name="connsiteY25-25514" fmla="*/ 1145157 h 2160513"/>
              <a:gd name="connsiteX26-25515" fmla="*/ 1342996 w 2107590"/>
              <a:gd name="connsiteY26-25516" fmla="*/ 1283270 h 2160513"/>
              <a:gd name="connsiteX27-25517" fmla="*/ 1042958 w 2107590"/>
              <a:gd name="connsiteY27-25518" fmla="*/ 983235 h 2160513"/>
              <a:gd name="connsiteX28-25519" fmla="*/ 1309658 w 2107590"/>
              <a:gd name="connsiteY28-25520" fmla="*/ 790352 h 2160513"/>
              <a:gd name="connsiteX29-25521" fmla="*/ 914371 w 2107590"/>
              <a:gd name="connsiteY29-25522" fmla="*/ 511746 h 2160513"/>
              <a:gd name="connsiteX30-25523" fmla="*/ 523846 w 2107590"/>
              <a:gd name="connsiteY30-25524" fmla="*/ 754633 h 2160513"/>
              <a:gd name="connsiteX31-25525" fmla="*/ 783402 w 2107590"/>
              <a:gd name="connsiteY31-25526" fmla="*/ 868932 h 2160513"/>
              <a:gd name="connsiteX32-25527" fmla="*/ 785783 w 2107590"/>
              <a:gd name="connsiteY32-25528" fmla="*/ 1002283 h 2160513"/>
              <a:gd name="connsiteX33-25529" fmla="*/ 373827 w 2107590"/>
              <a:gd name="connsiteY33-25530" fmla="*/ 852264 h 2160513"/>
              <a:gd name="connsiteX34-25531" fmla="*/ 759589 w 2107590"/>
              <a:gd name="connsiteY34-25532" fmla="*/ 409352 h 2160513"/>
              <a:gd name="connsiteX35-25533" fmla="*/ 1397764 w 2107590"/>
              <a:gd name="connsiteY35-25534" fmla="*/ 606996 h 2160513"/>
              <a:gd name="connsiteX36-25535" fmla="*/ 1409671 w 2107590"/>
              <a:gd name="connsiteY36-25536" fmla="*/ 868933 h 2160513"/>
              <a:gd name="connsiteX37-25537" fmla="*/ 1433483 w 2107590"/>
              <a:gd name="connsiteY37-25538" fmla="*/ 795115 h 2160513"/>
              <a:gd name="connsiteX38-25539" fmla="*/ 1643033 w 2107590"/>
              <a:gd name="connsiteY38-25540" fmla="*/ 611758 h 2160513"/>
              <a:gd name="connsiteX39-25541" fmla="*/ 1795433 w 2107590"/>
              <a:gd name="connsiteY39-25542" fmla="*/ 723677 h 2160513"/>
              <a:gd name="connsiteX40-25543" fmla="*/ 1657321 w 2107590"/>
              <a:gd name="connsiteY40-25544" fmla="*/ 930846 h 2160513"/>
              <a:gd name="connsiteX41-25545" fmla="*/ 1676371 w 2107590"/>
              <a:gd name="connsiteY41-25546" fmla="*/ 866552 h 2160513"/>
              <a:gd name="connsiteX42-25547" fmla="*/ 1819245 w 2107590"/>
              <a:gd name="connsiteY42-25548" fmla="*/ 959420 h 2160513"/>
              <a:gd name="connsiteX43-25549" fmla="*/ 1838296 w 2107590"/>
              <a:gd name="connsiteY43-25550" fmla="*/ 914177 h 2160513"/>
              <a:gd name="connsiteX44-25551" fmla="*/ 1838296 w 2107590"/>
              <a:gd name="connsiteY44-25552" fmla="*/ 1071339 h 2160513"/>
              <a:gd name="connsiteX45-25553" fmla="*/ 1889668 w 2107590"/>
              <a:gd name="connsiteY45-25554" fmla="*/ 1175665 h 2160513"/>
              <a:gd name="connsiteX46-25555" fmla="*/ 1912797 w 2107590"/>
              <a:gd name="connsiteY46-25556" fmla="*/ 1135089 h 2160513"/>
              <a:gd name="connsiteX47-25557" fmla="*/ 1775980 w 2107590"/>
              <a:gd name="connsiteY47-25558" fmla="*/ 1553577 h 2160513"/>
              <a:gd name="connsiteX48-25559" fmla="*/ 1235792 w 2107590"/>
              <a:gd name="connsiteY48-25560" fmla="*/ 1580715 h 2160513"/>
              <a:gd name="connsiteX49-25561" fmla="*/ 1344220 w 2107590"/>
              <a:gd name="connsiteY49-25562" fmla="*/ 1905742 h 2160513"/>
              <a:gd name="connsiteX0-25563" fmla="*/ 1575697 w 2107590"/>
              <a:gd name="connsiteY0-25564" fmla="*/ 2160513 h 2160513"/>
              <a:gd name="connsiteX1-25565" fmla="*/ 956854 w 2107590"/>
              <a:gd name="connsiteY1-25566" fmla="*/ 1258279 h 2160513"/>
              <a:gd name="connsiteX2-25567" fmla="*/ 863892 w 2107590"/>
              <a:gd name="connsiteY2-25568" fmla="*/ 1345253 h 2160513"/>
              <a:gd name="connsiteX3-25569" fmla="*/ 1026241 w 2107590"/>
              <a:gd name="connsiteY3-25570" fmla="*/ 1144473 h 2160513"/>
              <a:gd name="connsiteX4-25571" fmla="*/ 908876 w 2107590"/>
              <a:gd name="connsiteY4-25572" fmla="*/ 743032 h 2160513"/>
              <a:gd name="connsiteX5-25573" fmla="*/ 1054863 w 2107590"/>
              <a:gd name="connsiteY5-25574" fmla="*/ 807021 h 2160513"/>
              <a:gd name="connsiteX6-25575" fmla="*/ 766732 w 2107590"/>
              <a:gd name="connsiteY6-25576" fmla="*/ 928463 h 2160513"/>
              <a:gd name="connsiteX7-25577" fmla="*/ 228569 w 2107590"/>
              <a:gd name="connsiteY7-25578" fmla="*/ 1030857 h 2160513"/>
              <a:gd name="connsiteX8-25579" fmla="*/ 102364 w 2107590"/>
              <a:gd name="connsiteY8-25580" fmla="*/ 578421 h 2160513"/>
              <a:gd name="connsiteX9-25581" fmla="*/ 334972 w 2107590"/>
              <a:gd name="connsiteY9-25582" fmla="*/ 266829 h 2160513"/>
              <a:gd name="connsiteX10-25583" fmla="*/ 754827 w 2107590"/>
              <a:gd name="connsiteY10-25584" fmla="*/ 47401 h 2160513"/>
              <a:gd name="connsiteX11-25585" fmla="*/ 759590 w 2107590"/>
              <a:gd name="connsiteY11-25586" fmla="*/ 95027 h 2160513"/>
              <a:gd name="connsiteX12-25587" fmla="*/ 771497 w 2107590"/>
              <a:gd name="connsiteY12-25588" fmla="*/ 35497 h 2160513"/>
              <a:gd name="connsiteX13-25589" fmla="*/ 1341273 w 2107590"/>
              <a:gd name="connsiteY13-25590" fmla="*/ 79182 h 2160513"/>
              <a:gd name="connsiteX14-25591" fmla="*/ 1369190 w 2107590"/>
              <a:gd name="connsiteY14-25592" fmla="*/ 92646 h 2160513"/>
              <a:gd name="connsiteX15-25593" fmla="*/ 1772045 w 2107590"/>
              <a:gd name="connsiteY15-25594" fmla="*/ 359840 h 2160513"/>
              <a:gd name="connsiteX16-25595" fmla="*/ 1752572 w 2107590"/>
              <a:gd name="connsiteY16-25596" fmla="*/ 342677 h 2160513"/>
              <a:gd name="connsiteX17-25597" fmla="*/ 2013140 w 2107590"/>
              <a:gd name="connsiteY17-25598" fmla="*/ 736265 h 2160513"/>
              <a:gd name="connsiteX18-25599" fmla="*/ 2004983 w 2107590"/>
              <a:gd name="connsiteY18-25600" fmla="*/ 716533 h 2160513"/>
              <a:gd name="connsiteX19-25601" fmla="*/ 2095472 w 2107590"/>
              <a:gd name="connsiteY19-25602" fmla="*/ 1073721 h 2160513"/>
              <a:gd name="connsiteX20-25603" fmla="*/ 1826390 w 2107590"/>
              <a:gd name="connsiteY20-25604" fmla="*/ 1311846 h 2160513"/>
              <a:gd name="connsiteX21-25605" fmla="*/ 1821627 w 2107590"/>
              <a:gd name="connsiteY21-25606" fmla="*/ 1264221 h 2160513"/>
              <a:gd name="connsiteX22-25607" fmla="*/ 1488252 w 2107590"/>
              <a:gd name="connsiteY22-25608" fmla="*/ 1595214 h 2160513"/>
              <a:gd name="connsiteX23-25609" fmla="*/ 1388239 w 2107590"/>
              <a:gd name="connsiteY23-25610" fmla="*/ 1492821 h 2160513"/>
              <a:gd name="connsiteX24-25611" fmla="*/ 1714472 w 2107590"/>
              <a:gd name="connsiteY24-25612" fmla="*/ 1154684 h 2160513"/>
              <a:gd name="connsiteX25-25613" fmla="*/ 1390621 w 2107590"/>
              <a:gd name="connsiteY25-25614" fmla="*/ 1145157 h 2160513"/>
              <a:gd name="connsiteX26-25615" fmla="*/ 1342996 w 2107590"/>
              <a:gd name="connsiteY26-25616" fmla="*/ 1283270 h 2160513"/>
              <a:gd name="connsiteX27-25617" fmla="*/ 1042958 w 2107590"/>
              <a:gd name="connsiteY27-25618" fmla="*/ 983235 h 2160513"/>
              <a:gd name="connsiteX28-25619" fmla="*/ 1309658 w 2107590"/>
              <a:gd name="connsiteY28-25620" fmla="*/ 790352 h 2160513"/>
              <a:gd name="connsiteX29-25621" fmla="*/ 914371 w 2107590"/>
              <a:gd name="connsiteY29-25622" fmla="*/ 511746 h 2160513"/>
              <a:gd name="connsiteX30-25623" fmla="*/ 523846 w 2107590"/>
              <a:gd name="connsiteY30-25624" fmla="*/ 754633 h 2160513"/>
              <a:gd name="connsiteX31-25625" fmla="*/ 783402 w 2107590"/>
              <a:gd name="connsiteY31-25626" fmla="*/ 868932 h 2160513"/>
              <a:gd name="connsiteX32-25627" fmla="*/ 785783 w 2107590"/>
              <a:gd name="connsiteY32-25628" fmla="*/ 1002283 h 2160513"/>
              <a:gd name="connsiteX33-25629" fmla="*/ 373827 w 2107590"/>
              <a:gd name="connsiteY33-25630" fmla="*/ 852264 h 2160513"/>
              <a:gd name="connsiteX34-25631" fmla="*/ 759589 w 2107590"/>
              <a:gd name="connsiteY34-25632" fmla="*/ 409352 h 2160513"/>
              <a:gd name="connsiteX35-25633" fmla="*/ 1397764 w 2107590"/>
              <a:gd name="connsiteY35-25634" fmla="*/ 606996 h 2160513"/>
              <a:gd name="connsiteX36-25635" fmla="*/ 1409671 w 2107590"/>
              <a:gd name="connsiteY36-25636" fmla="*/ 868933 h 2160513"/>
              <a:gd name="connsiteX37-25637" fmla="*/ 1433483 w 2107590"/>
              <a:gd name="connsiteY37-25638" fmla="*/ 795115 h 2160513"/>
              <a:gd name="connsiteX38-25639" fmla="*/ 1643033 w 2107590"/>
              <a:gd name="connsiteY38-25640" fmla="*/ 611758 h 2160513"/>
              <a:gd name="connsiteX39-25641" fmla="*/ 1795433 w 2107590"/>
              <a:gd name="connsiteY39-25642" fmla="*/ 723677 h 2160513"/>
              <a:gd name="connsiteX40-25643" fmla="*/ 1657321 w 2107590"/>
              <a:gd name="connsiteY40-25644" fmla="*/ 930846 h 2160513"/>
              <a:gd name="connsiteX41-25645" fmla="*/ 1769239 w 2107590"/>
              <a:gd name="connsiteY41-25646" fmla="*/ 821308 h 2160513"/>
              <a:gd name="connsiteX42-25647" fmla="*/ 1819245 w 2107590"/>
              <a:gd name="connsiteY42-25648" fmla="*/ 959420 h 2160513"/>
              <a:gd name="connsiteX43-25649" fmla="*/ 1838296 w 2107590"/>
              <a:gd name="connsiteY43-25650" fmla="*/ 914177 h 2160513"/>
              <a:gd name="connsiteX44-25651" fmla="*/ 1838296 w 2107590"/>
              <a:gd name="connsiteY44-25652" fmla="*/ 1071339 h 2160513"/>
              <a:gd name="connsiteX45-25653" fmla="*/ 1889668 w 2107590"/>
              <a:gd name="connsiteY45-25654" fmla="*/ 1175665 h 2160513"/>
              <a:gd name="connsiteX46-25655" fmla="*/ 1912797 w 2107590"/>
              <a:gd name="connsiteY46-25656" fmla="*/ 1135089 h 2160513"/>
              <a:gd name="connsiteX47-25657" fmla="*/ 1775980 w 2107590"/>
              <a:gd name="connsiteY47-25658" fmla="*/ 1553577 h 2160513"/>
              <a:gd name="connsiteX48-25659" fmla="*/ 1235792 w 2107590"/>
              <a:gd name="connsiteY48-25660" fmla="*/ 1580715 h 2160513"/>
              <a:gd name="connsiteX49-25661" fmla="*/ 1344220 w 2107590"/>
              <a:gd name="connsiteY49-25662" fmla="*/ 1905742 h 2160513"/>
              <a:gd name="connsiteX0-25663" fmla="*/ 1575697 w 2107590"/>
              <a:gd name="connsiteY0-25664" fmla="*/ 2160513 h 2160513"/>
              <a:gd name="connsiteX1-25665" fmla="*/ 956854 w 2107590"/>
              <a:gd name="connsiteY1-25666" fmla="*/ 1258279 h 2160513"/>
              <a:gd name="connsiteX2-25667" fmla="*/ 863892 w 2107590"/>
              <a:gd name="connsiteY2-25668" fmla="*/ 1345253 h 2160513"/>
              <a:gd name="connsiteX3-25669" fmla="*/ 1026241 w 2107590"/>
              <a:gd name="connsiteY3-25670" fmla="*/ 1144473 h 2160513"/>
              <a:gd name="connsiteX4-25671" fmla="*/ 908876 w 2107590"/>
              <a:gd name="connsiteY4-25672" fmla="*/ 743032 h 2160513"/>
              <a:gd name="connsiteX5-25673" fmla="*/ 1054863 w 2107590"/>
              <a:gd name="connsiteY5-25674" fmla="*/ 807021 h 2160513"/>
              <a:gd name="connsiteX6-25675" fmla="*/ 766732 w 2107590"/>
              <a:gd name="connsiteY6-25676" fmla="*/ 928463 h 2160513"/>
              <a:gd name="connsiteX7-25677" fmla="*/ 228569 w 2107590"/>
              <a:gd name="connsiteY7-25678" fmla="*/ 1030857 h 2160513"/>
              <a:gd name="connsiteX8-25679" fmla="*/ 102364 w 2107590"/>
              <a:gd name="connsiteY8-25680" fmla="*/ 578421 h 2160513"/>
              <a:gd name="connsiteX9-25681" fmla="*/ 334972 w 2107590"/>
              <a:gd name="connsiteY9-25682" fmla="*/ 266829 h 2160513"/>
              <a:gd name="connsiteX10-25683" fmla="*/ 754827 w 2107590"/>
              <a:gd name="connsiteY10-25684" fmla="*/ 47401 h 2160513"/>
              <a:gd name="connsiteX11-25685" fmla="*/ 759590 w 2107590"/>
              <a:gd name="connsiteY11-25686" fmla="*/ 95027 h 2160513"/>
              <a:gd name="connsiteX12-25687" fmla="*/ 771497 w 2107590"/>
              <a:gd name="connsiteY12-25688" fmla="*/ 35497 h 2160513"/>
              <a:gd name="connsiteX13-25689" fmla="*/ 1341273 w 2107590"/>
              <a:gd name="connsiteY13-25690" fmla="*/ 79182 h 2160513"/>
              <a:gd name="connsiteX14-25691" fmla="*/ 1369190 w 2107590"/>
              <a:gd name="connsiteY14-25692" fmla="*/ 92646 h 2160513"/>
              <a:gd name="connsiteX15-25693" fmla="*/ 1772045 w 2107590"/>
              <a:gd name="connsiteY15-25694" fmla="*/ 359840 h 2160513"/>
              <a:gd name="connsiteX16-25695" fmla="*/ 1752572 w 2107590"/>
              <a:gd name="connsiteY16-25696" fmla="*/ 342677 h 2160513"/>
              <a:gd name="connsiteX17-25697" fmla="*/ 2013140 w 2107590"/>
              <a:gd name="connsiteY17-25698" fmla="*/ 736265 h 2160513"/>
              <a:gd name="connsiteX18-25699" fmla="*/ 2004983 w 2107590"/>
              <a:gd name="connsiteY18-25700" fmla="*/ 716533 h 2160513"/>
              <a:gd name="connsiteX19-25701" fmla="*/ 2095472 w 2107590"/>
              <a:gd name="connsiteY19-25702" fmla="*/ 1073721 h 2160513"/>
              <a:gd name="connsiteX20-25703" fmla="*/ 1826390 w 2107590"/>
              <a:gd name="connsiteY20-25704" fmla="*/ 1311846 h 2160513"/>
              <a:gd name="connsiteX21-25705" fmla="*/ 1821627 w 2107590"/>
              <a:gd name="connsiteY21-25706" fmla="*/ 1264221 h 2160513"/>
              <a:gd name="connsiteX22-25707" fmla="*/ 1488252 w 2107590"/>
              <a:gd name="connsiteY22-25708" fmla="*/ 1595214 h 2160513"/>
              <a:gd name="connsiteX23-25709" fmla="*/ 1388239 w 2107590"/>
              <a:gd name="connsiteY23-25710" fmla="*/ 1492821 h 2160513"/>
              <a:gd name="connsiteX24-25711" fmla="*/ 1714472 w 2107590"/>
              <a:gd name="connsiteY24-25712" fmla="*/ 1154684 h 2160513"/>
              <a:gd name="connsiteX25-25713" fmla="*/ 1390621 w 2107590"/>
              <a:gd name="connsiteY25-25714" fmla="*/ 1145157 h 2160513"/>
              <a:gd name="connsiteX26-25715" fmla="*/ 1342996 w 2107590"/>
              <a:gd name="connsiteY26-25716" fmla="*/ 1283270 h 2160513"/>
              <a:gd name="connsiteX27-25717" fmla="*/ 1042958 w 2107590"/>
              <a:gd name="connsiteY27-25718" fmla="*/ 983235 h 2160513"/>
              <a:gd name="connsiteX28-25719" fmla="*/ 1309658 w 2107590"/>
              <a:gd name="connsiteY28-25720" fmla="*/ 790352 h 2160513"/>
              <a:gd name="connsiteX29-25721" fmla="*/ 914371 w 2107590"/>
              <a:gd name="connsiteY29-25722" fmla="*/ 511746 h 2160513"/>
              <a:gd name="connsiteX30-25723" fmla="*/ 523846 w 2107590"/>
              <a:gd name="connsiteY30-25724" fmla="*/ 754633 h 2160513"/>
              <a:gd name="connsiteX31-25725" fmla="*/ 783402 w 2107590"/>
              <a:gd name="connsiteY31-25726" fmla="*/ 868932 h 2160513"/>
              <a:gd name="connsiteX32-25727" fmla="*/ 785783 w 2107590"/>
              <a:gd name="connsiteY32-25728" fmla="*/ 1002283 h 2160513"/>
              <a:gd name="connsiteX33-25729" fmla="*/ 373827 w 2107590"/>
              <a:gd name="connsiteY33-25730" fmla="*/ 852264 h 2160513"/>
              <a:gd name="connsiteX34-25731" fmla="*/ 759589 w 2107590"/>
              <a:gd name="connsiteY34-25732" fmla="*/ 409352 h 2160513"/>
              <a:gd name="connsiteX35-25733" fmla="*/ 1397764 w 2107590"/>
              <a:gd name="connsiteY35-25734" fmla="*/ 606996 h 2160513"/>
              <a:gd name="connsiteX36-25735" fmla="*/ 1409671 w 2107590"/>
              <a:gd name="connsiteY36-25736" fmla="*/ 868933 h 2160513"/>
              <a:gd name="connsiteX37-25737" fmla="*/ 1433483 w 2107590"/>
              <a:gd name="connsiteY37-25738" fmla="*/ 795115 h 2160513"/>
              <a:gd name="connsiteX38-25739" fmla="*/ 1643033 w 2107590"/>
              <a:gd name="connsiteY38-25740" fmla="*/ 611758 h 2160513"/>
              <a:gd name="connsiteX39-25741" fmla="*/ 1795433 w 2107590"/>
              <a:gd name="connsiteY39-25742" fmla="*/ 723677 h 2160513"/>
              <a:gd name="connsiteX40-25743" fmla="*/ 1657321 w 2107590"/>
              <a:gd name="connsiteY40-25744" fmla="*/ 930846 h 2160513"/>
              <a:gd name="connsiteX41-25745" fmla="*/ 1769239 w 2107590"/>
              <a:gd name="connsiteY41-25746" fmla="*/ 821308 h 2160513"/>
              <a:gd name="connsiteX42-25747" fmla="*/ 1819245 w 2107590"/>
              <a:gd name="connsiteY42-25748" fmla="*/ 959420 h 2160513"/>
              <a:gd name="connsiteX43-25749" fmla="*/ 1838296 w 2107590"/>
              <a:gd name="connsiteY43-25750" fmla="*/ 914177 h 2160513"/>
              <a:gd name="connsiteX44-25751" fmla="*/ 1838296 w 2107590"/>
              <a:gd name="connsiteY44-25752" fmla="*/ 1071339 h 2160513"/>
              <a:gd name="connsiteX45-25753" fmla="*/ 1889668 w 2107590"/>
              <a:gd name="connsiteY45-25754" fmla="*/ 1175665 h 2160513"/>
              <a:gd name="connsiteX46-25755" fmla="*/ 1912797 w 2107590"/>
              <a:gd name="connsiteY46-25756" fmla="*/ 1135089 h 2160513"/>
              <a:gd name="connsiteX47-25757" fmla="*/ 1775980 w 2107590"/>
              <a:gd name="connsiteY47-25758" fmla="*/ 1553577 h 2160513"/>
              <a:gd name="connsiteX48-25759" fmla="*/ 1235792 w 2107590"/>
              <a:gd name="connsiteY48-25760" fmla="*/ 1580715 h 2160513"/>
              <a:gd name="connsiteX49-25761" fmla="*/ 1344220 w 2107590"/>
              <a:gd name="connsiteY49-25762" fmla="*/ 1905742 h 2160513"/>
              <a:gd name="connsiteX0-25763" fmla="*/ 1575697 w 2107590"/>
              <a:gd name="connsiteY0-25764" fmla="*/ 2160513 h 2160513"/>
              <a:gd name="connsiteX1-25765" fmla="*/ 956854 w 2107590"/>
              <a:gd name="connsiteY1-25766" fmla="*/ 1258279 h 2160513"/>
              <a:gd name="connsiteX2-25767" fmla="*/ 863892 w 2107590"/>
              <a:gd name="connsiteY2-25768" fmla="*/ 1345253 h 2160513"/>
              <a:gd name="connsiteX3-25769" fmla="*/ 1026241 w 2107590"/>
              <a:gd name="connsiteY3-25770" fmla="*/ 1144473 h 2160513"/>
              <a:gd name="connsiteX4-25771" fmla="*/ 908876 w 2107590"/>
              <a:gd name="connsiteY4-25772" fmla="*/ 743032 h 2160513"/>
              <a:gd name="connsiteX5-25773" fmla="*/ 1054863 w 2107590"/>
              <a:gd name="connsiteY5-25774" fmla="*/ 807021 h 2160513"/>
              <a:gd name="connsiteX6-25775" fmla="*/ 766732 w 2107590"/>
              <a:gd name="connsiteY6-25776" fmla="*/ 928463 h 2160513"/>
              <a:gd name="connsiteX7-25777" fmla="*/ 228569 w 2107590"/>
              <a:gd name="connsiteY7-25778" fmla="*/ 1030857 h 2160513"/>
              <a:gd name="connsiteX8-25779" fmla="*/ 102364 w 2107590"/>
              <a:gd name="connsiteY8-25780" fmla="*/ 578421 h 2160513"/>
              <a:gd name="connsiteX9-25781" fmla="*/ 334972 w 2107590"/>
              <a:gd name="connsiteY9-25782" fmla="*/ 266829 h 2160513"/>
              <a:gd name="connsiteX10-25783" fmla="*/ 754827 w 2107590"/>
              <a:gd name="connsiteY10-25784" fmla="*/ 47401 h 2160513"/>
              <a:gd name="connsiteX11-25785" fmla="*/ 759590 w 2107590"/>
              <a:gd name="connsiteY11-25786" fmla="*/ 95027 h 2160513"/>
              <a:gd name="connsiteX12-25787" fmla="*/ 771497 w 2107590"/>
              <a:gd name="connsiteY12-25788" fmla="*/ 35497 h 2160513"/>
              <a:gd name="connsiteX13-25789" fmla="*/ 1341273 w 2107590"/>
              <a:gd name="connsiteY13-25790" fmla="*/ 79182 h 2160513"/>
              <a:gd name="connsiteX14-25791" fmla="*/ 1369190 w 2107590"/>
              <a:gd name="connsiteY14-25792" fmla="*/ 92646 h 2160513"/>
              <a:gd name="connsiteX15-25793" fmla="*/ 1772045 w 2107590"/>
              <a:gd name="connsiteY15-25794" fmla="*/ 359840 h 2160513"/>
              <a:gd name="connsiteX16-25795" fmla="*/ 1752572 w 2107590"/>
              <a:gd name="connsiteY16-25796" fmla="*/ 342677 h 2160513"/>
              <a:gd name="connsiteX17-25797" fmla="*/ 2013140 w 2107590"/>
              <a:gd name="connsiteY17-25798" fmla="*/ 736265 h 2160513"/>
              <a:gd name="connsiteX18-25799" fmla="*/ 2004983 w 2107590"/>
              <a:gd name="connsiteY18-25800" fmla="*/ 716533 h 2160513"/>
              <a:gd name="connsiteX19-25801" fmla="*/ 2095472 w 2107590"/>
              <a:gd name="connsiteY19-25802" fmla="*/ 1073721 h 2160513"/>
              <a:gd name="connsiteX20-25803" fmla="*/ 1826390 w 2107590"/>
              <a:gd name="connsiteY20-25804" fmla="*/ 1311846 h 2160513"/>
              <a:gd name="connsiteX21-25805" fmla="*/ 1821627 w 2107590"/>
              <a:gd name="connsiteY21-25806" fmla="*/ 1264221 h 2160513"/>
              <a:gd name="connsiteX22-25807" fmla="*/ 1488252 w 2107590"/>
              <a:gd name="connsiteY22-25808" fmla="*/ 1595214 h 2160513"/>
              <a:gd name="connsiteX23-25809" fmla="*/ 1388239 w 2107590"/>
              <a:gd name="connsiteY23-25810" fmla="*/ 1492821 h 2160513"/>
              <a:gd name="connsiteX24-25811" fmla="*/ 1714472 w 2107590"/>
              <a:gd name="connsiteY24-25812" fmla="*/ 1154684 h 2160513"/>
              <a:gd name="connsiteX25-25813" fmla="*/ 1390621 w 2107590"/>
              <a:gd name="connsiteY25-25814" fmla="*/ 1145157 h 2160513"/>
              <a:gd name="connsiteX26-25815" fmla="*/ 1342996 w 2107590"/>
              <a:gd name="connsiteY26-25816" fmla="*/ 1283270 h 2160513"/>
              <a:gd name="connsiteX27-25817" fmla="*/ 1042958 w 2107590"/>
              <a:gd name="connsiteY27-25818" fmla="*/ 983235 h 2160513"/>
              <a:gd name="connsiteX28-25819" fmla="*/ 1309658 w 2107590"/>
              <a:gd name="connsiteY28-25820" fmla="*/ 790352 h 2160513"/>
              <a:gd name="connsiteX29-25821" fmla="*/ 914371 w 2107590"/>
              <a:gd name="connsiteY29-25822" fmla="*/ 511746 h 2160513"/>
              <a:gd name="connsiteX30-25823" fmla="*/ 523846 w 2107590"/>
              <a:gd name="connsiteY30-25824" fmla="*/ 754633 h 2160513"/>
              <a:gd name="connsiteX31-25825" fmla="*/ 783402 w 2107590"/>
              <a:gd name="connsiteY31-25826" fmla="*/ 868932 h 2160513"/>
              <a:gd name="connsiteX32-25827" fmla="*/ 785783 w 2107590"/>
              <a:gd name="connsiteY32-25828" fmla="*/ 1002283 h 2160513"/>
              <a:gd name="connsiteX33-25829" fmla="*/ 373827 w 2107590"/>
              <a:gd name="connsiteY33-25830" fmla="*/ 852264 h 2160513"/>
              <a:gd name="connsiteX34-25831" fmla="*/ 759589 w 2107590"/>
              <a:gd name="connsiteY34-25832" fmla="*/ 409352 h 2160513"/>
              <a:gd name="connsiteX35-25833" fmla="*/ 1397764 w 2107590"/>
              <a:gd name="connsiteY35-25834" fmla="*/ 606996 h 2160513"/>
              <a:gd name="connsiteX36-25835" fmla="*/ 1409671 w 2107590"/>
              <a:gd name="connsiteY36-25836" fmla="*/ 868933 h 2160513"/>
              <a:gd name="connsiteX37-25837" fmla="*/ 1433483 w 2107590"/>
              <a:gd name="connsiteY37-25838" fmla="*/ 795115 h 2160513"/>
              <a:gd name="connsiteX38-25839" fmla="*/ 1643033 w 2107590"/>
              <a:gd name="connsiteY38-25840" fmla="*/ 611758 h 2160513"/>
              <a:gd name="connsiteX39-25841" fmla="*/ 1795433 w 2107590"/>
              <a:gd name="connsiteY39-25842" fmla="*/ 723677 h 2160513"/>
              <a:gd name="connsiteX40-25843" fmla="*/ 1657321 w 2107590"/>
              <a:gd name="connsiteY40-25844" fmla="*/ 930846 h 2160513"/>
              <a:gd name="connsiteX41-25845" fmla="*/ 1769239 w 2107590"/>
              <a:gd name="connsiteY41-25846" fmla="*/ 821308 h 2160513"/>
              <a:gd name="connsiteX42-25847" fmla="*/ 1819245 w 2107590"/>
              <a:gd name="connsiteY42-25848" fmla="*/ 959420 h 2160513"/>
              <a:gd name="connsiteX43-25849" fmla="*/ 1838296 w 2107590"/>
              <a:gd name="connsiteY43-25850" fmla="*/ 914177 h 2160513"/>
              <a:gd name="connsiteX44-25851" fmla="*/ 1838296 w 2107590"/>
              <a:gd name="connsiteY44-25852" fmla="*/ 1071339 h 2160513"/>
              <a:gd name="connsiteX45-25853" fmla="*/ 1889668 w 2107590"/>
              <a:gd name="connsiteY45-25854" fmla="*/ 1175665 h 2160513"/>
              <a:gd name="connsiteX46-25855" fmla="*/ 1912797 w 2107590"/>
              <a:gd name="connsiteY46-25856" fmla="*/ 1135089 h 2160513"/>
              <a:gd name="connsiteX47-25857" fmla="*/ 1775980 w 2107590"/>
              <a:gd name="connsiteY47-25858" fmla="*/ 1553577 h 2160513"/>
              <a:gd name="connsiteX48-25859" fmla="*/ 1235792 w 2107590"/>
              <a:gd name="connsiteY48-25860" fmla="*/ 1580715 h 2160513"/>
              <a:gd name="connsiteX49-25861" fmla="*/ 1344220 w 2107590"/>
              <a:gd name="connsiteY49-25862" fmla="*/ 1905742 h 2160513"/>
              <a:gd name="connsiteX0-25863" fmla="*/ 1575697 w 2107590"/>
              <a:gd name="connsiteY0-25864" fmla="*/ 2160513 h 2160513"/>
              <a:gd name="connsiteX1-25865" fmla="*/ 956854 w 2107590"/>
              <a:gd name="connsiteY1-25866" fmla="*/ 1258279 h 2160513"/>
              <a:gd name="connsiteX2-25867" fmla="*/ 863892 w 2107590"/>
              <a:gd name="connsiteY2-25868" fmla="*/ 1345253 h 2160513"/>
              <a:gd name="connsiteX3-25869" fmla="*/ 1026241 w 2107590"/>
              <a:gd name="connsiteY3-25870" fmla="*/ 1144473 h 2160513"/>
              <a:gd name="connsiteX4-25871" fmla="*/ 908876 w 2107590"/>
              <a:gd name="connsiteY4-25872" fmla="*/ 743032 h 2160513"/>
              <a:gd name="connsiteX5-25873" fmla="*/ 1054863 w 2107590"/>
              <a:gd name="connsiteY5-25874" fmla="*/ 807021 h 2160513"/>
              <a:gd name="connsiteX6-25875" fmla="*/ 766732 w 2107590"/>
              <a:gd name="connsiteY6-25876" fmla="*/ 928463 h 2160513"/>
              <a:gd name="connsiteX7-25877" fmla="*/ 228569 w 2107590"/>
              <a:gd name="connsiteY7-25878" fmla="*/ 1030857 h 2160513"/>
              <a:gd name="connsiteX8-25879" fmla="*/ 102364 w 2107590"/>
              <a:gd name="connsiteY8-25880" fmla="*/ 578421 h 2160513"/>
              <a:gd name="connsiteX9-25881" fmla="*/ 334972 w 2107590"/>
              <a:gd name="connsiteY9-25882" fmla="*/ 266829 h 2160513"/>
              <a:gd name="connsiteX10-25883" fmla="*/ 754827 w 2107590"/>
              <a:gd name="connsiteY10-25884" fmla="*/ 47401 h 2160513"/>
              <a:gd name="connsiteX11-25885" fmla="*/ 759590 w 2107590"/>
              <a:gd name="connsiteY11-25886" fmla="*/ 95027 h 2160513"/>
              <a:gd name="connsiteX12-25887" fmla="*/ 771497 w 2107590"/>
              <a:gd name="connsiteY12-25888" fmla="*/ 35497 h 2160513"/>
              <a:gd name="connsiteX13-25889" fmla="*/ 1341273 w 2107590"/>
              <a:gd name="connsiteY13-25890" fmla="*/ 79182 h 2160513"/>
              <a:gd name="connsiteX14-25891" fmla="*/ 1369190 w 2107590"/>
              <a:gd name="connsiteY14-25892" fmla="*/ 92646 h 2160513"/>
              <a:gd name="connsiteX15-25893" fmla="*/ 1772045 w 2107590"/>
              <a:gd name="connsiteY15-25894" fmla="*/ 359840 h 2160513"/>
              <a:gd name="connsiteX16-25895" fmla="*/ 1752572 w 2107590"/>
              <a:gd name="connsiteY16-25896" fmla="*/ 342677 h 2160513"/>
              <a:gd name="connsiteX17-25897" fmla="*/ 2013140 w 2107590"/>
              <a:gd name="connsiteY17-25898" fmla="*/ 736265 h 2160513"/>
              <a:gd name="connsiteX18-25899" fmla="*/ 2004983 w 2107590"/>
              <a:gd name="connsiteY18-25900" fmla="*/ 716533 h 2160513"/>
              <a:gd name="connsiteX19-25901" fmla="*/ 2095472 w 2107590"/>
              <a:gd name="connsiteY19-25902" fmla="*/ 1073721 h 2160513"/>
              <a:gd name="connsiteX20-25903" fmla="*/ 1826390 w 2107590"/>
              <a:gd name="connsiteY20-25904" fmla="*/ 1311846 h 2160513"/>
              <a:gd name="connsiteX21-25905" fmla="*/ 1821627 w 2107590"/>
              <a:gd name="connsiteY21-25906" fmla="*/ 1264221 h 2160513"/>
              <a:gd name="connsiteX22-25907" fmla="*/ 1488252 w 2107590"/>
              <a:gd name="connsiteY22-25908" fmla="*/ 1595214 h 2160513"/>
              <a:gd name="connsiteX23-25909" fmla="*/ 1388239 w 2107590"/>
              <a:gd name="connsiteY23-25910" fmla="*/ 1492821 h 2160513"/>
              <a:gd name="connsiteX24-25911" fmla="*/ 1714472 w 2107590"/>
              <a:gd name="connsiteY24-25912" fmla="*/ 1154684 h 2160513"/>
              <a:gd name="connsiteX25-25913" fmla="*/ 1390621 w 2107590"/>
              <a:gd name="connsiteY25-25914" fmla="*/ 1145157 h 2160513"/>
              <a:gd name="connsiteX26-25915" fmla="*/ 1342996 w 2107590"/>
              <a:gd name="connsiteY26-25916" fmla="*/ 1283270 h 2160513"/>
              <a:gd name="connsiteX27-25917" fmla="*/ 1042958 w 2107590"/>
              <a:gd name="connsiteY27-25918" fmla="*/ 983235 h 2160513"/>
              <a:gd name="connsiteX28-25919" fmla="*/ 1309658 w 2107590"/>
              <a:gd name="connsiteY28-25920" fmla="*/ 790352 h 2160513"/>
              <a:gd name="connsiteX29-25921" fmla="*/ 914371 w 2107590"/>
              <a:gd name="connsiteY29-25922" fmla="*/ 511746 h 2160513"/>
              <a:gd name="connsiteX30-25923" fmla="*/ 523846 w 2107590"/>
              <a:gd name="connsiteY30-25924" fmla="*/ 754633 h 2160513"/>
              <a:gd name="connsiteX31-25925" fmla="*/ 783402 w 2107590"/>
              <a:gd name="connsiteY31-25926" fmla="*/ 868932 h 2160513"/>
              <a:gd name="connsiteX32-25927" fmla="*/ 785783 w 2107590"/>
              <a:gd name="connsiteY32-25928" fmla="*/ 1002283 h 2160513"/>
              <a:gd name="connsiteX33-25929" fmla="*/ 373827 w 2107590"/>
              <a:gd name="connsiteY33-25930" fmla="*/ 852264 h 2160513"/>
              <a:gd name="connsiteX34-25931" fmla="*/ 759589 w 2107590"/>
              <a:gd name="connsiteY34-25932" fmla="*/ 409352 h 2160513"/>
              <a:gd name="connsiteX35-25933" fmla="*/ 1397764 w 2107590"/>
              <a:gd name="connsiteY35-25934" fmla="*/ 606996 h 2160513"/>
              <a:gd name="connsiteX36-25935" fmla="*/ 1409671 w 2107590"/>
              <a:gd name="connsiteY36-25936" fmla="*/ 868933 h 2160513"/>
              <a:gd name="connsiteX37-25937" fmla="*/ 1433483 w 2107590"/>
              <a:gd name="connsiteY37-25938" fmla="*/ 795115 h 2160513"/>
              <a:gd name="connsiteX38-25939" fmla="*/ 1643033 w 2107590"/>
              <a:gd name="connsiteY38-25940" fmla="*/ 611758 h 2160513"/>
              <a:gd name="connsiteX39-25941" fmla="*/ 1795433 w 2107590"/>
              <a:gd name="connsiteY39-25942" fmla="*/ 723677 h 2160513"/>
              <a:gd name="connsiteX40-25943" fmla="*/ 1657321 w 2107590"/>
              <a:gd name="connsiteY40-25944" fmla="*/ 930846 h 2160513"/>
              <a:gd name="connsiteX41-25945" fmla="*/ 1769239 w 2107590"/>
              <a:gd name="connsiteY41-25946" fmla="*/ 821308 h 2160513"/>
              <a:gd name="connsiteX42-25947" fmla="*/ 1819245 w 2107590"/>
              <a:gd name="connsiteY42-25948" fmla="*/ 959420 h 2160513"/>
              <a:gd name="connsiteX43-25949" fmla="*/ 1838296 w 2107590"/>
              <a:gd name="connsiteY43-25950" fmla="*/ 914177 h 2160513"/>
              <a:gd name="connsiteX44-25951" fmla="*/ 1838296 w 2107590"/>
              <a:gd name="connsiteY44-25952" fmla="*/ 1071339 h 2160513"/>
              <a:gd name="connsiteX45-25953" fmla="*/ 1889668 w 2107590"/>
              <a:gd name="connsiteY45-25954" fmla="*/ 1175665 h 2160513"/>
              <a:gd name="connsiteX46-25955" fmla="*/ 1912797 w 2107590"/>
              <a:gd name="connsiteY46-25956" fmla="*/ 1135089 h 2160513"/>
              <a:gd name="connsiteX47-25957" fmla="*/ 1775980 w 2107590"/>
              <a:gd name="connsiteY47-25958" fmla="*/ 1553577 h 2160513"/>
              <a:gd name="connsiteX48-25959" fmla="*/ 1235792 w 2107590"/>
              <a:gd name="connsiteY48-25960" fmla="*/ 1580715 h 2160513"/>
              <a:gd name="connsiteX49-25961" fmla="*/ 1344220 w 2107590"/>
              <a:gd name="connsiteY49-25962" fmla="*/ 1905742 h 2160513"/>
              <a:gd name="connsiteX0-25963" fmla="*/ 1575697 w 2107590"/>
              <a:gd name="connsiteY0-25964" fmla="*/ 2160513 h 2160513"/>
              <a:gd name="connsiteX1-25965" fmla="*/ 956854 w 2107590"/>
              <a:gd name="connsiteY1-25966" fmla="*/ 1258279 h 2160513"/>
              <a:gd name="connsiteX2-25967" fmla="*/ 863892 w 2107590"/>
              <a:gd name="connsiteY2-25968" fmla="*/ 1345253 h 2160513"/>
              <a:gd name="connsiteX3-25969" fmla="*/ 1026241 w 2107590"/>
              <a:gd name="connsiteY3-25970" fmla="*/ 1144473 h 2160513"/>
              <a:gd name="connsiteX4-25971" fmla="*/ 908876 w 2107590"/>
              <a:gd name="connsiteY4-25972" fmla="*/ 743032 h 2160513"/>
              <a:gd name="connsiteX5-25973" fmla="*/ 1054863 w 2107590"/>
              <a:gd name="connsiteY5-25974" fmla="*/ 807021 h 2160513"/>
              <a:gd name="connsiteX6-25975" fmla="*/ 766732 w 2107590"/>
              <a:gd name="connsiteY6-25976" fmla="*/ 928463 h 2160513"/>
              <a:gd name="connsiteX7-25977" fmla="*/ 228569 w 2107590"/>
              <a:gd name="connsiteY7-25978" fmla="*/ 1030857 h 2160513"/>
              <a:gd name="connsiteX8-25979" fmla="*/ 102364 w 2107590"/>
              <a:gd name="connsiteY8-25980" fmla="*/ 578421 h 2160513"/>
              <a:gd name="connsiteX9-25981" fmla="*/ 334972 w 2107590"/>
              <a:gd name="connsiteY9-25982" fmla="*/ 266829 h 2160513"/>
              <a:gd name="connsiteX10-25983" fmla="*/ 754827 w 2107590"/>
              <a:gd name="connsiteY10-25984" fmla="*/ 47401 h 2160513"/>
              <a:gd name="connsiteX11-25985" fmla="*/ 759590 w 2107590"/>
              <a:gd name="connsiteY11-25986" fmla="*/ 95027 h 2160513"/>
              <a:gd name="connsiteX12-25987" fmla="*/ 771497 w 2107590"/>
              <a:gd name="connsiteY12-25988" fmla="*/ 35497 h 2160513"/>
              <a:gd name="connsiteX13-25989" fmla="*/ 1341273 w 2107590"/>
              <a:gd name="connsiteY13-25990" fmla="*/ 79182 h 2160513"/>
              <a:gd name="connsiteX14-25991" fmla="*/ 1369190 w 2107590"/>
              <a:gd name="connsiteY14-25992" fmla="*/ 92646 h 2160513"/>
              <a:gd name="connsiteX15-25993" fmla="*/ 1772045 w 2107590"/>
              <a:gd name="connsiteY15-25994" fmla="*/ 359840 h 2160513"/>
              <a:gd name="connsiteX16-25995" fmla="*/ 1752572 w 2107590"/>
              <a:gd name="connsiteY16-25996" fmla="*/ 342677 h 2160513"/>
              <a:gd name="connsiteX17-25997" fmla="*/ 2013140 w 2107590"/>
              <a:gd name="connsiteY17-25998" fmla="*/ 736265 h 2160513"/>
              <a:gd name="connsiteX18-25999" fmla="*/ 2004983 w 2107590"/>
              <a:gd name="connsiteY18-26000" fmla="*/ 716533 h 2160513"/>
              <a:gd name="connsiteX19-26001" fmla="*/ 2095472 w 2107590"/>
              <a:gd name="connsiteY19-26002" fmla="*/ 1073721 h 2160513"/>
              <a:gd name="connsiteX20-26003" fmla="*/ 1826390 w 2107590"/>
              <a:gd name="connsiteY20-26004" fmla="*/ 1311846 h 2160513"/>
              <a:gd name="connsiteX21-26005" fmla="*/ 1821627 w 2107590"/>
              <a:gd name="connsiteY21-26006" fmla="*/ 1264221 h 2160513"/>
              <a:gd name="connsiteX22-26007" fmla="*/ 1488252 w 2107590"/>
              <a:gd name="connsiteY22-26008" fmla="*/ 1595214 h 2160513"/>
              <a:gd name="connsiteX23-26009" fmla="*/ 1388239 w 2107590"/>
              <a:gd name="connsiteY23-26010" fmla="*/ 1492821 h 2160513"/>
              <a:gd name="connsiteX24-26011" fmla="*/ 1714472 w 2107590"/>
              <a:gd name="connsiteY24-26012" fmla="*/ 1154684 h 2160513"/>
              <a:gd name="connsiteX25-26013" fmla="*/ 1390621 w 2107590"/>
              <a:gd name="connsiteY25-26014" fmla="*/ 1145157 h 2160513"/>
              <a:gd name="connsiteX26-26015" fmla="*/ 1342996 w 2107590"/>
              <a:gd name="connsiteY26-26016" fmla="*/ 1283270 h 2160513"/>
              <a:gd name="connsiteX27-26017" fmla="*/ 1042958 w 2107590"/>
              <a:gd name="connsiteY27-26018" fmla="*/ 983235 h 2160513"/>
              <a:gd name="connsiteX28-26019" fmla="*/ 1309658 w 2107590"/>
              <a:gd name="connsiteY28-26020" fmla="*/ 790352 h 2160513"/>
              <a:gd name="connsiteX29-26021" fmla="*/ 914371 w 2107590"/>
              <a:gd name="connsiteY29-26022" fmla="*/ 511746 h 2160513"/>
              <a:gd name="connsiteX30-26023" fmla="*/ 523846 w 2107590"/>
              <a:gd name="connsiteY30-26024" fmla="*/ 754633 h 2160513"/>
              <a:gd name="connsiteX31-26025" fmla="*/ 783402 w 2107590"/>
              <a:gd name="connsiteY31-26026" fmla="*/ 868932 h 2160513"/>
              <a:gd name="connsiteX32-26027" fmla="*/ 785783 w 2107590"/>
              <a:gd name="connsiteY32-26028" fmla="*/ 1002283 h 2160513"/>
              <a:gd name="connsiteX33-26029" fmla="*/ 373827 w 2107590"/>
              <a:gd name="connsiteY33-26030" fmla="*/ 852264 h 2160513"/>
              <a:gd name="connsiteX34-26031" fmla="*/ 759589 w 2107590"/>
              <a:gd name="connsiteY34-26032" fmla="*/ 409352 h 2160513"/>
              <a:gd name="connsiteX35-26033" fmla="*/ 1397764 w 2107590"/>
              <a:gd name="connsiteY35-26034" fmla="*/ 606996 h 2160513"/>
              <a:gd name="connsiteX36-26035" fmla="*/ 1409671 w 2107590"/>
              <a:gd name="connsiteY36-26036" fmla="*/ 868933 h 2160513"/>
              <a:gd name="connsiteX37-26037" fmla="*/ 1433483 w 2107590"/>
              <a:gd name="connsiteY37-26038" fmla="*/ 795115 h 2160513"/>
              <a:gd name="connsiteX38-26039" fmla="*/ 1643033 w 2107590"/>
              <a:gd name="connsiteY38-26040" fmla="*/ 611758 h 2160513"/>
              <a:gd name="connsiteX39-26041" fmla="*/ 1795433 w 2107590"/>
              <a:gd name="connsiteY39-26042" fmla="*/ 723677 h 2160513"/>
              <a:gd name="connsiteX40-26043" fmla="*/ 1638271 w 2107590"/>
              <a:gd name="connsiteY40-26044" fmla="*/ 930846 h 2160513"/>
              <a:gd name="connsiteX41-26045" fmla="*/ 1769239 w 2107590"/>
              <a:gd name="connsiteY41-26046" fmla="*/ 821308 h 2160513"/>
              <a:gd name="connsiteX42-26047" fmla="*/ 1819245 w 2107590"/>
              <a:gd name="connsiteY42-26048" fmla="*/ 959420 h 2160513"/>
              <a:gd name="connsiteX43-26049" fmla="*/ 1838296 w 2107590"/>
              <a:gd name="connsiteY43-26050" fmla="*/ 914177 h 2160513"/>
              <a:gd name="connsiteX44-26051" fmla="*/ 1838296 w 2107590"/>
              <a:gd name="connsiteY44-26052" fmla="*/ 1071339 h 2160513"/>
              <a:gd name="connsiteX45-26053" fmla="*/ 1889668 w 2107590"/>
              <a:gd name="connsiteY45-26054" fmla="*/ 1175665 h 2160513"/>
              <a:gd name="connsiteX46-26055" fmla="*/ 1912797 w 2107590"/>
              <a:gd name="connsiteY46-26056" fmla="*/ 1135089 h 2160513"/>
              <a:gd name="connsiteX47-26057" fmla="*/ 1775980 w 2107590"/>
              <a:gd name="connsiteY47-26058" fmla="*/ 1553577 h 2160513"/>
              <a:gd name="connsiteX48-26059" fmla="*/ 1235792 w 2107590"/>
              <a:gd name="connsiteY48-26060" fmla="*/ 1580715 h 2160513"/>
              <a:gd name="connsiteX49-26061" fmla="*/ 1344220 w 2107590"/>
              <a:gd name="connsiteY49-26062" fmla="*/ 1905742 h 2160513"/>
              <a:gd name="connsiteX0-26063" fmla="*/ 1575697 w 2107590"/>
              <a:gd name="connsiteY0-26064" fmla="*/ 2160513 h 2160513"/>
              <a:gd name="connsiteX1-26065" fmla="*/ 956854 w 2107590"/>
              <a:gd name="connsiteY1-26066" fmla="*/ 1258279 h 2160513"/>
              <a:gd name="connsiteX2-26067" fmla="*/ 863892 w 2107590"/>
              <a:gd name="connsiteY2-26068" fmla="*/ 1345253 h 2160513"/>
              <a:gd name="connsiteX3-26069" fmla="*/ 1026241 w 2107590"/>
              <a:gd name="connsiteY3-26070" fmla="*/ 1144473 h 2160513"/>
              <a:gd name="connsiteX4-26071" fmla="*/ 908876 w 2107590"/>
              <a:gd name="connsiteY4-26072" fmla="*/ 743032 h 2160513"/>
              <a:gd name="connsiteX5-26073" fmla="*/ 1054863 w 2107590"/>
              <a:gd name="connsiteY5-26074" fmla="*/ 807021 h 2160513"/>
              <a:gd name="connsiteX6-26075" fmla="*/ 766732 w 2107590"/>
              <a:gd name="connsiteY6-26076" fmla="*/ 928463 h 2160513"/>
              <a:gd name="connsiteX7-26077" fmla="*/ 228569 w 2107590"/>
              <a:gd name="connsiteY7-26078" fmla="*/ 1030857 h 2160513"/>
              <a:gd name="connsiteX8-26079" fmla="*/ 102364 w 2107590"/>
              <a:gd name="connsiteY8-26080" fmla="*/ 578421 h 2160513"/>
              <a:gd name="connsiteX9-26081" fmla="*/ 334972 w 2107590"/>
              <a:gd name="connsiteY9-26082" fmla="*/ 266829 h 2160513"/>
              <a:gd name="connsiteX10-26083" fmla="*/ 754827 w 2107590"/>
              <a:gd name="connsiteY10-26084" fmla="*/ 47401 h 2160513"/>
              <a:gd name="connsiteX11-26085" fmla="*/ 759590 w 2107590"/>
              <a:gd name="connsiteY11-26086" fmla="*/ 95027 h 2160513"/>
              <a:gd name="connsiteX12-26087" fmla="*/ 771497 w 2107590"/>
              <a:gd name="connsiteY12-26088" fmla="*/ 35497 h 2160513"/>
              <a:gd name="connsiteX13-26089" fmla="*/ 1341273 w 2107590"/>
              <a:gd name="connsiteY13-26090" fmla="*/ 79182 h 2160513"/>
              <a:gd name="connsiteX14-26091" fmla="*/ 1369190 w 2107590"/>
              <a:gd name="connsiteY14-26092" fmla="*/ 92646 h 2160513"/>
              <a:gd name="connsiteX15-26093" fmla="*/ 1772045 w 2107590"/>
              <a:gd name="connsiteY15-26094" fmla="*/ 359840 h 2160513"/>
              <a:gd name="connsiteX16-26095" fmla="*/ 1752572 w 2107590"/>
              <a:gd name="connsiteY16-26096" fmla="*/ 342677 h 2160513"/>
              <a:gd name="connsiteX17-26097" fmla="*/ 2013140 w 2107590"/>
              <a:gd name="connsiteY17-26098" fmla="*/ 736265 h 2160513"/>
              <a:gd name="connsiteX18-26099" fmla="*/ 2004983 w 2107590"/>
              <a:gd name="connsiteY18-26100" fmla="*/ 716533 h 2160513"/>
              <a:gd name="connsiteX19-26101" fmla="*/ 2095472 w 2107590"/>
              <a:gd name="connsiteY19-26102" fmla="*/ 1073721 h 2160513"/>
              <a:gd name="connsiteX20-26103" fmla="*/ 1826390 w 2107590"/>
              <a:gd name="connsiteY20-26104" fmla="*/ 1311846 h 2160513"/>
              <a:gd name="connsiteX21-26105" fmla="*/ 1821627 w 2107590"/>
              <a:gd name="connsiteY21-26106" fmla="*/ 1264221 h 2160513"/>
              <a:gd name="connsiteX22-26107" fmla="*/ 1488252 w 2107590"/>
              <a:gd name="connsiteY22-26108" fmla="*/ 1595214 h 2160513"/>
              <a:gd name="connsiteX23-26109" fmla="*/ 1388239 w 2107590"/>
              <a:gd name="connsiteY23-26110" fmla="*/ 1492821 h 2160513"/>
              <a:gd name="connsiteX24-26111" fmla="*/ 1714472 w 2107590"/>
              <a:gd name="connsiteY24-26112" fmla="*/ 1154684 h 2160513"/>
              <a:gd name="connsiteX25-26113" fmla="*/ 1390621 w 2107590"/>
              <a:gd name="connsiteY25-26114" fmla="*/ 1145157 h 2160513"/>
              <a:gd name="connsiteX26-26115" fmla="*/ 1342996 w 2107590"/>
              <a:gd name="connsiteY26-26116" fmla="*/ 1283270 h 2160513"/>
              <a:gd name="connsiteX27-26117" fmla="*/ 1042958 w 2107590"/>
              <a:gd name="connsiteY27-26118" fmla="*/ 983235 h 2160513"/>
              <a:gd name="connsiteX28-26119" fmla="*/ 1309658 w 2107590"/>
              <a:gd name="connsiteY28-26120" fmla="*/ 790352 h 2160513"/>
              <a:gd name="connsiteX29-26121" fmla="*/ 914371 w 2107590"/>
              <a:gd name="connsiteY29-26122" fmla="*/ 511746 h 2160513"/>
              <a:gd name="connsiteX30-26123" fmla="*/ 523846 w 2107590"/>
              <a:gd name="connsiteY30-26124" fmla="*/ 754633 h 2160513"/>
              <a:gd name="connsiteX31-26125" fmla="*/ 783402 w 2107590"/>
              <a:gd name="connsiteY31-26126" fmla="*/ 868932 h 2160513"/>
              <a:gd name="connsiteX32-26127" fmla="*/ 785783 w 2107590"/>
              <a:gd name="connsiteY32-26128" fmla="*/ 1002283 h 2160513"/>
              <a:gd name="connsiteX33-26129" fmla="*/ 373827 w 2107590"/>
              <a:gd name="connsiteY33-26130" fmla="*/ 852264 h 2160513"/>
              <a:gd name="connsiteX34-26131" fmla="*/ 759589 w 2107590"/>
              <a:gd name="connsiteY34-26132" fmla="*/ 409352 h 2160513"/>
              <a:gd name="connsiteX35-26133" fmla="*/ 1397764 w 2107590"/>
              <a:gd name="connsiteY35-26134" fmla="*/ 606996 h 2160513"/>
              <a:gd name="connsiteX36-26135" fmla="*/ 1409671 w 2107590"/>
              <a:gd name="connsiteY36-26136" fmla="*/ 868933 h 2160513"/>
              <a:gd name="connsiteX37-26137" fmla="*/ 1433483 w 2107590"/>
              <a:gd name="connsiteY37-26138" fmla="*/ 795115 h 2160513"/>
              <a:gd name="connsiteX38-26139" fmla="*/ 1643033 w 2107590"/>
              <a:gd name="connsiteY38-26140" fmla="*/ 611758 h 2160513"/>
              <a:gd name="connsiteX39-26141" fmla="*/ 1795433 w 2107590"/>
              <a:gd name="connsiteY39-26142" fmla="*/ 723677 h 2160513"/>
              <a:gd name="connsiteX40-26143" fmla="*/ 1638271 w 2107590"/>
              <a:gd name="connsiteY40-26144" fmla="*/ 930846 h 2160513"/>
              <a:gd name="connsiteX41-26145" fmla="*/ 1769239 w 2107590"/>
              <a:gd name="connsiteY41-26146" fmla="*/ 821308 h 2160513"/>
              <a:gd name="connsiteX42-26147" fmla="*/ 1819245 w 2107590"/>
              <a:gd name="connsiteY42-26148" fmla="*/ 959420 h 2160513"/>
              <a:gd name="connsiteX43-26149" fmla="*/ 1838296 w 2107590"/>
              <a:gd name="connsiteY43-26150" fmla="*/ 914177 h 2160513"/>
              <a:gd name="connsiteX44-26151" fmla="*/ 1838296 w 2107590"/>
              <a:gd name="connsiteY44-26152" fmla="*/ 1071339 h 2160513"/>
              <a:gd name="connsiteX45-26153" fmla="*/ 1889668 w 2107590"/>
              <a:gd name="connsiteY45-26154" fmla="*/ 1175665 h 2160513"/>
              <a:gd name="connsiteX46-26155" fmla="*/ 1912797 w 2107590"/>
              <a:gd name="connsiteY46-26156" fmla="*/ 1135089 h 2160513"/>
              <a:gd name="connsiteX47-26157" fmla="*/ 1775980 w 2107590"/>
              <a:gd name="connsiteY47-26158" fmla="*/ 1553577 h 2160513"/>
              <a:gd name="connsiteX48-26159" fmla="*/ 1235792 w 2107590"/>
              <a:gd name="connsiteY48-26160" fmla="*/ 1580715 h 2160513"/>
              <a:gd name="connsiteX49-26161" fmla="*/ 1344220 w 2107590"/>
              <a:gd name="connsiteY49-26162" fmla="*/ 1905742 h 2160513"/>
              <a:gd name="connsiteX0-26163" fmla="*/ 1575697 w 2107590"/>
              <a:gd name="connsiteY0-26164" fmla="*/ 2160513 h 2160513"/>
              <a:gd name="connsiteX1-26165" fmla="*/ 956854 w 2107590"/>
              <a:gd name="connsiteY1-26166" fmla="*/ 1258279 h 2160513"/>
              <a:gd name="connsiteX2-26167" fmla="*/ 863892 w 2107590"/>
              <a:gd name="connsiteY2-26168" fmla="*/ 1345253 h 2160513"/>
              <a:gd name="connsiteX3-26169" fmla="*/ 1026241 w 2107590"/>
              <a:gd name="connsiteY3-26170" fmla="*/ 1144473 h 2160513"/>
              <a:gd name="connsiteX4-26171" fmla="*/ 908876 w 2107590"/>
              <a:gd name="connsiteY4-26172" fmla="*/ 743032 h 2160513"/>
              <a:gd name="connsiteX5-26173" fmla="*/ 1054863 w 2107590"/>
              <a:gd name="connsiteY5-26174" fmla="*/ 807021 h 2160513"/>
              <a:gd name="connsiteX6-26175" fmla="*/ 766732 w 2107590"/>
              <a:gd name="connsiteY6-26176" fmla="*/ 928463 h 2160513"/>
              <a:gd name="connsiteX7-26177" fmla="*/ 228569 w 2107590"/>
              <a:gd name="connsiteY7-26178" fmla="*/ 1030857 h 2160513"/>
              <a:gd name="connsiteX8-26179" fmla="*/ 102364 w 2107590"/>
              <a:gd name="connsiteY8-26180" fmla="*/ 578421 h 2160513"/>
              <a:gd name="connsiteX9-26181" fmla="*/ 334972 w 2107590"/>
              <a:gd name="connsiteY9-26182" fmla="*/ 266829 h 2160513"/>
              <a:gd name="connsiteX10-26183" fmla="*/ 754827 w 2107590"/>
              <a:gd name="connsiteY10-26184" fmla="*/ 47401 h 2160513"/>
              <a:gd name="connsiteX11-26185" fmla="*/ 759590 w 2107590"/>
              <a:gd name="connsiteY11-26186" fmla="*/ 95027 h 2160513"/>
              <a:gd name="connsiteX12-26187" fmla="*/ 771497 w 2107590"/>
              <a:gd name="connsiteY12-26188" fmla="*/ 35497 h 2160513"/>
              <a:gd name="connsiteX13-26189" fmla="*/ 1341273 w 2107590"/>
              <a:gd name="connsiteY13-26190" fmla="*/ 79182 h 2160513"/>
              <a:gd name="connsiteX14-26191" fmla="*/ 1369190 w 2107590"/>
              <a:gd name="connsiteY14-26192" fmla="*/ 92646 h 2160513"/>
              <a:gd name="connsiteX15-26193" fmla="*/ 1772045 w 2107590"/>
              <a:gd name="connsiteY15-26194" fmla="*/ 359840 h 2160513"/>
              <a:gd name="connsiteX16-26195" fmla="*/ 1752572 w 2107590"/>
              <a:gd name="connsiteY16-26196" fmla="*/ 342677 h 2160513"/>
              <a:gd name="connsiteX17-26197" fmla="*/ 2013140 w 2107590"/>
              <a:gd name="connsiteY17-26198" fmla="*/ 736265 h 2160513"/>
              <a:gd name="connsiteX18-26199" fmla="*/ 2004983 w 2107590"/>
              <a:gd name="connsiteY18-26200" fmla="*/ 716533 h 2160513"/>
              <a:gd name="connsiteX19-26201" fmla="*/ 2095472 w 2107590"/>
              <a:gd name="connsiteY19-26202" fmla="*/ 1073721 h 2160513"/>
              <a:gd name="connsiteX20-26203" fmla="*/ 1826390 w 2107590"/>
              <a:gd name="connsiteY20-26204" fmla="*/ 1311846 h 2160513"/>
              <a:gd name="connsiteX21-26205" fmla="*/ 1821627 w 2107590"/>
              <a:gd name="connsiteY21-26206" fmla="*/ 1264221 h 2160513"/>
              <a:gd name="connsiteX22-26207" fmla="*/ 1488252 w 2107590"/>
              <a:gd name="connsiteY22-26208" fmla="*/ 1595214 h 2160513"/>
              <a:gd name="connsiteX23-26209" fmla="*/ 1388239 w 2107590"/>
              <a:gd name="connsiteY23-26210" fmla="*/ 1492821 h 2160513"/>
              <a:gd name="connsiteX24-26211" fmla="*/ 1714472 w 2107590"/>
              <a:gd name="connsiteY24-26212" fmla="*/ 1154684 h 2160513"/>
              <a:gd name="connsiteX25-26213" fmla="*/ 1390621 w 2107590"/>
              <a:gd name="connsiteY25-26214" fmla="*/ 1145157 h 2160513"/>
              <a:gd name="connsiteX26-26215" fmla="*/ 1342996 w 2107590"/>
              <a:gd name="connsiteY26-26216" fmla="*/ 1283270 h 2160513"/>
              <a:gd name="connsiteX27-26217" fmla="*/ 1042958 w 2107590"/>
              <a:gd name="connsiteY27-26218" fmla="*/ 983235 h 2160513"/>
              <a:gd name="connsiteX28-26219" fmla="*/ 1309658 w 2107590"/>
              <a:gd name="connsiteY28-26220" fmla="*/ 790352 h 2160513"/>
              <a:gd name="connsiteX29-26221" fmla="*/ 914371 w 2107590"/>
              <a:gd name="connsiteY29-26222" fmla="*/ 511746 h 2160513"/>
              <a:gd name="connsiteX30-26223" fmla="*/ 523846 w 2107590"/>
              <a:gd name="connsiteY30-26224" fmla="*/ 754633 h 2160513"/>
              <a:gd name="connsiteX31-26225" fmla="*/ 783402 w 2107590"/>
              <a:gd name="connsiteY31-26226" fmla="*/ 868932 h 2160513"/>
              <a:gd name="connsiteX32-26227" fmla="*/ 785783 w 2107590"/>
              <a:gd name="connsiteY32-26228" fmla="*/ 1002283 h 2160513"/>
              <a:gd name="connsiteX33-26229" fmla="*/ 373827 w 2107590"/>
              <a:gd name="connsiteY33-26230" fmla="*/ 852264 h 2160513"/>
              <a:gd name="connsiteX34-26231" fmla="*/ 759589 w 2107590"/>
              <a:gd name="connsiteY34-26232" fmla="*/ 409352 h 2160513"/>
              <a:gd name="connsiteX35-26233" fmla="*/ 1397764 w 2107590"/>
              <a:gd name="connsiteY35-26234" fmla="*/ 606996 h 2160513"/>
              <a:gd name="connsiteX36-26235" fmla="*/ 1409671 w 2107590"/>
              <a:gd name="connsiteY36-26236" fmla="*/ 868933 h 2160513"/>
              <a:gd name="connsiteX37-26237" fmla="*/ 1433483 w 2107590"/>
              <a:gd name="connsiteY37-26238" fmla="*/ 795115 h 2160513"/>
              <a:gd name="connsiteX38-26239" fmla="*/ 1643033 w 2107590"/>
              <a:gd name="connsiteY38-26240" fmla="*/ 611758 h 2160513"/>
              <a:gd name="connsiteX39-26241" fmla="*/ 1795433 w 2107590"/>
              <a:gd name="connsiteY39-26242" fmla="*/ 723677 h 2160513"/>
              <a:gd name="connsiteX40-26243" fmla="*/ 1638271 w 2107590"/>
              <a:gd name="connsiteY40-26244" fmla="*/ 930846 h 2160513"/>
              <a:gd name="connsiteX41-26245" fmla="*/ 1769239 w 2107590"/>
              <a:gd name="connsiteY41-26246" fmla="*/ 821308 h 2160513"/>
              <a:gd name="connsiteX42-26247" fmla="*/ 1819245 w 2107590"/>
              <a:gd name="connsiteY42-26248" fmla="*/ 959420 h 2160513"/>
              <a:gd name="connsiteX43-26249" fmla="*/ 1838296 w 2107590"/>
              <a:gd name="connsiteY43-26250" fmla="*/ 914177 h 2160513"/>
              <a:gd name="connsiteX44-26251" fmla="*/ 1838296 w 2107590"/>
              <a:gd name="connsiteY44-26252" fmla="*/ 1071339 h 2160513"/>
              <a:gd name="connsiteX45-26253" fmla="*/ 1889668 w 2107590"/>
              <a:gd name="connsiteY45-26254" fmla="*/ 1175665 h 2160513"/>
              <a:gd name="connsiteX46-26255" fmla="*/ 1912797 w 2107590"/>
              <a:gd name="connsiteY46-26256" fmla="*/ 1135089 h 2160513"/>
              <a:gd name="connsiteX47-26257" fmla="*/ 1775980 w 2107590"/>
              <a:gd name="connsiteY47-26258" fmla="*/ 1553577 h 2160513"/>
              <a:gd name="connsiteX48-26259" fmla="*/ 1235792 w 2107590"/>
              <a:gd name="connsiteY48-26260" fmla="*/ 1580715 h 2160513"/>
              <a:gd name="connsiteX49-26261" fmla="*/ 1344220 w 2107590"/>
              <a:gd name="connsiteY49-26262" fmla="*/ 1905742 h 2160513"/>
              <a:gd name="connsiteX0-26263" fmla="*/ 1575697 w 2107590"/>
              <a:gd name="connsiteY0-26264" fmla="*/ 2160513 h 2160513"/>
              <a:gd name="connsiteX1-26265" fmla="*/ 956854 w 2107590"/>
              <a:gd name="connsiteY1-26266" fmla="*/ 1258279 h 2160513"/>
              <a:gd name="connsiteX2-26267" fmla="*/ 863892 w 2107590"/>
              <a:gd name="connsiteY2-26268" fmla="*/ 1345253 h 2160513"/>
              <a:gd name="connsiteX3-26269" fmla="*/ 1026241 w 2107590"/>
              <a:gd name="connsiteY3-26270" fmla="*/ 1144473 h 2160513"/>
              <a:gd name="connsiteX4-26271" fmla="*/ 908876 w 2107590"/>
              <a:gd name="connsiteY4-26272" fmla="*/ 743032 h 2160513"/>
              <a:gd name="connsiteX5-26273" fmla="*/ 1054863 w 2107590"/>
              <a:gd name="connsiteY5-26274" fmla="*/ 807021 h 2160513"/>
              <a:gd name="connsiteX6-26275" fmla="*/ 766732 w 2107590"/>
              <a:gd name="connsiteY6-26276" fmla="*/ 928463 h 2160513"/>
              <a:gd name="connsiteX7-26277" fmla="*/ 228569 w 2107590"/>
              <a:gd name="connsiteY7-26278" fmla="*/ 1030857 h 2160513"/>
              <a:gd name="connsiteX8-26279" fmla="*/ 102364 w 2107590"/>
              <a:gd name="connsiteY8-26280" fmla="*/ 578421 h 2160513"/>
              <a:gd name="connsiteX9-26281" fmla="*/ 334972 w 2107590"/>
              <a:gd name="connsiteY9-26282" fmla="*/ 266829 h 2160513"/>
              <a:gd name="connsiteX10-26283" fmla="*/ 754827 w 2107590"/>
              <a:gd name="connsiteY10-26284" fmla="*/ 47401 h 2160513"/>
              <a:gd name="connsiteX11-26285" fmla="*/ 759590 w 2107590"/>
              <a:gd name="connsiteY11-26286" fmla="*/ 95027 h 2160513"/>
              <a:gd name="connsiteX12-26287" fmla="*/ 771497 w 2107590"/>
              <a:gd name="connsiteY12-26288" fmla="*/ 35497 h 2160513"/>
              <a:gd name="connsiteX13-26289" fmla="*/ 1341273 w 2107590"/>
              <a:gd name="connsiteY13-26290" fmla="*/ 79182 h 2160513"/>
              <a:gd name="connsiteX14-26291" fmla="*/ 1369190 w 2107590"/>
              <a:gd name="connsiteY14-26292" fmla="*/ 92646 h 2160513"/>
              <a:gd name="connsiteX15-26293" fmla="*/ 1772045 w 2107590"/>
              <a:gd name="connsiteY15-26294" fmla="*/ 359840 h 2160513"/>
              <a:gd name="connsiteX16-26295" fmla="*/ 1752572 w 2107590"/>
              <a:gd name="connsiteY16-26296" fmla="*/ 342677 h 2160513"/>
              <a:gd name="connsiteX17-26297" fmla="*/ 2013140 w 2107590"/>
              <a:gd name="connsiteY17-26298" fmla="*/ 736265 h 2160513"/>
              <a:gd name="connsiteX18-26299" fmla="*/ 2004983 w 2107590"/>
              <a:gd name="connsiteY18-26300" fmla="*/ 716533 h 2160513"/>
              <a:gd name="connsiteX19-26301" fmla="*/ 2095472 w 2107590"/>
              <a:gd name="connsiteY19-26302" fmla="*/ 1073721 h 2160513"/>
              <a:gd name="connsiteX20-26303" fmla="*/ 1826390 w 2107590"/>
              <a:gd name="connsiteY20-26304" fmla="*/ 1311846 h 2160513"/>
              <a:gd name="connsiteX21-26305" fmla="*/ 1821627 w 2107590"/>
              <a:gd name="connsiteY21-26306" fmla="*/ 1264221 h 2160513"/>
              <a:gd name="connsiteX22-26307" fmla="*/ 1488252 w 2107590"/>
              <a:gd name="connsiteY22-26308" fmla="*/ 1595214 h 2160513"/>
              <a:gd name="connsiteX23-26309" fmla="*/ 1388239 w 2107590"/>
              <a:gd name="connsiteY23-26310" fmla="*/ 1492821 h 2160513"/>
              <a:gd name="connsiteX24-26311" fmla="*/ 1714472 w 2107590"/>
              <a:gd name="connsiteY24-26312" fmla="*/ 1154684 h 2160513"/>
              <a:gd name="connsiteX25-26313" fmla="*/ 1390621 w 2107590"/>
              <a:gd name="connsiteY25-26314" fmla="*/ 1145157 h 2160513"/>
              <a:gd name="connsiteX26-26315" fmla="*/ 1342996 w 2107590"/>
              <a:gd name="connsiteY26-26316" fmla="*/ 1283270 h 2160513"/>
              <a:gd name="connsiteX27-26317" fmla="*/ 1042958 w 2107590"/>
              <a:gd name="connsiteY27-26318" fmla="*/ 983235 h 2160513"/>
              <a:gd name="connsiteX28-26319" fmla="*/ 1309658 w 2107590"/>
              <a:gd name="connsiteY28-26320" fmla="*/ 790352 h 2160513"/>
              <a:gd name="connsiteX29-26321" fmla="*/ 914371 w 2107590"/>
              <a:gd name="connsiteY29-26322" fmla="*/ 511746 h 2160513"/>
              <a:gd name="connsiteX30-26323" fmla="*/ 523846 w 2107590"/>
              <a:gd name="connsiteY30-26324" fmla="*/ 754633 h 2160513"/>
              <a:gd name="connsiteX31-26325" fmla="*/ 783402 w 2107590"/>
              <a:gd name="connsiteY31-26326" fmla="*/ 868932 h 2160513"/>
              <a:gd name="connsiteX32-26327" fmla="*/ 785783 w 2107590"/>
              <a:gd name="connsiteY32-26328" fmla="*/ 1002283 h 2160513"/>
              <a:gd name="connsiteX33-26329" fmla="*/ 373827 w 2107590"/>
              <a:gd name="connsiteY33-26330" fmla="*/ 852264 h 2160513"/>
              <a:gd name="connsiteX34-26331" fmla="*/ 759589 w 2107590"/>
              <a:gd name="connsiteY34-26332" fmla="*/ 409352 h 2160513"/>
              <a:gd name="connsiteX35-26333" fmla="*/ 1397764 w 2107590"/>
              <a:gd name="connsiteY35-26334" fmla="*/ 606996 h 2160513"/>
              <a:gd name="connsiteX36-26335" fmla="*/ 1409671 w 2107590"/>
              <a:gd name="connsiteY36-26336" fmla="*/ 868933 h 2160513"/>
              <a:gd name="connsiteX37-26337" fmla="*/ 1433483 w 2107590"/>
              <a:gd name="connsiteY37-26338" fmla="*/ 795115 h 2160513"/>
              <a:gd name="connsiteX38-26339" fmla="*/ 1643033 w 2107590"/>
              <a:gd name="connsiteY38-26340" fmla="*/ 611758 h 2160513"/>
              <a:gd name="connsiteX39-26341" fmla="*/ 1795433 w 2107590"/>
              <a:gd name="connsiteY39-26342" fmla="*/ 723677 h 2160513"/>
              <a:gd name="connsiteX40-26343" fmla="*/ 1638271 w 2107590"/>
              <a:gd name="connsiteY40-26344" fmla="*/ 930846 h 2160513"/>
              <a:gd name="connsiteX41-26345" fmla="*/ 1769239 w 2107590"/>
              <a:gd name="connsiteY41-26346" fmla="*/ 821308 h 2160513"/>
              <a:gd name="connsiteX42-26347" fmla="*/ 1819245 w 2107590"/>
              <a:gd name="connsiteY42-26348" fmla="*/ 959420 h 2160513"/>
              <a:gd name="connsiteX43-26349" fmla="*/ 1838296 w 2107590"/>
              <a:gd name="connsiteY43-26350" fmla="*/ 914177 h 2160513"/>
              <a:gd name="connsiteX44-26351" fmla="*/ 1838296 w 2107590"/>
              <a:gd name="connsiteY44-26352" fmla="*/ 1071339 h 2160513"/>
              <a:gd name="connsiteX45-26353" fmla="*/ 1889668 w 2107590"/>
              <a:gd name="connsiteY45-26354" fmla="*/ 1175665 h 2160513"/>
              <a:gd name="connsiteX46-26355" fmla="*/ 1912797 w 2107590"/>
              <a:gd name="connsiteY46-26356" fmla="*/ 1135089 h 2160513"/>
              <a:gd name="connsiteX47-26357" fmla="*/ 1775980 w 2107590"/>
              <a:gd name="connsiteY47-26358" fmla="*/ 1553577 h 2160513"/>
              <a:gd name="connsiteX48-26359" fmla="*/ 1235792 w 2107590"/>
              <a:gd name="connsiteY48-26360" fmla="*/ 1580715 h 2160513"/>
              <a:gd name="connsiteX49-26361" fmla="*/ 1344220 w 2107590"/>
              <a:gd name="connsiteY49-26362" fmla="*/ 1905742 h 2160513"/>
              <a:gd name="connsiteX0-26363" fmla="*/ 1575697 w 2107590"/>
              <a:gd name="connsiteY0-26364" fmla="*/ 2160513 h 2160513"/>
              <a:gd name="connsiteX1-26365" fmla="*/ 956854 w 2107590"/>
              <a:gd name="connsiteY1-26366" fmla="*/ 1258279 h 2160513"/>
              <a:gd name="connsiteX2-26367" fmla="*/ 863892 w 2107590"/>
              <a:gd name="connsiteY2-26368" fmla="*/ 1345253 h 2160513"/>
              <a:gd name="connsiteX3-26369" fmla="*/ 1026241 w 2107590"/>
              <a:gd name="connsiteY3-26370" fmla="*/ 1144473 h 2160513"/>
              <a:gd name="connsiteX4-26371" fmla="*/ 908876 w 2107590"/>
              <a:gd name="connsiteY4-26372" fmla="*/ 743032 h 2160513"/>
              <a:gd name="connsiteX5-26373" fmla="*/ 1054863 w 2107590"/>
              <a:gd name="connsiteY5-26374" fmla="*/ 807021 h 2160513"/>
              <a:gd name="connsiteX6-26375" fmla="*/ 766732 w 2107590"/>
              <a:gd name="connsiteY6-26376" fmla="*/ 928463 h 2160513"/>
              <a:gd name="connsiteX7-26377" fmla="*/ 228569 w 2107590"/>
              <a:gd name="connsiteY7-26378" fmla="*/ 1030857 h 2160513"/>
              <a:gd name="connsiteX8-26379" fmla="*/ 102364 w 2107590"/>
              <a:gd name="connsiteY8-26380" fmla="*/ 578421 h 2160513"/>
              <a:gd name="connsiteX9-26381" fmla="*/ 334972 w 2107590"/>
              <a:gd name="connsiteY9-26382" fmla="*/ 266829 h 2160513"/>
              <a:gd name="connsiteX10-26383" fmla="*/ 754827 w 2107590"/>
              <a:gd name="connsiteY10-26384" fmla="*/ 47401 h 2160513"/>
              <a:gd name="connsiteX11-26385" fmla="*/ 759590 w 2107590"/>
              <a:gd name="connsiteY11-26386" fmla="*/ 95027 h 2160513"/>
              <a:gd name="connsiteX12-26387" fmla="*/ 771497 w 2107590"/>
              <a:gd name="connsiteY12-26388" fmla="*/ 35497 h 2160513"/>
              <a:gd name="connsiteX13-26389" fmla="*/ 1341273 w 2107590"/>
              <a:gd name="connsiteY13-26390" fmla="*/ 79182 h 2160513"/>
              <a:gd name="connsiteX14-26391" fmla="*/ 1369190 w 2107590"/>
              <a:gd name="connsiteY14-26392" fmla="*/ 92646 h 2160513"/>
              <a:gd name="connsiteX15-26393" fmla="*/ 1772045 w 2107590"/>
              <a:gd name="connsiteY15-26394" fmla="*/ 359840 h 2160513"/>
              <a:gd name="connsiteX16-26395" fmla="*/ 1752572 w 2107590"/>
              <a:gd name="connsiteY16-26396" fmla="*/ 342677 h 2160513"/>
              <a:gd name="connsiteX17-26397" fmla="*/ 2013140 w 2107590"/>
              <a:gd name="connsiteY17-26398" fmla="*/ 736265 h 2160513"/>
              <a:gd name="connsiteX18-26399" fmla="*/ 2004983 w 2107590"/>
              <a:gd name="connsiteY18-26400" fmla="*/ 716533 h 2160513"/>
              <a:gd name="connsiteX19-26401" fmla="*/ 2095472 w 2107590"/>
              <a:gd name="connsiteY19-26402" fmla="*/ 1073721 h 2160513"/>
              <a:gd name="connsiteX20-26403" fmla="*/ 1826390 w 2107590"/>
              <a:gd name="connsiteY20-26404" fmla="*/ 1311846 h 2160513"/>
              <a:gd name="connsiteX21-26405" fmla="*/ 1821627 w 2107590"/>
              <a:gd name="connsiteY21-26406" fmla="*/ 1264221 h 2160513"/>
              <a:gd name="connsiteX22-26407" fmla="*/ 1488252 w 2107590"/>
              <a:gd name="connsiteY22-26408" fmla="*/ 1595214 h 2160513"/>
              <a:gd name="connsiteX23-26409" fmla="*/ 1388239 w 2107590"/>
              <a:gd name="connsiteY23-26410" fmla="*/ 1492821 h 2160513"/>
              <a:gd name="connsiteX24-26411" fmla="*/ 1714472 w 2107590"/>
              <a:gd name="connsiteY24-26412" fmla="*/ 1154684 h 2160513"/>
              <a:gd name="connsiteX25-26413" fmla="*/ 1390621 w 2107590"/>
              <a:gd name="connsiteY25-26414" fmla="*/ 1145157 h 2160513"/>
              <a:gd name="connsiteX26-26415" fmla="*/ 1342996 w 2107590"/>
              <a:gd name="connsiteY26-26416" fmla="*/ 1283270 h 2160513"/>
              <a:gd name="connsiteX27-26417" fmla="*/ 1042958 w 2107590"/>
              <a:gd name="connsiteY27-26418" fmla="*/ 983235 h 2160513"/>
              <a:gd name="connsiteX28-26419" fmla="*/ 1309658 w 2107590"/>
              <a:gd name="connsiteY28-26420" fmla="*/ 790352 h 2160513"/>
              <a:gd name="connsiteX29-26421" fmla="*/ 914371 w 2107590"/>
              <a:gd name="connsiteY29-26422" fmla="*/ 511746 h 2160513"/>
              <a:gd name="connsiteX30-26423" fmla="*/ 523846 w 2107590"/>
              <a:gd name="connsiteY30-26424" fmla="*/ 754633 h 2160513"/>
              <a:gd name="connsiteX31-26425" fmla="*/ 783402 w 2107590"/>
              <a:gd name="connsiteY31-26426" fmla="*/ 868932 h 2160513"/>
              <a:gd name="connsiteX32-26427" fmla="*/ 785783 w 2107590"/>
              <a:gd name="connsiteY32-26428" fmla="*/ 1002283 h 2160513"/>
              <a:gd name="connsiteX33-26429" fmla="*/ 373827 w 2107590"/>
              <a:gd name="connsiteY33-26430" fmla="*/ 852264 h 2160513"/>
              <a:gd name="connsiteX34-26431" fmla="*/ 759589 w 2107590"/>
              <a:gd name="connsiteY34-26432" fmla="*/ 409352 h 2160513"/>
              <a:gd name="connsiteX35-26433" fmla="*/ 1397764 w 2107590"/>
              <a:gd name="connsiteY35-26434" fmla="*/ 606996 h 2160513"/>
              <a:gd name="connsiteX36-26435" fmla="*/ 1409671 w 2107590"/>
              <a:gd name="connsiteY36-26436" fmla="*/ 868933 h 2160513"/>
              <a:gd name="connsiteX37-26437" fmla="*/ 1433483 w 2107590"/>
              <a:gd name="connsiteY37-26438" fmla="*/ 795115 h 2160513"/>
              <a:gd name="connsiteX38-26439" fmla="*/ 1643033 w 2107590"/>
              <a:gd name="connsiteY38-26440" fmla="*/ 611758 h 2160513"/>
              <a:gd name="connsiteX39-26441" fmla="*/ 1795433 w 2107590"/>
              <a:gd name="connsiteY39-26442" fmla="*/ 723677 h 2160513"/>
              <a:gd name="connsiteX40-26443" fmla="*/ 1633508 w 2107590"/>
              <a:gd name="connsiteY40-26444" fmla="*/ 926083 h 2160513"/>
              <a:gd name="connsiteX41-26445" fmla="*/ 1769239 w 2107590"/>
              <a:gd name="connsiteY41-26446" fmla="*/ 821308 h 2160513"/>
              <a:gd name="connsiteX42-26447" fmla="*/ 1819245 w 2107590"/>
              <a:gd name="connsiteY42-26448" fmla="*/ 959420 h 2160513"/>
              <a:gd name="connsiteX43-26449" fmla="*/ 1838296 w 2107590"/>
              <a:gd name="connsiteY43-26450" fmla="*/ 914177 h 2160513"/>
              <a:gd name="connsiteX44-26451" fmla="*/ 1838296 w 2107590"/>
              <a:gd name="connsiteY44-26452" fmla="*/ 1071339 h 2160513"/>
              <a:gd name="connsiteX45-26453" fmla="*/ 1889668 w 2107590"/>
              <a:gd name="connsiteY45-26454" fmla="*/ 1175665 h 2160513"/>
              <a:gd name="connsiteX46-26455" fmla="*/ 1912797 w 2107590"/>
              <a:gd name="connsiteY46-26456" fmla="*/ 1135089 h 2160513"/>
              <a:gd name="connsiteX47-26457" fmla="*/ 1775980 w 2107590"/>
              <a:gd name="connsiteY47-26458" fmla="*/ 1553577 h 2160513"/>
              <a:gd name="connsiteX48-26459" fmla="*/ 1235792 w 2107590"/>
              <a:gd name="connsiteY48-26460" fmla="*/ 1580715 h 2160513"/>
              <a:gd name="connsiteX49-26461" fmla="*/ 1344220 w 2107590"/>
              <a:gd name="connsiteY49-26462" fmla="*/ 1905742 h 2160513"/>
              <a:gd name="connsiteX0-26463" fmla="*/ 1575697 w 2107590"/>
              <a:gd name="connsiteY0-26464" fmla="*/ 2160513 h 2160513"/>
              <a:gd name="connsiteX1-26465" fmla="*/ 956854 w 2107590"/>
              <a:gd name="connsiteY1-26466" fmla="*/ 1258279 h 2160513"/>
              <a:gd name="connsiteX2-26467" fmla="*/ 863892 w 2107590"/>
              <a:gd name="connsiteY2-26468" fmla="*/ 1345253 h 2160513"/>
              <a:gd name="connsiteX3-26469" fmla="*/ 1026241 w 2107590"/>
              <a:gd name="connsiteY3-26470" fmla="*/ 1144473 h 2160513"/>
              <a:gd name="connsiteX4-26471" fmla="*/ 908876 w 2107590"/>
              <a:gd name="connsiteY4-26472" fmla="*/ 743032 h 2160513"/>
              <a:gd name="connsiteX5-26473" fmla="*/ 1054863 w 2107590"/>
              <a:gd name="connsiteY5-26474" fmla="*/ 807021 h 2160513"/>
              <a:gd name="connsiteX6-26475" fmla="*/ 766732 w 2107590"/>
              <a:gd name="connsiteY6-26476" fmla="*/ 928463 h 2160513"/>
              <a:gd name="connsiteX7-26477" fmla="*/ 228569 w 2107590"/>
              <a:gd name="connsiteY7-26478" fmla="*/ 1030857 h 2160513"/>
              <a:gd name="connsiteX8-26479" fmla="*/ 102364 w 2107590"/>
              <a:gd name="connsiteY8-26480" fmla="*/ 578421 h 2160513"/>
              <a:gd name="connsiteX9-26481" fmla="*/ 334972 w 2107590"/>
              <a:gd name="connsiteY9-26482" fmla="*/ 266829 h 2160513"/>
              <a:gd name="connsiteX10-26483" fmla="*/ 754827 w 2107590"/>
              <a:gd name="connsiteY10-26484" fmla="*/ 47401 h 2160513"/>
              <a:gd name="connsiteX11-26485" fmla="*/ 759590 w 2107590"/>
              <a:gd name="connsiteY11-26486" fmla="*/ 95027 h 2160513"/>
              <a:gd name="connsiteX12-26487" fmla="*/ 771497 w 2107590"/>
              <a:gd name="connsiteY12-26488" fmla="*/ 35497 h 2160513"/>
              <a:gd name="connsiteX13-26489" fmla="*/ 1341273 w 2107590"/>
              <a:gd name="connsiteY13-26490" fmla="*/ 79182 h 2160513"/>
              <a:gd name="connsiteX14-26491" fmla="*/ 1369190 w 2107590"/>
              <a:gd name="connsiteY14-26492" fmla="*/ 92646 h 2160513"/>
              <a:gd name="connsiteX15-26493" fmla="*/ 1772045 w 2107590"/>
              <a:gd name="connsiteY15-26494" fmla="*/ 359840 h 2160513"/>
              <a:gd name="connsiteX16-26495" fmla="*/ 1752572 w 2107590"/>
              <a:gd name="connsiteY16-26496" fmla="*/ 342677 h 2160513"/>
              <a:gd name="connsiteX17-26497" fmla="*/ 2013140 w 2107590"/>
              <a:gd name="connsiteY17-26498" fmla="*/ 736265 h 2160513"/>
              <a:gd name="connsiteX18-26499" fmla="*/ 2004983 w 2107590"/>
              <a:gd name="connsiteY18-26500" fmla="*/ 716533 h 2160513"/>
              <a:gd name="connsiteX19-26501" fmla="*/ 2095472 w 2107590"/>
              <a:gd name="connsiteY19-26502" fmla="*/ 1073721 h 2160513"/>
              <a:gd name="connsiteX20-26503" fmla="*/ 1826390 w 2107590"/>
              <a:gd name="connsiteY20-26504" fmla="*/ 1311846 h 2160513"/>
              <a:gd name="connsiteX21-26505" fmla="*/ 1821627 w 2107590"/>
              <a:gd name="connsiteY21-26506" fmla="*/ 1264221 h 2160513"/>
              <a:gd name="connsiteX22-26507" fmla="*/ 1488252 w 2107590"/>
              <a:gd name="connsiteY22-26508" fmla="*/ 1595214 h 2160513"/>
              <a:gd name="connsiteX23-26509" fmla="*/ 1388239 w 2107590"/>
              <a:gd name="connsiteY23-26510" fmla="*/ 1492821 h 2160513"/>
              <a:gd name="connsiteX24-26511" fmla="*/ 1714472 w 2107590"/>
              <a:gd name="connsiteY24-26512" fmla="*/ 1154684 h 2160513"/>
              <a:gd name="connsiteX25-26513" fmla="*/ 1390621 w 2107590"/>
              <a:gd name="connsiteY25-26514" fmla="*/ 1145157 h 2160513"/>
              <a:gd name="connsiteX26-26515" fmla="*/ 1342996 w 2107590"/>
              <a:gd name="connsiteY26-26516" fmla="*/ 1283270 h 2160513"/>
              <a:gd name="connsiteX27-26517" fmla="*/ 1042958 w 2107590"/>
              <a:gd name="connsiteY27-26518" fmla="*/ 983235 h 2160513"/>
              <a:gd name="connsiteX28-26519" fmla="*/ 1309658 w 2107590"/>
              <a:gd name="connsiteY28-26520" fmla="*/ 790352 h 2160513"/>
              <a:gd name="connsiteX29-26521" fmla="*/ 914371 w 2107590"/>
              <a:gd name="connsiteY29-26522" fmla="*/ 511746 h 2160513"/>
              <a:gd name="connsiteX30-26523" fmla="*/ 523846 w 2107590"/>
              <a:gd name="connsiteY30-26524" fmla="*/ 754633 h 2160513"/>
              <a:gd name="connsiteX31-26525" fmla="*/ 783402 w 2107590"/>
              <a:gd name="connsiteY31-26526" fmla="*/ 868932 h 2160513"/>
              <a:gd name="connsiteX32-26527" fmla="*/ 785783 w 2107590"/>
              <a:gd name="connsiteY32-26528" fmla="*/ 1002283 h 2160513"/>
              <a:gd name="connsiteX33-26529" fmla="*/ 373827 w 2107590"/>
              <a:gd name="connsiteY33-26530" fmla="*/ 852264 h 2160513"/>
              <a:gd name="connsiteX34-26531" fmla="*/ 759589 w 2107590"/>
              <a:gd name="connsiteY34-26532" fmla="*/ 409352 h 2160513"/>
              <a:gd name="connsiteX35-26533" fmla="*/ 1397764 w 2107590"/>
              <a:gd name="connsiteY35-26534" fmla="*/ 606996 h 2160513"/>
              <a:gd name="connsiteX36-26535" fmla="*/ 1409671 w 2107590"/>
              <a:gd name="connsiteY36-26536" fmla="*/ 868933 h 2160513"/>
              <a:gd name="connsiteX37-26537" fmla="*/ 1433483 w 2107590"/>
              <a:gd name="connsiteY37-26538" fmla="*/ 795115 h 2160513"/>
              <a:gd name="connsiteX38-26539" fmla="*/ 1643033 w 2107590"/>
              <a:gd name="connsiteY38-26540" fmla="*/ 611758 h 2160513"/>
              <a:gd name="connsiteX39-26541" fmla="*/ 1795433 w 2107590"/>
              <a:gd name="connsiteY39-26542" fmla="*/ 723677 h 2160513"/>
              <a:gd name="connsiteX40-26543" fmla="*/ 1633508 w 2107590"/>
              <a:gd name="connsiteY40-26544" fmla="*/ 926083 h 2160513"/>
              <a:gd name="connsiteX41-26545" fmla="*/ 1769239 w 2107590"/>
              <a:gd name="connsiteY41-26546" fmla="*/ 821308 h 2160513"/>
              <a:gd name="connsiteX42-26547" fmla="*/ 1819245 w 2107590"/>
              <a:gd name="connsiteY42-26548" fmla="*/ 959420 h 2160513"/>
              <a:gd name="connsiteX43-26549" fmla="*/ 1838296 w 2107590"/>
              <a:gd name="connsiteY43-26550" fmla="*/ 914177 h 2160513"/>
              <a:gd name="connsiteX44-26551" fmla="*/ 1838296 w 2107590"/>
              <a:gd name="connsiteY44-26552" fmla="*/ 1071339 h 2160513"/>
              <a:gd name="connsiteX45-26553" fmla="*/ 1889668 w 2107590"/>
              <a:gd name="connsiteY45-26554" fmla="*/ 1175665 h 2160513"/>
              <a:gd name="connsiteX46-26555" fmla="*/ 1912797 w 2107590"/>
              <a:gd name="connsiteY46-26556" fmla="*/ 1135089 h 2160513"/>
              <a:gd name="connsiteX47-26557" fmla="*/ 1775980 w 2107590"/>
              <a:gd name="connsiteY47-26558" fmla="*/ 1553577 h 2160513"/>
              <a:gd name="connsiteX48-26559" fmla="*/ 1235792 w 2107590"/>
              <a:gd name="connsiteY48-26560" fmla="*/ 1580715 h 2160513"/>
              <a:gd name="connsiteX49-26561" fmla="*/ 1344220 w 2107590"/>
              <a:gd name="connsiteY49-26562" fmla="*/ 1905742 h 2160513"/>
              <a:gd name="connsiteX0-26563" fmla="*/ 1575697 w 2107590"/>
              <a:gd name="connsiteY0-26564" fmla="*/ 2160513 h 2160513"/>
              <a:gd name="connsiteX1-26565" fmla="*/ 956854 w 2107590"/>
              <a:gd name="connsiteY1-26566" fmla="*/ 1258279 h 2160513"/>
              <a:gd name="connsiteX2-26567" fmla="*/ 863892 w 2107590"/>
              <a:gd name="connsiteY2-26568" fmla="*/ 1345253 h 2160513"/>
              <a:gd name="connsiteX3-26569" fmla="*/ 1026241 w 2107590"/>
              <a:gd name="connsiteY3-26570" fmla="*/ 1144473 h 2160513"/>
              <a:gd name="connsiteX4-26571" fmla="*/ 908876 w 2107590"/>
              <a:gd name="connsiteY4-26572" fmla="*/ 743032 h 2160513"/>
              <a:gd name="connsiteX5-26573" fmla="*/ 1054863 w 2107590"/>
              <a:gd name="connsiteY5-26574" fmla="*/ 807021 h 2160513"/>
              <a:gd name="connsiteX6-26575" fmla="*/ 766732 w 2107590"/>
              <a:gd name="connsiteY6-26576" fmla="*/ 928463 h 2160513"/>
              <a:gd name="connsiteX7-26577" fmla="*/ 228569 w 2107590"/>
              <a:gd name="connsiteY7-26578" fmla="*/ 1030857 h 2160513"/>
              <a:gd name="connsiteX8-26579" fmla="*/ 102364 w 2107590"/>
              <a:gd name="connsiteY8-26580" fmla="*/ 578421 h 2160513"/>
              <a:gd name="connsiteX9-26581" fmla="*/ 334972 w 2107590"/>
              <a:gd name="connsiteY9-26582" fmla="*/ 266829 h 2160513"/>
              <a:gd name="connsiteX10-26583" fmla="*/ 754827 w 2107590"/>
              <a:gd name="connsiteY10-26584" fmla="*/ 47401 h 2160513"/>
              <a:gd name="connsiteX11-26585" fmla="*/ 759590 w 2107590"/>
              <a:gd name="connsiteY11-26586" fmla="*/ 95027 h 2160513"/>
              <a:gd name="connsiteX12-26587" fmla="*/ 771497 w 2107590"/>
              <a:gd name="connsiteY12-26588" fmla="*/ 35497 h 2160513"/>
              <a:gd name="connsiteX13-26589" fmla="*/ 1341273 w 2107590"/>
              <a:gd name="connsiteY13-26590" fmla="*/ 79182 h 2160513"/>
              <a:gd name="connsiteX14-26591" fmla="*/ 1369190 w 2107590"/>
              <a:gd name="connsiteY14-26592" fmla="*/ 92646 h 2160513"/>
              <a:gd name="connsiteX15-26593" fmla="*/ 1772045 w 2107590"/>
              <a:gd name="connsiteY15-26594" fmla="*/ 359840 h 2160513"/>
              <a:gd name="connsiteX16-26595" fmla="*/ 1752572 w 2107590"/>
              <a:gd name="connsiteY16-26596" fmla="*/ 342677 h 2160513"/>
              <a:gd name="connsiteX17-26597" fmla="*/ 2013140 w 2107590"/>
              <a:gd name="connsiteY17-26598" fmla="*/ 736265 h 2160513"/>
              <a:gd name="connsiteX18-26599" fmla="*/ 2004983 w 2107590"/>
              <a:gd name="connsiteY18-26600" fmla="*/ 716533 h 2160513"/>
              <a:gd name="connsiteX19-26601" fmla="*/ 2095472 w 2107590"/>
              <a:gd name="connsiteY19-26602" fmla="*/ 1073721 h 2160513"/>
              <a:gd name="connsiteX20-26603" fmla="*/ 1826390 w 2107590"/>
              <a:gd name="connsiteY20-26604" fmla="*/ 1311846 h 2160513"/>
              <a:gd name="connsiteX21-26605" fmla="*/ 1821627 w 2107590"/>
              <a:gd name="connsiteY21-26606" fmla="*/ 1264221 h 2160513"/>
              <a:gd name="connsiteX22-26607" fmla="*/ 1488252 w 2107590"/>
              <a:gd name="connsiteY22-26608" fmla="*/ 1595214 h 2160513"/>
              <a:gd name="connsiteX23-26609" fmla="*/ 1388239 w 2107590"/>
              <a:gd name="connsiteY23-26610" fmla="*/ 1492821 h 2160513"/>
              <a:gd name="connsiteX24-26611" fmla="*/ 1714472 w 2107590"/>
              <a:gd name="connsiteY24-26612" fmla="*/ 1154684 h 2160513"/>
              <a:gd name="connsiteX25-26613" fmla="*/ 1390621 w 2107590"/>
              <a:gd name="connsiteY25-26614" fmla="*/ 1145157 h 2160513"/>
              <a:gd name="connsiteX26-26615" fmla="*/ 1342996 w 2107590"/>
              <a:gd name="connsiteY26-26616" fmla="*/ 1283270 h 2160513"/>
              <a:gd name="connsiteX27-26617" fmla="*/ 1042958 w 2107590"/>
              <a:gd name="connsiteY27-26618" fmla="*/ 983235 h 2160513"/>
              <a:gd name="connsiteX28-26619" fmla="*/ 1309658 w 2107590"/>
              <a:gd name="connsiteY28-26620" fmla="*/ 790352 h 2160513"/>
              <a:gd name="connsiteX29-26621" fmla="*/ 914371 w 2107590"/>
              <a:gd name="connsiteY29-26622" fmla="*/ 511746 h 2160513"/>
              <a:gd name="connsiteX30-26623" fmla="*/ 523846 w 2107590"/>
              <a:gd name="connsiteY30-26624" fmla="*/ 754633 h 2160513"/>
              <a:gd name="connsiteX31-26625" fmla="*/ 783402 w 2107590"/>
              <a:gd name="connsiteY31-26626" fmla="*/ 868932 h 2160513"/>
              <a:gd name="connsiteX32-26627" fmla="*/ 785783 w 2107590"/>
              <a:gd name="connsiteY32-26628" fmla="*/ 1002283 h 2160513"/>
              <a:gd name="connsiteX33-26629" fmla="*/ 373827 w 2107590"/>
              <a:gd name="connsiteY33-26630" fmla="*/ 852264 h 2160513"/>
              <a:gd name="connsiteX34-26631" fmla="*/ 759589 w 2107590"/>
              <a:gd name="connsiteY34-26632" fmla="*/ 409352 h 2160513"/>
              <a:gd name="connsiteX35-26633" fmla="*/ 1397764 w 2107590"/>
              <a:gd name="connsiteY35-26634" fmla="*/ 606996 h 2160513"/>
              <a:gd name="connsiteX36-26635" fmla="*/ 1409671 w 2107590"/>
              <a:gd name="connsiteY36-26636" fmla="*/ 868933 h 2160513"/>
              <a:gd name="connsiteX37-26637" fmla="*/ 1433483 w 2107590"/>
              <a:gd name="connsiteY37-26638" fmla="*/ 795115 h 2160513"/>
              <a:gd name="connsiteX38-26639" fmla="*/ 1643033 w 2107590"/>
              <a:gd name="connsiteY38-26640" fmla="*/ 611758 h 2160513"/>
              <a:gd name="connsiteX39-26641" fmla="*/ 1804958 w 2107590"/>
              <a:gd name="connsiteY39-26642" fmla="*/ 709389 h 2160513"/>
              <a:gd name="connsiteX40-26643" fmla="*/ 1633508 w 2107590"/>
              <a:gd name="connsiteY40-26644" fmla="*/ 926083 h 2160513"/>
              <a:gd name="connsiteX41-26645" fmla="*/ 1769239 w 2107590"/>
              <a:gd name="connsiteY41-26646" fmla="*/ 821308 h 2160513"/>
              <a:gd name="connsiteX42-26647" fmla="*/ 1819245 w 2107590"/>
              <a:gd name="connsiteY42-26648" fmla="*/ 959420 h 2160513"/>
              <a:gd name="connsiteX43-26649" fmla="*/ 1838296 w 2107590"/>
              <a:gd name="connsiteY43-26650" fmla="*/ 914177 h 2160513"/>
              <a:gd name="connsiteX44-26651" fmla="*/ 1838296 w 2107590"/>
              <a:gd name="connsiteY44-26652" fmla="*/ 1071339 h 2160513"/>
              <a:gd name="connsiteX45-26653" fmla="*/ 1889668 w 2107590"/>
              <a:gd name="connsiteY45-26654" fmla="*/ 1175665 h 2160513"/>
              <a:gd name="connsiteX46-26655" fmla="*/ 1912797 w 2107590"/>
              <a:gd name="connsiteY46-26656" fmla="*/ 1135089 h 2160513"/>
              <a:gd name="connsiteX47-26657" fmla="*/ 1775980 w 2107590"/>
              <a:gd name="connsiteY47-26658" fmla="*/ 1553577 h 2160513"/>
              <a:gd name="connsiteX48-26659" fmla="*/ 1235792 w 2107590"/>
              <a:gd name="connsiteY48-26660" fmla="*/ 1580715 h 2160513"/>
              <a:gd name="connsiteX49-26661" fmla="*/ 1344220 w 2107590"/>
              <a:gd name="connsiteY49-26662" fmla="*/ 1905742 h 2160513"/>
              <a:gd name="connsiteX0-26663" fmla="*/ 1575697 w 2107590"/>
              <a:gd name="connsiteY0-26664" fmla="*/ 2160513 h 2160513"/>
              <a:gd name="connsiteX1-26665" fmla="*/ 956854 w 2107590"/>
              <a:gd name="connsiteY1-26666" fmla="*/ 1258279 h 2160513"/>
              <a:gd name="connsiteX2-26667" fmla="*/ 863892 w 2107590"/>
              <a:gd name="connsiteY2-26668" fmla="*/ 1345253 h 2160513"/>
              <a:gd name="connsiteX3-26669" fmla="*/ 1026241 w 2107590"/>
              <a:gd name="connsiteY3-26670" fmla="*/ 1144473 h 2160513"/>
              <a:gd name="connsiteX4-26671" fmla="*/ 908876 w 2107590"/>
              <a:gd name="connsiteY4-26672" fmla="*/ 743032 h 2160513"/>
              <a:gd name="connsiteX5-26673" fmla="*/ 1054863 w 2107590"/>
              <a:gd name="connsiteY5-26674" fmla="*/ 807021 h 2160513"/>
              <a:gd name="connsiteX6-26675" fmla="*/ 766732 w 2107590"/>
              <a:gd name="connsiteY6-26676" fmla="*/ 928463 h 2160513"/>
              <a:gd name="connsiteX7-26677" fmla="*/ 228569 w 2107590"/>
              <a:gd name="connsiteY7-26678" fmla="*/ 1030857 h 2160513"/>
              <a:gd name="connsiteX8-26679" fmla="*/ 102364 w 2107590"/>
              <a:gd name="connsiteY8-26680" fmla="*/ 578421 h 2160513"/>
              <a:gd name="connsiteX9-26681" fmla="*/ 334972 w 2107590"/>
              <a:gd name="connsiteY9-26682" fmla="*/ 266829 h 2160513"/>
              <a:gd name="connsiteX10-26683" fmla="*/ 754827 w 2107590"/>
              <a:gd name="connsiteY10-26684" fmla="*/ 47401 h 2160513"/>
              <a:gd name="connsiteX11-26685" fmla="*/ 759590 w 2107590"/>
              <a:gd name="connsiteY11-26686" fmla="*/ 95027 h 2160513"/>
              <a:gd name="connsiteX12-26687" fmla="*/ 771497 w 2107590"/>
              <a:gd name="connsiteY12-26688" fmla="*/ 35497 h 2160513"/>
              <a:gd name="connsiteX13-26689" fmla="*/ 1341273 w 2107590"/>
              <a:gd name="connsiteY13-26690" fmla="*/ 79182 h 2160513"/>
              <a:gd name="connsiteX14-26691" fmla="*/ 1369190 w 2107590"/>
              <a:gd name="connsiteY14-26692" fmla="*/ 92646 h 2160513"/>
              <a:gd name="connsiteX15-26693" fmla="*/ 1772045 w 2107590"/>
              <a:gd name="connsiteY15-26694" fmla="*/ 359840 h 2160513"/>
              <a:gd name="connsiteX16-26695" fmla="*/ 1752572 w 2107590"/>
              <a:gd name="connsiteY16-26696" fmla="*/ 342677 h 2160513"/>
              <a:gd name="connsiteX17-26697" fmla="*/ 2013140 w 2107590"/>
              <a:gd name="connsiteY17-26698" fmla="*/ 736265 h 2160513"/>
              <a:gd name="connsiteX18-26699" fmla="*/ 2004983 w 2107590"/>
              <a:gd name="connsiteY18-26700" fmla="*/ 716533 h 2160513"/>
              <a:gd name="connsiteX19-26701" fmla="*/ 2095472 w 2107590"/>
              <a:gd name="connsiteY19-26702" fmla="*/ 1073721 h 2160513"/>
              <a:gd name="connsiteX20-26703" fmla="*/ 1826390 w 2107590"/>
              <a:gd name="connsiteY20-26704" fmla="*/ 1311846 h 2160513"/>
              <a:gd name="connsiteX21-26705" fmla="*/ 1821627 w 2107590"/>
              <a:gd name="connsiteY21-26706" fmla="*/ 1264221 h 2160513"/>
              <a:gd name="connsiteX22-26707" fmla="*/ 1488252 w 2107590"/>
              <a:gd name="connsiteY22-26708" fmla="*/ 1595214 h 2160513"/>
              <a:gd name="connsiteX23-26709" fmla="*/ 1388239 w 2107590"/>
              <a:gd name="connsiteY23-26710" fmla="*/ 1492821 h 2160513"/>
              <a:gd name="connsiteX24-26711" fmla="*/ 1714472 w 2107590"/>
              <a:gd name="connsiteY24-26712" fmla="*/ 1154684 h 2160513"/>
              <a:gd name="connsiteX25-26713" fmla="*/ 1390621 w 2107590"/>
              <a:gd name="connsiteY25-26714" fmla="*/ 1145157 h 2160513"/>
              <a:gd name="connsiteX26-26715" fmla="*/ 1342996 w 2107590"/>
              <a:gd name="connsiteY26-26716" fmla="*/ 1283270 h 2160513"/>
              <a:gd name="connsiteX27-26717" fmla="*/ 1042958 w 2107590"/>
              <a:gd name="connsiteY27-26718" fmla="*/ 983235 h 2160513"/>
              <a:gd name="connsiteX28-26719" fmla="*/ 1309658 w 2107590"/>
              <a:gd name="connsiteY28-26720" fmla="*/ 790352 h 2160513"/>
              <a:gd name="connsiteX29-26721" fmla="*/ 914371 w 2107590"/>
              <a:gd name="connsiteY29-26722" fmla="*/ 511746 h 2160513"/>
              <a:gd name="connsiteX30-26723" fmla="*/ 523846 w 2107590"/>
              <a:gd name="connsiteY30-26724" fmla="*/ 754633 h 2160513"/>
              <a:gd name="connsiteX31-26725" fmla="*/ 783402 w 2107590"/>
              <a:gd name="connsiteY31-26726" fmla="*/ 868932 h 2160513"/>
              <a:gd name="connsiteX32-26727" fmla="*/ 785783 w 2107590"/>
              <a:gd name="connsiteY32-26728" fmla="*/ 1002283 h 2160513"/>
              <a:gd name="connsiteX33-26729" fmla="*/ 373827 w 2107590"/>
              <a:gd name="connsiteY33-26730" fmla="*/ 852264 h 2160513"/>
              <a:gd name="connsiteX34-26731" fmla="*/ 759589 w 2107590"/>
              <a:gd name="connsiteY34-26732" fmla="*/ 409352 h 2160513"/>
              <a:gd name="connsiteX35-26733" fmla="*/ 1397764 w 2107590"/>
              <a:gd name="connsiteY35-26734" fmla="*/ 606996 h 2160513"/>
              <a:gd name="connsiteX36-26735" fmla="*/ 1409671 w 2107590"/>
              <a:gd name="connsiteY36-26736" fmla="*/ 868933 h 2160513"/>
              <a:gd name="connsiteX37-26737" fmla="*/ 1433483 w 2107590"/>
              <a:gd name="connsiteY37-26738" fmla="*/ 795115 h 2160513"/>
              <a:gd name="connsiteX38-26739" fmla="*/ 1643033 w 2107590"/>
              <a:gd name="connsiteY38-26740" fmla="*/ 611758 h 2160513"/>
              <a:gd name="connsiteX39-26741" fmla="*/ 1804958 w 2107590"/>
              <a:gd name="connsiteY39-26742" fmla="*/ 709389 h 2160513"/>
              <a:gd name="connsiteX40-26743" fmla="*/ 1633508 w 2107590"/>
              <a:gd name="connsiteY40-26744" fmla="*/ 926083 h 2160513"/>
              <a:gd name="connsiteX41-26745" fmla="*/ 1769239 w 2107590"/>
              <a:gd name="connsiteY41-26746" fmla="*/ 821308 h 2160513"/>
              <a:gd name="connsiteX42-26747" fmla="*/ 1819245 w 2107590"/>
              <a:gd name="connsiteY42-26748" fmla="*/ 959420 h 2160513"/>
              <a:gd name="connsiteX43-26749" fmla="*/ 1838296 w 2107590"/>
              <a:gd name="connsiteY43-26750" fmla="*/ 914177 h 2160513"/>
              <a:gd name="connsiteX44-26751" fmla="*/ 1838296 w 2107590"/>
              <a:gd name="connsiteY44-26752" fmla="*/ 1071339 h 2160513"/>
              <a:gd name="connsiteX45-26753" fmla="*/ 1889668 w 2107590"/>
              <a:gd name="connsiteY45-26754" fmla="*/ 1175665 h 2160513"/>
              <a:gd name="connsiteX46-26755" fmla="*/ 1912797 w 2107590"/>
              <a:gd name="connsiteY46-26756" fmla="*/ 1135089 h 2160513"/>
              <a:gd name="connsiteX47-26757" fmla="*/ 1775980 w 2107590"/>
              <a:gd name="connsiteY47-26758" fmla="*/ 1553577 h 2160513"/>
              <a:gd name="connsiteX48-26759" fmla="*/ 1235792 w 2107590"/>
              <a:gd name="connsiteY48-26760" fmla="*/ 1580715 h 2160513"/>
              <a:gd name="connsiteX49-26761" fmla="*/ 1344220 w 2107590"/>
              <a:gd name="connsiteY49-26762" fmla="*/ 1905742 h 2160513"/>
              <a:gd name="connsiteX0-26763" fmla="*/ 1575697 w 2107590"/>
              <a:gd name="connsiteY0-26764" fmla="*/ 2160513 h 2160513"/>
              <a:gd name="connsiteX1-26765" fmla="*/ 956854 w 2107590"/>
              <a:gd name="connsiteY1-26766" fmla="*/ 1258279 h 2160513"/>
              <a:gd name="connsiteX2-26767" fmla="*/ 863892 w 2107590"/>
              <a:gd name="connsiteY2-26768" fmla="*/ 1345253 h 2160513"/>
              <a:gd name="connsiteX3-26769" fmla="*/ 1026241 w 2107590"/>
              <a:gd name="connsiteY3-26770" fmla="*/ 1144473 h 2160513"/>
              <a:gd name="connsiteX4-26771" fmla="*/ 908876 w 2107590"/>
              <a:gd name="connsiteY4-26772" fmla="*/ 743032 h 2160513"/>
              <a:gd name="connsiteX5-26773" fmla="*/ 1054863 w 2107590"/>
              <a:gd name="connsiteY5-26774" fmla="*/ 807021 h 2160513"/>
              <a:gd name="connsiteX6-26775" fmla="*/ 766732 w 2107590"/>
              <a:gd name="connsiteY6-26776" fmla="*/ 928463 h 2160513"/>
              <a:gd name="connsiteX7-26777" fmla="*/ 228569 w 2107590"/>
              <a:gd name="connsiteY7-26778" fmla="*/ 1030857 h 2160513"/>
              <a:gd name="connsiteX8-26779" fmla="*/ 102364 w 2107590"/>
              <a:gd name="connsiteY8-26780" fmla="*/ 578421 h 2160513"/>
              <a:gd name="connsiteX9-26781" fmla="*/ 334972 w 2107590"/>
              <a:gd name="connsiteY9-26782" fmla="*/ 266829 h 2160513"/>
              <a:gd name="connsiteX10-26783" fmla="*/ 754827 w 2107590"/>
              <a:gd name="connsiteY10-26784" fmla="*/ 47401 h 2160513"/>
              <a:gd name="connsiteX11-26785" fmla="*/ 759590 w 2107590"/>
              <a:gd name="connsiteY11-26786" fmla="*/ 95027 h 2160513"/>
              <a:gd name="connsiteX12-26787" fmla="*/ 771497 w 2107590"/>
              <a:gd name="connsiteY12-26788" fmla="*/ 35497 h 2160513"/>
              <a:gd name="connsiteX13-26789" fmla="*/ 1341273 w 2107590"/>
              <a:gd name="connsiteY13-26790" fmla="*/ 79182 h 2160513"/>
              <a:gd name="connsiteX14-26791" fmla="*/ 1369190 w 2107590"/>
              <a:gd name="connsiteY14-26792" fmla="*/ 92646 h 2160513"/>
              <a:gd name="connsiteX15-26793" fmla="*/ 1772045 w 2107590"/>
              <a:gd name="connsiteY15-26794" fmla="*/ 359840 h 2160513"/>
              <a:gd name="connsiteX16-26795" fmla="*/ 1752572 w 2107590"/>
              <a:gd name="connsiteY16-26796" fmla="*/ 342677 h 2160513"/>
              <a:gd name="connsiteX17-26797" fmla="*/ 2013140 w 2107590"/>
              <a:gd name="connsiteY17-26798" fmla="*/ 736265 h 2160513"/>
              <a:gd name="connsiteX18-26799" fmla="*/ 2004983 w 2107590"/>
              <a:gd name="connsiteY18-26800" fmla="*/ 716533 h 2160513"/>
              <a:gd name="connsiteX19-26801" fmla="*/ 2095472 w 2107590"/>
              <a:gd name="connsiteY19-26802" fmla="*/ 1073721 h 2160513"/>
              <a:gd name="connsiteX20-26803" fmla="*/ 1826390 w 2107590"/>
              <a:gd name="connsiteY20-26804" fmla="*/ 1311846 h 2160513"/>
              <a:gd name="connsiteX21-26805" fmla="*/ 1821627 w 2107590"/>
              <a:gd name="connsiteY21-26806" fmla="*/ 1264221 h 2160513"/>
              <a:gd name="connsiteX22-26807" fmla="*/ 1488252 w 2107590"/>
              <a:gd name="connsiteY22-26808" fmla="*/ 1595214 h 2160513"/>
              <a:gd name="connsiteX23-26809" fmla="*/ 1388239 w 2107590"/>
              <a:gd name="connsiteY23-26810" fmla="*/ 1492821 h 2160513"/>
              <a:gd name="connsiteX24-26811" fmla="*/ 1714472 w 2107590"/>
              <a:gd name="connsiteY24-26812" fmla="*/ 1154684 h 2160513"/>
              <a:gd name="connsiteX25-26813" fmla="*/ 1390621 w 2107590"/>
              <a:gd name="connsiteY25-26814" fmla="*/ 1145157 h 2160513"/>
              <a:gd name="connsiteX26-26815" fmla="*/ 1342996 w 2107590"/>
              <a:gd name="connsiteY26-26816" fmla="*/ 1283270 h 2160513"/>
              <a:gd name="connsiteX27-26817" fmla="*/ 1042958 w 2107590"/>
              <a:gd name="connsiteY27-26818" fmla="*/ 983235 h 2160513"/>
              <a:gd name="connsiteX28-26819" fmla="*/ 1309658 w 2107590"/>
              <a:gd name="connsiteY28-26820" fmla="*/ 790352 h 2160513"/>
              <a:gd name="connsiteX29-26821" fmla="*/ 914371 w 2107590"/>
              <a:gd name="connsiteY29-26822" fmla="*/ 511746 h 2160513"/>
              <a:gd name="connsiteX30-26823" fmla="*/ 523846 w 2107590"/>
              <a:gd name="connsiteY30-26824" fmla="*/ 754633 h 2160513"/>
              <a:gd name="connsiteX31-26825" fmla="*/ 783402 w 2107590"/>
              <a:gd name="connsiteY31-26826" fmla="*/ 868932 h 2160513"/>
              <a:gd name="connsiteX32-26827" fmla="*/ 785783 w 2107590"/>
              <a:gd name="connsiteY32-26828" fmla="*/ 1002283 h 2160513"/>
              <a:gd name="connsiteX33-26829" fmla="*/ 373827 w 2107590"/>
              <a:gd name="connsiteY33-26830" fmla="*/ 852264 h 2160513"/>
              <a:gd name="connsiteX34-26831" fmla="*/ 759589 w 2107590"/>
              <a:gd name="connsiteY34-26832" fmla="*/ 409352 h 2160513"/>
              <a:gd name="connsiteX35-26833" fmla="*/ 1397764 w 2107590"/>
              <a:gd name="connsiteY35-26834" fmla="*/ 606996 h 2160513"/>
              <a:gd name="connsiteX36-26835" fmla="*/ 1409671 w 2107590"/>
              <a:gd name="connsiteY36-26836" fmla="*/ 868933 h 2160513"/>
              <a:gd name="connsiteX37-26837" fmla="*/ 1433483 w 2107590"/>
              <a:gd name="connsiteY37-26838" fmla="*/ 795115 h 2160513"/>
              <a:gd name="connsiteX38-26839" fmla="*/ 1643033 w 2107590"/>
              <a:gd name="connsiteY38-26840" fmla="*/ 611758 h 2160513"/>
              <a:gd name="connsiteX39-26841" fmla="*/ 1804958 w 2107590"/>
              <a:gd name="connsiteY39-26842" fmla="*/ 709389 h 2160513"/>
              <a:gd name="connsiteX40-26843" fmla="*/ 1633508 w 2107590"/>
              <a:gd name="connsiteY40-26844" fmla="*/ 926083 h 2160513"/>
              <a:gd name="connsiteX41-26845" fmla="*/ 1769239 w 2107590"/>
              <a:gd name="connsiteY41-26846" fmla="*/ 821308 h 2160513"/>
              <a:gd name="connsiteX42-26847" fmla="*/ 1819245 w 2107590"/>
              <a:gd name="connsiteY42-26848" fmla="*/ 959420 h 2160513"/>
              <a:gd name="connsiteX43-26849" fmla="*/ 1838296 w 2107590"/>
              <a:gd name="connsiteY43-26850" fmla="*/ 914177 h 2160513"/>
              <a:gd name="connsiteX44-26851" fmla="*/ 1838296 w 2107590"/>
              <a:gd name="connsiteY44-26852" fmla="*/ 1071339 h 2160513"/>
              <a:gd name="connsiteX45-26853" fmla="*/ 1889668 w 2107590"/>
              <a:gd name="connsiteY45-26854" fmla="*/ 1175665 h 2160513"/>
              <a:gd name="connsiteX46-26855" fmla="*/ 1912797 w 2107590"/>
              <a:gd name="connsiteY46-26856" fmla="*/ 1135089 h 2160513"/>
              <a:gd name="connsiteX47-26857" fmla="*/ 1775980 w 2107590"/>
              <a:gd name="connsiteY47-26858" fmla="*/ 1553577 h 2160513"/>
              <a:gd name="connsiteX48-26859" fmla="*/ 1235792 w 2107590"/>
              <a:gd name="connsiteY48-26860" fmla="*/ 1580715 h 2160513"/>
              <a:gd name="connsiteX49-26861" fmla="*/ 1344220 w 2107590"/>
              <a:gd name="connsiteY49-26862" fmla="*/ 1905742 h 2160513"/>
              <a:gd name="connsiteX0-26863" fmla="*/ 1575697 w 2107590"/>
              <a:gd name="connsiteY0-26864" fmla="*/ 2160513 h 2160513"/>
              <a:gd name="connsiteX1-26865" fmla="*/ 956854 w 2107590"/>
              <a:gd name="connsiteY1-26866" fmla="*/ 1258279 h 2160513"/>
              <a:gd name="connsiteX2-26867" fmla="*/ 863892 w 2107590"/>
              <a:gd name="connsiteY2-26868" fmla="*/ 1345253 h 2160513"/>
              <a:gd name="connsiteX3-26869" fmla="*/ 1026241 w 2107590"/>
              <a:gd name="connsiteY3-26870" fmla="*/ 1144473 h 2160513"/>
              <a:gd name="connsiteX4-26871" fmla="*/ 908876 w 2107590"/>
              <a:gd name="connsiteY4-26872" fmla="*/ 743032 h 2160513"/>
              <a:gd name="connsiteX5-26873" fmla="*/ 1054863 w 2107590"/>
              <a:gd name="connsiteY5-26874" fmla="*/ 807021 h 2160513"/>
              <a:gd name="connsiteX6-26875" fmla="*/ 766732 w 2107590"/>
              <a:gd name="connsiteY6-26876" fmla="*/ 928463 h 2160513"/>
              <a:gd name="connsiteX7-26877" fmla="*/ 228569 w 2107590"/>
              <a:gd name="connsiteY7-26878" fmla="*/ 1030857 h 2160513"/>
              <a:gd name="connsiteX8-26879" fmla="*/ 102364 w 2107590"/>
              <a:gd name="connsiteY8-26880" fmla="*/ 578421 h 2160513"/>
              <a:gd name="connsiteX9-26881" fmla="*/ 334972 w 2107590"/>
              <a:gd name="connsiteY9-26882" fmla="*/ 266829 h 2160513"/>
              <a:gd name="connsiteX10-26883" fmla="*/ 754827 w 2107590"/>
              <a:gd name="connsiteY10-26884" fmla="*/ 47401 h 2160513"/>
              <a:gd name="connsiteX11-26885" fmla="*/ 759590 w 2107590"/>
              <a:gd name="connsiteY11-26886" fmla="*/ 95027 h 2160513"/>
              <a:gd name="connsiteX12-26887" fmla="*/ 771497 w 2107590"/>
              <a:gd name="connsiteY12-26888" fmla="*/ 35497 h 2160513"/>
              <a:gd name="connsiteX13-26889" fmla="*/ 1341273 w 2107590"/>
              <a:gd name="connsiteY13-26890" fmla="*/ 79182 h 2160513"/>
              <a:gd name="connsiteX14-26891" fmla="*/ 1369190 w 2107590"/>
              <a:gd name="connsiteY14-26892" fmla="*/ 92646 h 2160513"/>
              <a:gd name="connsiteX15-26893" fmla="*/ 1772045 w 2107590"/>
              <a:gd name="connsiteY15-26894" fmla="*/ 359840 h 2160513"/>
              <a:gd name="connsiteX16-26895" fmla="*/ 1752572 w 2107590"/>
              <a:gd name="connsiteY16-26896" fmla="*/ 342677 h 2160513"/>
              <a:gd name="connsiteX17-26897" fmla="*/ 2013140 w 2107590"/>
              <a:gd name="connsiteY17-26898" fmla="*/ 736265 h 2160513"/>
              <a:gd name="connsiteX18-26899" fmla="*/ 2004983 w 2107590"/>
              <a:gd name="connsiteY18-26900" fmla="*/ 716533 h 2160513"/>
              <a:gd name="connsiteX19-26901" fmla="*/ 2095472 w 2107590"/>
              <a:gd name="connsiteY19-26902" fmla="*/ 1073721 h 2160513"/>
              <a:gd name="connsiteX20-26903" fmla="*/ 1826390 w 2107590"/>
              <a:gd name="connsiteY20-26904" fmla="*/ 1311846 h 2160513"/>
              <a:gd name="connsiteX21-26905" fmla="*/ 1821627 w 2107590"/>
              <a:gd name="connsiteY21-26906" fmla="*/ 1264221 h 2160513"/>
              <a:gd name="connsiteX22-26907" fmla="*/ 1488252 w 2107590"/>
              <a:gd name="connsiteY22-26908" fmla="*/ 1595214 h 2160513"/>
              <a:gd name="connsiteX23-26909" fmla="*/ 1388239 w 2107590"/>
              <a:gd name="connsiteY23-26910" fmla="*/ 1492821 h 2160513"/>
              <a:gd name="connsiteX24-26911" fmla="*/ 1714472 w 2107590"/>
              <a:gd name="connsiteY24-26912" fmla="*/ 1154684 h 2160513"/>
              <a:gd name="connsiteX25-26913" fmla="*/ 1390621 w 2107590"/>
              <a:gd name="connsiteY25-26914" fmla="*/ 1145157 h 2160513"/>
              <a:gd name="connsiteX26-26915" fmla="*/ 1342996 w 2107590"/>
              <a:gd name="connsiteY26-26916" fmla="*/ 1283270 h 2160513"/>
              <a:gd name="connsiteX27-26917" fmla="*/ 1042958 w 2107590"/>
              <a:gd name="connsiteY27-26918" fmla="*/ 983235 h 2160513"/>
              <a:gd name="connsiteX28-26919" fmla="*/ 1309658 w 2107590"/>
              <a:gd name="connsiteY28-26920" fmla="*/ 790352 h 2160513"/>
              <a:gd name="connsiteX29-26921" fmla="*/ 914371 w 2107590"/>
              <a:gd name="connsiteY29-26922" fmla="*/ 511746 h 2160513"/>
              <a:gd name="connsiteX30-26923" fmla="*/ 523846 w 2107590"/>
              <a:gd name="connsiteY30-26924" fmla="*/ 754633 h 2160513"/>
              <a:gd name="connsiteX31-26925" fmla="*/ 783402 w 2107590"/>
              <a:gd name="connsiteY31-26926" fmla="*/ 868932 h 2160513"/>
              <a:gd name="connsiteX32-26927" fmla="*/ 785783 w 2107590"/>
              <a:gd name="connsiteY32-26928" fmla="*/ 1002283 h 2160513"/>
              <a:gd name="connsiteX33-26929" fmla="*/ 373827 w 2107590"/>
              <a:gd name="connsiteY33-26930" fmla="*/ 852264 h 2160513"/>
              <a:gd name="connsiteX34-26931" fmla="*/ 759589 w 2107590"/>
              <a:gd name="connsiteY34-26932" fmla="*/ 409352 h 2160513"/>
              <a:gd name="connsiteX35-26933" fmla="*/ 1397764 w 2107590"/>
              <a:gd name="connsiteY35-26934" fmla="*/ 606996 h 2160513"/>
              <a:gd name="connsiteX36-26935" fmla="*/ 1409671 w 2107590"/>
              <a:gd name="connsiteY36-26936" fmla="*/ 868933 h 2160513"/>
              <a:gd name="connsiteX37-26937" fmla="*/ 1433483 w 2107590"/>
              <a:gd name="connsiteY37-26938" fmla="*/ 795115 h 2160513"/>
              <a:gd name="connsiteX38-26939" fmla="*/ 1643033 w 2107590"/>
              <a:gd name="connsiteY38-26940" fmla="*/ 611758 h 2160513"/>
              <a:gd name="connsiteX39-26941" fmla="*/ 1804958 w 2107590"/>
              <a:gd name="connsiteY39-26942" fmla="*/ 709389 h 2160513"/>
              <a:gd name="connsiteX40-26943" fmla="*/ 1633508 w 2107590"/>
              <a:gd name="connsiteY40-26944" fmla="*/ 926083 h 2160513"/>
              <a:gd name="connsiteX41-26945" fmla="*/ 1769239 w 2107590"/>
              <a:gd name="connsiteY41-26946" fmla="*/ 821308 h 2160513"/>
              <a:gd name="connsiteX42-26947" fmla="*/ 1819245 w 2107590"/>
              <a:gd name="connsiteY42-26948" fmla="*/ 959420 h 2160513"/>
              <a:gd name="connsiteX43-26949" fmla="*/ 1838296 w 2107590"/>
              <a:gd name="connsiteY43-26950" fmla="*/ 914177 h 2160513"/>
              <a:gd name="connsiteX44-26951" fmla="*/ 1838296 w 2107590"/>
              <a:gd name="connsiteY44-26952" fmla="*/ 1071339 h 2160513"/>
              <a:gd name="connsiteX45-26953" fmla="*/ 1889668 w 2107590"/>
              <a:gd name="connsiteY45-26954" fmla="*/ 1175665 h 2160513"/>
              <a:gd name="connsiteX46-26955" fmla="*/ 1912797 w 2107590"/>
              <a:gd name="connsiteY46-26956" fmla="*/ 1135089 h 2160513"/>
              <a:gd name="connsiteX47-26957" fmla="*/ 1775980 w 2107590"/>
              <a:gd name="connsiteY47-26958" fmla="*/ 1553577 h 2160513"/>
              <a:gd name="connsiteX48-26959" fmla="*/ 1235792 w 2107590"/>
              <a:gd name="connsiteY48-26960" fmla="*/ 1580715 h 2160513"/>
              <a:gd name="connsiteX49-26961" fmla="*/ 1344220 w 2107590"/>
              <a:gd name="connsiteY49-26962" fmla="*/ 1905742 h 2160513"/>
              <a:gd name="connsiteX0-26963" fmla="*/ 1575697 w 2107590"/>
              <a:gd name="connsiteY0-26964" fmla="*/ 2160513 h 2160513"/>
              <a:gd name="connsiteX1-26965" fmla="*/ 956854 w 2107590"/>
              <a:gd name="connsiteY1-26966" fmla="*/ 1258279 h 2160513"/>
              <a:gd name="connsiteX2-26967" fmla="*/ 863892 w 2107590"/>
              <a:gd name="connsiteY2-26968" fmla="*/ 1345253 h 2160513"/>
              <a:gd name="connsiteX3-26969" fmla="*/ 1026241 w 2107590"/>
              <a:gd name="connsiteY3-26970" fmla="*/ 1144473 h 2160513"/>
              <a:gd name="connsiteX4-26971" fmla="*/ 908876 w 2107590"/>
              <a:gd name="connsiteY4-26972" fmla="*/ 743032 h 2160513"/>
              <a:gd name="connsiteX5-26973" fmla="*/ 1054863 w 2107590"/>
              <a:gd name="connsiteY5-26974" fmla="*/ 807021 h 2160513"/>
              <a:gd name="connsiteX6-26975" fmla="*/ 766732 w 2107590"/>
              <a:gd name="connsiteY6-26976" fmla="*/ 928463 h 2160513"/>
              <a:gd name="connsiteX7-26977" fmla="*/ 228569 w 2107590"/>
              <a:gd name="connsiteY7-26978" fmla="*/ 1030857 h 2160513"/>
              <a:gd name="connsiteX8-26979" fmla="*/ 102364 w 2107590"/>
              <a:gd name="connsiteY8-26980" fmla="*/ 578421 h 2160513"/>
              <a:gd name="connsiteX9-26981" fmla="*/ 334972 w 2107590"/>
              <a:gd name="connsiteY9-26982" fmla="*/ 266829 h 2160513"/>
              <a:gd name="connsiteX10-26983" fmla="*/ 754827 w 2107590"/>
              <a:gd name="connsiteY10-26984" fmla="*/ 47401 h 2160513"/>
              <a:gd name="connsiteX11-26985" fmla="*/ 759590 w 2107590"/>
              <a:gd name="connsiteY11-26986" fmla="*/ 95027 h 2160513"/>
              <a:gd name="connsiteX12-26987" fmla="*/ 771497 w 2107590"/>
              <a:gd name="connsiteY12-26988" fmla="*/ 35497 h 2160513"/>
              <a:gd name="connsiteX13-26989" fmla="*/ 1341273 w 2107590"/>
              <a:gd name="connsiteY13-26990" fmla="*/ 79182 h 2160513"/>
              <a:gd name="connsiteX14-26991" fmla="*/ 1369190 w 2107590"/>
              <a:gd name="connsiteY14-26992" fmla="*/ 92646 h 2160513"/>
              <a:gd name="connsiteX15-26993" fmla="*/ 1772045 w 2107590"/>
              <a:gd name="connsiteY15-26994" fmla="*/ 359840 h 2160513"/>
              <a:gd name="connsiteX16-26995" fmla="*/ 1752572 w 2107590"/>
              <a:gd name="connsiteY16-26996" fmla="*/ 342677 h 2160513"/>
              <a:gd name="connsiteX17-26997" fmla="*/ 2013140 w 2107590"/>
              <a:gd name="connsiteY17-26998" fmla="*/ 736265 h 2160513"/>
              <a:gd name="connsiteX18-26999" fmla="*/ 2004983 w 2107590"/>
              <a:gd name="connsiteY18-27000" fmla="*/ 716533 h 2160513"/>
              <a:gd name="connsiteX19-27001" fmla="*/ 2095472 w 2107590"/>
              <a:gd name="connsiteY19-27002" fmla="*/ 1073721 h 2160513"/>
              <a:gd name="connsiteX20-27003" fmla="*/ 1826390 w 2107590"/>
              <a:gd name="connsiteY20-27004" fmla="*/ 1311846 h 2160513"/>
              <a:gd name="connsiteX21-27005" fmla="*/ 1821627 w 2107590"/>
              <a:gd name="connsiteY21-27006" fmla="*/ 1264221 h 2160513"/>
              <a:gd name="connsiteX22-27007" fmla="*/ 1488252 w 2107590"/>
              <a:gd name="connsiteY22-27008" fmla="*/ 1595214 h 2160513"/>
              <a:gd name="connsiteX23-27009" fmla="*/ 1388239 w 2107590"/>
              <a:gd name="connsiteY23-27010" fmla="*/ 1492821 h 2160513"/>
              <a:gd name="connsiteX24-27011" fmla="*/ 1714472 w 2107590"/>
              <a:gd name="connsiteY24-27012" fmla="*/ 1154684 h 2160513"/>
              <a:gd name="connsiteX25-27013" fmla="*/ 1390621 w 2107590"/>
              <a:gd name="connsiteY25-27014" fmla="*/ 1145157 h 2160513"/>
              <a:gd name="connsiteX26-27015" fmla="*/ 1342996 w 2107590"/>
              <a:gd name="connsiteY26-27016" fmla="*/ 1283270 h 2160513"/>
              <a:gd name="connsiteX27-27017" fmla="*/ 1042958 w 2107590"/>
              <a:gd name="connsiteY27-27018" fmla="*/ 983235 h 2160513"/>
              <a:gd name="connsiteX28-27019" fmla="*/ 1309658 w 2107590"/>
              <a:gd name="connsiteY28-27020" fmla="*/ 790352 h 2160513"/>
              <a:gd name="connsiteX29-27021" fmla="*/ 914371 w 2107590"/>
              <a:gd name="connsiteY29-27022" fmla="*/ 511746 h 2160513"/>
              <a:gd name="connsiteX30-27023" fmla="*/ 523846 w 2107590"/>
              <a:gd name="connsiteY30-27024" fmla="*/ 754633 h 2160513"/>
              <a:gd name="connsiteX31-27025" fmla="*/ 783402 w 2107590"/>
              <a:gd name="connsiteY31-27026" fmla="*/ 868932 h 2160513"/>
              <a:gd name="connsiteX32-27027" fmla="*/ 785783 w 2107590"/>
              <a:gd name="connsiteY32-27028" fmla="*/ 1002283 h 2160513"/>
              <a:gd name="connsiteX33-27029" fmla="*/ 373827 w 2107590"/>
              <a:gd name="connsiteY33-27030" fmla="*/ 852264 h 2160513"/>
              <a:gd name="connsiteX34-27031" fmla="*/ 759589 w 2107590"/>
              <a:gd name="connsiteY34-27032" fmla="*/ 409352 h 2160513"/>
              <a:gd name="connsiteX35-27033" fmla="*/ 1397764 w 2107590"/>
              <a:gd name="connsiteY35-27034" fmla="*/ 606996 h 2160513"/>
              <a:gd name="connsiteX36-27035" fmla="*/ 1409671 w 2107590"/>
              <a:gd name="connsiteY36-27036" fmla="*/ 868933 h 2160513"/>
              <a:gd name="connsiteX37-27037" fmla="*/ 1433483 w 2107590"/>
              <a:gd name="connsiteY37-27038" fmla="*/ 795115 h 2160513"/>
              <a:gd name="connsiteX38-27039" fmla="*/ 1643033 w 2107590"/>
              <a:gd name="connsiteY38-27040" fmla="*/ 611758 h 2160513"/>
              <a:gd name="connsiteX39-27041" fmla="*/ 1804958 w 2107590"/>
              <a:gd name="connsiteY39-27042" fmla="*/ 709389 h 2160513"/>
              <a:gd name="connsiteX40-27043" fmla="*/ 1633508 w 2107590"/>
              <a:gd name="connsiteY40-27044" fmla="*/ 926083 h 2160513"/>
              <a:gd name="connsiteX41-27045" fmla="*/ 1769239 w 2107590"/>
              <a:gd name="connsiteY41-27046" fmla="*/ 821308 h 2160513"/>
              <a:gd name="connsiteX42-27047" fmla="*/ 1819245 w 2107590"/>
              <a:gd name="connsiteY42-27048" fmla="*/ 959420 h 2160513"/>
              <a:gd name="connsiteX43-27049" fmla="*/ 1838296 w 2107590"/>
              <a:gd name="connsiteY43-27050" fmla="*/ 914177 h 2160513"/>
              <a:gd name="connsiteX44-27051" fmla="*/ 1838296 w 2107590"/>
              <a:gd name="connsiteY44-27052" fmla="*/ 1071339 h 2160513"/>
              <a:gd name="connsiteX45-27053" fmla="*/ 1889668 w 2107590"/>
              <a:gd name="connsiteY45-27054" fmla="*/ 1175665 h 2160513"/>
              <a:gd name="connsiteX46-27055" fmla="*/ 1912797 w 2107590"/>
              <a:gd name="connsiteY46-27056" fmla="*/ 1135089 h 2160513"/>
              <a:gd name="connsiteX47-27057" fmla="*/ 1775980 w 2107590"/>
              <a:gd name="connsiteY47-27058" fmla="*/ 1553577 h 2160513"/>
              <a:gd name="connsiteX48-27059" fmla="*/ 1235792 w 2107590"/>
              <a:gd name="connsiteY48-27060" fmla="*/ 1580715 h 2160513"/>
              <a:gd name="connsiteX49-27061" fmla="*/ 1344220 w 2107590"/>
              <a:gd name="connsiteY49-27062" fmla="*/ 1905742 h 2160513"/>
              <a:gd name="connsiteX0-27063" fmla="*/ 1575697 w 2107590"/>
              <a:gd name="connsiteY0-27064" fmla="*/ 2160513 h 2160513"/>
              <a:gd name="connsiteX1-27065" fmla="*/ 956854 w 2107590"/>
              <a:gd name="connsiteY1-27066" fmla="*/ 1258279 h 2160513"/>
              <a:gd name="connsiteX2-27067" fmla="*/ 863892 w 2107590"/>
              <a:gd name="connsiteY2-27068" fmla="*/ 1345253 h 2160513"/>
              <a:gd name="connsiteX3-27069" fmla="*/ 1026241 w 2107590"/>
              <a:gd name="connsiteY3-27070" fmla="*/ 1144473 h 2160513"/>
              <a:gd name="connsiteX4-27071" fmla="*/ 908876 w 2107590"/>
              <a:gd name="connsiteY4-27072" fmla="*/ 743032 h 2160513"/>
              <a:gd name="connsiteX5-27073" fmla="*/ 1054863 w 2107590"/>
              <a:gd name="connsiteY5-27074" fmla="*/ 807021 h 2160513"/>
              <a:gd name="connsiteX6-27075" fmla="*/ 766732 w 2107590"/>
              <a:gd name="connsiteY6-27076" fmla="*/ 928463 h 2160513"/>
              <a:gd name="connsiteX7-27077" fmla="*/ 228569 w 2107590"/>
              <a:gd name="connsiteY7-27078" fmla="*/ 1030857 h 2160513"/>
              <a:gd name="connsiteX8-27079" fmla="*/ 102364 w 2107590"/>
              <a:gd name="connsiteY8-27080" fmla="*/ 578421 h 2160513"/>
              <a:gd name="connsiteX9-27081" fmla="*/ 334972 w 2107590"/>
              <a:gd name="connsiteY9-27082" fmla="*/ 266829 h 2160513"/>
              <a:gd name="connsiteX10-27083" fmla="*/ 754827 w 2107590"/>
              <a:gd name="connsiteY10-27084" fmla="*/ 47401 h 2160513"/>
              <a:gd name="connsiteX11-27085" fmla="*/ 759590 w 2107590"/>
              <a:gd name="connsiteY11-27086" fmla="*/ 95027 h 2160513"/>
              <a:gd name="connsiteX12-27087" fmla="*/ 771497 w 2107590"/>
              <a:gd name="connsiteY12-27088" fmla="*/ 35497 h 2160513"/>
              <a:gd name="connsiteX13-27089" fmla="*/ 1341273 w 2107590"/>
              <a:gd name="connsiteY13-27090" fmla="*/ 79182 h 2160513"/>
              <a:gd name="connsiteX14-27091" fmla="*/ 1369190 w 2107590"/>
              <a:gd name="connsiteY14-27092" fmla="*/ 92646 h 2160513"/>
              <a:gd name="connsiteX15-27093" fmla="*/ 1772045 w 2107590"/>
              <a:gd name="connsiteY15-27094" fmla="*/ 359840 h 2160513"/>
              <a:gd name="connsiteX16-27095" fmla="*/ 1752572 w 2107590"/>
              <a:gd name="connsiteY16-27096" fmla="*/ 342677 h 2160513"/>
              <a:gd name="connsiteX17-27097" fmla="*/ 2013140 w 2107590"/>
              <a:gd name="connsiteY17-27098" fmla="*/ 736265 h 2160513"/>
              <a:gd name="connsiteX18-27099" fmla="*/ 2004983 w 2107590"/>
              <a:gd name="connsiteY18-27100" fmla="*/ 716533 h 2160513"/>
              <a:gd name="connsiteX19-27101" fmla="*/ 2095472 w 2107590"/>
              <a:gd name="connsiteY19-27102" fmla="*/ 1073721 h 2160513"/>
              <a:gd name="connsiteX20-27103" fmla="*/ 1826390 w 2107590"/>
              <a:gd name="connsiteY20-27104" fmla="*/ 1311846 h 2160513"/>
              <a:gd name="connsiteX21-27105" fmla="*/ 1821627 w 2107590"/>
              <a:gd name="connsiteY21-27106" fmla="*/ 1264221 h 2160513"/>
              <a:gd name="connsiteX22-27107" fmla="*/ 1488252 w 2107590"/>
              <a:gd name="connsiteY22-27108" fmla="*/ 1595214 h 2160513"/>
              <a:gd name="connsiteX23-27109" fmla="*/ 1388239 w 2107590"/>
              <a:gd name="connsiteY23-27110" fmla="*/ 1492821 h 2160513"/>
              <a:gd name="connsiteX24-27111" fmla="*/ 1714472 w 2107590"/>
              <a:gd name="connsiteY24-27112" fmla="*/ 1154684 h 2160513"/>
              <a:gd name="connsiteX25-27113" fmla="*/ 1390621 w 2107590"/>
              <a:gd name="connsiteY25-27114" fmla="*/ 1145157 h 2160513"/>
              <a:gd name="connsiteX26-27115" fmla="*/ 1342996 w 2107590"/>
              <a:gd name="connsiteY26-27116" fmla="*/ 1283270 h 2160513"/>
              <a:gd name="connsiteX27-27117" fmla="*/ 1042958 w 2107590"/>
              <a:gd name="connsiteY27-27118" fmla="*/ 983235 h 2160513"/>
              <a:gd name="connsiteX28-27119" fmla="*/ 1309658 w 2107590"/>
              <a:gd name="connsiteY28-27120" fmla="*/ 790352 h 2160513"/>
              <a:gd name="connsiteX29-27121" fmla="*/ 914371 w 2107590"/>
              <a:gd name="connsiteY29-27122" fmla="*/ 511746 h 2160513"/>
              <a:gd name="connsiteX30-27123" fmla="*/ 523846 w 2107590"/>
              <a:gd name="connsiteY30-27124" fmla="*/ 754633 h 2160513"/>
              <a:gd name="connsiteX31-27125" fmla="*/ 783402 w 2107590"/>
              <a:gd name="connsiteY31-27126" fmla="*/ 868932 h 2160513"/>
              <a:gd name="connsiteX32-27127" fmla="*/ 785783 w 2107590"/>
              <a:gd name="connsiteY32-27128" fmla="*/ 1002283 h 2160513"/>
              <a:gd name="connsiteX33-27129" fmla="*/ 373827 w 2107590"/>
              <a:gd name="connsiteY33-27130" fmla="*/ 852264 h 2160513"/>
              <a:gd name="connsiteX34-27131" fmla="*/ 759589 w 2107590"/>
              <a:gd name="connsiteY34-27132" fmla="*/ 409352 h 2160513"/>
              <a:gd name="connsiteX35-27133" fmla="*/ 1397764 w 2107590"/>
              <a:gd name="connsiteY35-27134" fmla="*/ 606996 h 2160513"/>
              <a:gd name="connsiteX36-27135" fmla="*/ 1409671 w 2107590"/>
              <a:gd name="connsiteY36-27136" fmla="*/ 868933 h 2160513"/>
              <a:gd name="connsiteX37-27137" fmla="*/ 1433483 w 2107590"/>
              <a:gd name="connsiteY37-27138" fmla="*/ 795115 h 2160513"/>
              <a:gd name="connsiteX38-27139" fmla="*/ 1643033 w 2107590"/>
              <a:gd name="connsiteY38-27140" fmla="*/ 611758 h 2160513"/>
              <a:gd name="connsiteX39-27141" fmla="*/ 1804958 w 2107590"/>
              <a:gd name="connsiteY39-27142" fmla="*/ 709389 h 2160513"/>
              <a:gd name="connsiteX40-27143" fmla="*/ 1633508 w 2107590"/>
              <a:gd name="connsiteY40-27144" fmla="*/ 926083 h 2160513"/>
              <a:gd name="connsiteX41-27145" fmla="*/ 1778764 w 2107590"/>
              <a:gd name="connsiteY41-27146" fmla="*/ 811783 h 2160513"/>
              <a:gd name="connsiteX42-27147" fmla="*/ 1819245 w 2107590"/>
              <a:gd name="connsiteY42-27148" fmla="*/ 959420 h 2160513"/>
              <a:gd name="connsiteX43-27149" fmla="*/ 1838296 w 2107590"/>
              <a:gd name="connsiteY43-27150" fmla="*/ 914177 h 2160513"/>
              <a:gd name="connsiteX44-27151" fmla="*/ 1838296 w 2107590"/>
              <a:gd name="connsiteY44-27152" fmla="*/ 1071339 h 2160513"/>
              <a:gd name="connsiteX45-27153" fmla="*/ 1889668 w 2107590"/>
              <a:gd name="connsiteY45-27154" fmla="*/ 1175665 h 2160513"/>
              <a:gd name="connsiteX46-27155" fmla="*/ 1912797 w 2107590"/>
              <a:gd name="connsiteY46-27156" fmla="*/ 1135089 h 2160513"/>
              <a:gd name="connsiteX47-27157" fmla="*/ 1775980 w 2107590"/>
              <a:gd name="connsiteY47-27158" fmla="*/ 1553577 h 2160513"/>
              <a:gd name="connsiteX48-27159" fmla="*/ 1235792 w 2107590"/>
              <a:gd name="connsiteY48-27160" fmla="*/ 1580715 h 2160513"/>
              <a:gd name="connsiteX49-27161" fmla="*/ 1344220 w 2107590"/>
              <a:gd name="connsiteY49-27162" fmla="*/ 1905742 h 2160513"/>
              <a:gd name="connsiteX0-27163" fmla="*/ 1575697 w 2107590"/>
              <a:gd name="connsiteY0-27164" fmla="*/ 2160513 h 2160513"/>
              <a:gd name="connsiteX1-27165" fmla="*/ 956854 w 2107590"/>
              <a:gd name="connsiteY1-27166" fmla="*/ 1258279 h 2160513"/>
              <a:gd name="connsiteX2-27167" fmla="*/ 863892 w 2107590"/>
              <a:gd name="connsiteY2-27168" fmla="*/ 1345253 h 2160513"/>
              <a:gd name="connsiteX3-27169" fmla="*/ 1026241 w 2107590"/>
              <a:gd name="connsiteY3-27170" fmla="*/ 1144473 h 2160513"/>
              <a:gd name="connsiteX4-27171" fmla="*/ 908876 w 2107590"/>
              <a:gd name="connsiteY4-27172" fmla="*/ 743032 h 2160513"/>
              <a:gd name="connsiteX5-27173" fmla="*/ 1054863 w 2107590"/>
              <a:gd name="connsiteY5-27174" fmla="*/ 807021 h 2160513"/>
              <a:gd name="connsiteX6-27175" fmla="*/ 766732 w 2107590"/>
              <a:gd name="connsiteY6-27176" fmla="*/ 928463 h 2160513"/>
              <a:gd name="connsiteX7-27177" fmla="*/ 228569 w 2107590"/>
              <a:gd name="connsiteY7-27178" fmla="*/ 1030857 h 2160513"/>
              <a:gd name="connsiteX8-27179" fmla="*/ 102364 w 2107590"/>
              <a:gd name="connsiteY8-27180" fmla="*/ 578421 h 2160513"/>
              <a:gd name="connsiteX9-27181" fmla="*/ 334972 w 2107590"/>
              <a:gd name="connsiteY9-27182" fmla="*/ 266829 h 2160513"/>
              <a:gd name="connsiteX10-27183" fmla="*/ 754827 w 2107590"/>
              <a:gd name="connsiteY10-27184" fmla="*/ 47401 h 2160513"/>
              <a:gd name="connsiteX11-27185" fmla="*/ 759590 w 2107590"/>
              <a:gd name="connsiteY11-27186" fmla="*/ 95027 h 2160513"/>
              <a:gd name="connsiteX12-27187" fmla="*/ 771497 w 2107590"/>
              <a:gd name="connsiteY12-27188" fmla="*/ 35497 h 2160513"/>
              <a:gd name="connsiteX13-27189" fmla="*/ 1341273 w 2107590"/>
              <a:gd name="connsiteY13-27190" fmla="*/ 79182 h 2160513"/>
              <a:gd name="connsiteX14-27191" fmla="*/ 1369190 w 2107590"/>
              <a:gd name="connsiteY14-27192" fmla="*/ 92646 h 2160513"/>
              <a:gd name="connsiteX15-27193" fmla="*/ 1772045 w 2107590"/>
              <a:gd name="connsiteY15-27194" fmla="*/ 359840 h 2160513"/>
              <a:gd name="connsiteX16-27195" fmla="*/ 1752572 w 2107590"/>
              <a:gd name="connsiteY16-27196" fmla="*/ 342677 h 2160513"/>
              <a:gd name="connsiteX17-27197" fmla="*/ 2013140 w 2107590"/>
              <a:gd name="connsiteY17-27198" fmla="*/ 736265 h 2160513"/>
              <a:gd name="connsiteX18-27199" fmla="*/ 2004983 w 2107590"/>
              <a:gd name="connsiteY18-27200" fmla="*/ 716533 h 2160513"/>
              <a:gd name="connsiteX19-27201" fmla="*/ 2095472 w 2107590"/>
              <a:gd name="connsiteY19-27202" fmla="*/ 1073721 h 2160513"/>
              <a:gd name="connsiteX20-27203" fmla="*/ 1826390 w 2107590"/>
              <a:gd name="connsiteY20-27204" fmla="*/ 1311846 h 2160513"/>
              <a:gd name="connsiteX21-27205" fmla="*/ 1821627 w 2107590"/>
              <a:gd name="connsiteY21-27206" fmla="*/ 1264221 h 2160513"/>
              <a:gd name="connsiteX22-27207" fmla="*/ 1488252 w 2107590"/>
              <a:gd name="connsiteY22-27208" fmla="*/ 1595214 h 2160513"/>
              <a:gd name="connsiteX23-27209" fmla="*/ 1388239 w 2107590"/>
              <a:gd name="connsiteY23-27210" fmla="*/ 1492821 h 2160513"/>
              <a:gd name="connsiteX24-27211" fmla="*/ 1714472 w 2107590"/>
              <a:gd name="connsiteY24-27212" fmla="*/ 1154684 h 2160513"/>
              <a:gd name="connsiteX25-27213" fmla="*/ 1390621 w 2107590"/>
              <a:gd name="connsiteY25-27214" fmla="*/ 1145157 h 2160513"/>
              <a:gd name="connsiteX26-27215" fmla="*/ 1342996 w 2107590"/>
              <a:gd name="connsiteY26-27216" fmla="*/ 1283270 h 2160513"/>
              <a:gd name="connsiteX27-27217" fmla="*/ 1042958 w 2107590"/>
              <a:gd name="connsiteY27-27218" fmla="*/ 983235 h 2160513"/>
              <a:gd name="connsiteX28-27219" fmla="*/ 1309658 w 2107590"/>
              <a:gd name="connsiteY28-27220" fmla="*/ 790352 h 2160513"/>
              <a:gd name="connsiteX29-27221" fmla="*/ 914371 w 2107590"/>
              <a:gd name="connsiteY29-27222" fmla="*/ 511746 h 2160513"/>
              <a:gd name="connsiteX30-27223" fmla="*/ 523846 w 2107590"/>
              <a:gd name="connsiteY30-27224" fmla="*/ 754633 h 2160513"/>
              <a:gd name="connsiteX31-27225" fmla="*/ 783402 w 2107590"/>
              <a:gd name="connsiteY31-27226" fmla="*/ 868932 h 2160513"/>
              <a:gd name="connsiteX32-27227" fmla="*/ 785783 w 2107590"/>
              <a:gd name="connsiteY32-27228" fmla="*/ 1002283 h 2160513"/>
              <a:gd name="connsiteX33-27229" fmla="*/ 373827 w 2107590"/>
              <a:gd name="connsiteY33-27230" fmla="*/ 852264 h 2160513"/>
              <a:gd name="connsiteX34-27231" fmla="*/ 759589 w 2107590"/>
              <a:gd name="connsiteY34-27232" fmla="*/ 409352 h 2160513"/>
              <a:gd name="connsiteX35-27233" fmla="*/ 1397764 w 2107590"/>
              <a:gd name="connsiteY35-27234" fmla="*/ 606996 h 2160513"/>
              <a:gd name="connsiteX36-27235" fmla="*/ 1409671 w 2107590"/>
              <a:gd name="connsiteY36-27236" fmla="*/ 868933 h 2160513"/>
              <a:gd name="connsiteX37-27237" fmla="*/ 1433483 w 2107590"/>
              <a:gd name="connsiteY37-27238" fmla="*/ 795115 h 2160513"/>
              <a:gd name="connsiteX38-27239" fmla="*/ 1643033 w 2107590"/>
              <a:gd name="connsiteY38-27240" fmla="*/ 611758 h 2160513"/>
              <a:gd name="connsiteX39-27241" fmla="*/ 1804958 w 2107590"/>
              <a:gd name="connsiteY39-27242" fmla="*/ 709389 h 2160513"/>
              <a:gd name="connsiteX40-27243" fmla="*/ 1633508 w 2107590"/>
              <a:gd name="connsiteY40-27244" fmla="*/ 926083 h 2160513"/>
              <a:gd name="connsiteX41-27245" fmla="*/ 1778764 w 2107590"/>
              <a:gd name="connsiteY41-27246" fmla="*/ 811783 h 2160513"/>
              <a:gd name="connsiteX42-27247" fmla="*/ 1819245 w 2107590"/>
              <a:gd name="connsiteY42-27248" fmla="*/ 959420 h 2160513"/>
              <a:gd name="connsiteX43-27249" fmla="*/ 1838296 w 2107590"/>
              <a:gd name="connsiteY43-27250" fmla="*/ 914177 h 2160513"/>
              <a:gd name="connsiteX44-27251" fmla="*/ 1838296 w 2107590"/>
              <a:gd name="connsiteY44-27252" fmla="*/ 1071339 h 2160513"/>
              <a:gd name="connsiteX45-27253" fmla="*/ 1889668 w 2107590"/>
              <a:gd name="connsiteY45-27254" fmla="*/ 1175665 h 2160513"/>
              <a:gd name="connsiteX46-27255" fmla="*/ 1912797 w 2107590"/>
              <a:gd name="connsiteY46-27256" fmla="*/ 1135089 h 2160513"/>
              <a:gd name="connsiteX47-27257" fmla="*/ 1775980 w 2107590"/>
              <a:gd name="connsiteY47-27258" fmla="*/ 1553577 h 2160513"/>
              <a:gd name="connsiteX48-27259" fmla="*/ 1235792 w 2107590"/>
              <a:gd name="connsiteY48-27260" fmla="*/ 1580715 h 2160513"/>
              <a:gd name="connsiteX49-27261" fmla="*/ 1344220 w 2107590"/>
              <a:gd name="connsiteY49-27262" fmla="*/ 1905742 h 2160513"/>
              <a:gd name="connsiteX0-27263" fmla="*/ 1575697 w 2107590"/>
              <a:gd name="connsiteY0-27264" fmla="*/ 2160513 h 2160513"/>
              <a:gd name="connsiteX1-27265" fmla="*/ 956854 w 2107590"/>
              <a:gd name="connsiteY1-27266" fmla="*/ 1258279 h 2160513"/>
              <a:gd name="connsiteX2-27267" fmla="*/ 863892 w 2107590"/>
              <a:gd name="connsiteY2-27268" fmla="*/ 1345253 h 2160513"/>
              <a:gd name="connsiteX3-27269" fmla="*/ 1026241 w 2107590"/>
              <a:gd name="connsiteY3-27270" fmla="*/ 1144473 h 2160513"/>
              <a:gd name="connsiteX4-27271" fmla="*/ 908876 w 2107590"/>
              <a:gd name="connsiteY4-27272" fmla="*/ 743032 h 2160513"/>
              <a:gd name="connsiteX5-27273" fmla="*/ 1054863 w 2107590"/>
              <a:gd name="connsiteY5-27274" fmla="*/ 807021 h 2160513"/>
              <a:gd name="connsiteX6-27275" fmla="*/ 766732 w 2107590"/>
              <a:gd name="connsiteY6-27276" fmla="*/ 928463 h 2160513"/>
              <a:gd name="connsiteX7-27277" fmla="*/ 228569 w 2107590"/>
              <a:gd name="connsiteY7-27278" fmla="*/ 1030857 h 2160513"/>
              <a:gd name="connsiteX8-27279" fmla="*/ 102364 w 2107590"/>
              <a:gd name="connsiteY8-27280" fmla="*/ 578421 h 2160513"/>
              <a:gd name="connsiteX9-27281" fmla="*/ 334972 w 2107590"/>
              <a:gd name="connsiteY9-27282" fmla="*/ 266829 h 2160513"/>
              <a:gd name="connsiteX10-27283" fmla="*/ 754827 w 2107590"/>
              <a:gd name="connsiteY10-27284" fmla="*/ 47401 h 2160513"/>
              <a:gd name="connsiteX11-27285" fmla="*/ 759590 w 2107590"/>
              <a:gd name="connsiteY11-27286" fmla="*/ 95027 h 2160513"/>
              <a:gd name="connsiteX12-27287" fmla="*/ 771497 w 2107590"/>
              <a:gd name="connsiteY12-27288" fmla="*/ 35497 h 2160513"/>
              <a:gd name="connsiteX13-27289" fmla="*/ 1341273 w 2107590"/>
              <a:gd name="connsiteY13-27290" fmla="*/ 79182 h 2160513"/>
              <a:gd name="connsiteX14-27291" fmla="*/ 1369190 w 2107590"/>
              <a:gd name="connsiteY14-27292" fmla="*/ 92646 h 2160513"/>
              <a:gd name="connsiteX15-27293" fmla="*/ 1772045 w 2107590"/>
              <a:gd name="connsiteY15-27294" fmla="*/ 359840 h 2160513"/>
              <a:gd name="connsiteX16-27295" fmla="*/ 1752572 w 2107590"/>
              <a:gd name="connsiteY16-27296" fmla="*/ 342677 h 2160513"/>
              <a:gd name="connsiteX17-27297" fmla="*/ 2013140 w 2107590"/>
              <a:gd name="connsiteY17-27298" fmla="*/ 736265 h 2160513"/>
              <a:gd name="connsiteX18-27299" fmla="*/ 2004983 w 2107590"/>
              <a:gd name="connsiteY18-27300" fmla="*/ 716533 h 2160513"/>
              <a:gd name="connsiteX19-27301" fmla="*/ 2095472 w 2107590"/>
              <a:gd name="connsiteY19-27302" fmla="*/ 1073721 h 2160513"/>
              <a:gd name="connsiteX20-27303" fmla="*/ 1826390 w 2107590"/>
              <a:gd name="connsiteY20-27304" fmla="*/ 1311846 h 2160513"/>
              <a:gd name="connsiteX21-27305" fmla="*/ 1821627 w 2107590"/>
              <a:gd name="connsiteY21-27306" fmla="*/ 1264221 h 2160513"/>
              <a:gd name="connsiteX22-27307" fmla="*/ 1488252 w 2107590"/>
              <a:gd name="connsiteY22-27308" fmla="*/ 1595214 h 2160513"/>
              <a:gd name="connsiteX23-27309" fmla="*/ 1388239 w 2107590"/>
              <a:gd name="connsiteY23-27310" fmla="*/ 1492821 h 2160513"/>
              <a:gd name="connsiteX24-27311" fmla="*/ 1714472 w 2107590"/>
              <a:gd name="connsiteY24-27312" fmla="*/ 1154684 h 2160513"/>
              <a:gd name="connsiteX25-27313" fmla="*/ 1390621 w 2107590"/>
              <a:gd name="connsiteY25-27314" fmla="*/ 1145157 h 2160513"/>
              <a:gd name="connsiteX26-27315" fmla="*/ 1342996 w 2107590"/>
              <a:gd name="connsiteY26-27316" fmla="*/ 1283270 h 2160513"/>
              <a:gd name="connsiteX27-27317" fmla="*/ 1042958 w 2107590"/>
              <a:gd name="connsiteY27-27318" fmla="*/ 983235 h 2160513"/>
              <a:gd name="connsiteX28-27319" fmla="*/ 1309658 w 2107590"/>
              <a:gd name="connsiteY28-27320" fmla="*/ 790352 h 2160513"/>
              <a:gd name="connsiteX29-27321" fmla="*/ 914371 w 2107590"/>
              <a:gd name="connsiteY29-27322" fmla="*/ 511746 h 2160513"/>
              <a:gd name="connsiteX30-27323" fmla="*/ 523846 w 2107590"/>
              <a:gd name="connsiteY30-27324" fmla="*/ 754633 h 2160513"/>
              <a:gd name="connsiteX31-27325" fmla="*/ 783402 w 2107590"/>
              <a:gd name="connsiteY31-27326" fmla="*/ 868932 h 2160513"/>
              <a:gd name="connsiteX32-27327" fmla="*/ 785783 w 2107590"/>
              <a:gd name="connsiteY32-27328" fmla="*/ 1002283 h 2160513"/>
              <a:gd name="connsiteX33-27329" fmla="*/ 373827 w 2107590"/>
              <a:gd name="connsiteY33-27330" fmla="*/ 852264 h 2160513"/>
              <a:gd name="connsiteX34-27331" fmla="*/ 759589 w 2107590"/>
              <a:gd name="connsiteY34-27332" fmla="*/ 409352 h 2160513"/>
              <a:gd name="connsiteX35-27333" fmla="*/ 1397764 w 2107590"/>
              <a:gd name="connsiteY35-27334" fmla="*/ 606996 h 2160513"/>
              <a:gd name="connsiteX36-27335" fmla="*/ 1409671 w 2107590"/>
              <a:gd name="connsiteY36-27336" fmla="*/ 868933 h 2160513"/>
              <a:gd name="connsiteX37-27337" fmla="*/ 1433483 w 2107590"/>
              <a:gd name="connsiteY37-27338" fmla="*/ 795115 h 2160513"/>
              <a:gd name="connsiteX38-27339" fmla="*/ 1643033 w 2107590"/>
              <a:gd name="connsiteY38-27340" fmla="*/ 611758 h 2160513"/>
              <a:gd name="connsiteX39-27341" fmla="*/ 1804958 w 2107590"/>
              <a:gd name="connsiteY39-27342" fmla="*/ 709389 h 2160513"/>
              <a:gd name="connsiteX40-27343" fmla="*/ 1633508 w 2107590"/>
              <a:gd name="connsiteY40-27344" fmla="*/ 926083 h 2160513"/>
              <a:gd name="connsiteX41-27345" fmla="*/ 1778764 w 2107590"/>
              <a:gd name="connsiteY41-27346" fmla="*/ 811783 h 2160513"/>
              <a:gd name="connsiteX42-27347" fmla="*/ 1819245 w 2107590"/>
              <a:gd name="connsiteY42-27348" fmla="*/ 959420 h 2160513"/>
              <a:gd name="connsiteX43-27349" fmla="*/ 1838296 w 2107590"/>
              <a:gd name="connsiteY43-27350" fmla="*/ 914177 h 2160513"/>
              <a:gd name="connsiteX44-27351" fmla="*/ 1838296 w 2107590"/>
              <a:gd name="connsiteY44-27352" fmla="*/ 1071339 h 2160513"/>
              <a:gd name="connsiteX45-27353" fmla="*/ 1889668 w 2107590"/>
              <a:gd name="connsiteY45-27354" fmla="*/ 1175665 h 2160513"/>
              <a:gd name="connsiteX46-27355" fmla="*/ 1912797 w 2107590"/>
              <a:gd name="connsiteY46-27356" fmla="*/ 1135089 h 2160513"/>
              <a:gd name="connsiteX47-27357" fmla="*/ 1775980 w 2107590"/>
              <a:gd name="connsiteY47-27358" fmla="*/ 1553577 h 2160513"/>
              <a:gd name="connsiteX48-27359" fmla="*/ 1235792 w 2107590"/>
              <a:gd name="connsiteY48-27360" fmla="*/ 1580715 h 2160513"/>
              <a:gd name="connsiteX49-27361" fmla="*/ 1344220 w 2107590"/>
              <a:gd name="connsiteY49-27362" fmla="*/ 1905742 h 2160513"/>
              <a:gd name="connsiteX0-27363" fmla="*/ 1575697 w 2107590"/>
              <a:gd name="connsiteY0-27364" fmla="*/ 2160513 h 2160513"/>
              <a:gd name="connsiteX1-27365" fmla="*/ 956854 w 2107590"/>
              <a:gd name="connsiteY1-27366" fmla="*/ 1258279 h 2160513"/>
              <a:gd name="connsiteX2-27367" fmla="*/ 863892 w 2107590"/>
              <a:gd name="connsiteY2-27368" fmla="*/ 1345253 h 2160513"/>
              <a:gd name="connsiteX3-27369" fmla="*/ 1026241 w 2107590"/>
              <a:gd name="connsiteY3-27370" fmla="*/ 1144473 h 2160513"/>
              <a:gd name="connsiteX4-27371" fmla="*/ 908876 w 2107590"/>
              <a:gd name="connsiteY4-27372" fmla="*/ 743032 h 2160513"/>
              <a:gd name="connsiteX5-27373" fmla="*/ 1054863 w 2107590"/>
              <a:gd name="connsiteY5-27374" fmla="*/ 807021 h 2160513"/>
              <a:gd name="connsiteX6-27375" fmla="*/ 766732 w 2107590"/>
              <a:gd name="connsiteY6-27376" fmla="*/ 928463 h 2160513"/>
              <a:gd name="connsiteX7-27377" fmla="*/ 228569 w 2107590"/>
              <a:gd name="connsiteY7-27378" fmla="*/ 1030857 h 2160513"/>
              <a:gd name="connsiteX8-27379" fmla="*/ 102364 w 2107590"/>
              <a:gd name="connsiteY8-27380" fmla="*/ 578421 h 2160513"/>
              <a:gd name="connsiteX9-27381" fmla="*/ 334972 w 2107590"/>
              <a:gd name="connsiteY9-27382" fmla="*/ 266829 h 2160513"/>
              <a:gd name="connsiteX10-27383" fmla="*/ 754827 w 2107590"/>
              <a:gd name="connsiteY10-27384" fmla="*/ 47401 h 2160513"/>
              <a:gd name="connsiteX11-27385" fmla="*/ 759590 w 2107590"/>
              <a:gd name="connsiteY11-27386" fmla="*/ 95027 h 2160513"/>
              <a:gd name="connsiteX12-27387" fmla="*/ 771497 w 2107590"/>
              <a:gd name="connsiteY12-27388" fmla="*/ 35497 h 2160513"/>
              <a:gd name="connsiteX13-27389" fmla="*/ 1341273 w 2107590"/>
              <a:gd name="connsiteY13-27390" fmla="*/ 79182 h 2160513"/>
              <a:gd name="connsiteX14-27391" fmla="*/ 1369190 w 2107590"/>
              <a:gd name="connsiteY14-27392" fmla="*/ 92646 h 2160513"/>
              <a:gd name="connsiteX15-27393" fmla="*/ 1772045 w 2107590"/>
              <a:gd name="connsiteY15-27394" fmla="*/ 359840 h 2160513"/>
              <a:gd name="connsiteX16-27395" fmla="*/ 1752572 w 2107590"/>
              <a:gd name="connsiteY16-27396" fmla="*/ 342677 h 2160513"/>
              <a:gd name="connsiteX17-27397" fmla="*/ 2013140 w 2107590"/>
              <a:gd name="connsiteY17-27398" fmla="*/ 736265 h 2160513"/>
              <a:gd name="connsiteX18-27399" fmla="*/ 2004983 w 2107590"/>
              <a:gd name="connsiteY18-27400" fmla="*/ 716533 h 2160513"/>
              <a:gd name="connsiteX19-27401" fmla="*/ 2095472 w 2107590"/>
              <a:gd name="connsiteY19-27402" fmla="*/ 1073721 h 2160513"/>
              <a:gd name="connsiteX20-27403" fmla="*/ 1826390 w 2107590"/>
              <a:gd name="connsiteY20-27404" fmla="*/ 1311846 h 2160513"/>
              <a:gd name="connsiteX21-27405" fmla="*/ 1821627 w 2107590"/>
              <a:gd name="connsiteY21-27406" fmla="*/ 1264221 h 2160513"/>
              <a:gd name="connsiteX22-27407" fmla="*/ 1488252 w 2107590"/>
              <a:gd name="connsiteY22-27408" fmla="*/ 1595214 h 2160513"/>
              <a:gd name="connsiteX23-27409" fmla="*/ 1388239 w 2107590"/>
              <a:gd name="connsiteY23-27410" fmla="*/ 1492821 h 2160513"/>
              <a:gd name="connsiteX24-27411" fmla="*/ 1714472 w 2107590"/>
              <a:gd name="connsiteY24-27412" fmla="*/ 1154684 h 2160513"/>
              <a:gd name="connsiteX25-27413" fmla="*/ 1390621 w 2107590"/>
              <a:gd name="connsiteY25-27414" fmla="*/ 1145157 h 2160513"/>
              <a:gd name="connsiteX26-27415" fmla="*/ 1342996 w 2107590"/>
              <a:gd name="connsiteY26-27416" fmla="*/ 1283270 h 2160513"/>
              <a:gd name="connsiteX27-27417" fmla="*/ 1042958 w 2107590"/>
              <a:gd name="connsiteY27-27418" fmla="*/ 983235 h 2160513"/>
              <a:gd name="connsiteX28-27419" fmla="*/ 1309658 w 2107590"/>
              <a:gd name="connsiteY28-27420" fmla="*/ 790352 h 2160513"/>
              <a:gd name="connsiteX29-27421" fmla="*/ 914371 w 2107590"/>
              <a:gd name="connsiteY29-27422" fmla="*/ 511746 h 2160513"/>
              <a:gd name="connsiteX30-27423" fmla="*/ 523846 w 2107590"/>
              <a:gd name="connsiteY30-27424" fmla="*/ 754633 h 2160513"/>
              <a:gd name="connsiteX31-27425" fmla="*/ 783402 w 2107590"/>
              <a:gd name="connsiteY31-27426" fmla="*/ 868932 h 2160513"/>
              <a:gd name="connsiteX32-27427" fmla="*/ 785783 w 2107590"/>
              <a:gd name="connsiteY32-27428" fmla="*/ 1002283 h 2160513"/>
              <a:gd name="connsiteX33-27429" fmla="*/ 373827 w 2107590"/>
              <a:gd name="connsiteY33-27430" fmla="*/ 852264 h 2160513"/>
              <a:gd name="connsiteX34-27431" fmla="*/ 759589 w 2107590"/>
              <a:gd name="connsiteY34-27432" fmla="*/ 409352 h 2160513"/>
              <a:gd name="connsiteX35-27433" fmla="*/ 1397764 w 2107590"/>
              <a:gd name="connsiteY35-27434" fmla="*/ 606996 h 2160513"/>
              <a:gd name="connsiteX36-27435" fmla="*/ 1409671 w 2107590"/>
              <a:gd name="connsiteY36-27436" fmla="*/ 868933 h 2160513"/>
              <a:gd name="connsiteX37-27437" fmla="*/ 1433483 w 2107590"/>
              <a:gd name="connsiteY37-27438" fmla="*/ 795115 h 2160513"/>
              <a:gd name="connsiteX38-27439" fmla="*/ 1643033 w 2107590"/>
              <a:gd name="connsiteY38-27440" fmla="*/ 611758 h 2160513"/>
              <a:gd name="connsiteX39-27441" fmla="*/ 1804958 w 2107590"/>
              <a:gd name="connsiteY39-27442" fmla="*/ 709389 h 2160513"/>
              <a:gd name="connsiteX40-27443" fmla="*/ 1633508 w 2107590"/>
              <a:gd name="connsiteY40-27444" fmla="*/ 926083 h 2160513"/>
              <a:gd name="connsiteX41-27445" fmla="*/ 1778764 w 2107590"/>
              <a:gd name="connsiteY41-27446" fmla="*/ 811783 h 2160513"/>
              <a:gd name="connsiteX42-27447" fmla="*/ 1819245 w 2107590"/>
              <a:gd name="connsiteY42-27448" fmla="*/ 959420 h 2160513"/>
              <a:gd name="connsiteX43-27449" fmla="*/ 1838296 w 2107590"/>
              <a:gd name="connsiteY43-27450" fmla="*/ 914177 h 2160513"/>
              <a:gd name="connsiteX44-27451" fmla="*/ 1838296 w 2107590"/>
              <a:gd name="connsiteY44-27452" fmla="*/ 1071339 h 2160513"/>
              <a:gd name="connsiteX45-27453" fmla="*/ 1889668 w 2107590"/>
              <a:gd name="connsiteY45-27454" fmla="*/ 1175665 h 2160513"/>
              <a:gd name="connsiteX46-27455" fmla="*/ 1912797 w 2107590"/>
              <a:gd name="connsiteY46-27456" fmla="*/ 1135089 h 2160513"/>
              <a:gd name="connsiteX47-27457" fmla="*/ 1775980 w 2107590"/>
              <a:gd name="connsiteY47-27458" fmla="*/ 1553577 h 2160513"/>
              <a:gd name="connsiteX48-27459" fmla="*/ 1235792 w 2107590"/>
              <a:gd name="connsiteY48-27460" fmla="*/ 1580715 h 2160513"/>
              <a:gd name="connsiteX49-27461" fmla="*/ 1344220 w 2107590"/>
              <a:gd name="connsiteY49-27462" fmla="*/ 1905742 h 2160513"/>
              <a:gd name="connsiteX0-27463" fmla="*/ 1575697 w 2107590"/>
              <a:gd name="connsiteY0-27464" fmla="*/ 2160513 h 2160513"/>
              <a:gd name="connsiteX1-27465" fmla="*/ 956854 w 2107590"/>
              <a:gd name="connsiteY1-27466" fmla="*/ 1258279 h 2160513"/>
              <a:gd name="connsiteX2-27467" fmla="*/ 863892 w 2107590"/>
              <a:gd name="connsiteY2-27468" fmla="*/ 1345253 h 2160513"/>
              <a:gd name="connsiteX3-27469" fmla="*/ 1026241 w 2107590"/>
              <a:gd name="connsiteY3-27470" fmla="*/ 1144473 h 2160513"/>
              <a:gd name="connsiteX4-27471" fmla="*/ 908876 w 2107590"/>
              <a:gd name="connsiteY4-27472" fmla="*/ 743032 h 2160513"/>
              <a:gd name="connsiteX5-27473" fmla="*/ 1054863 w 2107590"/>
              <a:gd name="connsiteY5-27474" fmla="*/ 807021 h 2160513"/>
              <a:gd name="connsiteX6-27475" fmla="*/ 766732 w 2107590"/>
              <a:gd name="connsiteY6-27476" fmla="*/ 928463 h 2160513"/>
              <a:gd name="connsiteX7-27477" fmla="*/ 228569 w 2107590"/>
              <a:gd name="connsiteY7-27478" fmla="*/ 1030857 h 2160513"/>
              <a:gd name="connsiteX8-27479" fmla="*/ 102364 w 2107590"/>
              <a:gd name="connsiteY8-27480" fmla="*/ 578421 h 2160513"/>
              <a:gd name="connsiteX9-27481" fmla="*/ 334972 w 2107590"/>
              <a:gd name="connsiteY9-27482" fmla="*/ 266829 h 2160513"/>
              <a:gd name="connsiteX10-27483" fmla="*/ 754827 w 2107590"/>
              <a:gd name="connsiteY10-27484" fmla="*/ 47401 h 2160513"/>
              <a:gd name="connsiteX11-27485" fmla="*/ 759590 w 2107590"/>
              <a:gd name="connsiteY11-27486" fmla="*/ 95027 h 2160513"/>
              <a:gd name="connsiteX12-27487" fmla="*/ 771497 w 2107590"/>
              <a:gd name="connsiteY12-27488" fmla="*/ 35497 h 2160513"/>
              <a:gd name="connsiteX13-27489" fmla="*/ 1341273 w 2107590"/>
              <a:gd name="connsiteY13-27490" fmla="*/ 79182 h 2160513"/>
              <a:gd name="connsiteX14-27491" fmla="*/ 1369190 w 2107590"/>
              <a:gd name="connsiteY14-27492" fmla="*/ 92646 h 2160513"/>
              <a:gd name="connsiteX15-27493" fmla="*/ 1772045 w 2107590"/>
              <a:gd name="connsiteY15-27494" fmla="*/ 359840 h 2160513"/>
              <a:gd name="connsiteX16-27495" fmla="*/ 1752572 w 2107590"/>
              <a:gd name="connsiteY16-27496" fmla="*/ 342677 h 2160513"/>
              <a:gd name="connsiteX17-27497" fmla="*/ 2013140 w 2107590"/>
              <a:gd name="connsiteY17-27498" fmla="*/ 736265 h 2160513"/>
              <a:gd name="connsiteX18-27499" fmla="*/ 2004983 w 2107590"/>
              <a:gd name="connsiteY18-27500" fmla="*/ 716533 h 2160513"/>
              <a:gd name="connsiteX19-27501" fmla="*/ 2095472 w 2107590"/>
              <a:gd name="connsiteY19-27502" fmla="*/ 1073721 h 2160513"/>
              <a:gd name="connsiteX20-27503" fmla="*/ 1826390 w 2107590"/>
              <a:gd name="connsiteY20-27504" fmla="*/ 1311846 h 2160513"/>
              <a:gd name="connsiteX21-27505" fmla="*/ 1821627 w 2107590"/>
              <a:gd name="connsiteY21-27506" fmla="*/ 1264221 h 2160513"/>
              <a:gd name="connsiteX22-27507" fmla="*/ 1488252 w 2107590"/>
              <a:gd name="connsiteY22-27508" fmla="*/ 1595214 h 2160513"/>
              <a:gd name="connsiteX23-27509" fmla="*/ 1388239 w 2107590"/>
              <a:gd name="connsiteY23-27510" fmla="*/ 1492821 h 2160513"/>
              <a:gd name="connsiteX24-27511" fmla="*/ 1714472 w 2107590"/>
              <a:gd name="connsiteY24-27512" fmla="*/ 1154684 h 2160513"/>
              <a:gd name="connsiteX25-27513" fmla="*/ 1390621 w 2107590"/>
              <a:gd name="connsiteY25-27514" fmla="*/ 1145157 h 2160513"/>
              <a:gd name="connsiteX26-27515" fmla="*/ 1342996 w 2107590"/>
              <a:gd name="connsiteY26-27516" fmla="*/ 1283270 h 2160513"/>
              <a:gd name="connsiteX27-27517" fmla="*/ 1042958 w 2107590"/>
              <a:gd name="connsiteY27-27518" fmla="*/ 983235 h 2160513"/>
              <a:gd name="connsiteX28-27519" fmla="*/ 1309658 w 2107590"/>
              <a:gd name="connsiteY28-27520" fmla="*/ 790352 h 2160513"/>
              <a:gd name="connsiteX29-27521" fmla="*/ 914371 w 2107590"/>
              <a:gd name="connsiteY29-27522" fmla="*/ 511746 h 2160513"/>
              <a:gd name="connsiteX30-27523" fmla="*/ 523846 w 2107590"/>
              <a:gd name="connsiteY30-27524" fmla="*/ 754633 h 2160513"/>
              <a:gd name="connsiteX31-27525" fmla="*/ 783402 w 2107590"/>
              <a:gd name="connsiteY31-27526" fmla="*/ 868932 h 2160513"/>
              <a:gd name="connsiteX32-27527" fmla="*/ 785783 w 2107590"/>
              <a:gd name="connsiteY32-27528" fmla="*/ 1002283 h 2160513"/>
              <a:gd name="connsiteX33-27529" fmla="*/ 373827 w 2107590"/>
              <a:gd name="connsiteY33-27530" fmla="*/ 852264 h 2160513"/>
              <a:gd name="connsiteX34-27531" fmla="*/ 759589 w 2107590"/>
              <a:gd name="connsiteY34-27532" fmla="*/ 409352 h 2160513"/>
              <a:gd name="connsiteX35-27533" fmla="*/ 1397764 w 2107590"/>
              <a:gd name="connsiteY35-27534" fmla="*/ 606996 h 2160513"/>
              <a:gd name="connsiteX36-27535" fmla="*/ 1409671 w 2107590"/>
              <a:gd name="connsiteY36-27536" fmla="*/ 868933 h 2160513"/>
              <a:gd name="connsiteX37-27537" fmla="*/ 1433483 w 2107590"/>
              <a:gd name="connsiteY37-27538" fmla="*/ 795115 h 2160513"/>
              <a:gd name="connsiteX38-27539" fmla="*/ 1643033 w 2107590"/>
              <a:gd name="connsiteY38-27540" fmla="*/ 611758 h 2160513"/>
              <a:gd name="connsiteX39-27541" fmla="*/ 1804958 w 2107590"/>
              <a:gd name="connsiteY39-27542" fmla="*/ 709389 h 2160513"/>
              <a:gd name="connsiteX40-27543" fmla="*/ 1633508 w 2107590"/>
              <a:gd name="connsiteY40-27544" fmla="*/ 926083 h 2160513"/>
              <a:gd name="connsiteX41-27545" fmla="*/ 1778764 w 2107590"/>
              <a:gd name="connsiteY41-27546" fmla="*/ 811783 h 2160513"/>
              <a:gd name="connsiteX42-27547" fmla="*/ 1819245 w 2107590"/>
              <a:gd name="connsiteY42-27548" fmla="*/ 959420 h 2160513"/>
              <a:gd name="connsiteX43-27549" fmla="*/ 1838296 w 2107590"/>
              <a:gd name="connsiteY43-27550" fmla="*/ 914177 h 2160513"/>
              <a:gd name="connsiteX44-27551" fmla="*/ 1838296 w 2107590"/>
              <a:gd name="connsiteY44-27552" fmla="*/ 1071339 h 2160513"/>
              <a:gd name="connsiteX45-27553" fmla="*/ 1889668 w 2107590"/>
              <a:gd name="connsiteY45-27554" fmla="*/ 1175665 h 2160513"/>
              <a:gd name="connsiteX46-27555" fmla="*/ 1912797 w 2107590"/>
              <a:gd name="connsiteY46-27556" fmla="*/ 1135089 h 2160513"/>
              <a:gd name="connsiteX47-27557" fmla="*/ 1775980 w 2107590"/>
              <a:gd name="connsiteY47-27558" fmla="*/ 1553577 h 2160513"/>
              <a:gd name="connsiteX48-27559" fmla="*/ 1235792 w 2107590"/>
              <a:gd name="connsiteY48-27560" fmla="*/ 1580715 h 2160513"/>
              <a:gd name="connsiteX49-27561" fmla="*/ 1344220 w 2107590"/>
              <a:gd name="connsiteY49-27562" fmla="*/ 1905742 h 2160513"/>
              <a:gd name="connsiteX0-27563" fmla="*/ 1575697 w 2107590"/>
              <a:gd name="connsiteY0-27564" fmla="*/ 2160513 h 2160513"/>
              <a:gd name="connsiteX1-27565" fmla="*/ 956854 w 2107590"/>
              <a:gd name="connsiteY1-27566" fmla="*/ 1258279 h 2160513"/>
              <a:gd name="connsiteX2-27567" fmla="*/ 863892 w 2107590"/>
              <a:gd name="connsiteY2-27568" fmla="*/ 1345253 h 2160513"/>
              <a:gd name="connsiteX3-27569" fmla="*/ 1026241 w 2107590"/>
              <a:gd name="connsiteY3-27570" fmla="*/ 1144473 h 2160513"/>
              <a:gd name="connsiteX4-27571" fmla="*/ 908876 w 2107590"/>
              <a:gd name="connsiteY4-27572" fmla="*/ 743032 h 2160513"/>
              <a:gd name="connsiteX5-27573" fmla="*/ 1054863 w 2107590"/>
              <a:gd name="connsiteY5-27574" fmla="*/ 807021 h 2160513"/>
              <a:gd name="connsiteX6-27575" fmla="*/ 766732 w 2107590"/>
              <a:gd name="connsiteY6-27576" fmla="*/ 928463 h 2160513"/>
              <a:gd name="connsiteX7-27577" fmla="*/ 228569 w 2107590"/>
              <a:gd name="connsiteY7-27578" fmla="*/ 1030857 h 2160513"/>
              <a:gd name="connsiteX8-27579" fmla="*/ 102364 w 2107590"/>
              <a:gd name="connsiteY8-27580" fmla="*/ 578421 h 2160513"/>
              <a:gd name="connsiteX9-27581" fmla="*/ 334972 w 2107590"/>
              <a:gd name="connsiteY9-27582" fmla="*/ 266829 h 2160513"/>
              <a:gd name="connsiteX10-27583" fmla="*/ 754827 w 2107590"/>
              <a:gd name="connsiteY10-27584" fmla="*/ 47401 h 2160513"/>
              <a:gd name="connsiteX11-27585" fmla="*/ 759590 w 2107590"/>
              <a:gd name="connsiteY11-27586" fmla="*/ 95027 h 2160513"/>
              <a:gd name="connsiteX12-27587" fmla="*/ 771497 w 2107590"/>
              <a:gd name="connsiteY12-27588" fmla="*/ 35497 h 2160513"/>
              <a:gd name="connsiteX13-27589" fmla="*/ 1341273 w 2107590"/>
              <a:gd name="connsiteY13-27590" fmla="*/ 79182 h 2160513"/>
              <a:gd name="connsiteX14-27591" fmla="*/ 1369190 w 2107590"/>
              <a:gd name="connsiteY14-27592" fmla="*/ 92646 h 2160513"/>
              <a:gd name="connsiteX15-27593" fmla="*/ 1772045 w 2107590"/>
              <a:gd name="connsiteY15-27594" fmla="*/ 359840 h 2160513"/>
              <a:gd name="connsiteX16-27595" fmla="*/ 1752572 w 2107590"/>
              <a:gd name="connsiteY16-27596" fmla="*/ 342677 h 2160513"/>
              <a:gd name="connsiteX17-27597" fmla="*/ 2013140 w 2107590"/>
              <a:gd name="connsiteY17-27598" fmla="*/ 736265 h 2160513"/>
              <a:gd name="connsiteX18-27599" fmla="*/ 2004983 w 2107590"/>
              <a:gd name="connsiteY18-27600" fmla="*/ 716533 h 2160513"/>
              <a:gd name="connsiteX19-27601" fmla="*/ 2095472 w 2107590"/>
              <a:gd name="connsiteY19-27602" fmla="*/ 1073721 h 2160513"/>
              <a:gd name="connsiteX20-27603" fmla="*/ 1826390 w 2107590"/>
              <a:gd name="connsiteY20-27604" fmla="*/ 1311846 h 2160513"/>
              <a:gd name="connsiteX21-27605" fmla="*/ 1821627 w 2107590"/>
              <a:gd name="connsiteY21-27606" fmla="*/ 1264221 h 2160513"/>
              <a:gd name="connsiteX22-27607" fmla="*/ 1488252 w 2107590"/>
              <a:gd name="connsiteY22-27608" fmla="*/ 1595214 h 2160513"/>
              <a:gd name="connsiteX23-27609" fmla="*/ 1388239 w 2107590"/>
              <a:gd name="connsiteY23-27610" fmla="*/ 1492821 h 2160513"/>
              <a:gd name="connsiteX24-27611" fmla="*/ 1714472 w 2107590"/>
              <a:gd name="connsiteY24-27612" fmla="*/ 1154684 h 2160513"/>
              <a:gd name="connsiteX25-27613" fmla="*/ 1390621 w 2107590"/>
              <a:gd name="connsiteY25-27614" fmla="*/ 1145157 h 2160513"/>
              <a:gd name="connsiteX26-27615" fmla="*/ 1342996 w 2107590"/>
              <a:gd name="connsiteY26-27616" fmla="*/ 1283270 h 2160513"/>
              <a:gd name="connsiteX27-27617" fmla="*/ 1042958 w 2107590"/>
              <a:gd name="connsiteY27-27618" fmla="*/ 983235 h 2160513"/>
              <a:gd name="connsiteX28-27619" fmla="*/ 1309658 w 2107590"/>
              <a:gd name="connsiteY28-27620" fmla="*/ 790352 h 2160513"/>
              <a:gd name="connsiteX29-27621" fmla="*/ 914371 w 2107590"/>
              <a:gd name="connsiteY29-27622" fmla="*/ 511746 h 2160513"/>
              <a:gd name="connsiteX30-27623" fmla="*/ 523846 w 2107590"/>
              <a:gd name="connsiteY30-27624" fmla="*/ 754633 h 2160513"/>
              <a:gd name="connsiteX31-27625" fmla="*/ 783402 w 2107590"/>
              <a:gd name="connsiteY31-27626" fmla="*/ 868932 h 2160513"/>
              <a:gd name="connsiteX32-27627" fmla="*/ 785783 w 2107590"/>
              <a:gd name="connsiteY32-27628" fmla="*/ 1002283 h 2160513"/>
              <a:gd name="connsiteX33-27629" fmla="*/ 373827 w 2107590"/>
              <a:gd name="connsiteY33-27630" fmla="*/ 852264 h 2160513"/>
              <a:gd name="connsiteX34-27631" fmla="*/ 759589 w 2107590"/>
              <a:gd name="connsiteY34-27632" fmla="*/ 409352 h 2160513"/>
              <a:gd name="connsiteX35-27633" fmla="*/ 1397764 w 2107590"/>
              <a:gd name="connsiteY35-27634" fmla="*/ 606996 h 2160513"/>
              <a:gd name="connsiteX36-27635" fmla="*/ 1409671 w 2107590"/>
              <a:gd name="connsiteY36-27636" fmla="*/ 868933 h 2160513"/>
              <a:gd name="connsiteX37-27637" fmla="*/ 1433483 w 2107590"/>
              <a:gd name="connsiteY37-27638" fmla="*/ 795115 h 2160513"/>
              <a:gd name="connsiteX38-27639" fmla="*/ 1643033 w 2107590"/>
              <a:gd name="connsiteY38-27640" fmla="*/ 611758 h 2160513"/>
              <a:gd name="connsiteX39-27641" fmla="*/ 1804958 w 2107590"/>
              <a:gd name="connsiteY39-27642" fmla="*/ 709389 h 2160513"/>
              <a:gd name="connsiteX40-27643" fmla="*/ 1633508 w 2107590"/>
              <a:gd name="connsiteY40-27644" fmla="*/ 926083 h 2160513"/>
              <a:gd name="connsiteX41-27645" fmla="*/ 1778764 w 2107590"/>
              <a:gd name="connsiteY41-27646" fmla="*/ 811783 h 2160513"/>
              <a:gd name="connsiteX42-27647" fmla="*/ 1819245 w 2107590"/>
              <a:gd name="connsiteY42-27648" fmla="*/ 959420 h 2160513"/>
              <a:gd name="connsiteX43-27649" fmla="*/ 1838296 w 2107590"/>
              <a:gd name="connsiteY43-27650" fmla="*/ 914177 h 2160513"/>
              <a:gd name="connsiteX44-27651" fmla="*/ 1838296 w 2107590"/>
              <a:gd name="connsiteY44-27652" fmla="*/ 1071339 h 2160513"/>
              <a:gd name="connsiteX45-27653" fmla="*/ 1889668 w 2107590"/>
              <a:gd name="connsiteY45-27654" fmla="*/ 1175665 h 2160513"/>
              <a:gd name="connsiteX46-27655" fmla="*/ 1912797 w 2107590"/>
              <a:gd name="connsiteY46-27656" fmla="*/ 1135089 h 2160513"/>
              <a:gd name="connsiteX47-27657" fmla="*/ 1775980 w 2107590"/>
              <a:gd name="connsiteY47-27658" fmla="*/ 1553577 h 2160513"/>
              <a:gd name="connsiteX48-27659" fmla="*/ 1235792 w 2107590"/>
              <a:gd name="connsiteY48-27660" fmla="*/ 1580715 h 2160513"/>
              <a:gd name="connsiteX49-27661" fmla="*/ 1344220 w 2107590"/>
              <a:gd name="connsiteY49-27662" fmla="*/ 1905742 h 2160513"/>
              <a:gd name="connsiteX0-27663" fmla="*/ 1575697 w 2107590"/>
              <a:gd name="connsiteY0-27664" fmla="*/ 2160513 h 2160513"/>
              <a:gd name="connsiteX1-27665" fmla="*/ 956854 w 2107590"/>
              <a:gd name="connsiteY1-27666" fmla="*/ 1258279 h 2160513"/>
              <a:gd name="connsiteX2-27667" fmla="*/ 863892 w 2107590"/>
              <a:gd name="connsiteY2-27668" fmla="*/ 1345253 h 2160513"/>
              <a:gd name="connsiteX3-27669" fmla="*/ 1026241 w 2107590"/>
              <a:gd name="connsiteY3-27670" fmla="*/ 1144473 h 2160513"/>
              <a:gd name="connsiteX4-27671" fmla="*/ 908876 w 2107590"/>
              <a:gd name="connsiteY4-27672" fmla="*/ 743032 h 2160513"/>
              <a:gd name="connsiteX5-27673" fmla="*/ 1054863 w 2107590"/>
              <a:gd name="connsiteY5-27674" fmla="*/ 807021 h 2160513"/>
              <a:gd name="connsiteX6-27675" fmla="*/ 766732 w 2107590"/>
              <a:gd name="connsiteY6-27676" fmla="*/ 928463 h 2160513"/>
              <a:gd name="connsiteX7-27677" fmla="*/ 228569 w 2107590"/>
              <a:gd name="connsiteY7-27678" fmla="*/ 1030857 h 2160513"/>
              <a:gd name="connsiteX8-27679" fmla="*/ 102364 w 2107590"/>
              <a:gd name="connsiteY8-27680" fmla="*/ 578421 h 2160513"/>
              <a:gd name="connsiteX9-27681" fmla="*/ 334972 w 2107590"/>
              <a:gd name="connsiteY9-27682" fmla="*/ 266829 h 2160513"/>
              <a:gd name="connsiteX10-27683" fmla="*/ 754827 w 2107590"/>
              <a:gd name="connsiteY10-27684" fmla="*/ 47401 h 2160513"/>
              <a:gd name="connsiteX11-27685" fmla="*/ 759590 w 2107590"/>
              <a:gd name="connsiteY11-27686" fmla="*/ 95027 h 2160513"/>
              <a:gd name="connsiteX12-27687" fmla="*/ 771497 w 2107590"/>
              <a:gd name="connsiteY12-27688" fmla="*/ 35497 h 2160513"/>
              <a:gd name="connsiteX13-27689" fmla="*/ 1341273 w 2107590"/>
              <a:gd name="connsiteY13-27690" fmla="*/ 79182 h 2160513"/>
              <a:gd name="connsiteX14-27691" fmla="*/ 1369190 w 2107590"/>
              <a:gd name="connsiteY14-27692" fmla="*/ 92646 h 2160513"/>
              <a:gd name="connsiteX15-27693" fmla="*/ 1772045 w 2107590"/>
              <a:gd name="connsiteY15-27694" fmla="*/ 359840 h 2160513"/>
              <a:gd name="connsiteX16-27695" fmla="*/ 1752572 w 2107590"/>
              <a:gd name="connsiteY16-27696" fmla="*/ 342677 h 2160513"/>
              <a:gd name="connsiteX17-27697" fmla="*/ 2013140 w 2107590"/>
              <a:gd name="connsiteY17-27698" fmla="*/ 736265 h 2160513"/>
              <a:gd name="connsiteX18-27699" fmla="*/ 2004983 w 2107590"/>
              <a:gd name="connsiteY18-27700" fmla="*/ 716533 h 2160513"/>
              <a:gd name="connsiteX19-27701" fmla="*/ 2095472 w 2107590"/>
              <a:gd name="connsiteY19-27702" fmla="*/ 1073721 h 2160513"/>
              <a:gd name="connsiteX20-27703" fmla="*/ 1826390 w 2107590"/>
              <a:gd name="connsiteY20-27704" fmla="*/ 1311846 h 2160513"/>
              <a:gd name="connsiteX21-27705" fmla="*/ 1821627 w 2107590"/>
              <a:gd name="connsiteY21-27706" fmla="*/ 1264221 h 2160513"/>
              <a:gd name="connsiteX22-27707" fmla="*/ 1488252 w 2107590"/>
              <a:gd name="connsiteY22-27708" fmla="*/ 1595214 h 2160513"/>
              <a:gd name="connsiteX23-27709" fmla="*/ 1388239 w 2107590"/>
              <a:gd name="connsiteY23-27710" fmla="*/ 1492821 h 2160513"/>
              <a:gd name="connsiteX24-27711" fmla="*/ 1714472 w 2107590"/>
              <a:gd name="connsiteY24-27712" fmla="*/ 1154684 h 2160513"/>
              <a:gd name="connsiteX25-27713" fmla="*/ 1390621 w 2107590"/>
              <a:gd name="connsiteY25-27714" fmla="*/ 1145157 h 2160513"/>
              <a:gd name="connsiteX26-27715" fmla="*/ 1342996 w 2107590"/>
              <a:gd name="connsiteY26-27716" fmla="*/ 1283270 h 2160513"/>
              <a:gd name="connsiteX27-27717" fmla="*/ 1042958 w 2107590"/>
              <a:gd name="connsiteY27-27718" fmla="*/ 983235 h 2160513"/>
              <a:gd name="connsiteX28-27719" fmla="*/ 1309658 w 2107590"/>
              <a:gd name="connsiteY28-27720" fmla="*/ 790352 h 2160513"/>
              <a:gd name="connsiteX29-27721" fmla="*/ 914371 w 2107590"/>
              <a:gd name="connsiteY29-27722" fmla="*/ 511746 h 2160513"/>
              <a:gd name="connsiteX30-27723" fmla="*/ 523846 w 2107590"/>
              <a:gd name="connsiteY30-27724" fmla="*/ 754633 h 2160513"/>
              <a:gd name="connsiteX31-27725" fmla="*/ 783402 w 2107590"/>
              <a:gd name="connsiteY31-27726" fmla="*/ 868932 h 2160513"/>
              <a:gd name="connsiteX32-27727" fmla="*/ 785783 w 2107590"/>
              <a:gd name="connsiteY32-27728" fmla="*/ 1002283 h 2160513"/>
              <a:gd name="connsiteX33-27729" fmla="*/ 373827 w 2107590"/>
              <a:gd name="connsiteY33-27730" fmla="*/ 852264 h 2160513"/>
              <a:gd name="connsiteX34-27731" fmla="*/ 759589 w 2107590"/>
              <a:gd name="connsiteY34-27732" fmla="*/ 409352 h 2160513"/>
              <a:gd name="connsiteX35-27733" fmla="*/ 1397764 w 2107590"/>
              <a:gd name="connsiteY35-27734" fmla="*/ 606996 h 2160513"/>
              <a:gd name="connsiteX36-27735" fmla="*/ 1409671 w 2107590"/>
              <a:gd name="connsiteY36-27736" fmla="*/ 868933 h 2160513"/>
              <a:gd name="connsiteX37-27737" fmla="*/ 1433483 w 2107590"/>
              <a:gd name="connsiteY37-27738" fmla="*/ 795115 h 2160513"/>
              <a:gd name="connsiteX38-27739" fmla="*/ 1643033 w 2107590"/>
              <a:gd name="connsiteY38-27740" fmla="*/ 611758 h 2160513"/>
              <a:gd name="connsiteX39-27741" fmla="*/ 1804958 w 2107590"/>
              <a:gd name="connsiteY39-27742" fmla="*/ 709389 h 2160513"/>
              <a:gd name="connsiteX40-27743" fmla="*/ 1633508 w 2107590"/>
              <a:gd name="connsiteY40-27744" fmla="*/ 926083 h 2160513"/>
              <a:gd name="connsiteX41-27745" fmla="*/ 1778764 w 2107590"/>
              <a:gd name="connsiteY41-27746" fmla="*/ 811783 h 2160513"/>
              <a:gd name="connsiteX42-27747" fmla="*/ 1819245 w 2107590"/>
              <a:gd name="connsiteY42-27748" fmla="*/ 959420 h 2160513"/>
              <a:gd name="connsiteX43-27749" fmla="*/ 1838296 w 2107590"/>
              <a:gd name="connsiteY43-27750" fmla="*/ 914177 h 2160513"/>
              <a:gd name="connsiteX44-27751" fmla="*/ 1838296 w 2107590"/>
              <a:gd name="connsiteY44-27752" fmla="*/ 1071339 h 2160513"/>
              <a:gd name="connsiteX45-27753" fmla="*/ 1889668 w 2107590"/>
              <a:gd name="connsiteY45-27754" fmla="*/ 1175665 h 2160513"/>
              <a:gd name="connsiteX46-27755" fmla="*/ 1912797 w 2107590"/>
              <a:gd name="connsiteY46-27756" fmla="*/ 1135089 h 2160513"/>
              <a:gd name="connsiteX47-27757" fmla="*/ 1775980 w 2107590"/>
              <a:gd name="connsiteY47-27758" fmla="*/ 1553577 h 2160513"/>
              <a:gd name="connsiteX48-27759" fmla="*/ 1235792 w 2107590"/>
              <a:gd name="connsiteY48-27760" fmla="*/ 1580715 h 2160513"/>
              <a:gd name="connsiteX49-27761" fmla="*/ 1344220 w 2107590"/>
              <a:gd name="connsiteY49-27762" fmla="*/ 1905742 h 2160513"/>
              <a:gd name="connsiteX0-27763" fmla="*/ 1575697 w 2107590"/>
              <a:gd name="connsiteY0-27764" fmla="*/ 2160513 h 2160513"/>
              <a:gd name="connsiteX1-27765" fmla="*/ 956854 w 2107590"/>
              <a:gd name="connsiteY1-27766" fmla="*/ 1258279 h 2160513"/>
              <a:gd name="connsiteX2-27767" fmla="*/ 863892 w 2107590"/>
              <a:gd name="connsiteY2-27768" fmla="*/ 1345253 h 2160513"/>
              <a:gd name="connsiteX3-27769" fmla="*/ 1026241 w 2107590"/>
              <a:gd name="connsiteY3-27770" fmla="*/ 1144473 h 2160513"/>
              <a:gd name="connsiteX4-27771" fmla="*/ 908876 w 2107590"/>
              <a:gd name="connsiteY4-27772" fmla="*/ 743032 h 2160513"/>
              <a:gd name="connsiteX5-27773" fmla="*/ 1054863 w 2107590"/>
              <a:gd name="connsiteY5-27774" fmla="*/ 807021 h 2160513"/>
              <a:gd name="connsiteX6-27775" fmla="*/ 766732 w 2107590"/>
              <a:gd name="connsiteY6-27776" fmla="*/ 928463 h 2160513"/>
              <a:gd name="connsiteX7-27777" fmla="*/ 228569 w 2107590"/>
              <a:gd name="connsiteY7-27778" fmla="*/ 1030857 h 2160513"/>
              <a:gd name="connsiteX8-27779" fmla="*/ 102364 w 2107590"/>
              <a:gd name="connsiteY8-27780" fmla="*/ 578421 h 2160513"/>
              <a:gd name="connsiteX9-27781" fmla="*/ 334972 w 2107590"/>
              <a:gd name="connsiteY9-27782" fmla="*/ 266829 h 2160513"/>
              <a:gd name="connsiteX10-27783" fmla="*/ 754827 w 2107590"/>
              <a:gd name="connsiteY10-27784" fmla="*/ 47401 h 2160513"/>
              <a:gd name="connsiteX11-27785" fmla="*/ 759590 w 2107590"/>
              <a:gd name="connsiteY11-27786" fmla="*/ 95027 h 2160513"/>
              <a:gd name="connsiteX12-27787" fmla="*/ 771497 w 2107590"/>
              <a:gd name="connsiteY12-27788" fmla="*/ 35497 h 2160513"/>
              <a:gd name="connsiteX13-27789" fmla="*/ 1341273 w 2107590"/>
              <a:gd name="connsiteY13-27790" fmla="*/ 79182 h 2160513"/>
              <a:gd name="connsiteX14-27791" fmla="*/ 1369190 w 2107590"/>
              <a:gd name="connsiteY14-27792" fmla="*/ 92646 h 2160513"/>
              <a:gd name="connsiteX15-27793" fmla="*/ 1772045 w 2107590"/>
              <a:gd name="connsiteY15-27794" fmla="*/ 359840 h 2160513"/>
              <a:gd name="connsiteX16-27795" fmla="*/ 1752572 w 2107590"/>
              <a:gd name="connsiteY16-27796" fmla="*/ 342677 h 2160513"/>
              <a:gd name="connsiteX17-27797" fmla="*/ 2013140 w 2107590"/>
              <a:gd name="connsiteY17-27798" fmla="*/ 736265 h 2160513"/>
              <a:gd name="connsiteX18-27799" fmla="*/ 2004983 w 2107590"/>
              <a:gd name="connsiteY18-27800" fmla="*/ 716533 h 2160513"/>
              <a:gd name="connsiteX19-27801" fmla="*/ 2095472 w 2107590"/>
              <a:gd name="connsiteY19-27802" fmla="*/ 1073721 h 2160513"/>
              <a:gd name="connsiteX20-27803" fmla="*/ 1826390 w 2107590"/>
              <a:gd name="connsiteY20-27804" fmla="*/ 1311846 h 2160513"/>
              <a:gd name="connsiteX21-27805" fmla="*/ 1821627 w 2107590"/>
              <a:gd name="connsiteY21-27806" fmla="*/ 1264221 h 2160513"/>
              <a:gd name="connsiteX22-27807" fmla="*/ 1488252 w 2107590"/>
              <a:gd name="connsiteY22-27808" fmla="*/ 1595214 h 2160513"/>
              <a:gd name="connsiteX23-27809" fmla="*/ 1388239 w 2107590"/>
              <a:gd name="connsiteY23-27810" fmla="*/ 1492821 h 2160513"/>
              <a:gd name="connsiteX24-27811" fmla="*/ 1714472 w 2107590"/>
              <a:gd name="connsiteY24-27812" fmla="*/ 1154684 h 2160513"/>
              <a:gd name="connsiteX25-27813" fmla="*/ 1390621 w 2107590"/>
              <a:gd name="connsiteY25-27814" fmla="*/ 1145157 h 2160513"/>
              <a:gd name="connsiteX26-27815" fmla="*/ 1342996 w 2107590"/>
              <a:gd name="connsiteY26-27816" fmla="*/ 1283270 h 2160513"/>
              <a:gd name="connsiteX27-27817" fmla="*/ 1042958 w 2107590"/>
              <a:gd name="connsiteY27-27818" fmla="*/ 983235 h 2160513"/>
              <a:gd name="connsiteX28-27819" fmla="*/ 1309658 w 2107590"/>
              <a:gd name="connsiteY28-27820" fmla="*/ 790352 h 2160513"/>
              <a:gd name="connsiteX29-27821" fmla="*/ 914371 w 2107590"/>
              <a:gd name="connsiteY29-27822" fmla="*/ 511746 h 2160513"/>
              <a:gd name="connsiteX30-27823" fmla="*/ 523846 w 2107590"/>
              <a:gd name="connsiteY30-27824" fmla="*/ 754633 h 2160513"/>
              <a:gd name="connsiteX31-27825" fmla="*/ 783402 w 2107590"/>
              <a:gd name="connsiteY31-27826" fmla="*/ 868932 h 2160513"/>
              <a:gd name="connsiteX32-27827" fmla="*/ 785783 w 2107590"/>
              <a:gd name="connsiteY32-27828" fmla="*/ 1002283 h 2160513"/>
              <a:gd name="connsiteX33-27829" fmla="*/ 373827 w 2107590"/>
              <a:gd name="connsiteY33-27830" fmla="*/ 852264 h 2160513"/>
              <a:gd name="connsiteX34-27831" fmla="*/ 759589 w 2107590"/>
              <a:gd name="connsiteY34-27832" fmla="*/ 409352 h 2160513"/>
              <a:gd name="connsiteX35-27833" fmla="*/ 1397764 w 2107590"/>
              <a:gd name="connsiteY35-27834" fmla="*/ 606996 h 2160513"/>
              <a:gd name="connsiteX36-27835" fmla="*/ 1409671 w 2107590"/>
              <a:gd name="connsiteY36-27836" fmla="*/ 868933 h 2160513"/>
              <a:gd name="connsiteX37-27837" fmla="*/ 1433483 w 2107590"/>
              <a:gd name="connsiteY37-27838" fmla="*/ 795115 h 2160513"/>
              <a:gd name="connsiteX38-27839" fmla="*/ 1643033 w 2107590"/>
              <a:gd name="connsiteY38-27840" fmla="*/ 611758 h 2160513"/>
              <a:gd name="connsiteX39-27841" fmla="*/ 1804958 w 2107590"/>
              <a:gd name="connsiteY39-27842" fmla="*/ 709389 h 2160513"/>
              <a:gd name="connsiteX40-27843" fmla="*/ 1633508 w 2107590"/>
              <a:gd name="connsiteY40-27844" fmla="*/ 926083 h 2160513"/>
              <a:gd name="connsiteX41-27845" fmla="*/ 1778764 w 2107590"/>
              <a:gd name="connsiteY41-27846" fmla="*/ 811783 h 2160513"/>
              <a:gd name="connsiteX42-27847" fmla="*/ 1819245 w 2107590"/>
              <a:gd name="connsiteY42-27848" fmla="*/ 959420 h 2160513"/>
              <a:gd name="connsiteX43-27849" fmla="*/ 1838296 w 2107590"/>
              <a:gd name="connsiteY43-27850" fmla="*/ 914177 h 2160513"/>
              <a:gd name="connsiteX44-27851" fmla="*/ 1838296 w 2107590"/>
              <a:gd name="connsiteY44-27852" fmla="*/ 1071339 h 2160513"/>
              <a:gd name="connsiteX45-27853" fmla="*/ 1889668 w 2107590"/>
              <a:gd name="connsiteY45-27854" fmla="*/ 1175665 h 2160513"/>
              <a:gd name="connsiteX46-27855" fmla="*/ 1912797 w 2107590"/>
              <a:gd name="connsiteY46-27856" fmla="*/ 1135089 h 2160513"/>
              <a:gd name="connsiteX47-27857" fmla="*/ 1775980 w 2107590"/>
              <a:gd name="connsiteY47-27858" fmla="*/ 1553577 h 2160513"/>
              <a:gd name="connsiteX48-27859" fmla="*/ 1235792 w 2107590"/>
              <a:gd name="connsiteY48-27860" fmla="*/ 1580715 h 2160513"/>
              <a:gd name="connsiteX49-27861" fmla="*/ 1344220 w 2107590"/>
              <a:gd name="connsiteY49-27862" fmla="*/ 1905742 h 2160513"/>
              <a:gd name="connsiteX0-27863" fmla="*/ 1575697 w 2107590"/>
              <a:gd name="connsiteY0-27864" fmla="*/ 2160513 h 2160513"/>
              <a:gd name="connsiteX1-27865" fmla="*/ 956854 w 2107590"/>
              <a:gd name="connsiteY1-27866" fmla="*/ 1258279 h 2160513"/>
              <a:gd name="connsiteX2-27867" fmla="*/ 863892 w 2107590"/>
              <a:gd name="connsiteY2-27868" fmla="*/ 1345253 h 2160513"/>
              <a:gd name="connsiteX3-27869" fmla="*/ 1026241 w 2107590"/>
              <a:gd name="connsiteY3-27870" fmla="*/ 1144473 h 2160513"/>
              <a:gd name="connsiteX4-27871" fmla="*/ 908876 w 2107590"/>
              <a:gd name="connsiteY4-27872" fmla="*/ 743032 h 2160513"/>
              <a:gd name="connsiteX5-27873" fmla="*/ 1054863 w 2107590"/>
              <a:gd name="connsiteY5-27874" fmla="*/ 807021 h 2160513"/>
              <a:gd name="connsiteX6-27875" fmla="*/ 766732 w 2107590"/>
              <a:gd name="connsiteY6-27876" fmla="*/ 928463 h 2160513"/>
              <a:gd name="connsiteX7-27877" fmla="*/ 228569 w 2107590"/>
              <a:gd name="connsiteY7-27878" fmla="*/ 1030857 h 2160513"/>
              <a:gd name="connsiteX8-27879" fmla="*/ 102364 w 2107590"/>
              <a:gd name="connsiteY8-27880" fmla="*/ 578421 h 2160513"/>
              <a:gd name="connsiteX9-27881" fmla="*/ 334972 w 2107590"/>
              <a:gd name="connsiteY9-27882" fmla="*/ 266829 h 2160513"/>
              <a:gd name="connsiteX10-27883" fmla="*/ 754827 w 2107590"/>
              <a:gd name="connsiteY10-27884" fmla="*/ 47401 h 2160513"/>
              <a:gd name="connsiteX11-27885" fmla="*/ 759590 w 2107590"/>
              <a:gd name="connsiteY11-27886" fmla="*/ 95027 h 2160513"/>
              <a:gd name="connsiteX12-27887" fmla="*/ 771497 w 2107590"/>
              <a:gd name="connsiteY12-27888" fmla="*/ 35497 h 2160513"/>
              <a:gd name="connsiteX13-27889" fmla="*/ 1341273 w 2107590"/>
              <a:gd name="connsiteY13-27890" fmla="*/ 79182 h 2160513"/>
              <a:gd name="connsiteX14-27891" fmla="*/ 1369190 w 2107590"/>
              <a:gd name="connsiteY14-27892" fmla="*/ 92646 h 2160513"/>
              <a:gd name="connsiteX15-27893" fmla="*/ 1772045 w 2107590"/>
              <a:gd name="connsiteY15-27894" fmla="*/ 359840 h 2160513"/>
              <a:gd name="connsiteX16-27895" fmla="*/ 1752572 w 2107590"/>
              <a:gd name="connsiteY16-27896" fmla="*/ 342677 h 2160513"/>
              <a:gd name="connsiteX17-27897" fmla="*/ 2013140 w 2107590"/>
              <a:gd name="connsiteY17-27898" fmla="*/ 736265 h 2160513"/>
              <a:gd name="connsiteX18-27899" fmla="*/ 2004983 w 2107590"/>
              <a:gd name="connsiteY18-27900" fmla="*/ 716533 h 2160513"/>
              <a:gd name="connsiteX19-27901" fmla="*/ 2095472 w 2107590"/>
              <a:gd name="connsiteY19-27902" fmla="*/ 1073721 h 2160513"/>
              <a:gd name="connsiteX20-27903" fmla="*/ 1826390 w 2107590"/>
              <a:gd name="connsiteY20-27904" fmla="*/ 1311846 h 2160513"/>
              <a:gd name="connsiteX21-27905" fmla="*/ 1821627 w 2107590"/>
              <a:gd name="connsiteY21-27906" fmla="*/ 1264221 h 2160513"/>
              <a:gd name="connsiteX22-27907" fmla="*/ 1488252 w 2107590"/>
              <a:gd name="connsiteY22-27908" fmla="*/ 1595214 h 2160513"/>
              <a:gd name="connsiteX23-27909" fmla="*/ 1388239 w 2107590"/>
              <a:gd name="connsiteY23-27910" fmla="*/ 1492821 h 2160513"/>
              <a:gd name="connsiteX24-27911" fmla="*/ 1714472 w 2107590"/>
              <a:gd name="connsiteY24-27912" fmla="*/ 1154684 h 2160513"/>
              <a:gd name="connsiteX25-27913" fmla="*/ 1390621 w 2107590"/>
              <a:gd name="connsiteY25-27914" fmla="*/ 1145157 h 2160513"/>
              <a:gd name="connsiteX26-27915" fmla="*/ 1342996 w 2107590"/>
              <a:gd name="connsiteY26-27916" fmla="*/ 1283270 h 2160513"/>
              <a:gd name="connsiteX27-27917" fmla="*/ 1042958 w 2107590"/>
              <a:gd name="connsiteY27-27918" fmla="*/ 983235 h 2160513"/>
              <a:gd name="connsiteX28-27919" fmla="*/ 1309658 w 2107590"/>
              <a:gd name="connsiteY28-27920" fmla="*/ 790352 h 2160513"/>
              <a:gd name="connsiteX29-27921" fmla="*/ 914371 w 2107590"/>
              <a:gd name="connsiteY29-27922" fmla="*/ 511746 h 2160513"/>
              <a:gd name="connsiteX30-27923" fmla="*/ 523846 w 2107590"/>
              <a:gd name="connsiteY30-27924" fmla="*/ 754633 h 2160513"/>
              <a:gd name="connsiteX31-27925" fmla="*/ 783402 w 2107590"/>
              <a:gd name="connsiteY31-27926" fmla="*/ 868932 h 2160513"/>
              <a:gd name="connsiteX32-27927" fmla="*/ 785783 w 2107590"/>
              <a:gd name="connsiteY32-27928" fmla="*/ 1002283 h 2160513"/>
              <a:gd name="connsiteX33-27929" fmla="*/ 373827 w 2107590"/>
              <a:gd name="connsiteY33-27930" fmla="*/ 852264 h 2160513"/>
              <a:gd name="connsiteX34-27931" fmla="*/ 759589 w 2107590"/>
              <a:gd name="connsiteY34-27932" fmla="*/ 409352 h 2160513"/>
              <a:gd name="connsiteX35-27933" fmla="*/ 1397764 w 2107590"/>
              <a:gd name="connsiteY35-27934" fmla="*/ 606996 h 2160513"/>
              <a:gd name="connsiteX36-27935" fmla="*/ 1409671 w 2107590"/>
              <a:gd name="connsiteY36-27936" fmla="*/ 868933 h 2160513"/>
              <a:gd name="connsiteX37-27937" fmla="*/ 1433483 w 2107590"/>
              <a:gd name="connsiteY37-27938" fmla="*/ 795115 h 2160513"/>
              <a:gd name="connsiteX38-27939" fmla="*/ 1643033 w 2107590"/>
              <a:gd name="connsiteY38-27940" fmla="*/ 611758 h 2160513"/>
              <a:gd name="connsiteX39-27941" fmla="*/ 1804958 w 2107590"/>
              <a:gd name="connsiteY39-27942" fmla="*/ 709389 h 2160513"/>
              <a:gd name="connsiteX40-27943" fmla="*/ 1633508 w 2107590"/>
              <a:gd name="connsiteY40-27944" fmla="*/ 926083 h 2160513"/>
              <a:gd name="connsiteX41-27945" fmla="*/ 1778764 w 2107590"/>
              <a:gd name="connsiteY41-27946" fmla="*/ 811783 h 2160513"/>
              <a:gd name="connsiteX42-27947" fmla="*/ 1819245 w 2107590"/>
              <a:gd name="connsiteY42-27948" fmla="*/ 959420 h 2160513"/>
              <a:gd name="connsiteX43-27949" fmla="*/ 1838296 w 2107590"/>
              <a:gd name="connsiteY43-27950" fmla="*/ 914177 h 2160513"/>
              <a:gd name="connsiteX44-27951" fmla="*/ 1838296 w 2107590"/>
              <a:gd name="connsiteY44-27952" fmla="*/ 1071339 h 2160513"/>
              <a:gd name="connsiteX45-27953" fmla="*/ 1889668 w 2107590"/>
              <a:gd name="connsiteY45-27954" fmla="*/ 1175665 h 2160513"/>
              <a:gd name="connsiteX46-27955" fmla="*/ 1912797 w 2107590"/>
              <a:gd name="connsiteY46-27956" fmla="*/ 1135089 h 2160513"/>
              <a:gd name="connsiteX47-27957" fmla="*/ 1775980 w 2107590"/>
              <a:gd name="connsiteY47-27958" fmla="*/ 1553577 h 2160513"/>
              <a:gd name="connsiteX48-27959" fmla="*/ 1235792 w 2107590"/>
              <a:gd name="connsiteY48-27960" fmla="*/ 1580715 h 2160513"/>
              <a:gd name="connsiteX49-27961" fmla="*/ 1344220 w 2107590"/>
              <a:gd name="connsiteY49-27962" fmla="*/ 1905742 h 2160513"/>
              <a:gd name="connsiteX0-27963" fmla="*/ 1575697 w 2107590"/>
              <a:gd name="connsiteY0-27964" fmla="*/ 2160513 h 2160513"/>
              <a:gd name="connsiteX1-27965" fmla="*/ 956854 w 2107590"/>
              <a:gd name="connsiteY1-27966" fmla="*/ 1258279 h 2160513"/>
              <a:gd name="connsiteX2-27967" fmla="*/ 863892 w 2107590"/>
              <a:gd name="connsiteY2-27968" fmla="*/ 1345253 h 2160513"/>
              <a:gd name="connsiteX3-27969" fmla="*/ 1026241 w 2107590"/>
              <a:gd name="connsiteY3-27970" fmla="*/ 1144473 h 2160513"/>
              <a:gd name="connsiteX4-27971" fmla="*/ 908876 w 2107590"/>
              <a:gd name="connsiteY4-27972" fmla="*/ 743032 h 2160513"/>
              <a:gd name="connsiteX5-27973" fmla="*/ 1054863 w 2107590"/>
              <a:gd name="connsiteY5-27974" fmla="*/ 807021 h 2160513"/>
              <a:gd name="connsiteX6-27975" fmla="*/ 766732 w 2107590"/>
              <a:gd name="connsiteY6-27976" fmla="*/ 928463 h 2160513"/>
              <a:gd name="connsiteX7-27977" fmla="*/ 228569 w 2107590"/>
              <a:gd name="connsiteY7-27978" fmla="*/ 1030857 h 2160513"/>
              <a:gd name="connsiteX8-27979" fmla="*/ 102364 w 2107590"/>
              <a:gd name="connsiteY8-27980" fmla="*/ 578421 h 2160513"/>
              <a:gd name="connsiteX9-27981" fmla="*/ 334972 w 2107590"/>
              <a:gd name="connsiteY9-27982" fmla="*/ 266829 h 2160513"/>
              <a:gd name="connsiteX10-27983" fmla="*/ 754827 w 2107590"/>
              <a:gd name="connsiteY10-27984" fmla="*/ 47401 h 2160513"/>
              <a:gd name="connsiteX11-27985" fmla="*/ 759590 w 2107590"/>
              <a:gd name="connsiteY11-27986" fmla="*/ 95027 h 2160513"/>
              <a:gd name="connsiteX12-27987" fmla="*/ 771497 w 2107590"/>
              <a:gd name="connsiteY12-27988" fmla="*/ 35497 h 2160513"/>
              <a:gd name="connsiteX13-27989" fmla="*/ 1341273 w 2107590"/>
              <a:gd name="connsiteY13-27990" fmla="*/ 79182 h 2160513"/>
              <a:gd name="connsiteX14-27991" fmla="*/ 1369190 w 2107590"/>
              <a:gd name="connsiteY14-27992" fmla="*/ 92646 h 2160513"/>
              <a:gd name="connsiteX15-27993" fmla="*/ 1772045 w 2107590"/>
              <a:gd name="connsiteY15-27994" fmla="*/ 359840 h 2160513"/>
              <a:gd name="connsiteX16-27995" fmla="*/ 1752572 w 2107590"/>
              <a:gd name="connsiteY16-27996" fmla="*/ 342677 h 2160513"/>
              <a:gd name="connsiteX17-27997" fmla="*/ 2013140 w 2107590"/>
              <a:gd name="connsiteY17-27998" fmla="*/ 736265 h 2160513"/>
              <a:gd name="connsiteX18-27999" fmla="*/ 2004983 w 2107590"/>
              <a:gd name="connsiteY18-28000" fmla="*/ 716533 h 2160513"/>
              <a:gd name="connsiteX19-28001" fmla="*/ 2095472 w 2107590"/>
              <a:gd name="connsiteY19-28002" fmla="*/ 1073721 h 2160513"/>
              <a:gd name="connsiteX20-28003" fmla="*/ 1826390 w 2107590"/>
              <a:gd name="connsiteY20-28004" fmla="*/ 1311846 h 2160513"/>
              <a:gd name="connsiteX21-28005" fmla="*/ 1821627 w 2107590"/>
              <a:gd name="connsiteY21-28006" fmla="*/ 1264221 h 2160513"/>
              <a:gd name="connsiteX22-28007" fmla="*/ 1488252 w 2107590"/>
              <a:gd name="connsiteY22-28008" fmla="*/ 1595214 h 2160513"/>
              <a:gd name="connsiteX23-28009" fmla="*/ 1388239 w 2107590"/>
              <a:gd name="connsiteY23-28010" fmla="*/ 1492821 h 2160513"/>
              <a:gd name="connsiteX24-28011" fmla="*/ 1714472 w 2107590"/>
              <a:gd name="connsiteY24-28012" fmla="*/ 1154684 h 2160513"/>
              <a:gd name="connsiteX25-28013" fmla="*/ 1390621 w 2107590"/>
              <a:gd name="connsiteY25-28014" fmla="*/ 1145157 h 2160513"/>
              <a:gd name="connsiteX26-28015" fmla="*/ 1342996 w 2107590"/>
              <a:gd name="connsiteY26-28016" fmla="*/ 1283270 h 2160513"/>
              <a:gd name="connsiteX27-28017" fmla="*/ 1042958 w 2107590"/>
              <a:gd name="connsiteY27-28018" fmla="*/ 983235 h 2160513"/>
              <a:gd name="connsiteX28-28019" fmla="*/ 1309658 w 2107590"/>
              <a:gd name="connsiteY28-28020" fmla="*/ 790352 h 2160513"/>
              <a:gd name="connsiteX29-28021" fmla="*/ 914371 w 2107590"/>
              <a:gd name="connsiteY29-28022" fmla="*/ 511746 h 2160513"/>
              <a:gd name="connsiteX30-28023" fmla="*/ 523846 w 2107590"/>
              <a:gd name="connsiteY30-28024" fmla="*/ 754633 h 2160513"/>
              <a:gd name="connsiteX31-28025" fmla="*/ 783402 w 2107590"/>
              <a:gd name="connsiteY31-28026" fmla="*/ 868932 h 2160513"/>
              <a:gd name="connsiteX32-28027" fmla="*/ 785783 w 2107590"/>
              <a:gd name="connsiteY32-28028" fmla="*/ 1002283 h 2160513"/>
              <a:gd name="connsiteX33-28029" fmla="*/ 373827 w 2107590"/>
              <a:gd name="connsiteY33-28030" fmla="*/ 852264 h 2160513"/>
              <a:gd name="connsiteX34-28031" fmla="*/ 759589 w 2107590"/>
              <a:gd name="connsiteY34-28032" fmla="*/ 409352 h 2160513"/>
              <a:gd name="connsiteX35-28033" fmla="*/ 1397764 w 2107590"/>
              <a:gd name="connsiteY35-28034" fmla="*/ 606996 h 2160513"/>
              <a:gd name="connsiteX36-28035" fmla="*/ 1409671 w 2107590"/>
              <a:gd name="connsiteY36-28036" fmla="*/ 868933 h 2160513"/>
              <a:gd name="connsiteX37-28037" fmla="*/ 1433483 w 2107590"/>
              <a:gd name="connsiteY37-28038" fmla="*/ 795115 h 2160513"/>
              <a:gd name="connsiteX38-28039" fmla="*/ 1643033 w 2107590"/>
              <a:gd name="connsiteY38-28040" fmla="*/ 611758 h 2160513"/>
              <a:gd name="connsiteX39-28041" fmla="*/ 1804958 w 2107590"/>
              <a:gd name="connsiteY39-28042" fmla="*/ 709389 h 2160513"/>
              <a:gd name="connsiteX40-28043" fmla="*/ 1633508 w 2107590"/>
              <a:gd name="connsiteY40-28044" fmla="*/ 926083 h 2160513"/>
              <a:gd name="connsiteX41-28045" fmla="*/ 1778764 w 2107590"/>
              <a:gd name="connsiteY41-28046" fmla="*/ 811783 h 2160513"/>
              <a:gd name="connsiteX42-28047" fmla="*/ 1819245 w 2107590"/>
              <a:gd name="connsiteY42-28048" fmla="*/ 959420 h 2160513"/>
              <a:gd name="connsiteX43-28049" fmla="*/ 1838296 w 2107590"/>
              <a:gd name="connsiteY43-28050" fmla="*/ 914177 h 2160513"/>
              <a:gd name="connsiteX44-28051" fmla="*/ 1838296 w 2107590"/>
              <a:gd name="connsiteY44-28052" fmla="*/ 1071339 h 2160513"/>
              <a:gd name="connsiteX45-28053" fmla="*/ 1889668 w 2107590"/>
              <a:gd name="connsiteY45-28054" fmla="*/ 1175665 h 2160513"/>
              <a:gd name="connsiteX46-28055" fmla="*/ 1912797 w 2107590"/>
              <a:gd name="connsiteY46-28056" fmla="*/ 1135089 h 2160513"/>
              <a:gd name="connsiteX47-28057" fmla="*/ 1775980 w 2107590"/>
              <a:gd name="connsiteY47-28058" fmla="*/ 1553577 h 2160513"/>
              <a:gd name="connsiteX48-28059" fmla="*/ 1235792 w 2107590"/>
              <a:gd name="connsiteY48-28060" fmla="*/ 1580715 h 2160513"/>
              <a:gd name="connsiteX49-28061" fmla="*/ 1344220 w 2107590"/>
              <a:gd name="connsiteY49-28062" fmla="*/ 1905742 h 2160513"/>
              <a:gd name="connsiteX0-28063" fmla="*/ 1575697 w 2107590"/>
              <a:gd name="connsiteY0-28064" fmla="*/ 2160513 h 2160513"/>
              <a:gd name="connsiteX1-28065" fmla="*/ 956854 w 2107590"/>
              <a:gd name="connsiteY1-28066" fmla="*/ 1258279 h 2160513"/>
              <a:gd name="connsiteX2-28067" fmla="*/ 863892 w 2107590"/>
              <a:gd name="connsiteY2-28068" fmla="*/ 1345253 h 2160513"/>
              <a:gd name="connsiteX3-28069" fmla="*/ 1026241 w 2107590"/>
              <a:gd name="connsiteY3-28070" fmla="*/ 1144473 h 2160513"/>
              <a:gd name="connsiteX4-28071" fmla="*/ 908876 w 2107590"/>
              <a:gd name="connsiteY4-28072" fmla="*/ 743032 h 2160513"/>
              <a:gd name="connsiteX5-28073" fmla="*/ 1054863 w 2107590"/>
              <a:gd name="connsiteY5-28074" fmla="*/ 807021 h 2160513"/>
              <a:gd name="connsiteX6-28075" fmla="*/ 766732 w 2107590"/>
              <a:gd name="connsiteY6-28076" fmla="*/ 928463 h 2160513"/>
              <a:gd name="connsiteX7-28077" fmla="*/ 228569 w 2107590"/>
              <a:gd name="connsiteY7-28078" fmla="*/ 1030857 h 2160513"/>
              <a:gd name="connsiteX8-28079" fmla="*/ 102364 w 2107590"/>
              <a:gd name="connsiteY8-28080" fmla="*/ 578421 h 2160513"/>
              <a:gd name="connsiteX9-28081" fmla="*/ 334972 w 2107590"/>
              <a:gd name="connsiteY9-28082" fmla="*/ 266829 h 2160513"/>
              <a:gd name="connsiteX10-28083" fmla="*/ 754827 w 2107590"/>
              <a:gd name="connsiteY10-28084" fmla="*/ 47401 h 2160513"/>
              <a:gd name="connsiteX11-28085" fmla="*/ 759590 w 2107590"/>
              <a:gd name="connsiteY11-28086" fmla="*/ 95027 h 2160513"/>
              <a:gd name="connsiteX12-28087" fmla="*/ 771497 w 2107590"/>
              <a:gd name="connsiteY12-28088" fmla="*/ 35497 h 2160513"/>
              <a:gd name="connsiteX13-28089" fmla="*/ 1341273 w 2107590"/>
              <a:gd name="connsiteY13-28090" fmla="*/ 79182 h 2160513"/>
              <a:gd name="connsiteX14-28091" fmla="*/ 1369190 w 2107590"/>
              <a:gd name="connsiteY14-28092" fmla="*/ 92646 h 2160513"/>
              <a:gd name="connsiteX15-28093" fmla="*/ 1772045 w 2107590"/>
              <a:gd name="connsiteY15-28094" fmla="*/ 359840 h 2160513"/>
              <a:gd name="connsiteX16-28095" fmla="*/ 1752572 w 2107590"/>
              <a:gd name="connsiteY16-28096" fmla="*/ 342677 h 2160513"/>
              <a:gd name="connsiteX17-28097" fmla="*/ 2013140 w 2107590"/>
              <a:gd name="connsiteY17-28098" fmla="*/ 736265 h 2160513"/>
              <a:gd name="connsiteX18-28099" fmla="*/ 2004983 w 2107590"/>
              <a:gd name="connsiteY18-28100" fmla="*/ 716533 h 2160513"/>
              <a:gd name="connsiteX19-28101" fmla="*/ 2095472 w 2107590"/>
              <a:gd name="connsiteY19-28102" fmla="*/ 1073721 h 2160513"/>
              <a:gd name="connsiteX20-28103" fmla="*/ 1826390 w 2107590"/>
              <a:gd name="connsiteY20-28104" fmla="*/ 1311846 h 2160513"/>
              <a:gd name="connsiteX21-28105" fmla="*/ 1821627 w 2107590"/>
              <a:gd name="connsiteY21-28106" fmla="*/ 1264221 h 2160513"/>
              <a:gd name="connsiteX22-28107" fmla="*/ 1488252 w 2107590"/>
              <a:gd name="connsiteY22-28108" fmla="*/ 1595214 h 2160513"/>
              <a:gd name="connsiteX23-28109" fmla="*/ 1388239 w 2107590"/>
              <a:gd name="connsiteY23-28110" fmla="*/ 1492821 h 2160513"/>
              <a:gd name="connsiteX24-28111" fmla="*/ 1714472 w 2107590"/>
              <a:gd name="connsiteY24-28112" fmla="*/ 1154684 h 2160513"/>
              <a:gd name="connsiteX25-28113" fmla="*/ 1390621 w 2107590"/>
              <a:gd name="connsiteY25-28114" fmla="*/ 1145157 h 2160513"/>
              <a:gd name="connsiteX26-28115" fmla="*/ 1342996 w 2107590"/>
              <a:gd name="connsiteY26-28116" fmla="*/ 1283270 h 2160513"/>
              <a:gd name="connsiteX27-28117" fmla="*/ 1042958 w 2107590"/>
              <a:gd name="connsiteY27-28118" fmla="*/ 983235 h 2160513"/>
              <a:gd name="connsiteX28-28119" fmla="*/ 1309658 w 2107590"/>
              <a:gd name="connsiteY28-28120" fmla="*/ 790352 h 2160513"/>
              <a:gd name="connsiteX29-28121" fmla="*/ 914371 w 2107590"/>
              <a:gd name="connsiteY29-28122" fmla="*/ 511746 h 2160513"/>
              <a:gd name="connsiteX30-28123" fmla="*/ 523846 w 2107590"/>
              <a:gd name="connsiteY30-28124" fmla="*/ 754633 h 2160513"/>
              <a:gd name="connsiteX31-28125" fmla="*/ 783402 w 2107590"/>
              <a:gd name="connsiteY31-28126" fmla="*/ 868932 h 2160513"/>
              <a:gd name="connsiteX32-28127" fmla="*/ 785783 w 2107590"/>
              <a:gd name="connsiteY32-28128" fmla="*/ 1002283 h 2160513"/>
              <a:gd name="connsiteX33-28129" fmla="*/ 373827 w 2107590"/>
              <a:gd name="connsiteY33-28130" fmla="*/ 852264 h 2160513"/>
              <a:gd name="connsiteX34-28131" fmla="*/ 759589 w 2107590"/>
              <a:gd name="connsiteY34-28132" fmla="*/ 409352 h 2160513"/>
              <a:gd name="connsiteX35-28133" fmla="*/ 1397764 w 2107590"/>
              <a:gd name="connsiteY35-28134" fmla="*/ 606996 h 2160513"/>
              <a:gd name="connsiteX36-28135" fmla="*/ 1409671 w 2107590"/>
              <a:gd name="connsiteY36-28136" fmla="*/ 868933 h 2160513"/>
              <a:gd name="connsiteX37-28137" fmla="*/ 1433483 w 2107590"/>
              <a:gd name="connsiteY37-28138" fmla="*/ 795115 h 2160513"/>
              <a:gd name="connsiteX38-28139" fmla="*/ 1643033 w 2107590"/>
              <a:gd name="connsiteY38-28140" fmla="*/ 611758 h 2160513"/>
              <a:gd name="connsiteX39-28141" fmla="*/ 1804958 w 2107590"/>
              <a:gd name="connsiteY39-28142" fmla="*/ 709389 h 2160513"/>
              <a:gd name="connsiteX40-28143" fmla="*/ 1633508 w 2107590"/>
              <a:gd name="connsiteY40-28144" fmla="*/ 926083 h 2160513"/>
              <a:gd name="connsiteX41-28145" fmla="*/ 1778764 w 2107590"/>
              <a:gd name="connsiteY41-28146" fmla="*/ 811783 h 2160513"/>
              <a:gd name="connsiteX42-28147" fmla="*/ 1819245 w 2107590"/>
              <a:gd name="connsiteY42-28148" fmla="*/ 959420 h 2160513"/>
              <a:gd name="connsiteX43-28149" fmla="*/ 1838296 w 2107590"/>
              <a:gd name="connsiteY43-28150" fmla="*/ 914177 h 2160513"/>
              <a:gd name="connsiteX44-28151" fmla="*/ 1838296 w 2107590"/>
              <a:gd name="connsiteY44-28152" fmla="*/ 1071339 h 2160513"/>
              <a:gd name="connsiteX45-28153" fmla="*/ 1889668 w 2107590"/>
              <a:gd name="connsiteY45-28154" fmla="*/ 1175665 h 2160513"/>
              <a:gd name="connsiteX46-28155" fmla="*/ 1912797 w 2107590"/>
              <a:gd name="connsiteY46-28156" fmla="*/ 1135089 h 2160513"/>
              <a:gd name="connsiteX47-28157" fmla="*/ 1775980 w 2107590"/>
              <a:gd name="connsiteY47-28158" fmla="*/ 1553577 h 2160513"/>
              <a:gd name="connsiteX48-28159" fmla="*/ 1235792 w 2107590"/>
              <a:gd name="connsiteY48-28160" fmla="*/ 1580715 h 2160513"/>
              <a:gd name="connsiteX49-28161" fmla="*/ 1344220 w 2107590"/>
              <a:gd name="connsiteY49-28162" fmla="*/ 1905742 h 2160513"/>
              <a:gd name="connsiteX0-28163" fmla="*/ 1575697 w 2107590"/>
              <a:gd name="connsiteY0-28164" fmla="*/ 2160513 h 2160513"/>
              <a:gd name="connsiteX1-28165" fmla="*/ 956854 w 2107590"/>
              <a:gd name="connsiteY1-28166" fmla="*/ 1258279 h 2160513"/>
              <a:gd name="connsiteX2-28167" fmla="*/ 863892 w 2107590"/>
              <a:gd name="connsiteY2-28168" fmla="*/ 1345253 h 2160513"/>
              <a:gd name="connsiteX3-28169" fmla="*/ 1026241 w 2107590"/>
              <a:gd name="connsiteY3-28170" fmla="*/ 1144473 h 2160513"/>
              <a:gd name="connsiteX4-28171" fmla="*/ 908876 w 2107590"/>
              <a:gd name="connsiteY4-28172" fmla="*/ 743032 h 2160513"/>
              <a:gd name="connsiteX5-28173" fmla="*/ 1054863 w 2107590"/>
              <a:gd name="connsiteY5-28174" fmla="*/ 807021 h 2160513"/>
              <a:gd name="connsiteX6-28175" fmla="*/ 766732 w 2107590"/>
              <a:gd name="connsiteY6-28176" fmla="*/ 928463 h 2160513"/>
              <a:gd name="connsiteX7-28177" fmla="*/ 228569 w 2107590"/>
              <a:gd name="connsiteY7-28178" fmla="*/ 1030857 h 2160513"/>
              <a:gd name="connsiteX8-28179" fmla="*/ 102364 w 2107590"/>
              <a:gd name="connsiteY8-28180" fmla="*/ 578421 h 2160513"/>
              <a:gd name="connsiteX9-28181" fmla="*/ 334972 w 2107590"/>
              <a:gd name="connsiteY9-28182" fmla="*/ 266829 h 2160513"/>
              <a:gd name="connsiteX10-28183" fmla="*/ 754827 w 2107590"/>
              <a:gd name="connsiteY10-28184" fmla="*/ 47401 h 2160513"/>
              <a:gd name="connsiteX11-28185" fmla="*/ 759590 w 2107590"/>
              <a:gd name="connsiteY11-28186" fmla="*/ 95027 h 2160513"/>
              <a:gd name="connsiteX12-28187" fmla="*/ 771497 w 2107590"/>
              <a:gd name="connsiteY12-28188" fmla="*/ 35497 h 2160513"/>
              <a:gd name="connsiteX13-28189" fmla="*/ 1341273 w 2107590"/>
              <a:gd name="connsiteY13-28190" fmla="*/ 79182 h 2160513"/>
              <a:gd name="connsiteX14-28191" fmla="*/ 1369190 w 2107590"/>
              <a:gd name="connsiteY14-28192" fmla="*/ 92646 h 2160513"/>
              <a:gd name="connsiteX15-28193" fmla="*/ 1772045 w 2107590"/>
              <a:gd name="connsiteY15-28194" fmla="*/ 359840 h 2160513"/>
              <a:gd name="connsiteX16-28195" fmla="*/ 1752572 w 2107590"/>
              <a:gd name="connsiteY16-28196" fmla="*/ 342677 h 2160513"/>
              <a:gd name="connsiteX17-28197" fmla="*/ 2013140 w 2107590"/>
              <a:gd name="connsiteY17-28198" fmla="*/ 736265 h 2160513"/>
              <a:gd name="connsiteX18-28199" fmla="*/ 2004983 w 2107590"/>
              <a:gd name="connsiteY18-28200" fmla="*/ 716533 h 2160513"/>
              <a:gd name="connsiteX19-28201" fmla="*/ 2095472 w 2107590"/>
              <a:gd name="connsiteY19-28202" fmla="*/ 1073721 h 2160513"/>
              <a:gd name="connsiteX20-28203" fmla="*/ 1826390 w 2107590"/>
              <a:gd name="connsiteY20-28204" fmla="*/ 1311846 h 2160513"/>
              <a:gd name="connsiteX21-28205" fmla="*/ 1821627 w 2107590"/>
              <a:gd name="connsiteY21-28206" fmla="*/ 1264221 h 2160513"/>
              <a:gd name="connsiteX22-28207" fmla="*/ 1488252 w 2107590"/>
              <a:gd name="connsiteY22-28208" fmla="*/ 1595214 h 2160513"/>
              <a:gd name="connsiteX23-28209" fmla="*/ 1388239 w 2107590"/>
              <a:gd name="connsiteY23-28210" fmla="*/ 1492821 h 2160513"/>
              <a:gd name="connsiteX24-28211" fmla="*/ 1714472 w 2107590"/>
              <a:gd name="connsiteY24-28212" fmla="*/ 1154684 h 2160513"/>
              <a:gd name="connsiteX25-28213" fmla="*/ 1390621 w 2107590"/>
              <a:gd name="connsiteY25-28214" fmla="*/ 1145157 h 2160513"/>
              <a:gd name="connsiteX26-28215" fmla="*/ 1342996 w 2107590"/>
              <a:gd name="connsiteY26-28216" fmla="*/ 1283270 h 2160513"/>
              <a:gd name="connsiteX27-28217" fmla="*/ 1042958 w 2107590"/>
              <a:gd name="connsiteY27-28218" fmla="*/ 983235 h 2160513"/>
              <a:gd name="connsiteX28-28219" fmla="*/ 1309658 w 2107590"/>
              <a:gd name="connsiteY28-28220" fmla="*/ 790352 h 2160513"/>
              <a:gd name="connsiteX29-28221" fmla="*/ 914371 w 2107590"/>
              <a:gd name="connsiteY29-28222" fmla="*/ 511746 h 2160513"/>
              <a:gd name="connsiteX30-28223" fmla="*/ 523846 w 2107590"/>
              <a:gd name="connsiteY30-28224" fmla="*/ 754633 h 2160513"/>
              <a:gd name="connsiteX31-28225" fmla="*/ 783402 w 2107590"/>
              <a:gd name="connsiteY31-28226" fmla="*/ 868932 h 2160513"/>
              <a:gd name="connsiteX32-28227" fmla="*/ 785783 w 2107590"/>
              <a:gd name="connsiteY32-28228" fmla="*/ 1002283 h 2160513"/>
              <a:gd name="connsiteX33-28229" fmla="*/ 373827 w 2107590"/>
              <a:gd name="connsiteY33-28230" fmla="*/ 852264 h 2160513"/>
              <a:gd name="connsiteX34-28231" fmla="*/ 759589 w 2107590"/>
              <a:gd name="connsiteY34-28232" fmla="*/ 409352 h 2160513"/>
              <a:gd name="connsiteX35-28233" fmla="*/ 1397764 w 2107590"/>
              <a:gd name="connsiteY35-28234" fmla="*/ 606996 h 2160513"/>
              <a:gd name="connsiteX36-28235" fmla="*/ 1409671 w 2107590"/>
              <a:gd name="connsiteY36-28236" fmla="*/ 868933 h 2160513"/>
              <a:gd name="connsiteX37-28237" fmla="*/ 1433483 w 2107590"/>
              <a:gd name="connsiteY37-28238" fmla="*/ 795115 h 2160513"/>
              <a:gd name="connsiteX38-28239" fmla="*/ 1643033 w 2107590"/>
              <a:gd name="connsiteY38-28240" fmla="*/ 611758 h 2160513"/>
              <a:gd name="connsiteX39-28241" fmla="*/ 1804958 w 2107590"/>
              <a:gd name="connsiteY39-28242" fmla="*/ 709389 h 2160513"/>
              <a:gd name="connsiteX40-28243" fmla="*/ 1633508 w 2107590"/>
              <a:gd name="connsiteY40-28244" fmla="*/ 926083 h 2160513"/>
              <a:gd name="connsiteX41-28245" fmla="*/ 1778764 w 2107590"/>
              <a:gd name="connsiteY41-28246" fmla="*/ 811783 h 2160513"/>
              <a:gd name="connsiteX42-28247" fmla="*/ 1819245 w 2107590"/>
              <a:gd name="connsiteY42-28248" fmla="*/ 959420 h 2160513"/>
              <a:gd name="connsiteX43-28249" fmla="*/ 1838296 w 2107590"/>
              <a:gd name="connsiteY43-28250" fmla="*/ 914177 h 2160513"/>
              <a:gd name="connsiteX44-28251" fmla="*/ 1838296 w 2107590"/>
              <a:gd name="connsiteY44-28252" fmla="*/ 1071339 h 2160513"/>
              <a:gd name="connsiteX45-28253" fmla="*/ 1889668 w 2107590"/>
              <a:gd name="connsiteY45-28254" fmla="*/ 1175665 h 2160513"/>
              <a:gd name="connsiteX46-28255" fmla="*/ 1912797 w 2107590"/>
              <a:gd name="connsiteY46-28256" fmla="*/ 1135089 h 2160513"/>
              <a:gd name="connsiteX47-28257" fmla="*/ 1775980 w 2107590"/>
              <a:gd name="connsiteY47-28258" fmla="*/ 1553577 h 2160513"/>
              <a:gd name="connsiteX48-28259" fmla="*/ 1235792 w 2107590"/>
              <a:gd name="connsiteY48-28260" fmla="*/ 1580715 h 2160513"/>
              <a:gd name="connsiteX49-28261" fmla="*/ 1344220 w 2107590"/>
              <a:gd name="connsiteY49-28262" fmla="*/ 1905742 h 2160513"/>
              <a:gd name="connsiteX0-28263" fmla="*/ 1575697 w 2107590"/>
              <a:gd name="connsiteY0-28264" fmla="*/ 2160513 h 2160513"/>
              <a:gd name="connsiteX1-28265" fmla="*/ 956854 w 2107590"/>
              <a:gd name="connsiteY1-28266" fmla="*/ 1258279 h 2160513"/>
              <a:gd name="connsiteX2-28267" fmla="*/ 863892 w 2107590"/>
              <a:gd name="connsiteY2-28268" fmla="*/ 1345253 h 2160513"/>
              <a:gd name="connsiteX3-28269" fmla="*/ 1026241 w 2107590"/>
              <a:gd name="connsiteY3-28270" fmla="*/ 1144473 h 2160513"/>
              <a:gd name="connsiteX4-28271" fmla="*/ 908876 w 2107590"/>
              <a:gd name="connsiteY4-28272" fmla="*/ 743032 h 2160513"/>
              <a:gd name="connsiteX5-28273" fmla="*/ 1054863 w 2107590"/>
              <a:gd name="connsiteY5-28274" fmla="*/ 807021 h 2160513"/>
              <a:gd name="connsiteX6-28275" fmla="*/ 766732 w 2107590"/>
              <a:gd name="connsiteY6-28276" fmla="*/ 928463 h 2160513"/>
              <a:gd name="connsiteX7-28277" fmla="*/ 228569 w 2107590"/>
              <a:gd name="connsiteY7-28278" fmla="*/ 1030857 h 2160513"/>
              <a:gd name="connsiteX8-28279" fmla="*/ 102364 w 2107590"/>
              <a:gd name="connsiteY8-28280" fmla="*/ 578421 h 2160513"/>
              <a:gd name="connsiteX9-28281" fmla="*/ 334972 w 2107590"/>
              <a:gd name="connsiteY9-28282" fmla="*/ 266829 h 2160513"/>
              <a:gd name="connsiteX10-28283" fmla="*/ 754827 w 2107590"/>
              <a:gd name="connsiteY10-28284" fmla="*/ 47401 h 2160513"/>
              <a:gd name="connsiteX11-28285" fmla="*/ 759590 w 2107590"/>
              <a:gd name="connsiteY11-28286" fmla="*/ 95027 h 2160513"/>
              <a:gd name="connsiteX12-28287" fmla="*/ 771497 w 2107590"/>
              <a:gd name="connsiteY12-28288" fmla="*/ 35497 h 2160513"/>
              <a:gd name="connsiteX13-28289" fmla="*/ 1341273 w 2107590"/>
              <a:gd name="connsiteY13-28290" fmla="*/ 79182 h 2160513"/>
              <a:gd name="connsiteX14-28291" fmla="*/ 1369190 w 2107590"/>
              <a:gd name="connsiteY14-28292" fmla="*/ 92646 h 2160513"/>
              <a:gd name="connsiteX15-28293" fmla="*/ 1772045 w 2107590"/>
              <a:gd name="connsiteY15-28294" fmla="*/ 359840 h 2160513"/>
              <a:gd name="connsiteX16-28295" fmla="*/ 1752572 w 2107590"/>
              <a:gd name="connsiteY16-28296" fmla="*/ 342677 h 2160513"/>
              <a:gd name="connsiteX17-28297" fmla="*/ 2013140 w 2107590"/>
              <a:gd name="connsiteY17-28298" fmla="*/ 736265 h 2160513"/>
              <a:gd name="connsiteX18-28299" fmla="*/ 2004983 w 2107590"/>
              <a:gd name="connsiteY18-28300" fmla="*/ 716533 h 2160513"/>
              <a:gd name="connsiteX19-28301" fmla="*/ 2095472 w 2107590"/>
              <a:gd name="connsiteY19-28302" fmla="*/ 1073721 h 2160513"/>
              <a:gd name="connsiteX20-28303" fmla="*/ 1826390 w 2107590"/>
              <a:gd name="connsiteY20-28304" fmla="*/ 1311846 h 2160513"/>
              <a:gd name="connsiteX21-28305" fmla="*/ 1821627 w 2107590"/>
              <a:gd name="connsiteY21-28306" fmla="*/ 1264221 h 2160513"/>
              <a:gd name="connsiteX22-28307" fmla="*/ 1488252 w 2107590"/>
              <a:gd name="connsiteY22-28308" fmla="*/ 1595214 h 2160513"/>
              <a:gd name="connsiteX23-28309" fmla="*/ 1388239 w 2107590"/>
              <a:gd name="connsiteY23-28310" fmla="*/ 1492821 h 2160513"/>
              <a:gd name="connsiteX24-28311" fmla="*/ 1714472 w 2107590"/>
              <a:gd name="connsiteY24-28312" fmla="*/ 1154684 h 2160513"/>
              <a:gd name="connsiteX25-28313" fmla="*/ 1390621 w 2107590"/>
              <a:gd name="connsiteY25-28314" fmla="*/ 1145157 h 2160513"/>
              <a:gd name="connsiteX26-28315" fmla="*/ 1342996 w 2107590"/>
              <a:gd name="connsiteY26-28316" fmla="*/ 1283270 h 2160513"/>
              <a:gd name="connsiteX27-28317" fmla="*/ 1042958 w 2107590"/>
              <a:gd name="connsiteY27-28318" fmla="*/ 983235 h 2160513"/>
              <a:gd name="connsiteX28-28319" fmla="*/ 1309658 w 2107590"/>
              <a:gd name="connsiteY28-28320" fmla="*/ 790352 h 2160513"/>
              <a:gd name="connsiteX29-28321" fmla="*/ 914371 w 2107590"/>
              <a:gd name="connsiteY29-28322" fmla="*/ 511746 h 2160513"/>
              <a:gd name="connsiteX30-28323" fmla="*/ 523846 w 2107590"/>
              <a:gd name="connsiteY30-28324" fmla="*/ 754633 h 2160513"/>
              <a:gd name="connsiteX31-28325" fmla="*/ 783402 w 2107590"/>
              <a:gd name="connsiteY31-28326" fmla="*/ 868932 h 2160513"/>
              <a:gd name="connsiteX32-28327" fmla="*/ 785783 w 2107590"/>
              <a:gd name="connsiteY32-28328" fmla="*/ 1002283 h 2160513"/>
              <a:gd name="connsiteX33-28329" fmla="*/ 373827 w 2107590"/>
              <a:gd name="connsiteY33-28330" fmla="*/ 852264 h 2160513"/>
              <a:gd name="connsiteX34-28331" fmla="*/ 759589 w 2107590"/>
              <a:gd name="connsiteY34-28332" fmla="*/ 409352 h 2160513"/>
              <a:gd name="connsiteX35-28333" fmla="*/ 1397764 w 2107590"/>
              <a:gd name="connsiteY35-28334" fmla="*/ 606996 h 2160513"/>
              <a:gd name="connsiteX36-28335" fmla="*/ 1409671 w 2107590"/>
              <a:gd name="connsiteY36-28336" fmla="*/ 868933 h 2160513"/>
              <a:gd name="connsiteX37-28337" fmla="*/ 1433483 w 2107590"/>
              <a:gd name="connsiteY37-28338" fmla="*/ 795115 h 2160513"/>
              <a:gd name="connsiteX38-28339" fmla="*/ 1643033 w 2107590"/>
              <a:gd name="connsiteY38-28340" fmla="*/ 611758 h 2160513"/>
              <a:gd name="connsiteX39-28341" fmla="*/ 1804958 w 2107590"/>
              <a:gd name="connsiteY39-28342" fmla="*/ 709389 h 2160513"/>
              <a:gd name="connsiteX40-28343" fmla="*/ 1633508 w 2107590"/>
              <a:gd name="connsiteY40-28344" fmla="*/ 926083 h 2160513"/>
              <a:gd name="connsiteX41-28345" fmla="*/ 1778764 w 2107590"/>
              <a:gd name="connsiteY41-28346" fmla="*/ 811783 h 2160513"/>
              <a:gd name="connsiteX42-28347" fmla="*/ 1819245 w 2107590"/>
              <a:gd name="connsiteY42-28348" fmla="*/ 959420 h 2160513"/>
              <a:gd name="connsiteX43-28349" fmla="*/ 1838296 w 2107590"/>
              <a:gd name="connsiteY43-28350" fmla="*/ 914177 h 2160513"/>
              <a:gd name="connsiteX44-28351" fmla="*/ 1838296 w 2107590"/>
              <a:gd name="connsiteY44-28352" fmla="*/ 1071339 h 2160513"/>
              <a:gd name="connsiteX45-28353" fmla="*/ 1889668 w 2107590"/>
              <a:gd name="connsiteY45-28354" fmla="*/ 1175665 h 2160513"/>
              <a:gd name="connsiteX46-28355" fmla="*/ 1912797 w 2107590"/>
              <a:gd name="connsiteY46-28356" fmla="*/ 1135089 h 2160513"/>
              <a:gd name="connsiteX47-28357" fmla="*/ 1775980 w 2107590"/>
              <a:gd name="connsiteY47-28358" fmla="*/ 1553577 h 2160513"/>
              <a:gd name="connsiteX48-28359" fmla="*/ 1235792 w 2107590"/>
              <a:gd name="connsiteY48-28360" fmla="*/ 1580715 h 2160513"/>
              <a:gd name="connsiteX49-28361" fmla="*/ 1344220 w 2107590"/>
              <a:gd name="connsiteY49-28362" fmla="*/ 1905742 h 2160513"/>
              <a:gd name="connsiteX0-28363" fmla="*/ 1575697 w 2107590"/>
              <a:gd name="connsiteY0-28364" fmla="*/ 2160513 h 2160513"/>
              <a:gd name="connsiteX1-28365" fmla="*/ 956854 w 2107590"/>
              <a:gd name="connsiteY1-28366" fmla="*/ 1258279 h 2160513"/>
              <a:gd name="connsiteX2-28367" fmla="*/ 863892 w 2107590"/>
              <a:gd name="connsiteY2-28368" fmla="*/ 1345253 h 2160513"/>
              <a:gd name="connsiteX3-28369" fmla="*/ 1026241 w 2107590"/>
              <a:gd name="connsiteY3-28370" fmla="*/ 1144473 h 2160513"/>
              <a:gd name="connsiteX4-28371" fmla="*/ 908876 w 2107590"/>
              <a:gd name="connsiteY4-28372" fmla="*/ 743032 h 2160513"/>
              <a:gd name="connsiteX5-28373" fmla="*/ 1054863 w 2107590"/>
              <a:gd name="connsiteY5-28374" fmla="*/ 807021 h 2160513"/>
              <a:gd name="connsiteX6-28375" fmla="*/ 766732 w 2107590"/>
              <a:gd name="connsiteY6-28376" fmla="*/ 928463 h 2160513"/>
              <a:gd name="connsiteX7-28377" fmla="*/ 228569 w 2107590"/>
              <a:gd name="connsiteY7-28378" fmla="*/ 1030857 h 2160513"/>
              <a:gd name="connsiteX8-28379" fmla="*/ 102364 w 2107590"/>
              <a:gd name="connsiteY8-28380" fmla="*/ 578421 h 2160513"/>
              <a:gd name="connsiteX9-28381" fmla="*/ 334972 w 2107590"/>
              <a:gd name="connsiteY9-28382" fmla="*/ 266829 h 2160513"/>
              <a:gd name="connsiteX10-28383" fmla="*/ 754827 w 2107590"/>
              <a:gd name="connsiteY10-28384" fmla="*/ 47401 h 2160513"/>
              <a:gd name="connsiteX11-28385" fmla="*/ 759590 w 2107590"/>
              <a:gd name="connsiteY11-28386" fmla="*/ 95027 h 2160513"/>
              <a:gd name="connsiteX12-28387" fmla="*/ 771497 w 2107590"/>
              <a:gd name="connsiteY12-28388" fmla="*/ 35497 h 2160513"/>
              <a:gd name="connsiteX13-28389" fmla="*/ 1341273 w 2107590"/>
              <a:gd name="connsiteY13-28390" fmla="*/ 79182 h 2160513"/>
              <a:gd name="connsiteX14-28391" fmla="*/ 1369190 w 2107590"/>
              <a:gd name="connsiteY14-28392" fmla="*/ 92646 h 2160513"/>
              <a:gd name="connsiteX15-28393" fmla="*/ 1772045 w 2107590"/>
              <a:gd name="connsiteY15-28394" fmla="*/ 359840 h 2160513"/>
              <a:gd name="connsiteX16-28395" fmla="*/ 1752572 w 2107590"/>
              <a:gd name="connsiteY16-28396" fmla="*/ 342677 h 2160513"/>
              <a:gd name="connsiteX17-28397" fmla="*/ 2013140 w 2107590"/>
              <a:gd name="connsiteY17-28398" fmla="*/ 736265 h 2160513"/>
              <a:gd name="connsiteX18-28399" fmla="*/ 2004983 w 2107590"/>
              <a:gd name="connsiteY18-28400" fmla="*/ 716533 h 2160513"/>
              <a:gd name="connsiteX19-28401" fmla="*/ 2095472 w 2107590"/>
              <a:gd name="connsiteY19-28402" fmla="*/ 1073721 h 2160513"/>
              <a:gd name="connsiteX20-28403" fmla="*/ 1826390 w 2107590"/>
              <a:gd name="connsiteY20-28404" fmla="*/ 1311846 h 2160513"/>
              <a:gd name="connsiteX21-28405" fmla="*/ 1821627 w 2107590"/>
              <a:gd name="connsiteY21-28406" fmla="*/ 1264221 h 2160513"/>
              <a:gd name="connsiteX22-28407" fmla="*/ 1488252 w 2107590"/>
              <a:gd name="connsiteY22-28408" fmla="*/ 1595214 h 2160513"/>
              <a:gd name="connsiteX23-28409" fmla="*/ 1388239 w 2107590"/>
              <a:gd name="connsiteY23-28410" fmla="*/ 1492821 h 2160513"/>
              <a:gd name="connsiteX24-28411" fmla="*/ 1714472 w 2107590"/>
              <a:gd name="connsiteY24-28412" fmla="*/ 1154684 h 2160513"/>
              <a:gd name="connsiteX25-28413" fmla="*/ 1390621 w 2107590"/>
              <a:gd name="connsiteY25-28414" fmla="*/ 1145157 h 2160513"/>
              <a:gd name="connsiteX26-28415" fmla="*/ 1342996 w 2107590"/>
              <a:gd name="connsiteY26-28416" fmla="*/ 1283270 h 2160513"/>
              <a:gd name="connsiteX27-28417" fmla="*/ 1042958 w 2107590"/>
              <a:gd name="connsiteY27-28418" fmla="*/ 983235 h 2160513"/>
              <a:gd name="connsiteX28-28419" fmla="*/ 1309658 w 2107590"/>
              <a:gd name="connsiteY28-28420" fmla="*/ 790352 h 2160513"/>
              <a:gd name="connsiteX29-28421" fmla="*/ 914371 w 2107590"/>
              <a:gd name="connsiteY29-28422" fmla="*/ 511746 h 2160513"/>
              <a:gd name="connsiteX30-28423" fmla="*/ 523846 w 2107590"/>
              <a:gd name="connsiteY30-28424" fmla="*/ 754633 h 2160513"/>
              <a:gd name="connsiteX31-28425" fmla="*/ 783402 w 2107590"/>
              <a:gd name="connsiteY31-28426" fmla="*/ 868932 h 2160513"/>
              <a:gd name="connsiteX32-28427" fmla="*/ 785783 w 2107590"/>
              <a:gd name="connsiteY32-28428" fmla="*/ 1002283 h 2160513"/>
              <a:gd name="connsiteX33-28429" fmla="*/ 373827 w 2107590"/>
              <a:gd name="connsiteY33-28430" fmla="*/ 852264 h 2160513"/>
              <a:gd name="connsiteX34-28431" fmla="*/ 759589 w 2107590"/>
              <a:gd name="connsiteY34-28432" fmla="*/ 409352 h 2160513"/>
              <a:gd name="connsiteX35-28433" fmla="*/ 1397764 w 2107590"/>
              <a:gd name="connsiteY35-28434" fmla="*/ 606996 h 2160513"/>
              <a:gd name="connsiteX36-28435" fmla="*/ 1409671 w 2107590"/>
              <a:gd name="connsiteY36-28436" fmla="*/ 868933 h 2160513"/>
              <a:gd name="connsiteX37-28437" fmla="*/ 1433483 w 2107590"/>
              <a:gd name="connsiteY37-28438" fmla="*/ 795115 h 2160513"/>
              <a:gd name="connsiteX38-28439" fmla="*/ 1643033 w 2107590"/>
              <a:gd name="connsiteY38-28440" fmla="*/ 611758 h 2160513"/>
              <a:gd name="connsiteX39-28441" fmla="*/ 1804958 w 2107590"/>
              <a:gd name="connsiteY39-28442" fmla="*/ 709389 h 2160513"/>
              <a:gd name="connsiteX40-28443" fmla="*/ 1633508 w 2107590"/>
              <a:gd name="connsiteY40-28444" fmla="*/ 926083 h 2160513"/>
              <a:gd name="connsiteX41-28445" fmla="*/ 1778764 w 2107590"/>
              <a:gd name="connsiteY41-28446" fmla="*/ 811783 h 2160513"/>
              <a:gd name="connsiteX42-28447" fmla="*/ 1819245 w 2107590"/>
              <a:gd name="connsiteY42-28448" fmla="*/ 959420 h 2160513"/>
              <a:gd name="connsiteX43-28449" fmla="*/ 1838296 w 2107590"/>
              <a:gd name="connsiteY43-28450" fmla="*/ 914177 h 2160513"/>
              <a:gd name="connsiteX44-28451" fmla="*/ 1838296 w 2107590"/>
              <a:gd name="connsiteY44-28452" fmla="*/ 1071339 h 2160513"/>
              <a:gd name="connsiteX45-28453" fmla="*/ 1918243 w 2107590"/>
              <a:gd name="connsiteY45-28454" fmla="*/ 1178046 h 2160513"/>
              <a:gd name="connsiteX46-28455" fmla="*/ 1912797 w 2107590"/>
              <a:gd name="connsiteY46-28456" fmla="*/ 1135089 h 2160513"/>
              <a:gd name="connsiteX47-28457" fmla="*/ 1775980 w 2107590"/>
              <a:gd name="connsiteY47-28458" fmla="*/ 1553577 h 2160513"/>
              <a:gd name="connsiteX48-28459" fmla="*/ 1235792 w 2107590"/>
              <a:gd name="connsiteY48-28460" fmla="*/ 1580715 h 2160513"/>
              <a:gd name="connsiteX49-28461" fmla="*/ 1344220 w 2107590"/>
              <a:gd name="connsiteY49-28462" fmla="*/ 1905742 h 2160513"/>
              <a:gd name="connsiteX0-28463" fmla="*/ 1575697 w 2107590"/>
              <a:gd name="connsiteY0-28464" fmla="*/ 2160513 h 2160513"/>
              <a:gd name="connsiteX1-28465" fmla="*/ 956854 w 2107590"/>
              <a:gd name="connsiteY1-28466" fmla="*/ 1258279 h 2160513"/>
              <a:gd name="connsiteX2-28467" fmla="*/ 863892 w 2107590"/>
              <a:gd name="connsiteY2-28468" fmla="*/ 1345253 h 2160513"/>
              <a:gd name="connsiteX3-28469" fmla="*/ 1026241 w 2107590"/>
              <a:gd name="connsiteY3-28470" fmla="*/ 1144473 h 2160513"/>
              <a:gd name="connsiteX4-28471" fmla="*/ 908876 w 2107590"/>
              <a:gd name="connsiteY4-28472" fmla="*/ 743032 h 2160513"/>
              <a:gd name="connsiteX5-28473" fmla="*/ 1054863 w 2107590"/>
              <a:gd name="connsiteY5-28474" fmla="*/ 807021 h 2160513"/>
              <a:gd name="connsiteX6-28475" fmla="*/ 766732 w 2107590"/>
              <a:gd name="connsiteY6-28476" fmla="*/ 928463 h 2160513"/>
              <a:gd name="connsiteX7-28477" fmla="*/ 228569 w 2107590"/>
              <a:gd name="connsiteY7-28478" fmla="*/ 1030857 h 2160513"/>
              <a:gd name="connsiteX8-28479" fmla="*/ 102364 w 2107590"/>
              <a:gd name="connsiteY8-28480" fmla="*/ 578421 h 2160513"/>
              <a:gd name="connsiteX9-28481" fmla="*/ 334972 w 2107590"/>
              <a:gd name="connsiteY9-28482" fmla="*/ 266829 h 2160513"/>
              <a:gd name="connsiteX10-28483" fmla="*/ 754827 w 2107590"/>
              <a:gd name="connsiteY10-28484" fmla="*/ 47401 h 2160513"/>
              <a:gd name="connsiteX11-28485" fmla="*/ 759590 w 2107590"/>
              <a:gd name="connsiteY11-28486" fmla="*/ 95027 h 2160513"/>
              <a:gd name="connsiteX12-28487" fmla="*/ 771497 w 2107590"/>
              <a:gd name="connsiteY12-28488" fmla="*/ 35497 h 2160513"/>
              <a:gd name="connsiteX13-28489" fmla="*/ 1341273 w 2107590"/>
              <a:gd name="connsiteY13-28490" fmla="*/ 79182 h 2160513"/>
              <a:gd name="connsiteX14-28491" fmla="*/ 1369190 w 2107590"/>
              <a:gd name="connsiteY14-28492" fmla="*/ 92646 h 2160513"/>
              <a:gd name="connsiteX15-28493" fmla="*/ 1772045 w 2107590"/>
              <a:gd name="connsiteY15-28494" fmla="*/ 359840 h 2160513"/>
              <a:gd name="connsiteX16-28495" fmla="*/ 1752572 w 2107590"/>
              <a:gd name="connsiteY16-28496" fmla="*/ 342677 h 2160513"/>
              <a:gd name="connsiteX17-28497" fmla="*/ 2013140 w 2107590"/>
              <a:gd name="connsiteY17-28498" fmla="*/ 736265 h 2160513"/>
              <a:gd name="connsiteX18-28499" fmla="*/ 2004983 w 2107590"/>
              <a:gd name="connsiteY18-28500" fmla="*/ 716533 h 2160513"/>
              <a:gd name="connsiteX19-28501" fmla="*/ 2095472 w 2107590"/>
              <a:gd name="connsiteY19-28502" fmla="*/ 1073721 h 2160513"/>
              <a:gd name="connsiteX20-28503" fmla="*/ 1826390 w 2107590"/>
              <a:gd name="connsiteY20-28504" fmla="*/ 1311846 h 2160513"/>
              <a:gd name="connsiteX21-28505" fmla="*/ 1821627 w 2107590"/>
              <a:gd name="connsiteY21-28506" fmla="*/ 1264221 h 2160513"/>
              <a:gd name="connsiteX22-28507" fmla="*/ 1488252 w 2107590"/>
              <a:gd name="connsiteY22-28508" fmla="*/ 1595214 h 2160513"/>
              <a:gd name="connsiteX23-28509" fmla="*/ 1388239 w 2107590"/>
              <a:gd name="connsiteY23-28510" fmla="*/ 1492821 h 2160513"/>
              <a:gd name="connsiteX24-28511" fmla="*/ 1714472 w 2107590"/>
              <a:gd name="connsiteY24-28512" fmla="*/ 1154684 h 2160513"/>
              <a:gd name="connsiteX25-28513" fmla="*/ 1390621 w 2107590"/>
              <a:gd name="connsiteY25-28514" fmla="*/ 1145157 h 2160513"/>
              <a:gd name="connsiteX26-28515" fmla="*/ 1342996 w 2107590"/>
              <a:gd name="connsiteY26-28516" fmla="*/ 1283270 h 2160513"/>
              <a:gd name="connsiteX27-28517" fmla="*/ 1042958 w 2107590"/>
              <a:gd name="connsiteY27-28518" fmla="*/ 983235 h 2160513"/>
              <a:gd name="connsiteX28-28519" fmla="*/ 1309658 w 2107590"/>
              <a:gd name="connsiteY28-28520" fmla="*/ 790352 h 2160513"/>
              <a:gd name="connsiteX29-28521" fmla="*/ 914371 w 2107590"/>
              <a:gd name="connsiteY29-28522" fmla="*/ 511746 h 2160513"/>
              <a:gd name="connsiteX30-28523" fmla="*/ 523846 w 2107590"/>
              <a:gd name="connsiteY30-28524" fmla="*/ 754633 h 2160513"/>
              <a:gd name="connsiteX31-28525" fmla="*/ 783402 w 2107590"/>
              <a:gd name="connsiteY31-28526" fmla="*/ 868932 h 2160513"/>
              <a:gd name="connsiteX32-28527" fmla="*/ 785783 w 2107590"/>
              <a:gd name="connsiteY32-28528" fmla="*/ 1002283 h 2160513"/>
              <a:gd name="connsiteX33-28529" fmla="*/ 373827 w 2107590"/>
              <a:gd name="connsiteY33-28530" fmla="*/ 852264 h 2160513"/>
              <a:gd name="connsiteX34-28531" fmla="*/ 759589 w 2107590"/>
              <a:gd name="connsiteY34-28532" fmla="*/ 409352 h 2160513"/>
              <a:gd name="connsiteX35-28533" fmla="*/ 1397764 w 2107590"/>
              <a:gd name="connsiteY35-28534" fmla="*/ 606996 h 2160513"/>
              <a:gd name="connsiteX36-28535" fmla="*/ 1409671 w 2107590"/>
              <a:gd name="connsiteY36-28536" fmla="*/ 868933 h 2160513"/>
              <a:gd name="connsiteX37-28537" fmla="*/ 1433483 w 2107590"/>
              <a:gd name="connsiteY37-28538" fmla="*/ 795115 h 2160513"/>
              <a:gd name="connsiteX38-28539" fmla="*/ 1643033 w 2107590"/>
              <a:gd name="connsiteY38-28540" fmla="*/ 611758 h 2160513"/>
              <a:gd name="connsiteX39-28541" fmla="*/ 1804958 w 2107590"/>
              <a:gd name="connsiteY39-28542" fmla="*/ 709389 h 2160513"/>
              <a:gd name="connsiteX40-28543" fmla="*/ 1633508 w 2107590"/>
              <a:gd name="connsiteY40-28544" fmla="*/ 926083 h 2160513"/>
              <a:gd name="connsiteX41-28545" fmla="*/ 1778764 w 2107590"/>
              <a:gd name="connsiteY41-28546" fmla="*/ 811783 h 2160513"/>
              <a:gd name="connsiteX42-28547" fmla="*/ 1819245 w 2107590"/>
              <a:gd name="connsiteY42-28548" fmla="*/ 959420 h 2160513"/>
              <a:gd name="connsiteX43-28549" fmla="*/ 1838296 w 2107590"/>
              <a:gd name="connsiteY43-28550" fmla="*/ 914177 h 2160513"/>
              <a:gd name="connsiteX44-28551" fmla="*/ 1838296 w 2107590"/>
              <a:gd name="connsiteY44-28552" fmla="*/ 1071339 h 2160513"/>
              <a:gd name="connsiteX45-28553" fmla="*/ 1918243 w 2107590"/>
              <a:gd name="connsiteY45-28554" fmla="*/ 1178046 h 2160513"/>
              <a:gd name="connsiteX46-28555" fmla="*/ 1912797 w 2107590"/>
              <a:gd name="connsiteY46-28556" fmla="*/ 1135089 h 2160513"/>
              <a:gd name="connsiteX47-28557" fmla="*/ 1775980 w 2107590"/>
              <a:gd name="connsiteY47-28558" fmla="*/ 1553577 h 2160513"/>
              <a:gd name="connsiteX48-28559" fmla="*/ 1235792 w 2107590"/>
              <a:gd name="connsiteY48-28560" fmla="*/ 1580715 h 2160513"/>
              <a:gd name="connsiteX49-28561" fmla="*/ 1344220 w 2107590"/>
              <a:gd name="connsiteY49-28562" fmla="*/ 1905742 h 2160513"/>
              <a:gd name="connsiteX0-28563" fmla="*/ 1575697 w 2107590"/>
              <a:gd name="connsiteY0-28564" fmla="*/ 2160513 h 2160513"/>
              <a:gd name="connsiteX1-28565" fmla="*/ 956854 w 2107590"/>
              <a:gd name="connsiteY1-28566" fmla="*/ 1258279 h 2160513"/>
              <a:gd name="connsiteX2-28567" fmla="*/ 863892 w 2107590"/>
              <a:gd name="connsiteY2-28568" fmla="*/ 1345253 h 2160513"/>
              <a:gd name="connsiteX3-28569" fmla="*/ 1026241 w 2107590"/>
              <a:gd name="connsiteY3-28570" fmla="*/ 1144473 h 2160513"/>
              <a:gd name="connsiteX4-28571" fmla="*/ 908876 w 2107590"/>
              <a:gd name="connsiteY4-28572" fmla="*/ 743032 h 2160513"/>
              <a:gd name="connsiteX5-28573" fmla="*/ 1054863 w 2107590"/>
              <a:gd name="connsiteY5-28574" fmla="*/ 807021 h 2160513"/>
              <a:gd name="connsiteX6-28575" fmla="*/ 766732 w 2107590"/>
              <a:gd name="connsiteY6-28576" fmla="*/ 928463 h 2160513"/>
              <a:gd name="connsiteX7-28577" fmla="*/ 228569 w 2107590"/>
              <a:gd name="connsiteY7-28578" fmla="*/ 1030857 h 2160513"/>
              <a:gd name="connsiteX8-28579" fmla="*/ 102364 w 2107590"/>
              <a:gd name="connsiteY8-28580" fmla="*/ 578421 h 2160513"/>
              <a:gd name="connsiteX9-28581" fmla="*/ 334972 w 2107590"/>
              <a:gd name="connsiteY9-28582" fmla="*/ 266829 h 2160513"/>
              <a:gd name="connsiteX10-28583" fmla="*/ 754827 w 2107590"/>
              <a:gd name="connsiteY10-28584" fmla="*/ 47401 h 2160513"/>
              <a:gd name="connsiteX11-28585" fmla="*/ 759590 w 2107590"/>
              <a:gd name="connsiteY11-28586" fmla="*/ 95027 h 2160513"/>
              <a:gd name="connsiteX12-28587" fmla="*/ 771497 w 2107590"/>
              <a:gd name="connsiteY12-28588" fmla="*/ 35497 h 2160513"/>
              <a:gd name="connsiteX13-28589" fmla="*/ 1341273 w 2107590"/>
              <a:gd name="connsiteY13-28590" fmla="*/ 79182 h 2160513"/>
              <a:gd name="connsiteX14-28591" fmla="*/ 1369190 w 2107590"/>
              <a:gd name="connsiteY14-28592" fmla="*/ 92646 h 2160513"/>
              <a:gd name="connsiteX15-28593" fmla="*/ 1772045 w 2107590"/>
              <a:gd name="connsiteY15-28594" fmla="*/ 359840 h 2160513"/>
              <a:gd name="connsiteX16-28595" fmla="*/ 1752572 w 2107590"/>
              <a:gd name="connsiteY16-28596" fmla="*/ 342677 h 2160513"/>
              <a:gd name="connsiteX17-28597" fmla="*/ 2013140 w 2107590"/>
              <a:gd name="connsiteY17-28598" fmla="*/ 736265 h 2160513"/>
              <a:gd name="connsiteX18-28599" fmla="*/ 2004983 w 2107590"/>
              <a:gd name="connsiteY18-28600" fmla="*/ 716533 h 2160513"/>
              <a:gd name="connsiteX19-28601" fmla="*/ 2095472 w 2107590"/>
              <a:gd name="connsiteY19-28602" fmla="*/ 1073721 h 2160513"/>
              <a:gd name="connsiteX20-28603" fmla="*/ 1826390 w 2107590"/>
              <a:gd name="connsiteY20-28604" fmla="*/ 1311846 h 2160513"/>
              <a:gd name="connsiteX21-28605" fmla="*/ 1821627 w 2107590"/>
              <a:gd name="connsiteY21-28606" fmla="*/ 1264221 h 2160513"/>
              <a:gd name="connsiteX22-28607" fmla="*/ 1488252 w 2107590"/>
              <a:gd name="connsiteY22-28608" fmla="*/ 1595214 h 2160513"/>
              <a:gd name="connsiteX23-28609" fmla="*/ 1388239 w 2107590"/>
              <a:gd name="connsiteY23-28610" fmla="*/ 1492821 h 2160513"/>
              <a:gd name="connsiteX24-28611" fmla="*/ 1714472 w 2107590"/>
              <a:gd name="connsiteY24-28612" fmla="*/ 1154684 h 2160513"/>
              <a:gd name="connsiteX25-28613" fmla="*/ 1390621 w 2107590"/>
              <a:gd name="connsiteY25-28614" fmla="*/ 1145157 h 2160513"/>
              <a:gd name="connsiteX26-28615" fmla="*/ 1342996 w 2107590"/>
              <a:gd name="connsiteY26-28616" fmla="*/ 1283270 h 2160513"/>
              <a:gd name="connsiteX27-28617" fmla="*/ 1042958 w 2107590"/>
              <a:gd name="connsiteY27-28618" fmla="*/ 983235 h 2160513"/>
              <a:gd name="connsiteX28-28619" fmla="*/ 1309658 w 2107590"/>
              <a:gd name="connsiteY28-28620" fmla="*/ 790352 h 2160513"/>
              <a:gd name="connsiteX29-28621" fmla="*/ 914371 w 2107590"/>
              <a:gd name="connsiteY29-28622" fmla="*/ 511746 h 2160513"/>
              <a:gd name="connsiteX30-28623" fmla="*/ 523846 w 2107590"/>
              <a:gd name="connsiteY30-28624" fmla="*/ 754633 h 2160513"/>
              <a:gd name="connsiteX31-28625" fmla="*/ 783402 w 2107590"/>
              <a:gd name="connsiteY31-28626" fmla="*/ 868932 h 2160513"/>
              <a:gd name="connsiteX32-28627" fmla="*/ 785783 w 2107590"/>
              <a:gd name="connsiteY32-28628" fmla="*/ 1002283 h 2160513"/>
              <a:gd name="connsiteX33-28629" fmla="*/ 373827 w 2107590"/>
              <a:gd name="connsiteY33-28630" fmla="*/ 852264 h 2160513"/>
              <a:gd name="connsiteX34-28631" fmla="*/ 759589 w 2107590"/>
              <a:gd name="connsiteY34-28632" fmla="*/ 409352 h 2160513"/>
              <a:gd name="connsiteX35-28633" fmla="*/ 1397764 w 2107590"/>
              <a:gd name="connsiteY35-28634" fmla="*/ 606996 h 2160513"/>
              <a:gd name="connsiteX36-28635" fmla="*/ 1409671 w 2107590"/>
              <a:gd name="connsiteY36-28636" fmla="*/ 868933 h 2160513"/>
              <a:gd name="connsiteX37-28637" fmla="*/ 1433483 w 2107590"/>
              <a:gd name="connsiteY37-28638" fmla="*/ 795115 h 2160513"/>
              <a:gd name="connsiteX38-28639" fmla="*/ 1643033 w 2107590"/>
              <a:gd name="connsiteY38-28640" fmla="*/ 611758 h 2160513"/>
              <a:gd name="connsiteX39-28641" fmla="*/ 1804958 w 2107590"/>
              <a:gd name="connsiteY39-28642" fmla="*/ 709389 h 2160513"/>
              <a:gd name="connsiteX40-28643" fmla="*/ 1633508 w 2107590"/>
              <a:gd name="connsiteY40-28644" fmla="*/ 926083 h 2160513"/>
              <a:gd name="connsiteX41-28645" fmla="*/ 1778764 w 2107590"/>
              <a:gd name="connsiteY41-28646" fmla="*/ 811783 h 2160513"/>
              <a:gd name="connsiteX42-28647" fmla="*/ 1819245 w 2107590"/>
              <a:gd name="connsiteY42-28648" fmla="*/ 959420 h 2160513"/>
              <a:gd name="connsiteX43-28649" fmla="*/ 1838296 w 2107590"/>
              <a:gd name="connsiteY43-28650" fmla="*/ 914177 h 2160513"/>
              <a:gd name="connsiteX44-28651" fmla="*/ 1838296 w 2107590"/>
              <a:gd name="connsiteY44-28652" fmla="*/ 1071339 h 2160513"/>
              <a:gd name="connsiteX45-28653" fmla="*/ 1925387 w 2107590"/>
              <a:gd name="connsiteY45-28654" fmla="*/ 1173283 h 2160513"/>
              <a:gd name="connsiteX46-28655" fmla="*/ 1912797 w 2107590"/>
              <a:gd name="connsiteY46-28656" fmla="*/ 1135089 h 2160513"/>
              <a:gd name="connsiteX47-28657" fmla="*/ 1775980 w 2107590"/>
              <a:gd name="connsiteY47-28658" fmla="*/ 1553577 h 2160513"/>
              <a:gd name="connsiteX48-28659" fmla="*/ 1235792 w 2107590"/>
              <a:gd name="connsiteY48-28660" fmla="*/ 1580715 h 2160513"/>
              <a:gd name="connsiteX49-28661" fmla="*/ 1344220 w 2107590"/>
              <a:gd name="connsiteY49-28662" fmla="*/ 1905742 h 2160513"/>
              <a:gd name="connsiteX0-28663" fmla="*/ 1575697 w 2107590"/>
              <a:gd name="connsiteY0-28664" fmla="*/ 2160513 h 2160513"/>
              <a:gd name="connsiteX1-28665" fmla="*/ 956854 w 2107590"/>
              <a:gd name="connsiteY1-28666" fmla="*/ 1258279 h 2160513"/>
              <a:gd name="connsiteX2-28667" fmla="*/ 863892 w 2107590"/>
              <a:gd name="connsiteY2-28668" fmla="*/ 1345253 h 2160513"/>
              <a:gd name="connsiteX3-28669" fmla="*/ 1026241 w 2107590"/>
              <a:gd name="connsiteY3-28670" fmla="*/ 1144473 h 2160513"/>
              <a:gd name="connsiteX4-28671" fmla="*/ 908876 w 2107590"/>
              <a:gd name="connsiteY4-28672" fmla="*/ 743032 h 2160513"/>
              <a:gd name="connsiteX5-28673" fmla="*/ 1054863 w 2107590"/>
              <a:gd name="connsiteY5-28674" fmla="*/ 807021 h 2160513"/>
              <a:gd name="connsiteX6-28675" fmla="*/ 766732 w 2107590"/>
              <a:gd name="connsiteY6-28676" fmla="*/ 928463 h 2160513"/>
              <a:gd name="connsiteX7-28677" fmla="*/ 228569 w 2107590"/>
              <a:gd name="connsiteY7-28678" fmla="*/ 1030857 h 2160513"/>
              <a:gd name="connsiteX8-28679" fmla="*/ 102364 w 2107590"/>
              <a:gd name="connsiteY8-28680" fmla="*/ 578421 h 2160513"/>
              <a:gd name="connsiteX9-28681" fmla="*/ 334972 w 2107590"/>
              <a:gd name="connsiteY9-28682" fmla="*/ 266829 h 2160513"/>
              <a:gd name="connsiteX10-28683" fmla="*/ 754827 w 2107590"/>
              <a:gd name="connsiteY10-28684" fmla="*/ 47401 h 2160513"/>
              <a:gd name="connsiteX11-28685" fmla="*/ 759590 w 2107590"/>
              <a:gd name="connsiteY11-28686" fmla="*/ 95027 h 2160513"/>
              <a:gd name="connsiteX12-28687" fmla="*/ 771497 w 2107590"/>
              <a:gd name="connsiteY12-28688" fmla="*/ 35497 h 2160513"/>
              <a:gd name="connsiteX13-28689" fmla="*/ 1341273 w 2107590"/>
              <a:gd name="connsiteY13-28690" fmla="*/ 79182 h 2160513"/>
              <a:gd name="connsiteX14-28691" fmla="*/ 1369190 w 2107590"/>
              <a:gd name="connsiteY14-28692" fmla="*/ 92646 h 2160513"/>
              <a:gd name="connsiteX15-28693" fmla="*/ 1772045 w 2107590"/>
              <a:gd name="connsiteY15-28694" fmla="*/ 359840 h 2160513"/>
              <a:gd name="connsiteX16-28695" fmla="*/ 1752572 w 2107590"/>
              <a:gd name="connsiteY16-28696" fmla="*/ 342677 h 2160513"/>
              <a:gd name="connsiteX17-28697" fmla="*/ 2013140 w 2107590"/>
              <a:gd name="connsiteY17-28698" fmla="*/ 736265 h 2160513"/>
              <a:gd name="connsiteX18-28699" fmla="*/ 2004983 w 2107590"/>
              <a:gd name="connsiteY18-28700" fmla="*/ 716533 h 2160513"/>
              <a:gd name="connsiteX19-28701" fmla="*/ 2095472 w 2107590"/>
              <a:gd name="connsiteY19-28702" fmla="*/ 1073721 h 2160513"/>
              <a:gd name="connsiteX20-28703" fmla="*/ 1826390 w 2107590"/>
              <a:gd name="connsiteY20-28704" fmla="*/ 1311846 h 2160513"/>
              <a:gd name="connsiteX21-28705" fmla="*/ 1821627 w 2107590"/>
              <a:gd name="connsiteY21-28706" fmla="*/ 1264221 h 2160513"/>
              <a:gd name="connsiteX22-28707" fmla="*/ 1488252 w 2107590"/>
              <a:gd name="connsiteY22-28708" fmla="*/ 1595214 h 2160513"/>
              <a:gd name="connsiteX23-28709" fmla="*/ 1388239 w 2107590"/>
              <a:gd name="connsiteY23-28710" fmla="*/ 1492821 h 2160513"/>
              <a:gd name="connsiteX24-28711" fmla="*/ 1714472 w 2107590"/>
              <a:gd name="connsiteY24-28712" fmla="*/ 1154684 h 2160513"/>
              <a:gd name="connsiteX25-28713" fmla="*/ 1390621 w 2107590"/>
              <a:gd name="connsiteY25-28714" fmla="*/ 1145157 h 2160513"/>
              <a:gd name="connsiteX26-28715" fmla="*/ 1342996 w 2107590"/>
              <a:gd name="connsiteY26-28716" fmla="*/ 1283270 h 2160513"/>
              <a:gd name="connsiteX27-28717" fmla="*/ 1042958 w 2107590"/>
              <a:gd name="connsiteY27-28718" fmla="*/ 983235 h 2160513"/>
              <a:gd name="connsiteX28-28719" fmla="*/ 1309658 w 2107590"/>
              <a:gd name="connsiteY28-28720" fmla="*/ 790352 h 2160513"/>
              <a:gd name="connsiteX29-28721" fmla="*/ 914371 w 2107590"/>
              <a:gd name="connsiteY29-28722" fmla="*/ 511746 h 2160513"/>
              <a:gd name="connsiteX30-28723" fmla="*/ 523846 w 2107590"/>
              <a:gd name="connsiteY30-28724" fmla="*/ 754633 h 2160513"/>
              <a:gd name="connsiteX31-28725" fmla="*/ 783402 w 2107590"/>
              <a:gd name="connsiteY31-28726" fmla="*/ 868932 h 2160513"/>
              <a:gd name="connsiteX32-28727" fmla="*/ 785783 w 2107590"/>
              <a:gd name="connsiteY32-28728" fmla="*/ 1002283 h 2160513"/>
              <a:gd name="connsiteX33-28729" fmla="*/ 373827 w 2107590"/>
              <a:gd name="connsiteY33-28730" fmla="*/ 852264 h 2160513"/>
              <a:gd name="connsiteX34-28731" fmla="*/ 759589 w 2107590"/>
              <a:gd name="connsiteY34-28732" fmla="*/ 409352 h 2160513"/>
              <a:gd name="connsiteX35-28733" fmla="*/ 1397764 w 2107590"/>
              <a:gd name="connsiteY35-28734" fmla="*/ 606996 h 2160513"/>
              <a:gd name="connsiteX36-28735" fmla="*/ 1409671 w 2107590"/>
              <a:gd name="connsiteY36-28736" fmla="*/ 868933 h 2160513"/>
              <a:gd name="connsiteX37-28737" fmla="*/ 1433483 w 2107590"/>
              <a:gd name="connsiteY37-28738" fmla="*/ 795115 h 2160513"/>
              <a:gd name="connsiteX38-28739" fmla="*/ 1643033 w 2107590"/>
              <a:gd name="connsiteY38-28740" fmla="*/ 611758 h 2160513"/>
              <a:gd name="connsiteX39-28741" fmla="*/ 1804958 w 2107590"/>
              <a:gd name="connsiteY39-28742" fmla="*/ 709389 h 2160513"/>
              <a:gd name="connsiteX40-28743" fmla="*/ 1633508 w 2107590"/>
              <a:gd name="connsiteY40-28744" fmla="*/ 926083 h 2160513"/>
              <a:gd name="connsiteX41-28745" fmla="*/ 1778764 w 2107590"/>
              <a:gd name="connsiteY41-28746" fmla="*/ 811783 h 2160513"/>
              <a:gd name="connsiteX42-28747" fmla="*/ 1819245 w 2107590"/>
              <a:gd name="connsiteY42-28748" fmla="*/ 959420 h 2160513"/>
              <a:gd name="connsiteX43-28749" fmla="*/ 1838296 w 2107590"/>
              <a:gd name="connsiteY43-28750" fmla="*/ 914177 h 2160513"/>
              <a:gd name="connsiteX44-28751" fmla="*/ 1838296 w 2107590"/>
              <a:gd name="connsiteY44-28752" fmla="*/ 1071339 h 2160513"/>
              <a:gd name="connsiteX45-28753" fmla="*/ 1925387 w 2107590"/>
              <a:gd name="connsiteY45-28754" fmla="*/ 1173283 h 2160513"/>
              <a:gd name="connsiteX46-28755" fmla="*/ 1912797 w 2107590"/>
              <a:gd name="connsiteY46-28756" fmla="*/ 1135089 h 2160513"/>
              <a:gd name="connsiteX47-28757" fmla="*/ 1775980 w 2107590"/>
              <a:gd name="connsiteY47-28758" fmla="*/ 1553577 h 2160513"/>
              <a:gd name="connsiteX48-28759" fmla="*/ 1235792 w 2107590"/>
              <a:gd name="connsiteY48-28760" fmla="*/ 1580715 h 2160513"/>
              <a:gd name="connsiteX49-28761" fmla="*/ 1344220 w 2107590"/>
              <a:gd name="connsiteY49-28762" fmla="*/ 1905742 h 2160513"/>
              <a:gd name="connsiteX0-28763" fmla="*/ 1575697 w 2107590"/>
              <a:gd name="connsiteY0-28764" fmla="*/ 2160513 h 2160513"/>
              <a:gd name="connsiteX1-28765" fmla="*/ 956854 w 2107590"/>
              <a:gd name="connsiteY1-28766" fmla="*/ 1258279 h 2160513"/>
              <a:gd name="connsiteX2-28767" fmla="*/ 863892 w 2107590"/>
              <a:gd name="connsiteY2-28768" fmla="*/ 1345253 h 2160513"/>
              <a:gd name="connsiteX3-28769" fmla="*/ 1026241 w 2107590"/>
              <a:gd name="connsiteY3-28770" fmla="*/ 1144473 h 2160513"/>
              <a:gd name="connsiteX4-28771" fmla="*/ 908876 w 2107590"/>
              <a:gd name="connsiteY4-28772" fmla="*/ 743032 h 2160513"/>
              <a:gd name="connsiteX5-28773" fmla="*/ 1054863 w 2107590"/>
              <a:gd name="connsiteY5-28774" fmla="*/ 807021 h 2160513"/>
              <a:gd name="connsiteX6-28775" fmla="*/ 766732 w 2107590"/>
              <a:gd name="connsiteY6-28776" fmla="*/ 928463 h 2160513"/>
              <a:gd name="connsiteX7-28777" fmla="*/ 228569 w 2107590"/>
              <a:gd name="connsiteY7-28778" fmla="*/ 1030857 h 2160513"/>
              <a:gd name="connsiteX8-28779" fmla="*/ 102364 w 2107590"/>
              <a:gd name="connsiteY8-28780" fmla="*/ 578421 h 2160513"/>
              <a:gd name="connsiteX9-28781" fmla="*/ 334972 w 2107590"/>
              <a:gd name="connsiteY9-28782" fmla="*/ 266829 h 2160513"/>
              <a:gd name="connsiteX10-28783" fmla="*/ 754827 w 2107590"/>
              <a:gd name="connsiteY10-28784" fmla="*/ 47401 h 2160513"/>
              <a:gd name="connsiteX11-28785" fmla="*/ 759590 w 2107590"/>
              <a:gd name="connsiteY11-28786" fmla="*/ 95027 h 2160513"/>
              <a:gd name="connsiteX12-28787" fmla="*/ 771497 w 2107590"/>
              <a:gd name="connsiteY12-28788" fmla="*/ 35497 h 2160513"/>
              <a:gd name="connsiteX13-28789" fmla="*/ 1341273 w 2107590"/>
              <a:gd name="connsiteY13-28790" fmla="*/ 79182 h 2160513"/>
              <a:gd name="connsiteX14-28791" fmla="*/ 1369190 w 2107590"/>
              <a:gd name="connsiteY14-28792" fmla="*/ 92646 h 2160513"/>
              <a:gd name="connsiteX15-28793" fmla="*/ 1772045 w 2107590"/>
              <a:gd name="connsiteY15-28794" fmla="*/ 359840 h 2160513"/>
              <a:gd name="connsiteX16-28795" fmla="*/ 1752572 w 2107590"/>
              <a:gd name="connsiteY16-28796" fmla="*/ 342677 h 2160513"/>
              <a:gd name="connsiteX17-28797" fmla="*/ 2013140 w 2107590"/>
              <a:gd name="connsiteY17-28798" fmla="*/ 736265 h 2160513"/>
              <a:gd name="connsiteX18-28799" fmla="*/ 2004983 w 2107590"/>
              <a:gd name="connsiteY18-28800" fmla="*/ 716533 h 2160513"/>
              <a:gd name="connsiteX19-28801" fmla="*/ 2095472 w 2107590"/>
              <a:gd name="connsiteY19-28802" fmla="*/ 1073721 h 2160513"/>
              <a:gd name="connsiteX20-28803" fmla="*/ 1826390 w 2107590"/>
              <a:gd name="connsiteY20-28804" fmla="*/ 1311846 h 2160513"/>
              <a:gd name="connsiteX21-28805" fmla="*/ 1821627 w 2107590"/>
              <a:gd name="connsiteY21-28806" fmla="*/ 1264221 h 2160513"/>
              <a:gd name="connsiteX22-28807" fmla="*/ 1488252 w 2107590"/>
              <a:gd name="connsiteY22-28808" fmla="*/ 1595214 h 2160513"/>
              <a:gd name="connsiteX23-28809" fmla="*/ 1388239 w 2107590"/>
              <a:gd name="connsiteY23-28810" fmla="*/ 1492821 h 2160513"/>
              <a:gd name="connsiteX24-28811" fmla="*/ 1714472 w 2107590"/>
              <a:gd name="connsiteY24-28812" fmla="*/ 1154684 h 2160513"/>
              <a:gd name="connsiteX25-28813" fmla="*/ 1390621 w 2107590"/>
              <a:gd name="connsiteY25-28814" fmla="*/ 1145157 h 2160513"/>
              <a:gd name="connsiteX26-28815" fmla="*/ 1342996 w 2107590"/>
              <a:gd name="connsiteY26-28816" fmla="*/ 1283270 h 2160513"/>
              <a:gd name="connsiteX27-28817" fmla="*/ 1042958 w 2107590"/>
              <a:gd name="connsiteY27-28818" fmla="*/ 983235 h 2160513"/>
              <a:gd name="connsiteX28-28819" fmla="*/ 1309658 w 2107590"/>
              <a:gd name="connsiteY28-28820" fmla="*/ 790352 h 2160513"/>
              <a:gd name="connsiteX29-28821" fmla="*/ 914371 w 2107590"/>
              <a:gd name="connsiteY29-28822" fmla="*/ 511746 h 2160513"/>
              <a:gd name="connsiteX30-28823" fmla="*/ 523846 w 2107590"/>
              <a:gd name="connsiteY30-28824" fmla="*/ 754633 h 2160513"/>
              <a:gd name="connsiteX31-28825" fmla="*/ 783402 w 2107590"/>
              <a:gd name="connsiteY31-28826" fmla="*/ 868932 h 2160513"/>
              <a:gd name="connsiteX32-28827" fmla="*/ 785783 w 2107590"/>
              <a:gd name="connsiteY32-28828" fmla="*/ 1002283 h 2160513"/>
              <a:gd name="connsiteX33-28829" fmla="*/ 373827 w 2107590"/>
              <a:gd name="connsiteY33-28830" fmla="*/ 852264 h 2160513"/>
              <a:gd name="connsiteX34-28831" fmla="*/ 759589 w 2107590"/>
              <a:gd name="connsiteY34-28832" fmla="*/ 409352 h 2160513"/>
              <a:gd name="connsiteX35-28833" fmla="*/ 1397764 w 2107590"/>
              <a:gd name="connsiteY35-28834" fmla="*/ 606996 h 2160513"/>
              <a:gd name="connsiteX36-28835" fmla="*/ 1409671 w 2107590"/>
              <a:gd name="connsiteY36-28836" fmla="*/ 868933 h 2160513"/>
              <a:gd name="connsiteX37-28837" fmla="*/ 1433483 w 2107590"/>
              <a:gd name="connsiteY37-28838" fmla="*/ 795115 h 2160513"/>
              <a:gd name="connsiteX38-28839" fmla="*/ 1643033 w 2107590"/>
              <a:gd name="connsiteY38-28840" fmla="*/ 611758 h 2160513"/>
              <a:gd name="connsiteX39-28841" fmla="*/ 1804958 w 2107590"/>
              <a:gd name="connsiteY39-28842" fmla="*/ 709389 h 2160513"/>
              <a:gd name="connsiteX40-28843" fmla="*/ 1633508 w 2107590"/>
              <a:gd name="connsiteY40-28844" fmla="*/ 926083 h 2160513"/>
              <a:gd name="connsiteX41-28845" fmla="*/ 1778764 w 2107590"/>
              <a:gd name="connsiteY41-28846" fmla="*/ 811783 h 2160513"/>
              <a:gd name="connsiteX42-28847" fmla="*/ 1819245 w 2107590"/>
              <a:gd name="connsiteY42-28848" fmla="*/ 959420 h 2160513"/>
              <a:gd name="connsiteX43-28849" fmla="*/ 1838296 w 2107590"/>
              <a:gd name="connsiteY43-28850" fmla="*/ 914177 h 2160513"/>
              <a:gd name="connsiteX44-28851" fmla="*/ 1838296 w 2107590"/>
              <a:gd name="connsiteY44-28852" fmla="*/ 1071339 h 2160513"/>
              <a:gd name="connsiteX45-28853" fmla="*/ 1925387 w 2107590"/>
              <a:gd name="connsiteY45-28854" fmla="*/ 1173283 h 2160513"/>
              <a:gd name="connsiteX46-28855" fmla="*/ 1912797 w 2107590"/>
              <a:gd name="connsiteY46-28856" fmla="*/ 1135089 h 2160513"/>
              <a:gd name="connsiteX47-28857" fmla="*/ 1775980 w 2107590"/>
              <a:gd name="connsiteY47-28858" fmla="*/ 1553577 h 2160513"/>
              <a:gd name="connsiteX48-28859" fmla="*/ 1235792 w 2107590"/>
              <a:gd name="connsiteY48-28860" fmla="*/ 1580715 h 2160513"/>
              <a:gd name="connsiteX49-28861" fmla="*/ 1344220 w 2107590"/>
              <a:gd name="connsiteY49-28862" fmla="*/ 1905742 h 2160513"/>
              <a:gd name="connsiteX0-28863" fmla="*/ 1575697 w 2107590"/>
              <a:gd name="connsiteY0-28864" fmla="*/ 2160513 h 2160513"/>
              <a:gd name="connsiteX1-28865" fmla="*/ 956854 w 2107590"/>
              <a:gd name="connsiteY1-28866" fmla="*/ 1258279 h 2160513"/>
              <a:gd name="connsiteX2-28867" fmla="*/ 863892 w 2107590"/>
              <a:gd name="connsiteY2-28868" fmla="*/ 1345253 h 2160513"/>
              <a:gd name="connsiteX3-28869" fmla="*/ 1026241 w 2107590"/>
              <a:gd name="connsiteY3-28870" fmla="*/ 1144473 h 2160513"/>
              <a:gd name="connsiteX4-28871" fmla="*/ 908876 w 2107590"/>
              <a:gd name="connsiteY4-28872" fmla="*/ 743032 h 2160513"/>
              <a:gd name="connsiteX5-28873" fmla="*/ 1054863 w 2107590"/>
              <a:gd name="connsiteY5-28874" fmla="*/ 807021 h 2160513"/>
              <a:gd name="connsiteX6-28875" fmla="*/ 766732 w 2107590"/>
              <a:gd name="connsiteY6-28876" fmla="*/ 928463 h 2160513"/>
              <a:gd name="connsiteX7-28877" fmla="*/ 228569 w 2107590"/>
              <a:gd name="connsiteY7-28878" fmla="*/ 1030857 h 2160513"/>
              <a:gd name="connsiteX8-28879" fmla="*/ 102364 w 2107590"/>
              <a:gd name="connsiteY8-28880" fmla="*/ 578421 h 2160513"/>
              <a:gd name="connsiteX9-28881" fmla="*/ 334972 w 2107590"/>
              <a:gd name="connsiteY9-28882" fmla="*/ 266829 h 2160513"/>
              <a:gd name="connsiteX10-28883" fmla="*/ 754827 w 2107590"/>
              <a:gd name="connsiteY10-28884" fmla="*/ 47401 h 2160513"/>
              <a:gd name="connsiteX11-28885" fmla="*/ 759590 w 2107590"/>
              <a:gd name="connsiteY11-28886" fmla="*/ 95027 h 2160513"/>
              <a:gd name="connsiteX12-28887" fmla="*/ 771497 w 2107590"/>
              <a:gd name="connsiteY12-28888" fmla="*/ 35497 h 2160513"/>
              <a:gd name="connsiteX13-28889" fmla="*/ 1341273 w 2107590"/>
              <a:gd name="connsiteY13-28890" fmla="*/ 79182 h 2160513"/>
              <a:gd name="connsiteX14-28891" fmla="*/ 1369190 w 2107590"/>
              <a:gd name="connsiteY14-28892" fmla="*/ 92646 h 2160513"/>
              <a:gd name="connsiteX15-28893" fmla="*/ 1772045 w 2107590"/>
              <a:gd name="connsiteY15-28894" fmla="*/ 359840 h 2160513"/>
              <a:gd name="connsiteX16-28895" fmla="*/ 1752572 w 2107590"/>
              <a:gd name="connsiteY16-28896" fmla="*/ 342677 h 2160513"/>
              <a:gd name="connsiteX17-28897" fmla="*/ 2013140 w 2107590"/>
              <a:gd name="connsiteY17-28898" fmla="*/ 736265 h 2160513"/>
              <a:gd name="connsiteX18-28899" fmla="*/ 2004983 w 2107590"/>
              <a:gd name="connsiteY18-28900" fmla="*/ 716533 h 2160513"/>
              <a:gd name="connsiteX19-28901" fmla="*/ 2095472 w 2107590"/>
              <a:gd name="connsiteY19-28902" fmla="*/ 1073721 h 2160513"/>
              <a:gd name="connsiteX20-28903" fmla="*/ 1826390 w 2107590"/>
              <a:gd name="connsiteY20-28904" fmla="*/ 1311846 h 2160513"/>
              <a:gd name="connsiteX21-28905" fmla="*/ 1821627 w 2107590"/>
              <a:gd name="connsiteY21-28906" fmla="*/ 1264221 h 2160513"/>
              <a:gd name="connsiteX22-28907" fmla="*/ 1488252 w 2107590"/>
              <a:gd name="connsiteY22-28908" fmla="*/ 1595214 h 2160513"/>
              <a:gd name="connsiteX23-28909" fmla="*/ 1388239 w 2107590"/>
              <a:gd name="connsiteY23-28910" fmla="*/ 1492821 h 2160513"/>
              <a:gd name="connsiteX24-28911" fmla="*/ 1714472 w 2107590"/>
              <a:gd name="connsiteY24-28912" fmla="*/ 1154684 h 2160513"/>
              <a:gd name="connsiteX25-28913" fmla="*/ 1390621 w 2107590"/>
              <a:gd name="connsiteY25-28914" fmla="*/ 1145157 h 2160513"/>
              <a:gd name="connsiteX26-28915" fmla="*/ 1342996 w 2107590"/>
              <a:gd name="connsiteY26-28916" fmla="*/ 1283270 h 2160513"/>
              <a:gd name="connsiteX27-28917" fmla="*/ 1042958 w 2107590"/>
              <a:gd name="connsiteY27-28918" fmla="*/ 983235 h 2160513"/>
              <a:gd name="connsiteX28-28919" fmla="*/ 1309658 w 2107590"/>
              <a:gd name="connsiteY28-28920" fmla="*/ 790352 h 2160513"/>
              <a:gd name="connsiteX29-28921" fmla="*/ 914371 w 2107590"/>
              <a:gd name="connsiteY29-28922" fmla="*/ 511746 h 2160513"/>
              <a:gd name="connsiteX30-28923" fmla="*/ 523846 w 2107590"/>
              <a:gd name="connsiteY30-28924" fmla="*/ 754633 h 2160513"/>
              <a:gd name="connsiteX31-28925" fmla="*/ 783402 w 2107590"/>
              <a:gd name="connsiteY31-28926" fmla="*/ 868932 h 2160513"/>
              <a:gd name="connsiteX32-28927" fmla="*/ 785783 w 2107590"/>
              <a:gd name="connsiteY32-28928" fmla="*/ 1002283 h 2160513"/>
              <a:gd name="connsiteX33-28929" fmla="*/ 373827 w 2107590"/>
              <a:gd name="connsiteY33-28930" fmla="*/ 852264 h 2160513"/>
              <a:gd name="connsiteX34-28931" fmla="*/ 759589 w 2107590"/>
              <a:gd name="connsiteY34-28932" fmla="*/ 409352 h 2160513"/>
              <a:gd name="connsiteX35-28933" fmla="*/ 1397764 w 2107590"/>
              <a:gd name="connsiteY35-28934" fmla="*/ 606996 h 2160513"/>
              <a:gd name="connsiteX36-28935" fmla="*/ 1409671 w 2107590"/>
              <a:gd name="connsiteY36-28936" fmla="*/ 868933 h 2160513"/>
              <a:gd name="connsiteX37-28937" fmla="*/ 1433483 w 2107590"/>
              <a:gd name="connsiteY37-28938" fmla="*/ 795115 h 2160513"/>
              <a:gd name="connsiteX38-28939" fmla="*/ 1643033 w 2107590"/>
              <a:gd name="connsiteY38-28940" fmla="*/ 611758 h 2160513"/>
              <a:gd name="connsiteX39-28941" fmla="*/ 1804958 w 2107590"/>
              <a:gd name="connsiteY39-28942" fmla="*/ 709389 h 2160513"/>
              <a:gd name="connsiteX40-28943" fmla="*/ 1633508 w 2107590"/>
              <a:gd name="connsiteY40-28944" fmla="*/ 926083 h 2160513"/>
              <a:gd name="connsiteX41-28945" fmla="*/ 1778764 w 2107590"/>
              <a:gd name="connsiteY41-28946" fmla="*/ 811783 h 2160513"/>
              <a:gd name="connsiteX42-28947" fmla="*/ 1819245 w 2107590"/>
              <a:gd name="connsiteY42-28948" fmla="*/ 959420 h 2160513"/>
              <a:gd name="connsiteX43-28949" fmla="*/ 1838296 w 2107590"/>
              <a:gd name="connsiteY43-28950" fmla="*/ 914177 h 2160513"/>
              <a:gd name="connsiteX44-28951" fmla="*/ 1838296 w 2107590"/>
              <a:gd name="connsiteY44-28952" fmla="*/ 1071339 h 2160513"/>
              <a:gd name="connsiteX45-28953" fmla="*/ 1925387 w 2107590"/>
              <a:gd name="connsiteY45-28954" fmla="*/ 1173283 h 2160513"/>
              <a:gd name="connsiteX46-28955" fmla="*/ 1991378 w 2107590"/>
              <a:gd name="connsiteY46-28956" fmla="*/ 1094608 h 2160513"/>
              <a:gd name="connsiteX47-28957" fmla="*/ 1775980 w 2107590"/>
              <a:gd name="connsiteY47-28958" fmla="*/ 1553577 h 2160513"/>
              <a:gd name="connsiteX48-28959" fmla="*/ 1235792 w 2107590"/>
              <a:gd name="connsiteY48-28960" fmla="*/ 1580715 h 2160513"/>
              <a:gd name="connsiteX49-28961" fmla="*/ 1344220 w 2107590"/>
              <a:gd name="connsiteY49-28962" fmla="*/ 1905742 h 2160513"/>
              <a:gd name="connsiteX0-28963" fmla="*/ 1575697 w 2107590"/>
              <a:gd name="connsiteY0-28964" fmla="*/ 2160513 h 2160513"/>
              <a:gd name="connsiteX1-28965" fmla="*/ 956854 w 2107590"/>
              <a:gd name="connsiteY1-28966" fmla="*/ 1258279 h 2160513"/>
              <a:gd name="connsiteX2-28967" fmla="*/ 863892 w 2107590"/>
              <a:gd name="connsiteY2-28968" fmla="*/ 1345253 h 2160513"/>
              <a:gd name="connsiteX3-28969" fmla="*/ 1026241 w 2107590"/>
              <a:gd name="connsiteY3-28970" fmla="*/ 1144473 h 2160513"/>
              <a:gd name="connsiteX4-28971" fmla="*/ 908876 w 2107590"/>
              <a:gd name="connsiteY4-28972" fmla="*/ 743032 h 2160513"/>
              <a:gd name="connsiteX5-28973" fmla="*/ 1054863 w 2107590"/>
              <a:gd name="connsiteY5-28974" fmla="*/ 807021 h 2160513"/>
              <a:gd name="connsiteX6-28975" fmla="*/ 766732 w 2107590"/>
              <a:gd name="connsiteY6-28976" fmla="*/ 928463 h 2160513"/>
              <a:gd name="connsiteX7-28977" fmla="*/ 228569 w 2107590"/>
              <a:gd name="connsiteY7-28978" fmla="*/ 1030857 h 2160513"/>
              <a:gd name="connsiteX8-28979" fmla="*/ 102364 w 2107590"/>
              <a:gd name="connsiteY8-28980" fmla="*/ 578421 h 2160513"/>
              <a:gd name="connsiteX9-28981" fmla="*/ 334972 w 2107590"/>
              <a:gd name="connsiteY9-28982" fmla="*/ 266829 h 2160513"/>
              <a:gd name="connsiteX10-28983" fmla="*/ 754827 w 2107590"/>
              <a:gd name="connsiteY10-28984" fmla="*/ 47401 h 2160513"/>
              <a:gd name="connsiteX11-28985" fmla="*/ 759590 w 2107590"/>
              <a:gd name="connsiteY11-28986" fmla="*/ 95027 h 2160513"/>
              <a:gd name="connsiteX12-28987" fmla="*/ 771497 w 2107590"/>
              <a:gd name="connsiteY12-28988" fmla="*/ 35497 h 2160513"/>
              <a:gd name="connsiteX13-28989" fmla="*/ 1341273 w 2107590"/>
              <a:gd name="connsiteY13-28990" fmla="*/ 79182 h 2160513"/>
              <a:gd name="connsiteX14-28991" fmla="*/ 1369190 w 2107590"/>
              <a:gd name="connsiteY14-28992" fmla="*/ 92646 h 2160513"/>
              <a:gd name="connsiteX15-28993" fmla="*/ 1772045 w 2107590"/>
              <a:gd name="connsiteY15-28994" fmla="*/ 359840 h 2160513"/>
              <a:gd name="connsiteX16-28995" fmla="*/ 1752572 w 2107590"/>
              <a:gd name="connsiteY16-28996" fmla="*/ 342677 h 2160513"/>
              <a:gd name="connsiteX17-28997" fmla="*/ 2013140 w 2107590"/>
              <a:gd name="connsiteY17-28998" fmla="*/ 736265 h 2160513"/>
              <a:gd name="connsiteX18-28999" fmla="*/ 2004983 w 2107590"/>
              <a:gd name="connsiteY18-29000" fmla="*/ 716533 h 2160513"/>
              <a:gd name="connsiteX19-29001" fmla="*/ 2095472 w 2107590"/>
              <a:gd name="connsiteY19-29002" fmla="*/ 1073721 h 2160513"/>
              <a:gd name="connsiteX20-29003" fmla="*/ 1826390 w 2107590"/>
              <a:gd name="connsiteY20-29004" fmla="*/ 1311846 h 2160513"/>
              <a:gd name="connsiteX21-29005" fmla="*/ 1821627 w 2107590"/>
              <a:gd name="connsiteY21-29006" fmla="*/ 1264221 h 2160513"/>
              <a:gd name="connsiteX22-29007" fmla="*/ 1488252 w 2107590"/>
              <a:gd name="connsiteY22-29008" fmla="*/ 1595214 h 2160513"/>
              <a:gd name="connsiteX23-29009" fmla="*/ 1388239 w 2107590"/>
              <a:gd name="connsiteY23-29010" fmla="*/ 1492821 h 2160513"/>
              <a:gd name="connsiteX24-29011" fmla="*/ 1714472 w 2107590"/>
              <a:gd name="connsiteY24-29012" fmla="*/ 1154684 h 2160513"/>
              <a:gd name="connsiteX25-29013" fmla="*/ 1390621 w 2107590"/>
              <a:gd name="connsiteY25-29014" fmla="*/ 1145157 h 2160513"/>
              <a:gd name="connsiteX26-29015" fmla="*/ 1342996 w 2107590"/>
              <a:gd name="connsiteY26-29016" fmla="*/ 1283270 h 2160513"/>
              <a:gd name="connsiteX27-29017" fmla="*/ 1042958 w 2107590"/>
              <a:gd name="connsiteY27-29018" fmla="*/ 983235 h 2160513"/>
              <a:gd name="connsiteX28-29019" fmla="*/ 1309658 w 2107590"/>
              <a:gd name="connsiteY28-29020" fmla="*/ 790352 h 2160513"/>
              <a:gd name="connsiteX29-29021" fmla="*/ 914371 w 2107590"/>
              <a:gd name="connsiteY29-29022" fmla="*/ 511746 h 2160513"/>
              <a:gd name="connsiteX30-29023" fmla="*/ 523846 w 2107590"/>
              <a:gd name="connsiteY30-29024" fmla="*/ 754633 h 2160513"/>
              <a:gd name="connsiteX31-29025" fmla="*/ 783402 w 2107590"/>
              <a:gd name="connsiteY31-29026" fmla="*/ 868932 h 2160513"/>
              <a:gd name="connsiteX32-29027" fmla="*/ 785783 w 2107590"/>
              <a:gd name="connsiteY32-29028" fmla="*/ 1002283 h 2160513"/>
              <a:gd name="connsiteX33-29029" fmla="*/ 373827 w 2107590"/>
              <a:gd name="connsiteY33-29030" fmla="*/ 852264 h 2160513"/>
              <a:gd name="connsiteX34-29031" fmla="*/ 759589 w 2107590"/>
              <a:gd name="connsiteY34-29032" fmla="*/ 409352 h 2160513"/>
              <a:gd name="connsiteX35-29033" fmla="*/ 1397764 w 2107590"/>
              <a:gd name="connsiteY35-29034" fmla="*/ 606996 h 2160513"/>
              <a:gd name="connsiteX36-29035" fmla="*/ 1409671 w 2107590"/>
              <a:gd name="connsiteY36-29036" fmla="*/ 868933 h 2160513"/>
              <a:gd name="connsiteX37-29037" fmla="*/ 1433483 w 2107590"/>
              <a:gd name="connsiteY37-29038" fmla="*/ 795115 h 2160513"/>
              <a:gd name="connsiteX38-29039" fmla="*/ 1643033 w 2107590"/>
              <a:gd name="connsiteY38-29040" fmla="*/ 611758 h 2160513"/>
              <a:gd name="connsiteX39-29041" fmla="*/ 1804958 w 2107590"/>
              <a:gd name="connsiteY39-29042" fmla="*/ 709389 h 2160513"/>
              <a:gd name="connsiteX40-29043" fmla="*/ 1633508 w 2107590"/>
              <a:gd name="connsiteY40-29044" fmla="*/ 926083 h 2160513"/>
              <a:gd name="connsiteX41-29045" fmla="*/ 1778764 w 2107590"/>
              <a:gd name="connsiteY41-29046" fmla="*/ 811783 h 2160513"/>
              <a:gd name="connsiteX42-29047" fmla="*/ 1819245 w 2107590"/>
              <a:gd name="connsiteY42-29048" fmla="*/ 959420 h 2160513"/>
              <a:gd name="connsiteX43-29049" fmla="*/ 1838296 w 2107590"/>
              <a:gd name="connsiteY43-29050" fmla="*/ 914177 h 2160513"/>
              <a:gd name="connsiteX44-29051" fmla="*/ 1838296 w 2107590"/>
              <a:gd name="connsiteY44-29052" fmla="*/ 1071339 h 2160513"/>
              <a:gd name="connsiteX45-29053" fmla="*/ 1939674 w 2107590"/>
              <a:gd name="connsiteY45-29054" fmla="*/ 1168520 h 2160513"/>
              <a:gd name="connsiteX46-29055" fmla="*/ 1991378 w 2107590"/>
              <a:gd name="connsiteY46-29056" fmla="*/ 1094608 h 2160513"/>
              <a:gd name="connsiteX47-29057" fmla="*/ 1775980 w 2107590"/>
              <a:gd name="connsiteY47-29058" fmla="*/ 1553577 h 2160513"/>
              <a:gd name="connsiteX48-29059" fmla="*/ 1235792 w 2107590"/>
              <a:gd name="connsiteY48-29060" fmla="*/ 1580715 h 2160513"/>
              <a:gd name="connsiteX49-29061" fmla="*/ 1344220 w 2107590"/>
              <a:gd name="connsiteY49-29062" fmla="*/ 1905742 h 2160513"/>
              <a:gd name="connsiteX0-29063" fmla="*/ 1575697 w 2107590"/>
              <a:gd name="connsiteY0-29064" fmla="*/ 2160513 h 2160513"/>
              <a:gd name="connsiteX1-29065" fmla="*/ 956854 w 2107590"/>
              <a:gd name="connsiteY1-29066" fmla="*/ 1258279 h 2160513"/>
              <a:gd name="connsiteX2-29067" fmla="*/ 863892 w 2107590"/>
              <a:gd name="connsiteY2-29068" fmla="*/ 1345253 h 2160513"/>
              <a:gd name="connsiteX3-29069" fmla="*/ 1026241 w 2107590"/>
              <a:gd name="connsiteY3-29070" fmla="*/ 1144473 h 2160513"/>
              <a:gd name="connsiteX4-29071" fmla="*/ 908876 w 2107590"/>
              <a:gd name="connsiteY4-29072" fmla="*/ 743032 h 2160513"/>
              <a:gd name="connsiteX5-29073" fmla="*/ 1054863 w 2107590"/>
              <a:gd name="connsiteY5-29074" fmla="*/ 807021 h 2160513"/>
              <a:gd name="connsiteX6-29075" fmla="*/ 766732 w 2107590"/>
              <a:gd name="connsiteY6-29076" fmla="*/ 928463 h 2160513"/>
              <a:gd name="connsiteX7-29077" fmla="*/ 228569 w 2107590"/>
              <a:gd name="connsiteY7-29078" fmla="*/ 1030857 h 2160513"/>
              <a:gd name="connsiteX8-29079" fmla="*/ 102364 w 2107590"/>
              <a:gd name="connsiteY8-29080" fmla="*/ 578421 h 2160513"/>
              <a:gd name="connsiteX9-29081" fmla="*/ 334972 w 2107590"/>
              <a:gd name="connsiteY9-29082" fmla="*/ 266829 h 2160513"/>
              <a:gd name="connsiteX10-29083" fmla="*/ 754827 w 2107590"/>
              <a:gd name="connsiteY10-29084" fmla="*/ 47401 h 2160513"/>
              <a:gd name="connsiteX11-29085" fmla="*/ 759590 w 2107590"/>
              <a:gd name="connsiteY11-29086" fmla="*/ 95027 h 2160513"/>
              <a:gd name="connsiteX12-29087" fmla="*/ 771497 w 2107590"/>
              <a:gd name="connsiteY12-29088" fmla="*/ 35497 h 2160513"/>
              <a:gd name="connsiteX13-29089" fmla="*/ 1341273 w 2107590"/>
              <a:gd name="connsiteY13-29090" fmla="*/ 79182 h 2160513"/>
              <a:gd name="connsiteX14-29091" fmla="*/ 1369190 w 2107590"/>
              <a:gd name="connsiteY14-29092" fmla="*/ 92646 h 2160513"/>
              <a:gd name="connsiteX15-29093" fmla="*/ 1772045 w 2107590"/>
              <a:gd name="connsiteY15-29094" fmla="*/ 359840 h 2160513"/>
              <a:gd name="connsiteX16-29095" fmla="*/ 1752572 w 2107590"/>
              <a:gd name="connsiteY16-29096" fmla="*/ 342677 h 2160513"/>
              <a:gd name="connsiteX17-29097" fmla="*/ 2013140 w 2107590"/>
              <a:gd name="connsiteY17-29098" fmla="*/ 736265 h 2160513"/>
              <a:gd name="connsiteX18-29099" fmla="*/ 2004983 w 2107590"/>
              <a:gd name="connsiteY18-29100" fmla="*/ 716533 h 2160513"/>
              <a:gd name="connsiteX19-29101" fmla="*/ 2095472 w 2107590"/>
              <a:gd name="connsiteY19-29102" fmla="*/ 1073721 h 2160513"/>
              <a:gd name="connsiteX20-29103" fmla="*/ 1826390 w 2107590"/>
              <a:gd name="connsiteY20-29104" fmla="*/ 1311846 h 2160513"/>
              <a:gd name="connsiteX21-29105" fmla="*/ 1821627 w 2107590"/>
              <a:gd name="connsiteY21-29106" fmla="*/ 1264221 h 2160513"/>
              <a:gd name="connsiteX22-29107" fmla="*/ 1488252 w 2107590"/>
              <a:gd name="connsiteY22-29108" fmla="*/ 1595214 h 2160513"/>
              <a:gd name="connsiteX23-29109" fmla="*/ 1388239 w 2107590"/>
              <a:gd name="connsiteY23-29110" fmla="*/ 1492821 h 2160513"/>
              <a:gd name="connsiteX24-29111" fmla="*/ 1714472 w 2107590"/>
              <a:gd name="connsiteY24-29112" fmla="*/ 1154684 h 2160513"/>
              <a:gd name="connsiteX25-29113" fmla="*/ 1390621 w 2107590"/>
              <a:gd name="connsiteY25-29114" fmla="*/ 1145157 h 2160513"/>
              <a:gd name="connsiteX26-29115" fmla="*/ 1342996 w 2107590"/>
              <a:gd name="connsiteY26-29116" fmla="*/ 1283270 h 2160513"/>
              <a:gd name="connsiteX27-29117" fmla="*/ 1042958 w 2107590"/>
              <a:gd name="connsiteY27-29118" fmla="*/ 983235 h 2160513"/>
              <a:gd name="connsiteX28-29119" fmla="*/ 1309658 w 2107590"/>
              <a:gd name="connsiteY28-29120" fmla="*/ 790352 h 2160513"/>
              <a:gd name="connsiteX29-29121" fmla="*/ 914371 w 2107590"/>
              <a:gd name="connsiteY29-29122" fmla="*/ 511746 h 2160513"/>
              <a:gd name="connsiteX30-29123" fmla="*/ 523846 w 2107590"/>
              <a:gd name="connsiteY30-29124" fmla="*/ 754633 h 2160513"/>
              <a:gd name="connsiteX31-29125" fmla="*/ 783402 w 2107590"/>
              <a:gd name="connsiteY31-29126" fmla="*/ 868932 h 2160513"/>
              <a:gd name="connsiteX32-29127" fmla="*/ 785783 w 2107590"/>
              <a:gd name="connsiteY32-29128" fmla="*/ 1002283 h 2160513"/>
              <a:gd name="connsiteX33-29129" fmla="*/ 373827 w 2107590"/>
              <a:gd name="connsiteY33-29130" fmla="*/ 852264 h 2160513"/>
              <a:gd name="connsiteX34-29131" fmla="*/ 759589 w 2107590"/>
              <a:gd name="connsiteY34-29132" fmla="*/ 409352 h 2160513"/>
              <a:gd name="connsiteX35-29133" fmla="*/ 1397764 w 2107590"/>
              <a:gd name="connsiteY35-29134" fmla="*/ 606996 h 2160513"/>
              <a:gd name="connsiteX36-29135" fmla="*/ 1409671 w 2107590"/>
              <a:gd name="connsiteY36-29136" fmla="*/ 868933 h 2160513"/>
              <a:gd name="connsiteX37-29137" fmla="*/ 1433483 w 2107590"/>
              <a:gd name="connsiteY37-29138" fmla="*/ 795115 h 2160513"/>
              <a:gd name="connsiteX38-29139" fmla="*/ 1643033 w 2107590"/>
              <a:gd name="connsiteY38-29140" fmla="*/ 611758 h 2160513"/>
              <a:gd name="connsiteX39-29141" fmla="*/ 1804958 w 2107590"/>
              <a:gd name="connsiteY39-29142" fmla="*/ 709389 h 2160513"/>
              <a:gd name="connsiteX40-29143" fmla="*/ 1633508 w 2107590"/>
              <a:gd name="connsiteY40-29144" fmla="*/ 926083 h 2160513"/>
              <a:gd name="connsiteX41-29145" fmla="*/ 1778764 w 2107590"/>
              <a:gd name="connsiteY41-29146" fmla="*/ 811783 h 2160513"/>
              <a:gd name="connsiteX42-29147" fmla="*/ 1819245 w 2107590"/>
              <a:gd name="connsiteY42-29148" fmla="*/ 959420 h 2160513"/>
              <a:gd name="connsiteX43-29149" fmla="*/ 1838296 w 2107590"/>
              <a:gd name="connsiteY43-29150" fmla="*/ 914177 h 2160513"/>
              <a:gd name="connsiteX44-29151" fmla="*/ 1838296 w 2107590"/>
              <a:gd name="connsiteY44-29152" fmla="*/ 1071339 h 2160513"/>
              <a:gd name="connsiteX45-29153" fmla="*/ 1939674 w 2107590"/>
              <a:gd name="connsiteY45-29154" fmla="*/ 1168520 h 2160513"/>
              <a:gd name="connsiteX46-29155" fmla="*/ 1991378 w 2107590"/>
              <a:gd name="connsiteY46-29156" fmla="*/ 1094608 h 2160513"/>
              <a:gd name="connsiteX47-29157" fmla="*/ 1775980 w 2107590"/>
              <a:gd name="connsiteY47-29158" fmla="*/ 1553577 h 2160513"/>
              <a:gd name="connsiteX48-29159" fmla="*/ 1235792 w 2107590"/>
              <a:gd name="connsiteY48-29160" fmla="*/ 1580715 h 2160513"/>
              <a:gd name="connsiteX49-29161" fmla="*/ 1344220 w 2107590"/>
              <a:gd name="connsiteY49-29162" fmla="*/ 1905742 h 2160513"/>
              <a:gd name="connsiteX0-29163" fmla="*/ 1575697 w 2107590"/>
              <a:gd name="connsiteY0-29164" fmla="*/ 2160513 h 2160513"/>
              <a:gd name="connsiteX1-29165" fmla="*/ 956854 w 2107590"/>
              <a:gd name="connsiteY1-29166" fmla="*/ 1258279 h 2160513"/>
              <a:gd name="connsiteX2-29167" fmla="*/ 863892 w 2107590"/>
              <a:gd name="connsiteY2-29168" fmla="*/ 1345253 h 2160513"/>
              <a:gd name="connsiteX3-29169" fmla="*/ 1026241 w 2107590"/>
              <a:gd name="connsiteY3-29170" fmla="*/ 1144473 h 2160513"/>
              <a:gd name="connsiteX4-29171" fmla="*/ 908876 w 2107590"/>
              <a:gd name="connsiteY4-29172" fmla="*/ 743032 h 2160513"/>
              <a:gd name="connsiteX5-29173" fmla="*/ 1054863 w 2107590"/>
              <a:gd name="connsiteY5-29174" fmla="*/ 807021 h 2160513"/>
              <a:gd name="connsiteX6-29175" fmla="*/ 766732 w 2107590"/>
              <a:gd name="connsiteY6-29176" fmla="*/ 928463 h 2160513"/>
              <a:gd name="connsiteX7-29177" fmla="*/ 228569 w 2107590"/>
              <a:gd name="connsiteY7-29178" fmla="*/ 1030857 h 2160513"/>
              <a:gd name="connsiteX8-29179" fmla="*/ 102364 w 2107590"/>
              <a:gd name="connsiteY8-29180" fmla="*/ 578421 h 2160513"/>
              <a:gd name="connsiteX9-29181" fmla="*/ 334972 w 2107590"/>
              <a:gd name="connsiteY9-29182" fmla="*/ 266829 h 2160513"/>
              <a:gd name="connsiteX10-29183" fmla="*/ 754827 w 2107590"/>
              <a:gd name="connsiteY10-29184" fmla="*/ 47401 h 2160513"/>
              <a:gd name="connsiteX11-29185" fmla="*/ 759590 w 2107590"/>
              <a:gd name="connsiteY11-29186" fmla="*/ 95027 h 2160513"/>
              <a:gd name="connsiteX12-29187" fmla="*/ 771497 w 2107590"/>
              <a:gd name="connsiteY12-29188" fmla="*/ 35497 h 2160513"/>
              <a:gd name="connsiteX13-29189" fmla="*/ 1341273 w 2107590"/>
              <a:gd name="connsiteY13-29190" fmla="*/ 79182 h 2160513"/>
              <a:gd name="connsiteX14-29191" fmla="*/ 1369190 w 2107590"/>
              <a:gd name="connsiteY14-29192" fmla="*/ 92646 h 2160513"/>
              <a:gd name="connsiteX15-29193" fmla="*/ 1772045 w 2107590"/>
              <a:gd name="connsiteY15-29194" fmla="*/ 359840 h 2160513"/>
              <a:gd name="connsiteX16-29195" fmla="*/ 1752572 w 2107590"/>
              <a:gd name="connsiteY16-29196" fmla="*/ 342677 h 2160513"/>
              <a:gd name="connsiteX17-29197" fmla="*/ 2013140 w 2107590"/>
              <a:gd name="connsiteY17-29198" fmla="*/ 736265 h 2160513"/>
              <a:gd name="connsiteX18-29199" fmla="*/ 2004983 w 2107590"/>
              <a:gd name="connsiteY18-29200" fmla="*/ 716533 h 2160513"/>
              <a:gd name="connsiteX19-29201" fmla="*/ 2095472 w 2107590"/>
              <a:gd name="connsiteY19-29202" fmla="*/ 1073721 h 2160513"/>
              <a:gd name="connsiteX20-29203" fmla="*/ 1826390 w 2107590"/>
              <a:gd name="connsiteY20-29204" fmla="*/ 1311846 h 2160513"/>
              <a:gd name="connsiteX21-29205" fmla="*/ 1821627 w 2107590"/>
              <a:gd name="connsiteY21-29206" fmla="*/ 1264221 h 2160513"/>
              <a:gd name="connsiteX22-29207" fmla="*/ 1488252 w 2107590"/>
              <a:gd name="connsiteY22-29208" fmla="*/ 1595214 h 2160513"/>
              <a:gd name="connsiteX23-29209" fmla="*/ 1388239 w 2107590"/>
              <a:gd name="connsiteY23-29210" fmla="*/ 1492821 h 2160513"/>
              <a:gd name="connsiteX24-29211" fmla="*/ 1714472 w 2107590"/>
              <a:gd name="connsiteY24-29212" fmla="*/ 1154684 h 2160513"/>
              <a:gd name="connsiteX25-29213" fmla="*/ 1390621 w 2107590"/>
              <a:gd name="connsiteY25-29214" fmla="*/ 1145157 h 2160513"/>
              <a:gd name="connsiteX26-29215" fmla="*/ 1342996 w 2107590"/>
              <a:gd name="connsiteY26-29216" fmla="*/ 1283270 h 2160513"/>
              <a:gd name="connsiteX27-29217" fmla="*/ 1042958 w 2107590"/>
              <a:gd name="connsiteY27-29218" fmla="*/ 983235 h 2160513"/>
              <a:gd name="connsiteX28-29219" fmla="*/ 1309658 w 2107590"/>
              <a:gd name="connsiteY28-29220" fmla="*/ 790352 h 2160513"/>
              <a:gd name="connsiteX29-29221" fmla="*/ 914371 w 2107590"/>
              <a:gd name="connsiteY29-29222" fmla="*/ 511746 h 2160513"/>
              <a:gd name="connsiteX30-29223" fmla="*/ 523846 w 2107590"/>
              <a:gd name="connsiteY30-29224" fmla="*/ 754633 h 2160513"/>
              <a:gd name="connsiteX31-29225" fmla="*/ 783402 w 2107590"/>
              <a:gd name="connsiteY31-29226" fmla="*/ 868932 h 2160513"/>
              <a:gd name="connsiteX32-29227" fmla="*/ 785783 w 2107590"/>
              <a:gd name="connsiteY32-29228" fmla="*/ 1002283 h 2160513"/>
              <a:gd name="connsiteX33-29229" fmla="*/ 373827 w 2107590"/>
              <a:gd name="connsiteY33-29230" fmla="*/ 852264 h 2160513"/>
              <a:gd name="connsiteX34-29231" fmla="*/ 759589 w 2107590"/>
              <a:gd name="connsiteY34-29232" fmla="*/ 409352 h 2160513"/>
              <a:gd name="connsiteX35-29233" fmla="*/ 1397764 w 2107590"/>
              <a:gd name="connsiteY35-29234" fmla="*/ 606996 h 2160513"/>
              <a:gd name="connsiteX36-29235" fmla="*/ 1409671 w 2107590"/>
              <a:gd name="connsiteY36-29236" fmla="*/ 868933 h 2160513"/>
              <a:gd name="connsiteX37-29237" fmla="*/ 1433483 w 2107590"/>
              <a:gd name="connsiteY37-29238" fmla="*/ 795115 h 2160513"/>
              <a:gd name="connsiteX38-29239" fmla="*/ 1643033 w 2107590"/>
              <a:gd name="connsiteY38-29240" fmla="*/ 611758 h 2160513"/>
              <a:gd name="connsiteX39-29241" fmla="*/ 1804958 w 2107590"/>
              <a:gd name="connsiteY39-29242" fmla="*/ 709389 h 2160513"/>
              <a:gd name="connsiteX40-29243" fmla="*/ 1633508 w 2107590"/>
              <a:gd name="connsiteY40-29244" fmla="*/ 926083 h 2160513"/>
              <a:gd name="connsiteX41-29245" fmla="*/ 1778764 w 2107590"/>
              <a:gd name="connsiteY41-29246" fmla="*/ 811783 h 2160513"/>
              <a:gd name="connsiteX42-29247" fmla="*/ 1819245 w 2107590"/>
              <a:gd name="connsiteY42-29248" fmla="*/ 959420 h 2160513"/>
              <a:gd name="connsiteX43-29249" fmla="*/ 1838296 w 2107590"/>
              <a:gd name="connsiteY43-29250" fmla="*/ 914177 h 2160513"/>
              <a:gd name="connsiteX44-29251" fmla="*/ 1838296 w 2107590"/>
              <a:gd name="connsiteY44-29252" fmla="*/ 1071339 h 2160513"/>
              <a:gd name="connsiteX45-29253" fmla="*/ 1939674 w 2107590"/>
              <a:gd name="connsiteY45-29254" fmla="*/ 1168520 h 2160513"/>
              <a:gd name="connsiteX46-29255" fmla="*/ 1991378 w 2107590"/>
              <a:gd name="connsiteY46-29256" fmla="*/ 1094608 h 2160513"/>
              <a:gd name="connsiteX47-29257" fmla="*/ 1775980 w 2107590"/>
              <a:gd name="connsiteY47-29258" fmla="*/ 1553577 h 2160513"/>
              <a:gd name="connsiteX48-29259" fmla="*/ 1235792 w 2107590"/>
              <a:gd name="connsiteY48-29260" fmla="*/ 1580715 h 2160513"/>
              <a:gd name="connsiteX49-29261" fmla="*/ 1344220 w 2107590"/>
              <a:gd name="connsiteY49-29262" fmla="*/ 1905742 h 2160513"/>
              <a:gd name="connsiteX0-29263" fmla="*/ 1575697 w 2107590"/>
              <a:gd name="connsiteY0-29264" fmla="*/ 2160513 h 2160513"/>
              <a:gd name="connsiteX1-29265" fmla="*/ 956854 w 2107590"/>
              <a:gd name="connsiteY1-29266" fmla="*/ 1258279 h 2160513"/>
              <a:gd name="connsiteX2-29267" fmla="*/ 863892 w 2107590"/>
              <a:gd name="connsiteY2-29268" fmla="*/ 1345253 h 2160513"/>
              <a:gd name="connsiteX3-29269" fmla="*/ 1026241 w 2107590"/>
              <a:gd name="connsiteY3-29270" fmla="*/ 1144473 h 2160513"/>
              <a:gd name="connsiteX4-29271" fmla="*/ 908876 w 2107590"/>
              <a:gd name="connsiteY4-29272" fmla="*/ 743032 h 2160513"/>
              <a:gd name="connsiteX5-29273" fmla="*/ 1054863 w 2107590"/>
              <a:gd name="connsiteY5-29274" fmla="*/ 807021 h 2160513"/>
              <a:gd name="connsiteX6-29275" fmla="*/ 766732 w 2107590"/>
              <a:gd name="connsiteY6-29276" fmla="*/ 928463 h 2160513"/>
              <a:gd name="connsiteX7-29277" fmla="*/ 228569 w 2107590"/>
              <a:gd name="connsiteY7-29278" fmla="*/ 1030857 h 2160513"/>
              <a:gd name="connsiteX8-29279" fmla="*/ 102364 w 2107590"/>
              <a:gd name="connsiteY8-29280" fmla="*/ 578421 h 2160513"/>
              <a:gd name="connsiteX9-29281" fmla="*/ 334972 w 2107590"/>
              <a:gd name="connsiteY9-29282" fmla="*/ 266829 h 2160513"/>
              <a:gd name="connsiteX10-29283" fmla="*/ 754827 w 2107590"/>
              <a:gd name="connsiteY10-29284" fmla="*/ 47401 h 2160513"/>
              <a:gd name="connsiteX11-29285" fmla="*/ 759590 w 2107590"/>
              <a:gd name="connsiteY11-29286" fmla="*/ 95027 h 2160513"/>
              <a:gd name="connsiteX12-29287" fmla="*/ 771497 w 2107590"/>
              <a:gd name="connsiteY12-29288" fmla="*/ 35497 h 2160513"/>
              <a:gd name="connsiteX13-29289" fmla="*/ 1341273 w 2107590"/>
              <a:gd name="connsiteY13-29290" fmla="*/ 79182 h 2160513"/>
              <a:gd name="connsiteX14-29291" fmla="*/ 1369190 w 2107590"/>
              <a:gd name="connsiteY14-29292" fmla="*/ 92646 h 2160513"/>
              <a:gd name="connsiteX15-29293" fmla="*/ 1772045 w 2107590"/>
              <a:gd name="connsiteY15-29294" fmla="*/ 359840 h 2160513"/>
              <a:gd name="connsiteX16-29295" fmla="*/ 1752572 w 2107590"/>
              <a:gd name="connsiteY16-29296" fmla="*/ 342677 h 2160513"/>
              <a:gd name="connsiteX17-29297" fmla="*/ 2013140 w 2107590"/>
              <a:gd name="connsiteY17-29298" fmla="*/ 736265 h 2160513"/>
              <a:gd name="connsiteX18-29299" fmla="*/ 2004983 w 2107590"/>
              <a:gd name="connsiteY18-29300" fmla="*/ 716533 h 2160513"/>
              <a:gd name="connsiteX19-29301" fmla="*/ 2095472 w 2107590"/>
              <a:gd name="connsiteY19-29302" fmla="*/ 1073721 h 2160513"/>
              <a:gd name="connsiteX20-29303" fmla="*/ 1826390 w 2107590"/>
              <a:gd name="connsiteY20-29304" fmla="*/ 1311846 h 2160513"/>
              <a:gd name="connsiteX21-29305" fmla="*/ 1821627 w 2107590"/>
              <a:gd name="connsiteY21-29306" fmla="*/ 1264221 h 2160513"/>
              <a:gd name="connsiteX22-29307" fmla="*/ 1488252 w 2107590"/>
              <a:gd name="connsiteY22-29308" fmla="*/ 1595214 h 2160513"/>
              <a:gd name="connsiteX23-29309" fmla="*/ 1388239 w 2107590"/>
              <a:gd name="connsiteY23-29310" fmla="*/ 1492821 h 2160513"/>
              <a:gd name="connsiteX24-29311" fmla="*/ 1714472 w 2107590"/>
              <a:gd name="connsiteY24-29312" fmla="*/ 1154684 h 2160513"/>
              <a:gd name="connsiteX25-29313" fmla="*/ 1390621 w 2107590"/>
              <a:gd name="connsiteY25-29314" fmla="*/ 1145157 h 2160513"/>
              <a:gd name="connsiteX26-29315" fmla="*/ 1342996 w 2107590"/>
              <a:gd name="connsiteY26-29316" fmla="*/ 1283270 h 2160513"/>
              <a:gd name="connsiteX27-29317" fmla="*/ 1042958 w 2107590"/>
              <a:gd name="connsiteY27-29318" fmla="*/ 983235 h 2160513"/>
              <a:gd name="connsiteX28-29319" fmla="*/ 1309658 w 2107590"/>
              <a:gd name="connsiteY28-29320" fmla="*/ 790352 h 2160513"/>
              <a:gd name="connsiteX29-29321" fmla="*/ 914371 w 2107590"/>
              <a:gd name="connsiteY29-29322" fmla="*/ 511746 h 2160513"/>
              <a:gd name="connsiteX30-29323" fmla="*/ 523846 w 2107590"/>
              <a:gd name="connsiteY30-29324" fmla="*/ 754633 h 2160513"/>
              <a:gd name="connsiteX31-29325" fmla="*/ 783402 w 2107590"/>
              <a:gd name="connsiteY31-29326" fmla="*/ 868932 h 2160513"/>
              <a:gd name="connsiteX32-29327" fmla="*/ 785783 w 2107590"/>
              <a:gd name="connsiteY32-29328" fmla="*/ 1002283 h 2160513"/>
              <a:gd name="connsiteX33-29329" fmla="*/ 373827 w 2107590"/>
              <a:gd name="connsiteY33-29330" fmla="*/ 852264 h 2160513"/>
              <a:gd name="connsiteX34-29331" fmla="*/ 759589 w 2107590"/>
              <a:gd name="connsiteY34-29332" fmla="*/ 409352 h 2160513"/>
              <a:gd name="connsiteX35-29333" fmla="*/ 1397764 w 2107590"/>
              <a:gd name="connsiteY35-29334" fmla="*/ 606996 h 2160513"/>
              <a:gd name="connsiteX36-29335" fmla="*/ 1409671 w 2107590"/>
              <a:gd name="connsiteY36-29336" fmla="*/ 868933 h 2160513"/>
              <a:gd name="connsiteX37-29337" fmla="*/ 1433483 w 2107590"/>
              <a:gd name="connsiteY37-29338" fmla="*/ 795115 h 2160513"/>
              <a:gd name="connsiteX38-29339" fmla="*/ 1643033 w 2107590"/>
              <a:gd name="connsiteY38-29340" fmla="*/ 611758 h 2160513"/>
              <a:gd name="connsiteX39-29341" fmla="*/ 1804958 w 2107590"/>
              <a:gd name="connsiteY39-29342" fmla="*/ 709389 h 2160513"/>
              <a:gd name="connsiteX40-29343" fmla="*/ 1633508 w 2107590"/>
              <a:gd name="connsiteY40-29344" fmla="*/ 926083 h 2160513"/>
              <a:gd name="connsiteX41-29345" fmla="*/ 1778764 w 2107590"/>
              <a:gd name="connsiteY41-29346" fmla="*/ 811783 h 2160513"/>
              <a:gd name="connsiteX42-29347" fmla="*/ 1819245 w 2107590"/>
              <a:gd name="connsiteY42-29348" fmla="*/ 959420 h 2160513"/>
              <a:gd name="connsiteX43-29349" fmla="*/ 1838296 w 2107590"/>
              <a:gd name="connsiteY43-29350" fmla="*/ 914177 h 2160513"/>
              <a:gd name="connsiteX44-29351" fmla="*/ 1838296 w 2107590"/>
              <a:gd name="connsiteY44-29352" fmla="*/ 1071339 h 2160513"/>
              <a:gd name="connsiteX45-29353" fmla="*/ 1939674 w 2107590"/>
              <a:gd name="connsiteY45-29354" fmla="*/ 1168520 h 2160513"/>
              <a:gd name="connsiteX46-29355" fmla="*/ 1991378 w 2107590"/>
              <a:gd name="connsiteY46-29356" fmla="*/ 1094608 h 2160513"/>
              <a:gd name="connsiteX47-29357" fmla="*/ 1775980 w 2107590"/>
              <a:gd name="connsiteY47-29358" fmla="*/ 1553577 h 2160513"/>
              <a:gd name="connsiteX48-29359" fmla="*/ 1235792 w 2107590"/>
              <a:gd name="connsiteY48-29360" fmla="*/ 1580715 h 2160513"/>
              <a:gd name="connsiteX49-29361" fmla="*/ 1344220 w 2107590"/>
              <a:gd name="connsiteY49-29362" fmla="*/ 1905742 h 2160513"/>
              <a:gd name="connsiteX0-29363" fmla="*/ 1575697 w 2107590"/>
              <a:gd name="connsiteY0-29364" fmla="*/ 2160513 h 2160513"/>
              <a:gd name="connsiteX1-29365" fmla="*/ 956854 w 2107590"/>
              <a:gd name="connsiteY1-29366" fmla="*/ 1258279 h 2160513"/>
              <a:gd name="connsiteX2-29367" fmla="*/ 863892 w 2107590"/>
              <a:gd name="connsiteY2-29368" fmla="*/ 1345253 h 2160513"/>
              <a:gd name="connsiteX3-29369" fmla="*/ 1026241 w 2107590"/>
              <a:gd name="connsiteY3-29370" fmla="*/ 1144473 h 2160513"/>
              <a:gd name="connsiteX4-29371" fmla="*/ 908876 w 2107590"/>
              <a:gd name="connsiteY4-29372" fmla="*/ 743032 h 2160513"/>
              <a:gd name="connsiteX5-29373" fmla="*/ 1054863 w 2107590"/>
              <a:gd name="connsiteY5-29374" fmla="*/ 807021 h 2160513"/>
              <a:gd name="connsiteX6-29375" fmla="*/ 766732 w 2107590"/>
              <a:gd name="connsiteY6-29376" fmla="*/ 928463 h 2160513"/>
              <a:gd name="connsiteX7-29377" fmla="*/ 228569 w 2107590"/>
              <a:gd name="connsiteY7-29378" fmla="*/ 1030857 h 2160513"/>
              <a:gd name="connsiteX8-29379" fmla="*/ 102364 w 2107590"/>
              <a:gd name="connsiteY8-29380" fmla="*/ 578421 h 2160513"/>
              <a:gd name="connsiteX9-29381" fmla="*/ 334972 w 2107590"/>
              <a:gd name="connsiteY9-29382" fmla="*/ 266829 h 2160513"/>
              <a:gd name="connsiteX10-29383" fmla="*/ 754827 w 2107590"/>
              <a:gd name="connsiteY10-29384" fmla="*/ 47401 h 2160513"/>
              <a:gd name="connsiteX11-29385" fmla="*/ 759590 w 2107590"/>
              <a:gd name="connsiteY11-29386" fmla="*/ 95027 h 2160513"/>
              <a:gd name="connsiteX12-29387" fmla="*/ 771497 w 2107590"/>
              <a:gd name="connsiteY12-29388" fmla="*/ 35497 h 2160513"/>
              <a:gd name="connsiteX13-29389" fmla="*/ 1341273 w 2107590"/>
              <a:gd name="connsiteY13-29390" fmla="*/ 79182 h 2160513"/>
              <a:gd name="connsiteX14-29391" fmla="*/ 1369190 w 2107590"/>
              <a:gd name="connsiteY14-29392" fmla="*/ 92646 h 2160513"/>
              <a:gd name="connsiteX15-29393" fmla="*/ 1772045 w 2107590"/>
              <a:gd name="connsiteY15-29394" fmla="*/ 359840 h 2160513"/>
              <a:gd name="connsiteX16-29395" fmla="*/ 1752572 w 2107590"/>
              <a:gd name="connsiteY16-29396" fmla="*/ 342677 h 2160513"/>
              <a:gd name="connsiteX17-29397" fmla="*/ 2013140 w 2107590"/>
              <a:gd name="connsiteY17-29398" fmla="*/ 736265 h 2160513"/>
              <a:gd name="connsiteX18-29399" fmla="*/ 2004983 w 2107590"/>
              <a:gd name="connsiteY18-29400" fmla="*/ 716533 h 2160513"/>
              <a:gd name="connsiteX19-29401" fmla="*/ 2095472 w 2107590"/>
              <a:gd name="connsiteY19-29402" fmla="*/ 1073721 h 2160513"/>
              <a:gd name="connsiteX20-29403" fmla="*/ 1826390 w 2107590"/>
              <a:gd name="connsiteY20-29404" fmla="*/ 1311846 h 2160513"/>
              <a:gd name="connsiteX21-29405" fmla="*/ 1821627 w 2107590"/>
              <a:gd name="connsiteY21-29406" fmla="*/ 1264221 h 2160513"/>
              <a:gd name="connsiteX22-29407" fmla="*/ 1488252 w 2107590"/>
              <a:gd name="connsiteY22-29408" fmla="*/ 1595214 h 2160513"/>
              <a:gd name="connsiteX23-29409" fmla="*/ 1388239 w 2107590"/>
              <a:gd name="connsiteY23-29410" fmla="*/ 1492821 h 2160513"/>
              <a:gd name="connsiteX24-29411" fmla="*/ 1714472 w 2107590"/>
              <a:gd name="connsiteY24-29412" fmla="*/ 1154684 h 2160513"/>
              <a:gd name="connsiteX25-29413" fmla="*/ 1390621 w 2107590"/>
              <a:gd name="connsiteY25-29414" fmla="*/ 1145157 h 2160513"/>
              <a:gd name="connsiteX26-29415" fmla="*/ 1342996 w 2107590"/>
              <a:gd name="connsiteY26-29416" fmla="*/ 1283270 h 2160513"/>
              <a:gd name="connsiteX27-29417" fmla="*/ 1042958 w 2107590"/>
              <a:gd name="connsiteY27-29418" fmla="*/ 983235 h 2160513"/>
              <a:gd name="connsiteX28-29419" fmla="*/ 1309658 w 2107590"/>
              <a:gd name="connsiteY28-29420" fmla="*/ 790352 h 2160513"/>
              <a:gd name="connsiteX29-29421" fmla="*/ 914371 w 2107590"/>
              <a:gd name="connsiteY29-29422" fmla="*/ 511746 h 2160513"/>
              <a:gd name="connsiteX30-29423" fmla="*/ 523846 w 2107590"/>
              <a:gd name="connsiteY30-29424" fmla="*/ 754633 h 2160513"/>
              <a:gd name="connsiteX31-29425" fmla="*/ 783402 w 2107590"/>
              <a:gd name="connsiteY31-29426" fmla="*/ 868932 h 2160513"/>
              <a:gd name="connsiteX32-29427" fmla="*/ 785783 w 2107590"/>
              <a:gd name="connsiteY32-29428" fmla="*/ 1002283 h 2160513"/>
              <a:gd name="connsiteX33-29429" fmla="*/ 373827 w 2107590"/>
              <a:gd name="connsiteY33-29430" fmla="*/ 852264 h 2160513"/>
              <a:gd name="connsiteX34-29431" fmla="*/ 759589 w 2107590"/>
              <a:gd name="connsiteY34-29432" fmla="*/ 409352 h 2160513"/>
              <a:gd name="connsiteX35-29433" fmla="*/ 1397764 w 2107590"/>
              <a:gd name="connsiteY35-29434" fmla="*/ 606996 h 2160513"/>
              <a:gd name="connsiteX36-29435" fmla="*/ 1409671 w 2107590"/>
              <a:gd name="connsiteY36-29436" fmla="*/ 868933 h 2160513"/>
              <a:gd name="connsiteX37-29437" fmla="*/ 1433483 w 2107590"/>
              <a:gd name="connsiteY37-29438" fmla="*/ 795115 h 2160513"/>
              <a:gd name="connsiteX38-29439" fmla="*/ 1643033 w 2107590"/>
              <a:gd name="connsiteY38-29440" fmla="*/ 611758 h 2160513"/>
              <a:gd name="connsiteX39-29441" fmla="*/ 1804958 w 2107590"/>
              <a:gd name="connsiteY39-29442" fmla="*/ 709389 h 2160513"/>
              <a:gd name="connsiteX40-29443" fmla="*/ 1633508 w 2107590"/>
              <a:gd name="connsiteY40-29444" fmla="*/ 926083 h 2160513"/>
              <a:gd name="connsiteX41-29445" fmla="*/ 1778764 w 2107590"/>
              <a:gd name="connsiteY41-29446" fmla="*/ 811783 h 2160513"/>
              <a:gd name="connsiteX42-29447" fmla="*/ 1819245 w 2107590"/>
              <a:gd name="connsiteY42-29448" fmla="*/ 959420 h 2160513"/>
              <a:gd name="connsiteX43-29449" fmla="*/ 1838296 w 2107590"/>
              <a:gd name="connsiteY43-29450" fmla="*/ 914177 h 2160513"/>
              <a:gd name="connsiteX44-29451" fmla="*/ 1838296 w 2107590"/>
              <a:gd name="connsiteY44-29452" fmla="*/ 1071339 h 2160513"/>
              <a:gd name="connsiteX45-29453" fmla="*/ 1939674 w 2107590"/>
              <a:gd name="connsiteY45-29454" fmla="*/ 1168520 h 2160513"/>
              <a:gd name="connsiteX46-29455" fmla="*/ 1991378 w 2107590"/>
              <a:gd name="connsiteY46-29456" fmla="*/ 1094608 h 2160513"/>
              <a:gd name="connsiteX47-29457" fmla="*/ 1904971 w 2107590"/>
              <a:gd name="connsiteY47-29458" fmla="*/ 1214214 h 2160513"/>
              <a:gd name="connsiteX48-29459" fmla="*/ 1775980 w 2107590"/>
              <a:gd name="connsiteY48-29460" fmla="*/ 1553577 h 2160513"/>
              <a:gd name="connsiteX49-29461" fmla="*/ 1235792 w 2107590"/>
              <a:gd name="connsiteY49-29462" fmla="*/ 1580715 h 2160513"/>
              <a:gd name="connsiteX50" fmla="*/ 1344220 w 2107590"/>
              <a:gd name="connsiteY50" fmla="*/ 1905742 h 2160513"/>
              <a:gd name="connsiteX0-29463" fmla="*/ 1575697 w 2107590"/>
              <a:gd name="connsiteY0-29464" fmla="*/ 2160513 h 2160513"/>
              <a:gd name="connsiteX1-29465" fmla="*/ 956854 w 2107590"/>
              <a:gd name="connsiteY1-29466" fmla="*/ 1258279 h 2160513"/>
              <a:gd name="connsiteX2-29467" fmla="*/ 863892 w 2107590"/>
              <a:gd name="connsiteY2-29468" fmla="*/ 1345253 h 2160513"/>
              <a:gd name="connsiteX3-29469" fmla="*/ 1026241 w 2107590"/>
              <a:gd name="connsiteY3-29470" fmla="*/ 1144473 h 2160513"/>
              <a:gd name="connsiteX4-29471" fmla="*/ 908876 w 2107590"/>
              <a:gd name="connsiteY4-29472" fmla="*/ 743032 h 2160513"/>
              <a:gd name="connsiteX5-29473" fmla="*/ 1054863 w 2107590"/>
              <a:gd name="connsiteY5-29474" fmla="*/ 807021 h 2160513"/>
              <a:gd name="connsiteX6-29475" fmla="*/ 766732 w 2107590"/>
              <a:gd name="connsiteY6-29476" fmla="*/ 928463 h 2160513"/>
              <a:gd name="connsiteX7-29477" fmla="*/ 228569 w 2107590"/>
              <a:gd name="connsiteY7-29478" fmla="*/ 1030857 h 2160513"/>
              <a:gd name="connsiteX8-29479" fmla="*/ 102364 w 2107590"/>
              <a:gd name="connsiteY8-29480" fmla="*/ 578421 h 2160513"/>
              <a:gd name="connsiteX9-29481" fmla="*/ 334972 w 2107590"/>
              <a:gd name="connsiteY9-29482" fmla="*/ 266829 h 2160513"/>
              <a:gd name="connsiteX10-29483" fmla="*/ 754827 w 2107590"/>
              <a:gd name="connsiteY10-29484" fmla="*/ 47401 h 2160513"/>
              <a:gd name="connsiteX11-29485" fmla="*/ 759590 w 2107590"/>
              <a:gd name="connsiteY11-29486" fmla="*/ 95027 h 2160513"/>
              <a:gd name="connsiteX12-29487" fmla="*/ 771497 w 2107590"/>
              <a:gd name="connsiteY12-29488" fmla="*/ 35497 h 2160513"/>
              <a:gd name="connsiteX13-29489" fmla="*/ 1341273 w 2107590"/>
              <a:gd name="connsiteY13-29490" fmla="*/ 79182 h 2160513"/>
              <a:gd name="connsiteX14-29491" fmla="*/ 1369190 w 2107590"/>
              <a:gd name="connsiteY14-29492" fmla="*/ 92646 h 2160513"/>
              <a:gd name="connsiteX15-29493" fmla="*/ 1772045 w 2107590"/>
              <a:gd name="connsiteY15-29494" fmla="*/ 359840 h 2160513"/>
              <a:gd name="connsiteX16-29495" fmla="*/ 1752572 w 2107590"/>
              <a:gd name="connsiteY16-29496" fmla="*/ 342677 h 2160513"/>
              <a:gd name="connsiteX17-29497" fmla="*/ 2013140 w 2107590"/>
              <a:gd name="connsiteY17-29498" fmla="*/ 736265 h 2160513"/>
              <a:gd name="connsiteX18-29499" fmla="*/ 2004983 w 2107590"/>
              <a:gd name="connsiteY18-29500" fmla="*/ 716533 h 2160513"/>
              <a:gd name="connsiteX19-29501" fmla="*/ 2095472 w 2107590"/>
              <a:gd name="connsiteY19-29502" fmla="*/ 1073721 h 2160513"/>
              <a:gd name="connsiteX20-29503" fmla="*/ 1826390 w 2107590"/>
              <a:gd name="connsiteY20-29504" fmla="*/ 1311846 h 2160513"/>
              <a:gd name="connsiteX21-29505" fmla="*/ 1821627 w 2107590"/>
              <a:gd name="connsiteY21-29506" fmla="*/ 1264221 h 2160513"/>
              <a:gd name="connsiteX22-29507" fmla="*/ 1488252 w 2107590"/>
              <a:gd name="connsiteY22-29508" fmla="*/ 1595214 h 2160513"/>
              <a:gd name="connsiteX23-29509" fmla="*/ 1388239 w 2107590"/>
              <a:gd name="connsiteY23-29510" fmla="*/ 1492821 h 2160513"/>
              <a:gd name="connsiteX24-29511" fmla="*/ 1714472 w 2107590"/>
              <a:gd name="connsiteY24-29512" fmla="*/ 1154684 h 2160513"/>
              <a:gd name="connsiteX25-29513" fmla="*/ 1390621 w 2107590"/>
              <a:gd name="connsiteY25-29514" fmla="*/ 1145157 h 2160513"/>
              <a:gd name="connsiteX26-29515" fmla="*/ 1342996 w 2107590"/>
              <a:gd name="connsiteY26-29516" fmla="*/ 1283270 h 2160513"/>
              <a:gd name="connsiteX27-29517" fmla="*/ 1042958 w 2107590"/>
              <a:gd name="connsiteY27-29518" fmla="*/ 983235 h 2160513"/>
              <a:gd name="connsiteX28-29519" fmla="*/ 1309658 w 2107590"/>
              <a:gd name="connsiteY28-29520" fmla="*/ 790352 h 2160513"/>
              <a:gd name="connsiteX29-29521" fmla="*/ 914371 w 2107590"/>
              <a:gd name="connsiteY29-29522" fmla="*/ 511746 h 2160513"/>
              <a:gd name="connsiteX30-29523" fmla="*/ 523846 w 2107590"/>
              <a:gd name="connsiteY30-29524" fmla="*/ 754633 h 2160513"/>
              <a:gd name="connsiteX31-29525" fmla="*/ 783402 w 2107590"/>
              <a:gd name="connsiteY31-29526" fmla="*/ 868932 h 2160513"/>
              <a:gd name="connsiteX32-29527" fmla="*/ 785783 w 2107590"/>
              <a:gd name="connsiteY32-29528" fmla="*/ 1002283 h 2160513"/>
              <a:gd name="connsiteX33-29529" fmla="*/ 373827 w 2107590"/>
              <a:gd name="connsiteY33-29530" fmla="*/ 852264 h 2160513"/>
              <a:gd name="connsiteX34-29531" fmla="*/ 759589 w 2107590"/>
              <a:gd name="connsiteY34-29532" fmla="*/ 409352 h 2160513"/>
              <a:gd name="connsiteX35-29533" fmla="*/ 1397764 w 2107590"/>
              <a:gd name="connsiteY35-29534" fmla="*/ 606996 h 2160513"/>
              <a:gd name="connsiteX36-29535" fmla="*/ 1409671 w 2107590"/>
              <a:gd name="connsiteY36-29536" fmla="*/ 868933 h 2160513"/>
              <a:gd name="connsiteX37-29537" fmla="*/ 1433483 w 2107590"/>
              <a:gd name="connsiteY37-29538" fmla="*/ 795115 h 2160513"/>
              <a:gd name="connsiteX38-29539" fmla="*/ 1643033 w 2107590"/>
              <a:gd name="connsiteY38-29540" fmla="*/ 611758 h 2160513"/>
              <a:gd name="connsiteX39-29541" fmla="*/ 1804958 w 2107590"/>
              <a:gd name="connsiteY39-29542" fmla="*/ 709389 h 2160513"/>
              <a:gd name="connsiteX40-29543" fmla="*/ 1633508 w 2107590"/>
              <a:gd name="connsiteY40-29544" fmla="*/ 926083 h 2160513"/>
              <a:gd name="connsiteX41-29545" fmla="*/ 1778764 w 2107590"/>
              <a:gd name="connsiteY41-29546" fmla="*/ 811783 h 2160513"/>
              <a:gd name="connsiteX42-29547" fmla="*/ 1819245 w 2107590"/>
              <a:gd name="connsiteY42-29548" fmla="*/ 959420 h 2160513"/>
              <a:gd name="connsiteX43-29549" fmla="*/ 1838296 w 2107590"/>
              <a:gd name="connsiteY43-29550" fmla="*/ 914177 h 2160513"/>
              <a:gd name="connsiteX44-29551" fmla="*/ 1838296 w 2107590"/>
              <a:gd name="connsiteY44-29552" fmla="*/ 1071339 h 2160513"/>
              <a:gd name="connsiteX45-29553" fmla="*/ 1939674 w 2107590"/>
              <a:gd name="connsiteY45-29554" fmla="*/ 1168520 h 2160513"/>
              <a:gd name="connsiteX46-29555" fmla="*/ 1991378 w 2107590"/>
              <a:gd name="connsiteY46-29556" fmla="*/ 1094608 h 2160513"/>
              <a:gd name="connsiteX47-29557" fmla="*/ 1904971 w 2107590"/>
              <a:gd name="connsiteY47-29558" fmla="*/ 1214214 h 2160513"/>
              <a:gd name="connsiteX48-29559" fmla="*/ 1775980 w 2107590"/>
              <a:gd name="connsiteY48-29560" fmla="*/ 1553577 h 2160513"/>
              <a:gd name="connsiteX49-29561" fmla="*/ 1235792 w 2107590"/>
              <a:gd name="connsiteY49-29562" fmla="*/ 1580715 h 2160513"/>
              <a:gd name="connsiteX50-29563" fmla="*/ 1344220 w 2107590"/>
              <a:gd name="connsiteY50-29564" fmla="*/ 1905742 h 2160513"/>
              <a:gd name="connsiteX0-29565" fmla="*/ 1575697 w 2107590"/>
              <a:gd name="connsiteY0-29566" fmla="*/ 2160513 h 2160513"/>
              <a:gd name="connsiteX1-29567" fmla="*/ 956854 w 2107590"/>
              <a:gd name="connsiteY1-29568" fmla="*/ 1258279 h 2160513"/>
              <a:gd name="connsiteX2-29569" fmla="*/ 863892 w 2107590"/>
              <a:gd name="connsiteY2-29570" fmla="*/ 1345253 h 2160513"/>
              <a:gd name="connsiteX3-29571" fmla="*/ 1026241 w 2107590"/>
              <a:gd name="connsiteY3-29572" fmla="*/ 1144473 h 2160513"/>
              <a:gd name="connsiteX4-29573" fmla="*/ 908876 w 2107590"/>
              <a:gd name="connsiteY4-29574" fmla="*/ 743032 h 2160513"/>
              <a:gd name="connsiteX5-29575" fmla="*/ 1054863 w 2107590"/>
              <a:gd name="connsiteY5-29576" fmla="*/ 807021 h 2160513"/>
              <a:gd name="connsiteX6-29577" fmla="*/ 766732 w 2107590"/>
              <a:gd name="connsiteY6-29578" fmla="*/ 928463 h 2160513"/>
              <a:gd name="connsiteX7-29579" fmla="*/ 228569 w 2107590"/>
              <a:gd name="connsiteY7-29580" fmla="*/ 1030857 h 2160513"/>
              <a:gd name="connsiteX8-29581" fmla="*/ 102364 w 2107590"/>
              <a:gd name="connsiteY8-29582" fmla="*/ 578421 h 2160513"/>
              <a:gd name="connsiteX9-29583" fmla="*/ 334972 w 2107590"/>
              <a:gd name="connsiteY9-29584" fmla="*/ 266829 h 2160513"/>
              <a:gd name="connsiteX10-29585" fmla="*/ 754827 w 2107590"/>
              <a:gd name="connsiteY10-29586" fmla="*/ 47401 h 2160513"/>
              <a:gd name="connsiteX11-29587" fmla="*/ 759590 w 2107590"/>
              <a:gd name="connsiteY11-29588" fmla="*/ 95027 h 2160513"/>
              <a:gd name="connsiteX12-29589" fmla="*/ 771497 w 2107590"/>
              <a:gd name="connsiteY12-29590" fmla="*/ 35497 h 2160513"/>
              <a:gd name="connsiteX13-29591" fmla="*/ 1341273 w 2107590"/>
              <a:gd name="connsiteY13-29592" fmla="*/ 79182 h 2160513"/>
              <a:gd name="connsiteX14-29593" fmla="*/ 1369190 w 2107590"/>
              <a:gd name="connsiteY14-29594" fmla="*/ 92646 h 2160513"/>
              <a:gd name="connsiteX15-29595" fmla="*/ 1772045 w 2107590"/>
              <a:gd name="connsiteY15-29596" fmla="*/ 359840 h 2160513"/>
              <a:gd name="connsiteX16-29597" fmla="*/ 1752572 w 2107590"/>
              <a:gd name="connsiteY16-29598" fmla="*/ 342677 h 2160513"/>
              <a:gd name="connsiteX17-29599" fmla="*/ 2013140 w 2107590"/>
              <a:gd name="connsiteY17-29600" fmla="*/ 736265 h 2160513"/>
              <a:gd name="connsiteX18-29601" fmla="*/ 2004983 w 2107590"/>
              <a:gd name="connsiteY18-29602" fmla="*/ 716533 h 2160513"/>
              <a:gd name="connsiteX19-29603" fmla="*/ 2095472 w 2107590"/>
              <a:gd name="connsiteY19-29604" fmla="*/ 1073721 h 2160513"/>
              <a:gd name="connsiteX20-29605" fmla="*/ 1826390 w 2107590"/>
              <a:gd name="connsiteY20-29606" fmla="*/ 1311846 h 2160513"/>
              <a:gd name="connsiteX21-29607" fmla="*/ 1821627 w 2107590"/>
              <a:gd name="connsiteY21-29608" fmla="*/ 1264221 h 2160513"/>
              <a:gd name="connsiteX22-29609" fmla="*/ 1488252 w 2107590"/>
              <a:gd name="connsiteY22-29610" fmla="*/ 1595214 h 2160513"/>
              <a:gd name="connsiteX23-29611" fmla="*/ 1388239 w 2107590"/>
              <a:gd name="connsiteY23-29612" fmla="*/ 1492821 h 2160513"/>
              <a:gd name="connsiteX24-29613" fmla="*/ 1714472 w 2107590"/>
              <a:gd name="connsiteY24-29614" fmla="*/ 1154684 h 2160513"/>
              <a:gd name="connsiteX25-29615" fmla="*/ 1390621 w 2107590"/>
              <a:gd name="connsiteY25-29616" fmla="*/ 1145157 h 2160513"/>
              <a:gd name="connsiteX26-29617" fmla="*/ 1342996 w 2107590"/>
              <a:gd name="connsiteY26-29618" fmla="*/ 1283270 h 2160513"/>
              <a:gd name="connsiteX27-29619" fmla="*/ 1042958 w 2107590"/>
              <a:gd name="connsiteY27-29620" fmla="*/ 983235 h 2160513"/>
              <a:gd name="connsiteX28-29621" fmla="*/ 1309658 w 2107590"/>
              <a:gd name="connsiteY28-29622" fmla="*/ 790352 h 2160513"/>
              <a:gd name="connsiteX29-29623" fmla="*/ 914371 w 2107590"/>
              <a:gd name="connsiteY29-29624" fmla="*/ 511746 h 2160513"/>
              <a:gd name="connsiteX30-29625" fmla="*/ 523846 w 2107590"/>
              <a:gd name="connsiteY30-29626" fmla="*/ 754633 h 2160513"/>
              <a:gd name="connsiteX31-29627" fmla="*/ 783402 w 2107590"/>
              <a:gd name="connsiteY31-29628" fmla="*/ 868932 h 2160513"/>
              <a:gd name="connsiteX32-29629" fmla="*/ 785783 w 2107590"/>
              <a:gd name="connsiteY32-29630" fmla="*/ 1002283 h 2160513"/>
              <a:gd name="connsiteX33-29631" fmla="*/ 373827 w 2107590"/>
              <a:gd name="connsiteY33-29632" fmla="*/ 852264 h 2160513"/>
              <a:gd name="connsiteX34-29633" fmla="*/ 759589 w 2107590"/>
              <a:gd name="connsiteY34-29634" fmla="*/ 409352 h 2160513"/>
              <a:gd name="connsiteX35-29635" fmla="*/ 1397764 w 2107590"/>
              <a:gd name="connsiteY35-29636" fmla="*/ 606996 h 2160513"/>
              <a:gd name="connsiteX36-29637" fmla="*/ 1409671 w 2107590"/>
              <a:gd name="connsiteY36-29638" fmla="*/ 868933 h 2160513"/>
              <a:gd name="connsiteX37-29639" fmla="*/ 1433483 w 2107590"/>
              <a:gd name="connsiteY37-29640" fmla="*/ 795115 h 2160513"/>
              <a:gd name="connsiteX38-29641" fmla="*/ 1643033 w 2107590"/>
              <a:gd name="connsiteY38-29642" fmla="*/ 611758 h 2160513"/>
              <a:gd name="connsiteX39-29643" fmla="*/ 1804958 w 2107590"/>
              <a:gd name="connsiteY39-29644" fmla="*/ 709389 h 2160513"/>
              <a:gd name="connsiteX40-29645" fmla="*/ 1633508 w 2107590"/>
              <a:gd name="connsiteY40-29646" fmla="*/ 926083 h 2160513"/>
              <a:gd name="connsiteX41-29647" fmla="*/ 1778764 w 2107590"/>
              <a:gd name="connsiteY41-29648" fmla="*/ 811783 h 2160513"/>
              <a:gd name="connsiteX42-29649" fmla="*/ 1819245 w 2107590"/>
              <a:gd name="connsiteY42-29650" fmla="*/ 959420 h 2160513"/>
              <a:gd name="connsiteX43-29651" fmla="*/ 1838296 w 2107590"/>
              <a:gd name="connsiteY43-29652" fmla="*/ 914177 h 2160513"/>
              <a:gd name="connsiteX44-29653" fmla="*/ 1838296 w 2107590"/>
              <a:gd name="connsiteY44-29654" fmla="*/ 1071339 h 2160513"/>
              <a:gd name="connsiteX45-29655" fmla="*/ 1939674 w 2107590"/>
              <a:gd name="connsiteY45-29656" fmla="*/ 1168520 h 2160513"/>
              <a:gd name="connsiteX46-29657" fmla="*/ 1991378 w 2107590"/>
              <a:gd name="connsiteY46-29658" fmla="*/ 1094608 h 2160513"/>
              <a:gd name="connsiteX47-29659" fmla="*/ 1904971 w 2107590"/>
              <a:gd name="connsiteY47-29660" fmla="*/ 1214214 h 2160513"/>
              <a:gd name="connsiteX48-29661" fmla="*/ 1775980 w 2107590"/>
              <a:gd name="connsiteY48-29662" fmla="*/ 1553577 h 2160513"/>
              <a:gd name="connsiteX49-29663" fmla="*/ 1235792 w 2107590"/>
              <a:gd name="connsiteY49-29664" fmla="*/ 1580715 h 2160513"/>
              <a:gd name="connsiteX50-29665" fmla="*/ 1344220 w 2107590"/>
              <a:gd name="connsiteY50-29666" fmla="*/ 1905742 h 2160513"/>
              <a:gd name="connsiteX0-29667" fmla="*/ 1575697 w 2107590"/>
              <a:gd name="connsiteY0-29668" fmla="*/ 2160513 h 2160513"/>
              <a:gd name="connsiteX1-29669" fmla="*/ 956854 w 2107590"/>
              <a:gd name="connsiteY1-29670" fmla="*/ 1258279 h 2160513"/>
              <a:gd name="connsiteX2-29671" fmla="*/ 863892 w 2107590"/>
              <a:gd name="connsiteY2-29672" fmla="*/ 1345253 h 2160513"/>
              <a:gd name="connsiteX3-29673" fmla="*/ 1026241 w 2107590"/>
              <a:gd name="connsiteY3-29674" fmla="*/ 1144473 h 2160513"/>
              <a:gd name="connsiteX4-29675" fmla="*/ 908876 w 2107590"/>
              <a:gd name="connsiteY4-29676" fmla="*/ 743032 h 2160513"/>
              <a:gd name="connsiteX5-29677" fmla="*/ 1054863 w 2107590"/>
              <a:gd name="connsiteY5-29678" fmla="*/ 807021 h 2160513"/>
              <a:gd name="connsiteX6-29679" fmla="*/ 766732 w 2107590"/>
              <a:gd name="connsiteY6-29680" fmla="*/ 928463 h 2160513"/>
              <a:gd name="connsiteX7-29681" fmla="*/ 228569 w 2107590"/>
              <a:gd name="connsiteY7-29682" fmla="*/ 1030857 h 2160513"/>
              <a:gd name="connsiteX8-29683" fmla="*/ 102364 w 2107590"/>
              <a:gd name="connsiteY8-29684" fmla="*/ 578421 h 2160513"/>
              <a:gd name="connsiteX9-29685" fmla="*/ 334972 w 2107590"/>
              <a:gd name="connsiteY9-29686" fmla="*/ 266829 h 2160513"/>
              <a:gd name="connsiteX10-29687" fmla="*/ 754827 w 2107590"/>
              <a:gd name="connsiteY10-29688" fmla="*/ 47401 h 2160513"/>
              <a:gd name="connsiteX11-29689" fmla="*/ 759590 w 2107590"/>
              <a:gd name="connsiteY11-29690" fmla="*/ 95027 h 2160513"/>
              <a:gd name="connsiteX12-29691" fmla="*/ 771497 w 2107590"/>
              <a:gd name="connsiteY12-29692" fmla="*/ 35497 h 2160513"/>
              <a:gd name="connsiteX13-29693" fmla="*/ 1341273 w 2107590"/>
              <a:gd name="connsiteY13-29694" fmla="*/ 79182 h 2160513"/>
              <a:gd name="connsiteX14-29695" fmla="*/ 1369190 w 2107590"/>
              <a:gd name="connsiteY14-29696" fmla="*/ 92646 h 2160513"/>
              <a:gd name="connsiteX15-29697" fmla="*/ 1772045 w 2107590"/>
              <a:gd name="connsiteY15-29698" fmla="*/ 359840 h 2160513"/>
              <a:gd name="connsiteX16-29699" fmla="*/ 1752572 w 2107590"/>
              <a:gd name="connsiteY16-29700" fmla="*/ 342677 h 2160513"/>
              <a:gd name="connsiteX17-29701" fmla="*/ 2013140 w 2107590"/>
              <a:gd name="connsiteY17-29702" fmla="*/ 736265 h 2160513"/>
              <a:gd name="connsiteX18-29703" fmla="*/ 2004983 w 2107590"/>
              <a:gd name="connsiteY18-29704" fmla="*/ 716533 h 2160513"/>
              <a:gd name="connsiteX19-29705" fmla="*/ 2095472 w 2107590"/>
              <a:gd name="connsiteY19-29706" fmla="*/ 1073721 h 2160513"/>
              <a:gd name="connsiteX20-29707" fmla="*/ 1826390 w 2107590"/>
              <a:gd name="connsiteY20-29708" fmla="*/ 1311846 h 2160513"/>
              <a:gd name="connsiteX21-29709" fmla="*/ 1821627 w 2107590"/>
              <a:gd name="connsiteY21-29710" fmla="*/ 1264221 h 2160513"/>
              <a:gd name="connsiteX22-29711" fmla="*/ 1488252 w 2107590"/>
              <a:gd name="connsiteY22-29712" fmla="*/ 1595214 h 2160513"/>
              <a:gd name="connsiteX23-29713" fmla="*/ 1388239 w 2107590"/>
              <a:gd name="connsiteY23-29714" fmla="*/ 1492821 h 2160513"/>
              <a:gd name="connsiteX24-29715" fmla="*/ 1714472 w 2107590"/>
              <a:gd name="connsiteY24-29716" fmla="*/ 1154684 h 2160513"/>
              <a:gd name="connsiteX25-29717" fmla="*/ 1390621 w 2107590"/>
              <a:gd name="connsiteY25-29718" fmla="*/ 1145157 h 2160513"/>
              <a:gd name="connsiteX26-29719" fmla="*/ 1342996 w 2107590"/>
              <a:gd name="connsiteY26-29720" fmla="*/ 1283270 h 2160513"/>
              <a:gd name="connsiteX27-29721" fmla="*/ 1042958 w 2107590"/>
              <a:gd name="connsiteY27-29722" fmla="*/ 983235 h 2160513"/>
              <a:gd name="connsiteX28-29723" fmla="*/ 1309658 w 2107590"/>
              <a:gd name="connsiteY28-29724" fmla="*/ 790352 h 2160513"/>
              <a:gd name="connsiteX29-29725" fmla="*/ 914371 w 2107590"/>
              <a:gd name="connsiteY29-29726" fmla="*/ 511746 h 2160513"/>
              <a:gd name="connsiteX30-29727" fmla="*/ 523846 w 2107590"/>
              <a:gd name="connsiteY30-29728" fmla="*/ 754633 h 2160513"/>
              <a:gd name="connsiteX31-29729" fmla="*/ 783402 w 2107590"/>
              <a:gd name="connsiteY31-29730" fmla="*/ 868932 h 2160513"/>
              <a:gd name="connsiteX32-29731" fmla="*/ 785783 w 2107590"/>
              <a:gd name="connsiteY32-29732" fmla="*/ 1002283 h 2160513"/>
              <a:gd name="connsiteX33-29733" fmla="*/ 373827 w 2107590"/>
              <a:gd name="connsiteY33-29734" fmla="*/ 852264 h 2160513"/>
              <a:gd name="connsiteX34-29735" fmla="*/ 759589 w 2107590"/>
              <a:gd name="connsiteY34-29736" fmla="*/ 409352 h 2160513"/>
              <a:gd name="connsiteX35-29737" fmla="*/ 1397764 w 2107590"/>
              <a:gd name="connsiteY35-29738" fmla="*/ 606996 h 2160513"/>
              <a:gd name="connsiteX36-29739" fmla="*/ 1409671 w 2107590"/>
              <a:gd name="connsiteY36-29740" fmla="*/ 868933 h 2160513"/>
              <a:gd name="connsiteX37-29741" fmla="*/ 1433483 w 2107590"/>
              <a:gd name="connsiteY37-29742" fmla="*/ 795115 h 2160513"/>
              <a:gd name="connsiteX38-29743" fmla="*/ 1643033 w 2107590"/>
              <a:gd name="connsiteY38-29744" fmla="*/ 611758 h 2160513"/>
              <a:gd name="connsiteX39-29745" fmla="*/ 1804958 w 2107590"/>
              <a:gd name="connsiteY39-29746" fmla="*/ 709389 h 2160513"/>
              <a:gd name="connsiteX40-29747" fmla="*/ 1633508 w 2107590"/>
              <a:gd name="connsiteY40-29748" fmla="*/ 926083 h 2160513"/>
              <a:gd name="connsiteX41-29749" fmla="*/ 1778764 w 2107590"/>
              <a:gd name="connsiteY41-29750" fmla="*/ 811783 h 2160513"/>
              <a:gd name="connsiteX42-29751" fmla="*/ 1819245 w 2107590"/>
              <a:gd name="connsiteY42-29752" fmla="*/ 959420 h 2160513"/>
              <a:gd name="connsiteX43-29753" fmla="*/ 1838296 w 2107590"/>
              <a:gd name="connsiteY43-29754" fmla="*/ 914177 h 2160513"/>
              <a:gd name="connsiteX44-29755" fmla="*/ 1838296 w 2107590"/>
              <a:gd name="connsiteY44-29756" fmla="*/ 1071339 h 2160513"/>
              <a:gd name="connsiteX45-29757" fmla="*/ 1939674 w 2107590"/>
              <a:gd name="connsiteY45-29758" fmla="*/ 1168520 h 2160513"/>
              <a:gd name="connsiteX46-29759" fmla="*/ 1991378 w 2107590"/>
              <a:gd name="connsiteY46-29760" fmla="*/ 1094608 h 2160513"/>
              <a:gd name="connsiteX47-29761" fmla="*/ 1904971 w 2107590"/>
              <a:gd name="connsiteY47-29762" fmla="*/ 1214214 h 2160513"/>
              <a:gd name="connsiteX48-29763" fmla="*/ 1775980 w 2107590"/>
              <a:gd name="connsiteY48-29764" fmla="*/ 1553577 h 2160513"/>
              <a:gd name="connsiteX49-29765" fmla="*/ 1235792 w 2107590"/>
              <a:gd name="connsiteY49-29766" fmla="*/ 1580715 h 2160513"/>
              <a:gd name="connsiteX50-29767" fmla="*/ 1344220 w 2107590"/>
              <a:gd name="connsiteY50-29768" fmla="*/ 1905742 h 2160513"/>
              <a:gd name="connsiteX0-29769" fmla="*/ 1575697 w 2107590"/>
              <a:gd name="connsiteY0-29770" fmla="*/ 2160513 h 2160513"/>
              <a:gd name="connsiteX1-29771" fmla="*/ 956854 w 2107590"/>
              <a:gd name="connsiteY1-29772" fmla="*/ 1258279 h 2160513"/>
              <a:gd name="connsiteX2-29773" fmla="*/ 863892 w 2107590"/>
              <a:gd name="connsiteY2-29774" fmla="*/ 1345253 h 2160513"/>
              <a:gd name="connsiteX3-29775" fmla="*/ 1026241 w 2107590"/>
              <a:gd name="connsiteY3-29776" fmla="*/ 1144473 h 2160513"/>
              <a:gd name="connsiteX4-29777" fmla="*/ 908876 w 2107590"/>
              <a:gd name="connsiteY4-29778" fmla="*/ 743032 h 2160513"/>
              <a:gd name="connsiteX5-29779" fmla="*/ 1054863 w 2107590"/>
              <a:gd name="connsiteY5-29780" fmla="*/ 807021 h 2160513"/>
              <a:gd name="connsiteX6-29781" fmla="*/ 766732 w 2107590"/>
              <a:gd name="connsiteY6-29782" fmla="*/ 928463 h 2160513"/>
              <a:gd name="connsiteX7-29783" fmla="*/ 228569 w 2107590"/>
              <a:gd name="connsiteY7-29784" fmla="*/ 1030857 h 2160513"/>
              <a:gd name="connsiteX8-29785" fmla="*/ 102364 w 2107590"/>
              <a:gd name="connsiteY8-29786" fmla="*/ 578421 h 2160513"/>
              <a:gd name="connsiteX9-29787" fmla="*/ 334972 w 2107590"/>
              <a:gd name="connsiteY9-29788" fmla="*/ 266829 h 2160513"/>
              <a:gd name="connsiteX10-29789" fmla="*/ 754827 w 2107590"/>
              <a:gd name="connsiteY10-29790" fmla="*/ 47401 h 2160513"/>
              <a:gd name="connsiteX11-29791" fmla="*/ 759590 w 2107590"/>
              <a:gd name="connsiteY11-29792" fmla="*/ 95027 h 2160513"/>
              <a:gd name="connsiteX12-29793" fmla="*/ 771497 w 2107590"/>
              <a:gd name="connsiteY12-29794" fmla="*/ 35497 h 2160513"/>
              <a:gd name="connsiteX13-29795" fmla="*/ 1341273 w 2107590"/>
              <a:gd name="connsiteY13-29796" fmla="*/ 79182 h 2160513"/>
              <a:gd name="connsiteX14-29797" fmla="*/ 1369190 w 2107590"/>
              <a:gd name="connsiteY14-29798" fmla="*/ 92646 h 2160513"/>
              <a:gd name="connsiteX15-29799" fmla="*/ 1772045 w 2107590"/>
              <a:gd name="connsiteY15-29800" fmla="*/ 359840 h 2160513"/>
              <a:gd name="connsiteX16-29801" fmla="*/ 1752572 w 2107590"/>
              <a:gd name="connsiteY16-29802" fmla="*/ 342677 h 2160513"/>
              <a:gd name="connsiteX17-29803" fmla="*/ 2013140 w 2107590"/>
              <a:gd name="connsiteY17-29804" fmla="*/ 736265 h 2160513"/>
              <a:gd name="connsiteX18-29805" fmla="*/ 2004983 w 2107590"/>
              <a:gd name="connsiteY18-29806" fmla="*/ 716533 h 2160513"/>
              <a:gd name="connsiteX19-29807" fmla="*/ 2095472 w 2107590"/>
              <a:gd name="connsiteY19-29808" fmla="*/ 1073721 h 2160513"/>
              <a:gd name="connsiteX20-29809" fmla="*/ 1826390 w 2107590"/>
              <a:gd name="connsiteY20-29810" fmla="*/ 1311846 h 2160513"/>
              <a:gd name="connsiteX21-29811" fmla="*/ 1821627 w 2107590"/>
              <a:gd name="connsiteY21-29812" fmla="*/ 1264221 h 2160513"/>
              <a:gd name="connsiteX22-29813" fmla="*/ 1488252 w 2107590"/>
              <a:gd name="connsiteY22-29814" fmla="*/ 1595214 h 2160513"/>
              <a:gd name="connsiteX23-29815" fmla="*/ 1388239 w 2107590"/>
              <a:gd name="connsiteY23-29816" fmla="*/ 1492821 h 2160513"/>
              <a:gd name="connsiteX24-29817" fmla="*/ 1714472 w 2107590"/>
              <a:gd name="connsiteY24-29818" fmla="*/ 1154684 h 2160513"/>
              <a:gd name="connsiteX25-29819" fmla="*/ 1390621 w 2107590"/>
              <a:gd name="connsiteY25-29820" fmla="*/ 1145157 h 2160513"/>
              <a:gd name="connsiteX26-29821" fmla="*/ 1342996 w 2107590"/>
              <a:gd name="connsiteY26-29822" fmla="*/ 1283270 h 2160513"/>
              <a:gd name="connsiteX27-29823" fmla="*/ 1042958 w 2107590"/>
              <a:gd name="connsiteY27-29824" fmla="*/ 983235 h 2160513"/>
              <a:gd name="connsiteX28-29825" fmla="*/ 1309658 w 2107590"/>
              <a:gd name="connsiteY28-29826" fmla="*/ 790352 h 2160513"/>
              <a:gd name="connsiteX29-29827" fmla="*/ 914371 w 2107590"/>
              <a:gd name="connsiteY29-29828" fmla="*/ 511746 h 2160513"/>
              <a:gd name="connsiteX30-29829" fmla="*/ 523846 w 2107590"/>
              <a:gd name="connsiteY30-29830" fmla="*/ 754633 h 2160513"/>
              <a:gd name="connsiteX31-29831" fmla="*/ 783402 w 2107590"/>
              <a:gd name="connsiteY31-29832" fmla="*/ 868932 h 2160513"/>
              <a:gd name="connsiteX32-29833" fmla="*/ 785783 w 2107590"/>
              <a:gd name="connsiteY32-29834" fmla="*/ 1002283 h 2160513"/>
              <a:gd name="connsiteX33-29835" fmla="*/ 373827 w 2107590"/>
              <a:gd name="connsiteY33-29836" fmla="*/ 852264 h 2160513"/>
              <a:gd name="connsiteX34-29837" fmla="*/ 759589 w 2107590"/>
              <a:gd name="connsiteY34-29838" fmla="*/ 409352 h 2160513"/>
              <a:gd name="connsiteX35-29839" fmla="*/ 1397764 w 2107590"/>
              <a:gd name="connsiteY35-29840" fmla="*/ 606996 h 2160513"/>
              <a:gd name="connsiteX36-29841" fmla="*/ 1409671 w 2107590"/>
              <a:gd name="connsiteY36-29842" fmla="*/ 868933 h 2160513"/>
              <a:gd name="connsiteX37-29843" fmla="*/ 1433483 w 2107590"/>
              <a:gd name="connsiteY37-29844" fmla="*/ 795115 h 2160513"/>
              <a:gd name="connsiteX38-29845" fmla="*/ 1643033 w 2107590"/>
              <a:gd name="connsiteY38-29846" fmla="*/ 611758 h 2160513"/>
              <a:gd name="connsiteX39-29847" fmla="*/ 1804958 w 2107590"/>
              <a:gd name="connsiteY39-29848" fmla="*/ 709389 h 2160513"/>
              <a:gd name="connsiteX40-29849" fmla="*/ 1633508 w 2107590"/>
              <a:gd name="connsiteY40-29850" fmla="*/ 926083 h 2160513"/>
              <a:gd name="connsiteX41-29851" fmla="*/ 1778764 w 2107590"/>
              <a:gd name="connsiteY41-29852" fmla="*/ 811783 h 2160513"/>
              <a:gd name="connsiteX42-29853" fmla="*/ 1819245 w 2107590"/>
              <a:gd name="connsiteY42-29854" fmla="*/ 959420 h 2160513"/>
              <a:gd name="connsiteX43-29855" fmla="*/ 1838296 w 2107590"/>
              <a:gd name="connsiteY43-29856" fmla="*/ 914177 h 2160513"/>
              <a:gd name="connsiteX44-29857" fmla="*/ 1838296 w 2107590"/>
              <a:gd name="connsiteY44-29858" fmla="*/ 1071339 h 2160513"/>
              <a:gd name="connsiteX45-29859" fmla="*/ 1939674 w 2107590"/>
              <a:gd name="connsiteY45-29860" fmla="*/ 1168520 h 2160513"/>
              <a:gd name="connsiteX46-29861" fmla="*/ 2003284 w 2107590"/>
              <a:gd name="connsiteY46-29862" fmla="*/ 1082702 h 2160513"/>
              <a:gd name="connsiteX47-29863" fmla="*/ 1904971 w 2107590"/>
              <a:gd name="connsiteY47-29864" fmla="*/ 1214214 h 2160513"/>
              <a:gd name="connsiteX48-29865" fmla="*/ 1775980 w 2107590"/>
              <a:gd name="connsiteY48-29866" fmla="*/ 1553577 h 2160513"/>
              <a:gd name="connsiteX49-29867" fmla="*/ 1235792 w 2107590"/>
              <a:gd name="connsiteY49-29868" fmla="*/ 1580715 h 2160513"/>
              <a:gd name="connsiteX50-29869" fmla="*/ 1344220 w 2107590"/>
              <a:gd name="connsiteY50-29870" fmla="*/ 1905742 h 2160513"/>
              <a:gd name="connsiteX0-29871" fmla="*/ 1575697 w 2107590"/>
              <a:gd name="connsiteY0-29872" fmla="*/ 2160513 h 2160513"/>
              <a:gd name="connsiteX1-29873" fmla="*/ 956854 w 2107590"/>
              <a:gd name="connsiteY1-29874" fmla="*/ 1258279 h 2160513"/>
              <a:gd name="connsiteX2-29875" fmla="*/ 863892 w 2107590"/>
              <a:gd name="connsiteY2-29876" fmla="*/ 1345253 h 2160513"/>
              <a:gd name="connsiteX3-29877" fmla="*/ 1026241 w 2107590"/>
              <a:gd name="connsiteY3-29878" fmla="*/ 1144473 h 2160513"/>
              <a:gd name="connsiteX4-29879" fmla="*/ 908876 w 2107590"/>
              <a:gd name="connsiteY4-29880" fmla="*/ 743032 h 2160513"/>
              <a:gd name="connsiteX5-29881" fmla="*/ 1054863 w 2107590"/>
              <a:gd name="connsiteY5-29882" fmla="*/ 807021 h 2160513"/>
              <a:gd name="connsiteX6-29883" fmla="*/ 766732 w 2107590"/>
              <a:gd name="connsiteY6-29884" fmla="*/ 928463 h 2160513"/>
              <a:gd name="connsiteX7-29885" fmla="*/ 228569 w 2107590"/>
              <a:gd name="connsiteY7-29886" fmla="*/ 1030857 h 2160513"/>
              <a:gd name="connsiteX8-29887" fmla="*/ 102364 w 2107590"/>
              <a:gd name="connsiteY8-29888" fmla="*/ 578421 h 2160513"/>
              <a:gd name="connsiteX9-29889" fmla="*/ 334972 w 2107590"/>
              <a:gd name="connsiteY9-29890" fmla="*/ 266829 h 2160513"/>
              <a:gd name="connsiteX10-29891" fmla="*/ 754827 w 2107590"/>
              <a:gd name="connsiteY10-29892" fmla="*/ 47401 h 2160513"/>
              <a:gd name="connsiteX11-29893" fmla="*/ 759590 w 2107590"/>
              <a:gd name="connsiteY11-29894" fmla="*/ 95027 h 2160513"/>
              <a:gd name="connsiteX12-29895" fmla="*/ 771497 w 2107590"/>
              <a:gd name="connsiteY12-29896" fmla="*/ 35497 h 2160513"/>
              <a:gd name="connsiteX13-29897" fmla="*/ 1341273 w 2107590"/>
              <a:gd name="connsiteY13-29898" fmla="*/ 79182 h 2160513"/>
              <a:gd name="connsiteX14-29899" fmla="*/ 1369190 w 2107590"/>
              <a:gd name="connsiteY14-29900" fmla="*/ 92646 h 2160513"/>
              <a:gd name="connsiteX15-29901" fmla="*/ 1772045 w 2107590"/>
              <a:gd name="connsiteY15-29902" fmla="*/ 359840 h 2160513"/>
              <a:gd name="connsiteX16-29903" fmla="*/ 1752572 w 2107590"/>
              <a:gd name="connsiteY16-29904" fmla="*/ 342677 h 2160513"/>
              <a:gd name="connsiteX17-29905" fmla="*/ 2013140 w 2107590"/>
              <a:gd name="connsiteY17-29906" fmla="*/ 736265 h 2160513"/>
              <a:gd name="connsiteX18-29907" fmla="*/ 2004983 w 2107590"/>
              <a:gd name="connsiteY18-29908" fmla="*/ 716533 h 2160513"/>
              <a:gd name="connsiteX19-29909" fmla="*/ 2095472 w 2107590"/>
              <a:gd name="connsiteY19-29910" fmla="*/ 1073721 h 2160513"/>
              <a:gd name="connsiteX20-29911" fmla="*/ 1826390 w 2107590"/>
              <a:gd name="connsiteY20-29912" fmla="*/ 1311846 h 2160513"/>
              <a:gd name="connsiteX21-29913" fmla="*/ 1821627 w 2107590"/>
              <a:gd name="connsiteY21-29914" fmla="*/ 1264221 h 2160513"/>
              <a:gd name="connsiteX22-29915" fmla="*/ 1488252 w 2107590"/>
              <a:gd name="connsiteY22-29916" fmla="*/ 1595214 h 2160513"/>
              <a:gd name="connsiteX23-29917" fmla="*/ 1388239 w 2107590"/>
              <a:gd name="connsiteY23-29918" fmla="*/ 1492821 h 2160513"/>
              <a:gd name="connsiteX24-29919" fmla="*/ 1714472 w 2107590"/>
              <a:gd name="connsiteY24-29920" fmla="*/ 1154684 h 2160513"/>
              <a:gd name="connsiteX25-29921" fmla="*/ 1390621 w 2107590"/>
              <a:gd name="connsiteY25-29922" fmla="*/ 1145157 h 2160513"/>
              <a:gd name="connsiteX26-29923" fmla="*/ 1342996 w 2107590"/>
              <a:gd name="connsiteY26-29924" fmla="*/ 1283270 h 2160513"/>
              <a:gd name="connsiteX27-29925" fmla="*/ 1042958 w 2107590"/>
              <a:gd name="connsiteY27-29926" fmla="*/ 983235 h 2160513"/>
              <a:gd name="connsiteX28-29927" fmla="*/ 1309658 w 2107590"/>
              <a:gd name="connsiteY28-29928" fmla="*/ 790352 h 2160513"/>
              <a:gd name="connsiteX29-29929" fmla="*/ 914371 w 2107590"/>
              <a:gd name="connsiteY29-29930" fmla="*/ 511746 h 2160513"/>
              <a:gd name="connsiteX30-29931" fmla="*/ 523846 w 2107590"/>
              <a:gd name="connsiteY30-29932" fmla="*/ 754633 h 2160513"/>
              <a:gd name="connsiteX31-29933" fmla="*/ 783402 w 2107590"/>
              <a:gd name="connsiteY31-29934" fmla="*/ 868932 h 2160513"/>
              <a:gd name="connsiteX32-29935" fmla="*/ 785783 w 2107590"/>
              <a:gd name="connsiteY32-29936" fmla="*/ 1002283 h 2160513"/>
              <a:gd name="connsiteX33-29937" fmla="*/ 373827 w 2107590"/>
              <a:gd name="connsiteY33-29938" fmla="*/ 852264 h 2160513"/>
              <a:gd name="connsiteX34-29939" fmla="*/ 759589 w 2107590"/>
              <a:gd name="connsiteY34-29940" fmla="*/ 409352 h 2160513"/>
              <a:gd name="connsiteX35-29941" fmla="*/ 1397764 w 2107590"/>
              <a:gd name="connsiteY35-29942" fmla="*/ 606996 h 2160513"/>
              <a:gd name="connsiteX36-29943" fmla="*/ 1409671 w 2107590"/>
              <a:gd name="connsiteY36-29944" fmla="*/ 868933 h 2160513"/>
              <a:gd name="connsiteX37-29945" fmla="*/ 1433483 w 2107590"/>
              <a:gd name="connsiteY37-29946" fmla="*/ 795115 h 2160513"/>
              <a:gd name="connsiteX38-29947" fmla="*/ 1643033 w 2107590"/>
              <a:gd name="connsiteY38-29948" fmla="*/ 611758 h 2160513"/>
              <a:gd name="connsiteX39-29949" fmla="*/ 1804958 w 2107590"/>
              <a:gd name="connsiteY39-29950" fmla="*/ 709389 h 2160513"/>
              <a:gd name="connsiteX40-29951" fmla="*/ 1633508 w 2107590"/>
              <a:gd name="connsiteY40-29952" fmla="*/ 926083 h 2160513"/>
              <a:gd name="connsiteX41-29953" fmla="*/ 1778764 w 2107590"/>
              <a:gd name="connsiteY41-29954" fmla="*/ 811783 h 2160513"/>
              <a:gd name="connsiteX42-29955" fmla="*/ 1819245 w 2107590"/>
              <a:gd name="connsiteY42-29956" fmla="*/ 959420 h 2160513"/>
              <a:gd name="connsiteX43-29957" fmla="*/ 1838296 w 2107590"/>
              <a:gd name="connsiteY43-29958" fmla="*/ 914177 h 2160513"/>
              <a:gd name="connsiteX44-29959" fmla="*/ 1838296 w 2107590"/>
              <a:gd name="connsiteY44-29960" fmla="*/ 1071339 h 2160513"/>
              <a:gd name="connsiteX45-29961" fmla="*/ 1939674 w 2107590"/>
              <a:gd name="connsiteY45-29962" fmla="*/ 1168520 h 2160513"/>
              <a:gd name="connsiteX46-29963" fmla="*/ 2003284 w 2107590"/>
              <a:gd name="connsiteY46-29964" fmla="*/ 1082702 h 2160513"/>
              <a:gd name="connsiteX47-29965" fmla="*/ 1909733 w 2107590"/>
              <a:gd name="connsiteY47-29966" fmla="*/ 1221358 h 2160513"/>
              <a:gd name="connsiteX48-29967" fmla="*/ 1775980 w 2107590"/>
              <a:gd name="connsiteY48-29968" fmla="*/ 1553577 h 2160513"/>
              <a:gd name="connsiteX49-29969" fmla="*/ 1235792 w 2107590"/>
              <a:gd name="connsiteY49-29970" fmla="*/ 1580715 h 2160513"/>
              <a:gd name="connsiteX50-29971" fmla="*/ 1344220 w 2107590"/>
              <a:gd name="connsiteY50-29972" fmla="*/ 1905742 h 2160513"/>
              <a:gd name="connsiteX0-29973" fmla="*/ 1575697 w 2107590"/>
              <a:gd name="connsiteY0-29974" fmla="*/ 2160513 h 2160513"/>
              <a:gd name="connsiteX1-29975" fmla="*/ 956854 w 2107590"/>
              <a:gd name="connsiteY1-29976" fmla="*/ 1258279 h 2160513"/>
              <a:gd name="connsiteX2-29977" fmla="*/ 863892 w 2107590"/>
              <a:gd name="connsiteY2-29978" fmla="*/ 1345253 h 2160513"/>
              <a:gd name="connsiteX3-29979" fmla="*/ 1026241 w 2107590"/>
              <a:gd name="connsiteY3-29980" fmla="*/ 1144473 h 2160513"/>
              <a:gd name="connsiteX4-29981" fmla="*/ 908876 w 2107590"/>
              <a:gd name="connsiteY4-29982" fmla="*/ 743032 h 2160513"/>
              <a:gd name="connsiteX5-29983" fmla="*/ 1054863 w 2107590"/>
              <a:gd name="connsiteY5-29984" fmla="*/ 807021 h 2160513"/>
              <a:gd name="connsiteX6-29985" fmla="*/ 766732 w 2107590"/>
              <a:gd name="connsiteY6-29986" fmla="*/ 928463 h 2160513"/>
              <a:gd name="connsiteX7-29987" fmla="*/ 228569 w 2107590"/>
              <a:gd name="connsiteY7-29988" fmla="*/ 1030857 h 2160513"/>
              <a:gd name="connsiteX8-29989" fmla="*/ 102364 w 2107590"/>
              <a:gd name="connsiteY8-29990" fmla="*/ 578421 h 2160513"/>
              <a:gd name="connsiteX9-29991" fmla="*/ 334972 w 2107590"/>
              <a:gd name="connsiteY9-29992" fmla="*/ 266829 h 2160513"/>
              <a:gd name="connsiteX10-29993" fmla="*/ 754827 w 2107590"/>
              <a:gd name="connsiteY10-29994" fmla="*/ 47401 h 2160513"/>
              <a:gd name="connsiteX11-29995" fmla="*/ 759590 w 2107590"/>
              <a:gd name="connsiteY11-29996" fmla="*/ 95027 h 2160513"/>
              <a:gd name="connsiteX12-29997" fmla="*/ 771497 w 2107590"/>
              <a:gd name="connsiteY12-29998" fmla="*/ 35497 h 2160513"/>
              <a:gd name="connsiteX13-29999" fmla="*/ 1341273 w 2107590"/>
              <a:gd name="connsiteY13-30000" fmla="*/ 79182 h 2160513"/>
              <a:gd name="connsiteX14-30001" fmla="*/ 1369190 w 2107590"/>
              <a:gd name="connsiteY14-30002" fmla="*/ 92646 h 2160513"/>
              <a:gd name="connsiteX15-30003" fmla="*/ 1772045 w 2107590"/>
              <a:gd name="connsiteY15-30004" fmla="*/ 359840 h 2160513"/>
              <a:gd name="connsiteX16-30005" fmla="*/ 1752572 w 2107590"/>
              <a:gd name="connsiteY16-30006" fmla="*/ 342677 h 2160513"/>
              <a:gd name="connsiteX17-30007" fmla="*/ 2013140 w 2107590"/>
              <a:gd name="connsiteY17-30008" fmla="*/ 736265 h 2160513"/>
              <a:gd name="connsiteX18-30009" fmla="*/ 2004983 w 2107590"/>
              <a:gd name="connsiteY18-30010" fmla="*/ 716533 h 2160513"/>
              <a:gd name="connsiteX19-30011" fmla="*/ 2095472 w 2107590"/>
              <a:gd name="connsiteY19-30012" fmla="*/ 1073721 h 2160513"/>
              <a:gd name="connsiteX20-30013" fmla="*/ 1826390 w 2107590"/>
              <a:gd name="connsiteY20-30014" fmla="*/ 1311846 h 2160513"/>
              <a:gd name="connsiteX21-30015" fmla="*/ 1821627 w 2107590"/>
              <a:gd name="connsiteY21-30016" fmla="*/ 1264221 h 2160513"/>
              <a:gd name="connsiteX22-30017" fmla="*/ 1488252 w 2107590"/>
              <a:gd name="connsiteY22-30018" fmla="*/ 1595214 h 2160513"/>
              <a:gd name="connsiteX23-30019" fmla="*/ 1388239 w 2107590"/>
              <a:gd name="connsiteY23-30020" fmla="*/ 1492821 h 2160513"/>
              <a:gd name="connsiteX24-30021" fmla="*/ 1714472 w 2107590"/>
              <a:gd name="connsiteY24-30022" fmla="*/ 1154684 h 2160513"/>
              <a:gd name="connsiteX25-30023" fmla="*/ 1390621 w 2107590"/>
              <a:gd name="connsiteY25-30024" fmla="*/ 1145157 h 2160513"/>
              <a:gd name="connsiteX26-30025" fmla="*/ 1342996 w 2107590"/>
              <a:gd name="connsiteY26-30026" fmla="*/ 1283270 h 2160513"/>
              <a:gd name="connsiteX27-30027" fmla="*/ 1042958 w 2107590"/>
              <a:gd name="connsiteY27-30028" fmla="*/ 983235 h 2160513"/>
              <a:gd name="connsiteX28-30029" fmla="*/ 1309658 w 2107590"/>
              <a:gd name="connsiteY28-30030" fmla="*/ 790352 h 2160513"/>
              <a:gd name="connsiteX29-30031" fmla="*/ 914371 w 2107590"/>
              <a:gd name="connsiteY29-30032" fmla="*/ 511746 h 2160513"/>
              <a:gd name="connsiteX30-30033" fmla="*/ 523846 w 2107590"/>
              <a:gd name="connsiteY30-30034" fmla="*/ 754633 h 2160513"/>
              <a:gd name="connsiteX31-30035" fmla="*/ 783402 w 2107590"/>
              <a:gd name="connsiteY31-30036" fmla="*/ 868932 h 2160513"/>
              <a:gd name="connsiteX32-30037" fmla="*/ 785783 w 2107590"/>
              <a:gd name="connsiteY32-30038" fmla="*/ 1002283 h 2160513"/>
              <a:gd name="connsiteX33-30039" fmla="*/ 373827 w 2107590"/>
              <a:gd name="connsiteY33-30040" fmla="*/ 852264 h 2160513"/>
              <a:gd name="connsiteX34-30041" fmla="*/ 759589 w 2107590"/>
              <a:gd name="connsiteY34-30042" fmla="*/ 409352 h 2160513"/>
              <a:gd name="connsiteX35-30043" fmla="*/ 1397764 w 2107590"/>
              <a:gd name="connsiteY35-30044" fmla="*/ 606996 h 2160513"/>
              <a:gd name="connsiteX36-30045" fmla="*/ 1409671 w 2107590"/>
              <a:gd name="connsiteY36-30046" fmla="*/ 868933 h 2160513"/>
              <a:gd name="connsiteX37-30047" fmla="*/ 1433483 w 2107590"/>
              <a:gd name="connsiteY37-30048" fmla="*/ 795115 h 2160513"/>
              <a:gd name="connsiteX38-30049" fmla="*/ 1643033 w 2107590"/>
              <a:gd name="connsiteY38-30050" fmla="*/ 611758 h 2160513"/>
              <a:gd name="connsiteX39-30051" fmla="*/ 1804958 w 2107590"/>
              <a:gd name="connsiteY39-30052" fmla="*/ 709389 h 2160513"/>
              <a:gd name="connsiteX40-30053" fmla="*/ 1633508 w 2107590"/>
              <a:gd name="connsiteY40-30054" fmla="*/ 926083 h 2160513"/>
              <a:gd name="connsiteX41-30055" fmla="*/ 1778764 w 2107590"/>
              <a:gd name="connsiteY41-30056" fmla="*/ 811783 h 2160513"/>
              <a:gd name="connsiteX42-30057" fmla="*/ 1819245 w 2107590"/>
              <a:gd name="connsiteY42-30058" fmla="*/ 959420 h 2160513"/>
              <a:gd name="connsiteX43-30059" fmla="*/ 1838296 w 2107590"/>
              <a:gd name="connsiteY43-30060" fmla="*/ 914177 h 2160513"/>
              <a:gd name="connsiteX44-30061" fmla="*/ 1838296 w 2107590"/>
              <a:gd name="connsiteY44-30062" fmla="*/ 1071339 h 2160513"/>
              <a:gd name="connsiteX45-30063" fmla="*/ 1939674 w 2107590"/>
              <a:gd name="connsiteY45-30064" fmla="*/ 1168520 h 2160513"/>
              <a:gd name="connsiteX46-30065" fmla="*/ 2003284 w 2107590"/>
              <a:gd name="connsiteY46-30066" fmla="*/ 1082702 h 2160513"/>
              <a:gd name="connsiteX47-30067" fmla="*/ 1909733 w 2107590"/>
              <a:gd name="connsiteY47-30068" fmla="*/ 1221358 h 2160513"/>
              <a:gd name="connsiteX48-30069" fmla="*/ 1775980 w 2107590"/>
              <a:gd name="connsiteY48-30070" fmla="*/ 1553577 h 2160513"/>
              <a:gd name="connsiteX49-30071" fmla="*/ 1235792 w 2107590"/>
              <a:gd name="connsiteY49-30072" fmla="*/ 1580715 h 2160513"/>
              <a:gd name="connsiteX50-30073" fmla="*/ 1344220 w 2107590"/>
              <a:gd name="connsiteY50-30074" fmla="*/ 1905742 h 2160513"/>
              <a:gd name="connsiteX0-30075" fmla="*/ 1575697 w 2107590"/>
              <a:gd name="connsiteY0-30076" fmla="*/ 2160513 h 2160513"/>
              <a:gd name="connsiteX1-30077" fmla="*/ 956854 w 2107590"/>
              <a:gd name="connsiteY1-30078" fmla="*/ 1258279 h 2160513"/>
              <a:gd name="connsiteX2-30079" fmla="*/ 863892 w 2107590"/>
              <a:gd name="connsiteY2-30080" fmla="*/ 1345253 h 2160513"/>
              <a:gd name="connsiteX3-30081" fmla="*/ 1026241 w 2107590"/>
              <a:gd name="connsiteY3-30082" fmla="*/ 1144473 h 2160513"/>
              <a:gd name="connsiteX4-30083" fmla="*/ 908876 w 2107590"/>
              <a:gd name="connsiteY4-30084" fmla="*/ 743032 h 2160513"/>
              <a:gd name="connsiteX5-30085" fmla="*/ 1054863 w 2107590"/>
              <a:gd name="connsiteY5-30086" fmla="*/ 807021 h 2160513"/>
              <a:gd name="connsiteX6-30087" fmla="*/ 766732 w 2107590"/>
              <a:gd name="connsiteY6-30088" fmla="*/ 928463 h 2160513"/>
              <a:gd name="connsiteX7-30089" fmla="*/ 228569 w 2107590"/>
              <a:gd name="connsiteY7-30090" fmla="*/ 1030857 h 2160513"/>
              <a:gd name="connsiteX8-30091" fmla="*/ 102364 w 2107590"/>
              <a:gd name="connsiteY8-30092" fmla="*/ 578421 h 2160513"/>
              <a:gd name="connsiteX9-30093" fmla="*/ 334972 w 2107590"/>
              <a:gd name="connsiteY9-30094" fmla="*/ 266829 h 2160513"/>
              <a:gd name="connsiteX10-30095" fmla="*/ 754827 w 2107590"/>
              <a:gd name="connsiteY10-30096" fmla="*/ 47401 h 2160513"/>
              <a:gd name="connsiteX11-30097" fmla="*/ 759590 w 2107590"/>
              <a:gd name="connsiteY11-30098" fmla="*/ 95027 h 2160513"/>
              <a:gd name="connsiteX12-30099" fmla="*/ 771497 w 2107590"/>
              <a:gd name="connsiteY12-30100" fmla="*/ 35497 h 2160513"/>
              <a:gd name="connsiteX13-30101" fmla="*/ 1341273 w 2107590"/>
              <a:gd name="connsiteY13-30102" fmla="*/ 79182 h 2160513"/>
              <a:gd name="connsiteX14-30103" fmla="*/ 1369190 w 2107590"/>
              <a:gd name="connsiteY14-30104" fmla="*/ 92646 h 2160513"/>
              <a:gd name="connsiteX15-30105" fmla="*/ 1772045 w 2107590"/>
              <a:gd name="connsiteY15-30106" fmla="*/ 359840 h 2160513"/>
              <a:gd name="connsiteX16-30107" fmla="*/ 1752572 w 2107590"/>
              <a:gd name="connsiteY16-30108" fmla="*/ 342677 h 2160513"/>
              <a:gd name="connsiteX17-30109" fmla="*/ 2013140 w 2107590"/>
              <a:gd name="connsiteY17-30110" fmla="*/ 736265 h 2160513"/>
              <a:gd name="connsiteX18-30111" fmla="*/ 2004983 w 2107590"/>
              <a:gd name="connsiteY18-30112" fmla="*/ 716533 h 2160513"/>
              <a:gd name="connsiteX19-30113" fmla="*/ 2095472 w 2107590"/>
              <a:gd name="connsiteY19-30114" fmla="*/ 1073721 h 2160513"/>
              <a:gd name="connsiteX20-30115" fmla="*/ 1826390 w 2107590"/>
              <a:gd name="connsiteY20-30116" fmla="*/ 1311846 h 2160513"/>
              <a:gd name="connsiteX21-30117" fmla="*/ 1821627 w 2107590"/>
              <a:gd name="connsiteY21-30118" fmla="*/ 1264221 h 2160513"/>
              <a:gd name="connsiteX22-30119" fmla="*/ 1488252 w 2107590"/>
              <a:gd name="connsiteY22-30120" fmla="*/ 1595214 h 2160513"/>
              <a:gd name="connsiteX23-30121" fmla="*/ 1388239 w 2107590"/>
              <a:gd name="connsiteY23-30122" fmla="*/ 1492821 h 2160513"/>
              <a:gd name="connsiteX24-30123" fmla="*/ 1714472 w 2107590"/>
              <a:gd name="connsiteY24-30124" fmla="*/ 1154684 h 2160513"/>
              <a:gd name="connsiteX25-30125" fmla="*/ 1390621 w 2107590"/>
              <a:gd name="connsiteY25-30126" fmla="*/ 1145157 h 2160513"/>
              <a:gd name="connsiteX26-30127" fmla="*/ 1342996 w 2107590"/>
              <a:gd name="connsiteY26-30128" fmla="*/ 1283270 h 2160513"/>
              <a:gd name="connsiteX27-30129" fmla="*/ 1042958 w 2107590"/>
              <a:gd name="connsiteY27-30130" fmla="*/ 983235 h 2160513"/>
              <a:gd name="connsiteX28-30131" fmla="*/ 1309658 w 2107590"/>
              <a:gd name="connsiteY28-30132" fmla="*/ 790352 h 2160513"/>
              <a:gd name="connsiteX29-30133" fmla="*/ 914371 w 2107590"/>
              <a:gd name="connsiteY29-30134" fmla="*/ 511746 h 2160513"/>
              <a:gd name="connsiteX30-30135" fmla="*/ 523846 w 2107590"/>
              <a:gd name="connsiteY30-30136" fmla="*/ 754633 h 2160513"/>
              <a:gd name="connsiteX31-30137" fmla="*/ 783402 w 2107590"/>
              <a:gd name="connsiteY31-30138" fmla="*/ 868932 h 2160513"/>
              <a:gd name="connsiteX32-30139" fmla="*/ 785783 w 2107590"/>
              <a:gd name="connsiteY32-30140" fmla="*/ 1002283 h 2160513"/>
              <a:gd name="connsiteX33-30141" fmla="*/ 373827 w 2107590"/>
              <a:gd name="connsiteY33-30142" fmla="*/ 852264 h 2160513"/>
              <a:gd name="connsiteX34-30143" fmla="*/ 759589 w 2107590"/>
              <a:gd name="connsiteY34-30144" fmla="*/ 409352 h 2160513"/>
              <a:gd name="connsiteX35-30145" fmla="*/ 1397764 w 2107590"/>
              <a:gd name="connsiteY35-30146" fmla="*/ 606996 h 2160513"/>
              <a:gd name="connsiteX36-30147" fmla="*/ 1409671 w 2107590"/>
              <a:gd name="connsiteY36-30148" fmla="*/ 868933 h 2160513"/>
              <a:gd name="connsiteX37-30149" fmla="*/ 1433483 w 2107590"/>
              <a:gd name="connsiteY37-30150" fmla="*/ 795115 h 2160513"/>
              <a:gd name="connsiteX38-30151" fmla="*/ 1643033 w 2107590"/>
              <a:gd name="connsiteY38-30152" fmla="*/ 611758 h 2160513"/>
              <a:gd name="connsiteX39-30153" fmla="*/ 1804958 w 2107590"/>
              <a:gd name="connsiteY39-30154" fmla="*/ 709389 h 2160513"/>
              <a:gd name="connsiteX40-30155" fmla="*/ 1633508 w 2107590"/>
              <a:gd name="connsiteY40-30156" fmla="*/ 926083 h 2160513"/>
              <a:gd name="connsiteX41-30157" fmla="*/ 1778764 w 2107590"/>
              <a:gd name="connsiteY41-30158" fmla="*/ 811783 h 2160513"/>
              <a:gd name="connsiteX42-30159" fmla="*/ 1819245 w 2107590"/>
              <a:gd name="connsiteY42-30160" fmla="*/ 959420 h 2160513"/>
              <a:gd name="connsiteX43-30161" fmla="*/ 1838296 w 2107590"/>
              <a:gd name="connsiteY43-30162" fmla="*/ 914177 h 2160513"/>
              <a:gd name="connsiteX44-30163" fmla="*/ 1838296 w 2107590"/>
              <a:gd name="connsiteY44-30164" fmla="*/ 1071339 h 2160513"/>
              <a:gd name="connsiteX45-30165" fmla="*/ 1939674 w 2107590"/>
              <a:gd name="connsiteY45-30166" fmla="*/ 1168520 h 2160513"/>
              <a:gd name="connsiteX46-30167" fmla="*/ 2003284 w 2107590"/>
              <a:gd name="connsiteY46-30168" fmla="*/ 1082702 h 2160513"/>
              <a:gd name="connsiteX47-30169" fmla="*/ 1909733 w 2107590"/>
              <a:gd name="connsiteY47-30170" fmla="*/ 1221358 h 2160513"/>
              <a:gd name="connsiteX48-30171" fmla="*/ 1795030 w 2107590"/>
              <a:gd name="connsiteY48-30172" fmla="*/ 1539289 h 2160513"/>
              <a:gd name="connsiteX49-30173" fmla="*/ 1235792 w 2107590"/>
              <a:gd name="connsiteY49-30174" fmla="*/ 1580715 h 2160513"/>
              <a:gd name="connsiteX50-30175" fmla="*/ 1344220 w 2107590"/>
              <a:gd name="connsiteY50-30176" fmla="*/ 1905742 h 2160513"/>
              <a:gd name="connsiteX0-30177" fmla="*/ 1575697 w 2107590"/>
              <a:gd name="connsiteY0-30178" fmla="*/ 2160513 h 2160513"/>
              <a:gd name="connsiteX1-30179" fmla="*/ 956854 w 2107590"/>
              <a:gd name="connsiteY1-30180" fmla="*/ 1258279 h 2160513"/>
              <a:gd name="connsiteX2-30181" fmla="*/ 863892 w 2107590"/>
              <a:gd name="connsiteY2-30182" fmla="*/ 1345253 h 2160513"/>
              <a:gd name="connsiteX3-30183" fmla="*/ 1026241 w 2107590"/>
              <a:gd name="connsiteY3-30184" fmla="*/ 1144473 h 2160513"/>
              <a:gd name="connsiteX4-30185" fmla="*/ 908876 w 2107590"/>
              <a:gd name="connsiteY4-30186" fmla="*/ 743032 h 2160513"/>
              <a:gd name="connsiteX5-30187" fmla="*/ 1054863 w 2107590"/>
              <a:gd name="connsiteY5-30188" fmla="*/ 807021 h 2160513"/>
              <a:gd name="connsiteX6-30189" fmla="*/ 766732 w 2107590"/>
              <a:gd name="connsiteY6-30190" fmla="*/ 928463 h 2160513"/>
              <a:gd name="connsiteX7-30191" fmla="*/ 228569 w 2107590"/>
              <a:gd name="connsiteY7-30192" fmla="*/ 1030857 h 2160513"/>
              <a:gd name="connsiteX8-30193" fmla="*/ 102364 w 2107590"/>
              <a:gd name="connsiteY8-30194" fmla="*/ 578421 h 2160513"/>
              <a:gd name="connsiteX9-30195" fmla="*/ 334972 w 2107590"/>
              <a:gd name="connsiteY9-30196" fmla="*/ 266829 h 2160513"/>
              <a:gd name="connsiteX10-30197" fmla="*/ 754827 w 2107590"/>
              <a:gd name="connsiteY10-30198" fmla="*/ 47401 h 2160513"/>
              <a:gd name="connsiteX11-30199" fmla="*/ 759590 w 2107590"/>
              <a:gd name="connsiteY11-30200" fmla="*/ 95027 h 2160513"/>
              <a:gd name="connsiteX12-30201" fmla="*/ 771497 w 2107590"/>
              <a:gd name="connsiteY12-30202" fmla="*/ 35497 h 2160513"/>
              <a:gd name="connsiteX13-30203" fmla="*/ 1341273 w 2107590"/>
              <a:gd name="connsiteY13-30204" fmla="*/ 79182 h 2160513"/>
              <a:gd name="connsiteX14-30205" fmla="*/ 1369190 w 2107590"/>
              <a:gd name="connsiteY14-30206" fmla="*/ 92646 h 2160513"/>
              <a:gd name="connsiteX15-30207" fmla="*/ 1772045 w 2107590"/>
              <a:gd name="connsiteY15-30208" fmla="*/ 359840 h 2160513"/>
              <a:gd name="connsiteX16-30209" fmla="*/ 1752572 w 2107590"/>
              <a:gd name="connsiteY16-30210" fmla="*/ 342677 h 2160513"/>
              <a:gd name="connsiteX17-30211" fmla="*/ 2013140 w 2107590"/>
              <a:gd name="connsiteY17-30212" fmla="*/ 736265 h 2160513"/>
              <a:gd name="connsiteX18-30213" fmla="*/ 2004983 w 2107590"/>
              <a:gd name="connsiteY18-30214" fmla="*/ 716533 h 2160513"/>
              <a:gd name="connsiteX19-30215" fmla="*/ 2095472 w 2107590"/>
              <a:gd name="connsiteY19-30216" fmla="*/ 1073721 h 2160513"/>
              <a:gd name="connsiteX20-30217" fmla="*/ 1826390 w 2107590"/>
              <a:gd name="connsiteY20-30218" fmla="*/ 1311846 h 2160513"/>
              <a:gd name="connsiteX21-30219" fmla="*/ 1821627 w 2107590"/>
              <a:gd name="connsiteY21-30220" fmla="*/ 1264221 h 2160513"/>
              <a:gd name="connsiteX22-30221" fmla="*/ 1488252 w 2107590"/>
              <a:gd name="connsiteY22-30222" fmla="*/ 1595214 h 2160513"/>
              <a:gd name="connsiteX23-30223" fmla="*/ 1388239 w 2107590"/>
              <a:gd name="connsiteY23-30224" fmla="*/ 1492821 h 2160513"/>
              <a:gd name="connsiteX24-30225" fmla="*/ 1714472 w 2107590"/>
              <a:gd name="connsiteY24-30226" fmla="*/ 1154684 h 2160513"/>
              <a:gd name="connsiteX25-30227" fmla="*/ 1390621 w 2107590"/>
              <a:gd name="connsiteY25-30228" fmla="*/ 1145157 h 2160513"/>
              <a:gd name="connsiteX26-30229" fmla="*/ 1342996 w 2107590"/>
              <a:gd name="connsiteY26-30230" fmla="*/ 1283270 h 2160513"/>
              <a:gd name="connsiteX27-30231" fmla="*/ 1042958 w 2107590"/>
              <a:gd name="connsiteY27-30232" fmla="*/ 983235 h 2160513"/>
              <a:gd name="connsiteX28-30233" fmla="*/ 1309658 w 2107590"/>
              <a:gd name="connsiteY28-30234" fmla="*/ 790352 h 2160513"/>
              <a:gd name="connsiteX29-30235" fmla="*/ 914371 w 2107590"/>
              <a:gd name="connsiteY29-30236" fmla="*/ 511746 h 2160513"/>
              <a:gd name="connsiteX30-30237" fmla="*/ 523846 w 2107590"/>
              <a:gd name="connsiteY30-30238" fmla="*/ 754633 h 2160513"/>
              <a:gd name="connsiteX31-30239" fmla="*/ 783402 w 2107590"/>
              <a:gd name="connsiteY31-30240" fmla="*/ 868932 h 2160513"/>
              <a:gd name="connsiteX32-30241" fmla="*/ 785783 w 2107590"/>
              <a:gd name="connsiteY32-30242" fmla="*/ 1002283 h 2160513"/>
              <a:gd name="connsiteX33-30243" fmla="*/ 373827 w 2107590"/>
              <a:gd name="connsiteY33-30244" fmla="*/ 852264 h 2160513"/>
              <a:gd name="connsiteX34-30245" fmla="*/ 759589 w 2107590"/>
              <a:gd name="connsiteY34-30246" fmla="*/ 409352 h 2160513"/>
              <a:gd name="connsiteX35-30247" fmla="*/ 1397764 w 2107590"/>
              <a:gd name="connsiteY35-30248" fmla="*/ 606996 h 2160513"/>
              <a:gd name="connsiteX36-30249" fmla="*/ 1409671 w 2107590"/>
              <a:gd name="connsiteY36-30250" fmla="*/ 868933 h 2160513"/>
              <a:gd name="connsiteX37-30251" fmla="*/ 1433483 w 2107590"/>
              <a:gd name="connsiteY37-30252" fmla="*/ 795115 h 2160513"/>
              <a:gd name="connsiteX38-30253" fmla="*/ 1643033 w 2107590"/>
              <a:gd name="connsiteY38-30254" fmla="*/ 611758 h 2160513"/>
              <a:gd name="connsiteX39-30255" fmla="*/ 1804958 w 2107590"/>
              <a:gd name="connsiteY39-30256" fmla="*/ 709389 h 2160513"/>
              <a:gd name="connsiteX40-30257" fmla="*/ 1633508 w 2107590"/>
              <a:gd name="connsiteY40-30258" fmla="*/ 926083 h 2160513"/>
              <a:gd name="connsiteX41-30259" fmla="*/ 1778764 w 2107590"/>
              <a:gd name="connsiteY41-30260" fmla="*/ 811783 h 2160513"/>
              <a:gd name="connsiteX42-30261" fmla="*/ 1819245 w 2107590"/>
              <a:gd name="connsiteY42-30262" fmla="*/ 959420 h 2160513"/>
              <a:gd name="connsiteX43-30263" fmla="*/ 1838296 w 2107590"/>
              <a:gd name="connsiteY43-30264" fmla="*/ 914177 h 2160513"/>
              <a:gd name="connsiteX44-30265" fmla="*/ 1838296 w 2107590"/>
              <a:gd name="connsiteY44-30266" fmla="*/ 1071339 h 2160513"/>
              <a:gd name="connsiteX45-30267" fmla="*/ 1939674 w 2107590"/>
              <a:gd name="connsiteY45-30268" fmla="*/ 1168520 h 2160513"/>
              <a:gd name="connsiteX46-30269" fmla="*/ 2003284 w 2107590"/>
              <a:gd name="connsiteY46-30270" fmla="*/ 1082702 h 2160513"/>
              <a:gd name="connsiteX47-30271" fmla="*/ 1909733 w 2107590"/>
              <a:gd name="connsiteY47-30272" fmla="*/ 1221358 h 2160513"/>
              <a:gd name="connsiteX48-30273" fmla="*/ 1795030 w 2107590"/>
              <a:gd name="connsiteY48-30274" fmla="*/ 1539289 h 2160513"/>
              <a:gd name="connsiteX49-30275" fmla="*/ 1235792 w 2107590"/>
              <a:gd name="connsiteY49-30276" fmla="*/ 1580715 h 2160513"/>
              <a:gd name="connsiteX50-30277" fmla="*/ 1344220 w 2107590"/>
              <a:gd name="connsiteY50-30278" fmla="*/ 1905742 h 2160513"/>
              <a:gd name="connsiteX0-30279" fmla="*/ 1575697 w 2107590"/>
              <a:gd name="connsiteY0-30280" fmla="*/ 2160513 h 2160513"/>
              <a:gd name="connsiteX1-30281" fmla="*/ 956854 w 2107590"/>
              <a:gd name="connsiteY1-30282" fmla="*/ 1258279 h 2160513"/>
              <a:gd name="connsiteX2-30283" fmla="*/ 863892 w 2107590"/>
              <a:gd name="connsiteY2-30284" fmla="*/ 1345253 h 2160513"/>
              <a:gd name="connsiteX3-30285" fmla="*/ 1026241 w 2107590"/>
              <a:gd name="connsiteY3-30286" fmla="*/ 1144473 h 2160513"/>
              <a:gd name="connsiteX4-30287" fmla="*/ 908876 w 2107590"/>
              <a:gd name="connsiteY4-30288" fmla="*/ 743032 h 2160513"/>
              <a:gd name="connsiteX5-30289" fmla="*/ 1054863 w 2107590"/>
              <a:gd name="connsiteY5-30290" fmla="*/ 807021 h 2160513"/>
              <a:gd name="connsiteX6-30291" fmla="*/ 766732 w 2107590"/>
              <a:gd name="connsiteY6-30292" fmla="*/ 928463 h 2160513"/>
              <a:gd name="connsiteX7-30293" fmla="*/ 228569 w 2107590"/>
              <a:gd name="connsiteY7-30294" fmla="*/ 1030857 h 2160513"/>
              <a:gd name="connsiteX8-30295" fmla="*/ 102364 w 2107590"/>
              <a:gd name="connsiteY8-30296" fmla="*/ 578421 h 2160513"/>
              <a:gd name="connsiteX9-30297" fmla="*/ 334972 w 2107590"/>
              <a:gd name="connsiteY9-30298" fmla="*/ 266829 h 2160513"/>
              <a:gd name="connsiteX10-30299" fmla="*/ 754827 w 2107590"/>
              <a:gd name="connsiteY10-30300" fmla="*/ 47401 h 2160513"/>
              <a:gd name="connsiteX11-30301" fmla="*/ 759590 w 2107590"/>
              <a:gd name="connsiteY11-30302" fmla="*/ 95027 h 2160513"/>
              <a:gd name="connsiteX12-30303" fmla="*/ 771497 w 2107590"/>
              <a:gd name="connsiteY12-30304" fmla="*/ 35497 h 2160513"/>
              <a:gd name="connsiteX13-30305" fmla="*/ 1341273 w 2107590"/>
              <a:gd name="connsiteY13-30306" fmla="*/ 79182 h 2160513"/>
              <a:gd name="connsiteX14-30307" fmla="*/ 1369190 w 2107590"/>
              <a:gd name="connsiteY14-30308" fmla="*/ 92646 h 2160513"/>
              <a:gd name="connsiteX15-30309" fmla="*/ 1772045 w 2107590"/>
              <a:gd name="connsiteY15-30310" fmla="*/ 359840 h 2160513"/>
              <a:gd name="connsiteX16-30311" fmla="*/ 1752572 w 2107590"/>
              <a:gd name="connsiteY16-30312" fmla="*/ 342677 h 2160513"/>
              <a:gd name="connsiteX17-30313" fmla="*/ 2013140 w 2107590"/>
              <a:gd name="connsiteY17-30314" fmla="*/ 736265 h 2160513"/>
              <a:gd name="connsiteX18-30315" fmla="*/ 2004983 w 2107590"/>
              <a:gd name="connsiteY18-30316" fmla="*/ 716533 h 2160513"/>
              <a:gd name="connsiteX19-30317" fmla="*/ 2095472 w 2107590"/>
              <a:gd name="connsiteY19-30318" fmla="*/ 1073721 h 2160513"/>
              <a:gd name="connsiteX20-30319" fmla="*/ 1826390 w 2107590"/>
              <a:gd name="connsiteY20-30320" fmla="*/ 1311846 h 2160513"/>
              <a:gd name="connsiteX21-30321" fmla="*/ 1821627 w 2107590"/>
              <a:gd name="connsiteY21-30322" fmla="*/ 1264221 h 2160513"/>
              <a:gd name="connsiteX22-30323" fmla="*/ 1488252 w 2107590"/>
              <a:gd name="connsiteY22-30324" fmla="*/ 1595214 h 2160513"/>
              <a:gd name="connsiteX23-30325" fmla="*/ 1388239 w 2107590"/>
              <a:gd name="connsiteY23-30326" fmla="*/ 1492821 h 2160513"/>
              <a:gd name="connsiteX24-30327" fmla="*/ 1714472 w 2107590"/>
              <a:gd name="connsiteY24-30328" fmla="*/ 1154684 h 2160513"/>
              <a:gd name="connsiteX25-30329" fmla="*/ 1390621 w 2107590"/>
              <a:gd name="connsiteY25-30330" fmla="*/ 1145157 h 2160513"/>
              <a:gd name="connsiteX26-30331" fmla="*/ 1342996 w 2107590"/>
              <a:gd name="connsiteY26-30332" fmla="*/ 1283270 h 2160513"/>
              <a:gd name="connsiteX27-30333" fmla="*/ 1042958 w 2107590"/>
              <a:gd name="connsiteY27-30334" fmla="*/ 983235 h 2160513"/>
              <a:gd name="connsiteX28-30335" fmla="*/ 1309658 w 2107590"/>
              <a:gd name="connsiteY28-30336" fmla="*/ 790352 h 2160513"/>
              <a:gd name="connsiteX29-30337" fmla="*/ 914371 w 2107590"/>
              <a:gd name="connsiteY29-30338" fmla="*/ 511746 h 2160513"/>
              <a:gd name="connsiteX30-30339" fmla="*/ 523846 w 2107590"/>
              <a:gd name="connsiteY30-30340" fmla="*/ 754633 h 2160513"/>
              <a:gd name="connsiteX31-30341" fmla="*/ 783402 w 2107590"/>
              <a:gd name="connsiteY31-30342" fmla="*/ 868932 h 2160513"/>
              <a:gd name="connsiteX32-30343" fmla="*/ 785783 w 2107590"/>
              <a:gd name="connsiteY32-30344" fmla="*/ 1002283 h 2160513"/>
              <a:gd name="connsiteX33-30345" fmla="*/ 373827 w 2107590"/>
              <a:gd name="connsiteY33-30346" fmla="*/ 852264 h 2160513"/>
              <a:gd name="connsiteX34-30347" fmla="*/ 759589 w 2107590"/>
              <a:gd name="connsiteY34-30348" fmla="*/ 409352 h 2160513"/>
              <a:gd name="connsiteX35-30349" fmla="*/ 1397764 w 2107590"/>
              <a:gd name="connsiteY35-30350" fmla="*/ 606996 h 2160513"/>
              <a:gd name="connsiteX36-30351" fmla="*/ 1409671 w 2107590"/>
              <a:gd name="connsiteY36-30352" fmla="*/ 868933 h 2160513"/>
              <a:gd name="connsiteX37-30353" fmla="*/ 1433483 w 2107590"/>
              <a:gd name="connsiteY37-30354" fmla="*/ 795115 h 2160513"/>
              <a:gd name="connsiteX38-30355" fmla="*/ 1643033 w 2107590"/>
              <a:gd name="connsiteY38-30356" fmla="*/ 611758 h 2160513"/>
              <a:gd name="connsiteX39-30357" fmla="*/ 1804958 w 2107590"/>
              <a:gd name="connsiteY39-30358" fmla="*/ 709389 h 2160513"/>
              <a:gd name="connsiteX40-30359" fmla="*/ 1633508 w 2107590"/>
              <a:gd name="connsiteY40-30360" fmla="*/ 926083 h 2160513"/>
              <a:gd name="connsiteX41-30361" fmla="*/ 1778764 w 2107590"/>
              <a:gd name="connsiteY41-30362" fmla="*/ 811783 h 2160513"/>
              <a:gd name="connsiteX42-30363" fmla="*/ 1819245 w 2107590"/>
              <a:gd name="connsiteY42-30364" fmla="*/ 959420 h 2160513"/>
              <a:gd name="connsiteX43-30365" fmla="*/ 1838296 w 2107590"/>
              <a:gd name="connsiteY43-30366" fmla="*/ 914177 h 2160513"/>
              <a:gd name="connsiteX44-30367" fmla="*/ 1838296 w 2107590"/>
              <a:gd name="connsiteY44-30368" fmla="*/ 1071339 h 2160513"/>
              <a:gd name="connsiteX45-30369" fmla="*/ 1939674 w 2107590"/>
              <a:gd name="connsiteY45-30370" fmla="*/ 1168520 h 2160513"/>
              <a:gd name="connsiteX46-30371" fmla="*/ 2003284 w 2107590"/>
              <a:gd name="connsiteY46-30372" fmla="*/ 1082702 h 2160513"/>
              <a:gd name="connsiteX47-30373" fmla="*/ 1909733 w 2107590"/>
              <a:gd name="connsiteY47-30374" fmla="*/ 1221358 h 2160513"/>
              <a:gd name="connsiteX48-30375" fmla="*/ 1795030 w 2107590"/>
              <a:gd name="connsiteY48-30376" fmla="*/ 1539289 h 2160513"/>
              <a:gd name="connsiteX49-30377" fmla="*/ 1235792 w 2107590"/>
              <a:gd name="connsiteY49-30378" fmla="*/ 1580715 h 2160513"/>
              <a:gd name="connsiteX50-30379" fmla="*/ 1344220 w 2107590"/>
              <a:gd name="connsiteY50-30380" fmla="*/ 1905742 h 2160513"/>
              <a:gd name="connsiteX0-30381" fmla="*/ 1575697 w 2107590"/>
              <a:gd name="connsiteY0-30382" fmla="*/ 2160513 h 2160513"/>
              <a:gd name="connsiteX1-30383" fmla="*/ 956854 w 2107590"/>
              <a:gd name="connsiteY1-30384" fmla="*/ 1258279 h 2160513"/>
              <a:gd name="connsiteX2-30385" fmla="*/ 863892 w 2107590"/>
              <a:gd name="connsiteY2-30386" fmla="*/ 1345253 h 2160513"/>
              <a:gd name="connsiteX3-30387" fmla="*/ 1026241 w 2107590"/>
              <a:gd name="connsiteY3-30388" fmla="*/ 1144473 h 2160513"/>
              <a:gd name="connsiteX4-30389" fmla="*/ 908876 w 2107590"/>
              <a:gd name="connsiteY4-30390" fmla="*/ 743032 h 2160513"/>
              <a:gd name="connsiteX5-30391" fmla="*/ 1054863 w 2107590"/>
              <a:gd name="connsiteY5-30392" fmla="*/ 807021 h 2160513"/>
              <a:gd name="connsiteX6-30393" fmla="*/ 766732 w 2107590"/>
              <a:gd name="connsiteY6-30394" fmla="*/ 928463 h 2160513"/>
              <a:gd name="connsiteX7-30395" fmla="*/ 228569 w 2107590"/>
              <a:gd name="connsiteY7-30396" fmla="*/ 1030857 h 2160513"/>
              <a:gd name="connsiteX8-30397" fmla="*/ 102364 w 2107590"/>
              <a:gd name="connsiteY8-30398" fmla="*/ 578421 h 2160513"/>
              <a:gd name="connsiteX9-30399" fmla="*/ 334972 w 2107590"/>
              <a:gd name="connsiteY9-30400" fmla="*/ 266829 h 2160513"/>
              <a:gd name="connsiteX10-30401" fmla="*/ 754827 w 2107590"/>
              <a:gd name="connsiteY10-30402" fmla="*/ 47401 h 2160513"/>
              <a:gd name="connsiteX11-30403" fmla="*/ 759590 w 2107590"/>
              <a:gd name="connsiteY11-30404" fmla="*/ 95027 h 2160513"/>
              <a:gd name="connsiteX12-30405" fmla="*/ 771497 w 2107590"/>
              <a:gd name="connsiteY12-30406" fmla="*/ 35497 h 2160513"/>
              <a:gd name="connsiteX13-30407" fmla="*/ 1341273 w 2107590"/>
              <a:gd name="connsiteY13-30408" fmla="*/ 79182 h 2160513"/>
              <a:gd name="connsiteX14-30409" fmla="*/ 1369190 w 2107590"/>
              <a:gd name="connsiteY14-30410" fmla="*/ 92646 h 2160513"/>
              <a:gd name="connsiteX15-30411" fmla="*/ 1772045 w 2107590"/>
              <a:gd name="connsiteY15-30412" fmla="*/ 359840 h 2160513"/>
              <a:gd name="connsiteX16-30413" fmla="*/ 1752572 w 2107590"/>
              <a:gd name="connsiteY16-30414" fmla="*/ 342677 h 2160513"/>
              <a:gd name="connsiteX17-30415" fmla="*/ 2013140 w 2107590"/>
              <a:gd name="connsiteY17-30416" fmla="*/ 736265 h 2160513"/>
              <a:gd name="connsiteX18-30417" fmla="*/ 2004983 w 2107590"/>
              <a:gd name="connsiteY18-30418" fmla="*/ 716533 h 2160513"/>
              <a:gd name="connsiteX19-30419" fmla="*/ 2095472 w 2107590"/>
              <a:gd name="connsiteY19-30420" fmla="*/ 1073721 h 2160513"/>
              <a:gd name="connsiteX20-30421" fmla="*/ 1826390 w 2107590"/>
              <a:gd name="connsiteY20-30422" fmla="*/ 1311846 h 2160513"/>
              <a:gd name="connsiteX21-30423" fmla="*/ 1821627 w 2107590"/>
              <a:gd name="connsiteY21-30424" fmla="*/ 1264221 h 2160513"/>
              <a:gd name="connsiteX22-30425" fmla="*/ 1488252 w 2107590"/>
              <a:gd name="connsiteY22-30426" fmla="*/ 1595214 h 2160513"/>
              <a:gd name="connsiteX23-30427" fmla="*/ 1388239 w 2107590"/>
              <a:gd name="connsiteY23-30428" fmla="*/ 1492821 h 2160513"/>
              <a:gd name="connsiteX24-30429" fmla="*/ 1714472 w 2107590"/>
              <a:gd name="connsiteY24-30430" fmla="*/ 1154684 h 2160513"/>
              <a:gd name="connsiteX25-30431" fmla="*/ 1390621 w 2107590"/>
              <a:gd name="connsiteY25-30432" fmla="*/ 1145157 h 2160513"/>
              <a:gd name="connsiteX26-30433" fmla="*/ 1342996 w 2107590"/>
              <a:gd name="connsiteY26-30434" fmla="*/ 1283270 h 2160513"/>
              <a:gd name="connsiteX27-30435" fmla="*/ 1042958 w 2107590"/>
              <a:gd name="connsiteY27-30436" fmla="*/ 983235 h 2160513"/>
              <a:gd name="connsiteX28-30437" fmla="*/ 1309658 w 2107590"/>
              <a:gd name="connsiteY28-30438" fmla="*/ 790352 h 2160513"/>
              <a:gd name="connsiteX29-30439" fmla="*/ 914371 w 2107590"/>
              <a:gd name="connsiteY29-30440" fmla="*/ 511746 h 2160513"/>
              <a:gd name="connsiteX30-30441" fmla="*/ 523846 w 2107590"/>
              <a:gd name="connsiteY30-30442" fmla="*/ 754633 h 2160513"/>
              <a:gd name="connsiteX31-30443" fmla="*/ 783402 w 2107590"/>
              <a:gd name="connsiteY31-30444" fmla="*/ 868932 h 2160513"/>
              <a:gd name="connsiteX32-30445" fmla="*/ 785783 w 2107590"/>
              <a:gd name="connsiteY32-30446" fmla="*/ 1002283 h 2160513"/>
              <a:gd name="connsiteX33-30447" fmla="*/ 373827 w 2107590"/>
              <a:gd name="connsiteY33-30448" fmla="*/ 852264 h 2160513"/>
              <a:gd name="connsiteX34-30449" fmla="*/ 759589 w 2107590"/>
              <a:gd name="connsiteY34-30450" fmla="*/ 409352 h 2160513"/>
              <a:gd name="connsiteX35-30451" fmla="*/ 1397764 w 2107590"/>
              <a:gd name="connsiteY35-30452" fmla="*/ 606996 h 2160513"/>
              <a:gd name="connsiteX36-30453" fmla="*/ 1409671 w 2107590"/>
              <a:gd name="connsiteY36-30454" fmla="*/ 868933 h 2160513"/>
              <a:gd name="connsiteX37-30455" fmla="*/ 1433483 w 2107590"/>
              <a:gd name="connsiteY37-30456" fmla="*/ 795115 h 2160513"/>
              <a:gd name="connsiteX38-30457" fmla="*/ 1643033 w 2107590"/>
              <a:gd name="connsiteY38-30458" fmla="*/ 611758 h 2160513"/>
              <a:gd name="connsiteX39-30459" fmla="*/ 1804958 w 2107590"/>
              <a:gd name="connsiteY39-30460" fmla="*/ 709389 h 2160513"/>
              <a:gd name="connsiteX40-30461" fmla="*/ 1633508 w 2107590"/>
              <a:gd name="connsiteY40-30462" fmla="*/ 926083 h 2160513"/>
              <a:gd name="connsiteX41-30463" fmla="*/ 1778764 w 2107590"/>
              <a:gd name="connsiteY41-30464" fmla="*/ 811783 h 2160513"/>
              <a:gd name="connsiteX42-30465" fmla="*/ 1819245 w 2107590"/>
              <a:gd name="connsiteY42-30466" fmla="*/ 959420 h 2160513"/>
              <a:gd name="connsiteX43-30467" fmla="*/ 1838296 w 2107590"/>
              <a:gd name="connsiteY43-30468" fmla="*/ 914177 h 2160513"/>
              <a:gd name="connsiteX44-30469" fmla="*/ 1838296 w 2107590"/>
              <a:gd name="connsiteY44-30470" fmla="*/ 1071339 h 2160513"/>
              <a:gd name="connsiteX45-30471" fmla="*/ 1939674 w 2107590"/>
              <a:gd name="connsiteY45-30472" fmla="*/ 1168520 h 2160513"/>
              <a:gd name="connsiteX46-30473" fmla="*/ 2003284 w 2107590"/>
              <a:gd name="connsiteY46-30474" fmla="*/ 1082702 h 2160513"/>
              <a:gd name="connsiteX47-30475" fmla="*/ 1909733 w 2107590"/>
              <a:gd name="connsiteY47-30476" fmla="*/ 1221358 h 2160513"/>
              <a:gd name="connsiteX48-30477" fmla="*/ 1795030 w 2107590"/>
              <a:gd name="connsiteY48-30478" fmla="*/ 1539289 h 2160513"/>
              <a:gd name="connsiteX49-30479" fmla="*/ 1235792 w 2107590"/>
              <a:gd name="connsiteY49-30480" fmla="*/ 1580715 h 2160513"/>
              <a:gd name="connsiteX50-30481" fmla="*/ 1344220 w 2107590"/>
              <a:gd name="connsiteY50-30482" fmla="*/ 1905742 h 2160513"/>
              <a:gd name="connsiteX0-30483" fmla="*/ 1575697 w 2107590"/>
              <a:gd name="connsiteY0-30484" fmla="*/ 2160513 h 2160513"/>
              <a:gd name="connsiteX1-30485" fmla="*/ 956854 w 2107590"/>
              <a:gd name="connsiteY1-30486" fmla="*/ 1258279 h 2160513"/>
              <a:gd name="connsiteX2-30487" fmla="*/ 863892 w 2107590"/>
              <a:gd name="connsiteY2-30488" fmla="*/ 1345253 h 2160513"/>
              <a:gd name="connsiteX3-30489" fmla="*/ 1026241 w 2107590"/>
              <a:gd name="connsiteY3-30490" fmla="*/ 1144473 h 2160513"/>
              <a:gd name="connsiteX4-30491" fmla="*/ 908876 w 2107590"/>
              <a:gd name="connsiteY4-30492" fmla="*/ 743032 h 2160513"/>
              <a:gd name="connsiteX5-30493" fmla="*/ 1054863 w 2107590"/>
              <a:gd name="connsiteY5-30494" fmla="*/ 807021 h 2160513"/>
              <a:gd name="connsiteX6-30495" fmla="*/ 766732 w 2107590"/>
              <a:gd name="connsiteY6-30496" fmla="*/ 928463 h 2160513"/>
              <a:gd name="connsiteX7-30497" fmla="*/ 228569 w 2107590"/>
              <a:gd name="connsiteY7-30498" fmla="*/ 1030857 h 2160513"/>
              <a:gd name="connsiteX8-30499" fmla="*/ 102364 w 2107590"/>
              <a:gd name="connsiteY8-30500" fmla="*/ 578421 h 2160513"/>
              <a:gd name="connsiteX9-30501" fmla="*/ 334972 w 2107590"/>
              <a:gd name="connsiteY9-30502" fmla="*/ 266829 h 2160513"/>
              <a:gd name="connsiteX10-30503" fmla="*/ 754827 w 2107590"/>
              <a:gd name="connsiteY10-30504" fmla="*/ 47401 h 2160513"/>
              <a:gd name="connsiteX11-30505" fmla="*/ 759590 w 2107590"/>
              <a:gd name="connsiteY11-30506" fmla="*/ 95027 h 2160513"/>
              <a:gd name="connsiteX12-30507" fmla="*/ 771497 w 2107590"/>
              <a:gd name="connsiteY12-30508" fmla="*/ 35497 h 2160513"/>
              <a:gd name="connsiteX13-30509" fmla="*/ 1341273 w 2107590"/>
              <a:gd name="connsiteY13-30510" fmla="*/ 79182 h 2160513"/>
              <a:gd name="connsiteX14-30511" fmla="*/ 1369190 w 2107590"/>
              <a:gd name="connsiteY14-30512" fmla="*/ 92646 h 2160513"/>
              <a:gd name="connsiteX15-30513" fmla="*/ 1772045 w 2107590"/>
              <a:gd name="connsiteY15-30514" fmla="*/ 359840 h 2160513"/>
              <a:gd name="connsiteX16-30515" fmla="*/ 1752572 w 2107590"/>
              <a:gd name="connsiteY16-30516" fmla="*/ 342677 h 2160513"/>
              <a:gd name="connsiteX17-30517" fmla="*/ 2013140 w 2107590"/>
              <a:gd name="connsiteY17-30518" fmla="*/ 736265 h 2160513"/>
              <a:gd name="connsiteX18-30519" fmla="*/ 2004983 w 2107590"/>
              <a:gd name="connsiteY18-30520" fmla="*/ 716533 h 2160513"/>
              <a:gd name="connsiteX19-30521" fmla="*/ 2095472 w 2107590"/>
              <a:gd name="connsiteY19-30522" fmla="*/ 1073721 h 2160513"/>
              <a:gd name="connsiteX20-30523" fmla="*/ 1826390 w 2107590"/>
              <a:gd name="connsiteY20-30524" fmla="*/ 1311846 h 2160513"/>
              <a:gd name="connsiteX21-30525" fmla="*/ 1821627 w 2107590"/>
              <a:gd name="connsiteY21-30526" fmla="*/ 1264221 h 2160513"/>
              <a:gd name="connsiteX22-30527" fmla="*/ 1488252 w 2107590"/>
              <a:gd name="connsiteY22-30528" fmla="*/ 1595214 h 2160513"/>
              <a:gd name="connsiteX23-30529" fmla="*/ 1388239 w 2107590"/>
              <a:gd name="connsiteY23-30530" fmla="*/ 1492821 h 2160513"/>
              <a:gd name="connsiteX24-30531" fmla="*/ 1714472 w 2107590"/>
              <a:gd name="connsiteY24-30532" fmla="*/ 1154684 h 2160513"/>
              <a:gd name="connsiteX25-30533" fmla="*/ 1390621 w 2107590"/>
              <a:gd name="connsiteY25-30534" fmla="*/ 1145157 h 2160513"/>
              <a:gd name="connsiteX26-30535" fmla="*/ 1342996 w 2107590"/>
              <a:gd name="connsiteY26-30536" fmla="*/ 1283270 h 2160513"/>
              <a:gd name="connsiteX27-30537" fmla="*/ 1042958 w 2107590"/>
              <a:gd name="connsiteY27-30538" fmla="*/ 983235 h 2160513"/>
              <a:gd name="connsiteX28-30539" fmla="*/ 1309658 w 2107590"/>
              <a:gd name="connsiteY28-30540" fmla="*/ 790352 h 2160513"/>
              <a:gd name="connsiteX29-30541" fmla="*/ 914371 w 2107590"/>
              <a:gd name="connsiteY29-30542" fmla="*/ 511746 h 2160513"/>
              <a:gd name="connsiteX30-30543" fmla="*/ 523846 w 2107590"/>
              <a:gd name="connsiteY30-30544" fmla="*/ 754633 h 2160513"/>
              <a:gd name="connsiteX31-30545" fmla="*/ 783402 w 2107590"/>
              <a:gd name="connsiteY31-30546" fmla="*/ 868932 h 2160513"/>
              <a:gd name="connsiteX32-30547" fmla="*/ 785783 w 2107590"/>
              <a:gd name="connsiteY32-30548" fmla="*/ 1002283 h 2160513"/>
              <a:gd name="connsiteX33-30549" fmla="*/ 373827 w 2107590"/>
              <a:gd name="connsiteY33-30550" fmla="*/ 852264 h 2160513"/>
              <a:gd name="connsiteX34-30551" fmla="*/ 759589 w 2107590"/>
              <a:gd name="connsiteY34-30552" fmla="*/ 409352 h 2160513"/>
              <a:gd name="connsiteX35-30553" fmla="*/ 1397764 w 2107590"/>
              <a:gd name="connsiteY35-30554" fmla="*/ 606996 h 2160513"/>
              <a:gd name="connsiteX36-30555" fmla="*/ 1409671 w 2107590"/>
              <a:gd name="connsiteY36-30556" fmla="*/ 868933 h 2160513"/>
              <a:gd name="connsiteX37-30557" fmla="*/ 1433483 w 2107590"/>
              <a:gd name="connsiteY37-30558" fmla="*/ 795115 h 2160513"/>
              <a:gd name="connsiteX38-30559" fmla="*/ 1643033 w 2107590"/>
              <a:gd name="connsiteY38-30560" fmla="*/ 611758 h 2160513"/>
              <a:gd name="connsiteX39-30561" fmla="*/ 1804958 w 2107590"/>
              <a:gd name="connsiteY39-30562" fmla="*/ 709389 h 2160513"/>
              <a:gd name="connsiteX40-30563" fmla="*/ 1633508 w 2107590"/>
              <a:gd name="connsiteY40-30564" fmla="*/ 926083 h 2160513"/>
              <a:gd name="connsiteX41-30565" fmla="*/ 1778764 w 2107590"/>
              <a:gd name="connsiteY41-30566" fmla="*/ 811783 h 2160513"/>
              <a:gd name="connsiteX42-30567" fmla="*/ 1819245 w 2107590"/>
              <a:gd name="connsiteY42-30568" fmla="*/ 959420 h 2160513"/>
              <a:gd name="connsiteX43-30569" fmla="*/ 1838296 w 2107590"/>
              <a:gd name="connsiteY43-30570" fmla="*/ 914177 h 2160513"/>
              <a:gd name="connsiteX44-30571" fmla="*/ 1838296 w 2107590"/>
              <a:gd name="connsiteY44-30572" fmla="*/ 1071339 h 2160513"/>
              <a:gd name="connsiteX45-30573" fmla="*/ 1939674 w 2107590"/>
              <a:gd name="connsiteY45-30574" fmla="*/ 1168520 h 2160513"/>
              <a:gd name="connsiteX46-30575" fmla="*/ 2003284 w 2107590"/>
              <a:gd name="connsiteY46-30576" fmla="*/ 1082702 h 2160513"/>
              <a:gd name="connsiteX47-30577" fmla="*/ 1909733 w 2107590"/>
              <a:gd name="connsiteY47-30578" fmla="*/ 1221358 h 2160513"/>
              <a:gd name="connsiteX48-30579" fmla="*/ 1795030 w 2107590"/>
              <a:gd name="connsiteY48-30580" fmla="*/ 1539289 h 2160513"/>
              <a:gd name="connsiteX49-30581" fmla="*/ 1235792 w 2107590"/>
              <a:gd name="connsiteY49-30582" fmla="*/ 1580715 h 2160513"/>
              <a:gd name="connsiteX50-30583" fmla="*/ 1344220 w 2107590"/>
              <a:gd name="connsiteY50-30584" fmla="*/ 1905742 h 2160513"/>
              <a:gd name="connsiteX0-30585" fmla="*/ 1575697 w 2107590"/>
              <a:gd name="connsiteY0-30586" fmla="*/ 2160513 h 2160513"/>
              <a:gd name="connsiteX1-30587" fmla="*/ 956854 w 2107590"/>
              <a:gd name="connsiteY1-30588" fmla="*/ 1258279 h 2160513"/>
              <a:gd name="connsiteX2-30589" fmla="*/ 863892 w 2107590"/>
              <a:gd name="connsiteY2-30590" fmla="*/ 1345253 h 2160513"/>
              <a:gd name="connsiteX3-30591" fmla="*/ 1026241 w 2107590"/>
              <a:gd name="connsiteY3-30592" fmla="*/ 1144473 h 2160513"/>
              <a:gd name="connsiteX4-30593" fmla="*/ 908876 w 2107590"/>
              <a:gd name="connsiteY4-30594" fmla="*/ 743032 h 2160513"/>
              <a:gd name="connsiteX5-30595" fmla="*/ 1054863 w 2107590"/>
              <a:gd name="connsiteY5-30596" fmla="*/ 807021 h 2160513"/>
              <a:gd name="connsiteX6-30597" fmla="*/ 766732 w 2107590"/>
              <a:gd name="connsiteY6-30598" fmla="*/ 928463 h 2160513"/>
              <a:gd name="connsiteX7-30599" fmla="*/ 228569 w 2107590"/>
              <a:gd name="connsiteY7-30600" fmla="*/ 1030857 h 2160513"/>
              <a:gd name="connsiteX8-30601" fmla="*/ 102364 w 2107590"/>
              <a:gd name="connsiteY8-30602" fmla="*/ 578421 h 2160513"/>
              <a:gd name="connsiteX9-30603" fmla="*/ 334972 w 2107590"/>
              <a:gd name="connsiteY9-30604" fmla="*/ 266829 h 2160513"/>
              <a:gd name="connsiteX10-30605" fmla="*/ 754827 w 2107590"/>
              <a:gd name="connsiteY10-30606" fmla="*/ 47401 h 2160513"/>
              <a:gd name="connsiteX11-30607" fmla="*/ 759590 w 2107590"/>
              <a:gd name="connsiteY11-30608" fmla="*/ 95027 h 2160513"/>
              <a:gd name="connsiteX12-30609" fmla="*/ 771497 w 2107590"/>
              <a:gd name="connsiteY12-30610" fmla="*/ 35497 h 2160513"/>
              <a:gd name="connsiteX13-30611" fmla="*/ 1341273 w 2107590"/>
              <a:gd name="connsiteY13-30612" fmla="*/ 79182 h 2160513"/>
              <a:gd name="connsiteX14-30613" fmla="*/ 1369190 w 2107590"/>
              <a:gd name="connsiteY14-30614" fmla="*/ 92646 h 2160513"/>
              <a:gd name="connsiteX15-30615" fmla="*/ 1772045 w 2107590"/>
              <a:gd name="connsiteY15-30616" fmla="*/ 359840 h 2160513"/>
              <a:gd name="connsiteX16-30617" fmla="*/ 1752572 w 2107590"/>
              <a:gd name="connsiteY16-30618" fmla="*/ 342677 h 2160513"/>
              <a:gd name="connsiteX17-30619" fmla="*/ 2013140 w 2107590"/>
              <a:gd name="connsiteY17-30620" fmla="*/ 736265 h 2160513"/>
              <a:gd name="connsiteX18-30621" fmla="*/ 2004983 w 2107590"/>
              <a:gd name="connsiteY18-30622" fmla="*/ 716533 h 2160513"/>
              <a:gd name="connsiteX19-30623" fmla="*/ 2095472 w 2107590"/>
              <a:gd name="connsiteY19-30624" fmla="*/ 1073721 h 2160513"/>
              <a:gd name="connsiteX20-30625" fmla="*/ 1826390 w 2107590"/>
              <a:gd name="connsiteY20-30626" fmla="*/ 1311846 h 2160513"/>
              <a:gd name="connsiteX21-30627" fmla="*/ 1821627 w 2107590"/>
              <a:gd name="connsiteY21-30628" fmla="*/ 1264221 h 2160513"/>
              <a:gd name="connsiteX22-30629" fmla="*/ 1488252 w 2107590"/>
              <a:gd name="connsiteY22-30630" fmla="*/ 1595214 h 2160513"/>
              <a:gd name="connsiteX23-30631" fmla="*/ 1388239 w 2107590"/>
              <a:gd name="connsiteY23-30632" fmla="*/ 1492821 h 2160513"/>
              <a:gd name="connsiteX24-30633" fmla="*/ 1714472 w 2107590"/>
              <a:gd name="connsiteY24-30634" fmla="*/ 1154684 h 2160513"/>
              <a:gd name="connsiteX25-30635" fmla="*/ 1390621 w 2107590"/>
              <a:gd name="connsiteY25-30636" fmla="*/ 1145157 h 2160513"/>
              <a:gd name="connsiteX26-30637" fmla="*/ 1342996 w 2107590"/>
              <a:gd name="connsiteY26-30638" fmla="*/ 1283270 h 2160513"/>
              <a:gd name="connsiteX27-30639" fmla="*/ 1042958 w 2107590"/>
              <a:gd name="connsiteY27-30640" fmla="*/ 983235 h 2160513"/>
              <a:gd name="connsiteX28-30641" fmla="*/ 1309658 w 2107590"/>
              <a:gd name="connsiteY28-30642" fmla="*/ 790352 h 2160513"/>
              <a:gd name="connsiteX29-30643" fmla="*/ 914371 w 2107590"/>
              <a:gd name="connsiteY29-30644" fmla="*/ 511746 h 2160513"/>
              <a:gd name="connsiteX30-30645" fmla="*/ 523846 w 2107590"/>
              <a:gd name="connsiteY30-30646" fmla="*/ 754633 h 2160513"/>
              <a:gd name="connsiteX31-30647" fmla="*/ 783402 w 2107590"/>
              <a:gd name="connsiteY31-30648" fmla="*/ 868932 h 2160513"/>
              <a:gd name="connsiteX32-30649" fmla="*/ 785783 w 2107590"/>
              <a:gd name="connsiteY32-30650" fmla="*/ 1002283 h 2160513"/>
              <a:gd name="connsiteX33-30651" fmla="*/ 373827 w 2107590"/>
              <a:gd name="connsiteY33-30652" fmla="*/ 852264 h 2160513"/>
              <a:gd name="connsiteX34-30653" fmla="*/ 759589 w 2107590"/>
              <a:gd name="connsiteY34-30654" fmla="*/ 409352 h 2160513"/>
              <a:gd name="connsiteX35-30655" fmla="*/ 1397764 w 2107590"/>
              <a:gd name="connsiteY35-30656" fmla="*/ 606996 h 2160513"/>
              <a:gd name="connsiteX36-30657" fmla="*/ 1409671 w 2107590"/>
              <a:gd name="connsiteY36-30658" fmla="*/ 868933 h 2160513"/>
              <a:gd name="connsiteX37-30659" fmla="*/ 1433483 w 2107590"/>
              <a:gd name="connsiteY37-30660" fmla="*/ 795115 h 2160513"/>
              <a:gd name="connsiteX38-30661" fmla="*/ 1643033 w 2107590"/>
              <a:gd name="connsiteY38-30662" fmla="*/ 611758 h 2160513"/>
              <a:gd name="connsiteX39-30663" fmla="*/ 1804958 w 2107590"/>
              <a:gd name="connsiteY39-30664" fmla="*/ 709389 h 2160513"/>
              <a:gd name="connsiteX40-30665" fmla="*/ 1633508 w 2107590"/>
              <a:gd name="connsiteY40-30666" fmla="*/ 926083 h 2160513"/>
              <a:gd name="connsiteX41-30667" fmla="*/ 1778764 w 2107590"/>
              <a:gd name="connsiteY41-30668" fmla="*/ 811783 h 2160513"/>
              <a:gd name="connsiteX42-30669" fmla="*/ 1819245 w 2107590"/>
              <a:gd name="connsiteY42-30670" fmla="*/ 959420 h 2160513"/>
              <a:gd name="connsiteX43-30671" fmla="*/ 1838296 w 2107590"/>
              <a:gd name="connsiteY43-30672" fmla="*/ 914177 h 2160513"/>
              <a:gd name="connsiteX44-30673" fmla="*/ 1838296 w 2107590"/>
              <a:gd name="connsiteY44-30674" fmla="*/ 1071339 h 2160513"/>
              <a:gd name="connsiteX45-30675" fmla="*/ 1939674 w 2107590"/>
              <a:gd name="connsiteY45-30676" fmla="*/ 1168520 h 2160513"/>
              <a:gd name="connsiteX46-30677" fmla="*/ 2003284 w 2107590"/>
              <a:gd name="connsiteY46-30678" fmla="*/ 1082702 h 2160513"/>
              <a:gd name="connsiteX47-30679" fmla="*/ 1909733 w 2107590"/>
              <a:gd name="connsiteY47-30680" fmla="*/ 1221358 h 2160513"/>
              <a:gd name="connsiteX48-30681" fmla="*/ 1795030 w 2107590"/>
              <a:gd name="connsiteY48-30682" fmla="*/ 1539289 h 2160513"/>
              <a:gd name="connsiteX49-30683" fmla="*/ 1235792 w 2107590"/>
              <a:gd name="connsiteY49-30684" fmla="*/ 1580715 h 2160513"/>
              <a:gd name="connsiteX50-30685" fmla="*/ 1344220 w 2107590"/>
              <a:gd name="connsiteY50-30686" fmla="*/ 1905742 h 2160513"/>
              <a:gd name="connsiteX0-30687" fmla="*/ 1575697 w 2107590"/>
              <a:gd name="connsiteY0-30688" fmla="*/ 2160513 h 2160513"/>
              <a:gd name="connsiteX1-30689" fmla="*/ 956854 w 2107590"/>
              <a:gd name="connsiteY1-30690" fmla="*/ 1258279 h 2160513"/>
              <a:gd name="connsiteX2-30691" fmla="*/ 863892 w 2107590"/>
              <a:gd name="connsiteY2-30692" fmla="*/ 1345253 h 2160513"/>
              <a:gd name="connsiteX3-30693" fmla="*/ 1026241 w 2107590"/>
              <a:gd name="connsiteY3-30694" fmla="*/ 1144473 h 2160513"/>
              <a:gd name="connsiteX4-30695" fmla="*/ 908876 w 2107590"/>
              <a:gd name="connsiteY4-30696" fmla="*/ 743032 h 2160513"/>
              <a:gd name="connsiteX5-30697" fmla="*/ 1054863 w 2107590"/>
              <a:gd name="connsiteY5-30698" fmla="*/ 807021 h 2160513"/>
              <a:gd name="connsiteX6-30699" fmla="*/ 766732 w 2107590"/>
              <a:gd name="connsiteY6-30700" fmla="*/ 928463 h 2160513"/>
              <a:gd name="connsiteX7-30701" fmla="*/ 228569 w 2107590"/>
              <a:gd name="connsiteY7-30702" fmla="*/ 1030857 h 2160513"/>
              <a:gd name="connsiteX8-30703" fmla="*/ 102364 w 2107590"/>
              <a:gd name="connsiteY8-30704" fmla="*/ 578421 h 2160513"/>
              <a:gd name="connsiteX9-30705" fmla="*/ 334972 w 2107590"/>
              <a:gd name="connsiteY9-30706" fmla="*/ 266829 h 2160513"/>
              <a:gd name="connsiteX10-30707" fmla="*/ 754827 w 2107590"/>
              <a:gd name="connsiteY10-30708" fmla="*/ 47401 h 2160513"/>
              <a:gd name="connsiteX11-30709" fmla="*/ 759590 w 2107590"/>
              <a:gd name="connsiteY11-30710" fmla="*/ 95027 h 2160513"/>
              <a:gd name="connsiteX12-30711" fmla="*/ 771497 w 2107590"/>
              <a:gd name="connsiteY12-30712" fmla="*/ 35497 h 2160513"/>
              <a:gd name="connsiteX13-30713" fmla="*/ 1341273 w 2107590"/>
              <a:gd name="connsiteY13-30714" fmla="*/ 79182 h 2160513"/>
              <a:gd name="connsiteX14-30715" fmla="*/ 1369190 w 2107590"/>
              <a:gd name="connsiteY14-30716" fmla="*/ 92646 h 2160513"/>
              <a:gd name="connsiteX15-30717" fmla="*/ 1772045 w 2107590"/>
              <a:gd name="connsiteY15-30718" fmla="*/ 359840 h 2160513"/>
              <a:gd name="connsiteX16-30719" fmla="*/ 1752572 w 2107590"/>
              <a:gd name="connsiteY16-30720" fmla="*/ 342677 h 2160513"/>
              <a:gd name="connsiteX17-30721" fmla="*/ 2013140 w 2107590"/>
              <a:gd name="connsiteY17-30722" fmla="*/ 736265 h 2160513"/>
              <a:gd name="connsiteX18-30723" fmla="*/ 2004983 w 2107590"/>
              <a:gd name="connsiteY18-30724" fmla="*/ 716533 h 2160513"/>
              <a:gd name="connsiteX19-30725" fmla="*/ 2095472 w 2107590"/>
              <a:gd name="connsiteY19-30726" fmla="*/ 1073721 h 2160513"/>
              <a:gd name="connsiteX20-30727" fmla="*/ 1826390 w 2107590"/>
              <a:gd name="connsiteY20-30728" fmla="*/ 1311846 h 2160513"/>
              <a:gd name="connsiteX21-30729" fmla="*/ 1821627 w 2107590"/>
              <a:gd name="connsiteY21-30730" fmla="*/ 1264221 h 2160513"/>
              <a:gd name="connsiteX22-30731" fmla="*/ 1488252 w 2107590"/>
              <a:gd name="connsiteY22-30732" fmla="*/ 1595214 h 2160513"/>
              <a:gd name="connsiteX23-30733" fmla="*/ 1388239 w 2107590"/>
              <a:gd name="connsiteY23-30734" fmla="*/ 1492821 h 2160513"/>
              <a:gd name="connsiteX24-30735" fmla="*/ 1714472 w 2107590"/>
              <a:gd name="connsiteY24-30736" fmla="*/ 1154684 h 2160513"/>
              <a:gd name="connsiteX25-30737" fmla="*/ 1390621 w 2107590"/>
              <a:gd name="connsiteY25-30738" fmla="*/ 1145157 h 2160513"/>
              <a:gd name="connsiteX26-30739" fmla="*/ 1342996 w 2107590"/>
              <a:gd name="connsiteY26-30740" fmla="*/ 1283270 h 2160513"/>
              <a:gd name="connsiteX27-30741" fmla="*/ 1042958 w 2107590"/>
              <a:gd name="connsiteY27-30742" fmla="*/ 983235 h 2160513"/>
              <a:gd name="connsiteX28-30743" fmla="*/ 1309658 w 2107590"/>
              <a:gd name="connsiteY28-30744" fmla="*/ 790352 h 2160513"/>
              <a:gd name="connsiteX29-30745" fmla="*/ 914371 w 2107590"/>
              <a:gd name="connsiteY29-30746" fmla="*/ 511746 h 2160513"/>
              <a:gd name="connsiteX30-30747" fmla="*/ 523846 w 2107590"/>
              <a:gd name="connsiteY30-30748" fmla="*/ 754633 h 2160513"/>
              <a:gd name="connsiteX31-30749" fmla="*/ 783402 w 2107590"/>
              <a:gd name="connsiteY31-30750" fmla="*/ 868932 h 2160513"/>
              <a:gd name="connsiteX32-30751" fmla="*/ 785783 w 2107590"/>
              <a:gd name="connsiteY32-30752" fmla="*/ 1002283 h 2160513"/>
              <a:gd name="connsiteX33-30753" fmla="*/ 373827 w 2107590"/>
              <a:gd name="connsiteY33-30754" fmla="*/ 852264 h 2160513"/>
              <a:gd name="connsiteX34-30755" fmla="*/ 759589 w 2107590"/>
              <a:gd name="connsiteY34-30756" fmla="*/ 409352 h 2160513"/>
              <a:gd name="connsiteX35-30757" fmla="*/ 1397764 w 2107590"/>
              <a:gd name="connsiteY35-30758" fmla="*/ 606996 h 2160513"/>
              <a:gd name="connsiteX36-30759" fmla="*/ 1409671 w 2107590"/>
              <a:gd name="connsiteY36-30760" fmla="*/ 868933 h 2160513"/>
              <a:gd name="connsiteX37-30761" fmla="*/ 1433483 w 2107590"/>
              <a:gd name="connsiteY37-30762" fmla="*/ 795115 h 2160513"/>
              <a:gd name="connsiteX38-30763" fmla="*/ 1643033 w 2107590"/>
              <a:gd name="connsiteY38-30764" fmla="*/ 611758 h 2160513"/>
              <a:gd name="connsiteX39-30765" fmla="*/ 1804958 w 2107590"/>
              <a:gd name="connsiteY39-30766" fmla="*/ 709389 h 2160513"/>
              <a:gd name="connsiteX40-30767" fmla="*/ 1633508 w 2107590"/>
              <a:gd name="connsiteY40-30768" fmla="*/ 926083 h 2160513"/>
              <a:gd name="connsiteX41-30769" fmla="*/ 1778764 w 2107590"/>
              <a:gd name="connsiteY41-30770" fmla="*/ 811783 h 2160513"/>
              <a:gd name="connsiteX42-30771" fmla="*/ 1819245 w 2107590"/>
              <a:gd name="connsiteY42-30772" fmla="*/ 959420 h 2160513"/>
              <a:gd name="connsiteX43-30773" fmla="*/ 1838296 w 2107590"/>
              <a:gd name="connsiteY43-30774" fmla="*/ 914177 h 2160513"/>
              <a:gd name="connsiteX44-30775" fmla="*/ 1838296 w 2107590"/>
              <a:gd name="connsiteY44-30776" fmla="*/ 1071339 h 2160513"/>
              <a:gd name="connsiteX45-30777" fmla="*/ 1939674 w 2107590"/>
              <a:gd name="connsiteY45-30778" fmla="*/ 1168520 h 2160513"/>
              <a:gd name="connsiteX46-30779" fmla="*/ 2019953 w 2107590"/>
              <a:gd name="connsiteY46-30780" fmla="*/ 1044602 h 2160513"/>
              <a:gd name="connsiteX47-30781" fmla="*/ 1909733 w 2107590"/>
              <a:gd name="connsiteY47-30782" fmla="*/ 1221358 h 2160513"/>
              <a:gd name="connsiteX48-30783" fmla="*/ 1795030 w 2107590"/>
              <a:gd name="connsiteY48-30784" fmla="*/ 1539289 h 2160513"/>
              <a:gd name="connsiteX49-30785" fmla="*/ 1235792 w 2107590"/>
              <a:gd name="connsiteY49-30786" fmla="*/ 1580715 h 2160513"/>
              <a:gd name="connsiteX50-30787" fmla="*/ 1344220 w 2107590"/>
              <a:gd name="connsiteY50-30788" fmla="*/ 1905742 h 2160513"/>
              <a:gd name="connsiteX0-30789" fmla="*/ 1575697 w 2107590"/>
              <a:gd name="connsiteY0-30790" fmla="*/ 2160513 h 2160513"/>
              <a:gd name="connsiteX1-30791" fmla="*/ 956854 w 2107590"/>
              <a:gd name="connsiteY1-30792" fmla="*/ 1258279 h 2160513"/>
              <a:gd name="connsiteX2-30793" fmla="*/ 863892 w 2107590"/>
              <a:gd name="connsiteY2-30794" fmla="*/ 1345253 h 2160513"/>
              <a:gd name="connsiteX3-30795" fmla="*/ 1026241 w 2107590"/>
              <a:gd name="connsiteY3-30796" fmla="*/ 1144473 h 2160513"/>
              <a:gd name="connsiteX4-30797" fmla="*/ 908876 w 2107590"/>
              <a:gd name="connsiteY4-30798" fmla="*/ 743032 h 2160513"/>
              <a:gd name="connsiteX5-30799" fmla="*/ 1054863 w 2107590"/>
              <a:gd name="connsiteY5-30800" fmla="*/ 807021 h 2160513"/>
              <a:gd name="connsiteX6-30801" fmla="*/ 766732 w 2107590"/>
              <a:gd name="connsiteY6-30802" fmla="*/ 928463 h 2160513"/>
              <a:gd name="connsiteX7-30803" fmla="*/ 228569 w 2107590"/>
              <a:gd name="connsiteY7-30804" fmla="*/ 1030857 h 2160513"/>
              <a:gd name="connsiteX8-30805" fmla="*/ 102364 w 2107590"/>
              <a:gd name="connsiteY8-30806" fmla="*/ 578421 h 2160513"/>
              <a:gd name="connsiteX9-30807" fmla="*/ 334972 w 2107590"/>
              <a:gd name="connsiteY9-30808" fmla="*/ 266829 h 2160513"/>
              <a:gd name="connsiteX10-30809" fmla="*/ 754827 w 2107590"/>
              <a:gd name="connsiteY10-30810" fmla="*/ 47401 h 2160513"/>
              <a:gd name="connsiteX11-30811" fmla="*/ 759590 w 2107590"/>
              <a:gd name="connsiteY11-30812" fmla="*/ 95027 h 2160513"/>
              <a:gd name="connsiteX12-30813" fmla="*/ 771497 w 2107590"/>
              <a:gd name="connsiteY12-30814" fmla="*/ 35497 h 2160513"/>
              <a:gd name="connsiteX13-30815" fmla="*/ 1341273 w 2107590"/>
              <a:gd name="connsiteY13-30816" fmla="*/ 79182 h 2160513"/>
              <a:gd name="connsiteX14-30817" fmla="*/ 1369190 w 2107590"/>
              <a:gd name="connsiteY14-30818" fmla="*/ 92646 h 2160513"/>
              <a:gd name="connsiteX15-30819" fmla="*/ 1772045 w 2107590"/>
              <a:gd name="connsiteY15-30820" fmla="*/ 359840 h 2160513"/>
              <a:gd name="connsiteX16-30821" fmla="*/ 1752572 w 2107590"/>
              <a:gd name="connsiteY16-30822" fmla="*/ 342677 h 2160513"/>
              <a:gd name="connsiteX17-30823" fmla="*/ 2013140 w 2107590"/>
              <a:gd name="connsiteY17-30824" fmla="*/ 736265 h 2160513"/>
              <a:gd name="connsiteX18-30825" fmla="*/ 2004983 w 2107590"/>
              <a:gd name="connsiteY18-30826" fmla="*/ 716533 h 2160513"/>
              <a:gd name="connsiteX19-30827" fmla="*/ 2095472 w 2107590"/>
              <a:gd name="connsiteY19-30828" fmla="*/ 1073721 h 2160513"/>
              <a:gd name="connsiteX20-30829" fmla="*/ 1826390 w 2107590"/>
              <a:gd name="connsiteY20-30830" fmla="*/ 1311846 h 2160513"/>
              <a:gd name="connsiteX21-30831" fmla="*/ 1821627 w 2107590"/>
              <a:gd name="connsiteY21-30832" fmla="*/ 1264221 h 2160513"/>
              <a:gd name="connsiteX22-30833" fmla="*/ 1488252 w 2107590"/>
              <a:gd name="connsiteY22-30834" fmla="*/ 1595214 h 2160513"/>
              <a:gd name="connsiteX23-30835" fmla="*/ 1388239 w 2107590"/>
              <a:gd name="connsiteY23-30836" fmla="*/ 1492821 h 2160513"/>
              <a:gd name="connsiteX24-30837" fmla="*/ 1714472 w 2107590"/>
              <a:gd name="connsiteY24-30838" fmla="*/ 1154684 h 2160513"/>
              <a:gd name="connsiteX25-30839" fmla="*/ 1390621 w 2107590"/>
              <a:gd name="connsiteY25-30840" fmla="*/ 1145157 h 2160513"/>
              <a:gd name="connsiteX26-30841" fmla="*/ 1342996 w 2107590"/>
              <a:gd name="connsiteY26-30842" fmla="*/ 1283270 h 2160513"/>
              <a:gd name="connsiteX27-30843" fmla="*/ 1042958 w 2107590"/>
              <a:gd name="connsiteY27-30844" fmla="*/ 983235 h 2160513"/>
              <a:gd name="connsiteX28-30845" fmla="*/ 1309658 w 2107590"/>
              <a:gd name="connsiteY28-30846" fmla="*/ 790352 h 2160513"/>
              <a:gd name="connsiteX29-30847" fmla="*/ 914371 w 2107590"/>
              <a:gd name="connsiteY29-30848" fmla="*/ 511746 h 2160513"/>
              <a:gd name="connsiteX30-30849" fmla="*/ 523846 w 2107590"/>
              <a:gd name="connsiteY30-30850" fmla="*/ 754633 h 2160513"/>
              <a:gd name="connsiteX31-30851" fmla="*/ 783402 w 2107590"/>
              <a:gd name="connsiteY31-30852" fmla="*/ 868932 h 2160513"/>
              <a:gd name="connsiteX32-30853" fmla="*/ 785783 w 2107590"/>
              <a:gd name="connsiteY32-30854" fmla="*/ 1002283 h 2160513"/>
              <a:gd name="connsiteX33-30855" fmla="*/ 373827 w 2107590"/>
              <a:gd name="connsiteY33-30856" fmla="*/ 852264 h 2160513"/>
              <a:gd name="connsiteX34-30857" fmla="*/ 759589 w 2107590"/>
              <a:gd name="connsiteY34-30858" fmla="*/ 409352 h 2160513"/>
              <a:gd name="connsiteX35-30859" fmla="*/ 1397764 w 2107590"/>
              <a:gd name="connsiteY35-30860" fmla="*/ 606996 h 2160513"/>
              <a:gd name="connsiteX36-30861" fmla="*/ 1409671 w 2107590"/>
              <a:gd name="connsiteY36-30862" fmla="*/ 868933 h 2160513"/>
              <a:gd name="connsiteX37-30863" fmla="*/ 1433483 w 2107590"/>
              <a:gd name="connsiteY37-30864" fmla="*/ 795115 h 2160513"/>
              <a:gd name="connsiteX38-30865" fmla="*/ 1643033 w 2107590"/>
              <a:gd name="connsiteY38-30866" fmla="*/ 611758 h 2160513"/>
              <a:gd name="connsiteX39-30867" fmla="*/ 1804958 w 2107590"/>
              <a:gd name="connsiteY39-30868" fmla="*/ 709389 h 2160513"/>
              <a:gd name="connsiteX40-30869" fmla="*/ 1633508 w 2107590"/>
              <a:gd name="connsiteY40-30870" fmla="*/ 926083 h 2160513"/>
              <a:gd name="connsiteX41-30871" fmla="*/ 1778764 w 2107590"/>
              <a:gd name="connsiteY41-30872" fmla="*/ 811783 h 2160513"/>
              <a:gd name="connsiteX42-30873" fmla="*/ 1819245 w 2107590"/>
              <a:gd name="connsiteY42-30874" fmla="*/ 959420 h 2160513"/>
              <a:gd name="connsiteX43-30875" fmla="*/ 1838296 w 2107590"/>
              <a:gd name="connsiteY43-30876" fmla="*/ 914177 h 2160513"/>
              <a:gd name="connsiteX44-30877" fmla="*/ 1838296 w 2107590"/>
              <a:gd name="connsiteY44-30878" fmla="*/ 1071339 h 2160513"/>
              <a:gd name="connsiteX45-30879" fmla="*/ 1939674 w 2107590"/>
              <a:gd name="connsiteY45-30880" fmla="*/ 1168520 h 2160513"/>
              <a:gd name="connsiteX46-30881" fmla="*/ 2010428 w 2107590"/>
              <a:gd name="connsiteY46-30882" fmla="*/ 1082702 h 2160513"/>
              <a:gd name="connsiteX47-30883" fmla="*/ 1909733 w 2107590"/>
              <a:gd name="connsiteY47-30884" fmla="*/ 1221358 h 2160513"/>
              <a:gd name="connsiteX48-30885" fmla="*/ 1795030 w 2107590"/>
              <a:gd name="connsiteY48-30886" fmla="*/ 1539289 h 2160513"/>
              <a:gd name="connsiteX49-30887" fmla="*/ 1235792 w 2107590"/>
              <a:gd name="connsiteY49-30888" fmla="*/ 1580715 h 2160513"/>
              <a:gd name="connsiteX50-30889" fmla="*/ 1344220 w 2107590"/>
              <a:gd name="connsiteY50-30890" fmla="*/ 1905742 h 2160513"/>
              <a:gd name="connsiteX0-30891" fmla="*/ 1575697 w 2107590"/>
              <a:gd name="connsiteY0-30892" fmla="*/ 2160513 h 2160513"/>
              <a:gd name="connsiteX1-30893" fmla="*/ 956854 w 2107590"/>
              <a:gd name="connsiteY1-30894" fmla="*/ 1258279 h 2160513"/>
              <a:gd name="connsiteX2-30895" fmla="*/ 863892 w 2107590"/>
              <a:gd name="connsiteY2-30896" fmla="*/ 1345253 h 2160513"/>
              <a:gd name="connsiteX3-30897" fmla="*/ 1026241 w 2107590"/>
              <a:gd name="connsiteY3-30898" fmla="*/ 1144473 h 2160513"/>
              <a:gd name="connsiteX4-30899" fmla="*/ 908876 w 2107590"/>
              <a:gd name="connsiteY4-30900" fmla="*/ 743032 h 2160513"/>
              <a:gd name="connsiteX5-30901" fmla="*/ 1054863 w 2107590"/>
              <a:gd name="connsiteY5-30902" fmla="*/ 807021 h 2160513"/>
              <a:gd name="connsiteX6-30903" fmla="*/ 766732 w 2107590"/>
              <a:gd name="connsiteY6-30904" fmla="*/ 928463 h 2160513"/>
              <a:gd name="connsiteX7-30905" fmla="*/ 228569 w 2107590"/>
              <a:gd name="connsiteY7-30906" fmla="*/ 1030857 h 2160513"/>
              <a:gd name="connsiteX8-30907" fmla="*/ 102364 w 2107590"/>
              <a:gd name="connsiteY8-30908" fmla="*/ 578421 h 2160513"/>
              <a:gd name="connsiteX9-30909" fmla="*/ 334972 w 2107590"/>
              <a:gd name="connsiteY9-30910" fmla="*/ 266829 h 2160513"/>
              <a:gd name="connsiteX10-30911" fmla="*/ 754827 w 2107590"/>
              <a:gd name="connsiteY10-30912" fmla="*/ 47401 h 2160513"/>
              <a:gd name="connsiteX11-30913" fmla="*/ 759590 w 2107590"/>
              <a:gd name="connsiteY11-30914" fmla="*/ 95027 h 2160513"/>
              <a:gd name="connsiteX12-30915" fmla="*/ 771497 w 2107590"/>
              <a:gd name="connsiteY12-30916" fmla="*/ 35497 h 2160513"/>
              <a:gd name="connsiteX13-30917" fmla="*/ 1341273 w 2107590"/>
              <a:gd name="connsiteY13-30918" fmla="*/ 79182 h 2160513"/>
              <a:gd name="connsiteX14-30919" fmla="*/ 1369190 w 2107590"/>
              <a:gd name="connsiteY14-30920" fmla="*/ 92646 h 2160513"/>
              <a:gd name="connsiteX15-30921" fmla="*/ 1772045 w 2107590"/>
              <a:gd name="connsiteY15-30922" fmla="*/ 359840 h 2160513"/>
              <a:gd name="connsiteX16-30923" fmla="*/ 1752572 w 2107590"/>
              <a:gd name="connsiteY16-30924" fmla="*/ 342677 h 2160513"/>
              <a:gd name="connsiteX17-30925" fmla="*/ 2013140 w 2107590"/>
              <a:gd name="connsiteY17-30926" fmla="*/ 736265 h 2160513"/>
              <a:gd name="connsiteX18-30927" fmla="*/ 2004983 w 2107590"/>
              <a:gd name="connsiteY18-30928" fmla="*/ 716533 h 2160513"/>
              <a:gd name="connsiteX19-30929" fmla="*/ 2095472 w 2107590"/>
              <a:gd name="connsiteY19-30930" fmla="*/ 1073721 h 2160513"/>
              <a:gd name="connsiteX20-30931" fmla="*/ 1826390 w 2107590"/>
              <a:gd name="connsiteY20-30932" fmla="*/ 1311846 h 2160513"/>
              <a:gd name="connsiteX21-30933" fmla="*/ 1821627 w 2107590"/>
              <a:gd name="connsiteY21-30934" fmla="*/ 1264221 h 2160513"/>
              <a:gd name="connsiteX22-30935" fmla="*/ 1488252 w 2107590"/>
              <a:gd name="connsiteY22-30936" fmla="*/ 1595214 h 2160513"/>
              <a:gd name="connsiteX23-30937" fmla="*/ 1388239 w 2107590"/>
              <a:gd name="connsiteY23-30938" fmla="*/ 1492821 h 2160513"/>
              <a:gd name="connsiteX24-30939" fmla="*/ 1714472 w 2107590"/>
              <a:gd name="connsiteY24-30940" fmla="*/ 1154684 h 2160513"/>
              <a:gd name="connsiteX25-30941" fmla="*/ 1390621 w 2107590"/>
              <a:gd name="connsiteY25-30942" fmla="*/ 1145157 h 2160513"/>
              <a:gd name="connsiteX26-30943" fmla="*/ 1342996 w 2107590"/>
              <a:gd name="connsiteY26-30944" fmla="*/ 1283270 h 2160513"/>
              <a:gd name="connsiteX27-30945" fmla="*/ 1042958 w 2107590"/>
              <a:gd name="connsiteY27-30946" fmla="*/ 983235 h 2160513"/>
              <a:gd name="connsiteX28-30947" fmla="*/ 1309658 w 2107590"/>
              <a:gd name="connsiteY28-30948" fmla="*/ 790352 h 2160513"/>
              <a:gd name="connsiteX29-30949" fmla="*/ 914371 w 2107590"/>
              <a:gd name="connsiteY29-30950" fmla="*/ 511746 h 2160513"/>
              <a:gd name="connsiteX30-30951" fmla="*/ 523846 w 2107590"/>
              <a:gd name="connsiteY30-30952" fmla="*/ 754633 h 2160513"/>
              <a:gd name="connsiteX31-30953" fmla="*/ 783402 w 2107590"/>
              <a:gd name="connsiteY31-30954" fmla="*/ 868932 h 2160513"/>
              <a:gd name="connsiteX32-30955" fmla="*/ 785783 w 2107590"/>
              <a:gd name="connsiteY32-30956" fmla="*/ 1002283 h 2160513"/>
              <a:gd name="connsiteX33-30957" fmla="*/ 373827 w 2107590"/>
              <a:gd name="connsiteY33-30958" fmla="*/ 852264 h 2160513"/>
              <a:gd name="connsiteX34-30959" fmla="*/ 759589 w 2107590"/>
              <a:gd name="connsiteY34-30960" fmla="*/ 409352 h 2160513"/>
              <a:gd name="connsiteX35-30961" fmla="*/ 1397764 w 2107590"/>
              <a:gd name="connsiteY35-30962" fmla="*/ 606996 h 2160513"/>
              <a:gd name="connsiteX36-30963" fmla="*/ 1409671 w 2107590"/>
              <a:gd name="connsiteY36-30964" fmla="*/ 868933 h 2160513"/>
              <a:gd name="connsiteX37-30965" fmla="*/ 1433483 w 2107590"/>
              <a:gd name="connsiteY37-30966" fmla="*/ 795115 h 2160513"/>
              <a:gd name="connsiteX38-30967" fmla="*/ 1643033 w 2107590"/>
              <a:gd name="connsiteY38-30968" fmla="*/ 611758 h 2160513"/>
              <a:gd name="connsiteX39-30969" fmla="*/ 1804958 w 2107590"/>
              <a:gd name="connsiteY39-30970" fmla="*/ 709389 h 2160513"/>
              <a:gd name="connsiteX40-30971" fmla="*/ 1633508 w 2107590"/>
              <a:gd name="connsiteY40-30972" fmla="*/ 926083 h 2160513"/>
              <a:gd name="connsiteX41-30973" fmla="*/ 1778764 w 2107590"/>
              <a:gd name="connsiteY41-30974" fmla="*/ 811783 h 2160513"/>
              <a:gd name="connsiteX42-30975" fmla="*/ 1819245 w 2107590"/>
              <a:gd name="connsiteY42-30976" fmla="*/ 959420 h 2160513"/>
              <a:gd name="connsiteX43-30977" fmla="*/ 1838296 w 2107590"/>
              <a:gd name="connsiteY43-30978" fmla="*/ 914177 h 2160513"/>
              <a:gd name="connsiteX44-30979" fmla="*/ 1838296 w 2107590"/>
              <a:gd name="connsiteY44-30980" fmla="*/ 1071339 h 2160513"/>
              <a:gd name="connsiteX45-30981" fmla="*/ 1939674 w 2107590"/>
              <a:gd name="connsiteY45-30982" fmla="*/ 1168520 h 2160513"/>
              <a:gd name="connsiteX46-30983" fmla="*/ 2010428 w 2107590"/>
              <a:gd name="connsiteY46-30984" fmla="*/ 1082702 h 2160513"/>
              <a:gd name="connsiteX47-30985" fmla="*/ 1909733 w 2107590"/>
              <a:gd name="connsiteY47-30986" fmla="*/ 1221358 h 2160513"/>
              <a:gd name="connsiteX48-30987" fmla="*/ 1795030 w 2107590"/>
              <a:gd name="connsiteY48-30988" fmla="*/ 1539289 h 2160513"/>
              <a:gd name="connsiteX49-30989" fmla="*/ 1235792 w 2107590"/>
              <a:gd name="connsiteY49-30990" fmla="*/ 1580715 h 2160513"/>
              <a:gd name="connsiteX50-30991" fmla="*/ 1344220 w 2107590"/>
              <a:gd name="connsiteY50-30992" fmla="*/ 1905742 h 2160513"/>
              <a:gd name="connsiteX0-30993" fmla="*/ 1575697 w 2107590"/>
              <a:gd name="connsiteY0-30994" fmla="*/ 2160513 h 2160513"/>
              <a:gd name="connsiteX1-30995" fmla="*/ 956854 w 2107590"/>
              <a:gd name="connsiteY1-30996" fmla="*/ 1258279 h 2160513"/>
              <a:gd name="connsiteX2-30997" fmla="*/ 863892 w 2107590"/>
              <a:gd name="connsiteY2-30998" fmla="*/ 1345253 h 2160513"/>
              <a:gd name="connsiteX3-30999" fmla="*/ 1026241 w 2107590"/>
              <a:gd name="connsiteY3-31000" fmla="*/ 1144473 h 2160513"/>
              <a:gd name="connsiteX4-31001" fmla="*/ 908876 w 2107590"/>
              <a:gd name="connsiteY4-31002" fmla="*/ 743032 h 2160513"/>
              <a:gd name="connsiteX5-31003" fmla="*/ 1054863 w 2107590"/>
              <a:gd name="connsiteY5-31004" fmla="*/ 807021 h 2160513"/>
              <a:gd name="connsiteX6-31005" fmla="*/ 766732 w 2107590"/>
              <a:gd name="connsiteY6-31006" fmla="*/ 928463 h 2160513"/>
              <a:gd name="connsiteX7-31007" fmla="*/ 228569 w 2107590"/>
              <a:gd name="connsiteY7-31008" fmla="*/ 1030857 h 2160513"/>
              <a:gd name="connsiteX8-31009" fmla="*/ 102364 w 2107590"/>
              <a:gd name="connsiteY8-31010" fmla="*/ 578421 h 2160513"/>
              <a:gd name="connsiteX9-31011" fmla="*/ 334972 w 2107590"/>
              <a:gd name="connsiteY9-31012" fmla="*/ 266829 h 2160513"/>
              <a:gd name="connsiteX10-31013" fmla="*/ 754827 w 2107590"/>
              <a:gd name="connsiteY10-31014" fmla="*/ 47401 h 2160513"/>
              <a:gd name="connsiteX11-31015" fmla="*/ 759590 w 2107590"/>
              <a:gd name="connsiteY11-31016" fmla="*/ 95027 h 2160513"/>
              <a:gd name="connsiteX12-31017" fmla="*/ 771497 w 2107590"/>
              <a:gd name="connsiteY12-31018" fmla="*/ 35497 h 2160513"/>
              <a:gd name="connsiteX13-31019" fmla="*/ 1341273 w 2107590"/>
              <a:gd name="connsiteY13-31020" fmla="*/ 79182 h 2160513"/>
              <a:gd name="connsiteX14-31021" fmla="*/ 1369190 w 2107590"/>
              <a:gd name="connsiteY14-31022" fmla="*/ 92646 h 2160513"/>
              <a:gd name="connsiteX15-31023" fmla="*/ 1772045 w 2107590"/>
              <a:gd name="connsiteY15-31024" fmla="*/ 359840 h 2160513"/>
              <a:gd name="connsiteX16-31025" fmla="*/ 1752572 w 2107590"/>
              <a:gd name="connsiteY16-31026" fmla="*/ 342677 h 2160513"/>
              <a:gd name="connsiteX17-31027" fmla="*/ 2013140 w 2107590"/>
              <a:gd name="connsiteY17-31028" fmla="*/ 736265 h 2160513"/>
              <a:gd name="connsiteX18-31029" fmla="*/ 2004983 w 2107590"/>
              <a:gd name="connsiteY18-31030" fmla="*/ 716533 h 2160513"/>
              <a:gd name="connsiteX19-31031" fmla="*/ 2095472 w 2107590"/>
              <a:gd name="connsiteY19-31032" fmla="*/ 1073721 h 2160513"/>
              <a:gd name="connsiteX20-31033" fmla="*/ 1826390 w 2107590"/>
              <a:gd name="connsiteY20-31034" fmla="*/ 1311846 h 2160513"/>
              <a:gd name="connsiteX21-31035" fmla="*/ 1821627 w 2107590"/>
              <a:gd name="connsiteY21-31036" fmla="*/ 1264221 h 2160513"/>
              <a:gd name="connsiteX22-31037" fmla="*/ 1488252 w 2107590"/>
              <a:gd name="connsiteY22-31038" fmla="*/ 1595214 h 2160513"/>
              <a:gd name="connsiteX23-31039" fmla="*/ 1388239 w 2107590"/>
              <a:gd name="connsiteY23-31040" fmla="*/ 1492821 h 2160513"/>
              <a:gd name="connsiteX24-31041" fmla="*/ 1714472 w 2107590"/>
              <a:gd name="connsiteY24-31042" fmla="*/ 1154684 h 2160513"/>
              <a:gd name="connsiteX25-31043" fmla="*/ 1390621 w 2107590"/>
              <a:gd name="connsiteY25-31044" fmla="*/ 1145157 h 2160513"/>
              <a:gd name="connsiteX26-31045" fmla="*/ 1342996 w 2107590"/>
              <a:gd name="connsiteY26-31046" fmla="*/ 1283270 h 2160513"/>
              <a:gd name="connsiteX27-31047" fmla="*/ 1042958 w 2107590"/>
              <a:gd name="connsiteY27-31048" fmla="*/ 983235 h 2160513"/>
              <a:gd name="connsiteX28-31049" fmla="*/ 1309658 w 2107590"/>
              <a:gd name="connsiteY28-31050" fmla="*/ 790352 h 2160513"/>
              <a:gd name="connsiteX29-31051" fmla="*/ 914371 w 2107590"/>
              <a:gd name="connsiteY29-31052" fmla="*/ 511746 h 2160513"/>
              <a:gd name="connsiteX30-31053" fmla="*/ 523846 w 2107590"/>
              <a:gd name="connsiteY30-31054" fmla="*/ 754633 h 2160513"/>
              <a:gd name="connsiteX31-31055" fmla="*/ 783402 w 2107590"/>
              <a:gd name="connsiteY31-31056" fmla="*/ 868932 h 2160513"/>
              <a:gd name="connsiteX32-31057" fmla="*/ 785783 w 2107590"/>
              <a:gd name="connsiteY32-31058" fmla="*/ 1002283 h 2160513"/>
              <a:gd name="connsiteX33-31059" fmla="*/ 373827 w 2107590"/>
              <a:gd name="connsiteY33-31060" fmla="*/ 852264 h 2160513"/>
              <a:gd name="connsiteX34-31061" fmla="*/ 759589 w 2107590"/>
              <a:gd name="connsiteY34-31062" fmla="*/ 409352 h 2160513"/>
              <a:gd name="connsiteX35-31063" fmla="*/ 1397764 w 2107590"/>
              <a:gd name="connsiteY35-31064" fmla="*/ 606996 h 2160513"/>
              <a:gd name="connsiteX36-31065" fmla="*/ 1409671 w 2107590"/>
              <a:gd name="connsiteY36-31066" fmla="*/ 868933 h 2160513"/>
              <a:gd name="connsiteX37-31067" fmla="*/ 1433483 w 2107590"/>
              <a:gd name="connsiteY37-31068" fmla="*/ 795115 h 2160513"/>
              <a:gd name="connsiteX38-31069" fmla="*/ 1643033 w 2107590"/>
              <a:gd name="connsiteY38-31070" fmla="*/ 611758 h 2160513"/>
              <a:gd name="connsiteX39-31071" fmla="*/ 1804958 w 2107590"/>
              <a:gd name="connsiteY39-31072" fmla="*/ 709389 h 2160513"/>
              <a:gd name="connsiteX40-31073" fmla="*/ 1633508 w 2107590"/>
              <a:gd name="connsiteY40-31074" fmla="*/ 926083 h 2160513"/>
              <a:gd name="connsiteX41-31075" fmla="*/ 1778764 w 2107590"/>
              <a:gd name="connsiteY41-31076" fmla="*/ 811783 h 2160513"/>
              <a:gd name="connsiteX42-31077" fmla="*/ 1819245 w 2107590"/>
              <a:gd name="connsiteY42-31078" fmla="*/ 959420 h 2160513"/>
              <a:gd name="connsiteX43-31079" fmla="*/ 1838296 w 2107590"/>
              <a:gd name="connsiteY43-31080" fmla="*/ 914177 h 2160513"/>
              <a:gd name="connsiteX44-31081" fmla="*/ 1838296 w 2107590"/>
              <a:gd name="connsiteY44-31082" fmla="*/ 1071339 h 2160513"/>
              <a:gd name="connsiteX45-31083" fmla="*/ 1939674 w 2107590"/>
              <a:gd name="connsiteY45-31084" fmla="*/ 1168520 h 2160513"/>
              <a:gd name="connsiteX46-31085" fmla="*/ 2036622 w 2107590"/>
              <a:gd name="connsiteY46-31086" fmla="*/ 1030314 h 2160513"/>
              <a:gd name="connsiteX47-31087" fmla="*/ 1909733 w 2107590"/>
              <a:gd name="connsiteY47-31088" fmla="*/ 1221358 h 2160513"/>
              <a:gd name="connsiteX48-31089" fmla="*/ 1795030 w 2107590"/>
              <a:gd name="connsiteY48-31090" fmla="*/ 1539289 h 2160513"/>
              <a:gd name="connsiteX49-31091" fmla="*/ 1235792 w 2107590"/>
              <a:gd name="connsiteY49-31092" fmla="*/ 1580715 h 2160513"/>
              <a:gd name="connsiteX50-31093" fmla="*/ 1344220 w 2107590"/>
              <a:gd name="connsiteY50-31094" fmla="*/ 1905742 h 2160513"/>
              <a:gd name="connsiteX0-31095" fmla="*/ 1575697 w 2107590"/>
              <a:gd name="connsiteY0-31096" fmla="*/ 2160513 h 2160513"/>
              <a:gd name="connsiteX1-31097" fmla="*/ 956854 w 2107590"/>
              <a:gd name="connsiteY1-31098" fmla="*/ 1258279 h 2160513"/>
              <a:gd name="connsiteX2-31099" fmla="*/ 863892 w 2107590"/>
              <a:gd name="connsiteY2-31100" fmla="*/ 1345253 h 2160513"/>
              <a:gd name="connsiteX3-31101" fmla="*/ 1026241 w 2107590"/>
              <a:gd name="connsiteY3-31102" fmla="*/ 1144473 h 2160513"/>
              <a:gd name="connsiteX4-31103" fmla="*/ 908876 w 2107590"/>
              <a:gd name="connsiteY4-31104" fmla="*/ 743032 h 2160513"/>
              <a:gd name="connsiteX5-31105" fmla="*/ 1054863 w 2107590"/>
              <a:gd name="connsiteY5-31106" fmla="*/ 807021 h 2160513"/>
              <a:gd name="connsiteX6-31107" fmla="*/ 766732 w 2107590"/>
              <a:gd name="connsiteY6-31108" fmla="*/ 928463 h 2160513"/>
              <a:gd name="connsiteX7-31109" fmla="*/ 228569 w 2107590"/>
              <a:gd name="connsiteY7-31110" fmla="*/ 1030857 h 2160513"/>
              <a:gd name="connsiteX8-31111" fmla="*/ 102364 w 2107590"/>
              <a:gd name="connsiteY8-31112" fmla="*/ 578421 h 2160513"/>
              <a:gd name="connsiteX9-31113" fmla="*/ 334972 w 2107590"/>
              <a:gd name="connsiteY9-31114" fmla="*/ 266829 h 2160513"/>
              <a:gd name="connsiteX10-31115" fmla="*/ 754827 w 2107590"/>
              <a:gd name="connsiteY10-31116" fmla="*/ 47401 h 2160513"/>
              <a:gd name="connsiteX11-31117" fmla="*/ 759590 w 2107590"/>
              <a:gd name="connsiteY11-31118" fmla="*/ 95027 h 2160513"/>
              <a:gd name="connsiteX12-31119" fmla="*/ 771497 w 2107590"/>
              <a:gd name="connsiteY12-31120" fmla="*/ 35497 h 2160513"/>
              <a:gd name="connsiteX13-31121" fmla="*/ 1341273 w 2107590"/>
              <a:gd name="connsiteY13-31122" fmla="*/ 79182 h 2160513"/>
              <a:gd name="connsiteX14-31123" fmla="*/ 1369190 w 2107590"/>
              <a:gd name="connsiteY14-31124" fmla="*/ 92646 h 2160513"/>
              <a:gd name="connsiteX15-31125" fmla="*/ 1772045 w 2107590"/>
              <a:gd name="connsiteY15-31126" fmla="*/ 359840 h 2160513"/>
              <a:gd name="connsiteX16-31127" fmla="*/ 1752572 w 2107590"/>
              <a:gd name="connsiteY16-31128" fmla="*/ 342677 h 2160513"/>
              <a:gd name="connsiteX17-31129" fmla="*/ 2013140 w 2107590"/>
              <a:gd name="connsiteY17-31130" fmla="*/ 736265 h 2160513"/>
              <a:gd name="connsiteX18-31131" fmla="*/ 2004983 w 2107590"/>
              <a:gd name="connsiteY18-31132" fmla="*/ 716533 h 2160513"/>
              <a:gd name="connsiteX19-31133" fmla="*/ 2095472 w 2107590"/>
              <a:gd name="connsiteY19-31134" fmla="*/ 1073721 h 2160513"/>
              <a:gd name="connsiteX20-31135" fmla="*/ 1826390 w 2107590"/>
              <a:gd name="connsiteY20-31136" fmla="*/ 1311846 h 2160513"/>
              <a:gd name="connsiteX21-31137" fmla="*/ 1821627 w 2107590"/>
              <a:gd name="connsiteY21-31138" fmla="*/ 1264221 h 2160513"/>
              <a:gd name="connsiteX22-31139" fmla="*/ 1488252 w 2107590"/>
              <a:gd name="connsiteY22-31140" fmla="*/ 1595214 h 2160513"/>
              <a:gd name="connsiteX23-31141" fmla="*/ 1388239 w 2107590"/>
              <a:gd name="connsiteY23-31142" fmla="*/ 1492821 h 2160513"/>
              <a:gd name="connsiteX24-31143" fmla="*/ 1714472 w 2107590"/>
              <a:gd name="connsiteY24-31144" fmla="*/ 1154684 h 2160513"/>
              <a:gd name="connsiteX25-31145" fmla="*/ 1390621 w 2107590"/>
              <a:gd name="connsiteY25-31146" fmla="*/ 1145157 h 2160513"/>
              <a:gd name="connsiteX26-31147" fmla="*/ 1342996 w 2107590"/>
              <a:gd name="connsiteY26-31148" fmla="*/ 1283270 h 2160513"/>
              <a:gd name="connsiteX27-31149" fmla="*/ 1042958 w 2107590"/>
              <a:gd name="connsiteY27-31150" fmla="*/ 983235 h 2160513"/>
              <a:gd name="connsiteX28-31151" fmla="*/ 1309658 w 2107590"/>
              <a:gd name="connsiteY28-31152" fmla="*/ 790352 h 2160513"/>
              <a:gd name="connsiteX29-31153" fmla="*/ 914371 w 2107590"/>
              <a:gd name="connsiteY29-31154" fmla="*/ 511746 h 2160513"/>
              <a:gd name="connsiteX30-31155" fmla="*/ 523846 w 2107590"/>
              <a:gd name="connsiteY30-31156" fmla="*/ 754633 h 2160513"/>
              <a:gd name="connsiteX31-31157" fmla="*/ 783402 w 2107590"/>
              <a:gd name="connsiteY31-31158" fmla="*/ 868932 h 2160513"/>
              <a:gd name="connsiteX32-31159" fmla="*/ 785783 w 2107590"/>
              <a:gd name="connsiteY32-31160" fmla="*/ 1002283 h 2160513"/>
              <a:gd name="connsiteX33-31161" fmla="*/ 373827 w 2107590"/>
              <a:gd name="connsiteY33-31162" fmla="*/ 852264 h 2160513"/>
              <a:gd name="connsiteX34-31163" fmla="*/ 759589 w 2107590"/>
              <a:gd name="connsiteY34-31164" fmla="*/ 409352 h 2160513"/>
              <a:gd name="connsiteX35-31165" fmla="*/ 1397764 w 2107590"/>
              <a:gd name="connsiteY35-31166" fmla="*/ 606996 h 2160513"/>
              <a:gd name="connsiteX36-31167" fmla="*/ 1409671 w 2107590"/>
              <a:gd name="connsiteY36-31168" fmla="*/ 868933 h 2160513"/>
              <a:gd name="connsiteX37-31169" fmla="*/ 1433483 w 2107590"/>
              <a:gd name="connsiteY37-31170" fmla="*/ 795115 h 2160513"/>
              <a:gd name="connsiteX38-31171" fmla="*/ 1643033 w 2107590"/>
              <a:gd name="connsiteY38-31172" fmla="*/ 611758 h 2160513"/>
              <a:gd name="connsiteX39-31173" fmla="*/ 1804958 w 2107590"/>
              <a:gd name="connsiteY39-31174" fmla="*/ 709389 h 2160513"/>
              <a:gd name="connsiteX40-31175" fmla="*/ 1633508 w 2107590"/>
              <a:gd name="connsiteY40-31176" fmla="*/ 926083 h 2160513"/>
              <a:gd name="connsiteX41-31177" fmla="*/ 1778764 w 2107590"/>
              <a:gd name="connsiteY41-31178" fmla="*/ 811783 h 2160513"/>
              <a:gd name="connsiteX42-31179" fmla="*/ 1819245 w 2107590"/>
              <a:gd name="connsiteY42-31180" fmla="*/ 959420 h 2160513"/>
              <a:gd name="connsiteX43-31181" fmla="*/ 1838296 w 2107590"/>
              <a:gd name="connsiteY43-31182" fmla="*/ 914177 h 2160513"/>
              <a:gd name="connsiteX44-31183" fmla="*/ 1838296 w 2107590"/>
              <a:gd name="connsiteY44-31184" fmla="*/ 1071339 h 2160513"/>
              <a:gd name="connsiteX45-31185" fmla="*/ 1939674 w 2107590"/>
              <a:gd name="connsiteY45-31186" fmla="*/ 1168520 h 2160513"/>
              <a:gd name="connsiteX46-31187" fmla="*/ 2003284 w 2107590"/>
              <a:gd name="connsiteY46-31188" fmla="*/ 1099371 h 2160513"/>
              <a:gd name="connsiteX47-31189" fmla="*/ 1909733 w 2107590"/>
              <a:gd name="connsiteY47-31190" fmla="*/ 1221358 h 2160513"/>
              <a:gd name="connsiteX48-31191" fmla="*/ 1795030 w 2107590"/>
              <a:gd name="connsiteY48-31192" fmla="*/ 1539289 h 2160513"/>
              <a:gd name="connsiteX49-31193" fmla="*/ 1235792 w 2107590"/>
              <a:gd name="connsiteY49-31194" fmla="*/ 1580715 h 2160513"/>
              <a:gd name="connsiteX50-31195" fmla="*/ 1344220 w 2107590"/>
              <a:gd name="connsiteY50-31196" fmla="*/ 1905742 h 2160513"/>
              <a:gd name="connsiteX0-31197" fmla="*/ 1575697 w 2107590"/>
              <a:gd name="connsiteY0-31198" fmla="*/ 2160513 h 2160513"/>
              <a:gd name="connsiteX1-31199" fmla="*/ 956854 w 2107590"/>
              <a:gd name="connsiteY1-31200" fmla="*/ 1258279 h 2160513"/>
              <a:gd name="connsiteX2-31201" fmla="*/ 863892 w 2107590"/>
              <a:gd name="connsiteY2-31202" fmla="*/ 1345253 h 2160513"/>
              <a:gd name="connsiteX3-31203" fmla="*/ 1026241 w 2107590"/>
              <a:gd name="connsiteY3-31204" fmla="*/ 1144473 h 2160513"/>
              <a:gd name="connsiteX4-31205" fmla="*/ 908876 w 2107590"/>
              <a:gd name="connsiteY4-31206" fmla="*/ 743032 h 2160513"/>
              <a:gd name="connsiteX5-31207" fmla="*/ 1054863 w 2107590"/>
              <a:gd name="connsiteY5-31208" fmla="*/ 807021 h 2160513"/>
              <a:gd name="connsiteX6-31209" fmla="*/ 766732 w 2107590"/>
              <a:gd name="connsiteY6-31210" fmla="*/ 928463 h 2160513"/>
              <a:gd name="connsiteX7-31211" fmla="*/ 228569 w 2107590"/>
              <a:gd name="connsiteY7-31212" fmla="*/ 1030857 h 2160513"/>
              <a:gd name="connsiteX8-31213" fmla="*/ 102364 w 2107590"/>
              <a:gd name="connsiteY8-31214" fmla="*/ 578421 h 2160513"/>
              <a:gd name="connsiteX9-31215" fmla="*/ 334972 w 2107590"/>
              <a:gd name="connsiteY9-31216" fmla="*/ 266829 h 2160513"/>
              <a:gd name="connsiteX10-31217" fmla="*/ 754827 w 2107590"/>
              <a:gd name="connsiteY10-31218" fmla="*/ 47401 h 2160513"/>
              <a:gd name="connsiteX11-31219" fmla="*/ 759590 w 2107590"/>
              <a:gd name="connsiteY11-31220" fmla="*/ 95027 h 2160513"/>
              <a:gd name="connsiteX12-31221" fmla="*/ 771497 w 2107590"/>
              <a:gd name="connsiteY12-31222" fmla="*/ 35497 h 2160513"/>
              <a:gd name="connsiteX13-31223" fmla="*/ 1341273 w 2107590"/>
              <a:gd name="connsiteY13-31224" fmla="*/ 79182 h 2160513"/>
              <a:gd name="connsiteX14-31225" fmla="*/ 1369190 w 2107590"/>
              <a:gd name="connsiteY14-31226" fmla="*/ 92646 h 2160513"/>
              <a:gd name="connsiteX15-31227" fmla="*/ 1772045 w 2107590"/>
              <a:gd name="connsiteY15-31228" fmla="*/ 359840 h 2160513"/>
              <a:gd name="connsiteX16-31229" fmla="*/ 1752572 w 2107590"/>
              <a:gd name="connsiteY16-31230" fmla="*/ 342677 h 2160513"/>
              <a:gd name="connsiteX17-31231" fmla="*/ 2013140 w 2107590"/>
              <a:gd name="connsiteY17-31232" fmla="*/ 736265 h 2160513"/>
              <a:gd name="connsiteX18-31233" fmla="*/ 2004983 w 2107590"/>
              <a:gd name="connsiteY18-31234" fmla="*/ 716533 h 2160513"/>
              <a:gd name="connsiteX19-31235" fmla="*/ 2095472 w 2107590"/>
              <a:gd name="connsiteY19-31236" fmla="*/ 1073721 h 2160513"/>
              <a:gd name="connsiteX20-31237" fmla="*/ 1826390 w 2107590"/>
              <a:gd name="connsiteY20-31238" fmla="*/ 1311846 h 2160513"/>
              <a:gd name="connsiteX21-31239" fmla="*/ 1821627 w 2107590"/>
              <a:gd name="connsiteY21-31240" fmla="*/ 1264221 h 2160513"/>
              <a:gd name="connsiteX22-31241" fmla="*/ 1488252 w 2107590"/>
              <a:gd name="connsiteY22-31242" fmla="*/ 1595214 h 2160513"/>
              <a:gd name="connsiteX23-31243" fmla="*/ 1388239 w 2107590"/>
              <a:gd name="connsiteY23-31244" fmla="*/ 1492821 h 2160513"/>
              <a:gd name="connsiteX24-31245" fmla="*/ 1714472 w 2107590"/>
              <a:gd name="connsiteY24-31246" fmla="*/ 1154684 h 2160513"/>
              <a:gd name="connsiteX25-31247" fmla="*/ 1390621 w 2107590"/>
              <a:gd name="connsiteY25-31248" fmla="*/ 1145157 h 2160513"/>
              <a:gd name="connsiteX26-31249" fmla="*/ 1342996 w 2107590"/>
              <a:gd name="connsiteY26-31250" fmla="*/ 1283270 h 2160513"/>
              <a:gd name="connsiteX27-31251" fmla="*/ 1042958 w 2107590"/>
              <a:gd name="connsiteY27-31252" fmla="*/ 983235 h 2160513"/>
              <a:gd name="connsiteX28-31253" fmla="*/ 1309658 w 2107590"/>
              <a:gd name="connsiteY28-31254" fmla="*/ 790352 h 2160513"/>
              <a:gd name="connsiteX29-31255" fmla="*/ 914371 w 2107590"/>
              <a:gd name="connsiteY29-31256" fmla="*/ 511746 h 2160513"/>
              <a:gd name="connsiteX30-31257" fmla="*/ 523846 w 2107590"/>
              <a:gd name="connsiteY30-31258" fmla="*/ 754633 h 2160513"/>
              <a:gd name="connsiteX31-31259" fmla="*/ 783402 w 2107590"/>
              <a:gd name="connsiteY31-31260" fmla="*/ 868932 h 2160513"/>
              <a:gd name="connsiteX32-31261" fmla="*/ 785783 w 2107590"/>
              <a:gd name="connsiteY32-31262" fmla="*/ 1002283 h 2160513"/>
              <a:gd name="connsiteX33-31263" fmla="*/ 373827 w 2107590"/>
              <a:gd name="connsiteY33-31264" fmla="*/ 852264 h 2160513"/>
              <a:gd name="connsiteX34-31265" fmla="*/ 759589 w 2107590"/>
              <a:gd name="connsiteY34-31266" fmla="*/ 409352 h 2160513"/>
              <a:gd name="connsiteX35-31267" fmla="*/ 1397764 w 2107590"/>
              <a:gd name="connsiteY35-31268" fmla="*/ 606996 h 2160513"/>
              <a:gd name="connsiteX36-31269" fmla="*/ 1409671 w 2107590"/>
              <a:gd name="connsiteY36-31270" fmla="*/ 868933 h 2160513"/>
              <a:gd name="connsiteX37-31271" fmla="*/ 1433483 w 2107590"/>
              <a:gd name="connsiteY37-31272" fmla="*/ 795115 h 2160513"/>
              <a:gd name="connsiteX38-31273" fmla="*/ 1643033 w 2107590"/>
              <a:gd name="connsiteY38-31274" fmla="*/ 611758 h 2160513"/>
              <a:gd name="connsiteX39-31275" fmla="*/ 1804958 w 2107590"/>
              <a:gd name="connsiteY39-31276" fmla="*/ 709389 h 2160513"/>
              <a:gd name="connsiteX40-31277" fmla="*/ 1633508 w 2107590"/>
              <a:gd name="connsiteY40-31278" fmla="*/ 926083 h 2160513"/>
              <a:gd name="connsiteX41-31279" fmla="*/ 1778764 w 2107590"/>
              <a:gd name="connsiteY41-31280" fmla="*/ 811783 h 2160513"/>
              <a:gd name="connsiteX42-31281" fmla="*/ 1819245 w 2107590"/>
              <a:gd name="connsiteY42-31282" fmla="*/ 959420 h 2160513"/>
              <a:gd name="connsiteX43-31283" fmla="*/ 1838296 w 2107590"/>
              <a:gd name="connsiteY43-31284" fmla="*/ 914177 h 2160513"/>
              <a:gd name="connsiteX44-31285" fmla="*/ 1838296 w 2107590"/>
              <a:gd name="connsiteY44-31286" fmla="*/ 1071339 h 2160513"/>
              <a:gd name="connsiteX45-31287" fmla="*/ 1939674 w 2107590"/>
              <a:gd name="connsiteY45-31288" fmla="*/ 1168520 h 2160513"/>
              <a:gd name="connsiteX46-31289" fmla="*/ 1943752 w 2107590"/>
              <a:gd name="connsiteY46-31290" fmla="*/ 1082702 h 2160513"/>
              <a:gd name="connsiteX47-31291" fmla="*/ 1909733 w 2107590"/>
              <a:gd name="connsiteY47-31292" fmla="*/ 1221358 h 2160513"/>
              <a:gd name="connsiteX48-31293" fmla="*/ 1795030 w 2107590"/>
              <a:gd name="connsiteY48-31294" fmla="*/ 1539289 h 2160513"/>
              <a:gd name="connsiteX49-31295" fmla="*/ 1235792 w 2107590"/>
              <a:gd name="connsiteY49-31296" fmla="*/ 1580715 h 2160513"/>
              <a:gd name="connsiteX50-31297" fmla="*/ 1344220 w 2107590"/>
              <a:gd name="connsiteY50-31298" fmla="*/ 1905742 h 2160513"/>
              <a:gd name="connsiteX0-31299" fmla="*/ 1575697 w 2107590"/>
              <a:gd name="connsiteY0-31300" fmla="*/ 2160513 h 2160513"/>
              <a:gd name="connsiteX1-31301" fmla="*/ 956854 w 2107590"/>
              <a:gd name="connsiteY1-31302" fmla="*/ 1258279 h 2160513"/>
              <a:gd name="connsiteX2-31303" fmla="*/ 863892 w 2107590"/>
              <a:gd name="connsiteY2-31304" fmla="*/ 1345253 h 2160513"/>
              <a:gd name="connsiteX3-31305" fmla="*/ 1026241 w 2107590"/>
              <a:gd name="connsiteY3-31306" fmla="*/ 1144473 h 2160513"/>
              <a:gd name="connsiteX4-31307" fmla="*/ 908876 w 2107590"/>
              <a:gd name="connsiteY4-31308" fmla="*/ 743032 h 2160513"/>
              <a:gd name="connsiteX5-31309" fmla="*/ 1054863 w 2107590"/>
              <a:gd name="connsiteY5-31310" fmla="*/ 807021 h 2160513"/>
              <a:gd name="connsiteX6-31311" fmla="*/ 766732 w 2107590"/>
              <a:gd name="connsiteY6-31312" fmla="*/ 928463 h 2160513"/>
              <a:gd name="connsiteX7-31313" fmla="*/ 228569 w 2107590"/>
              <a:gd name="connsiteY7-31314" fmla="*/ 1030857 h 2160513"/>
              <a:gd name="connsiteX8-31315" fmla="*/ 102364 w 2107590"/>
              <a:gd name="connsiteY8-31316" fmla="*/ 578421 h 2160513"/>
              <a:gd name="connsiteX9-31317" fmla="*/ 334972 w 2107590"/>
              <a:gd name="connsiteY9-31318" fmla="*/ 266829 h 2160513"/>
              <a:gd name="connsiteX10-31319" fmla="*/ 754827 w 2107590"/>
              <a:gd name="connsiteY10-31320" fmla="*/ 47401 h 2160513"/>
              <a:gd name="connsiteX11-31321" fmla="*/ 759590 w 2107590"/>
              <a:gd name="connsiteY11-31322" fmla="*/ 95027 h 2160513"/>
              <a:gd name="connsiteX12-31323" fmla="*/ 771497 w 2107590"/>
              <a:gd name="connsiteY12-31324" fmla="*/ 35497 h 2160513"/>
              <a:gd name="connsiteX13-31325" fmla="*/ 1341273 w 2107590"/>
              <a:gd name="connsiteY13-31326" fmla="*/ 79182 h 2160513"/>
              <a:gd name="connsiteX14-31327" fmla="*/ 1369190 w 2107590"/>
              <a:gd name="connsiteY14-31328" fmla="*/ 92646 h 2160513"/>
              <a:gd name="connsiteX15-31329" fmla="*/ 1772045 w 2107590"/>
              <a:gd name="connsiteY15-31330" fmla="*/ 359840 h 2160513"/>
              <a:gd name="connsiteX16-31331" fmla="*/ 1752572 w 2107590"/>
              <a:gd name="connsiteY16-31332" fmla="*/ 342677 h 2160513"/>
              <a:gd name="connsiteX17-31333" fmla="*/ 2013140 w 2107590"/>
              <a:gd name="connsiteY17-31334" fmla="*/ 736265 h 2160513"/>
              <a:gd name="connsiteX18-31335" fmla="*/ 2004983 w 2107590"/>
              <a:gd name="connsiteY18-31336" fmla="*/ 716533 h 2160513"/>
              <a:gd name="connsiteX19-31337" fmla="*/ 2095472 w 2107590"/>
              <a:gd name="connsiteY19-31338" fmla="*/ 1073721 h 2160513"/>
              <a:gd name="connsiteX20-31339" fmla="*/ 1826390 w 2107590"/>
              <a:gd name="connsiteY20-31340" fmla="*/ 1311846 h 2160513"/>
              <a:gd name="connsiteX21-31341" fmla="*/ 1821627 w 2107590"/>
              <a:gd name="connsiteY21-31342" fmla="*/ 1264221 h 2160513"/>
              <a:gd name="connsiteX22-31343" fmla="*/ 1488252 w 2107590"/>
              <a:gd name="connsiteY22-31344" fmla="*/ 1595214 h 2160513"/>
              <a:gd name="connsiteX23-31345" fmla="*/ 1388239 w 2107590"/>
              <a:gd name="connsiteY23-31346" fmla="*/ 1492821 h 2160513"/>
              <a:gd name="connsiteX24-31347" fmla="*/ 1714472 w 2107590"/>
              <a:gd name="connsiteY24-31348" fmla="*/ 1154684 h 2160513"/>
              <a:gd name="connsiteX25-31349" fmla="*/ 1390621 w 2107590"/>
              <a:gd name="connsiteY25-31350" fmla="*/ 1145157 h 2160513"/>
              <a:gd name="connsiteX26-31351" fmla="*/ 1342996 w 2107590"/>
              <a:gd name="connsiteY26-31352" fmla="*/ 1283270 h 2160513"/>
              <a:gd name="connsiteX27-31353" fmla="*/ 1042958 w 2107590"/>
              <a:gd name="connsiteY27-31354" fmla="*/ 983235 h 2160513"/>
              <a:gd name="connsiteX28-31355" fmla="*/ 1309658 w 2107590"/>
              <a:gd name="connsiteY28-31356" fmla="*/ 790352 h 2160513"/>
              <a:gd name="connsiteX29-31357" fmla="*/ 914371 w 2107590"/>
              <a:gd name="connsiteY29-31358" fmla="*/ 511746 h 2160513"/>
              <a:gd name="connsiteX30-31359" fmla="*/ 523846 w 2107590"/>
              <a:gd name="connsiteY30-31360" fmla="*/ 754633 h 2160513"/>
              <a:gd name="connsiteX31-31361" fmla="*/ 783402 w 2107590"/>
              <a:gd name="connsiteY31-31362" fmla="*/ 868932 h 2160513"/>
              <a:gd name="connsiteX32-31363" fmla="*/ 785783 w 2107590"/>
              <a:gd name="connsiteY32-31364" fmla="*/ 1002283 h 2160513"/>
              <a:gd name="connsiteX33-31365" fmla="*/ 373827 w 2107590"/>
              <a:gd name="connsiteY33-31366" fmla="*/ 852264 h 2160513"/>
              <a:gd name="connsiteX34-31367" fmla="*/ 759589 w 2107590"/>
              <a:gd name="connsiteY34-31368" fmla="*/ 409352 h 2160513"/>
              <a:gd name="connsiteX35-31369" fmla="*/ 1397764 w 2107590"/>
              <a:gd name="connsiteY35-31370" fmla="*/ 606996 h 2160513"/>
              <a:gd name="connsiteX36-31371" fmla="*/ 1409671 w 2107590"/>
              <a:gd name="connsiteY36-31372" fmla="*/ 868933 h 2160513"/>
              <a:gd name="connsiteX37-31373" fmla="*/ 1433483 w 2107590"/>
              <a:gd name="connsiteY37-31374" fmla="*/ 795115 h 2160513"/>
              <a:gd name="connsiteX38-31375" fmla="*/ 1643033 w 2107590"/>
              <a:gd name="connsiteY38-31376" fmla="*/ 611758 h 2160513"/>
              <a:gd name="connsiteX39-31377" fmla="*/ 1804958 w 2107590"/>
              <a:gd name="connsiteY39-31378" fmla="*/ 709389 h 2160513"/>
              <a:gd name="connsiteX40-31379" fmla="*/ 1633508 w 2107590"/>
              <a:gd name="connsiteY40-31380" fmla="*/ 926083 h 2160513"/>
              <a:gd name="connsiteX41-31381" fmla="*/ 1778764 w 2107590"/>
              <a:gd name="connsiteY41-31382" fmla="*/ 811783 h 2160513"/>
              <a:gd name="connsiteX42-31383" fmla="*/ 1819245 w 2107590"/>
              <a:gd name="connsiteY42-31384" fmla="*/ 959420 h 2160513"/>
              <a:gd name="connsiteX43-31385" fmla="*/ 1838296 w 2107590"/>
              <a:gd name="connsiteY43-31386" fmla="*/ 914177 h 2160513"/>
              <a:gd name="connsiteX44-31387" fmla="*/ 1838296 w 2107590"/>
              <a:gd name="connsiteY44-31388" fmla="*/ 1071339 h 2160513"/>
              <a:gd name="connsiteX45-31389" fmla="*/ 1939674 w 2107590"/>
              <a:gd name="connsiteY45-31390" fmla="*/ 1168520 h 2160513"/>
              <a:gd name="connsiteX46-31391" fmla="*/ 1943752 w 2107590"/>
              <a:gd name="connsiteY46-31392" fmla="*/ 1082702 h 2160513"/>
              <a:gd name="connsiteX47-31393" fmla="*/ 1909733 w 2107590"/>
              <a:gd name="connsiteY47-31394" fmla="*/ 1221358 h 2160513"/>
              <a:gd name="connsiteX48-31395" fmla="*/ 1795030 w 2107590"/>
              <a:gd name="connsiteY48-31396" fmla="*/ 1539289 h 2160513"/>
              <a:gd name="connsiteX49-31397" fmla="*/ 1235792 w 2107590"/>
              <a:gd name="connsiteY49-31398" fmla="*/ 1580715 h 2160513"/>
              <a:gd name="connsiteX50-31399" fmla="*/ 1344220 w 2107590"/>
              <a:gd name="connsiteY50-31400" fmla="*/ 1905742 h 2160513"/>
              <a:gd name="connsiteX0-31401" fmla="*/ 1575697 w 2107590"/>
              <a:gd name="connsiteY0-31402" fmla="*/ 2160513 h 2160513"/>
              <a:gd name="connsiteX1-31403" fmla="*/ 956854 w 2107590"/>
              <a:gd name="connsiteY1-31404" fmla="*/ 1258279 h 2160513"/>
              <a:gd name="connsiteX2-31405" fmla="*/ 863892 w 2107590"/>
              <a:gd name="connsiteY2-31406" fmla="*/ 1345253 h 2160513"/>
              <a:gd name="connsiteX3-31407" fmla="*/ 1026241 w 2107590"/>
              <a:gd name="connsiteY3-31408" fmla="*/ 1144473 h 2160513"/>
              <a:gd name="connsiteX4-31409" fmla="*/ 908876 w 2107590"/>
              <a:gd name="connsiteY4-31410" fmla="*/ 743032 h 2160513"/>
              <a:gd name="connsiteX5-31411" fmla="*/ 1054863 w 2107590"/>
              <a:gd name="connsiteY5-31412" fmla="*/ 807021 h 2160513"/>
              <a:gd name="connsiteX6-31413" fmla="*/ 766732 w 2107590"/>
              <a:gd name="connsiteY6-31414" fmla="*/ 928463 h 2160513"/>
              <a:gd name="connsiteX7-31415" fmla="*/ 228569 w 2107590"/>
              <a:gd name="connsiteY7-31416" fmla="*/ 1030857 h 2160513"/>
              <a:gd name="connsiteX8-31417" fmla="*/ 102364 w 2107590"/>
              <a:gd name="connsiteY8-31418" fmla="*/ 578421 h 2160513"/>
              <a:gd name="connsiteX9-31419" fmla="*/ 334972 w 2107590"/>
              <a:gd name="connsiteY9-31420" fmla="*/ 266829 h 2160513"/>
              <a:gd name="connsiteX10-31421" fmla="*/ 754827 w 2107590"/>
              <a:gd name="connsiteY10-31422" fmla="*/ 47401 h 2160513"/>
              <a:gd name="connsiteX11-31423" fmla="*/ 759590 w 2107590"/>
              <a:gd name="connsiteY11-31424" fmla="*/ 95027 h 2160513"/>
              <a:gd name="connsiteX12-31425" fmla="*/ 771497 w 2107590"/>
              <a:gd name="connsiteY12-31426" fmla="*/ 35497 h 2160513"/>
              <a:gd name="connsiteX13-31427" fmla="*/ 1341273 w 2107590"/>
              <a:gd name="connsiteY13-31428" fmla="*/ 79182 h 2160513"/>
              <a:gd name="connsiteX14-31429" fmla="*/ 1369190 w 2107590"/>
              <a:gd name="connsiteY14-31430" fmla="*/ 92646 h 2160513"/>
              <a:gd name="connsiteX15-31431" fmla="*/ 1772045 w 2107590"/>
              <a:gd name="connsiteY15-31432" fmla="*/ 359840 h 2160513"/>
              <a:gd name="connsiteX16-31433" fmla="*/ 1752572 w 2107590"/>
              <a:gd name="connsiteY16-31434" fmla="*/ 342677 h 2160513"/>
              <a:gd name="connsiteX17-31435" fmla="*/ 2013140 w 2107590"/>
              <a:gd name="connsiteY17-31436" fmla="*/ 736265 h 2160513"/>
              <a:gd name="connsiteX18-31437" fmla="*/ 2004983 w 2107590"/>
              <a:gd name="connsiteY18-31438" fmla="*/ 716533 h 2160513"/>
              <a:gd name="connsiteX19-31439" fmla="*/ 2095472 w 2107590"/>
              <a:gd name="connsiteY19-31440" fmla="*/ 1073721 h 2160513"/>
              <a:gd name="connsiteX20-31441" fmla="*/ 1826390 w 2107590"/>
              <a:gd name="connsiteY20-31442" fmla="*/ 1311846 h 2160513"/>
              <a:gd name="connsiteX21-31443" fmla="*/ 1821627 w 2107590"/>
              <a:gd name="connsiteY21-31444" fmla="*/ 1264221 h 2160513"/>
              <a:gd name="connsiteX22-31445" fmla="*/ 1488252 w 2107590"/>
              <a:gd name="connsiteY22-31446" fmla="*/ 1595214 h 2160513"/>
              <a:gd name="connsiteX23-31447" fmla="*/ 1388239 w 2107590"/>
              <a:gd name="connsiteY23-31448" fmla="*/ 1492821 h 2160513"/>
              <a:gd name="connsiteX24-31449" fmla="*/ 1714472 w 2107590"/>
              <a:gd name="connsiteY24-31450" fmla="*/ 1154684 h 2160513"/>
              <a:gd name="connsiteX25-31451" fmla="*/ 1390621 w 2107590"/>
              <a:gd name="connsiteY25-31452" fmla="*/ 1145157 h 2160513"/>
              <a:gd name="connsiteX26-31453" fmla="*/ 1342996 w 2107590"/>
              <a:gd name="connsiteY26-31454" fmla="*/ 1283270 h 2160513"/>
              <a:gd name="connsiteX27-31455" fmla="*/ 1042958 w 2107590"/>
              <a:gd name="connsiteY27-31456" fmla="*/ 983235 h 2160513"/>
              <a:gd name="connsiteX28-31457" fmla="*/ 1309658 w 2107590"/>
              <a:gd name="connsiteY28-31458" fmla="*/ 790352 h 2160513"/>
              <a:gd name="connsiteX29-31459" fmla="*/ 914371 w 2107590"/>
              <a:gd name="connsiteY29-31460" fmla="*/ 511746 h 2160513"/>
              <a:gd name="connsiteX30-31461" fmla="*/ 523846 w 2107590"/>
              <a:gd name="connsiteY30-31462" fmla="*/ 754633 h 2160513"/>
              <a:gd name="connsiteX31-31463" fmla="*/ 783402 w 2107590"/>
              <a:gd name="connsiteY31-31464" fmla="*/ 868932 h 2160513"/>
              <a:gd name="connsiteX32-31465" fmla="*/ 785783 w 2107590"/>
              <a:gd name="connsiteY32-31466" fmla="*/ 1002283 h 2160513"/>
              <a:gd name="connsiteX33-31467" fmla="*/ 373827 w 2107590"/>
              <a:gd name="connsiteY33-31468" fmla="*/ 852264 h 2160513"/>
              <a:gd name="connsiteX34-31469" fmla="*/ 759589 w 2107590"/>
              <a:gd name="connsiteY34-31470" fmla="*/ 409352 h 2160513"/>
              <a:gd name="connsiteX35-31471" fmla="*/ 1397764 w 2107590"/>
              <a:gd name="connsiteY35-31472" fmla="*/ 606996 h 2160513"/>
              <a:gd name="connsiteX36-31473" fmla="*/ 1409671 w 2107590"/>
              <a:gd name="connsiteY36-31474" fmla="*/ 868933 h 2160513"/>
              <a:gd name="connsiteX37-31475" fmla="*/ 1433483 w 2107590"/>
              <a:gd name="connsiteY37-31476" fmla="*/ 795115 h 2160513"/>
              <a:gd name="connsiteX38-31477" fmla="*/ 1643033 w 2107590"/>
              <a:gd name="connsiteY38-31478" fmla="*/ 611758 h 2160513"/>
              <a:gd name="connsiteX39-31479" fmla="*/ 1804958 w 2107590"/>
              <a:gd name="connsiteY39-31480" fmla="*/ 709389 h 2160513"/>
              <a:gd name="connsiteX40-31481" fmla="*/ 1633508 w 2107590"/>
              <a:gd name="connsiteY40-31482" fmla="*/ 926083 h 2160513"/>
              <a:gd name="connsiteX41-31483" fmla="*/ 1778764 w 2107590"/>
              <a:gd name="connsiteY41-31484" fmla="*/ 811783 h 2160513"/>
              <a:gd name="connsiteX42-31485" fmla="*/ 1819245 w 2107590"/>
              <a:gd name="connsiteY42-31486" fmla="*/ 959420 h 2160513"/>
              <a:gd name="connsiteX43-31487" fmla="*/ 1838296 w 2107590"/>
              <a:gd name="connsiteY43-31488" fmla="*/ 914177 h 2160513"/>
              <a:gd name="connsiteX44-31489" fmla="*/ 1838296 w 2107590"/>
              <a:gd name="connsiteY44-31490" fmla="*/ 1071339 h 2160513"/>
              <a:gd name="connsiteX45-31491" fmla="*/ 1939674 w 2107590"/>
              <a:gd name="connsiteY45-31492" fmla="*/ 1168520 h 2160513"/>
              <a:gd name="connsiteX46-31493" fmla="*/ 2053290 w 2107590"/>
              <a:gd name="connsiteY46-31494" fmla="*/ 1051745 h 2160513"/>
              <a:gd name="connsiteX47-31495" fmla="*/ 1909733 w 2107590"/>
              <a:gd name="connsiteY47-31496" fmla="*/ 1221358 h 2160513"/>
              <a:gd name="connsiteX48-31497" fmla="*/ 1795030 w 2107590"/>
              <a:gd name="connsiteY48-31498" fmla="*/ 1539289 h 2160513"/>
              <a:gd name="connsiteX49-31499" fmla="*/ 1235792 w 2107590"/>
              <a:gd name="connsiteY49-31500" fmla="*/ 1580715 h 2160513"/>
              <a:gd name="connsiteX50-31501" fmla="*/ 1344220 w 2107590"/>
              <a:gd name="connsiteY50-31502" fmla="*/ 1905742 h 2160513"/>
              <a:gd name="connsiteX0-31503" fmla="*/ 1575697 w 2107590"/>
              <a:gd name="connsiteY0-31504" fmla="*/ 2160513 h 2160513"/>
              <a:gd name="connsiteX1-31505" fmla="*/ 956854 w 2107590"/>
              <a:gd name="connsiteY1-31506" fmla="*/ 1258279 h 2160513"/>
              <a:gd name="connsiteX2-31507" fmla="*/ 863892 w 2107590"/>
              <a:gd name="connsiteY2-31508" fmla="*/ 1345253 h 2160513"/>
              <a:gd name="connsiteX3-31509" fmla="*/ 1026241 w 2107590"/>
              <a:gd name="connsiteY3-31510" fmla="*/ 1144473 h 2160513"/>
              <a:gd name="connsiteX4-31511" fmla="*/ 908876 w 2107590"/>
              <a:gd name="connsiteY4-31512" fmla="*/ 743032 h 2160513"/>
              <a:gd name="connsiteX5-31513" fmla="*/ 1054863 w 2107590"/>
              <a:gd name="connsiteY5-31514" fmla="*/ 807021 h 2160513"/>
              <a:gd name="connsiteX6-31515" fmla="*/ 766732 w 2107590"/>
              <a:gd name="connsiteY6-31516" fmla="*/ 928463 h 2160513"/>
              <a:gd name="connsiteX7-31517" fmla="*/ 228569 w 2107590"/>
              <a:gd name="connsiteY7-31518" fmla="*/ 1030857 h 2160513"/>
              <a:gd name="connsiteX8-31519" fmla="*/ 102364 w 2107590"/>
              <a:gd name="connsiteY8-31520" fmla="*/ 578421 h 2160513"/>
              <a:gd name="connsiteX9-31521" fmla="*/ 334972 w 2107590"/>
              <a:gd name="connsiteY9-31522" fmla="*/ 266829 h 2160513"/>
              <a:gd name="connsiteX10-31523" fmla="*/ 754827 w 2107590"/>
              <a:gd name="connsiteY10-31524" fmla="*/ 47401 h 2160513"/>
              <a:gd name="connsiteX11-31525" fmla="*/ 759590 w 2107590"/>
              <a:gd name="connsiteY11-31526" fmla="*/ 95027 h 2160513"/>
              <a:gd name="connsiteX12-31527" fmla="*/ 771497 w 2107590"/>
              <a:gd name="connsiteY12-31528" fmla="*/ 35497 h 2160513"/>
              <a:gd name="connsiteX13-31529" fmla="*/ 1341273 w 2107590"/>
              <a:gd name="connsiteY13-31530" fmla="*/ 79182 h 2160513"/>
              <a:gd name="connsiteX14-31531" fmla="*/ 1369190 w 2107590"/>
              <a:gd name="connsiteY14-31532" fmla="*/ 92646 h 2160513"/>
              <a:gd name="connsiteX15-31533" fmla="*/ 1772045 w 2107590"/>
              <a:gd name="connsiteY15-31534" fmla="*/ 359840 h 2160513"/>
              <a:gd name="connsiteX16-31535" fmla="*/ 1752572 w 2107590"/>
              <a:gd name="connsiteY16-31536" fmla="*/ 342677 h 2160513"/>
              <a:gd name="connsiteX17-31537" fmla="*/ 2013140 w 2107590"/>
              <a:gd name="connsiteY17-31538" fmla="*/ 736265 h 2160513"/>
              <a:gd name="connsiteX18-31539" fmla="*/ 2004983 w 2107590"/>
              <a:gd name="connsiteY18-31540" fmla="*/ 716533 h 2160513"/>
              <a:gd name="connsiteX19-31541" fmla="*/ 2095472 w 2107590"/>
              <a:gd name="connsiteY19-31542" fmla="*/ 1073721 h 2160513"/>
              <a:gd name="connsiteX20-31543" fmla="*/ 1826390 w 2107590"/>
              <a:gd name="connsiteY20-31544" fmla="*/ 1311846 h 2160513"/>
              <a:gd name="connsiteX21-31545" fmla="*/ 1821627 w 2107590"/>
              <a:gd name="connsiteY21-31546" fmla="*/ 1264221 h 2160513"/>
              <a:gd name="connsiteX22-31547" fmla="*/ 1488252 w 2107590"/>
              <a:gd name="connsiteY22-31548" fmla="*/ 1595214 h 2160513"/>
              <a:gd name="connsiteX23-31549" fmla="*/ 1388239 w 2107590"/>
              <a:gd name="connsiteY23-31550" fmla="*/ 1492821 h 2160513"/>
              <a:gd name="connsiteX24-31551" fmla="*/ 1714472 w 2107590"/>
              <a:gd name="connsiteY24-31552" fmla="*/ 1154684 h 2160513"/>
              <a:gd name="connsiteX25-31553" fmla="*/ 1390621 w 2107590"/>
              <a:gd name="connsiteY25-31554" fmla="*/ 1145157 h 2160513"/>
              <a:gd name="connsiteX26-31555" fmla="*/ 1342996 w 2107590"/>
              <a:gd name="connsiteY26-31556" fmla="*/ 1283270 h 2160513"/>
              <a:gd name="connsiteX27-31557" fmla="*/ 1042958 w 2107590"/>
              <a:gd name="connsiteY27-31558" fmla="*/ 983235 h 2160513"/>
              <a:gd name="connsiteX28-31559" fmla="*/ 1309658 w 2107590"/>
              <a:gd name="connsiteY28-31560" fmla="*/ 790352 h 2160513"/>
              <a:gd name="connsiteX29-31561" fmla="*/ 914371 w 2107590"/>
              <a:gd name="connsiteY29-31562" fmla="*/ 511746 h 2160513"/>
              <a:gd name="connsiteX30-31563" fmla="*/ 523846 w 2107590"/>
              <a:gd name="connsiteY30-31564" fmla="*/ 754633 h 2160513"/>
              <a:gd name="connsiteX31-31565" fmla="*/ 783402 w 2107590"/>
              <a:gd name="connsiteY31-31566" fmla="*/ 868932 h 2160513"/>
              <a:gd name="connsiteX32-31567" fmla="*/ 785783 w 2107590"/>
              <a:gd name="connsiteY32-31568" fmla="*/ 1002283 h 2160513"/>
              <a:gd name="connsiteX33-31569" fmla="*/ 373827 w 2107590"/>
              <a:gd name="connsiteY33-31570" fmla="*/ 852264 h 2160513"/>
              <a:gd name="connsiteX34-31571" fmla="*/ 759589 w 2107590"/>
              <a:gd name="connsiteY34-31572" fmla="*/ 409352 h 2160513"/>
              <a:gd name="connsiteX35-31573" fmla="*/ 1397764 w 2107590"/>
              <a:gd name="connsiteY35-31574" fmla="*/ 606996 h 2160513"/>
              <a:gd name="connsiteX36-31575" fmla="*/ 1409671 w 2107590"/>
              <a:gd name="connsiteY36-31576" fmla="*/ 868933 h 2160513"/>
              <a:gd name="connsiteX37-31577" fmla="*/ 1433483 w 2107590"/>
              <a:gd name="connsiteY37-31578" fmla="*/ 795115 h 2160513"/>
              <a:gd name="connsiteX38-31579" fmla="*/ 1643033 w 2107590"/>
              <a:gd name="connsiteY38-31580" fmla="*/ 611758 h 2160513"/>
              <a:gd name="connsiteX39-31581" fmla="*/ 1804958 w 2107590"/>
              <a:gd name="connsiteY39-31582" fmla="*/ 709389 h 2160513"/>
              <a:gd name="connsiteX40-31583" fmla="*/ 1633508 w 2107590"/>
              <a:gd name="connsiteY40-31584" fmla="*/ 926083 h 2160513"/>
              <a:gd name="connsiteX41-31585" fmla="*/ 1778764 w 2107590"/>
              <a:gd name="connsiteY41-31586" fmla="*/ 811783 h 2160513"/>
              <a:gd name="connsiteX42-31587" fmla="*/ 1819245 w 2107590"/>
              <a:gd name="connsiteY42-31588" fmla="*/ 959420 h 2160513"/>
              <a:gd name="connsiteX43-31589" fmla="*/ 1838296 w 2107590"/>
              <a:gd name="connsiteY43-31590" fmla="*/ 914177 h 2160513"/>
              <a:gd name="connsiteX44-31591" fmla="*/ 1838296 w 2107590"/>
              <a:gd name="connsiteY44-31592" fmla="*/ 1071339 h 2160513"/>
              <a:gd name="connsiteX45-31593" fmla="*/ 1939674 w 2107590"/>
              <a:gd name="connsiteY45-31594" fmla="*/ 1168520 h 2160513"/>
              <a:gd name="connsiteX46-31595" fmla="*/ 1915177 w 2107590"/>
              <a:gd name="connsiteY46-31596" fmla="*/ 1082701 h 2160513"/>
              <a:gd name="connsiteX47-31597" fmla="*/ 1909733 w 2107590"/>
              <a:gd name="connsiteY47-31598" fmla="*/ 1221358 h 2160513"/>
              <a:gd name="connsiteX48-31599" fmla="*/ 1795030 w 2107590"/>
              <a:gd name="connsiteY48-31600" fmla="*/ 1539289 h 2160513"/>
              <a:gd name="connsiteX49-31601" fmla="*/ 1235792 w 2107590"/>
              <a:gd name="connsiteY49-31602" fmla="*/ 1580715 h 2160513"/>
              <a:gd name="connsiteX50-31603" fmla="*/ 1344220 w 2107590"/>
              <a:gd name="connsiteY50-31604" fmla="*/ 1905742 h 2160513"/>
              <a:gd name="connsiteX0-31605" fmla="*/ 1575697 w 2107590"/>
              <a:gd name="connsiteY0-31606" fmla="*/ 2160513 h 2160513"/>
              <a:gd name="connsiteX1-31607" fmla="*/ 956854 w 2107590"/>
              <a:gd name="connsiteY1-31608" fmla="*/ 1258279 h 2160513"/>
              <a:gd name="connsiteX2-31609" fmla="*/ 863892 w 2107590"/>
              <a:gd name="connsiteY2-31610" fmla="*/ 1345253 h 2160513"/>
              <a:gd name="connsiteX3-31611" fmla="*/ 1026241 w 2107590"/>
              <a:gd name="connsiteY3-31612" fmla="*/ 1144473 h 2160513"/>
              <a:gd name="connsiteX4-31613" fmla="*/ 908876 w 2107590"/>
              <a:gd name="connsiteY4-31614" fmla="*/ 743032 h 2160513"/>
              <a:gd name="connsiteX5-31615" fmla="*/ 1054863 w 2107590"/>
              <a:gd name="connsiteY5-31616" fmla="*/ 807021 h 2160513"/>
              <a:gd name="connsiteX6-31617" fmla="*/ 766732 w 2107590"/>
              <a:gd name="connsiteY6-31618" fmla="*/ 928463 h 2160513"/>
              <a:gd name="connsiteX7-31619" fmla="*/ 228569 w 2107590"/>
              <a:gd name="connsiteY7-31620" fmla="*/ 1030857 h 2160513"/>
              <a:gd name="connsiteX8-31621" fmla="*/ 102364 w 2107590"/>
              <a:gd name="connsiteY8-31622" fmla="*/ 578421 h 2160513"/>
              <a:gd name="connsiteX9-31623" fmla="*/ 334972 w 2107590"/>
              <a:gd name="connsiteY9-31624" fmla="*/ 266829 h 2160513"/>
              <a:gd name="connsiteX10-31625" fmla="*/ 754827 w 2107590"/>
              <a:gd name="connsiteY10-31626" fmla="*/ 47401 h 2160513"/>
              <a:gd name="connsiteX11-31627" fmla="*/ 759590 w 2107590"/>
              <a:gd name="connsiteY11-31628" fmla="*/ 95027 h 2160513"/>
              <a:gd name="connsiteX12-31629" fmla="*/ 771497 w 2107590"/>
              <a:gd name="connsiteY12-31630" fmla="*/ 35497 h 2160513"/>
              <a:gd name="connsiteX13-31631" fmla="*/ 1341273 w 2107590"/>
              <a:gd name="connsiteY13-31632" fmla="*/ 79182 h 2160513"/>
              <a:gd name="connsiteX14-31633" fmla="*/ 1369190 w 2107590"/>
              <a:gd name="connsiteY14-31634" fmla="*/ 92646 h 2160513"/>
              <a:gd name="connsiteX15-31635" fmla="*/ 1772045 w 2107590"/>
              <a:gd name="connsiteY15-31636" fmla="*/ 359840 h 2160513"/>
              <a:gd name="connsiteX16-31637" fmla="*/ 1752572 w 2107590"/>
              <a:gd name="connsiteY16-31638" fmla="*/ 342677 h 2160513"/>
              <a:gd name="connsiteX17-31639" fmla="*/ 2013140 w 2107590"/>
              <a:gd name="connsiteY17-31640" fmla="*/ 736265 h 2160513"/>
              <a:gd name="connsiteX18-31641" fmla="*/ 2004983 w 2107590"/>
              <a:gd name="connsiteY18-31642" fmla="*/ 716533 h 2160513"/>
              <a:gd name="connsiteX19-31643" fmla="*/ 2095472 w 2107590"/>
              <a:gd name="connsiteY19-31644" fmla="*/ 1073721 h 2160513"/>
              <a:gd name="connsiteX20-31645" fmla="*/ 1826390 w 2107590"/>
              <a:gd name="connsiteY20-31646" fmla="*/ 1311846 h 2160513"/>
              <a:gd name="connsiteX21-31647" fmla="*/ 1821627 w 2107590"/>
              <a:gd name="connsiteY21-31648" fmla="*/ 1264221 h 2160513"/>
              <a:gd name="connsiteX22-31649" fmla="*/ 1488252 w 2107590"/>
              <a:gd name="connsiteY22-31650" fmla="*/ 1595214 h 2160513"/>
              <a:gd name="connsiteX23-31651" fmla="*/ 1388239 w 2107590"/>
              <a:gd name="connsiteY23-31652" fmla="*/ 1492821 h 2160513"/>
              <a:gd name="connsiteX24-31653" fmla="*/ 1714472 w 2107590"/>
              <a:gd name="connsiteY24-31654" fmla="*/ 1154684 h 2160513"/>
              <a:gd name="connsiteX25-31655" fmla="*/ 1390621 w 2107590"/>
              <a:gd name="connsiteY25-31656" fmla="*/ 1145157 h 2160513"/>
              <a:gd name="connsiteX26-31657" fmla="*/ 1342996 w 2107590"/>
              <a:gd name="connsiteY26-31658" fmla="*/ 1283270 h 2160513"/>
              <a:gd name="connsiteX27-31659" fmla="*/ 1042958 w 2107590"/>
              <a:gd name="connsiteY27-31660" fmla="*/ 983235 h 2160513"/>
              <a:gd name="connsiteX28-31661" fmla="*/ 1309658 w 2107590"/>
              <a:gd name="connsiteY28-31662" fmla="*/ 790352 h 2160513"/>
              <a:gd name="connsiteX29-31663" fmla="*/ 914371 w 2107590"/>
              <a:gd name="connsiteY29-31664" fmla="*/ 511746 h 2160513"/>
              <a:gd name="connsiteX30-31665" fmla="*/ 523846 w 2107590"/>
              <a:gd name="connsiteY30-31666" fmla="*/ 754633 h 2160513"/>
              <a:gd name="connsiteX31-31667" fmla="*/ 783402 w 2107590"/>
              <a:gd name="connsiteY31-31668" fmla="*/ 868932 h 2160513"/>
              <a:gd name="connsiteX32-31669" fmla="*/ 785783 w 2107590"/>
              <a:gd name="connsiteY32-31670" fmla="*/ 1002283 h 2160513"/>
              <a:gd name="connsiteX33-31671" fmla="*/ 373827 w 2107590"/>
              <a:gd name="connsiteY33-31672" fmla="*/ 852264 h 2160513"/>
              <a:gd name="connsiteX34-31673" fmla="*/ 759589 w 2107590"/>
              <a:gd name="connsiteY34-31674" fmla="*/ 409352 h 2160513"/>
              <a:gd name="connsiteX35-31675" fmla="*/ 1397764 w 2107590"/>
              <a:gd name="connsiteY35-31676" fmla="*/ 606996 h 2160513"/>
              <a:gd name="connsiteX36-31677" fmla="*/ 1409671 w 2107590"/>
              <a:gd name="connsiteY36-31678" fmla="*/ 868933 h 2160513"/>
              <a:gd name="connsiteX37-31679" fmla="*/ 1433483 w 2107590"/>
              <a:gd name="connsiteY37-31680" fmla="*/ 795115 h 2160513"/>
              <a:gd name="connsiteX38-31681" fmla="*/ 1643033 w 2107590"/>
              <a:gd name="connsiteY38-31682" fmla="*/ 611758 h 2160513"/>
              <a:gd name="connsiteX39-31683" fmla="*/ 1804958 w 2107590"/>
              <a:gd name="connsiteY39-31684" fmla="*/ 709389 h 2160513"/>
              <a:gd name="connsiteX40-31685" fmla="*/ 1633508 w 2107590"/>
              <a:gd name="connsiteY40-31686" fmla="*/ 926083 h 2160513"/>
              <a:gd name="connsiteX41-31687" fmla="*/ 1778764 w 2107590"/>
              <a:gd name="connsiteY41-31688" fmla="*/ 811783 h 2160513"/>
              <a:gd name="connsiteX42-31689" fmla="*/ 1819245 w 2107590"/>
              <a:gd name="connsiteY42-31690" fmla="*/ 959420 h 2160513"/>
              <a:gd name="connsiteX43-31691" fmla="*/ 1838296 w 2107590"/>
              <a:gd name="connsiteY43-31692" fmla="*/ 914177 h 2160513"/>
              <a:gd name="connsiteX44-31693" fmla="*/ 1838296 w 2107590"/>
              <a:gd name="connsiteY44-31694" fmla="*/ 1071339 h 2160513"/>
              <a:gd name="connsiteX45-31695" fmla="*/ 1939674 w 2107590"/>
              <a:gd name="connsiteY45-31696" fmla="*/ 1173283 h 2160513"/>
              <a:gd name="connsiteX46-31697" fmla="*/ 1915177 w 2107590"/>
              <a:gd name="connsiteY46-31698" fmla="*/ 1082701 h 2160513"/>
              <a:gd name="connsiteX47-31699" fmla="*/ 1909733 w 2107590"/>
              <a:gd name="connsiteY47-31700" fmla="*/ 1221358 h 2160513"/>
              <a:gd name="connsiteX48-31701" fmla="*/ 1795030 w 2107590"/>
              <a:gd name="connsiteY48-31702" fmla="*/ 1539289 h 2160513"/>
              <a:gd name="connsiteX49-31703" fmla="*/ 1235792 w 2107590"/>
              <a:gd name="connsiteY49-31704" fmla="*/ 1580715 h 2160513"/>
              <a:gd name="connsiteX50-31705" fmla="*/ 1344220 w 2107590"/>
              <a:gd name="connsiteY50-31706" fmla="*/ 1905742 h 2160513"/>
              <a:gd name="connsiteX0-31707" fmla="*/ 1575697 w 2107590"/>
              <a:gd name="connsiteY0-31708" fmla="*/ 2160513 h 2160513"/>
              <a:gd name="connsiteX1-31709" fmla="*/ 956854 w 2107590"/>
              <a:gd name="connsiteY1-31710" fmla="*/ 1258279 h 2160513"/>
              <a:gd name="connsiteX2-31711" fmla="*/ 863892 w 2107590"/>
              <a:gd name="connsiteY2-31712" fmla="*/ 1345253 h 2160513"/>
              <a:gd name="connsiteX3-31713" fmla="*/ 1026241 w 2107590"/>
              <a:gd name="connsiteY3-31714" fmla="*/ 1144473 h 2160513"/>
              <a:gd name="connsiteX4-31715" fmla="*/ 908876 w 2107590"/>
              <a:gd name="connsiteY4-31716" fmla="*/ 743032 h 2160513"/>
              <a:gd name="connsiteX5-31717" fmla="*/ 1054863 w 2107590"/>
              <a:gd name="connsiteY5-31718" fmla="*/ 807021 h 2160513"/>
              <a:gd name="connsiteX6-31719" fmla="*/ 766732 w 2107590"/>
              <a:gd name="connsiteY6-31720" fmla="*/ 928463 h 2160513"/>
              <a:gd name="connsiteX7-31721" fmla="*/ 228569 w 2107590"/>
              <a:gd name="connsiteY7-31722" fmla="*/ 1030857 h 2160513"/>
              <a:gd name="connsiteX8-31723" fmla="*/ 102364 w 2107590"/>
              <a:gd name="connsiteY8-31724" fmla="*/ 578421 h 2160513"/>
              <a:gd name="connsiteX9-31725" fmla="*/ 334972 w 2107590"/>
              <a:gd name="connsiteY9-31726" fmla="*/ 266829 h 2160513"/>
              <a:gd name="connsiteX10-31727" fmla="*/ 754827 w 2107590"/>
              <a:gd name="connsiteY10-31728" fmla="*/ 47401 h 2160513"/>
              <a:gd name="connsiteX11-31729" fmla="*/ 759590 w 2107590"/>
              <a:gd name="connsiteY11-31730" fmla="*/ 95027 h 2160513"/>
              <a:gd name="connsiteX12-31731" fmla="*/ 771497 w 2107590"/>
              <a:gd name="connsiteY12-31732" fmla="*/ 35497 h 2160513"/>
              <a:gd name="connsiteX13-31733" fmla="*/ 1341273 w 2107590"/>
              <a:gd name="connsiteY13-31734" fmla="*/ 79182 h 2160513"/>
              <a:gd name="connsiteX14-31735" fmla="*/ 1369190 w 2107590"/>
              <a:gd name="connsiteY14-31736" fmla="*/ 92646 h 2160513"/>
              <a:gd name="connsiteX15-31737" fmla="*/ 1772045 w 2107590"/>
              <a:gd name="connsiteY15-31738" fmla="*/ 359840 h 2160513"/>
              <a:gd name="connsiteX16-31739" fmla="*/ 1752572 w 2107590"/>
              <a:gd name="connsiteY16-31740" fmla="*/ 342677 h 2160513"/>
              <a:gd name="connsiteX17-31741" fmla="*/ 2013140 w 2107590"/>
              <a:gd name="connsiteY17-31742" fmla="*/ 736265 h 2160513"/>
              <a:gd name="connsiteX18-31743" fmla="*/ 2004983 w 2107590"/>
              <a:gd name="connsiteY18-31744" fmla="*/ 716533 h 2160513"/>
              <a:gd name="connsiteX19-31745" fmla="*/ 2095472 w 2107590"/>
              <a:gd name="connsiteY19-31746" fmla="*/ 1073721 h 2160513"/>
              <a:gd name="connsiteX20-31747" fmla="*/ 1826390 w 2107590"/>
              <a:gd name="connsiteY20-31748" fmla="*/ 1311846 h 2160513"/>
              <a:gd name="connsiteX21-31749" fmla="*/ 1821627 w 2107590"/>
              <a:gd name="connsiteY21-31750" fmla="*/ 1264221 h 2160513"/>
              <a:gd name="connsiteX22-31751" fmla="*/ 1488252 w 2107590"/>
              <a:gd name="connsiteY22-31752" fmla="*/ 1595214 h 2160513"/>
              <a:gd name="connsiteX23-31753" fmla="*/ 1388239 w 2107590"/>
              <a:gd name="connsiteY23-31754" fmla="*/ 1492821 h 2160513"/>
              <a:gd name="connsiteX24-31755" fmla="*/ 1714472 w 2107590"/>
              <a:gd name="connsiteY24-31756" fmla="*/ 1154684 h 2160513"/>
              <a:gd name="connsiteX25-31757" fmla="*/ 1390621 w 2107590"/>
              <a:gd name="connsiteY25-31758" fmla="*/ 1145157 h 2160513"/>
              <a:gd name="connsiteX26-31759" fmla="*/ 1342996 w 2107590"/>
              <a:gd name="connsiteY26-31760" fmla="*/ 1283270 h 2160513"/>
              <a:gd name="connsiteX27-31761" fmla="*/ 1042958 w 2107590"/>
              <a:gd name="connsiteY27-31762" fmla="*/ 983235 h 2160513"/>
              <a:gd name="connsiteX28-31763" fmla="*/ 1309658 w 2107590"/>
              <a:gd name="connsiteY28-31764" fmla="*/ 790352 h 2160513"/>
              <a:gd name="connsiteX29-31765" fmla="*/ 914371 w 2107590"/>
              <a:gd name="connsiteY29-31766" fmla="*/ 511746 h 2160513"/>
              <a:gd name="connsiteX30-31767" fmla="*/ 523846 w 2107590"/>
              <a:gd name="connsiteY30-31768" fmla="*/ 754633 h 2160513"/>
              <a:gd name="connsiteX31-31769" fmla="*/ 783402 w 2107590"/>
              <a:gd name="connsiteY31-31770" fmla="*/ 868932 h 2160513"/>
              <a:gd name="connsiteX32-31771" fmla="*/ 785783 w 2107590"/>
              <a:gd name="connsiteY32-31772" fmla="*/ 1002283 h 2160513"/>
              <a:gd name="connsiteX33-31773" fmla="*/ 373827 w 2107590"/>
              <a:gd name="connsiteY33-31774" fmla="*/ 852264 h 2160513"/>
              <a:gd name="connsiteX34-31775" fmla="*/ 759589 w 2107590"/>
              <a:gd name="connsiteY34-31776" fmla="*/ 409352 h 2160513"/>
              <a:gd name="connsiteX35-31777" fmla="*/ 1397764 w 2107590"/>
              <a:gd name="connsiteY35-31778" fmla="*/ 606996 h 2160513"/>
              <a:gd name="connsiteX36-31779" fmla="*/ 1409671 w 2107590"/>
              <a:gd name="connsiteY36-31780" fmla="*/ 868933 h 2160513"/>
              <a:gd name="connsiteX37-31781" fmla="*/ 1433483 w 2107590"/>
              <a:gd name="connsiteY37-31782" fmla="*/ 795115 h 2160513"/>
              <a:gd name="connsiteX38-31783" fmla="*/ 1643033 w 2107590"/>
              <a:gd name="connsiteY38-31784" fmla="*/ 611758 h 2160513"/>
              <a:gd name="connsiteX39-31785" fmla="*/ 1804958 w 2107590"/>
              <a:gd name="connsiteY39-31786" fmla="*/ 709389 h 2160513"/>
              <a:gd name="connsiteX40-31787" fmla="*/ 1633508 w 2107590"/>
              <a:gd name="connsiteY40-31788" fmla="*/ 926083 h 2160513"/>
              <a:gd name="connsiteX41-31789" fmla="*/ 1778764 w 2107590"/>
              <a:gd name="connsiteY41-31790" fmla="*/ 811783 h 2160513"/>
              <a:gd name="connsiteX42-31791" fmla="*/ 1819245 w 2107590"/>
              <a:gd name="connsiteY42-31792" fmla="*/ 959420 h 2160513"/>
              <a:gd name="connsiteX43-31793" fmla="*/ 1838296 w 2107590"/>
              <a:gd name="connsiteY43-31794" fmla="*/ 914177 h 2160513"/>
              <a:gd name="connsiteX44-31795" fmla="*/ 1838296 w 2107590"/>
              <a:gd name="connsiteY44-31796" fmla="*/ 1071339 h 2160513"/>
              <a:gd name="connsiteX45-31797" fmla="*/ 1939674 w 2107590"/>
              <a:gd name="connsiteY45-31798" fmla="*/ 1173283 h 2160513"/>
              <a:gd name="connsiteX46-31799" fmla="*/ 1915177 w 2107590"/>
              <a:gd name="connsiteY46-31800" fmla="*/ 1082701 h 2160513"/>
              <a:gd name="connsiteX47-31801" fmla="*/ 1909733 w 2107590"/>
              <a:gd name="connsiteY47-31802" fmla="*/ 1221358 h 2160513"/>
              <a:gd name="connsiteX48-31803" fmla="*/ 1795030 w 2107590"/>
              <a:gd name="connsiteY48-31804" fmla="*/ 1539289 h 2160513"/>
              <a:gd name="connsiteX49-31805" fmla="*/ 1235792 w 2107590"/>
              <a:gd name="connsiteY49-31806" fmla="*/ 1580715 h 2160513"/>
              <a:gd name="connsiteX50-31807" fmla="*/ 1344220 w 2107590"/>
              <a:gd name="connsiteY50-31808" fmla="*/ 1905742 h 2160513"/>
              <a:gd name="connsiteX0-31809" fmla="*/ 1575697 w 2107590"/>
              <a:gd name="connsiteY0-31810" fmla="*/ 2160513 h 2160513"/>
              <a:gd name="connsiteX1-31811" fmla="*/ 956854 w 2107590"/>
              <a:gd name="connsiteY1-31812" fmla="*/ 1258279 h 2160513"/>
              <a:gd name="connsiteX2-31813" fmla="*/ 863892 w 2107590"/>
              <a:gd name="connsiteY2-31814" fmla="*/ 1345253 h 2160513"/>
              <a:gd name="connsiteX3-31815" fmla="*/ 1026241 w 2107590"/>
              <a:gd name="connsiteY3-31816" fmla="*/ 1144473 h 2160513"/>
              <a:gd name="connsiteX4-31817" fmla="*/ 908876 w 2107590"/>
              <a:gd name="connsiteY4-31818" fmla="*/ 743032 h 2160513"/>
              <a:gd name="connsiteX5-31819" fmla="*/ 1054863 w 2107590"/>
              <a:gd name="connsiteY5-31820" fmla="*/ 807021 h 2160513"/>
              <a:gd name="connsiteX6-31821" fmla="*/ 766732 w 2107590"/>
              <a:gd name="connsiteY6-31822" fmla="*/ 928463 h 2160513"/>
              <a:gd name="connsiteX7-31823" fmla="*/ 228569 w 2107590"/>
              <a:gd name="connsiteY7-31824" fmla="*/ 1030857 h 2160513"/>
              <a:gd name="connsiteX8-31825" fmla="*/ 102364 w 2107590"/>
              <a:gd name="connsiteY8-31826" fmla="*/ 578421 h 2160513"/>
              <a:gd name="connsiteX9-31827" fmla="*/ 334972 w 2107590"/>
              <a:gd name="connsiteY9-31828" fmla="*/ 266829 h 2160513"/>
              <a:gd name="connsiteX10-31829" fmla="*/ 754827 w 2107590"/>
              <a:gd name="connsiteY10-31830" fmla="*/ 47401 h 2160513"/>
              <a:gd name="connsiteX11-31831" fmla="*/ 759590 w 2107590"/>
              <a:gd name="connsiteY11-31832" fmla="*/ 95027 h 2160513"/>
              <a:gd name="connsiteX12-31833" fmla="*/ 771497 w 2107590"/>
              <a:gd name="connsiteY12-31834" fmla="*/ 35497 h 2160513"/>
              <a:gd name="connsiteX13-31835" fmla="*/ 1341273 w 2107590"/>
              <a:gd name="connsiteY13-31836" fmla="*/ 79182 h 2160513"/>
              <a:gd name="connsiteX14-31837" fmla="*/ 1369190 w 2107590"/>
              <a:gd name="connsiteY14-31838" fmla="*/ 92646 h 2160513"/>
              <a:gd name="connsiteX15-31839" fmla="*/ 1772045 w 2107590"/>
              <a:gd name="connsiteY15-31840" fmla="*/ 359840 h 2160513"/>
              <a:gd name="connsiteX16-31841" fmla="*/ 1752572 w 2107590"/>
              <a:gd name="connsiteY16-31842" fmla="*/ 342677 h 2160513"/>
              <a:gd name="connsiteX17-31843" fmla="*/ 2013140 w 2107590"/>
              <a:gd name="connsiteY17-31844" fmla="*/ 736265 h 2160513"/>
              <a:gd name="connsiteX18-31845" fmla="*/ 2004983 w 2107590"/>
              <a:gd name="connsiteY18-31846" fmla="*/ 716533 h 2160513"/>
              <a:gd name="connsiteX19-31847" fmla="*/ 2095472 w 2107590"/>
              <a:gd name="connsiteY19-31848" fmla="*/ 1073721 h 2160513"/>
              <a:gd name="connsiteX20-31849" fmla="*/ 1826390 w 2107590"/>
              <a:gd name="connsiteY20-31850" fmla="*/ 1311846 h 2160513"/>
              <a:gd name="connsiteX21-31851" fmla="*/ 1821627 w 2107590"/>
              <a:gd name="connsiteY21-31852" fmla="*/ 1264221 h 2160513"/>
              <a:gd name="connsiteX22-31853" fmla="*/ 1488252 w 2107590"/>
              <a:gd name="connsiteY22-31854" fmla="*/ 1595214 h 2160513"/>
              <a:gd name="connsiteX23-31855" fmla="*/ 1388239 w 2107590"/>
              <a:gd name="connsiteY23-31856" fmla="*/ 1492821 h 2160513"/>
              <a:gd name="connsiteX24-31857" fmla="*/ 1714472 w 2107590"/>
              <a:gd name="connsiteY24-31858" fmla="*/ 1154684 h 2160513"/>
              <a:gd name="connsiteX25-31859" fmla="*/ 1390621 w 2107590"/>
              <a:gd name="connsiteY25-31860" fmla="*/ 1145157 h 2160513"/>
              <a:gd name="connsiteX26-31861" fmla="*/ 1342996 w 2107590"/>
              <a:gd name="connsiteY26-31862" fmla="*/ 1283270 h 2160513"/>
              <a:gd name="connsiteX27-31863" fmla="*/ 1042958 w 2107590"/>
              <a:gd name="connsiteY27-31864" fmla="*/ 983235 h 2160513"/>
              <a:gd name="connsiteX28-31865" fmla="*/ 1309658 w 2107590"/>
              <a:gd name="connsiteY28-31866" fmla="*/ 790352 h 2160513"/>
              <a:gd name="connsiteX29-31867" fmla="*/ 914371 w 2107590"/>
              <a:gd name="connsiteY29-31868" fmla="*/ 511746 h 2160513"/>
              <a:gd name="connsiteX30-31869" fmla="*/ 523846 w 2107590"/>
              <a:gd name="connsiteY30-31870" fmla="*/ 754633 h 2160513"/>
              <a:gd name="connsiteX31-31871" fmla="*/ 783402 w 2107590"/>
              <a:gd name="connsiteY31-31872" fmla="*/ 868932 h 2160513"/>
              <a:gd name="connsiteX32-31873" fmla="*/ 785783 w 2107590"/>
              <a:gd name="connsiteY32-31874" fmla="*/ 1002283 h 2160513"/>
              <a:gd name="connsiteX33-31875" fmla="*/ 373827 w 2107590"/>
              <a:gd name="connsiteY33-31876" fmla="*/ 852264 h 2160513"/>
              <a:gd name="connsiteX34-31877" fmla="*/ 759589 w 2107590"/>
              <a:gd name="connsiteY34-31878" fmla="*/ 409352 h 2160513"/>
              <a:gd name="connsiteX35-31879" fmla="*/ 1397764 w 2107590"/>
              <a:gd name="connsiteY35-31880" fmla="*/ 606996 h 2160513"/>
              <a:gd name="connsiteX36-31881" fmla="*/ 1409671 w 2107590"/>
              <a:gd name="connsiteY36-31882" fmla="*/ 868933 h 2160513"/>
              <a:gd name="connsiteX37-31883" fmla="*/ 1433483 w 2107590"/>
              <a:gd name="connsiteY37-31884" fmla="*/ 795115 h 2160513"/>
              <a:gd name="connsiteX38-31885" fmla="*/ 1643033 w 2107590"/>
              <a:gd name="connsiteY38-31886" fmla="*/ 611758 h 2160513"/>
              <a:gd name="connsiteX39-31887" fmla="*/ 1804958 w 2107590"/>
              <a:gd name="connsiteY39-31888" fmla="*/ 709389 h 2160513"/>
              <a:gd name="connsiteX40-31889" fmla="*/ 1633508 w 2107590"/>
              <a:gd name="connsiteY40-31890" fmla="*/ 926083 h 2160513"/>
              <a:gd name="connsiteX41-31891" fmla="*/ 1778764 w 2107590"/>
              <a:gd name="connsiteY41-31892" fmla="*/ 811783 h 2160513"/>
              <a:gd name="connsiteX42-31893" fmla="*/ 1819245 w 2107590"/>
              <a:gd name="connsiteY42-31894" fmla="*/ 959420 h 2160513"/>
              <a:gd name="connsiteX43-31895" fmla="*/ 1838296 w 2107590"/>
              <a:gd name="connsiteY43-31896" fmla="*/ 914177 h 2160513"/>
              <a:gd name="connsiteX44-31897" fmla="*/ 1838296 w 2107590"/>
              <a:gd name="connsiteY44-31898" fmla="*/ 1071339 h 2160513"/>
              <a:gd name="connsiteX45-31899" fmla="*/ 1939674 w 2107590"/>
              <a:gd name="connsiteY45-31900" fmla="*/ 1173283 h 2160513"/>
              <a:gd name="connsiteX46-31901" fmla="*/ 1915177 w 2107590"/>
              <a:gd name="connsiteY46-31902" fmla="*/ 1082701 h 2160513"/>
              <a:gd name="connsiteX47-31903" fmla="*/ 1909733 w 2107590"/>
              <a:gd name="connsiteY47-31904" fmla="*/ 1221358 h 2160513"/>
              <a:gd name="connsiteX48-31905" fmla="*/ 1795030 w 2107590"/>
              <a:gd name="connsiteY48-31906" fmla="*/ 1539289 h 2160513"/>
              <a:gd name="connsiteX49-31907" fmla="*/ 1235792 w 2107590"/>
              <a:gd name="connsiteY49-31908" fmla="*/ 1580715 h 2160513"/>
              <a:gd name="connsiteX50-31909" fmla="*/ 1344220 w 2107590"/>
              <a:gd name="connsiteY50-31910" fmla="*/ 1905742 h 2160513"/>
              <a:gd name="connsiteX0-31911" fmla="*/ 1575697 w 2107590"/>
              <a:gd name="connsiteY0-31912" fmla="*/ 2160513 h 2160513"/>
              <a:gd name="connsiteX1-31913" fmla="*/ 956854 w 2107590"/>
              <a:gd name="connsiteY1-31914" fmla="*/ 1258279 h 2160513"/>
              <a:gd name="connsiteX2-31915" fmla="*/ 863892 w 2107590"/>
              <a:gd name="connsiteY2-31916" fmla="*/ 1345253 h 2160513"/>
              <a:gd name="connsiteX3-31917" fmla="*/ 1026241 w 2107590"/>
              <a:gd name="connsiteY3-31918" fmla="*/ 1144473 h 2160513"/>
              <a:gd name="connsiteX4-31919" fmla="*/ 908876 w 2107590"/>
              <a:gd name="connsiteY4-31920" fmla="*/ 743032 h 2160513"/>
              <a:gd name="connsiteX5-31921" fmla="*/ 1054863 w 2107590"/>
              <a:gd name="connsiteY5-31922" fmla="*/ 807021 h 2160513"/>
              <a:gd name="connsiteX6-31923" fmla="*/ 766732 w 2107590"/>
              <a:gd name="connsiteY6-31924" fmla="*/ 928463 h 2160513"/>
              <a:gd name="connsiteX7-31925" fmla="*/ 228569 w 2107590"/>
              <a:gd name="connsiteY7-31926" fmla="*/ 1030857 h 2160513"/>
              <a:gd name="connsiteX8-31927" fmla="*/ 102364 w 2107590"/>
              <a:gd name="connsiteY8-31928" fmla="*/ 578421 h 2160513"/>
              <a:gd name="connsiteX9-31929" fmla="*/ 334972 w 2107590"/>
              <a:gd name="connsiteY9-31930" fmla="*/ 266829 h 2160513"/>
              <a:gd name="connsiteX10-31931" fmla="*/ 754827 w 2107590"/>
              <a:gd name="connsiteY10-31932" fmla="*/ 47401 h 2160513"/>
              <a:gd name="connsiteX11-31933" fmla="*/ 759590 w 2107590"/>
              <a:gd name="connsiteY11-31934" fmla="*/ 95027 h 2160513"/>
              <a:gd name="connsiteX12-31935" fmla="*/ 771497 w 2107590"/>
              <a:gd name="connsiteY12-31936" fmla="*/ 35497 h 2160513"/>
              <a:gd name="connsiteX13-31937" fmla="*/ 1341273 w 2107590"/>
              <a:gd name="connsiteY13-31938" fmla="*/ 79182 h 2160513"/>
              <a:gd name="connsiteX14-31939" fmla="*/ 1369190 w 2107590"/>
              <a:gd name="connsiteY14-31940" fmla="*/ 92646 h 2160513"/>
              <a:gd name="connsiteX15-31941" fmla="*/ 1772045 w 2107590"/>
              <a:gd name="connsiteY15-31942" fmla="*/ 359840 h 2160513"/>
              <a:gd name="connsiteX16-31943" fmla="*/ 1752572 w 2107590"/>
              <a:gd name="connsiteY16-31944" fmla="*/ 342677 h 2160513"/>
              <a:gd name="connsiteX17-31945" fmla="*/ 2013140 w 2107590"/>
              <a:gd name="connsiteY17-31946" fmla="*/ 736265 h 2160513"/>
              <a:gd name="connsiteX18-31947" fmla="*/ 2004983 w 2107590"/>
              <a:gd name="connsiteY18-31948" fmla="*/ 716533 h 2160513"/>
              <a:gd name="connsiteX19-31949" fmla="*/ 2095472 w 2107590"/>
              <a:gd name="connsiteY19-31950" fmla="*/ 1073721 h 2160513"/>
              <a:gd name="connsiteX20-31951" fmla="*/ 1826390 w 2107590"/>
              <a:gd name="connsiteY20-31952" fmla="*/ 1311846 h 2160513"/>
              <a:gd name="connsiteX21-31953" fmla="*/ 1821627 w 2107590"/>
              <a:gd name="connsiteY21-31954" fmla="*/ 1264221 h 2160513"/>
              <a:gd name="connsiteX22-31955" fmla="*/ 1488252 w 2107590"/>
              <a:gd name="connsiteY22-31956" fmla="*/ 1595214 h 2160513"/>
              <a:gd name="connsiteX23-31957" fmla="*/ 1388239 w 2107590"/>
              <a:gd name="connsiteY23-31958" fmla="*/ 1492821 h 2160513"/>
              <a:gd name="connsiteX24-31959" fmla="*/ 1714472 w 2107590"/>
              <a:gd name="connsiteY24-31960" fmla="*/ 1154684 h 2160513"/>
              <a:gd name="connsiteX25-31961" fmla="*/ 1390621 w 2107590"/>
              <a:gd name="connsiteY25-31962" fmla="*/ 1145157 h 2160513"/>
              <a:gd name="connsiteX26-31963" fmla="*/ 1342996 w 2107590"/>
              <a:gd name="connsiteY26-31964" fmla="*/ 1283270 h 2160513"/>
              <a:gd name="connsiteX27-31965" fmla="*/ 1042958 w 2107590"/>
              <a:gd name="connsiteY27-31966" fmla="*/ 983235 h 2160513"/>
              <a:gd name="connsiteX28-31967" fmla="*/ 1309658 w 2107590"/>
              <a:gd name="connsiteY28-31968" fmla="*/ 790352 h 2160513"/>
              <a:gd name="connsiteX29-31969" fmla="*/ 914371 w 2107590"/>
              <a:gd name="connsiteY29-31970" fmla="*/ 511746 h 2160513"/>
              <a:gd name="connsiteX30-31971" fmla="*/ 523846 w 2107590"/>
              <a:gd name="connsiteY30-31972" fmla="*/ 754633 h 2160513"/>
              <a:gd name="connsiteX31-31973" fmla="*/ 783402 w 2107590"/>
              <a:gd name="connsiteY31-31974" fmla="*/ 868932 h 2160513"/>
              <a:gd name="connsiteX32-31975" fmla="*/ 785783 w 2107590"/>
              <a:gd name="connsiteY32-31976" fmla="*/ 1002283 h 2160513"/>
              <a:gd name="connsiteX33-31977" fmla="*/ 373827 w 2107590"/>
              <a:gd name="connsiteY33-31978" fmla="*/ 852264 h 2160513"/>
              <a:gd name="connsiteX34-31979" fmla="*/ 759589 w 2107590"/>
              <a:gd name="connsiteY34-31980" fmla="*/ 409352 h 2160513"/>
              <a:gd name="connsiteX35-31981" fmla="*/ 1397764 w 2107590"/>
              <a:gd name="connsiteY35-31982" fmla="*/ 606996 h 2160513"/>
              <a:gd name="connsiteX36-31983" fmla="*/ 1409671 w 2107590"/>
              <a:gd name="connsiteY36-31984" fmla="*/ 868933 h 2160513"/>
              <a:gd name="connsiteX37-31985" fmla="*/ 1433483 w 2107590"/>
              <a:gd name="connsiteY37-31986" fmla="*/ 795115 h 2160513"/>
              <a:gd name="connsiteX38-31987" fmla="*/ 1643033 w 2107590"/>
              <a:gd name="connsiteY38-31988" fmla="*/ 611758 h 2160513"/>
              <a:gd name="connsiteX39-31989" fmla="*/ 1804958 w 2107590"/>
              <a:gd name="connsiteY39-31990" fmla="*/ 709389 h 2160513"/>
              <a:gd name="connsiteX40-31991" fmla="*/ 1633508 w 2107590"/>
              <a:gd name="connsiteY40-31992" fmla="*/ 926083 h 2160513"/>
              <a:gd name="connsiteX41-31993" fmla="*/ 1778764 w 2107590"/>
              <a:gd name="connsiteY41-31994" fmla="*/ 811783 h 2160513"/>
              <a:gd name="connsiteX42-31995" fmla="*/ 1819245 w 2107590"/>
              <a:gd name="connsiteY42-31996" fmla="*/ 959420 h 2160513"/>
              <a:gd name="connsiteX43-31997" fmla="*/ 1838296 w 2107590"/>
              <a:gd name="connsiteY43-31998" fmla="*/ 914177 h 2160513"/>
              <a:gd name="connsiteX44-31999" fmla="*/ 1838296 w 2107590"/>
              <a:gd name="connsiteY44-32000" fmla="*/ 1071339 h 2160513"/>
              <a:gd name="connsiteX45-32001" fmla="*/ 1934912 w 2107590"/>
              <a:gd name="connsiteY45-32002" fmla="*/ 1166139 h 2160513"/>
              <a:gd name="connsiteX46-32003" fmla="*/ 1915177 w 2107590"/>
              <a:gd name="connsiteY46-32004" fmla="*/ 1082701 h 2160513"/>
              <a:gd name="connsiteX47-32005" fmla="*/ 1909733 w 2107590"/>
              <a:gd name="connsiteY47-32006" fmla="*/ 1221358 h 2160513"/>
              <a:gd name="connsiteX48-32007" fmla="*/ 1795030 w 2107590"/>
              <a:gd name="connsiteY48-32008" fmla="*/ 1539289 h 2160513"/>
              <a:gd name="connsiteX49-32009" fmla="*/ 1235792 w 2107590"/>
              <a:gd name="connsiteY49-32010" fmla="*/ 1580715 h 2160513"/>
              <a:gd name="connsiteX50-32011" fmla="*/ 1344220 w 2107590"/>
              <a:gd name="connsiteY50-32012" fmla="*/ 1905742 h 2160513"/>
              <a:gd name="connsiteX0-32013" fmla="*/ 1575697 w 2107590"/>
              <a:gd name="connsiteY0-32014" fmla="*/ 2160513 h 2160513"/>
              <a:gd name="connsiteX1-32015" fmla="*/ 956854 w 2107590"/>
              <a:gd name="connsiteY1-32016" fmla="*/ 1258279 h 2160513"/>
              <a:gd name="connsiteX2-32017" fmla="*/ 863892 w 2107590"/>
              <a:gd name="connsiteY2-32018" fmla="*/ 1345253 h 2160513"/>
              <a:gd name="connsiteX3-32019" fmla="*/ 1026241 w 2107590"/>
              <a:gd name="connsiteY3-32020" fmla="*/ 1144473 h 2160513"/>
              <a:gd name="connsiteX4-32021" fmla="*/ 908876 w 2107590"/>
              <a:gd name="connsiteY4-32022" fmla="*/ 743032 h 2160513"/>
              <a:gd name="connsiteX5-32023" fmla="*/ 1054863 w 2107590"/>
              <a:gd name="connsiteY5-32024" fmla="*/ 807021 h 2160513"/>
              <a:gd name="connsiteX6-32025" fmla="*/ 766732 w 2107590"/>
              <a:gd name="connsiteY6-32026" fmla="*/ 928463 h 2160513"/>
              <a:gd name="connsiteX7-32027" fmla="*/ 228569 w 2107590"/>
              <a:gd name="connsiteY7-32028" fmla="*/ 1030857 h 2160513"/>
              <a:gd name="connsiteX8-32029" fmla="*/ 102364 w 2107590"/>
              <a:gd name="connsiteY8-32030" fmla="*/ 578421 h 2160513"/>
              <a:gd name="connsiteX9-32031" fmla="*/ 334972 w 2107590"/>
              <a:gd name="connsiteY9-32032" fmla="*/ 266829 h 2160513"/>
              <a:gd name="connsiteX10-32033" fmla="*/ 754827 w 2107590"/>
              <a:gd name="connsiteY10-32034" fmla="*/ 47401 h 2160513"/>
              <a:gd name="connsiteX11-32035" fmla="*/ 759590 w 2107590"/>
              <a:gd name="connsiteY11-32036" fmla="*/ 95027 h 2160513"/>
              <a:gd name="connsiteX12-32037" fmla="*/ 771497 w 2107590"/>
              <a:gd name="connsiteY12-32038" fmla="*/ 35497 h 2160513"/>
              <a:gd name="connsiteX13-32039" fmla="*/ 1341273 w 2107590"/>
              <a:gd name="connsiteY13-32040" fmla="*/ 79182 h 2160513"/>
              <a:gd name="connsiteX14-32041" fmla="*/ 1369190 w 2107590"/>
              <a:gd name="connsiteY14-32042" fmla="*/ 92646 h 2160513"/>
              <a:gd name="connsiteX15-32043" fmla="*/ 1772045 w 2107590"/>
              <a:gd name="connsiteY15-32044" fmla="*/ 359840 h 2160513"/>
              <a:gd name="connsiteX16-32045" fmla="*/ 1752572 w 2107590"/>
              <a:gd name="connsiteY16-32046" fmla="*/ 342677 h 2160513"/>
              <a:gd name="connsiteX17-32047" fmla="*/ 2013140 w 2107590"/>
              <a:gd name="connsiteY17-32048" fmla="*/ 736265 h 2160513"/>
              <a:gd name="connsiteX18-32049" fmla="*/ 2004983 w 2107590"/>
              <a:gd name="connsiteY18-32050" fmla="*/ 716533 h 2160513"/>
              <a:gd name="connsiteX19-32051" fmla="*/ 2095472 w 2107590"/>
              <a:gd name="connsiteY19-32052" fmla="*/ 1073721 h 2160513"/>
              <a:gd name="connsiteX20-32053" fmla="*/ 1826390 w 2107590"/>
              <a:gd name="connsiteY20-32054" fmla="*/ 1311846 h 2160513"/>
              <a:gd name="connsiteX21-32055" fmla="*/ 1821627 w 2107590"/>
              <a:gd name="connsiteY21-32056" fmla="*/ 1264221 h 2160513"/>
              <a:gd name="connsiteX22-32057" fmla="*/ 1488252 w 2107590"/>
              <a:gd name="connsiteY22-32058" fmla="*/ 1595214 h 2160513"/>
              <a:gd name="connsiteX23-32059" fmla="*/ 1388239 w 2107590"/>
              <a:gd name="connsiteY23-32060" fmla="*/ 1492821 h 2160513"/>
              <a:gd name="connsiteX24-32061" fmla="*/ 1714472 w 2107590"/>
              <a:gd name="connsiteY24-32062" fmla="*/ 1154684 h 2160513"/>
              <a:gd name="connsiteX25-32063" fmla="*/ 1390621 w 2107590"/>
              <a:gd name="connsiteY25-32064" fmla="*/ 1145157 h 2160513"/>
              <a:gd name="connsiteX26-32065" fmla="*/ 1342996 w 2107590"/>
              <a:gd name="connsiteY26-32066" fmla="*/ 1283270 h 2160513"/>
              <a:gd name="connsiteX27-32067" fmla="*/ 1042958 w 2107590"/>
              <a:gd name="connsiteY27-32068" fmla="*/ 983235 h 2160513"/>
              <a:gd name="connsiteX28-32069" fmla="*/ 1309658 w 2107590"/>
              <a:gd name="connsiteY28-32070" fmla="*/ 790352 h 2160513"/>
              <a:gd name="connsiteX29-32071" fmla="*/ 914371 w 2107590"/>
              <a:gd name="connsiteY29-32072" fmla="*/ 511746 h 2160513"/>
              <a:gd name="connsiteX30-32073" fmla="*/ 523846 w 2107590"/>
              <a:gd name="connsiteY30-32074" fmla="*/ 754633 h 2160513"/>
              <a:gd name="connsiteX31-32075" fmla="*/ 783402 w 2107590"/>
              <a:gd name="connsiteY31-32076" fmla="*/ 868932 h 2160513"/>
              <a:gd name="connsiteX32-32077" fmla="*/ 785783 w 2107590"/>
              <a:gd name="connsiteY32-32078" fmla="*/ 1002283 h 2160513"/>
              <a:gd name="connsiteX33-32079" fmla="*/ 373827 w 2107590"/>
              <a:gd name="connsiteY33-32080" fmla="*/ 852264 h 2160513"/>
              <a:gd name="connsiteX34-32081" fmla="*/ 759589 w 2107590"/>
              <a:gd name="connsiteY34-32082" fmla="*/ 409352 h 2160513"/>
              <a:gd name="connsiteX35-32083" fmla="*/ 1397764 w 2107590"/>
              <a:gd name="connsiteY35-32084" fmla="*/ 606996 h 2160513"/>
              <a:gd name="connsiteX36-32085" fmla="*/ 1409671 w 2107590"/>
              <a:gd name="connsiteY36-32086" fmla="*/ 868933 h 2160513"/>
              <a:gd name="connsiteX37-32087" fmla="*/ 1433483 w 2107590"/>
              <a:gd name="connsiteY37-32088" fmla="*/ 795115 h 2160513"/>
              <a:gd name="connsiteX38-32089" fmla="*/ 1643033 w 2107590"/>
              <a:gd name="connsiteY38-32090" fmla="*/ 611758 h 2160513"/>
              <a:gd name="connsiteX39-32091" fmla="*/ 1804958 w 2107590"/>
              <a:gd name="connsiteY39-32092" fmla="*/ 709389 h 2160513"/>
              <a:gd name="connsiteX40-32093" fmla="*/ 1633508 w 2107590"/>
              <a:gd name="connsiteY40-32094" fmla="*/ 926083 h 2160513"/>
              <a:gd name="connsiteX41-32095" fmla="*/ 1778764 w 2107590"/>
              <a:gd name="connsiteY41-32096" fmla="*/ 811783 h 2160513"/>
              <a:gd name="connsiteX42-32097" fmla="*/ 1819245 w 2107590"/>
              <a:gd name="connsiteY42-32098" fmla="*/ 959420 h 2160513"/>
              <a:gd name="connsiteX43-32099" fmla="*/ 1838296 w 2107590"/>
              <a:gd name="connsiteY43-32100" fmla="*/ 914177 h 2160513"/>
              <a:gd name="connsiteX44-32101" fmla="*/ 1838296 w 2107590"/>
              <a:gd name="connsiteY44-32102" fmla="*/ 1071339 h 2160513"/>
              <a:gd name="connsiteX45-32103" fmla="*/ 1934912 w 2107590"/>
              <a:gd name="connsiteY45-32104" fmla="*/ 1166139 h 2160513"/>
              <a:gd name="connsiteX46-32105" fmla="*/ 1915177 w 2107590"/>
              <a:gd name="connsiteY46-32106" fmla="*/ 1082701 h 2160513"/>
              <a:gd name="connsiteX47-32107" fmla="*/ 1909733 w 2107590"/>
              <a:gd name="connsiteY47-32108" fmla="*/ 1221358 h 2160513"/>
              <a:gd name="connsiteX48-32109" fmla="*/ 1795030 w 2107590"/>
              <a:gd name="connsiteY48-32110" fmla="*/ 1539289 h 2160513"/>
              <a:gd name="connsiteX49-32111" fmla="*/ 1235792 w 2107590"/>
              <a:gd name="connsiteY49-32112" fmla="*/ 1580715 h 2160513"/>
              <a:gd name="connsiteX50-32113" fmla="*/ 1344220 w 2107590"/>
              <a:gd name="connsiteY50-32114" fmla="*/ 1905742 h 2160513"/>
              <a:gd name="connsiteX0-32115" fmla="*/ 1575697 w 2107590"/>
              <a:gd name="connsiteY0-32116" fmla="*/ 2160513 h 2160513"/>
              <a:gd name="connsiteX1-32117" fmla="*/ 956854 w 2107590"/>
              <a:gd name="connsiteY1-32118" fmla="*/ 1258279 h 2160513"/>
              <a:gd name="connsiteX2-32119" fmla="*/ 863892 w 2107590"/>
              <a:gd name="connsiteY2-32120" fmla="*/ 1345253 h 2160513"/>
              <a:gd name="connsiteX3-32121" fmla="*/ 1026241 w 2107590"/>
              <a:gd name="connsiteY3-32122" fmla="*/ 1144473 h 2160513"/>
              <a:gd name="connsiteX4-32123" fmla="*/ 908876 w 2107590"/>
              <a:gd name="connsiteY4-32124" fmla="*/ 743032 h 2160513"/>
              <a:gd name="connsiteX5-32125" fmla="*/ 1054863 w 2107590"/>
              <a:gd name="connsiteY5-32126" fmla="*/ 807021 h 2160513"/>
              <a:gd name="connsiteX6-32127" fmla="*/ 766732 w 2107590"/>
              <a:gd name="connsiteY6-32128" fmla="*/ 928463 h 2160513"/>
              <a:gd name="connsiteX7-32129" fmla="*/ 228569 w 2107590"/>
              <a:gd name="connsiteY7-32130" fmla="*/ 1030857 h 2160513"/>
              <a:gd name="connsiteX8-32131" fmla="*/ 102364 w 2107590"/>
              <a:gd name="connsiteY8-32132" fmla="*/ 578421 h 2160513"/>
              <a:gd name="connsiteX9-32133" fmla="*/ 334972 w 2107590"/>
              <a:gd name="connsiteY9-32134" fmla="*/ 266829 h 2160513"/>
              <a:gd name="connsiteX10-32135" fmla="*/ 754827 w 2107590"/>
              <a:gd name="connsiteY10-32136" fmla="*/ 47401 h 2160513"/>
              <a:gd name="connsiteX11-32137" fmla="*/ 759590 w 2107590"/>
              <a:gd name="connsiteY11-32138" fmla="*/ 95027 h 2160513"/>
              <a:gd name="connsiteX12-32139" fmla="*/ 771497 w 2107590"/>
              <a:gd name="connsiteY12-32140" fmla="*/ 35497 h 2160513"/>
              <a:gd name="connsiteX13-32141" fmla="*/ 1341273 w 2107590"/>
              <a:gd name="connsiteY13-32142" fmla="*/ 79182 h 2160513"/>
              <a:gd name="connsiteX14-32143" fmla="*/ 1369190 w 2107590"/>
              <a:gd name="connsiteY14-32144" fmla="*/ 92646 h 2160513"/>
              <a:gd name="connsiteX15-32145" fmla="*/ 1772045 w 2107590"/>
              <a:gd name="connsiteY15-32146" fmla="*/ 359840 h 2160513"/>
              <a:gd name="connsiteX16-32147" fmla="*/ 1752572 w 2107590"/>
              <a:gd name="connsiteY16-32148" fmla="*/ 342677 h 2160513"/>
              <a:gd name="connsiteX17-32149" fmla="*/ 2013140 w 2107590"/>
              <a:gd name="connsiteY17-32150" fmla="*/ 736265 h 2160513"/>
              <a:gd name="connsiteX18-32151" fmla="*/ 2004983 w 2107590"/>
              <a:gd name="connsiteY18-32152" fmla="*/ 716533 h 2160513"/>
              <a:gd name="connsiteX19-32153" fmla="*/ 2095472 w 2107590"/>
              <a:gd name="connsiteY19-32154" fmla="*/ 1073721 h 2160513"/>
              <a:gd name="connsiteX20-32155" fmla="*/ 1826390 w 2107590"/>
              <a:gd name="connsiteY20-32156" fmla="*/ 1311846 h 2160513"/>
              <a:gd name="connsiteX21-32157" fmla="*/ 1821627 w 2107590"/>
              <a:gd name="connsiteY21-32158" fmla="*/ 1264221 h 2160513"/>
              <a:gd name="connsiteX22-32159" fmla="*/ 1488252 w 2107590"/>
              <a:gd name="connsiteY22-32160" fmla="*/ 1595214 h 2160513"/>
              <a:gd name="connsiteX23-32161" fmla="*/ 1388239 w 2107590"/>
              <a:gd name="connsiteY23-32162" fmla="*/ 1492821 h 2160513"/>
              <a:gd name="connsiteX24-32163" fmla="*/ 1714472 w 2107590"/>
              <a:gd name="connsiteY24-32164" fmla="*/ 1154684 h 2160513"/>
              <a:gd name="connsiteX25-32165" fmla="*/ 1390621 w 2107590"/>
              <a:gd name="connsiteY25-32166" fmla="*/ 1145157 h 2160513"/>
              <a:gd name="connsiteX26-32167" fmla="*/ 1342996 w 2107590"/>
              <a:gd name="connsiteY26-32168" fmla="*/ 1283270 h 2160513"/>
              <a:gd name="connsiteX27-32169" fmla="*/ 1042958 w 2107590"/>
              <a:gd name="connsiteY27-32170" fmla="*/ 983235 h 2160513"/>
              <a:gd name="connsiteX28-32171" fmla="*/ 1309658 w 2107590"/>
              <a:gd name="connsiteY28-32172" fmla="*/ 790352 h 2160513"/>
              <a:gd name="connsiteX29-32173" fmla="*/ 914371 w 2107590"/>
              <a:gd name="connsiteY29-32174" fmla="*/ 511746 h 2160513"/>
              <a:gd name="connsiteX30-32175" fmla="*/ 523846 w 2107590"/>
              <a:gd name="connsiteY30-32176" fmla="*/ 754633 h 2160513"/>
              <a:gd name="connsiteX31-32177" fmla="*/ 783402 w 2107590"/>
              <a:gd name="connsiteY31-32178" fmla="*/ 868932 h 2160513"/>
              <a:gd name="connsiteX32-32179" fmla="*/ 785783 w 2107590"/>
              <a:gd name="connsiteY32-32180" fmla="*/ 1002283 h 2160513"/>
              <a:gd name="connsiteX33-32181" fmla="*/ 373827 w 2107590"/>
              <a:gd name="connsiteY33-32182" fmla="*/ 852264 h 2160513"/>
              <a:gd name="connsiteX34-32183" fmla="*/ 759589 w 2107590"/>
              <a:gd name="connsiteY34-32184" fmla="*/ 409352 h 2160513"/>
              <a:gd name="connsiteX35-32185" fmla="*/ 1397764 w 2107590"/>
              <a:gd name="connsiteY35-32186" fmla="*/ 606996 h 2160513"/>
              <a:gd name="connsiteX36-32187" fmla="*/ 1409671 w 2107590"/>
              <a:gd name="connsiteY36-32188" fmla="*/ 868933 h 2160513"/>
              <a:gd name="connsiteX37-32189" fmla="*/ 1433483 w 2107590"/>
              <a:gd name="connsiteY37-32190" fmla="*/ 795115 h 2160513"/>
              <a:gd name="connsiteX38-32191" fmla="*/ 1643033 w 2107590"/>
              <a:gd name="connsiteY38-32192" fmla="*/ 611758 h 2160513"/>
              <a:gd name="connsiteX39-32193" fmla="*/ 1804958 w 2107590"/>
              <a:gd name="connsiteY39-32194" fmla="*/ 709389 h 2160513"/>
              <a:gd name="connsiteX40-32195" fmla="*/ 1633508 w 2107590"/>
              <a:gd name="connsiteY40-32196" fmla="*/ 926083 h 2160513"/>
              <a:gd name="connsiteX41-32197" fmla="*/ 1778764 w 2107590"/>
              <a:gd name="connsiteY41-32198" fmla="*/ 811783 h 2160513"/>
              <a:gd name="connsiteX42-32199" fmla="*/ 1819245 w 2107590"/>
              <a:gd name="connsiteY42-32200" fmla="*/ 959420 h 2160513"/>
              <a:gd name="connsiteX43-32201" fmla="*/ 1838296 w 2107590"/>
              <a:gd name="connsiteY43-32202" fmla="*/ 914177 h 2160513"/>
              <a:gd name="connsiteX44-32203" fmla="*/ 1838296 w 2107590"/>
              <a:gd name="connsiteY44-32204" fmla="*/ 1071339 h 2160513"/>
              <a:gd name="connsiteX45-32205" fmla="*/ 1934912 w 2107590"/>
              <a:gd name="connsiteY45-32206" fmla="*/ 1166139 h 2160513"/>
              <a:gd name="connsiteX46-32207" fmla="*/ 2000902 w 2107590"/>
              <a:gd name="connsiteY46-32208" fmla="*/ 1044601 h 2160513"/>
              <a:gd name="connsiteX47-32209" fmla="*/ 1909733 w 2107590"/>
              <a:gd name="connsiteY47-32210" fmla="*/ 1221358 h 2160513"/>
              <a:gd name="connsiteX48-32211" fmla="*/ 1795030 w 2107590"/>
              <a:gd name="connsiteY48-32212" fmla="*/ 1539289 h 2160513"/>
              <a:gd name="connsiteX49-32213" fmla="*/ 1235792 w 2107590"/>
              <a:gd name="connsiteY49-32214" fmla="*/ 1580715 h 2160513"/>
              <a:gd name="connsiteX50-32215" fmla="*/ 1344220 w 2107590"/>
              <a:gd name="connsiteY50-32216" fmla="*/ 1905742 h 2160513"/>
              <a:gd name="connsiteX0-32217" fmla="*/ 1575697 w 2107590"/>
              <a:gd name="connsiteY0-32218" fmla="*/ 2160513 h 2160513"/>
              <a:gd name="connsiteX1-32219" fmla="*/ 956854 w 2107590"/>
              <a:gd name="connsiteY1-32220" fmla="*/ 1258279 h 2160513"/>
              <a:gd name="connsiteX2-32221" fmla="*/ 863892 w 2107590"/>
              <a:gd name="connsiteY2-32222" fmla="*/ 1345253 h 2160513"/>
              <a:gd name="connsiteX3-32223" fmla="*/ 1026241 w 2107590"/>
              <a:gd name="connsiteY3-32224" fmla="*/ 1144473 h 2160513"/>
              <a:gd name="connsiteX4-32225" fmla="*/ 908876 w 2107590"/>
              <a:gd name="connsiteY4-32226" fmla="*/ 743032 h 2160513"/>
              <a:gd name="connsiteX5-32227" fmla="*/ 1054863 w 2107590"/>
              <a:gd name="connsiteY5-32228" fmla="*/ 807021 h 2160513"/>
              <a:gd name="connsiteX6-32229" fmla="*/ 766732 w 2107590"/>
              <a:gd name="connsiteY6-32230" fmla="*/ 928463 h 2160513"/>
              <a:gd name="connsiteX7-32231" fmla="*/ 228569 w 2107590"/>
              <a:gd name="connsiteY7-32232" fmla="*/ 1030857 h 2160513"/>
              <a:gd name="connsiteX8-32233" fmla="*/ 102364 w 2107590"/>
              <a:gd name="connsiteY8-32234" fmla="*/ 578421 h 2160513"/>
              <a:gd name="connsiteX9-32235" fmla="*/ 334972 w 2107590"/>
              <a:gd name="connsiteY9-32236" fmla="*/ 266829 h 2160513"/>
              <a:gd name="connsiteX10-32237" fmla="*/ 754827 w 2107590"/>
              <a:gd name="connsiteY10-32238" fmla="*/ 47401 h 2160513"/>
              <a:gd name="connsiteX11-32239" fmla="*/ 759590 w 2107590"/>
              <a:gd name="connsiteY11-32240" fmla="*/ 95027 h 2160513"/>
              <a:gd name="connsiteX12-32241" fmla="*/ 771497 w 2107590"/>
              <a:gd name="connsiteY12-32242" fmla="*/ 35497 h 2160513"/>
              <a:gd name="connsiteX13-32243" fmla="*/ 1341273 w 2107590"/>
              <a:gd name="connsiteY13-32244" fmla="*/ 79182 h 2160513"/>
              <a:gd name="connsiteX14-32245" fmla="*/ 1369190 w 2107590"/>
              <a:gd name="connsiteY14-32246" fmla="*/ 92646 h 2160513"/>
              <a:gd name="connsiteX15-32247" fmla="*/ 1772045 w 2107590"/>
              <a:gd name="connsiteY15-32248" fmla="*/ 359840 h 2160513"/>
              <a:gd name="connsiteX16-32249" fmla="*/ 1752572 w 2107590"/>
              <a:gd name="connsiteY16-32250" fmla="*/ 342677 h 2160513"/>
              <a:gd name="connsiteX17-32251" fmla="*/ 2013140 w 2107590"/>
              <a:gd name="connsiteY17-32252" fmla="*/ 736265 h 2160513"/>
              <a:gd name="connsiteX18-32253" fmla="*/ 2004983 w 2107590"/>
              <a:gd name="connsiteY18-32254" fmla="*/ 716533 h 2160513"/>
              <a:gd name="connsiteX19-32255" fmla="*/ 2095472 w 2107590"/>
              <a:gd name="connsiteY19-32256" fmla="*/ 1073721 h 2160513"/>
              <a:gd name="connsiteX20-32257" fmla="*/ 1826390 w 2107590"/>
              <a:gd name="connsiteY20-32258" fmla="*/ 1311846 h 2160513"/>
              <a:gd name="connsiteX21-32259" fmla="*/ 1821627 w 2107590"/>
              <a:gd name="connsiteY21-32260" fmla="*/ 1264221 h 2160513"/>
              <a:gd name="connsiteX22-32261" fmla="*/ 1488252 w 2107590"/>
              <a:gd name="connsiteY22-32262" fmla="*/ 1595214 h 2160513"/>
              <a:gd name="connsiteX23-32263" fmla="*/ 1388239 w 2107590"/>
              <a:gd name="connsiteY23-32264" fmla="*/ 1492821 h 2160513"/>
              <a:gd name="connsiteX24-32265" fmla="*/ 1714472 w 2107590"/>
              <a:gd name="connsiteY24-32266" fmla="*/ 1154684 h 2160513"/>
              <a:gd name="connsiteX25-32267" fmla="*/ 1390621 w 2107590"/>
              <a:gd name="connsiteY25-32268" fmla="*/ 1145157 h 2160513"/>
              <a:gd name="connsiteX26-32269" fmla="*/ 1342996 w 2107590"/>
              <a:gd name="connsiteY26-32270" fmla="*/ 1283270 h 2160513"/>
              <a:gd name="connsiteX27-32271" fmla="*/ 1042958 w 2107590"/>
              <a:gd name="connsiteY27-32272" fmla="*/ 983235 h 2160513"/>
              <a:gd name="connsiteX28-32273" fmla="*/ 1309658 w 2107590"/>
              <a:gd name="connsiteY28-32274" fmla="*/ 790352 h 2160513"/>
              <a:gd name="connsiteX29-32275" fmla="*/ 914371 w 2107590"/>
              <a:gd name="connsiteY29-32276" fmla="*/ 511746 h 2160513"/>
              <a:gd name="connsiteX30-32277" fmla="*/ 523846 w 2107590"/>
              <a:gd name="connsiteY30-32278" fmla="*/ 754633 h 2160513"/>
              <a:gd name="connsiteX31-32279" fmla="*/ 783402 w 2107590"/>
              <a:gd name="connsiteY31-32280" fmla="*/ 868932 h 2160513"/>
              <a:gd name="connsiteX32-32281" fmla="*/ 785783 w 2107590"/>
              <a:gd name="connsiteY32-32282" fmla="*/ 1002283 h 2160513"/>
              <a:gd name="connsiteX33-32283" fmla="*/ 373827 w 2107590"/>
              <a:gd name="connsiteY33-32284" fmla="*/ 852264 h 2160513"/>
              <a:gd name="connsiteX34-32285" fmla="*/ 759589 w 2107590"/>
              <a:gd name="connsiteY34-32286" fmla="*/ 409352 h 2160513"/>
              <a:gd name="connsiteX35-32287" fmla="*/ 1397764 w 2107590"/>
              <a:gd name="connsiteY35-32288" fmla="*/ 606996 h 2160513"/>
              <a:gd name="connsiteX36-32289" fmla="*/ 1409671 w 2107590"/>
              <a:gd name="connsiteY36-32290" fmla="*/ 868933 h 2160513"/>
              <a:gd name="connsiteX37-32291" fmla="*/ 1433483 w 2107590"/>
              <a:gd name="connsiteY37-32292" fmla="*/ 795115 h 2160513"/>
              <a:gd name="connsiteX38-32293" fmla="*/ 1643033 w 2107590"/>
              <a:gd name="connsiteY38-32294" fmla="*/ 611758 h 2160513"/>
              <a:gd name="connsiteX39-32295" fmla="*/ 1804958 w 2107590"/>
              <a:gd name="connsiteY39-32296" fmla="*/ 709389 h 2160513"/>
              <a:gd name="connsiteX40-32297" fmla="*/ 1633508 w 2107590"/>
              <a:gd name="connsiteY40-32298" fmla="*/ 926083 h 2160513"/>
              <a:gd name="connsiteX41-32299" fmla="*/ 1778764 w 2107590"/>
              <a:gd name="connsiteY41-32300" fmla="*/ 811783 h 2160513"/>
              <a:gd name="connsiteX42-32301" fmla="*/ 1819245 w 2107590"/>
              <a:gd name="connsiteY42-32302" fmla="*/ 959420 h 2160513"/>
              <a:gd name="connsiteX43-32303" fmla="*/ 1838296 w 2107590"/>
              <a:gd name="connsiteY43-32304" fmla="*/ 914177 h 2160513"/>
              <a:gd name="connsiteX44-32305" fmla="*/ 1838296 w 2107590"/>
              <a:gd name="connsiteY44-32306" fmla="*/ 1071339 h 2160513"/>
              <a:gd name="connsiteX45-32307" fmla="*/ 1934912 w 2107590"/>
              <a:gd name="connsiteY45-32308" fmla="*/ 1166139 h 2160513"/>
              <a:gd name="connsiteX46-32309" fmla="*/ 1881839 w 2107590"/>
              <a:gd name="connsiteY46-32310" fmla="*/ 1125563 h 2160513"/>
              <a:gd name="connsiteX47-32311" fmla="*/ 1909733 w 2107590"/>
              <a:gd name="connsiteY47-32312" fmla="*/ 1221358 h 2160513"/>
              <a:gd name="connsiteX48-32313" fmla="*/ 1795030 w 2107590"/>
              <a:gd name="connsiteY48-32314" fmla="*/ 1539289 h 2160513"/>
              <a:gd name="connsiteX49-32315" fmla="*/ 1235792 w 2107590"/>
              <a:gd name="connsiteY49-32316" fmla="*/ 1580715 h 2160513"/>
              <a:gd name="connsiteX50-32317" fmla="*/ 1344220 w 2107590"/>
              <a:gd name="connsiteY50-32318" fmla="*/ 1905742 h 2160513"/>
              <a:gd name="connsiteX0-32319" fmla="*/ 1575697 w 2107590"/>
              <a:gd name="connsiteY0-32320" fmla="*/ 2160513 h 2160513"/>
              <a:gd name="connsiteX1-32321" fmla="*/ 956854 w 2107590"/>
              <a:gd name="connsiteY1-32322" fmla="*/ 1258279 h 2160513"/>
              <a:gd name="connsiteX2-32323" fmla="*/ 863892 w 2107590"/>
              <a:gd name="connsiteY2-32324" fmla="*/ 1345253 h 2160513"/>
              <a:gd name="connsiteX3-32325" fmla="*/ 1026241 w 2107590"/>
              <a:gd name="connsiteY3-32326" fmla="*/ 1144473 h 2160513"/>
              <a:gd name="connsiteX4-32327" fmla="*/ 908876 w 2107590"/>
              <a:gd name="connsiteY4-32328" fmla="*/ 743032 h 2160513"/>
              <a:gd name="connsiteX5-32329" fmla="*/ 1054863 w 2107590"/>
              <a:gd name="connsiteY5-32330" fmla="*/ 807021 h 2160513"/>
              <a:gd name="connsiteX6-32331" fmla="*/ 766732 w 2107590"/>
              <a:gd name="connsiteY6-32332" fmla="*/ 928463 h 2160513"/>
              <a:gd name="connsiteX7-32333" fmla="*/ 228569 w 2107590"/>
              <a:gd name="connsiteY7-32334" fmla="*/ 1030857 h 2160513"/>
              <a:gd name="connsiteX8-32335" fmla="*/ 102364 w 2107590"/>
              <a:gd name="connsiteY8-32336" fmla="*/ 578421 h 2160513"/>
              <a:gd name="connsiteX9-32337" fmla="*/ 334972 w 2107590"/>
              <a:gd name="connsiteY9-32338" fmla="*/ 266829 h 2160513"/>
              <a:gd name="connsiteX10-32339" fmla="*/ 754827 w 2107590"/>
              <a:gd name="connsiteY10-32340" fmla="*/ 47401 h 2160513"/>
              <a:gd name="connsiteX11-32341" fmla="*/ 759590 w 2107590"/>
              <a:gd name="connsiteY11-32342" fmla="*/ 95027 h 2160513"/>
              <a:gd name="connsiteX12-32343" fmla="*/ 771497 w 2107590"/>
              <a:gd name="connsiteY12-32344" fmla="*/ 35497 h 2160513"/>
              <a:gd name="connsiteX13-32345" fmla="*/ 1341273 w 2107590"/>
              <a:gd name="connsiteY13-32346" fmla="*/ 79182 h 2160513"/>
              <a:gd name="connsiteX14-32347" fmla="*/ 1369190 w 2107590"/>
              <a:gd name="connsiteY14-32348" fmla="*/ 92646 h 2160513"/>
              <a:gd name="connsiteX15-32349" fmla="*/ 1772045 w 2107590"/>
              <a:gd name="connsiteY15-32350" fmla="*/ 359840 h 2160513"/>
              <a:gd name="connsiteX16-32351" fmla="*/ 1752572 w 2107590"/>
              <a:gd name="connsiteY16-32352" fmla="*/ 342677 h 2160513"/>
              <a:gd name="connsiteX17-32353" fmla="*/ 2013140 w 2107590"/>
              <a:gd name="connsiteY17-32354" fmla="*/ 736265 h 2160513"/>
              <a:gd name="connsiteX18-32355" fmla="*/ 2004983 w 2107590"/>
              <a:gd name="connsiteY18-32356" fmla="*/ 716533 h 2160513"/>
              <a:gd name="connsiteX19-32357" fmla="*/ 2095472 w 2107590"/>
              <a:gd name="connsiteY19-32358" fmla="*/ 1073721 h 2160513"/>
              <a:gd name="connsiteX20-32359" fmla="*/ 1826390 w 2107590"/>
              <a:gd name="connsiteY20-32360" fmla="*/ 1311846 h 2160513"/>
              <a:gd name="connsiteX21-32361" fmla="*/ 1821627 w 2107590"/>
              <a:gd name="connsiteY21-32362" fmla="*/ 1264221 h 2160513"/>
              <a:gd name="connsiteX22-32363" fmla="*/ 1488252 w 2107590"/>
              <a:gd name="connsiteY22-32364" fmla="*/ 1595214 h 2160513"/>
              <a:gd name="connsiteX23-32365" fmla="*/ 1388239 w 2107590"/>
              <a:gd name="connsiteY23-32366" fmla="*/ 1492821 h 2160513"/>
              <a:gd name="connsiteX24-32367" fmla="*/ 1714472 w 2107590"/>
              <a:gd name="connsiteY24-32368" fmla="*/ 1154684 h 2160513"/>
              <a:gd name="connsiteX25-32369" fmla="*/ 1390621 w 2107590"/>
              <a:gd name="connsiteY25-32370" fmla="*/ 1145157 h 2160513"/>
              <a:gd name="connsiteX26-32371" fmla="*/ 1342996 w 2107590"/>
              <a:gd name="connsiteY26-32372" fmla="*/ 1283270 h 2160513"/>
              <a:gd name="connsiteX27-32373" fmla="*/ 1042958 w 2107590"/>
              <a:gd name="connsiteY27-32374" fmla="*/ 983235 h 2160513"/>
              <a:gd name="connsiteX28-32375" fmla="*/ 1309658 w 2107590"/>
              <a:gd name="connsiteY28-32376" fmla="*/ 790352 h 2160513"/>
              <a:gd name="connsiteX29-32377" fmla="*/ 914371 w 2107590"/>
              <a:gd name="connsiteY29-32378" fmla="*/ 511746 h 2160513"/>
              <a:gd name="connsiteX30-32379" fmla="*/ 523846 w 2107590"/>
              <a:gd name="connsiteY30-32380" fmla="*/ 754633 h 2160513"/>
              <a:gd name="connsiteX31-32381" fmla="*/ 783402 w 2107590"/>
              <a:gd name="connsiteY31-32382" fmla="*/ 868932 h 2160513"/>
              <a:gd name="connsiteX32-32383" fmla="*/ 785783 w 2107590"/>
              <a:gd name="connsiteY32-32384" fmla="*/ 1002283 h 2160513"/>
              <a:gd name="connsiteX33-32385" fmla="*/ 373827 w 2107590"/>
              <a:gd name="connsiteY33-32386" fmla="*/ 852264 h 2160513"/>
              <a:gd name="connsiteX34-32387" fmla="*/ 759589 w 2107590"/>
              <a:gd name="connsiteY34-32388" fmla="*/ 409352 h 2160513"/>
              <a:gd name="connsiteX35-32389" fmla="*/ 1397764 w 2107590"/>
              <a:gd name="connsiteY35-32390" fmla="*/ 606996 h 2160513"/>
              <a:gd name="connsiteX36-32391" fmla="*/ 1409671 w 2107590"/>
              <a:gd name="connsiteY36-32392" fmla="*/ 868933 h 2160513"/>
              <a:gd name="connsiteX37-32393" fmla="*/ 1433483 w 2107590"/>
              <a:gd name="connsiteY37-32394" fmla="*/ 795115 h 2160513"/>
              <a:gd name="connsiteX38-32395" fmla="*/ 1643033 w 2107590"/>
              <a:gd name="connsiteY38-32396" fmla="*/ 611758 h 2160513"/>
              <a:gd name="connsiteX39-32397" fmla="*/ 1804958 w 2107590"/>
              <a:gd name="connsiteY39-32398" fmla="*/ 709389 h 2160513"/>
              <a:gd name="connsiteX40-32399" fmla="*/ 1633508 w 2107590"/>
              <a:gd name="connsiteY40-32400" fmla="*/ 926083 h 2160513"/>
              <a:gd name="connsiteX41-32401" fmla="*/ 1778764 w 2107590"/>
              <a:gd name="connsiteY41-32402" fmla="*/ 811783 h 2160513"/>
              <a:gd name="connsiteX42-32403" fmla="*/ 1819245 w 2107590"/>
              <a:gd name="connsiteY42-32404" fmla="*/ 959420 h 2160513"/>
              <a:gd name="connsiteX43-32405" fmla="*/ 1838296 w 2107590"/>
              <a:gd name="connsiteY43-32406" fmla="*/ 914177 h 2160513"/>
              <a:gd name="connsiteX44-32407" fmla="*/ 1838296 w 2107590"/>
              <a:gd name="connsiteY44-32408" fmla="*/ 1071339 h 2160513"/>
              <a:gd name="connsiteX45-32409" fmla="*/ 1934912 w 2107590"/>
              <a:gd name="connsiteY45-32410" fmla="*/ 1166139 h 2160513"/>
              <a:gd name="connsiteX46-32411" fmla="*/ 1881839 w 2107590"/>
              <a:gd name="connsiteY46-32412" fmla="*/ 1125563 h 2160513"/>
              <a:gd name="connsiteX47-32413" fmla="*/ 1909733 w 2107590"/>
              <a:gd name="connsiteY47-32414" fmla="*/ 1221358 h 2160513"/>
              <a:gd name="connsiteX48-32415" fmla="*/ 1795030 w 2107590"/>
              <a:gd name="connsiteY48-32416" fmla="*/ 1539289 h 2160513"/>
              <a:gd name="connsiteX49-32417" fmla="*/ 1235792 w 2107590"/>
              <a:gd name="connsiteY49-32418" fmla="*/ 1580715 h 2160513"/>
              <a:gd name="connsiteX50-32419" fmla="*/ 1344220 w 2107590"/>
              <a:gd name="connsiteY50-32420" fmla="*/ 1905742 h 2160513"/>
              <a:gd name="connsiteX0-32421" fmla="*/ 1575697 w 2107590"/>
              <a:gd name="connsiteY0-32422" fmla="*/ 2160513 h 2160513"/>
              <a:gd name="connsiteX1-32423" fmla="*/ 956854 w 2107590"/>
              <a:gd name="connsiteY1-32424" fmla="*/ 1258279 h 2160513"/>
              <a:gd name="connsiteX2-32425" fmla="*/ 863892 w 2107590"/>
              <a:gd name="connsiteY2-32426" fmla="*/ 1345253 h 2160513"/>
              <a:gd name="connsiteX3-32427" fmla="*/ 1026241 w 2107590"/>
              <a:gd name="connsiteY3-32428" fmla="*/ 1144473 h 2160513"/>
              <a:gd name="connsiteX4-32429" fmla="*/ 908876 w 2107590"/>
              <a:gd name="connsiteY4-32430" fmla="*/ 743032 h 2160513"/>
              <a:gd name="connsiteX5-32431" fmla="*/ 1054863 w 2107590"/>
              <a:gd name="connsiteY5-32432" fmla="*/ 807021 h 2160513"/>
              <a:gd name="connsiteX6-32433" fmla="*/ 766732 w 2107590"/>
              <a:gd name="connsiteY6-32434" fmla="*/ 928463 h 2160513"/>
              <a:gd name="connsiteX7-32435" fmla="*/ 228569 w 2107590"/>
              <a:gd name="connsiteY7-32436" fmla="*/ 1030857 h 2160513"/>
              <a:gd name="connsiteX8-32437" fmla="*/ 102364 w 2107590"/>
              <a:gd name="connsiteY8-32438" fmla="*/ 578421 h 2160513"/>
              <a:gd name="connsiteX9-32439" fmla="*/ 334972 w 2107590"/>
              <a:gd name="connsiteY9-32440" fmla="*/ 266829 h 2160513"/>
              <a:gd name="connsiteX10-32441" fmla="*/ 754827 w 2107590"/>
              <a:gd name="connsiteY10-32442" fmla="*/ 47401 h 2160513"/>
              <a:gd name="connsiteX11-32443" fmla="*/ 759590 w 2107590"/>
              <a:gd name="connsiteY11-32444" fmla="*/ 95027 h 2160513"/>
              <a:gd name="connsiteX12-32445" fmla="*/ 771497 w 2107590"/>
              <a:gd name="connsiteY12-32446" fmla="*/ 35497 h 2160513"/>
              <a:gd name="connsiteX13-32447" fmla="*/ 1341273 w 2107590"/>
              <a:gd name="connsiteY13-32448" fmla="*/ 79182 h 2160513"/>
              <a:gd name="connsiteX14-32449" fmla="*/ 1369190 w 2107590"/>
              <a:gd name="connsiteY14-32450" fmla="*/ 92646 h 2160513"/>
              <a:gd name="connsiteX15-32451" fmla="*/ 1772045 w 2107590"/>
              <a:gd name="connsiteY15-32452" fmla="*/ 359840 h 2160513"/>
              <a:gd name="connsiteX16-32453" fmla="*/ 1752572 w 2107590"/>
              <a:gd name="connsiteY16-32454" fmla="*/ 342677 h 2160513"/>
              <a:gd name="connsiteX17-32455" fmla="*/ 2013140 w 2107590"/>
              <a:gd name="connsiteY17-32456" fmla="*/ 736265 h 2160513"/>
              <a:gd name="connsiteX18-32457" fmla="*/ 2004983 w 2107590"/>
              <a:gd name="connsiteY18-32458" fmla="*/ 716533 h 2160513"/>
              <a:gd name="connsiteX19-32459" fmla="*/ 2095472 w 2107590"/>
              <a:gd name="connsiteY19-32460" fmla="*/ 1073721 h 2160513"/>
              <a:gd name="connsiteX20-32461" fmla="*/ 1826390 w 2107590"/>
              <a:gd name="connsiteY20-32462" fmla="*/ 1311846 h 2160513"/>
              <a:gd name="connsiteX21-32463" fmla="*/ 1821627 w 2107590"/>
              <a:gd name="connsiteY21-32464" fmla="*/ 1264221 h 2160513"/>
              <a:gd name="connsiteX22-32465" fmla="*/ 1488252 w 2107590"/>
              <a:gd name="connsiteY22-32466" fmla="*/ 1595214 h 2160513"/>
              <a:gd name="connsiteX23-32467" fmla="*/ 1388239 w 2107590"/>
              <a:gd name="connsiteY23-32468" fmla="*/ 1492821 h 2160513"/>
              <a:gd name="connsiteX24-32469" fmla="*/ 1714472 w 2107590"/>
              <a:gd name="connsiteY24-32470" fmla="*/ 1154684 h 2160513"/>
              <a:gd name="connsiteX25-32471" fmla="*/ 1390621 w 2107590"/>
              <a:gd name="connsiteY25-32472" fmla="*/ 1145157 h 2160513"/>
              <a:gd name="connsiteX26-32473" fmla="*/ 1342996 w 2107590"/>
              <a:gd name="connsiteY26-32474" fmla="*/ 1283270 h 2160513"/>
              <a:gd name="connsiteX27-32475" fmla="*/ 1042958 w 2107590"/>
              <a:gd name="connsiteY27-32476" fmla="*/ 983235 h 2160513"/>
              <a:gd name="connsiteX28-32477" fmla="*/ 1309658 w 2107590"/>
              <a:gd name="connsiteY28-32478" fmla="*/ 790352 h 2160513"/>
              <a:gd name="connsiteX29-32479" fmla="*/ 914371 w 2107590"/>
              <a:gd name="connsiteY29-32480" fmla="*/ 511746 h 2160513"/>
              <a:gd name="connsiteX30-32481" fmla="*/ 523846 w 2107590"/>
              <a:gd name="connsiteY30-32482" fmla="*/ 754633 h 2160513"/>
              <a:gd name="connsiteX31-32483" fmla="*/ 783402 w 2107590"/>
              <a:gd name="connsiteY31-32484" fmla="*/ 868932 h 2160513"/>
              <a:gd name="connsiteX32-32485" fmla="*/ 785783 w 2107590"/>
              <a:gd name="connsiteY32-32486" fmla="*/ 1002283 h 2160513"/>
              <a:gd name="connsiteX33-32487" fmla="*/ 373827 w 2107590"/>
              <a:gd name="connsiteY33-32488" fmla="*/ 852264 h 2160513"/>
              <a:gd name="connsiteX34-32489" fmla="*/ 759589 w 2107590"/>
              <a:gd name="connsiteY34-32490" fmla="*/ 409352 h 2160513"/>
              <a:gd name="connsiteX35-32491" fmla="*/ 1397764 w 2107590"/>
              <a:gd name="connsiteY35-32492" fmla="*/ 606996 h 2160513"/>
              <a:gd name="connsiteX36-32493" fmla="*/ 1409671 w 2107590"/>
              <a:gd name="connsiteY36-32494" fmla="*/ 868933 h 2160513"/>
              <a:gd name="connsiteX37-32495" fmla="*/ 1433483 w 2107590"/>
              <a:gd name="connsiteY37-32496" fmla="*/ 795115 h 2160513"/>
              <a:gd name="connsiteX38-32497" fmla="*/ 1643033 w 2107590"/>
              <a:gd name="connsiteY38-32498" fmla="*/ 611758 h 2160513"/>
              <a:gd name="connsiteX39-32499" fmla="*/ 1804958 w 2107590"/>
              <a:gd name="connsiteY39-32500" fmla="*/ 709389 h 2160513"/>
              <a:gd name="connsiteX40-32501" fmla="*/ 1633508 w 2107590"/>
              <a:gd name="connsiteY40-32502" fmla="*/ 926083 h 2160513"/>
              <a:gd name="connsiteX41-32503" fmla="*/ 1778764 w 2107590"/>
              <a:gd name="connsiteY41-32504" fmla="*/ 811783 h 2160513"/>
              <a:gd name="connsiteX42-32505" fmla="*/ 1819245 w 2107590"/>
              <a:gd name="connsiteY42-32506" fmla="*/ 959420 h 2160513"/>
              <a:gd name="connsiteX43-32507" fmla="*/ 1838296 w 2107590"/>
              <a:gd name="connsiteY43-32508" fmla="*/ 914177 h 2160513"/>
              <a:gd name="connsiteX44-32509" fmla="*/ 1838296 w 2107590"/>
              <a:gd name="connsiteY44-32510" fmla="*/ 1071339 h 2160513"/>
              <a:gd name="connsiteX45-32511" fmla="*/ 1934912 w 2107590"/>
              <a:gd name="connsiteY45-32512" fmla="*/ 1166139 h 2160513"/>
              <a:gd name="connsiteX46-32513" fmla="*/ 1953276 w 2107590"/>
              <a:gd name="connsiteY46-32514" fmla="*/ 1094607 h 2160513"/>
              <a:gd name="connsiteX47-32515" fmla="*/ 1909733 w 2107590"/>
              <a:gd name="connsiteY47-32516" fmla="*/ 1221358 h 2160513"/>
              <a:gd name="connsiteX48-32517" fmla="*/ 1795030 w 2107590"/>
              <a:gd name="connsiteY48-32518" fmla="*/ 1539289 h 2160513"/>
              <a:gd name="connsiteX49-32519" fmla="*/ 1235792 w 2107590"/>
              <a:gd name="connsiteY49-32520" fmla="*/ 1580715 h 2160513"/>
              <a:gd name="connsiteX50-32521" fmla="*/ 1344220 w 2107590"/>
              <a:gd name="connsiteY50-32522" fmla="*/ 1905742 h 2160513"/>
              <a:gd name="connsiteX0-32523" fmla="*/ 1575697 w 2107590"/>
              <a:gd name="connsiteY0-32524" fmla="*/ 2160513 h 2160513"/>
              <a:gd name="connsiteX1-32525" fmla="*/ 956854 w 2107590"/>
              <a:gd name="connsiteY1-32526" fmla="*/ 1258279 h 2160513"/>
              <a:gd name="connsiteX2-32527" fmla="*/ 863892 w 2107590"/>
              <a:gd name="connsiteY2-32528" fmla="*/ 1345253 h 2160513"/>
              <a:gd name="connsiteX3-32529" fmla="*/ 1026241 w 2107590"/>
              <a:gd name="connsiteY3-32530" fmla="*/ 1144473 h 2160513"/>
              <a:gd name="connsiteX4-32531" fmla="*/ 908876 w 2107590"/>
              <a:gd name="connsiteY4-32532" fmla="*/ 743032 h 2160513"/>
              <a:gd name="connsiteX5-32533" fmla="*/ 1054863 w 2107590"/>
              <a:gd name="connsiteY5-32534" fmla="*/ 807021 h 2160513"/>
              <a:gd name="connsiteX6-32535" fmla="*/ 766732 w 2107590"/>
              <a:gd name="connsiteY6-32536" fmla="*/ 928463 h 2160513"/>
              <a:gd name="connsiteX7-32537" fmla="*/ 228569 w 2107590"/>
              <a:gd name="connsiteY7-32538" fmla="*/ 1030857 h 2160513"/>
              <a:gd name="connsiteX8-32539" fmla="*/ 102364 w 2107590"/>
              <a:gd name="connsiteY8-32540" fmla="*/ 578421 h 2160513"/>
              <a:gd name="connsiteX9-32541" fmla="*/ 334972 w 2107590"/>
              <a:gd name="connsiteY9-32542" fmla="*/ 266829 h 2160513"/>
              <a:gd name="connsiteX10-32543" fmla="*/ 754827 w 2107590"/>
              <a:gd name="connsiteY10-32544" fmla="*/ 47401 h 2160513"/>
              <a:gd name="connsiteX11-32545" fmla="*/ 759590 w 2107590"/>
              <a:gd name="connsiteY11-32546" fmla="*/ 95027 h 2160513"/>
              <a:gd name="connsiteX12-32547" fmla="*/ 771497 w 2107590"/>
              <a:gd name="connsiteY12-32548" fmla="*/ 35497 h 2160513"/>
              <a:gd name="connsiteX13-32549" fmla="*/ 1341273 w 2107590"/>
              <a:gd name="connsiteY13-32550" fmla="*/ 79182 h 2160513"/>
              <a:gd name="connsiteX14-32551" fmla="*/ 1369190 w 2107590"/>
              <a:gd name="connsiteY14-32552" fmla="*/ 92646 h 2160513"/>
              <a:gd name="connsiteX15-32553" fmla="*/ 1772045 w 2107590"/>
              <a:gd name="connsiteY15-32554" fmla="*/ 359840 h 2160513"/>
              <a:gd name="connsiteX16-32555" fmla="*/ 1752572 w 2107590"/>
              <a:gd name="connsiteY16-32556" fmla="*/ 342677 h 2160513"/>
              <a:gd name="connsiteX17-32557" fmla="*/ 2013140 w 2107590"/>
              <a:gd name="connsiteY17-32558" fmla="*/ 736265 h 2160513"/>
              <a:gd name="connsiteX18-32559" fmla="*/ 2004983 w 2107590"/>
              <a:gd name="connsiteY18-32560" fmla="*/ 716533 h 2160513"/>
              <a:gd name="connsiteX19-32561" fmla="*/ 2095472 w 2107590"/>
              <a:gd name="connsiteY19-32562" fmla="*/ 1073721 h 2160513"/>
              <a:gd name="connsiteX20-32563" fmla="*/ 1826390 w 2107590"/>
              <a:gd name="connsiteY20-32564" fmla="*/ 1311846 h 2160513"/>
              <a:gd name="connsiteX21-32565" fmla="*/ 1821627 w 2107590"/>
              <a:gd name="connsiteY21-32566" fmla="*/ 1264221 h 2160513"/>
              <a:gd name="connsiteX22-32567" fmla="*/ 1488252 w 2107590"/>
              <a:gd name="connsiteY22-32568" fmla="*/ 1595214 h 2160513"/>
              <a:gd name="connsiteX23-32569" fmla="*/ 1388239 w 2107590"/>
              <a:gd name="connsiteY23-32570" fmla="*/ 1492821 h 2160513"/>
              <a:gd name="connsiteX24-32571" fmla="*/ 1714472 w 2107590"/>
              <a:gd name="connsiteY24-32572" fmla="*/ 1154684 h 2160513"/>
              <a:gd name="connsiteX25-32573" fmla="*/ 1390621 w 2107590"/>
              <a:gd name="connsiteY25-32574" fmla="*/ 1145157 h 2160513"/>
              <a:gd name="connsiteX26-32575" fmla="*/ 1342996 w 2107590"/>
              <a:gd name="connsiteY26-32576" fmla="*/ 1283270 h 2160513"/>
              <a:gd name="connsiteX27-32577" fmla="*/ 1042958 w 2107590"/>
              <a:gd name="connsiteY27-32578" fmla="*/ 983235 h 2160513"/>
              <a:gd name="connsiteX28-32579" fmla="*/ 1309658 w 2107590"/>
              <a:gd name="connsiteY28-32580" fmla="*/ 790352 h 2160513"/>
              <a:gd name="connsiteX29-32581" fmla="*/ 914371 w 2107590"/>
              <a:gd name="connsiteY29-32582" fmla="*/ 511746 h 2160513"/>
              <a:gd name="connsiteX30-32583" fmla="*/ 523846 w 2107590"/>
              <a:gd name="connsiteY30-32584" fmla="*/ 754633 h 2160513"/>
              <a:gd name="connsiteX31-32585" fmla="*/ 783402 w 2107590"/>
              <a:gd name="connsiteY31-32586" fmla="*/ 868932 h 2160513"/>
              <a:gd name="connsiteX32-32587" fmla="*/ 785783 w 2107590"/>
              <a:gd name="connsiteY32-32588" fmla="*/ 1002283 h 2160513"/>
              <a:gd name="connsiteX33-32589" fmla="*/ 373827 w 2107590"/>
              <a:gd name="connsiteY33-32590" fmla="*/ 852264 h 2160513"/>
              <a:gd name="connsiteX34-32591" fmla="*/ 759589 w 2107590"/>
              <a:gd name="connsiteY34-32592" fmla="*/ 409352 h 2160513"/>
              <a:gd name="connsiteX35-32593" fmla="*/ 1397764 w 2107590"/>
              <a:gd name="connsiteY35-32594" fmla="*/ 606996 h 2160513"/>
              <a:gd name="connsiteX36-32595" fmla="*/ 1409671 w 2107590"/>
              <a:gd name="connsiteY36-32596" fmla="*/ 868933 h 2160513"/>
              <a:gd name="connsiteX37-32597" fmla="*/ 1433483 w 2107590"/>
              <a:gd name="connsiteY37-32598" fmla="*/ 795115 h 2160513"/>
              <a:gd name="connsiteX38-32599" fmla="*/ 1643033 w 2107590"/>
              <a:gd name="connsiteY38-32600" fmla="*/ 611758 h 2160513"/>
              <a:gd name="connsiteX39-32601" fmla="*/ 1804958 w 2107590"/>
              <a:gd name="connsiteY39-32602" fmla="*/ 709389 h 2160513"/>
              <a:gd name="connsiteX40-32603" fmla="*/ 1633508 w 2107590"/>
              <a:gd name="connsiteY40-32604" fmla="*/ 926083 h 2160513"/>
              <a:gd name="connsiteX41-32605" fmla="*/ 1778764 w 2107590"/>
              <a:gd name="connsiteY41-32606" fmla="*/ 811783 h 2160513"/>
              <a:gd name="connsiteX42-32607" fmla="*/ 1819245 w 2107590"/>
              <a:gd name="connsiteY42-32608" fmla="*/ 959420 h 2160513"/>
              <a:gd name="connsiteX43-32609" fmla="*/ 1838296 w 2107590"/>
              <a:gd name="connsiteY43-32610" fmla="*/ 914177 h 2160513"/>
              <a:gd name="connsiteX44-32611" fmla="*/ 1838296 w 2107590"/>
              <a:gd name="connsiteY44-32612" fmla="*/ 1071339 h 2160513"/>
              <a:gd name="connsiteX45-32613" fmla="*/ 1934912 w 2107590"/>
              <a:gd name="connsiteY45-32614" fmla="*/ 1166139 h 2160513"/>
              <a:gd name="connsiteX46-32615" fmla="*/ 1909733 w 2107590"/>
              <a:gd name="connsiteY46-32616" fmla="*/ 1221358 h 2160513"/>
              <a:gd name="connsiteX47-32617" fmla="*/ 1795030 w 2107590"/>
              <a:gd name="connsiteY47-32618" fmla="*/ 1539289 h 2160513"/>
              <a:gd name="connsiteX48-32619" fmla="*/ 1235792 w 2107590"/>
              <a:gd name="connsiteY48-32620" fmla="*/ 1580715 h 2160513"/>
              <a:gd name="connsiteX49-32621" fmla="*/ 1344220 w 2107590"/>
              <a:gd name="connsiteY49-32622" fmla="*/ 1905742 h 2160513"/>
              <a:gd name="connsiteX0-32623" fmla="*/ 1575697 w 2107590"/>
              <a:gd name="connsiteY0-32624" fmla="*/ 2160513 h 2160513"/>
              <a:gd name="connsiteX1-32625" fmla="*/ 956854 w 2107590"/>
              <a:gd name="connsiteY1-32626" fmla="*/ 1258279 h 2160513"/>
              <a:gd name="connsiteX2-32627" fmla="*/ 863892 w 2107590"/>
              <a:gd name="connsiteY2-32628" fmla="*/ 1345253 h 2160513"/>
              <a:gd name="connsiteX3-32629" fmla="*/ 1026241 w 2107590"/>
              <a:gd name="connsiteY3-32630" fmla="*/ 1144473 h 2160513"/>
              <a:gd name="connsiteX4-32631" fmla="*/ 908876 w 2107590"/>
              <a:gd name="connsiteY4-32632" fmla="*/ 743032 h 2160513"/>
              <a:gd name="connsiteX5-32633" fmla="*/ 1054863 w 2107590"/>
              <a:gd name="connsiteY5-32634" fmla="*/ 807021 h 2160513"/>
              <a:gd name="connsiteX6-32635" fmla="*/ 766732 w 2107590"/>
              <a:gd name="connsiteY6-32636" fmla="*/ 928463 h 2160513"/>
              <a:gd name="connsiteX7-32637" fmla="*/ 228569 w 2107590"/>
              <a:gd name="connsiteY7-32638" fmla="*/ 1030857 h 2160513"/>
              <a:gd name="connsiteX8-32639" fmla="*/ 102364 w 2107590"/>
              <a:gd name="connsiteY8-32640" fmla="*/ 578421 h 2160513"/>
              <a:gd name="connsiteX9-32641" fmla="*/ 334972 w 2107590"/>
              <a:gd name="connsiteY9-32642" fmla="*/ 266829 h 2160513"/>
              <a:gd name="connsiteX10-32643" fmla="*/ 754827 w 2107590"/>
              <a:gd name="connsiteY10-32644" fmla="*/ 47401 h 2160513"/>
              <a:gd name="connsiteX11-32645" fmla="*/ 759590 w 2107590"/>
              <a:gd name="connsiteY11-32646" fmla="*/ 95027 h 2160513"/>
              <a:gd name="connsiteX12-32647" fmla="*/ 771497 w 2107590"/>
              <a:gd name="connsiteY12-32648" fmla="*/ 35497 h 2160513"/>
              <a:gd name="connsiteX13-32649" fmla="*/ 1341273 w 2107590"/>
              <a:gd name="connsiteY13-32650" fmla="*/ 79182 h 2160513"/>
              <a:gd name="connsiteX14-32651" fmla="*/ 1369190 w 2107590"/>
              <a:gd name="connsiteY14-32652" fmla="*/ 92646 h 2160513"/>
              <a:gd name="connsiteX15-32653" fmla="*/ 1772045 w 2107590"/>
              <a:gd name="connsiteY15-32654" fmla="*/ 359840 h 2160513"/>
              <a:gd name="connsiteX16-32655" fmla="*/ 1752572 w 2107590"/>
              <a:gd name="connsiteY16-32656" fmla="*/ 342677 h 2160513"/>
              <a:gd name="connsiteX17-32657" fmla="*/ 2013140 w 2107590"/>
              <a:gd name="connsiteY17-32658" fmla="*/ 736265 h 2160513"/>
              <a:gd name="connsiteX18-32659" fmla="*/ 2004983 w 2107590"/>
              <a:gd name="connsiteY18-32660" fmla="*/ 716533 h 2160513"/>
              <a:gd name="connsiteX19-32661" fmla="*/ 2095472 w 2107590"/>
              <a:gd name="connsiteY19-32662" fmla="*/ 1073721 h 2160513"/>
              <a:gd name="connsiteX20-32663" fmla="*/ 1826390 w 2107590"/>
              <a:gd name="connsiteY20-32664" fmla="*/ 1311846 h 2160513"/>
              <a:gd name="connsiteX21-32665" fmla="*/ 1821627 w 2107590"/>
              <a:gd name="connsiteY21-32666" fmla="*/ 1264221 h 2160513"/>
              <a:gd name="connsiteX22-32667" fmla="*/ 1488252 w 2107590"/>
              <a:gd name="connsiteY22-32668" fmla="*/ 1595214 h 2160513"/>
              <a:gd name="connsiteX23-32669" fmla="*/ 1388239 w 2107590"/>
              <a:gd name="connsiteY23-32670" fmla="*/ 1492821 h 2160513"/>
              <a:gd name="connsiteX24-32671" fmla="*/ 1714472 w 2107590"/>
              <a:gd name="connsiteY24-32672" fmla="*/ 1154684 h 2160513"/>
              <a:gd name="connsiteX25-32673" fmla="*/ 1390621 w 2107590"/>
              <a:gd name="connsiteY25-32674" fmla="*/ 1145157 h 2160513"/>
              <a:gd name="connsiteX26-32675" fmla="*/ 1342996 w 2107590"/>
              <a:gd name="connsiteY26-32676" fmla="*/ 1283270 h 2160513"/>
              <a:gd name="connsiteX27-32677" fmla="*/ 1042958 w 2107590"/>
              <a:gd name="connsiteY27-32678" fmla="*/ 983235 h 2160513"/>
              <a:gd name="connsiteX28-32679" fmla="*/ 1309658 w 2107590"/>
              <a:gd name="connsiteY28-32680" fmla="*/ 790352 h 2160513"/>
              <a:gd name="connsiteX29-32681" fmla="*/ 914371 w 2107590"/>
              <a:gd name="connsiteY29-32682" fmla="*/ 511746 h 2160513"/>
              <a:gd name="connsiteX30-32683" fmla="*/ 523846 w 2107590"/>
              <a:gd name="connsiteY30-32684" fmla="*/ 754633 h 2160513"/>
              <a:gd name="connsiteX31-32685" fmla="*/ 783402 w 2107590"/>
              <a:gd name="connsiteY31-32686" fmla="*/ 868932 h 2160513"/>
              <a:gd name="connsiteX32-32687" fmla="*/ 785783 w 2107590"/>
              <a:gd name="connsiteY32-32688" fmla="*/ 1002283 h 2160513"/>
              <a:gd name="connsiteX33-32689" fmla="*/ 373827 w 2107590"/>
              <a:gd name="connsiteY33-32690" fmla="*/ 852264 h 2160513"/>
              <a:gd name="connsiteX34-32691" fmla="*/ 759589 w 2107590"/>
              <a:gd name="connsiteY34-32692" fmla="*/ 409352 h 2160513"/>
              <a:gd name="connsiteX35-32693" fmla="*/ 1397764 w 2107590"/>
              <a:gd name="connsiteY35-32694" fmla="*/ 606996 h 2160513"/>
              <a:gd name="connsiteX36-32695" fmla="*/ 1409671 w 2107590"/>
              <a:gd name="connsiteY36-32696" fmla="*/ 868933 h 2160513"/>
              <a:gd name="connsiteX37-32697" fmla="*/ 1433483 w 2107590"/>
              <a:gd name="connsiteY37-32698" fmla="*/ 795115 h 2160513"/>
              <a:gd name="connsiteX38-32699" fmla="*/ 1643033 w 2107590"/>
              <a:gd name="connsiteY38-32700" fmla="*/ 611758 h 2160513"/>
              <a:gd name="connsiteX39-32701" fmla="*/ 1804958 w 2107590"/>
              <a:gd name="connsiteY39-32702" fmla="*/ 709389 h 2160513"/>
              <a:gd name="connsiteX40-32703" fmla="*/ 1633508 w 2107590"/>
              <a:gd name="connsiteY40-32704" fmla="*/ 926083 h 2160513"/>
              <a:gd name="connsiteX41-32705" fmla="*/ 1778764 w 2107590"/>
              <a:gd name="connsiteY41-32706" fmla="*/ 811783 h 2160513"/>
              <a:gd name="connsiteX42-32707" fmla="*/ 1819245 w 2107590"/>
              <a:gd name="connsiteY42-32708" fmla="*/ 959420 h 2160513"/>
              <a:gd name="connsiteX43-32709" fmla="*/ 1838296 w 2107590"/>
              <a:gd name="connsiteY43-32710" fmla="*/ 914177 h 2160513"/>
              <a:gd name="connsiteX44-32711" fmla="*/ 1838296 w 2107590"/>
              <a:gd name="connsiteY44-32712" fmla="*/ 1071339 h 2160513"/>
              <a:gd name="connsiteX45-32713" fmla="*/ 1934912 w 2107590"/>
              <a:gd name="connsiteY45-32714" fmla="*/ 1166139 h 2160513"/>
              <a:gd name="connsiteX46-32715" fmla="*/ 1931164 w 2107590"/>
              <a:gd name="connsiteY46-32716" fmla="*/ 1104677 h 2160513"/>
              <a:gd name="connsiteX47-32717" fmla="*/ 1909733 w 2107590"/>
              <a:gd name="connsiteY47-32718" fmla="*/ 1221358 h 2160513"/>
              <a:gd name="connsiteX48-32719" fmla="*/ 1795030 w 2107590"/>
              <a:gd name="connsiteY48-32720" fmla="*/ 1539289 h 2160513"/>
              <a:gd name="connsiteX49-32721" fmla="*/ 1235792 w 2107590"/>
              <a:gd name="connsiteY49-32722" fmla="*/ 1580715 h 2160513"/>
              <a:gd name="connsiteX50-32723" fmla="*/ 1344220 w 2107590"/>
              <a:gd name="connsiteY50-32724" fmla="*/ 1905742 h 2160513"/>
              <a:gd name="connsiteX0-32725" fmla="*/ 1575697 w 2107590"/>
              <a:gd name="connsiteY0-32726" fmla="*/ 2160513 h 2160513"/>
              <a:gd name="connsiteX1-32727" fmla="*/ 956854 w 2107590"/>
              <a:gd name="connsiteY1-32728" fmla="*/ 1258279 h 2160513"/>
              <a:gd name="connsiteX2-32729" fmla="*/ 863892 w 2107590"/>
              <a:gd name="connsiteY2-32730" fmla="*/ 1345253 h 2160513"/>
              <a:gd name="connsiteX3-32731" fmla="*/ 1026241 w 2107590"/>
              <a:gd name="connsiteY3-32732" fmla="*/ 1144473 h 2160513"/>
              <a:gd name="connsiteX4-32733" fmla="*/ 908876 w 2107590"/>
              <a:gd name="connsiteY4-32734" fmla="*/ 743032 h 2160513"/>
              <a:gd name="connsiteX5-32735" fmla="*/ 1054863 w 2107590"/>
              <a:gd name="connsiteY5-32736" fmla="*/ 807021 h 2160513"/>
              <a:gd name="connsiteX6-32737" fmla="*/ 766732 w 2107590"/>
              <a:gd name="connsiteY6-32738" fmla="*/ 928463 h 2160513"/>
              <a:gd name="connsiteX7-32739" fmla="*/ 228569 w 2107590"/>
              <a:gd name="connsiteY7-32740" fmla="*/ 1030857 h 2160513"/>
              <a:gd name="connsiteX8-32741" fmla="*/ 102364 w 2107590"/>
              <a:gd name="connsiteY8-32742" fmla="*/ 578421 h 2160513"/>
              <a:gd name="connsiteX9-32743" fmla="*/ 334972 w 2107590"/>
              <a:gd name="connsiteY9-32744" fmla="*/ 266829 h 2160513"/>
              <a:gd name="connsiteX10-32745" fmla="*/ 754827 w 2107590"/>
              <a:gd name="connsiteY10-32746" fmla="*/ 47401 h 2160513"/>
              <a:gd name="connsiteX11-32747" fmla="*/ 759590 w 2107590"/>
              <a:gd name="connsiteY11-32748" fmla="*/ 95027 h 2160513"/>
              <a:gd name="connsiteX12-32749" fmla="*/ 771497 w 2107590"/>
              <a:gd name="connsiteY12-32750" fmla="*/ 35497 h 2160513"/>
              <a:gd name="connsiteX13-32751" fmla="*/ 1341273 w 2107590"/>
              <a:gd name="connsiteY13-32752" fmla="*/ 79182 h 2160513"/>
              <a:gd name="connsiteX14-32753" fmla="*/ 1369190 w 2107590"/>
              <a:gd name="connsiteY14-32754" fmla="*/ 92646 h 2160513"/>
              <a:gd name="connsiteX15-32755" fmla="*/ 1772045 w 2107590"/>
              <a:gd name="connsiteY15-32756" fmla="*/ 359840 h 2160513"/>
              <a:gd name="connsiteX16-32757" fmla="*/ 1752572 w 2107590"/>
              <a:gd name="connsiteY16-32758" fmla="*/ 342677 h 2160513"/>
              <a:gd name="connsiteX17-32759" fmla="*/ 2013140 w 2107590"/>
              <a:gd name="connsiteY17-32760" fmla="*/ 736265 h 2160513"/>
              <a:gd name="connsiteX18-32761" fmla="*/ 2004983 w 2107590"/>
              <a:gd name="connsiteY18-32762" fmla="*/ 716533 h 2160513"/>
              <a:gd name="connsiteX19-32763" fmla="*/ 2095472 w 2107590"/>
              <a:gd name="connsiteY19-32764" fmla="*/ 1073721 h 2160513"/>
              <a:gd name="connsiteX20-32765" fmla="*/ 1826390 w 2107590"/>
              <a:gd name="connsiteY20-32766" fmla="*/ 1311846 h 2160513"/>
              <a:gd name="connsiteX21-32767" fmla="*/ 1821627 w 2107590"/>
              <a:gd name="connsiteY21-32768" fmla="*/ 1264221 h 2160513"/>
              <a:gd name="connsiteX22-32769" fmla="*/ 1488252 w 2107590"/>
              <a:gd name="connsiteY22-32770" fmla="*/ 1595214 h 2160513"/>
              <a:gd name="connsiteX23-32771" fmla="*/ 1388239 w 2107590"/>
              <a:gd name="connsiteY23-32772" fmla="*/ 1492821 h 2160513"/>
              <a:gd name="connsiteX24-32773" fmla="*/ 1714472 w 2107590"/>
              <a:gd name="connsiteY24-32774" fmla="*/ 1154684 h 2160513"/>
              <a:gd name="connsiteX25-32775" fmla="*/ 1390621 w 2107590"/>
              <a:gd name="connsiteY25-32776" fmla="*/ 1145157 h 2160513"/>
              <a:gd name="connsiteX26-32777" fmla="*/ 1342996 w 2107590"/>
              <a:gd name="connsiteY26-32778" fmla="*/ 1283270 h 2160513"/>
              <a:gd name="connsiteX27-32779" fmla="*/ 1042958 w 2107590"/>
              <a:gd name="connsiteY27-32780" fmla="*/ 983235 h 2160513"/>
              <a:gd name="connsiteX28-32781" fmla="*/ 1309658 w 2107590"/>
              <a:gd name="connsiteY28-32782" fmla="*/ 790352 h 2160513"/>
              <a:gd name="connsiteX29-32783" fmla="*/ 914371 w 2107590"/>
              <a:gd name="connsiteY29-32784" fmla="*/ 511746 h 2160513"/>
              <a:gd name="connsiteX30-32785" fmla="*/ 523846 w 2107590"/>
              <a:gd name="connsiteY30-32786" fmla="*/ 754633 h 2160513"/>
              <a:gd name="connsiteX31-32787" fmla="*/ 783402 w 2107590"/>
              <a:gd name="connsiteY31-32788" fmla="*/ 868932 h 2160513"/>
              <a:gd name="connsiteX32-32789" fmla="*/ 785783 w 2107590"/>
              <a:gd name="connsiteY32-32790" fmla="*/ 1002283 h 2160513"/>
              <a:gd name="connsiteX33-32791" fmla="*/ 373827 w 2107590"/>
              <a:gd name="connsiteY33-32792" fmla="*/ 852264 h 2160513"/>
              <a:gd name="connsiteX34-32793" fmla="*/ 759589 w 2107590"/>
              <a:gd name="connsiteY34-32794" fmla="*/ 409352 h 2160513"/>
              <a:gd name="connsiteX35-32795" fmla="*/ 1397764 w 2107590"/>
              <a:gd name="connsiteY35-32796" fmla="*/ 606996 h 2160513"/>
              <a:gd name="connsiteX36-32797" fmla="*/ 1409671 w 2107590"/>
              <a:gd name="connsiteY36-32798" fmla="*/ 868933 h 2160513"/>
              <a:gd name="connsiteX37-32799" fmla="*/ 1433483 w 2107590"/>
              <a:gd name="connsiteY37-32800" fmla="*/ 795115 h 2160513"/>
              <a:gd name="connsiteX38-32801" fmla="*/ 1643033 w 2107590"/>
              <a:gd name="connsiteY38-32802" fmla="*/ 611758 h 2160513"/>
              <a:gd name="connsiteX39-32803" fmla="*/ 1804958 w 2107590"/>
              <a:gd name="connsiteY39-32804" fmla="*/ 709389 h 2160513"/>
              <a:gd name="connsiteX40-32805" fmla="*/ 1633508 w 2107590"/>
              <a:gd name="connsiteY40-32806" fmla="*/ 926083 h 2160513"/>
              <a:gd name="connsiteX41-32807" fmla="*/ 1778764 w 2107590"/>
              <a:gd name="connsiteY41-32808" fmla="*/ 811783 h 2160513"/>
              <a:gd name="connsiteX42-32809" fmla="*/ 1819245 w 2107590"/>
              <a:gd name="connsiteY42-32810" fmla="*/ 959420 h 2160513"/>
              <a:gd name="connsiteX43-32811" fmla="*/ 1838296 w 2107590"/>
              <a:gd name="connsiteY43-32812" fmla="*/ 914177 h 2160513"/>
              <a:gd name="connsiteX44-32813" fmla="*/ 1838296 w 2107590"/>
              <a:gd name="connsiteY44-32814" fmla="*/ 1071339 h 2160513"/>
              <a:gd name="connsiteX45-32815" fmla="*/ 1934912 w 2107590"/>
              <a:gd name="connsiteY45-32816" fmla="*/ 1166139 h 2160513"/>
              <a:gd name="connsiteX46-32817" fmla="*/ 1976408 w 2107590"/>
              <a:gd name="connsiteY46-32818" fmla="*/ 1097534 h 2160513"/>
              <a:gd name="connsiteX47-32819" fmla="*/ 1909733 w 2107590"/>
              <a:gd name="connsiteY47-32820" fmla="*/ 1221358 h 2160513"/>
              <a:gd name="connsiteX48-32821" fmla="*/ 1795030 w 2107590"/>
              <a:gd name="connsiteY48-32822" fmla="*/ 1539289 h 2160513"/>
              <a:gd name="connsiteX49-32823" fmla="*/ 1235792 w 2107590"/>
              <a:gd name="connsiteY49-32824" fmla="*/ 1580715 h 2160513"/>
              <a:gd name="connsiteX50-32825" fmla="*/ 1344220 w 2107590"/>
              <a:gd name="connsiteY50-32826" fmla="*/ 1905742 h 2160513"/>
              <a:gd name="connsiteX0-32827" fmla="*/ 1575697 w 2107590"/>
              <a:gd name="connsiteY0-32828" fmla="*/ 2160513 h 2160513"/>
              <a:gd name="connsiteX1-32829" fmla="*/ 956854 w 2107590"/>
              <a:gd name="connsiteY1-32830" fmla="*/ 1258279 h 2160513"/>
              <a:gd name="connsiteX2-32831" fmla="*/ 863892 w 2107590"/>
              <a:gd name="connsiteY2-32832" fmla="*/ 1345253 h 2160513"/>
              <a:gd name="connsiteX3-32833" fmla="*/ 1026241 w 2107590"/>
              <a:gd name="connsiteY3-32834" fmla="*/ 1144473 h 2160513"/>
              <a:gd name="connsiteX4-32835" fmla="*/ 908876 w 2107590"/>
              <a:gd name="connsiteY4-32836" fmla="*/ 743032 h 2160513"/>
              <a:gd name="connsiteX5-32837" fmla="*/ 1054863 w 2107590"/>
              <a:gd name="connsiteY5-32838" fmla="*/ 807021 h 2160513"/>
              <a:gd name="connsiteX6-32839" fmla="*/ 766732 w 2107590"/>
              <a:gd name="connsiteY6-32840" fmla="*/ 928463 h 2160513"/>
              <a:gd name="connsiteX7-32841" fmla="*/ 228569 w 2107590"/>
              <a:gd name="connsiteY7-32842" fmla="*/ 1030857 h 2160513"/>
              <a:gd name="connsiteX8-32843" fmla="*/ 102364 w 2107590"/>
              <a:gd name="connsiteY8-32844" fmla="*/ 578421 h 2160513"/>
              <a:gd name="connsiteX9-32845" fmla="*/ 334972 w 2107590"/>
              <a:gd name="connsiteY9-32846" fmla="*/ 266829 h 2160513"/>
              <a:gd name="connsiteX10-32847" fmla="*/ 754827 w 2107590"/>
              <a:gd name="connsiteY10-32848" fmla="*/ 47401 h 2160513"/>
              <a:gd name="connsiteX11-32849" fmla="*/ 759590 w 2107590"/>
              <a:gd name="connsiteY11-32850" fmla="*/ 95027 h 2160513"/>
              <a:gd name="connsiteX12-32851" fmla="*/ 771497 w 2107590"/>
              <a:gd name="connsiteY12-32852" fmla="*/ 35497 h 2160513"/>
              <a:gd name="connsiteX13-32853" fmla="*/ 1341273 w 2107590"/>
              <a:gd name="connsiteY13-32854" fmla="*/ 79182 h 2160513"/>
              <a:gd name="connsiteX14-32855" fmla="*/ 1369190 w 2107590"/>
              <a:gd name="connsiteY14-32856" fmla="*/ 92646 h 2160513"/>
              <a:gd name="connsiteX15-32857" fmla="*/ 1772045 w 2107590"/>
              <a:gd name="connsiteY15-32858" fmla="*/ 359840 h 2160513"/>
              <a:gd name="connsiteX16-32859" fmla="*/ 1752572 w 2107590"/>
              <a:gd name="connsiteY16-32860" fmla="*/ 342677 h 2160513"/>
              <a:gd name="connsiteX17-32861" fmla="*/ 2013140 w 2107590"/>
              <a:gd name="connsiteY17-32862" fmla="*/ 736265 h 2160513"/>
              <a:gd name="connsiteX18-32863" fmla="*/ 2004983 w 2107590"/>
              <a:gd name="connsiteY18-32864" fmla="*/ 716533 h 2160513"/>
              <a:gd name="connsiteX19-32865" fmla="*/ 2095472 w 2107590"/>
              <a:gd name="connsiteY19-32866" fmla="*/ 1073721 h 2160513"/>
              <a:gd name="connsiteX20-32867" fmla="*/ 1826390 w 2107590"/>
              <a:gd name="connsiteY20-32868" fmla="*/ 1311846 h 2160513"/>
              <a:gd name="connsiteX21-32869" fmla="*/ 1821627 w 2107590"/>
              <a:gd name="connsiteY21-32870" fmla="*/ 1264221 h 2160513"/>
              <a:gd name="connsiteX22-32871" fmla="*/ 1488252 w 2107590"/>
              <a:gd name="connsiteY22-32872" fmla="*/ 1595214 h 2160513"/>
              <a:gd name="connsiteX23-32873" fmla="*/ 1388239 w 2107590"/>
              <a:gd name="connsiteY23-32874" fmla="*/ 1492821 h 2160513"/>
              <a:gd name="connsiteX24-32875" fmla="*/ 1714472 w 2107590"/>
              <a:gd name="connsiteY24-32876" fmla="*/ 1154684 h 2160513"/>
              <a:gd name="connsiteX25-32877" fmla="*/ 1390621 w 2107590"/>
              <a:gd name="connsiteY25-32878" fmla="*/ 1145157 h 2160513"/>
              <a:gd name="connsiteX26-32879" fmla="*/ 1342996 w 2107590"/>
              <a:gd name="connsiteY26-32880" fmla="*/ 1283270 h 2160513"/>
              <a:gd name="connsiteX27-32881" fmla="*/ 1042958 w 2107590"/>
              <a:gd name="connsiteY27-32882" fmla="*/ 983235 h 2160513"/>
              <a:gd name="connsiteX28-32883" fmla="*/ 1309658 w 2107590"/>
              <a:gd name="connsiteY28-32884" fmla="*/ 790352 h 2160513"/>
              <a:gd name="connsiteX29-32885" fmla="*/ 914371 w 2107590"/>
              <a:gd name="connsiteY29-32886" fmla="*/ 511746 h 2160513"/>
              <a:gd name="connsiteX30-32887" fmla="*/ 523846 w 2107590"/>
              <a:gd name="connsiteY30-32888" fmla="*/ 754633 h 2160513"/>
              <a:gd name="connsiteX31-32889" fmla="*/ 783402 w 2107590"/>
              <a:gd name="connsiteY31-32890" fmla="*/ 868932 h 2160513"/>
              <a:gd name="connsiteX32-32891" fmla="*/ 785783 w 2107590"/>
              <a:gd name="connsiteY32-32892" fmla="*/ 1002283 h 2160513"/>
              <a:gd name="connsiteX33-32893" fmla="*/ 373827 w 2107590"/>
              <a:gd name="connsiteY33-32894" fmla="*/ 852264 h 2160513"/>
              <a:gd name="connsiteX34-32895" fmla="*/ 759589 w 2107590"/>
              <a:gd name="connsiteY34-32896" fmla="*/ 409352 h 2160513"/>
              <a:gd name="connsiteX35-32897" fmla="*/ 1397764 w 2107590"/>
              <a:gd name="connsiteY35-32898" fmla="*/ 606996 h 2160513"/>
              <a:gd name="connsiteX36-32899" fmla="*/ 1409671 w 2107590"/>
              <a:gd name="connsiteY36-32900" fmla="*/ 868933 h 2160513"/>
              <a:gd name="connsiteX37-32901" fmla="*/ 1433483 w 2107590"/>
              <a:gd name="connsiteY37-32902" fmla="*/ 795115 h 2160513"/>
              <a:gd name="connsiteX38-32903" fmla="*/ 1643033 w 2107590"/>
              <a:gd name="connsiteY38-32904" fmla="*/ 611758 h 2160513"/>
              <a:gd name="connsiteX39-32905" fmla="*/ 1804958 w 2107590"/>
              <a:gd name="connsiteY39-32906" fmla="*/ 709389 h 2160513"/>
              <a:gd name="connsiteX40-32907" fmla="*/ 1633508 w 2107590"/>
              <a:gd name="connsiteY40-32908" fmla="*/ 926083 h 2160513"/>
              <a:gd name="connsiteX41-32909" fmla="*/ 1778764 w 2107590"/>
              <a:gd name="connsiteY41-32910" fmla="*/ 811783 h 2160513"/>
              <a:gd name="connsiteX42-32911" fmla="*/ 1819245 w 2107590"/>
              <a:gd name="connsiteY42-32912" fmla="*/ 959420 h 2160513"/>
              <a:gd name="connsiteX43-32913" fmla="*/ 1838296 w 2107590"/>
              <a:gd name="connsiteY43-32914" fmla="*/ 914177 h 2160513"/>
              <a:gd name="connsiteX44-32915" fmla="*/ 1838296 w 2107590"/>
              <a:gd name="connsiteY44-32916" fmla="*/ 1071339 h 2160513"/>
              <a:gd name="connsiteX45-32917" fmla="*/ 1934912 w 2107590"/>
              <a:gd name="connsiteY45-32918" fmla="*/ 1166139 h 2160513"/>
              <a:gd name="connsiteX46-32919" fmla="*/ 1933545 w 2107590"/>
              <a:gd name="connsiteY46-32920" fmla="*/ 1104678 h 2160513"/>
              <a:gd name="connsiteX47-32921" fmla="*/ 1909733 w 2107590"/>
              <a:gd name="connsiteY47-32922" fmla="*/ 1221358 h 2160513"/>
              <a:gd name="connsiteX48-32923" fmla="*/ 1795030 w 2107590"/>
              <a:gd name="connsiteY48-32924" fmla="*/ 1539289 h 2160513"/>
              <a:gd name="connsiteX49-32925" fmla="*/ 1235792 w 2107590"/>
              <a:gd name="connsiteY49-32926" fmla="*/ 1580715 h 2160513"/>
              <a:gd name="connsiteX50-32927" fmla="*/ 1344220 w 2107590"/>
              <a:gd name="connsiteY50-32928" fmla="*/ 1905742 h 2160513"/>
              <a:gd name="connsiteX0-32929" fmla="*/ 1575697 w 2107590"/>
              <a:gd name="connsiteY0-32930" fmla="*/ 2160513 h 2160513"/>
              <a:gd name="connsiteX1-32931" fmla="*/ 956854 w 2107590"/>
              <a:gd name="connsiteY1-32932" fmla="*/ 1258279 h 2160513"/>
              <a:gd name="connsiteX2-32933" fmla="*/ 863892 w 2107590"/>
              <a:gd name="connsiteY2-32934" fmla="*/ 1345253 h 2160513"/>
              <a:gd name="connsiteX3-32935" fmla="*/ 1026241 w 2107590"/>
              <a:gd name="connsiteY3-32936" fmla="*/ 1144473 h 2160513"/>
              <a:gd name="connsiteX4-32937" fmla="*/ 908876 w 2107590"/>
              <a:gd name="connsiteY4-32938" fmla="*/ 743032 h 2160513"/>
              <a:gd name="connsiteX5-32939" fmla="*/ 1054863 w 2107590"/>
              <a:gd name="connsiteY5-32940" fmla="*/ 807021 h 2160513"/>
              <a:gd name="connsiteX6-32941" fmla="*/ 766732 w 2107590"/>
              <a:gd name="connsiteY6-32942" fmla="*/ 928463 h 2160513"/>
              <a:gd name="connsiteX7-32943" fmla="*/ 228569 w 2107590"/>
              <a:gd name="connsiteY7-32944" fmla="*/ 1030857 h 2160513"/>
              <a:gd name="connsiteX8-32945" fmla="*/ 102364 w 2107590"/>
              <a:gd name="connsiteY8-32946" fmla="*/ 578421 h 2160513"/>
              <a:gd name="connsiteX9-32947" fmla="*/ 334972 w 2107590"/>
              <a:gd name="connsiteY9-32948" fmla="*/ 266829 h 2160513"/>
              <a:gd name="connsiteX10-32949" fmla="*/ 754827 w 2107590"/>
              <a:gd name="connsiteY10-32950" fmla="*/ 47401 h 2160513"/>
              <a:gd name="connsiteX11-32951" fmla="*/ 759590 w 2107590"/>
              <a:gd name="connsiteY11-32952" fmla="*/ 95027 h 2160513"/>
              <a:gd name="connsiteX12-32953" fmla="*/ 771497 w 2107590"/>
              <a:gd name="connsiteY12-32954" fmla="*/ 35497 h 2160513"/>
              <a:gd name="connsiteX13-32955" fmla="*/ 1341273 w 2107590"/>
              <a:gd name="connsiteY13-32956" fmla="*/ 79182 h 2160513"/>
              <a:gd name="connsiteX14-32957" fmla="*/ 1369190 w 2107590"/>
              <a:gd name="connsiteY14-32958" fmla="*/ 92646 h 2160513"/>
              <a:gd name="connsiteX15-32959" fmla="*/ 1772045 w 2107590"/>
              <a:gd name="connsiteY15-32960" fmla="*/ 359840 h 2160513"/>
              <a:gd name="connsiteX16-32961" fmla="*/ 1752572 w 2107590"/>
              <a:gd name="connsiteY16-32962" fmla="*/ 342677 h 2160513"/>
              <a:gd name="connsiteX17-32963" fmla="*/ 2013140 w 2107590"/>
              <a:gd name="connsiteY17-32964" fmla="*/ 736265 h 2160513"/>
              <a:gd name="connsiteX18-32965" fmla="*/ 2004983 w 2107590"/>
              <a:gd name="connsiteY18-32966" fmla="*/ 716533 h 2160513"/>
              <a:gd name="connsiteX19-32967" fmla="*/ 2095472 w 2107590"/>
              <a:gd name="connsiteY19-32968" fmla="*/ 1073721 h 2160513"/>
              <a:gd name="connsiteX20-32969" fmla="*/ 1826390 w 2107590"/>
              <a:gd name="connsiteY20-32970" fmla="*/ 1311846 h 2160513"/>
              <a:gd name="connsiteX21-32971" fmla="*/ 1821627 w 2107590"/>
              <a:gd name="connsiteY21-32972" fmla="*/ 1264221 h 2160513"/>
              <a:gd name="connsiteX22-32973" fmla="*/ 1488252 w 2107590"/>
              <a:gd name="connsiteY22-32974" fmla="*/ 1595214 h 2160513"/>
              <a:gd name="connsiteX23-32975" fmla="*/ 1388239 w 2107590"/>
              <a:gd name="connsiteY23-32976" fmla="*/ 1492821 h 2160513"/>
              <a:gd name="connsiteX24-32977" fmla="*/ 1714472 w 2107590"/>
              <a:gd name="connsiteY24-32978" fmla="*/ 1154684 h 2160513"/>
              <a:gd name="connsiteX25-32979" fmla="*/ 1390621 w 2107590"/>
              <a:gd name="connsiteY25-32980" fmla="*/ 1145157 h 2160513"/>
              <a:gd name="connsiteX26-32981" fmla="*/ 1342996 w 2107590"/>
              <a:gd name="connsiteY26-32982" fmla="*/ 1283270 h 2160513"/>
              <a:gd name="connsiteX27-32983" fmla="*/ 1042958 w 2107590"/>
              <a:gd name="connsiteY27-32984" fmla="*/ 983235 h 2160513"/>
              <a:gd name="connsiteX28-32985" fmla="*/ 1309658 w 2107590"/>
              <a:gd name="connsiteY28-32986" fmla="*/ 790352 h 2160513"/>
              <a:gd name="connsiteX29-32987" fmla="*/ 914371 w 2107590"/>
              <a:gd name="connsiteY29-32988" fmla="*/ 511746 h 2160513"/>
              <a:gd name="connsiteX30-32989" fmla="*/ 523846 w 2107590"/>
              <a:gd name="connsiteY30-32990" fmla="*/ 754633 h 2160513"/>
              <a:gd name="connsiteX31-32991" fmla="*/ 783402 w 2107590"/>
              <a:gd name="connsiteY31-32992" fmla="*/ 868932 h 2160513"/>
              <a:gd name="connsiteX32-32993" fmla="*/ 785783 w 2107590"/>
              <a:gd name="connsiteY32-32994" fmla="*/ 1002283 h 2160513"/>
              <a:gd name="connsiteX33-32995" fmla="*/ 373827 w 2107590"/>
              <a:gd name="connsiteY33-32996" fmla="*/ 852264 h 2160513"/>
              <a:gd name="connsiteX34-32997" fmla="*/ 759589 w 2107590"/>
              <a:gd name="connsiteY34-32998" fmla="*/ 409352 h 2160513"/>
              <a:gd name="connsiteX35-32999" fmla="*/ 1397764 w 2107590"/>
              <a:gd name="connsiteY35-33000" fmla="*/ 606996 h 2160513"/>
              <a:gd name="connsiteX36-33001" fmla="*/ 1409671 w 2107590"/>
              <a:gd name="connsiteY36-33002" fmla="*/ 868933 h 2160513"/>
              <a:gd name="connsiteX37-33003" fmla="*/ 1433483 w 2107590"/>
              <a:gd name="connsiteY37-33004" fmla="*/ 795115 h 2160513"/>
              <a:gd name="connsiteX38-33005" fmla="*/ 1643033 w 2107590"/>
              <a:gd name="connsiteY38-33006" fmla="*/ 611758 h 2160513"/>
              <a:gd name="connsiteX39-33007" fmla="*/ 1804958 w 2107590"/>
              <a:gd name="connsiteY39-33008" fmla="*/ 709389 h 2160513"/>
              <a:gd name="connsiteX40-33009" fmla="*/ 1633508 w 2107590"/>
              <a:gd name="connsiteY40-33010" fmla="*/ 926083 h 2160513"/>
              <a:gd name="connsiteX41-33011" fmla="*/ 1778764 w 2107590"/>
              <a:gd name="connsiteY41-33012" fmla="*/ 811783 h 2160513"/>
              <a:gd name="connsiteX42-33013" fmla="*/ 1819245 w 2107590"/>
              <a:gd name="connsiteY42-33014" fmla="*/ 959420 h 2160513"/>
              <a:gd name="connsiteX43-33015" fmla="*/ 1838296 w 2107590"/>
              <a:gd name="connsiteY43-33016" fmla="*/ 914177 h 2160513"/>
              <a:gd name="connsiteX44-33017" fmla="*/ 1838296 w 2107590"/>
              <a:gd name="connsiteY44-33018" fmla="*/ 1071339 h 2160513"/>
              <a:gd name="connsiteX45-33019" fmla="*/ 1934912 w 2107590"/>
              <a:gd name="connsiteY45-33020" fmla="*/ 1166139 h 2160513"/>
              <a:gd name="connsiteX46-33021" fmla="*/ 1933545 w 2107590"/>
              <a:gd name="connsiteY46-33022" fmla="*/ 1104678 h 2160513"/>
              <a:gd name="connsiteX47-33023" fmla="*/ 1909733 w 2107590"/>
              <a:gd name="connsiteY47-33024" fmla="*/ 1221358 h 2160513"/>
              <a:gd name="connsiteX48-33025" fmla="*/ 1795030 w 2107590"/>
              <a:gd name="connsiteY48-33026" fmla="*/ 1539289 h 2160513"/>
              <a:gd name="connsiteX49-33027" fmla="*/ 1235792 w 2107590"/>
              <a:gd name="connsiteY49-33028" fmla="*/ 1580715 h 2160513"/>
              <a:gd name="connsiteX50-33029" fmla="*/ 1344220 w 2107590"/>
              <a:gd name="connsiteY50-33030" fmla="*/ 1905742 h 2160513"/>
              <a:gd name="connsiteX0-33031" fmla="*/ 1575697 w 2107590"/>
              <a:gd name="connsiteY0-33032" fmla="*/ 2160513 h 2160513"/>
              <a:gd name="connsiteX1-33033" fmla="*/ 956854 w 2107590"/>
              <a:gd name="connsiteY1-33034" fmla="*/ 1258279 h 2160513"/>
              <a:gd name="connsiteX2-33035" fmla="*/ 863892 w 2107590"/>
              <a:gd name="connsiteY2-33036" fmla="*/ 1345253 h 2160513"/>
              <a:gd name="connsiteX3-33037" fmla="*/ 1026241 w 2107590"/>
              <a:gd name="connsiteY3-33038" fmla="*/ 1144473 h 2160513"/>
              <a:gd name="connsiteX4-33039" fmla="*/ 908876 w 2107590"/>
              <a:gd name="connsiteY4-33040" fmla="*/ 743032 h 2160513"/>
              <a:gd name="connsiteX5-33041" fmla="*/ 1054863 w 2107590"/>
              <a:gd name="connsiteY5-33042" fmla="*/ 807021 h 2160513"/>
              <a:gd name="connsiteX6-33043" fmla="*/ 766732 w 2107590"/>
              <a:gd name="connsiteY6-33044" fmla="*/ 928463 h 2160513"/>
              <a:gd name="connsiteX7-33045" fmla="*/ 228569 w 2107590"/>
              <a:gd name="connsiteY7-33046" fmla="*/ 1030857 h 2160513"/>
              <a:gd name="connsiteX8-33047" fmla="*/ 102364 w 2107590"/>
              <a:gd name="connsiteY8-33048" fmla="*/ 578421 h 2160513"/>
              <a:gd name="connsiteX9-33049" fmla="*/ 334972 w 2107590"/>
              <a:gd name="connsiteY9-33050" fmla="*/ 266829 h 2160513"/>
              <a:gd name="connsiteX10-33051" fmla="*/ 754827 w 2107590"/>
              <a:gd name="connsiteY10-33052" fmla="*/ 47401 h 2160513"/>
              <a:gd name="connsiteX11-33053" fmla="*/ 759590 w 2107590"/>
              <a:gd name="connsiteY11-33054" fmla="*/ 95027 h 2160513"/>
              <a:gd name="connsiteX12-33055" fmla="*/ 771497 w 2107590"/>
              <a:gd name="connsiteY12-33056" fmla="*/ 35497 h 2160513"/>
              <a:gd name="connsiteX13-33057" fmla="*/ 1341273 w 2107590"/>
              <a:gd name="connsiteY13-33058" fmla="*/ 79182 h 2160513"/>
              <a:gd name="connsiteX14-33059" fmla="*/ 1369190 w 2107590"/>
              <a:gd name="connsiteY14-33060" fmla="*/ 92646 h 2160513"/>
              <a:gd name="connsiteX15-33061" fmla="*/ 1772045 w 2107590"/>
              <a:gd name="connsiteY15-33062" fmla="*/ 359840 h 2160513"/>
              <a:gd name="connsiteX16-33063" fmla="*/ 1752572 w 2107590"/>
              <a:gd name="connsiteY16-33064" fmla="*/ 342677 h 2160513"/>
              <a:gd name="connsiteX17-33065" fmla="*/ 2013140 w 2107590"/>
              <a:gd name="connsiteY17-33066" fmla="*/ 736265 h 2160513"/>
              <a:gd name="connsiteX18-33067" fmla="*/ 2004983 w 2107590"/>
              <a:gd name="connsiteY18-33068" fmla="*/ 716533 h 2160513"/>
              <a:gd name="connsiteX19-33069" fmla="*/ 2095472 w 2107590"/>
              <a:gd name="connsiteY19-33070" fmla="*/ 1073721 h 2160513"/>
              <a:gd name="connsiteX20-33071" fmla="*/ 1826390 w 2107590"/>
              <a:gd name="connsiteY20-33072" fmla="*/ 1311846 h 2160513"/>
              <a:gd name="connsiteX21-33073" fmla="*/ 1821627 w 2107590"/>
              <a:gd name="connsiteY21-33074" fmla="*/ 1264221 h 2160513"/>
              <a:gd name="connsiteX22-33075" fmla="*/ 1488252 w 2107590"/>
              <a:gd name="connsiteY22-33076" fmla="*/ 1595214 h 2160513"/>
              <a:gd name="connsiteX23-33077" fmla="*/ 1388239 w 2107590"/>
              <a:gd name="connsiteY23-33078" fmla="*/ 1492821 h 2160513"/>
              <a:gd name="connsiteX24-33079" fmla="*/ 1714472 w 2107590"/>
              <a:gd name="connsiteY24-33080" fmla="*/ 1154684 h 2160513"/>
              <a:gd name="connsiteX25-33081" fmla="*/ 1390621 w 2107590"/>
              <a:gd name="connsiteY25-33082" fmla="*/ 1145157 h 2160513"/>
              <a:gd name="connsiteX26-33083" fmla="*/ 1342996 w 2107590"/>
              <a:gd name="connsiteY26-33084" fmla="*/ 1283270 h 2160513"/>
              <a:gd name="connsiteX27-33085" fmla="*/ 1042958 w 2107590"/>
              <a:gd name="connsiteY27-33086" fmla="*/ 983235 h 2160513"/>
              <a:gd name="connsiteX28-33087" fmla="*/ 1309658 w 2107590"/>
              <a:gd name="connsiteY28-33088" fmla="*/ 790352 h 2160513"/>
              <a:gd name="connsiteX29-33089" fmla="*/ 914371 w 2107590"/>
              <a:gd name="connsiteY29-33090" fmla="*/ 511746 h 2160513"/>
              <a:gd name="connsiteX30-33091" fmla="*/ 523846 w 2107590"/>
              <a:gd name="connsiteY30-33092" fmla="*/ 754633 h 2160513"/>
              <a:gd name="connsiteX31-33093" fmla="*/ 783402 w 2107590"/>
              <a:gd name="connsiteY31-33094" fmla="*/ 868932 h 2160513"/>
              <a:gd name="connsiteX32-33095" fmla="*/ 785783 w 2107590"/>
              <a:gd name="connsiteY32-33096" fmla="*/ 1002283 h 2160513"/>
              <a:gd name="connsiteX33-33097" fmla="*/ 373827 w 2107590"/>
              <a:gd name="connsiteY33-33098" fmla="*/ 852264 h 2160513"/>
              <a:gd name="connsiteX34-33099" fmla="*/ 759589 w 2107590"/>
              <a:gd name="connsiteY34-33100" fmla="*/ 409352 h 2160513"/>
              <a:gd name="connsiteX35-33101" fmla="*/ 1397764 w 2107590"/>
              <a:gd name="connsiteY35-33102" fmla="*/ 606996 h 2160513"/>
              <a:gd name="connsiteX36-33103" fmla="*/ 1409671 w 2107590"/>
              <a:gd name="connsiteY36-33104" fmla="*/ 868933 h 2160513"/>
              <a:gd name="connsiteX37-33105" fmla="*/ 1433483 w 2107590"/>
              <a:gd name="connsiteY37-33106" fmla="*/ 795115 h 2160513"/>
              <a:gd name="connsiteX38-33107" fmla="*/ 1643033 w 2107590"/>
              <a:gd name="connsiteY38-33108" fmla="*/ 611758 h 2160513"/>
              <a:gd name="connsiteX39-33109" fmla="*/ 1804958 w 2107590"/>
              <a:gd name="connsiteY39-33110" fmla="*/ 709389 h 2160513"/>
              <a:gd name="connsiteX40-33111" fmla="*/ 1633508 w 2107590"/>
              <a:gd name="connsiteY40-33112" fmla="*/ 926083 h 2160513"/>
              <a:gd name="connsiteX41-33113" fmla="*/ 1778764 w 2107590"/>
              <a:gd name="connsiteY41-33114" fmla="*/ 811783 h 2160513"/>
              <a:gd name="connsiteX42-33115" fmla="*/ 1819245 w 2107590"/>
              <a:gd name="connsiteY42-33116" fmla="*/ 959420 h 2160513"/>
              <a:gd name="connsiteX43-33117" fmla="*/ 1838296 w 2107590"/>
              <a:gd name="connsiteY43-33118" fmla="*/ 914177 h 2160513"/>
              <a:gd name="connsiteX44-33119" fmla="*/ 1838296 w 2107590"/>
              <a:gd name="connsiteY44-33120" fmla="*/ 1071339 h 2160513"/>
              <a:gd name="connsiteX45-33121" fmla="*/ 1934912 w 2107590"/>
              <a:gd name="connsiteY45-33122" fmla="*/ 1166139 h 2160513"/>
              <a:gd name="connsiteX46-33123" fmla="*/ 1933545 w 2107590"/>
              <a:gd name="connsiteY46-33124" fmla="*/ 1104678 h 2160513"/>
              <a:gd name="connsiteX47-33125" fmla="*/ 1909733 w 2107590"/>
              <a:gd name="connsiteY47-33126" fmla="*/ 1221358 h 2160513"/>
              <a:gd name="connsiteX48-33127" fmla="*/ 1795030 w 2107590"/>
              <a:gd name="connsiteY48-33128" fmla="*/ 1539289 h 2160513"/>
              <a:gd name="connsiteX49-33129" fmla="*/ 1235792 w 2107590"/>
              <a:gd name="connsiteY49-33130" fmla="*/ 1580715 h 2160513"/>
              <a:gd name="connsiteX50-33131" fmla="*/ 1344220 w 2107590"/>
              <a:gd name="connsiteY50-33132" fmla="*/ 1905742 h 2160513"/>
              <a:gd name="connsiteX0-33133" fmla="*/ 1575697 w 2107590"/>
              <a:gd name="connsiteY0-33134" fmla="*/ 2160513 h 2160513"/>
              <a:gd name="connsiteX1-33135" fmla="*/ 956854 w 2107590"/>
              <a:gd name="connsiteY1-33136" fmla="*/ 1258279 h 2160513"/>
              <a:gd name="connsiteX2-33137" fmla="*/ 863892 w 2107590"/>
              <a:gd name="connsiteY2-33138" fmla="*/ 1345253 h 2160513"/>
              <a:gd name="connsiteX3-33139" fmla="*/ 1026241 w 2107590"/>
              <a:gd name="connsiteY3-33140" fmla="*/ 1144473 h 2160513"/>
              <a:gd name="connsiteX4-33141" fmla="*/ 908876 w 2107590"/>
              <a:gd name="connsiteY4-33142" fmla="*/ 743032 h 2160513"/>
              <a:gd name="connsiteX5-33143" fmla="*/ 1054863 w 2107590"/>
              <a:gd name="connsiteY5-33144" fmla="*/ 807021 h 2160513"/>
              <a:gd name="connsiteX6-33145" fmla="*/ 766732 w 2107590"/>
              <a:gd name="connsiteY6-33146" fmla="*/ 928463 h 2160513"/>
              <a:gd name="connsiteX7-33147" fmla="*/ 228569 w 2107590"/>
              <a:gd name="connsiteY7-33148" fmla="*/ 1030857 h 2160513"/>
              <a:gd name="connsiteX8-33149" fmla="*/ 102364 w 2107590"/>
              <a:gd name="connsiteY8-33150" fmla="*/ 578421 h 2160513"/>
              <a:gd name="connsiteX9-33151" fmla="*/ 334972 w 2107590"/>
              <a:gd name="connsiteY9-33152" fmla="*/ 266829 h 2160513"/>
              <a:gd name="connsiteX10-33153" fmla="*/ 754827 w 2107590"/>
              <a:gd name="connsiteY10-33154" fmla="*/ 47401 h 2160513"/>
              <a:gd name="connsiteX11-33155" fmla="*/ 759590 w 2107590"/>
              <a:gd name="connsiteY11-33156" fmla="*/ 95027 h 2160513"/>
              <a:gd name="connsiteX12-33157" fmla="*/ 771497 w 2107590"/>
              <a:gd name="connsiteY12-33158" fmla="*/ 35497 h 2160513"/>
              <a:gd name="connsiteX13-33159" fmla="*/ 1341273 w 2107590"/>
              <a:gd name="connsiteY13-33160" fmla="*/ 79182 h 2160513"/>
              <a:gd name="connsiteX14-33161" fmla="*/ 1369190 w 2107590"/>
              <a:gd name="connsiteY14-33162" fmla="*/ 92646 h 2160513"/>
              <a:gd name="connsiteX15-33163" fmla="*/ 1772045 w 2107590"/>
              <a:gd name="connsiteY15-33164" fmla="*/ 359840 h 2160513"/>
              <a:gd name="connsiteX16-33165" fmla="*/ 1752572 w 2107590"/>
              <a:gd name="connsiteY16-33166" fmla="*/ 342677 h 2160513"/>
              <a:gd name="connsiteX17-33167" fmla="*/ 2013140 w 2107590"/>
              <a:gd name="connsiteY17-33168" fmla="*/ 736265 h 2160513"/>
              <a:gd name="connsiteX18-33169" fmla="*/ 2004983 w 2107590"/>
              <a:gd name="connsiteY18-33170" fmla="*/ 716533 h 2160513"/>
              <a:gd name="connsiteX19-33171" fmla="*/ 2095472 w 2107590"/>
              <a:gd name="connsiteY19-33172" fmla="*/ 1073721 h 2160513"/>
              <a:gd name="connsiteX20-33173" fmla="*/ 1826390 w 2107590"/>
              <a:gd name="connsiteY20-33174" fmla="*/ 1311846 h 2160513"/>
              <a:gd name="connsiteX21-33175" fmla="*/ 1821627 w 2107590"/>
              <a:gd name="connsiteY21-33176" fmla="*/ 1264221 h 2160513"/>
              <a:gd name="connsiteX22-33177" fmla="*/ 1488252 w 2107590"/>
              <a:gd name="connsiteY22-33178" fmla="*/ 1595214 h 2160513"/>
              <a:gd name="connsiteX23-33179" fmla="*/ 1388239 w 2107590"/>
              <a:gd name="connsiteY23-33180" fmla="*/ 1492821 h 2160513"/>
              <a:gd name="connsiteX24-33181" fmla="*/ 1714472 w 2107590"/>
              <a:gd name="connsiteY24-33182" fmla="*/ 1154684 h 2160513"/>
              <a:gd name="connsiteX25-33183" fmla="*/ 1390621 w 2107590"/>
              <a:gd name="connsiteY25-33184" fmla="*/ 1145157 h 2160513"/>
              <a:gd name="connsiteX26-33185" fmla="*/ 1342996 w 2107590"/>
              <a:gd name="connsiteY26-33186" fmla="*/ 1283270 h 2160513"/>
              <a:gd name="connsiteX27-33187" fmla="*/ 1042958 w 2107590"/>
              <a:gd name="connsiteY27-33188" fmla="*/ 983235 h 2160513"/>
              <a:gd name="connsiteX28-33189" fmla="*/ 1309658 w 2107590"/>
              <a:gd name="connsiteY28-33190" fmla="*/ 790352 h 2160513"/>
              <a:gd name="connsiteX29-33191" fmla="*/ 914371 w 2107590"/>
              <a:gd name="connsiteY29-33192" fmla="*/ 511746 h 2160513"/>
              <a:gd name="connsiteX30-33193" fmla="*/ 523846 w 2107590"/>
              <a:gd name="connsiteY30-33194" fmla="*/ 754633 h 2160513"/>
              <a:gd name="connsiteX31-33195" fmla="*/ 783402 w 2107590"/>
              <a:gd name="connsiteY31-33196" fmla="*/ 868932 h 2160513"/>
              <a:gd name="connsiteX32-33197" fmla="*/ 785783 w 2107590"/>
              <a:gd name="connsiteY32-33198" fmla="*/ 1002283 h 2160513"/>
              <a:gd name="connsiteX33-33199" fmla="*/ 373827 w 2107590"/>
              <a:gd name="connsiteY33-33200" fmla="*/ 852264 h 2160513"/>
              <a:gd name="connsiteX34-33201" fmla="*/ 759589 w 2107590"/>
              <a:gd name="connsiteY34-33202" fmla="*/ 409352 h 2160513"/>
              <a:gd name="connsiteX35-33203" fmla="*/ 1397764 w 2107590"/>
              <a:gd name="connsiteY35-33204" fmla="*/ 606996 h 2160513"/>
              <a:gd name="connsiteX36-33205" fmla="*/ 1409671 w 2107590"/>
              <a:gd name="connsiteY36-33206" fmla="*/ 868933 h 2160513"/>
              <a:gd name="connsiteX37-33207" fmla="*/ 1433483 w 2107590"/>
              <a:gd name="connsiteY37-33208" fmla="*/ 795115 h 2160513"/>
              <a:gd name="connsiteX38-33209" fmla="*/ 1643033 w 2107590"/>
              <a:gd name="connsiteY38-33210" fmla="*/ 611758 h 2160513"/>
              <a:gd name="connsiteX39-33211" fmla="*/ 1804958 w 2107590"/>
              <a:gd name="connsiteY39-33212" fmla="*/ 709389 h 2160513"/>
              <a:gd name="connsiteX40-33213" fmla="*/ 1633508 w 2107590"/>
              <a:gd name="connsiteY40-33214" fmla="*/ 926083 h 2160513"/>
              <a:gd name="connsiteX41-33215" fmla="*/ 1778764 w 2107590"/>
              <a:gd name="connsiteY41-33216" fmla="*/ 811783 h 2160513"/>
              <a:gd name="connsiteX42-33217" fmla="*/ 1819245 w 2107590"/>
              <a:gd name="connsiteY42-33218" fmla="*/ 959420 h 2160513"/>
              <a:gd name="connsiteX43-33219" fmla="*/ 1838296 w 2107590"/>
              <a:gd name="connsiteY43-33220" fmla="*/ 914177 h 2160513"/>
              <a:gd name="connsiteX44-33221" fmla="*/ 1838296 w 2107590"/>
              <a:gd name="connsiteY44-33222" fmla="*/ 1071339 h 2160513"/>
              <a:gd name="connsiteX45-33223" fmla="*/ 1934912 w 2107590"/>
              <a:gd name="connsiteY45-33224" fmla="*/ 1166139 h 2160513"/>
              <a:gd name="connsiteX46-33225" fmla="*/ 1933545 w 2107590"/>
              <a:gd name="connsiteY46-33226" fmla="*/ 1104678 h 2160513"/>
              <a:gd name="connsiteX47-33227" fmla="*/ 1909733 w 2107590"/>
              <a:gd name="connsiteY47-33228" fmla="*/ 1221358 h 2160513"/>
              <a:gd name="connsiteX48-33229" fmla="*/ 1795030 w 2107590"/>
              <a:gd name="connsiteY48-33230" fmla="*/ 1539289 h 2160513"/>
              <a:gd name="connsiteX49-33231" fmla="*/ 1235792 w 2107590"/>
              <a:gd name="connsiteY49-33232" fmla="*/ 1580715 h 2160513"/>
              <a:gd name="connsiteX50-33233" fmla="*/ 1344220 w 2107590"/>
              <a:gd name="connsiteY50-33234" fmla="*/ 1905742 h 2160513"/>
              <a:gd name="connsiteX0-33235" fmla="*/ 1575697 w 2107590"/>
              <a:gd name="connsiteY0-33236" fmla="*/ 2160513 h 2160513"/>
              <a:gd name="connsiteX1-33237" fmla="*/ 956854 w 2107590"/>
              <a:gd name="connsiteY1-33238" fmla="*/ 1258279 h 2160513"/>
              <a:gd name="connsiteX2-33239" fmla="*/ 863892 w 2107590"/>
              <a:gd name="connsiteY2-33240" fmla="*/ 1345253 h 2160513"/>
              <a:gd name="connsiteX3-33241" fmla="*/ 1026241 w 2107590"/>
              <a:gd name="connsiteY3-33242" fmla="*/ 1144473 h 2160513"/>
              <a:gd name="connsiteX4-33243" fmla="*/ 908876 w 2107590"/>
              <a:gd name="connsiteY4-33244" fmla="*/ 743032 h 2160513"/>
              <a:gd name="connsiteX5-33245" fmla="*/ 1054863 w 2107590"/>
              <a:gd name="connsiteY5-33246" fmla="*/ 807021 h 2160513"/>
              <a:gd name="connsiteX6-33247" fmla="*/ 766732 w 2107590"/>
              <a:gd name="connsiteY6-33248" fmla="*/ 928463 h 2160513"/>
              <a:gd name="connsiteX7-33249" fmla="*/ 228569 w 2107590"/>
              <a:gd name="connsiteY7-33250" fmla="*/ 1030857 h 2160513"/>
              <a:gd name="connsiteX8-33251" fmla="*/ 102364 w 2107590"/>
              <a:gd name="connsiteY8-33252" fmla="*/ 578421 h 2160513"/>
              <a:gd name="connsiteX9-33253" fmla="*/ 334972 w 2107590"/>
              <a:gd name="connsiteY9-33254" fmla="*/ 266829 h 2160513"/>
              <a:gd name="connsiteX10-33255" fmla="*/ 754827 w 2107590"/>
              <a:gd name="connsiteY10-33256" fmla="*/ 47401 h 2160513"/>
              <a:gd name="connsiteX11-33257" fmla="*/ 759590 w 2107590"/>
              <a:gd name="connsiteY11-33258" fmla="*/ 95027 h 2160513"/>
              <a:gd name="connsiteX12-33259" fmla="*/ 771497 w 2107590"/>
              <a:gd name="connsiteY12-33260" fmla="*/ 35497 h 2160513"/>
              <a:gd name="connsiteX13-33261" fmla="*/ 1341273 w 2107590"/>
              <a:gd name="connsiteY13-33262" fmla="*/ 79182 h 2160513"/>
              <a:gd name="connsiteX14-33263" fmla="*/ 1369190 w 2107590"/>
              <a:gd name="connsiteY14-33264" fmla="*/ 92646 h 2160513"/>
              <a:gd name="connsiteX15-33265" fmla="*/ 1772045 w 2107590"/>
              <a:gd name="connsiteY15-33266" fmla="*/ 359840 h 2160513"/>
              <a:gd name="connsiteX16-33267" fmla="*/ 1752572 w 2107590"/>
              <a:gd name="connsiteY16-33268" fmla="*/ 342677 h 2160513"/>
              <a:gd name="connsiteX17-33269" fmla="*/ 2013140 w 2107590"/>
              <a:gd name="connsiteY17-33270" fmla="*/ 736265 h 2160513"/>
              <a:gd name="connsiteX18-33271" fmla="*/ 2004983 w 2107590"/>
              <a:gd name="connsiteY18-33272" fmla="*/ 716533 h 2160513"/>
              <a:gd name="connsiteX19-33273" fmla="*/ 2095472 w 2107590"/>
              <a:gd name="connsiteY19-33274" fmla="*/ 1073721 h 2160513"/>
              <a:gd name="connsiteX20-33275" fmla="*/ 1826390 w 2107590"/>
              <a:gd name="connsiteY20-33276" fmla="*/ 1311846 h 2160513"/>
              <a:gd name="connsiteX21-33277" fmla="*/ 1821627 w 2107590"/>
              <a:gd name="connsiteY21-33278" fmla="*/ 1264221 h 2160513"/>
              <a:gd name="connsiteX22-33279" fmla="*/ 1488252 w 2107590"/>
              <a:gd name="connsiteY22-33280" fmla="*/ 1595214 h 2160513"/>
              <a:gd name="connsiteX23-33281" fmla="*/ 1388239 w 2107590"/>
              <a:gd name="connsiteY23-33282" fmla="*/ 1492821 h 2160513"/>
              <a:gd name="connsiteX24-33283" fmla="*/ 1714472 w 2107590"/>
              <a:gd name="connsiteY24-33284" fmla="*/ 1154684 h 2160513"/>
              <a:gd name="connsiteX25-33285" fmla="*/ 1390621 w 2107590"/>
              <a:gd name="connsiteY25-33286" fmla="*/ 1145157 h 2160513"/>
              <a:gd name="connsiteX26-33287" fmla="*/ 1342996 w 2107590"/>
              <a:gd name="connsiteY26-33288" fmla="*/ 1283270 h 2160513"/>
              <a:gd name="connsiteX27-33289" fmla="*/ 1042958 w 2107590"/>
              <a:gd name="connsiteY27-33290" fmla="*/ 983235 h 2160513"/>
              <a:gd name="connsiteX28-33291" fmla="*/ 1309658 w 2107590"/>
              <a:gd name="connsiteY28-33292" fmla="*/ 790352 h 2160513"/>
              <a:gd name="connsiteX29-33293" fmla="*/ 914371 w 2107590"/>
              <a:gd name="connsiteY29-33294" fmla="*/ 511746 h 2160513"/>
              <a:gd name="connsiteX30-33295" fmla="*/ 523846 w 2107590"/>
              <a:gd name="connsiteY30-33296" fmla="*/ 754633 h 2160513"/>
              <a:gd name="connsiteX31-33297" fmla="*/ 783402 w 2107590"/>
              <a:gd name="connsiteY31-33298" fmla="*/ 868932 h 2160513"/>
              <a:gd name="connsiteX32-33299" fmla="*/ 785783 w 2107590"/>
              <a:gd name="connsiteY32-33300" fmla="*/ 1002283 h 2160513"/>
              <a:gd name="connsiteX33-33301" fmla="*/ 373827 w 2107590"/>
              <a:gd name="connsiteY33-33302" fmla="*/ 852264 h 2160513"/>
              <a:gd name="connsiteX34-33303" fmla="*/ 759589 w 2107590"/>
              <a:gd name="connsiteY34-33304" fmla="*/ 409352 h 2160513"/>
              <a:gd name="connsiteX35-33305" fmla="*/ 1397764 w 2107590"/>
              <a:gd name="connsiteY35-33306" fmla="*/ 606996 h 2160513"/>
              <a:gd name="connsiteX36-33307" fmla="*/ 1409671 w 2107590"/>
              <a:gd name="connsiteY36-33308" fmla="*/ 868933 h 2160513"/>
              <a:gd name="connsiteX37-33309" fmla="*/ 1433483 w 2107590"/>
              <a:gd name="connsiteY37-33310" fmla="*/ 795115 h 2160513"/>
              <a:gd name="connsiteX38-33311" fmla="*/ 1643033 w 2107590"/>
              <a:gd name="connsiteY38-33312" fmla="*/ 611758 h 2160513"/>
              <a:gd name="connsiteX39-33313" fmla="*/ 1804958 w 2107590"/>
              <a:gd name="connsiteY39-33314" fmla="*/ 709389 h 2160513"/>
              <a:gd name="connsiteX40-33315" fmla="*/ 1633508 w 2107590"/>
              <a:gd name="connsiteY40-33316" fmla="*/ 926083 h 2160513"/>
              <a:gd name="connsiteX41-33317" fmla="*/ 1778764 w 2107590"/>
              <a:gd name="connsiteY41-33318" fmla="*/ 811783 h 2160513"/>
              <a:gd name="connsiteX42-33319" fmla="*/ 1819245 w 2107590"/>
              <a:gd name="connsiteY42-33320" fmla="*/ 959420 h 2160513"/>
              <a:gd name="connsiteX43-33321" fmla="*/ 1838296 w 2107590"/>
              <a:gd name="connsiteY43-33322" fmla="*/ 914177 h 2160513"/>
              <a:gd name="connsiteX44-33323" fmla="*/ 1838296 w 2107590"/>
              <a:gd name="connsiteY44-33324" fmla="*/ 1071339 h 2160513"/>
              <a:gd name="connsiteX45-33325" fmla="*/ 1934912 w 2107590"/>
              <a:gd name="connsiteY45-33326" fmla="*/ 1166139 h 2160513"/>
              <a:gd name="connsiteX46-33327" fmla="*/ 1933545 w 2107590"/>
              <a:gd name="connsiteY46-33328" fmla="*/ 1104678 h 2160513"/>
              <a:gd name="connsiteX47-33329" fmla="*/ 1909733 w 2107590"/>
              <a:gd name="connsiteY47-33330" fmla="*/ 1221358 h 2160513"/>
              <a:gd name="connsiteX48-33331" fmla="*/ 1795030 w 2107590"/>
              <a:gd name="connsiteY48-33332" fmla="*/ 1539289 h 2160513"/>
              <a:gd name="connsiteX49-33333" fmla="*/ 1235792 w 2107590"/>
              <a:gd name="connsiteY49-33334" fmla="*/ 1580715 h 2160513"/>
              <a:gd name="connsiteX50-33335" fmla="*/ 1344220 w 2107590"/>
              <a:gd name="connsiteY50-33336" fmla="*/ 1905742 h 2160513"/>
              <a:gd name="connsiteX0-33337" fmla="*/ 1575697 w 2107590"/>
              <a:gd name="connsiteY0-33338" fmla="*/ 2160513 h 2160513"/>
              <a:gd name="connsiteX1-33339" fmla="*/ 956854 w 2107590"/>
              <a:gd name="connsiteY1-33340" fmla="*/ 1258279 h 2160513"/>
              <a:gd name="connsiteX2-33341" fmla="*/ 863892 w 2107590"/>
              <a:gd name="connsiteY2-33342" fmla="*/ 1345253 h 2160513"/>
              <a:gd name="connsiteX3-33343" fmla="*/ 1026241 w 2107590"/>
              <a:gd name="connsiteY3-33344" fmla="*/ 1144473 h 2160513"/>
              <a:gd name="connsiteX4-33345" fmla="*/ 908876 w 2107590"/>
              <a:gd name="connsiteY4-33346" fmla="*/ 743032 h 2160513"/>
              <a:gd name="connsiteX5-33347" fmla="*/ 1054863 w 2107590"/>
              <a:gd name="connsiteY5-33348" fmla="*/ 807021 h 2160513"/>
              <a:gd name="connsiteX6-33349" fmla="*/ 766732 w 2107590"/>
              <a:gd name="connsiteY6-33350" fmla="*/ 928463 h 2160513"/>
              <a:gd name="connsiteX7-33351" fmla="*/ 228569 w 2107590"/>
              <a:gd name="connsiteY7-33352" fmla="*/ 1030857 h 2160513"/>
              <a:gd name="connsiteX8-33353" fmla="*/ 102364 w 2107590"/>
              <a:gd name="connsiteY8-33354" fmla="*/ 578421 h 2160513"/>
              <a:gd name="connsiteX9-33355" fmla="*/ 334972 w 2107590"/>
              <a:gd name="connsiteY9-33356" fmla="*/ 266829 h 2160513"/>
              <a:gd name="connsiteX10-33357" fmla="*/ 754827 w 2107590"/>
              <a:gd name="connsiteY10-33358" fmla="*/ 47401 h 2160513"/>
              <a:gd name="connsiteX11-33359" fmla="*/ 759590 w 2107590"/>
              <a:gd name="connsiteY11-33360" fmla="*/ 95027 h 2160513"/>
              <a:gd name="connsiteX12-33361" fmla="*/ 771497 w 2107590"/>
              <a:gd name="connsiteY12-33362" fmla="*/ 35497 h 2160513"/>
              <a:gd name="connsiteX13-33363" fmla="*/ 1341273 w 2107590"/>
              <a:gd name="connsiteY13-33364" fmla="*/ 79182 h 2160513"/>
              <a:gd name="connsiteX14-33365" fmla="*/ 1369190 w 2107590"/>
              <a:gd name="connsiteY14-33366" fmla="*/ 92646 h 2160513"/>
              <a:gd name="connsiteX15-33367" fmla="*/ 1772045 w 2107590"/>
              <a:gd name="connsiteY15-33368" fmla="*/ 359840 h 2160513"/>
              <a:gd name="connsiteX16-33369" fmla="*/ 1752572 w 2107590"/>
              <a:gd name="connsiteY16-33370" fmla="*/ 342677 h 2160513"/>
              <a:gd name="connsiteX17-33371" fmla="*/ 2013140 w 2107590"/>
              <a:gd name="connsiteY17-33372" fmla="*/ 736265 h 2160513"/>
              <a:gd name="connsiteX18-33373" fmla="*/ 2004983 w 2107590"/>
              <a:gd name="connsiteY18-33374" fmla="*/ 716533 h 2160513"/>
              <a:gd name="connsiteX19-33375" fmla="*/ 2095472 w 2107590"/>
              <a:gd name="connsiteY19-33376" fmla="*/ 1073721 h 2160513"/>
              <a:gd name="connsiteX20-33377" fmla="*/ 1826390 w 2107590"/>
              <a:gd name="connsiteY20-33378" fmla="*/ 1311846 h 2160513"/>
              <a:gd name="connsiteX21-33379" fmla="*/ 1821627 w 2107590"/>
              <a:gd name="connsiteY21-33380" fmla="*/ 1264221 h 2160513"/>
              <a:gd name="connsiteX22-33381" fmla="*/ 1488252 w 2107590"/>
              <a:gd name="connsiteY22-33382" fmla="*/ 1595214 h 2160513"/>
              <a:gd name="connsiteX23-33383" fmla="*/ 1388239 w 2107590"/>
              <a:gd name="connsiteY23-33384" fmla="*/ 1492821 h 2160513"/>
              <a:gd name="connsiteX24-33385" fmla="*/ 1714472 w 2107590"/>
              <a:gd name="connsiteY24-33386" fmla="*/ 1154684 h 2160513"/>
              <a:gd name="connsiteX25-33387" fmla="*/ 1390621 w 2107590"/>
              <a:gd name="connsiteY25-33388" fmla="*/ 1145157 h 2160513"/>
              <a:gd name="connsiteX26-33389" fmla="*/ 1342996 w 2107590"/>
              <a:gd name="connsiteY26-33390" fmla="*/ 1283270 h 2160513"/>
              <a:gd name="connsiteX27-33391" fmla="*/ 1042958 w 2107590"/>
              <a:gd name="connsiteY27-33392" fmla="*/ 983235 h 2160513"/>
              <a:gd name="connsiteX28-33393" fmla="*/ 1309658 w 2107590"/>
              <a:gd name="connsiteY28-33394" fmla="*/ 790352 h 2160513"/>
              <a:gd name="connsiteX29-33395" fmla="*/ 914371 w 2107590"/>
              <a:gd name="connsiteY29-33396" fmla="*/ 511746 h 2160513"/>
              <a:gd name="connsiteX30-33397" fmla="*/ 523846 w 2107590"/>
              <a:gd name="connsiteY30-33398" fmla="*/ 754633 h 2160513"/>
              <a:gd name="connsiteX31-33399" fmla="*/ 783402 w 2107590"/>
              <a:gd name="connsiteY31-33400" fmla="*/ 868932 h 2160513"/>
              <a:gd name="connsiteX32-33401" fmla="*/ 785783 w 2107590"/>
              <a:gd name="connsiteY32-33402" fmla="*/ 1002283 h 2160513"/>
              <a:gd name="connsiteX33-33403" fmla="*/ 373827 w 2107590"/>
              <a:gd name="connsiteY33-33404" fmla="*/ 852264 h 2160513"/>
              <a:gd name="connsiteX34-33405" fmla="*/ 759589 w 2107590"/>
              <a:gd name="connsiteY34-33406" fmla="*/ 409352 h 2160513"/>
              <a:gd name="connsiteX35-33407" fmla="*/ 1397764 w 2107590"/>
              <a:gd name="connsiteY35-33408" fmla="*/ 606996 h 2160513"/>
              <a:gd name="connsiteX36-33409" fmla="*/ 1409671 w 2107590"/>
              <a:gd name="connsiteY36-33410" fmla="*/ 868933 h 2160513"/>
              <a:gd name="connsiteX37-33411" fmla="*/ 1433483 w 2107590"/>
              <a:gd name="connsiteY37-33412" fmla="*/ 795115 h 2160513"/>
              <a:gd name="connsiteX38-33413" fmla="*/ 1643033 w 2107590"/>
              <a:gd name="connsiteY38-33414" fmla="*/ 611758 h 2160513"/>
              <a:gd name="connsiteX39-33415" fmla="*/ 1804958 w 2107590"/>
              <a:gd name="connsiteY39-33416" fmla="*/ 709389 h 2160513"/>
              <a:gd name="connsiteX40-33417" fmla="*/ 1633508 w 2107590"/>
              <a:gd name="connsiteY40-33418" fmla="*/ 926083 h 2160513"/>
              <a:gd name="connsiteX41-33419" fmla="*/ 1778764 w 2107590"/>
              <a:gd name="connsiteY41-33420" fmla="*/ 811783 h 2160513"/>
              <a:gd name="connsiteX42-33421" fmla="*/ 1819245 w 2107590"/>
              <a:gd name="connsiteY42-33422" fmla="*/ 959420 h 2160513"/>
              <a:gd name="connsiteX43-33423" fmla="*/ 1838296 w 2107590"/>
              <a:gd name="connsiteY43-33424" fmla="*/ 914177 h 2160513"/>
              <a:gd name="connsiteX44-33425" fmla="*/ 1838296 w 2107590"/>
              <a:gd name="connsiteY44-33426" fmla="*/ 1071339 h 2160513"/>
              <a:gd name="connsiteX45-33427" fmla="*/ 1934912 w 2107590"/>
              <a:gd name="connsiteY45-33428" fmla="*/ 1166139 h 2160513"/>
              <a:gd name="connsiteX46-33429" fmla="*/ 1933545 w 2107590"/>
              <a:gd name="connsiteY46-33430" fmla="*/ 1104678 h 2160513"/>
              <a:gd name="connsiteX47-33431" fmla="*/ 1909733 w 2107590"/>
              <a:gd name="connsiteY47-33432" fmla="*/ 1221358 h 2160513"/>
              <a:gd name="connsiteX48-33433" fmla="*/ 1795030 w 2107590"/>
              <a:gd name="connsiteY48-33434" fmla="*/ 1539289 h 2160513"/>
              <a:gd name="connsiteX49-33435" fmla="*/ 1235792 w 2107590"/>
              <a:gd name="connsiteY49-33436" fmla="*/ 1580715 h 2160513"/>
              <a:gd name="connsiteX50-33437" fmla="*/ 1344220 w 2107590"/>
              <a:gd name="connsiteY50-33438" fmla="*/ 1905742 h 2160513"/>
              <a:gd name="connsiteX0-33439" fmla="*/ 1575697 w 2107590"/>
              <a:gd name="connsiteY0-33440" fmla="*/ 2160513 h 2160513"/>
              <a:gd name="connsiteX1-33441" fmla="*/ 956854 w 2107590"/>
              <a:gd name="connsiteY1-33442" fmla="*/ 1258279 h 2160513"/>
              <a:gd name="connsiteX2-33443" fmla="*/ 863892 w 2107590"/>
              <a:gd name="connsiteY2-33444" fmla="*/ 1345253 h 2160513"/>
              <a:gd name="connsiteX3-33445" fmla="*/ 1026241 w 2107590"/>
              <a:gd name="connsiteY3-33446" fmla="*/ 1144473 h 2160513"/>
              <a:gd name="connsiteX4-33447" fmla="*/ 908876 w 2107590"/>
              <a:gd name="connsiteY4-33448" fmla="*/ 743032 h 2160513"/>
              <a:gd name="connsiteX5-33449" fmla="*/ 1054863 w 2107590"/>
              <a:gd name="connsiteY5-33450" fmla="*/ 807021 h 2160513"/>
              <a:gd name="connsiteX6-33451" fmla="*/ 766732 w 2107590"/>
              <a:gd name="connsiteY6-33452" fmla="*/ 928463 h 2160513"/>
              <a:gd name="connsiteX7-33453" fmla="*/ 228569 w 2107590"/>
              <a:gd name="connsiteY7-33454" fmla="*/ 1030857 h 2160513"/>
              <a:gd name="connsiteX8-33455" fmla="*/ 102364 w 2107590"/>
              <a:gd name="connsiteY8-33456" fmla="*/ 578421 h 2160513"/>
              <a:gd name="connsiteX9-33457" fmla="*/ 334972 w 2107590"/>
              <a:gd name="connsiteY9-33458" fmla="*/ 266829 h 2160513"/>
              <a:gd name="connsiteX10-33459" fmla="*/ 754827 w 2107590"/>
              <a:gd name="connsiteY10-33460" fmla="*/ 47401 h 2160513"/>
              <a:gd name="connsiteX11-33461" fmla="*/ 759590 w 2107590"/>
              <a:gd name="connsiteY11-33462" fmla="*/ 95027 h 2160513"/>
              <a:gd name="connsiteX12-33463" fmla="*/ 771497 w 2107590"/>
              <a:gd name="connsiteY12-33464" fmla="*/ 35497 h 2160513"/>
              <a:gd name="connsiteX13-33465" fmla="*/ 1341273 w 2107590"/>
              <a:gd name="connsiteY13-33466" fmla="*/ 79182 h 2160513"/>
              <a:gd name="connsiteX14-33467" fmla="*/ 1369190 w 2107590"/>
              <a:gd name="connsiteY14-33468" fmla="*/ 92646 h 2160513"/>
              <a:gd name="connsiteX15-33469" fmla="*/ 1772045 w 2107590"/>
              <a:gd name="connsiteY15-33470" fmla="*/ 359840 h 2160513"/>
              <a:gd name="connsiteX16-33471" fmla="*/ 1752572 w 2107590"/>
              <a:gd name="connsiteY16-33472" fmla="*/ 342677 h 2160513"/>
              <a:gd name="connsiteX17-33473" fmla="*/ 2013140 w 2107590"/>
              <a:gd name="connsiteY17-33474" fmla="*/ 736265 h 2160513"/>
              <a:gd name="connsiteX18-33475" fmla="*/ 2004983 w 2107590"/>
              <a:gd name="connsiteY18-33476" fmla="*/ 716533 h 2160513"/>
              <a:gd name="connsiteX19-33477" fmla="*/ 2095472 w 2107590"/>
              <a:gd name="connsiteY19-33478" fmla="*/ 1073721 h 2160513"/>
              <a:gd name="connsiteX20-33479" fmla="*/ 1826390 w 2107590"/>
              <a:gd name="connsiteY20-33480" fmla="*/ 1311846 h 2160513"/>
              <a:gd name="connsiteX21-33481" fmla="*/ 1821627 w 2107590"/>
              <a:gd name="connsiteY21-33482" fmla="*/ 1264221 h 2160513"/>
              <a:gd name="connsiteX22-33483" fmla="*/ 1488252 w 2107590"/>
              <a:gd name="connsiteY22-33484" fmla="*/ 1595214 h 2160513"/>
              <a:gd name="connsiteX23-33485" fmla="*/ 1388239 w 2107590"/>
              <a:gd name="connsiteY23-33486" fmla="*/ 1492821 h 2160513"/>
              <a:gd name="connsiteX24-33487" fmla="*/ 1714472 w 2107590"/>
              <a:gd name="connsiteY24-33488" fmla="*/ 1154684 h 2160513"/>
              <a:gd name="connsiteX25-33489" fmla="*/ 1390621 w 2107590"/>
              <a:gd name="connsiteY25-33490" fmla="*/ 1145157 h 2160513"/>
              <a:gd name="connsiteX26-33491" fmla="*/ 1342996 w 2107590"/>
              <a:gd name="connsiteY26-33492" fmla="*/ 1283270 h 2160513"/>
              <a:gd name="connsiteX27-33493" fmla="*/ 1042958 w 2107590"/>
              <a:gd name="connsiteY27-33494" fmla="*/ 983235 h 2160513"/>
              <a:gd name="connsiteX28-33495" fmla="*/ 1309658 w 2107590"/>
              <a:gd name="connsiteY28-33496" fmla="*/ 790352 h 2160513"/>
              <a:gd name="connsiteX29-33497" fmla="*/ 914371 w 2107590"/>
              <a:gd name="connsiteY29-33498" fmla="*/ 511746 h 2160513"/>
              <a:gd name="connsiteX30-33499" fmla="*/ 523846 w 2107590"/>
              <a:gd name="connsiteY30-33500" fmla="*/ 754633 h 2160513"/>
              <a:gd name="connsiteX31-33501" fmla="*/ 783402 w 2107590"/>
              <a:gd name="connsiteY31-33502" fmla="*/ 868932 h 2160513"/>
              <a:gd name="connsiteX32-33503" fmla="*/ 785783 w 2107590"/>
              <a:gd name="connsiteY32-33504" fmla="*/ 1002283 h 2160513"/>
              <a:gd name="connsiteX33-33505" fmla="*/ 373827 w 2107590"/>
              <a:gd name="connsiteY33-33506" fmla="*/ 852264 h 2160513"/>
              <a:gd name="connsiteX34-33507" fmla="*/ 759589 w 2107590"/>
              <a:gd name="connsiteY34-33508" fmla="*/ 409352 h 2160513"/>
              <a:gd name="connsiteX35-33509" fmla="*/ 1397764 w 2107590"/>
              <a:gd name="connsiteY35-33510" fmla="*/ 606996 h 2160513"/>
              <a:gd name="connsiteX36-33511" fmla="*/ 1409671 w 2107590"/>
              <a:gd name="connsiteY36-33512" fmla="*/ 868933 h 2160513"/>
              <a:gd name="connsiteX37-33513" fmla="*/ 1433483 w 2107590"/>
              <a:gd name="connsiteY37-33514" fmla="*/ 795115 h 2160513"/>
              <a:gd name="connsiteX38-33515" fmla="*/ 1643033 w 2107590"/>
              <a:gd name="connsiteY38-33516" fmla="*/ 611758 h 2160513"/>
              <a:gd name="connsiteX39-33517" fmla="*/ 1804958 w 2107590"/>
              <a:gd name="connsiteY39-33518" fmla="*/ 709389 h 2160513"/>
              <a:gd name="connsiteX40-33519" fmla="*/ 1633508 w 2107590"/>
              <a:gd name="connsiteY40-33520" fmla="*/ 926083 h 2160513"/>
              <a:gd name="connsiteX41-33521" fmla="*/ 1778764 w 2107590"/>
              <a:gd name="connsiteY41-33522" fmla="*/ 811783 h 2160513"/>
              <a:gd name="connsiteX42-33523" fmla="*/ 1819245 w 2107590"/>
              <a:gd name="connsiteY42-33524" fmla="*/ 959420 h 2160513"/>
              <a:gd name="connsiteX43-33525" fmla="*/ 1838296 w 2107590"/>
              <a:gd name="connsiteY43-33526" fmla="*/ 914177 h 2160513"/>
              <a:gd name="connsiteX44-33527" fmla="*/ 1838296 w 2107590"/>
              <a:gd name="connsiteY44-33528" fmla="*/ 1071339 h 2160513"/>
              <a:gd name="connsiteX45-33529" fmla="*/ 1934912 w 2107590"/>
              <a:gd name="connsiteY45-33530" fmla="*/ 1166139 h 2160513"/>
              <a:gd name="connsiteX46-33531" fmla="*/ 1933545 w 2107590"/>
              <a:gd name="connsiteY46-33532" fmla="*/ 1104678 h 2160513"/>
              <a:gd name="connsiteX47-33533" fmla="*/ 1909733 w 2107590"/>
              <a:gd name="connsiteY47-33534" fmla="*/ 1221358 h 2160513"/>
              <a:gd name="connsiteX48-33535" fmla="*/ 1795030 w 2107590"/>
              <a:gd name="connsiteY48-33536" fmla="*/ 1539289 h 2160513"/>
              <a:gd name="connsiteX49-33537" fmla="*/ 1235792 w 2107590"/>
              <a:gd name="connsiteY49-33538" fmla="*/ 1580715 h 2160513"/>
              <a:gd name="connsiteX50-33539" fmla="*/ 1344220 w 2107590"/>
              <a:gd name="connsiteY50-33540" fmla="*/ 1905742 h 2160513"/>
              <a:gd name="connsiteX0-33541" fmla="*/ 1575697 w 2107590"/>
              <a:gd name="connsiteY0-33542" fmla="*/ 2160513 h 2160513"/>
              <a:gd name="connsiteX1-33543" fmla="*/ 956854 w 2107590"/>
              <a:gd name="connsiteY1-33544" fmla="*/ 1258279 h 2160513"/>
              <a:gd name="connsiteX2-33545" fmla="*/ 863892 w 2107590"/>
              <a:gd name="connsiteY2-33546" fmla="*/ 1345253 h 2160513"/>
              <a:gd name="connsiteX3-33547" fmla="*/ 1026241 w 2107590"/>
              <a:gd name="connsiteY3-33548" fmla="*/ 1144473 h 2160513"/>
              <a:gd name="connsiteX4-33549" fmla="*/ 908876 w 2107590"/>
              <a:gd name="connsiteY4-33550" fmla="*/ 743032 h 2160513"/>
              <a:gd name="connsiteX5-33551" fmla="*/ 1054863 w 2107590"/>
              <a:gd name="connsiteY5-33552" fmla="*/ 807021 h 2160513"/>
              <a:gd name="connsiteX6-33553" fmla="*/ 766732 w 2107590"/>
              <a:gd name="connsiteY6-33554" fmla="*/ 928463 h 2160513"/>
              <a:gd name="connsiteX7-33555" fmla="*/ 228569 w 2107590"/>
              <a:gd name="connsiteY7-33556" fmla="*/ 1030857 h 2160513"/>
              <a:gd name="connsiteX8-33557" fmla="*/ 102364 w 2107590"/>
              <a:gd name="connsiteY8-33558" fmla="*/ 578421 h 2160513"/>
              <a:gd name="connsiteX9-33559" fmla="*/ 334972 w 2107590"/>
              <a:gd name="connsiteY9-33560" fmla="*/ 266829 h 2160513"/>
              <a:gd name="connsiteX10-33561" fmla="*/ 754827 w 2107590"/>
              <a:gd name="connsiteY10-33562" fmla="*/ 47401 h 2160513"/>
              <a:gd name="connsiteX11-33563" fmla="*/ 759590 w 2107590"/>
              <a:gd name="connsiteY11-33564" fmla="*/ 95027 h 2160513"/>
              <a:gd name="connsiteX12-33565" fmla="*/ 771497 w 2107590"/>
              <a:gd name="connsiteY12-33566" fmla="*/ 35497 h 2160513"/>
              <a:gd name="connsiteX13-33567" fmla="*/ 1341273 w 2107590"/>
              <a:gd name="connsiteY13-33568" fmla="*/ 79182 h 2160513"/>
              <a:gd name="connsiteX14-33569" fmla="*/ 1369190 w 2107590"/>
              <a:gd name="connsiteY14-33570" fmla="*/ 92646 h 2160513"/>
              <a:gd name="connsiteX15-33571" fmla="*/ 1772045 w 2107590"/>
              <a:gd name="connsiteY15-33572" fmla="*/ 359840 h 2160513"/>
              <a:gd name="connsiteX16-33573" fmla="*/ 1752572 w 2107590"/>
              <a:gd name="connsiteY16-33574" fmla="*/ 342677 h 2160513"/>
              <a:gd name="connsiteX17-33575" fmla="*/ 2013140 w 2107590"/>
              <a:gd name="connsiteY17-33576" fmla="*/ 736265 h 2160513"/>
              <a:gd name="connsiteX18-33577" fmla="*/ 2004983 w 2107590"/>
              <a:gd name="connsiteY18-33578" fmla="*/ 716533 h 2160513"/>
              <a:gd name="connsiteX19-33579" fmla="*/ 2095472 w 2107590"/>
              <a:gd name="connsiteY19-33580" fmla="*/ 1073721 h 2160513"/>
              <a:gd name="connsiteX20-33581" fmla="*/ 1826390 w 2107590"/>
              <a:gd name="connsiteY20-33582" fmla="*/ 1311846 h 2160513"/>
              <a:gd name="connsiteX21-33583" fmla="*/ 1821627 w 2107590"/>
              <a:gd name="connsiteY21-33584" fmla="*/ 1264221 h 2160513"/>
              <a:gd name="connsiteX22-33585" fmla="*/ 1488252 w 2107590"/>
              <a:gd name="connsiteY22-33586" fmla="*/ 1595214 h 2160513"/>
              <a:gd name="connsiteX23-33587" fmla="*/ 1388239 w 2107590"/>
              <a:gd name="connsiteY23-33588" fmla="*/ 1492821 h 2160513"/>
              <a:gd name="connsiteX24-33589" fmla="*/ 1714472 w 2107590"/>
              <a:gd name="connsiteY24-33590" fmla="*/ 1154684 h 2160513"/>
              <a:gd name="connsiteX25-33591" fmla="*/ 1390621 w 2107590"/>
              <a:gd name="connsiteY25-33592" fmla="*/ 1145157 h 2160513"/>
              <a:gd name="connsiteX26-33593" fmla="*/ 1342996 w 2107590"/>
              <a:gd name="connsiteY26-33594" fmla="*/ 1283270 h 2160513"/>
              <a:gd name="connsiteX27-33595" fmla="*/ 1042958 w 2107590"/>
              <a:gd name="connsiteY27-33596" fmla="*/ 983235 h 2160513"/>
              <a:gd name="connsiteX28-33597" fmla="*/ 1309658 w 2107590"/>
              <a:gd name="connsiteY28-33598" fmla="*/ 790352 h 2160513"/>
              <a:gd name="connsiteX29-33599" fmla="*/ 914371 w 2107590"/>
              <a:gd name="connsiteY29-33600" fmla="*/ 511746 h 2160513"/>
              <a:gd name="connsiteX30-33601" fmla="*/ 523846 w 2107590"/>
              <a:gd name="connsiteY30-33602" fmla="*/ 754633 h 2160513"/>
              <a:gd name="connsiteX31-33603" fmla="*/ 783402 w 2107590"/>
              <a:gd name="connsiteY31-33604" fmla="*/ 868932 h 2160513"/>
              <a:gd name="connsiteX32-33605" fmla="*/ 785783 w 2107590"/>
              <a:gd name="connsiteY32-33606" fmla="*/ 1002283 h 2160513"/>
              <a:gd name="connsiteX33-33607" fmla="*/ 373827 w 2107590"/>
              <a:gd name="connsiteY33-33608" fmla="*/ 852264 h 2160513"/>
              <a:gd name="connsiteX34-33609" fmla="*/ 759589 w 2107590"/>
              <a:gd name="connsiteY34-33610" fmla="*/ 409352 h 2160513"/>
              <a:gd name="connsiteX35-33611" fmla="*/ 1397764 w 2107590"/>
              <a:gd name="connsiteY35-33612" fmla="*/ 606996 h 2160513"/>
              <a:gd name="connsiteX36-33613" fmla="*/ 1409671 w 2107590"/>
              <a:gd name="connsiteY36-33614" fmla="*/ 868933 h 2160513"/>
              <a:gd name="connsiteX37-33615" fmla="*/ 1433483 w 2107590"/>
              <a:gd name="connsiteY37-33616" fmla="*/ 795115 h 2160513"/>
              <a:gd name="connsiteX38-33617" fmla="*/ 1643033 w 2107590"/>
              <a:gd name="connsiteY38-33618" fmla="*/ 611758 h 2160513"/>
              <a:gd name="connsiteX39-33619" fmla="*/ 1804958 w 2107590"/>
              <a:gd name="connsiteY39-33620" fmla="*/ 709389 h 2160513"/>
              <a:gd name="connsiteX40-33621" fmla="*/ 1633508 w 2107590"/>
              <a:gd name="connsiteY40-33622" fmla="*/ 926083 h 2160513"/>
              <a:gd name="connsiteX41-33623" fmla="*/ 1778764 w 2107590"/>
              <a:gd name="connsiteY41-33624" fmla="*/ 811783 h 2160513"/>
              <a:gd name="connsiteX42-33625" fmla="*/ 1819245 w 2107590"/>
              <a:gd name="connsiteY42-33626" fmla="*/ 959420 h 2160513"/>
              <a:gd name="connsiteX43-33627" fmla="*/ 1838296 w 2107590"/>
              <a:gd name="connsiteY43-33628" fmla="*/ 914177 h 2160513"/>
              <a:gd name="connsiteX44-33629" fmla="*/ 1838296 w 2107590"/>
              <a:gd name="connsiteY44-33630" fmla="*/ 1071339 h 2160513"/>
              <a:gd name="connsiteX45-33631" fmla="*/ 1934912 w 2107590"/>
              <a:gd name="connsiteY45-33632" fmla="*/ 1166139 h 2160513"/>
              <a:gd name="connsiteX46-33633" fmla="*/ 1933545 w 2107590"/>
              <a:gd name="connsiteY46-33634" fmla="*/ 1104678 h 2160513"/>
              <a:gd name="connsiteX47-33635" fmla="*/ 1909733 w 2107590"/>
              <a:gd name="connsiteY47-33636" fmla="*/ 1221358 h 2160513"/>
              <a:gd name="connsiteX48-33637" fmla="*/ 1795030 w 2107590"/>
              <a:gd name="connsiteY48-33638" fmla="*/ 1539289 h 2160513"/>
              <a:gd name="connsiteX49-33639" fmla="*/ 1235792 w 2107590"/>
              <a:gd name="connsiteY49-33640" fmla="*/ 1580715 h 2160513"/>
              <a:gd name="connsiteX50-33641" fmla="*/ 1344220 w 2107590"/>
              <a:gd name="connsiteY50-33642" fmla="*/ 1905742 h 2160513"/>
              <a:gd name="connsiteX0-33643" fmla="*/ 1575697 w 2107590"/>
              <a:gd name="connsiteY0-33644" fmla="*/ 2160513 h 2160513"/>
              <a:gd name="connsiteX1-33645" fmla="*/ 956854 w 2107590"/>
              <a:gd name="connsiteY1-33646" fmla="*/ 1258279 h 2160513"/>
              <a:gd name="connsiteX2-33647" fmla="*/ 863892 w 2107590"/>
              <a:gd name="connsiteY2-33648" fmla="*/ 1345253 h 2160513"/>
              <a:gd name="connsiteX3-33649" fmla="*/ 1026241 w 2107590"/>
              <a:gd name="connsiteY3-33650" fmla="*/ 1144473 h 2160513"/>
              <a:gd name="connsiteX4-33651" fmla="*/ 908876 w 2107590"/>
              <a:gd name="connsiteY4-33652" fmla="*/ 743032 h 2160513"/>
              <a:gd name="connsiteX5-33653" fmla="*/ 1054863 w 2107590"/>
              <a:gd name="connsiteY5-33654" fmla="*/ 807021 h 2160513"/>
              <a:gd name="connsiteX6-33655" fmla="*/ 766732 w 2107590"/>
              <a:gd name="connsiteY6-33656" fmla="*/ 928463 h 2160513"/>
              <a:gd name="connsiteX7-33657" fmla="*/ 228569 w 2107590"/>
              <a:gd name="connsiteY7-33658" fmla="*/ 1030857 h 2160513"/>
              <a:gd name="connsiteX8-33659" fmla="*/ 102364 w 2107590"/>
              <a:gd name="connsiteY8-33660" fmla="*/ 578421 h 2160513"/>
              <a:gd name="connsiteX9-33661" fmla="*/ 334972 w 2107590"/>
              <a:gd name="connsiteY9-33662" fmla="*/ 266829 h 2160513"/>
              <a:gd name="connsiteX10-33663" fmla="*/ 754827 w 2107590"/>
              <a:gd name="connsiteY10-33664" fmla="*/ 47401 h 2160513"/>
              <a:gd name="connsiteX11-33665" fmla="*/ 759590 w 2107590"/>
              <a:gd name="connsiteY11-33666" fmla="*/ 95027 h 2160513"/>
              <a:gd name="connsiteX12-33667" fmla="*/ 771497 w 2107590"/>
              <a:gd name="connsiteY12-33668" fmla="*/ 35497 h 2160513"/>
              <a:gd name="connsiteX13-33669" fmla="*/ 1341273 w 2107590"/>
              <a:gd name="connsiteY13-33670" fmla="*/ 79182 h 2160513"/>
              <a:gd name="connsiteX14-33671" fmla="*/ 1369190 w 2107590"/>
              <a:gd name="connsiteY14-33672" fmla="*/ 92646 h 2160513"/>
              <a:gd name="connsiteX15-33673" fmla="*/ 1772045 w 2107590"/>
              <a:gd name="connsiteY15-33674" fmla="*/ 359840 h 2160513"/>
              <a:gd name="connsiteX16-33675" fmla="*/ 1752572 w 2107590"/>
              <a:gd name="connsiteY16-33676" fmla="*/ 342677 h 2160513"/>
              <a:gd name="connsiteX17-33677" fmla="*/ 2013140 w 2107590"/>
              <a:gd name="connsiteY17-33678" fmla="*/ 736265 h 2160513"/>
              <a:gd name="connsiteX18-33679" fmla="*/ 2004983 w 2107590"/>
              <a:gd name="connsiteY18-33680" fmla="*/ 716533 h 2160513"/>
              <a:gd name="connsiteX19-33681" fmla="*/ 2095472 w 2107590"/>
              <a:gd name="connsiteY19-33682" fmla="*/ 1073721 h 2160513"/>
              <a:gd name="connsiteX20-33683" fmla="*/ 1826390 w 2107590"/>
              <a:gd name="connsiteY20-33684" fmla="*/ 1311846 h 2160513"/>
              <a:gd name="connsiteX21-33685" fmla="*/ 1821627 w 2107590"/>
              <a:gd name="connsiteY21-33686" fmla="*/ 1264221 h 2160513"/>
              <a:gd name="connsiteX22-33687" fmla="*/ 1488252 w 2107590"/>
              <a:gd name="connsiteY22-33688" fmla="*/ 1595214 h 2160513"/>
              <a:gd name="connsiteX23-33689" fmla="*/ 1388239 w 2107590"/>
              <a:gd name="connsiteY23-33690" fmla="*/ 1492821 h 2160513"/>
              <a:gd name="connsiteX24-33691" fmla="*/ 1714472 w 2107590"/>
              <a:gd name="connsiteY24-33692" fmla="*/ 1154684 h 2160513"/>
              <a:gd name="connsiteX25-33693" fmla="*/ 1390621 w 2107590"/>
              <a:gd name="connsiteY25-33694" fmla="*/ 1145157 h 2160513"/>
              <a:gd name="connsiteX26-33695" fmla="*/ 1342996 w 2107590"/>
              <a:gd name="connsiteY26-33696" fmla="*/ 1283270 h 2160513"/>
              <a:gd name="connsiteX27-33697" fmla="*/ 1042958 w 2107590"/>
              <a:gd name="connsiteY27-33698" fmla="*/ 983235 h 2160513"/>
              <a:gd name="connsiteX28-33699" fmla="*/ 1309658 w 2107590"/>
              <a:gd name="connsiteY28-33700" fmla="*/ 790352 h 2160513"/>
              <a:gd name="connsiteX29-33701" fmla="*/ 914371 w 2107590"/>
              <a:gd name="connsiteY29-33702" fmla="*/ 511746 h 2160513"/>
              <a:gd name="connsiteX30-33703" fmla="*/ 523846 w 2107590"/>
              <a:gd name="connsiteY30-33704" fmla="*/ 754633 h 2160513"/>
              <a:gd name="connsiteX31-33705" fmla="*/ 783402 w 2107590"/>
              <a:gd name="connsiteY31-33706" fmla="*/ 868932 h 2160513"/>
              <a:gd name="connsiteX32-33707" fmla="*/ 785783 w 2107590"/>
              <a:gd name="connsiteY32-33708" fmla="*/ 1002283 h 2160513"/>
              <a:gd name="connsiteX33-33709" fmla="*/ 373827 w 2107590"/>
              <a:gd name="connsiteY33-33710" fmla="*/ 852264 h 2160513"/>
              <a:gd name="connsiteX34-33711" fmla="*/ 759589 w 2107590"/>
              <a:gd name="connsiteY34-33712" fmla="*/ 409352 h 2160513"/>
              <a:gd name="connsiteX35-33713" fmla="*/ 1397764 w 2107590"/>
              <a:gd name="connsiteY35-33714" fmla="*/ 606996 h 2160513"/>
              <a:gd name="connsiteX36-33715" fmla="*/ 1409671 w 2107590"/>
              <a:gd name="connsiteY36-33716" fmla="*/ 868933 h 2160513"/>
              <a:gd name="connsiteX37-33717" fmla="*/ 1433483 w 2107590"/>
              <a:gd name="connsiteY37-33718" fmla="*/ 795115 h 2160513"/>
              <a:gd name="connsiteX38-33719" fmla="*/ 1643033 w 2107590"/>
              <a:gd name="connsiteY38-33720" fmla="*/ 611758 h 2160513"/>
              <a:gd name="connsiteX39-33721" fmla="*/ 1804958 w 2107590"/>
              <a:gd name="connsiteY39-33722" fmla="*/ 709389 h 2160513"/>
              <a:gd name="connsiteX40-33723" fmla="*/ 1633508 w 2107590"/>
              <a:gd name="connsiteY40-33724" fmla="*/ 926083 h 2160513"/>
              <a:gd name="connsiteX41-33725" fmla="*/ 1778764 w 2107590"/>
              <a:gd name="connsiteY41-33726" fmla="*/ 811783 h 2160513"/>
              <a:gd name="connsiteX42-33727" fmla="*/ 1819245 w 2107590"/>
              <a:gd name="connsiteY42-33728" fmla="*/ 959420 h 2160513"/>
              <a:gd name="connsiteX43-33729" fmla="*/ 1838296 w 2107590"/>
              <a:gd name="connsiteY43-33730" fmla="*/ 914177 h 2160513"/>
              <a:gd name="connsiteX44-33731" fmla="*/ 1838296 w 2107590"/>
              <a:gd name="connsiteY44-33732" fmla="*/ 1071339 h 2160513"/>
              <a:gd name="connsiteX45-33733" fmla="*/ 1934912 w 2107590"/>
              <a:gd name="connsiteY45-33734" fmla="*/ 1166139 h 2160513"/>
              <a:gd name="connsiteX46-33735" fmla="*/ 1933545 w 2107590"/>
              <a:gd name="connsiteY46-33736" fmla="*/ 1104678 h 2160513"/>
              <a:gd name="connsiteX47-33737" fmla="*/ 1909733 w 2107590"/>
              <a:gd name="connsiteY47-33738" fmla="*/ 1221358 h 2160513"/>
              <a:gd name="connsiteX48-33739" fmla="*/ 1795030 w 2107590"/>
              <a:gd name="connsiteY48-33740" fmla="*/ 1539289 h 2160513"/>
              <a:gd name="connsiteX49-33741" fmla="*/ 1235792 w 2107590"/>
              <a:gd name="connsiteY49-33742" fmla="*/ 1580715 h 2160513"/>
              <a:gd name="connsiteX50-33743" fmla="*/ 1344220 w 2107590"/>
              <a:gd name="connsiteY50-33744" fmla="*/ 1905742 h 2160513"/>
              <a:gd name="connsiteX0-33745" fmla="*/ 1575697 w 2107590"/>
              <a:gd name="connsiteY0-33746" fmla="*/ 2160513 h 2160513"/>
              <a:gd name="connsiteX1-33747" fmla="*/ 956854 w 2107590"/>
              <a:gd name="connsiteY1-33748" fmla="*/ 1258279 h 2160513"/>
              <a:gd name="connsiteX2-33749" fmla="*/ 863892 w 2107590"/>
              <a:gd name="connsiteY2-33750" fmla="*/ 1345253 h 2160513"/>
              <a:gd name="connsiteX3-33751" fmla="*/ 1026241 w 2107590"/>
              <a:gd name="connsiteY3-33752" fmla="*/ 1144473 h 2160513"/>
              <a:gd name="connsiteX4-33753" fmla="*/ 908876 w 2107590"/>
              <a:gd name="connsiteY4-33754" fmla="*/ 743032 h 2160513"/>
              <a:gd name="connsiteX5-33755" fmla="*/ 1054863 w 2107590"/>
              <a:gd name="connsiteY5-33756" fmla="*/ 807021 h 2160513"/>
              <a:gd name="connsiteX6-33757" fmla="*/ 766732 w 2107590"/>
              <a:gd name="connsiteY6-33758" fmla="*/ 928463 h 2160513"/>
              <a:gd name="connsiteX7-33759" fmla="*/ 228569 w 2107590"/>
              <a:gd name="connsiteY7-33760" fmla="*/ 1030857 h 2160513"/>
              <a:gd name="connsiteX8-33761" fmla="*/ 102364 w 2107590"/>
              <a:gd name="connsiteY8-33762" fmla="*/ 578421 h 2160513"/>
              <a:gd name="connsiteX9-33763" fmla="*/ 334972 w 2107590"/>
              <a:gd name="connsiteY9-33764" fmla="*/ 266829 h 2160513"/>
              <a:gd name="connsiteX10-33765" fmla="*/ 754827 w 2107590"/>
              <a:gd name="connsiteY10-33766" fmla="*/ 47401 h 2160513"/>
              <a:gd name="connsiteX11-33767" fmla="*/ 759590 w 2107590"/>
              <a:gd name="connsiteY11-33768" fmla="*/ 95027 h 2160513"/>
              <a:gd name="connsiteX12-33769" fmla="*/ 771497 w 2107590"/>
              <a:gd name="connsiteY12-33770" fmla="*/ 35497 h 2160513"/>
              <a:gd name="connsiteX13-33771" fmla="*/ 1341273 w 2107590"/>
              <a:gd name="connsiteY13-33772" fmla="*/ 79182 h 2160513"/>
              <a:gd name="connsiteX14-33773" fmla="*/ 1369190 w 2107590"/>
              <a:gd name="connsiteY14-33774" fmla="*/ 92646 h 2160513"/>
              <a:gd name="connsiteX15-33775" fmla="*/ 1772045 w 2107590"/>
              <a:gd name="connsiteY15-33776" fmla="*/ 359840 h 2160513"/>
              <a:gd name="connsiteX16-33777" fmla="*/ 1752572 w 2107590"/>
              <a:gd name="connsiteY16-33778" fmla="*/ 342677 h 2160513"/>
              <a:gd name="connsiteX17-33779" fmla="*/ 2013140 w 2107590"/>
              <a:gd name="connsiteY17-33780" fmla="*/ 736265 h 2160513"/>
              <a:gd name="connsiteX18-33781" fmla="*/ 2004983 w 2107590"/>
              <a:gd name="connsiteY18-33782" fmla="*/ 716533 h 2160513"/>
              <a:gd name="connsiteX19-33783" fmla="*/ 2095472 w 2107590"/>
              <a:gd name="connsiteY19-33784" fmla="*/ 1073721 h 2160513"/>
              <a:gd name="connsiteX20-33785" fmla="*/ 1826390 w 2107590"/>
              <a:gd name="connsiteY20-33786" fmla="*/ 1311846 h 2160513"/>
              <a:gd name="connsiteX21-33787" fmla="*/ 1821627 w 2107590"/>
              <a:gd name="connsiteY21-33788" fmla="*/ 1264221 h 2160513"/>
              <a:gd name="connsiteX22-33789" fmla="*/ 1488252 w 2107590"/>
              <a:gd name="connsiteY22-33790" fmla="*/ 1595214 h 2160513"/>
              <a:gd name="connsiteX23-33791" fmla="*/ 1388239 w 2107590"/>
              <a:gd name="connsiteY23-33792" fmla="*/ 1492821 h 2160513"/>
              <a:gd name="connsiteX24-33793" fmla="*/ 1714472 w 2107590"/>
              <a:gd name="connsiteY24-33794" fmla="*/ 1154684 h 2160513"/>
              <a:gd name="connsiteX25-33795" fmla="*/ 1390621 w 2107590"/>
              <a:gd name="connsiteY25-33796" fmla="*/ 1145157 h 2160513"/>
              <a:gd name="connsiteX26-33797" fmla="*/ 1342996 w 2107590"/>
              <a:gd name="connsiteY26-33798" fmla="*/ 1283270 h 2160513"/>
              <a:gd name="connsiteX27-33799" fmla="*/ 1042958 w 2107590"/>
              <a:gd name="connsiteY27-33800" fmla="*/ 983235 h 2160513"/>
              <a:gd name="connsiteX28-33801" fmla="*/ 1309658 w 2107590"/>
              <a:gd name="connsiteY28-33802" fmla="*/ 790352 h 2160513"/>
              <a:gd name="connsiteX29-33803" fmla="*/ 914371 w 2107590"/>
              <a:gd name="connsiteY29-33804" fmla="*/ 511746 h 2160513"/>
              <a:gd name="connsiteX30-33805" fmla="*/ 523846 w 2107590"/>
              <a:gd name="connsiteY30-33806" fmla="*/ 754633 h 2160513"/>
              <a:gd name="connsiteX31-33807" fmla="*/ 783402 w 2107590"/>
              <a:gd name="connsiteY31-33808" fmla="*/ 868932 h 2160513"/>
              <a:gd name="connsiteX32-33809" fmla="*/ 785783 w 2107590"/>
              <a:gd name="connsiteY32-33810" fmla="*/ 1002283 h 2160513"/>
              <a:gd name="connsiteX33-33811" fmla="*/ 373827 w 2107590"/>
              <a:gd name="connsiteY33-33812" fmla="*/ 852264 h 2160513"/>
              <a:gd name="connsiteX34-33813" fmla="*/ 759589 w 2107590"/>
              <a:gd name="connsiteY34-33814" fmla="*/ 409352 h 2160513"/>
              <a:gd name="connsiteX35-33815" fmla="*/ 1397764 w 2107590"/>
              <a:gd name="connsiteY35-33816" fmla="*/ 606996 h 2160513"/>
              <a:gd name="connsiteX36-33817" fmla="*/ 1409671 w 2107590"/>
              <a:gd name="connsiteY36-33818" fmla="*/ 868933 h 2160513"/>
              <a:gd name="connsiteX37-33819" fmla="*/ 1433483 w 2107590"/>
              <a:gd name="connsiteY37-33820" fmla="*/ 795115 h 2160513"/>
              <a:gd name="connsiteX38-33821" fmla="*/ 1643033 w 2107590"/>
              <a:gd name="connsiteY38-33822" fmla="*/ 611758 h 2160513"/>
              <a:gd name="connsiteX39-33823" fmla="*/ 1804958 w 2107590"/>
              <a:gd name="connsiteY39-33824" fmla="*/ 709389 h 2160513"/>
              <a:gd name="connsiteX40-33825" fmla="*/ 1633508 w 2107590"/>
              <a:gd name="connsiteY40-33826" fmla="*/ 926083 h 2160513"/>
              <a:gd name="connsiteX41-33827" fmla="*/ 1778764 w 2107590"/>
              <a:gd name="connsiteY41-33828" fmla="*/ 811783 h 2160513"/>
              <a:gd name="connsiteX42-33829" fmla="*/ 1819245 w 2107590"/>
              <a:gd name="connsiteY42-33830" fmla="*/ 959420 h 2160513"/>
              <a:gd name="connsiteX43-33831" fmla="*/ 1838296 w 2107590"/>
              <a:gd name="connsiteY43-33832" fmla="*/ 914177 h 2160513"/>
              <a:gd name="connsiteX44-33833" fmla="*/ 1838296 w 2107590"/>
              <a:gd name="connsiteY44-33834" fmla="*/ 1071339 h 2160513"/>
              <a:gd name="connsiteX45-33835" fmla="*/ 1934912 w 2107590"/>
              <a:gd name="connsiteY45-33836" fmla="*/ 1166139 h 2160513"/>
              <a:gd name="connsiteX46-33837" fmla="*/ 2009746 w 2107590"/>
              <a:gd name="connsiteY46-33838" fmla="*/ 1090389 h 2160513"/>
              <a:gd name="connsiteX47-33839" fmla="*/ 1933545 w 2107590"/>
              <a:gd name="connsiteY47-33840" fmla="*/ 1104678 h 2160513"/>
              <a:gd name="connsiteX48-33841" fmla="*/ 1909733 w 2107590"/>
              <a:gd name="connsiteY48-33842" fmla="*/ 1221358 h 2160513"/>
              <a:gd name="connsiteX49-33843" fmla="*/ 1795030 w 2107590"/>
              <a:gd name="connsiteY49-33844" fmla="*/ 1539289 h 2160513"/>
              <a:gd name="connsiteX50-33845" fmla="*/ 1235792 w 2107590"/>
              <a:gd name="connsiteY50-33846" fmla="*/ 1580715 h 2160513"/>
              <a:gd name="connsiteX51" fmla="*/ 1344220 w 2107590"/>
              <a:gd name="connsiteY51" fmla="*/ 1905742 h 2160513"/>
              <a:gd name="connsiteX0-33847" fmla="*/ 1575697 w 2107590"/>
              <a:gd name="connsiteY0-33848" fmla="*/ 2160513 h 2160513"/>
              <a:gd name="connsiteX1-33849" fmla="*/ 956854 w 2107590"/>
              <a:gd name="connsiteY1-33850" fmla="*/ 1258279 h 2160513"/>
              <a:gd name="connsiteX2-33851" fmla="*/ 863892 w 2107590"/>
              <a:gd name="connsiteY2-33852" fmla="*/ 1345253 h 2160513"/>
              <a:gd name="connsiteX3-33853" fmla="*/ 1026241 w 2107590"/>
              <a:gd name="connsiteY3-33854" fmla="*/ 1144473 h 2160513"/>
              <a:gd name="connsiteX4-33855" fmla="*/ 908876 w 2107590"/>
              <a:gd name="connsiteY4-33856" fmla="*/ 743032 h 2160513"/>
              <a:gd name="connsiteX5-33857" fmla="*/ 1054863 w 2107590"/>
              <a:gd name="connsiteY5-33858" fmla="*/ 807021 h 2160513"/>
              <a:gd name="connsiteX6-33859" fmla="*/ 766732 w 2107590"/>
              <a:gd name="connsiteY6-33860" fmla="*/ 928463 h 2160513"/>
              <a:gd name="connsiteX7-33861" fmla="*/ 228569 w 2107590"/>
              <a:gd name="connsiteY7-33862" fmla="*/ 1030857 h 2160513"/>
              <a:gd name="connsiteX8-33863" fmla="*/ 102364 w 2107590"/>
              <a:gd name="connsiteY8-33864" fmla="*/ 578421 h 2160513"/>
              <a:gd name="connsiteX9-33865" fmla="*/ 334972 w 2107590"/>
              <a:gd name="connsiteY9-33866" fmla="*/ 266829 h 2160513"/>
              <a:gd name="connsiteX10-33867" fmla="*/ 754827 w 2107590"/>
              <a:gd name="connsiteY10-33868" fmla="*/ 47401 h 2160513"/>
              <a:gd name="connsiteX11-33869" fmla="*/ 759590 w 2107590"/>
              <a:gd name="connsiteY11-33870" fmla="*/ 95027 h 2160513"/>
              <a:gd name="connsiteX12-33871" fmla="*/ 771497 w 2107590"/>
              <a:gd name="connsiteY12-33872" fmla="*/ 35497 h 2160513"/>
              <a:gd name="connsiteX13-33873" fmla="*/ 1341273 w 2107590"/>
              <a:gd name="connsiteY13-33874" fmla="*/ 79182 h 2160513"/>
              <a:gd name="connsiteX14-33875" fmla="*/ 1369190 w 2107590"/>
              <a:gd name="connsiteY14-33876" fmla="*/ 92646 h 2160513"/>
              <a:gd name="connsiteX15-33877" fmla="*/ 1772045 w 2107590"/>
              <a:gd name="connsiteY15-33878" fmla="*/ 359840 h 2160513"/>
              <a:gd name="connsiteX16-33879" fmla="*/ 1752572 w 2107590"/>
              <a:gd name="connsiteY16-33880" fmla="*/ 342677 h 2160513"/>
              <a:gd name="connsiteX17-33881" fmla="*/ 2013140 w 2107590"/>
              <a:gd name="connsiteY17-33882" fmla="*/ 736265 h 2160513"/>
              <a:gd name="connsiteX18-33883" fmla="*/ 2004983 w 2107590"/>
              <a:gd name="connsiteY18-33884" fmla="*/ 716533 h 2160513"/>
              <a:gd name="connsiteX19-33885" fmla="*/ 2095472 w 2107590"/>
              <a:gd name="connsiteY19-33886" fmla="*/ 1073721 h 2160513"/>
              <a:gd name="connsiteX20-33887" fmla="*/ 1826390 w 2107590"/>
              <a:gd name="connsiteY20-33888" fmla="*/ 1311846 h 2160513"/>
              <a:gd name="connsiteX21-33889" fmla="*/ 1821627 w 2107590"/>
              <a:gd name="connsiteY21-33890" fmla="*/ 1264221 h 2160513"/>
              <a:gd name="connsiteX22-33891" fmla="*/ 1488252 w 2107590"/>
              <a:gd name="connsiteY22-33892" fmla="*/ 1595214 h 2160513"/>
              <a:gd name="connsiteX23-33893" fmla="*/ 1388239 w 2107590"/>
              <a:gd name="connsiteY23-33894" fmla="*/ 1492821 h 2160513"/>
              <a:gd name="connsiteX24-33895" fmla="*/ 1714472 w 2107590"/>
              <a:gd name="connsiteY24-33896" fmla="*/ 1154684 h 2160513"/>
              <a:gd name="connsiteX25-33897" fmla="*/ 1390621 w 2107590"/>
              <a:gd name="connsiteY25-33898" fmla="*/ 1145157 h 2160513"/>
              <a:gd name="connsiteX26-33899" fmla="*/ 1342996 w 2107590"/>
              <a:gd name="connsiteY26-33900" fmla="*/ 1283270 h 2160513"/>
              <a:gd name="connsiteX27-33901" fmla="*/ 1042958 w 2107590"/>
              <a:gd name="connsiteY27-33902" fmla="*/ 983235 h 2160513"/>
              <a:gd name="connsiteX28-33903" fmla="*/ 1309658 w 2107590"/>
              <a:gd name="connsiteY28-33904" fmla="*/ 790352 h 2160513"/>
              <a:gd name="connsiteX29-33905" fmla="*/ 914371 w 2107590"/>
              <a:gd name="connsiteY29-33906" fmla="*/ 511746 h 2160513"/>
              <a:gd name="connsiteX30-33907" fmla="*/ 523846 w 2107590"/>
              <a:gd name="connsiteY30-33908" fmla="*/ 754633 h 2160513"/>
              <a:gd name="connsiteX31-33909" fmla="*/ 783402 w 2107590"/>
              <a:gd name="connsiteY31-33910" fmla="*/ 868932 h 2160513"/>
              <a:gd name="connsiteX32-33911" fmla="*/ 785783 w 2107590"/>
              <a:gd name="connsiteY32-33912" fmla="*/ 1002283 h 2160513"/>
              <a:gd name="connsiteX33-33913" fmla="*/ 373827 w 2107590"/>
              <a:gd name="connsiteY33-33914" fmla="*/ 852264 h 2160513"/>
              <a:gd name="connsiteX34-33915" fmla="*/ 759589 w 2107590"/>
              <a:gd name="connsiteY34-33916" fmla="*/ 409352 h 2160513"/>
              <a:gd name="connsiteX35-33917" fmla="*/ 1397764 w 2107590"/>
              <a:gd name="connsiteY35-33918" fmla="*/ 606996 h 2160513"/>
              <a:gd name="connsiteX36-33919" fmla="*/ 1409671 w 2107590"/>
              <a:gd name="connsiteY36-33920" fmla="*/ 868933 h 2160513"/>
              <a:gd name="connsiteX37-33921" fmla="*/ 1433483 w 2107590"/>
              <a:gd name="connsiteY37-33922" fmla="*/ 795115 h 2160513"/>
              <a:gd name="connsiteX38-33923" fmla="*/ 1643033 w 2107590"/>
              <a:gd name="connsiteY38-33924" fmla="*/ 611758 h 2160513"/>
              <a:gd name="connsiteX39-33925" fmla="*/ 1804958 w 2107590"/>
              <a:gd name="connsiteY39-33926" fmla="*/ 709389 h 2160513"/>
              <a:gd name="connsiteX40-33927" fmla="*/ 1633508 w 2107590"/>
              <a:gd name="connsiteY40-33928" fmla="*/ 926083 h 2160513"/>
              <a:gd name="connsiteX41-33929" fmla="*/ 1778764 w 2107590"/>
              <a:gd name="connsiteY41-33930" fmla="*/ 811783 h 2160513"/>
              <a:gd name="connsiteX42-33931" fmla="*/ 1819245 w 2107590"/>
              <a:gd name="connsiteY42-33932" fmla="*/ 959420 h 2160513"/>
              <a:gd name="connsiteX43-33933" fmla="*/ 1838296 w 2107590"/>
              <a:gd name="connsiteY43-33934" fmla="*/ 914177 h 2160513"/>
              <a:gd name="connsiteX44-33935" fmla="*/ 1838296 w 2107590"/>
              <a:gd name="connsiteY44-33936" fmla="*/ 1071339 h 2160513"/>
              <a:gd name="connsiteX45-33937" fmla="*/ 1934912 w 2107590"/>
              <a:gd name="connsiteY45-33938" fmla="*/ 1166139 h 2160513"/>
              <a:gd name="connsiteX46-33939" fmla="*/ 2033558 w 2107590"/>
              <a:gd name="connsiteY46-33940" fmla="*/ 1111820 h 2160513"/>
              <a:gd name="connsiteX47-33941" fmla="*/ 1933545 w 2107590"/>
              <a:gd name="connsiteY47-33942" fmla="*/ 1104678 h 2160513"/>
              <a:gd name="connsiteX48-33943" fmla="*/ 1909733 w 2107590"/>
              <a:gd name="connsiteY48-33944" fmla="*/ 1221358 h 2160513"/>
              <a:gd name="connsiteX49-33945" fmla="*/ 1795030 w 2107590"/>
              <a:gd name="connsiteY49-33946" fmla="*/ 1539289 h 2160513"/>
              <a:gd name="connsiteX50-33947" fmla="*/ 1235792 w 2107590"/>
              <a:gd name="connsiteY50-33948" fmla="*/ 1580715 h 2160513"/>
              <a:gd name="connsiteX51-33949" fmla="*/ 1344220 w 2107590"/>
              <a:gd name="connsiteY51-33950" fmla="*/ 1905742 h 2160513"/>
              <a:gd name="connsiteX0-33951" fmla="*/ 1575697 w 2107590"/>
              <a:gd name="connsiteY0-33952" fmla="*/ 2160513 h 2160513"/>
              <a:gd name="connsiteX1-33953" fmla="*/ 956854 w 2107590"/>
              <a:gd name="connsiteY1-33954" fmla="*/ 1258279 h 2160513"/>
              <a:gd name="connsiteX2-33955" fmla="*/ 863892 w 2107590"/>
              <a:gd name="connsiteY2-33956" fmla="*/ 1345253 h 2160513"/>
              <a:gd name="connsiteX3-33957" fmla="*/ 1026241 w 2107590"/>
              <a:gd name="connsiteY3-33958" fmla="*/ 1144473 h 2160513"/>
              <a:gd name="connsiteX4-33959" fmla="*/ 908876 w 2107590"/>
              <a:gd name="connsiteY4-33960" fmla="*/ 743032 h 2160513"/>
              <a:gd name="connsiteX5-33961" fmla="*/ 1054863 w 2107590"/>
              <a:gd name="connsiteY5-33962" fmla="*/ 807021 h 2160513"/>
              <a:gd name="connsiteX6-33963" fmla="*/ 766732 w 2107590"/>
              <a:gd name="connsiteY6-33964" fmla="*/ 928463 h 2160513"/>
              <a:gd name="connsiteX7-33965" fmla="*/ 228569 w 2107590"/>
              <a:gd name="connsiteY7-33966" fmla="*/ 1030857 h 2160513"/>
              <a:gd name="connsiteX8-33967" fmla="*/ 102364 w 2107590"/>
              <a:gd name="connsiteY8-33968" fmla="*/ 578421 h 2160513"/>
              <a:gd name="connsiteX9-33969" fmla="*/ 334972 w 2107590"/>
              <a:gd name="connsiteY9-33970" fmla="*/ 266829 h 2160513"/>
              <a:gd name="connsiteX10-33971" fmla="*/ 754827 w 2107590"/>
              <a:gd name="connsiteY10-33972" fmla="*/ 47401 h 2160513"/>
              <a:gd name="connsiteX11-33973" fmla="*/ 759590 w 2107590"/>
              <a:gd name="connsiteY11-33974" fmla="*/ 95027 h 2160513"/>
              <a:gd name="connsiteX12-33975" fmla="*/ 771497 w 2107590"/>
              <a:gd name="connsiteY12-33976" fmla="*/ 35497 h 2160513"/>
              <a:gd name="connsiteX13-33977" fmla="*/ 1341273 w 2107590"/>
              <a:gd name="connsiteY13-33978" fmla="*/ 79182 h 2160513"/>
              <a:gd name="connsiteX14-33979" fmla="*/ 1369190 w 2107590"/>
              <a:gd name="connsiteY14-33980" fmla="*/ 92646 h 2160513"/>
              <a:gd name="connsiteX15-33981" fmla="*/ 1772045 w 2107590"/>
              <a:gd name="connsiteY15-33982" fmla="*/ 359840 h 2160513"/>
              <a:gd name="connsiteX16-33983" fmla="*/ 1752572 w 2107590"/>
              <a:gd name="connsiteY16-33984" fmla="*/ 342677 h 2160513"/>
              <a:gd name="connsiteX17-33985" fmla="*/ 2013140 w 2107590"/>
              <a:gd name="connsiteY17-33986" fmla="*/ 736265 h 2160513"/>
              <a:gd name="connsiteX18-33987" fmla="*/ 2004983 w 2107590"/>
              <a:gd name="connsiteY18-33988" fmla="*/ 716533 h 2160513"/>
              <a:gd name="connsiteX19-33989" fmla="*/ 2095472 w 2107590"/>
              <a:gd name="connsiteY19-33990" fmla="*/ 1073721 h 2160513"/>
              <a:gd name="connsiteX20-33991" fmla="*/ 1826390 w 2107590"/>
              <a:gd name="connsiteY20-33992" fmla="*/ 1311846 h 2160513"/>
              <a:gd name="connsiteX21-33993" fmla="*/ 1821627 w 2107590"/>
              <a:gd name="connsiteY21-33994" fmla="*/ 1264221 h 2160513"/>
              <a:gd name="connsiteX22-33995" fmla="*/ 1488252 w 2107590"/>
              <a:gd name="connsiteY22-33996" fmla="*/ 1595214 h 2160513"/>
              <a:gd name="connsiteX23-33997" fmla="*/ 1388239 w 2107590"/>
              <a:gd name="connsiteY23-33998" fmla="*/ 1492821 h 2160513"/>
              <a:gd name="connsiteX24-33999" fmla="*/ 1714472 w 2107590"/>
              <a:gd name="connsiteY24-34000" fmla="*/ 1154684 h 2160513"/>
              <a:gd name="connsiteX25-34001" fmla="*/ 1390621 w 2107590"/>
              <a:gd name="connsiteY25-34002" fmla="*/ 1145157 h 2160513"/>
              <a:gd name="connsiteX26-34003" fmla="*/ 1342996 w 2107590"/>
              <a:gd name="connsiteY26-34004" fmla="*/ 1283270 h 2160513"/>
              <a:gd name="connsiteX27-34005" fmla="*/ 1042958 w 2107590"/>
              <a:gd name="connsiteY27-34006" fmla="*/ 983235 h 2160513"/>
              <a:gd name="connsiteX28-34007" fmla="*/ 1309658 w 2107590"/>
              <a:gd name="connsiteY28-34008" fmla="*/ 790352 h 2160513"/>
              <a:gd name="connsiteX29-34009" fmla="*/ 914371 w 2107590"/>
              <a:gd name="connsiteY29-34010" fmla="*/ 511746 h 2160513"/>
              <a:gd name="connsiteX30-34011" fmla="*/ 523846 w 2107590"/>
              <a:gd name="connsiteY30-34012" fmla="*/ 754633 h 2160513"/>
              <a:gd name="connsiteX31-34013" fmla="*/ 783402 w 2107590"/>
              <a:gd name="connsiteY31-34014" fmla="*/ 868932 h 2160513"/>
              <a:gd name="connsiteX32-34015" fmla="*/ 785783 w 2107590"/>
              <a:gd name="connsiteY32-34016" fmla="*/ 1002283 h 2160513"/>
              <a:gd name="connsiteX33-34017" fmla="*/ 373827 w 2107590"/>
              <a:gd name="connsiteY33-34018" fmla="*/ 852264 h 2160513"/>
              <a:gd name="connsiteX34-34019" fmla="*/ 759589 w 2107590"/>
              <a:gd name="connsiteY34-34020" fmla="*/ 409352 h 2160513"/>
              <a:gd name="connsiteX35-34021" fmla="*/ 1397764 w 2107590"/>
              <a:gd name="connsiteY35-34022" fmla="*/ 606996 h 2160513"/>
              <a:gd name="connsiteX36-34023" fmla="*/ 1409671 w 2107590"/>
              <a:gd name="connsiteY36-34024" fmla="*/ 868933 h 2160513"/>
              <a:gd name="connsiteX37-34025" fmla="*/ 1433483 w 2107590"/>
              <a:gd name="connsiteY37-34026" fmla="*/ 795115 h 2160513"/>
              <a:gd name="connsiteX38-34027" fmla="*/ 1643033 w 2107590"/>
              <a:gd name="connsiteY38-34028" fmla="*/ 611758 h 2160513"/>
              <a:gd name="connsiteX39-34029" fmla="*/ 1804958 w 2107590"/>
              <a:gd name="connsiteY39-34030" fmla="*/ 709389 h 2160513"/>
              <a:gd name="connsiteX40-34031" fmla="*/ 1633508 w 2107590"/>
              <a:gd name="connsiteY40-34032" fmla="*/ 926083 h 2160513"/>
              <a:gd name="connsiteX41-34033" fmla="*/ 1778764 w 2107590"/>
              <a:gd name="connsiteY41-34034" fmla="*/ 811783 h 2160513"/>
              <a:gd name="connsiteX42-34035" fmla="*/ 1819245 w 2107590"/>
              <a:gd name="connsiteY42-34036" fmla="*/ 959420 h 2160513"/>
              <a:gd name="connsiteX43-34037" fmla="*/ 1838296 w 2107590"/>
              <a:gd name="connsiteY43-34038" fmla="*/ 914177 h 2160513"/>
              <a:gd name="connsiteX44-34039" fmla="*/ 1838296 w 2107590"/>
              <a:gd name="connsiteY44-34040" fmla="*/ 1071339 h 2160513"/>
              <a:gd name="connsiteX45-34041" fmla="*/ 1934912 w 2107590"/>
              <a:gd name="connsiteY45-34042" fmla="*/ 1166139 h 2160513"/>
              <a:gd name="connsiteX46-34043" fmla="*/ 2002601 w 2107590"/>
              <a:gd name="connsiteY46-34044" fmla="*/ 1066576 h 2160513"/>
              <a:gd name="connsiteX47-34045" fmla="*/ 1933545 w 2107590"/>
              <a:gd name="connsiteY47-34046" fmla="*/ 1104678 h 2160513"/>
              <a:gd name="connsiteX48-34047" fmla="*/ 1909733 w 2107590"/>
              <a:gd name="connsiteY48-34048" fmla="*/ 1221358 h 2160513"/>
              <a:gd name="connsiteX49-34049" fmla="*/ 1795030 w 2107590"/>
              <a:gd name="connsiteY49-34050" fmla="*/ 1539289 h 2160513"/>
              <a:gd name="connsiteX50-34051" fmla="*/ 1235792 w 2107590"/>
              <a:gd name="connsiteY50-34052" fmla="*/ 1580715 h 2160513"/>
              <a:gd name="connsiteX51-34053" fmla="*/ 1344220 w 2107590"/>
              <a:gd name="connsiteY51-34054" fmla="*/ 1905742 h 2160513"/>
              <a:gd name="connsiteX0-34055" fmla="*/ 1575697 w 2107590"/>
              <a:gd name="connsiteY0-34056" fmla="*/ 2160513 h 2160513"/>
              <a:gd name="connsiteX1-34057" fmla="*/ 956854 w 2107590"/>
              <a:gd name="connsiteY1-34058" fmla="*/ 1258279 h 2160513"/>
              <a:gd name="connsiteX2-34059" fmla="*/ 863892 w 2107590"/>
              <a:gd name="connsiteY2-34060" fmla="*/ 1345253 h 2160513"/>
              <a:gd name="connsiteX3-34061" fmla="*/ 1026241 w 2107590"/>
              <a:gd name="connsiteY3-34062" fmla="*/ 1144473 h 2160513"/>
              <a:gd name="connsiteX4-34063" fmla="*/ 908876 w 2107590"/>
              <a:gd name="connsiteY4-34064" fmla="*/ 743032 h 2160513"/>
              <a:gd name="connsiteX5-34065" fmla="*/ 1054863 w 2107590"/>
              <a:gd name="connsiteY5-34066" fmla="*/ 807021 h 2160513"/>
              <a:gd name="connsiteX6-34067" fmla="*/ 766732 w 2107590"/>
              <a:gd name="connsiteY6-34068" fmla="*/ 928463 h 2160513"/>
              <a:gd name="connsiteX7-34069" fmla="*/ 228569 w 2107590"/>
              <a:gd name="connsiteY7-34070" fmla="*/ 1030857 h 2160513"/>
              <a:gd name="connsiteX8-34071" fmla="*/ 102364 w 2107590"/>
              <a:gd name="connsiteY8-34072" fmla="*/ 578421 h 2160513"/>
              <a:gd name="connsiteX9-34073" fmla="*/ 334972 w 2107590"/>
              <a:gd name="connsiteY9-34074" fmla="*/ 266829 h 2160513"/>
              <a:gd name="connsiteX10-34075" fmla="*/ 754827 w 2107590"/>
              <a:gd name="connsiteY10-34076" fmla="*/ 47401 h 2160513"/>
              <a:gd name="connsiteX11-34077" fmla="*/ 759590 w 2107590"/>
              <a:gd name="connsiteY11-34078" fmla="*/ 95027 h 2160513"/>
              <a:gd name="connsiteX12-34079" fmla="*/ 771497 w 2107590"/>
              <a:gd name="connsiteY12-34080" fmla="*/ 35497 h 2160513"/>
              <a:gd name="connsiteX13-34081" fmla="*/ 1341273 w 2107590"/>
              <a:gd name="connsiteY13-34082" fmla="*/ 79182 h 2160513"/>
              <a:gd name="connsiteX14-34083" fmla="*/ 1369190 w 2107590"/>
              <a:gd name="connsiteY14-34084" fmla="*/ 92646 h 2160513"/>
              <a:gd name="connsiteX15-34085" fmla="*/ 1772045 w 2107590"/>
              <a:gd name="connsiteY15-34086" fmla="*/ 359840 h 2160513"/>
              <a:gd name="connsiteX16-34087" fmla="*/ 1752572 w 2107590"/>
              <a:gd name="connsiteY16-34088" fmla="*/ 342677 h 2160513"/>
              <a:gd name="connsiteX17-34089" fmla="*/ 2013140 w 2107590"/>
              <a:gd name="connsiteY17-34090" fmla="*/ 736265 h 2160513"/>
              <a:gd name="connsiteX18-34091" fmla="*/ 2004983 w 2107590"/>
              <a:gd name="connsiteY18-34092" fmla="*/ 716533 h 2160513"/>
              <a:gd name="connsiteX19-34093" fmla="*/ 2095472 w 2107590"/>
              <a:gd name="connsiteY19-34094" fmla="*/ 1073721 h 2160513"/>
              <a:gd name="connsiteX20-34095" fmla="*/ 1826390 w 2107590"/>
              <a:gd name="connsiteY20-34096" fmla="*/ 1311846 h 2160513"/>
              <a:gd name="connsiteX21-34097" fmla="*/ 1821627 w 2107590"/>
              <a:gd name="connsiteY21-34098" fmla="*/ 1264221 h 2160513"/>
              <a:gd name="connsiteX22-34099" fmla="*/ 1488252 w 2107590"/>
              <a:gd name="connsiteY22-34100" fmla="*/ 1595214 h 2160513"/>
              <a:gd name="connsiteX23-34101" fmla="*/ 1388239 w 2107590"/>
              <a:gd name="connsiteY23-34102" fmla="*/ 1492821 h 2160513"/>
              <a:gd name="connsiteX24-34103" fmla="*/ 1714472 w 2107590"/>
              <a:gd name="connsiteY24-34104" fmla="*/ 1154684 h 2160513"/>
              <a:gd name="connsiteX25-34105" fmla="*/ 1390621 w 2107590"/>
              <a:gd name="connsiteY25-34106" fmla="*/ 1145157 h 2160513"/>
              <a:gd name="connsiteX26-34107" fmla="*/ 1342996 w 2107590"/>
              <a:gd name="connsiteY26-34108" fmla="*/ 1283270 h 2160513"/>
              <a:gd name="connsiteX27-34109" fmla="*/ 1042958 w 2107590"/>
              <a:gd name="connsiteY27-34110" fmla="*/ 983235 h 2160513"/>
              <a:gd name="connsiteX28-34111" fmla="*/ 1309658 w 2107590"/>
              <a:gd name="connsiteY28-34112" fmla="*/ 790352 h 2160513"/>
              <a:gd name="connsiteX29-34113" fmla="*/ 914371 w 2107590"/>
              <a:gd name="connsiteY29-34114" fmla="*/ 511746 h 2160513"/>
              <a:gd name="connsiteX30-34115" fmla="*/ 523846 w 2107590"/>
              <a:gd name="connsiteY30-34116" fmla="*/ 754633 h 2160513"/>
              <a:gd name="connsiteX31-34117" fmla="*/ 783402 w 2107590"/>
              <a:gd name="connsiteY31-34118" fmla="*/ 868932 h 2160513"/>
              <a:gd name="connsiteX32-34119" fmla="*/ 785783 w 2107590"/>
              <a:gd name="connsiteY32-34120" fmla="*/ 1002283 h 2160513"/>
              <a:gd name="connsiteX33-34121" fmla="*/ 373827 w 2107590"/>
              <a:gd name="connsiteY33-34122" fmla="*/ 852264 h 2160513"/>
              <a:gd name="connsiteX34-34123" fmla="*/ 759589 w 2107590"/>
              <a:gd name="connsiteY34-34124" fmla="*/ 409352 h 2160513"/>
              <a:gd name="connsiteX35-34125" fmla="*/ 1397764 w 2107590"/>
              <a:gd name="connsiteY35-34126" fmla="*/ 606996 h 2160513"/>
              <a:gd name="connsiteX36-34127" fmla="*/ 1409671 w 2107590"/>
              <a:gd name="connsiteY36-34128" fmla="*/ 868933 h 2160513"/>
              <a:gd name="connsiteX37-34129" fmla="*/ 1433483 w 2107590"/>
              <a:gd name="connsiteY37-34130" fmla="*/ 795115 h 2160513"/>
              <a:gd name="connsiteX38-34131" fmla="*/ 1643033 w 2107590"/>
              <a:gd name="connsiteY38-34132" fmla="*/ 611758 h 2160513"/>
              <a:gd name="connsiteX39-34133" fmla="*/ 1804958 w 2107590"/>
              <a:gd name="connsiteY39-34134" fmla="*/ 709389 h 2160513"/>
              <a:gd name="connsiteX40-34135" fmla="*/ 1633508 w 2107590"/>
              <a:gd name="connsiteY40-34136" fmla="*/ 926083 h 2160513"/>
              <a:gd name="connsiteX41-34137" fmla="*/ 1778764 w 2107590"/>
              <a:gd name="connsiteY41-34138" fmla="*/ 811783 h 2160513"/>
              <a:gd name="connsiteX42-34139" fmla="*/ 1819245 w 2107590"/>
              <a:gd name="connsiteY42-34140" fmla="*/ 959420 h 2160513"/>
              <a:gd name="connsiteX43-34141" fmla="*/ 1838296 w 2107590"/>
              <a:gd name="connsiteY43-34142" fmla="*/ 914177 h 2160513"/>
              <a:gd name="connsiteX44-34143" fmla="*/ 1838296 w 2107590"/>
              <a:gd name="connsiteY44-34144" fmla="*/ 1071339 h 2160513"/>
              <a:gd name="connsiteX45-34145" fmla="*/ 1934912 w 2107590"/>
              <a:gd name="connsiteY45-34146" fmla="*/ 1166139 h 2160513"/>
              <a:gd name="connsiteX46-34147" fmla="*/ 2002601 w 2107590"/>
              <a:gd name="connsiteY46-34148" fmla="*/ 1066576 h 2160513"/>
              <a:gd name="connsiteX47-34149" fmla="*/ 1933545 w 2107590"/>
              <a:gd name="connsiteY47-34150" fmla="*/ 1104678 h 2160513"/>
              <a:gd name="connsiteX48-34151" fmla="*/ 1909733 w 2107590"/>
              <a:gd name="connsiteY48-34152" fmla="*/ 1221358 h 2160513"/>
              <a:gd name="connsiteX49-34153" fmla="*/ 1795030 w 2107590"/>
              <a:gd name="connsiteY49-34154" fmla="*/ 1539289 h 2160513"/>
              <a:gd name="connsiteX50-34155" fmla="*/ 1235792 w 2107590"/>
              <a:gd name="connsiteY50-34156" fmla="*/ 1580715 h 2160513"/>
              <a:gd name="connsiteX51-34157" fmla="*/ 1344220 w 2107590"/>
              <a:gd name="connsiteY51-34158" fmla="*/ 1905742 h 2160513"/>
              <a:gd name="connsiteX0-34159" fmla="*/ 1575697 w 2107590"/>
              <a:gd name="connsiteY0-34160" fmla="*/ 2160513 h 2160513"/>
              <a:gd name="connsiteX1-34161" fmla="*/ 956854 w 2107590"/>
              <a:gd name="connsiteY1-34162" fmla="*/ 1258279 h 2160513"/>
              <a:gd name="connsiteX2-34163" fmla="*/ 863892 w 2107590"/>
              <a:gd name="connsiteY2-34164" fmla="*/ 1345253 h 2160513"/>
              <a:gd name="connsiteX3-34165" fmla="*/ 1026241 w 2107590"/>
              <a:gd name="connsiteY3-34166" fmla="*/ 1144473 h 2160513"/>
              <a:gd name="connsiteX4-34167" fmla="*/ 908876 w 2107590"/>
              <a:gd name="connsiteY4-34168" fmla="*/ 743032 h 2160513"/>
              <a:gd name="connsiteX5-34169" fmla="*/ 1054863 w 2107590"/>
              <a:gd name="connsiteY5-34170" fmla="*/ 807021 h 2160513"/>
              <a:gd name="connsiteX6-34171" fmla="*/ 766732 w 2107590"/>
              <a:gd name="connsiteY6-34172" fmla="*/ 928463 h 2160513"/>
              <a:gd name="connsiteX7-34173" fmla="*/ 228569 w 2107590"/>
              <a:gd name="connsiteY7-34174" fmla="*/ 1030857 h 2160513"/>
              <a:gd name="connsiteX8-34175" fmla="*/ 102364 w 2107590"/>
              <a:gd name="connsiteY8-34176" fmla="*/ 578421 h 2160513"/>
              <a:gd name="connsiteX9-34177" fmla="*/ 334972 w 2107590"/>
              <a:gd name="connsiteY9-34178" fmla="*/ 266829 h 2160513"/>
              <a:gd name="connsiteX10-34179" fmla="*/ 754827 w 2107590"/>
              <a:gd name="connsiteY10-34180" fmla="*/ 47401 h 2160513"/>
              <a:gd name="connsiteX11-34181" fmla="*/ 759590 w 2107590"/>
              <a:gd name="connsiteY11-34182" fmla="*/ 95027 h 2160513"/>
              <a:gd name="connsiteX12-34183" fmla="*/ 771497 w 2107590"/>
              <a:gd name="connsiteY12-34184" fmla="*/ 35497 h 2160513"/>
              <a:gd name="connsiteX13-34185" fmla="*/ 1341273 w 2107590"/>
              <a:gd name="connsiteY13-34186" fmla="*/ 79182 h 2160513"/>
              <a:gd name="connsiteX14-34187" fmla="*/ 1369190 w 2107590"/>
              <a:gd name="connsiteY14-34188" fmla="*/ 92646 h 2160513"/>
              <a:gd name="connsiteX15-34189" fmla="*/ 1772045 w 2107590"/>
              <a:gd name="connsiteY15-34190" fmla="*/ 359840 h 2160513"/>
              <a:gd name="connsiteX16-34191" fmla="*/ 1752572 w 2107590"/>
              <a:gd name="connsiteY16-34192" fmla="*/ 342677 h 2160513"/>
              <a:gd name="connsiteX17-34193" fmla="*/ 2013140 w 2107590"/>
              <a:gd name="connsiteY17-34194" fmla="*/ 736265 h 2160513"/>
              <a:gd name="connsiteX18-34195" fmla="*/ 2004983 w 2107590"/>
              <a:gd name="connsiteY18-34196" fmla="*/ 716533 h 2160513"/>
              <a:gd name="connsiteX19-34197" fmla="*/ 2095472 w 2107590"/>
              <a:gd name="connsiteY19-34198" fmla="*/ 1073721 h 2160513"/>
              <a:gd name="connsiteX20-34199" fmla="*/ 1826390 w 2107590"/>
              <a:gd name="connsiteY20-34200" fmla="*/ 1311846 h 2160513"/>
              <a:gd name="connsiteX21-34201" fmla="*/ 1821627 w 2107590"/>
              <a:gd name="connsiteY21-34202" fmla="*/ 1264221 h 2160513"/>
              <a:gd name="connsiteX22-34203" fmla="*/ 1488252 w 2107590"/>
              <a:gd name="connsiteY22-34204" fmla="*/ 1595214 h 2160513"/>
              <a:gd name="connsiteX23-34205" fmla="*/ 1388239 w 2107590"/>
              <a:gd name="connsiteY23-34206" fmla="*/ 1492821 h 2160513"/>
              <a:gd name="connsiteX24-34207" fmla="*/ 1714472 w 2107590"/>
              <a:gd name="connsiteY24-34208" fmla="*/ 1154684 h 2160513"/>
              <a:gd name="connsiteX25-34209" fmla="*/ 1390621 w 2107590"/>
              <a:gd name="connsiteY25-34210" fmla="*/ 1145157 h 2160513"/>
              <a:gd name="connsiteX26-34211" fmla="*/ 1342996 w 2107590"/>
              <a:gd name="connsiteY26-34212" fmla="*/ 1283270 h 2160513"/>
              <a:gd name="connsiteX27-34213" fmla="*/ 1042958 w 2107590"/>
              <a:gd name="connsiteY27-34214" fmla="*/ 983235 h 2160513"/>
              <a:gd name="connsiteX28-34215" fmla="*/ 1309658 w 2107590"/>
              <a:gd name="connsiteY28-34216" fmla="*/ 790352 h 2160513"/>
              <a:gd name="connsiteX29-34217" fmla="*/ 914371 w 2107590"/>
              <a:gd name="connsiteY29-34218" fmla="*/ 511746 h 2160513"/>
              <a:gd name="connsiteX30-34219" fmla="*/ 523846 w 2107590"/>
              <a:gd name="connsiteY30-34220" fmla="*/ 754633 h 2160513"/>
              <a:gd name="connsiteX31-34221" fmla="*/ 783402 w 2107590"/>
              <a:gd name="connsiteY31-34222" fmla="*/ 868932 h 2160513"/>
              <a:gd name="connsiteX32-34223" fmla="*/ 785783 w 2107590"/>
              <a:gd name="connsiteY32-34224" fmla="*/ 1002283 h 2160513"/>
              <a:gd name="connsiteX33-34225" fmla="*/ 373827 w 2107590"/>
              <a:gd name="connsiteY33-34226" fmla="*/ 852264 h 2160513"/>
              <a:gd name="connsiteX34-34227" fmla="*/ 759589 w 2107590"/>
              <a:gd name="connsiteY34-34228" fmla="*/ 409352 h 2160513"/>
              <a:gd name="connsiteX35-34229" fmla="*/ 1397764 w 2107590"/>
              <a:gd name="connsiteY35-34230" fmla="*/ 606996 h 2160513"/>
              <a:gd name="connsiteX36-34231" fmla="*/ 1409671 w 2107590"/>
              <a:gd name="connsiteY36-34232" fmla="*/ 868933 h 2160513"/>
              <a:gd name="connsiteX37-34233" fmla="*/ 1433483 w 2107590"/>
              <a:gd name="connsiteY37-34234" fmla="*/ 795115 h 2160513"/>
              <a:gd name="connsiteX38-34235" fmla="*/ 1643033 w 2107590"/>
              <a:gd name="connsiteY38-34236" fmla="*/ 611758 h 2160513"/>
              <a:gd name="connsiteX39-34237" fmla="*/ 1804958 w 2107590"/>
              <a:gd name="connsiteY39-34238" fmla="*/ 709389 h 2160513"/>
              <a:gd name="connsiteX40-34239" fmla="*/ 1633508 w 2107590"/>
              <a:gd name="connsiteY40-34240" fmla="*/ 926083 h 2160513"/>
              <a:gd name="connsiteX41-34241" fmla="*/ 1778764 w 2107590"/>
              <a:gd name="connsiteY41-34242" fmla="*/ 811783 h 2160513"/>
              <a:gd name="connsiteX42-34243" fmla="*/ 1819245 w 2107590"/>
              <a:gd name="connsiteY42-34244" fmla="*/ 959420 h 2160513"/>
              <a:gd name="connsiteX43-34245" fmla="*/ 1838296 w 2107590"/>
              <a:gd name="connsiteY43-34246" fmla="*/ 914177 h 2160513"/>
              <a:gd name="connsiteX44-34247" fmla="*/ 1838296 w 2107590"/>
              <a:gd name="connsiteY44-34248" fmla="*/ 1071339 h 2160513"/>
              <a:gd name="connsiteX45-34249" fmla="*/ 1934912 w 2107590"/>
              <a:gd name="connsiteY45-34250" fmla="*/ 1166139 h 2160513"/>
              <a:gd name="connsiteX46-34251" fmla="*/ 1959738 w 2107590"/>
              <a:gd name="connsiteY46-34252" fmla="*/ 1054670 h 2160513"/>
              <a:gd name="connsiteX47-34253" fmla="*/ 1933545 w 2107590"/>
              <a:gd name="connsiteY47-34254" fmla="*/ 1104678 h 2160513"/>
              <a:gd name="connsiteX48-34255" fmla="*/ 1909733 w 2107590"/>
              <a:gd name="connsiteY48-34256" fmla="*/ 1221358 h 2160513"/>
              <a:gd name="connsiteX49-34257" fmla="*/ 1795030 w 2107590"/>
              <a:gd name="connsiteY49-34258" fmla="*/ 1539289 h 2160513"/>
              <a:gd name="connsiteX50-34259" fmla="*/ 1235792 w 2107590"/>
              <a:gd name="connsiteY50-34260" fmla="*/ 1580715 h 2160513"/>
              <a:gd name="connsiteX51-34261" fmla="*/ 1344220 w 2107590"/>
              <a:gd name="connsiteY51-34262" fmla="*/ 1905742 h 2160513"/>
              <a:gd name="connsiteX0-34263" fmla="*/ 1575697 w 2107590"/>
              <a:gd name="connsiteY0-34264" fmla="*/ 2160513 h 2160513"/>
              <a:gd name="connsiteX1-34265" fmla="*/ 956854 w 2107590"/>
              <a:gd name="connsiteY1-34266" fmla="*/ 1258279 h 2160513"/>
              <a:gd name="connsiteX2-34267" fmla="*/ 863892 w 2107590"/>
              <a:gd name="connsiteY2-34268" fmla="*/ 1345253 h 2160513"/>
              <a:gd name="connsiteX3-34269" fmla="*/ 1026241 w 2107590"/>
              <a:gd name="connsiteY3-34270" fmla="*/ 1144473 h 2160513"/>
              <a:gd name="connsiteX4-34271" fmla="*/ 908876 w 2107590"/>
              <a:gd name="connsiteY4-34272" fmla="*/ 743032 h 2160513"/>
              <a:gd name="connsiteX5-34273" fmla="*/ 1054863 w 2107590"/>
              <a:gd name="connsiteY5-34274" fmla="*/ 807021 h 2160513"/>
              <a:gd name="connsiteX6-34275" fmla="*/ 766732 w 2107590"/>
              <a:gd name="connsiteY6-34276" fmla="*/ 928463 h 2160513"/>
              <a:gd name="connsiteX7-34277" fmla="*/ 228569 w 2107590"/>
              <a:gd name="connsiteY7-34278" fmla="*/ 1030857 h 2160513"/>
              <a:gd name="connsiteX8-34279" fmla="*/ 102364 w 2107590"/>
              <a:gd name="connsiteY8-34280" fmla="*/ 578421 h 2160513"/>
              <a:gd name="connsiteX9-34281" fmla="*/ 334972 w 2107590"/>
              <a:gd name="connsiteY9-34282" fmla="*/ 266829 h 2160513"/>
              <a:gd name="connsiteX10-34283" fmla="*/ 754827 w 2107590"/>
              <a:gd name="connsiteY10-34284" fmla="*/ 47401 h 2160513"/>
              <a:gd name="connsiteX11-34285" fmla="*/ 759590 w 2107590"/>
              <a:gd name="connsiteY11-34286" fmla="*/ 95027 h 2160513"/>
              <a:gd name="connsiteX12-34287" fmla="*/ 771497 w 2107590"/>
              <a:gd name="connsiteY12-34288" fmla="*/ 35497 h 2160513"/>
              <a:gd name="connsiteX13-34289" fmla="*/ 1341273 w 2107590"/>
              <a:gd name="connsiteY13-34290" fmla="*/ 79182 h 2160513"/>
              <a:gd name="connsiteX14-34291" fmla="*/ 1369190 w 2107590"/>
              <a:gd name="connsiteY14-34292" fmla="*/ 92646 h 2160513"/>
              <a:gd name="connsiteX15-34293" fmla="*/ 1772045 w 2107590"/>
              <a:gd name="connsiteY15-34294" fmla="*/ 359840 h 2160513"/>
              <a:gd name="connsiteX16-34295" fmla="*/ 1752572 w 2107590"/>
              <a:gd name="connsiteY16-34296" fmla="*/ 342677 h 2160513"/>
              <a:gd name="connsiteX17-34297" fmla="*/ 2013140 w 2107590"/>
              <a:gd name="connsiteY17-34298" fmla="*/ 736265 h 2160513"/>
              <a:gd name="connsiteX18-34299" fmla="*/ 2004983 w 2107590"/>
              <a:gd name="connsiteY18-34300" fmla="*/ 716533 h 2160513"/>
              <a:gd name="connsiteX19-34301" fmla="*/ 2095472 w 2107590"/>
              <a:gd name="connsiteY19-34302" fmla="*/ 1073721 h 2160513"/>
              <a:gd name="connsiteX20-34303" fmla="*/ 1826390 w 2107590"/>
              <a:gd name="connsiteY20-34304" fmla="*/ 1311846 h 2160513"/>
              <a:gd name="connsiteX21-34305" fmla="*/ 1821627 w 2107590"/>
              <a:gd name="connsiteY21-34306" fmla="*/ 1264221 h 2160513"/>
              <a:gd name="connsiteX22-34307" fmla="*/ 1488252 w 2107590"/>
              <a:gd name="connsiteY22-34308" fmla="*/ 1595214 h 2160513"/>
              <a:gd name="connsiteX23-34309" fmla="*/ 1388239 w 2107590"/>
              <a:gd name="connsiteY23-34310" fmla="*/ 1492821 h 2160513"/>
              <a:gd name="connsiteX24-34311" fmla="*/ 1714472 w 2107590"/>
              <a:gd name="connsiteY24-34312" fmla="*/ 1154684 h 2160513"/>
              <a:gd name="connsiteX25-34313" fmla="*/ 1390621 w 2107590"/>
              <a:gd name="connsiteY25-34314" fmla="*/ 1145157 h 2160513"/>
              <a:gd name="connsiteX26-34315" fmla="*/ 1342996 w 2107590"/>
              <a:gd name="connsiteY26-34316" fmla="*/ 1283270 h 2160513"/>
              <a:gd name="connsiteX27-34317" fmla="*/ 1042958 w 2107590"/>
              <a:gd name="connsiteY27-34318" fmla="*/ 983235 h 2160513"/>
              <a:gd name="connsiteX28-34319" fmla="*/ 1309658 w 2107590"/>
              <a:gd name="connsiteY28-34320" fmla="*/ 790352 h 2160513"/>
              <a:gd name="connsiteX29-34321" fmla="*/ 914371 w 2107590"/>
              <a:gd name="connsiteY29-34322" fmla="*/ 511746 h 2160513"/>
              <a:gd name="connsiteX30-34323" fmla="*/ 523846 w 2107590"/>
              <a:gd name="connsiteY30-34324" fmla="*/ 754633 h 2160513"/>
              <a:gd name="connsiteX31-34325" fmla="*/ 783402 w 2107590"/>
              <a:gd name="connsiteY31-34326" fmla="*/ 868932 h 2160513"/>
              <a:gd name="connsiteX32-34327" fmla="*/ 785783 w 2107590"/>
              <a:gd name="connsiteY32-34328" fmla="*/ 1002283 h 2160513"/>
              <a:gd name="connsiteX33-34329" fmla="*/ 373827 w 2107590"/>
              <a:gd name="connsiteY33-34330" fmla="*/ 852264 h 2160513"/>
              <a:gd name="connsiteX34-34331" fmla="*/ 759589 w 2107590"/>
              <a:gd name="connsiteY34-34332" fmla="*/ 409352 h 2160513"/>
              <a:gd name="connsiteX35-34333" fmla="*/ 1397764 w 2107590"/>
              <a:gd name="connsiteY35-34334" fmla="*/ 606996 h 2160513"/>
              <a:gd name="connsiteX36-34335" fmla="*/ 1409671 w 2107590"/>
              <a:gd name="connsiteY36-34336" fmla="*/ 868933 h 2160513"/>
              <a:gd name="connsiteX37-34337" fmla="*/ 1433483 w 2107590"/>
              <a:gd name="connsiteY37-34338" fmla="*/ 795115 h 2160513"/>
              <a:gd name="connsiteX38-34339" fmla="*/ 1643033 w 2107590"/>
              <a:gd name="connsiteY38-34340" fmla="*/ 611758 h 2160513"/>
              <a:gd name="connsiteX39-34341" fmla="*/ 1804958 w 2107590"/>
              <a:gd name="connsiteY39-34342" fmla="*/ 709389 h 2160513"/>
              <a:gd name="connsiteX40-34343" fmla="*/ 1633508 w 2107590"/>
              <a:gd name="connsiteY40-34344" fmla="*/ 926083 h 2160513"/>
              <a:gd name="connsiteX41-34345" fmla="*/ 1778764 w 2107590"/>
              <a:gd name="connsiteY41-34346" fmla="*/ 811783 h 2160513"/>
              <a:gd name="connsiteX42-34347" fmla="*/ 1819245 w 2107590"/>
              <a:gd name="connsiteY42-34348" fmla="*/ 959420 h 2160513"/>
              <a:gd name="connsiteX43-34349" fmla="*/ 1838296 w 2107590"/>
              <a:gd name="connsiteY43-34350" fmla="*/ 914177 h 2160513"/>
              <a:gd name="connsiteX44-34351" fmla="*/ 1838296 w 2107590"/>
              <a:gd name="connsiteY44-34352" fmla="*/ 1071339 h 2160513"/>
              <a:gd name="connsiteX45-34353" fmla="*/ 1934912 w 2107590"/>
              <a:gd name="connsiteY45-34354" fmla="*/ 1166139 h 2160513"/>
              <a:gd name="connsiteX46-34355" fmla="*/ 1959738 w 2107590"/>
              <a:gd name="connsiteY46-34356" fmla="*/ 1054670 h 2160513"/>
              <a:gd name="connsiteX47-34357" fmla="*/ 1933545 w 2107590"/>
              <a:gd name="connsiteY47-34358" fmla="*/ 1104678 h 2160513"/>
              <a:gd name="connsiteX48-34359" fmla="*/ 1909733 w 2107590"/>
              <a:gd name="connsiteY48-34360" fmla="*/ 1221358 h 2160513"/>
              <a:gd name="connsiteX49-34361" fmla="*/ 1795030 w 2107590"/>
              <a:gd name="connsiteY49-34362" fmla="*/ 1539289 h 2160513"/>
              <a:gd name="connsiteX50-34363" fmla="*/ 1235792 w 2107590"/>
              <a:gd name="connsiteY50-34364" fmla="*/ 1580715 h 2160513"/>
              <a:gd name="connsiteX51-34365" fmla="*/ 1344220 w 2107590"/>
              <a:gd name="connsiteY51-34366" fmla="*/ 1905742 h 2160513"/>
              <a:gd name="connsiteX0-34367" fmla="*/ 1575697 w 2107590"/>
              <a:gd name="connsiteY0-34368" fmla="*/ 2160513 h 2160513"/>
              <a:gd name="connsiteX1-34369" fmla="*/ 956854 w 2107590"/>
              <a:gd name="connsiteY1-34370" fmla="*/ 1258279 h 2160513"/>
              <a:gd name="connsiteX2-34371" fmla="*/ 863892 w 2107590"/>
              <a:gd name="connsiteY2-34372" fmla="*/ 1345253 h 2160513"/>
              <a:gd name="connsiteX3-34373" fmla="*/ 1026241 w 2107590"/>
              <a:gd name="connsiteY3-34374" fmla="*/ 1144473 h 2160513"/>
              <a:gd name="connsiteX4-34375" fmla="*/ 908876 w 2107590"/>
              <a:gd name="connsiteY4-34376" fmla="*/ 743032 h 2160513"/>
              <a:gd name="connsiteX5-34377" fmla="*/ 1054863 w 2107590"/>
              <a:gd name="connsiteY5-34378" fmla="*/ 807021 h 2160513"/>
              <a:gd name="connsiteX6-34379" fmla="*/ 766732 w 2107590"/>
              <a:gd name="connsiteY6-34380" fmla="*/ 928463 h 2160513"/>
              <a:gd name="connsiteX7-34381" fmla="*/ 228569 w 2107590"/>
              <a:gd name="connsiteY7-34382" fmla="*/ 1030857 h 2160513"/>
              <a:gd name="connsiteX8-34383" fmla="*/ 102364 w 2107590"/>
              <a:gd name="connsiteY8-34384" fmla="*/ 578421 h 2160513"/>
              <a:gd name="connsiteX9-34385" fmla="*/ 334972 w 2107590"/>
              <a:gd name="connsiteY9-34386" fmla="*/ 266829 h 2160513"/>
              <a:gd name="connsiteX10-34387" fmla="*/ 754827 w 2107590"/>
              <a:gd name="connsiteY10-34388" fmla="*/ 47401 h 2160513"/>
              <a:gd name="connsiteX11-34389" fmla="*/ 759590 w 2107590"/>
              <a:gd name="connsiteY11-34390" fmla="*/ 95027 h 2160513"/>
              <a:gd name="connsiteX12-34391" fmla="*/ 771497 w 2107590"/>
              <a:gd name="connsiteY12-34392" fmla="*/ 35497 h 2160513"/>
              <a:gd name="connsiteX13-34393" fmla="*/ 1341273 w 2107590"/>
              <a:gd name="connsiteY13-34394" fmla="*/ 79182 h 2160513"/>
              <a:gd name="connsiteX14-34395" fmla="*/ 1369190 w 2107590"/>
              <a:gd name="connsiteY14-34396" fmla="*/ 92646 h 2160513"/>
              <a:gd name="connsiteX15-34397" fmla="*/ 1772045 w 2107590"/>
              <a:gd name="connsiteY15-34398" fmla="*/ 359840 h 2160513"/>
              <a:gd name="connsiteX16-34399" fmla="*/ 1752572 w 2107590"/>
              <a:gd name="connsiteY16-34400" fmla="*/ 342677 h 2160513"/>
              <a:gd name="connsiteX17-34401" fmla="*/ 2013140 w 2107590"/>
              <a:gd name="connsiteY17-34402" fmla="*/ 736265 h 2160513"/>
              <a:gd name="connsiteX18-34403" fmla="*/ 2004983 w 2107590"/>
              <a:gd name="connsiteY18-34404" fmla="*/ 716533 h 2160513"/>
              <a:gd name="connsiteX19-34405" fmla="*/ 2095472 w 2107590"/>
              <a:gd name="connsiteY19-34406" fmla="*/ 1073721 h 2160513"/>
              <a:gd name="connsiteX20-34407" fmla="*/ 1826390 w 2107590"/>
              <a:gd name="connsiteY20-34408" fmla="*/ 1311846 h 2160513"/>
              <a:gd name="connsiteX21-34409" fmla="*/ 1821627 w 2107590"/>
              <a:gd name="connsiteY21-34410" fmla="*/ 1264221 h 2160513"/>
              <a:gd name="connsiteX22-34411" fmla="*/ 1488252 w 2107590"/>
              <a:gd name="connsiteY22-34412" fmla="*/ 1595214 h 2160513"/>
              <a:gd name="connsiteX23-34413" fmla="*/ 1388239 w 2107590"/>
              <a:gd name="connsiteY23-34414" fmla="*/ 1492821 h 2160513"/>
              <a:gd name="connsiteX24-34415" fmla="*/ 1714472 w 2107590"/>
              <a:gd name="connsiteY24-34416" fmla="*/ 1154684 h 2160513"/>
              <a:gd name="connsiteX25-34417" fmla="*/ 1390621 w 2107590"/>
              <a:gd name="connsiteY25-34418" fmla="*/ 1145157 h 2160513"/>
              <a:gd name="connsiteX26-34419" fmla="*/ 1342996 w 2107590"/>
              <a:gd name="connsiteY26-34420" fmla="*/ 1283270 h 2160513"/>
              <a:gd name="connsiteX27-34421" fmla="*/ 1042958 w 2107590"/>
              <a:gd name="connsiteY27-34422" fmla="*/ 983235 h 2160513"/>
              <a:gd name="connsiteX28-34423" fmla="*/ 1309658 w 2107590"/>
              <a:gd name="connsiteY28-34424" fmla="*/ 790352 h 2160513"/>
              <a:gd name="connsiteX29-34425" fmla="*/ 914371 w 2107590"/>
              <a:gd name="connsiteY29-34426" fmla="*/ 511746 h 2160513"/>
              <a:gd name="connsiteX30-34427" fmla="*/ 523846 w 2107590"/>
              <a:gd name="connsiteY30-34428" fmla="*/ 754633 h 2160513"/>
              <a:gd name="connsiteX31-34429" fmla="*/ 783402 w 2107590"/>
              <a:gd name="connsiteY31-34430" fmla="*/ 868932 h 2160513"/>
              <a:gd name="connsiteX32-34431" fmla="*/ 785783 w 2107590"/>
              <a:gd name="connsiteY32-34432" fmla="*/ 1002283 h 2160513"/>
              <a:gd name="connsiteX33-34433" fmla="*/ 373827 w 2107590"/>
              <a:gd name="connsiteY33-34434" fmla="*/ 852264 h 2160513"/>
              <a:gd name="connsiteX34-34435" fmla="*/ 759589 w 2107590"/>
              <a:gd name="connsiteY34-34436" fmla="*/ 409352 h 2160513"/>
              <a:gd name="connsiteX35-34437" fmla="*/ 1397764 w 2107590"/>
              <a:gd name="connsiteY35-34438" fmla="*/ 606996 h 2160513"/>
              <a:gd name="connsiteX36-34439" fmla="*/ 1409671 w 2107590"/>
              <a:gd name="connsiteY36-34440" fmla="*/ 868933 h 2160513"/>
              <a:gd name="connsiteX37-34441" fmla="*/ 1433483 w 2107590"/>
              <a:gd name="connsiteY37-34442" fmla="*/ 795115 h 2160513"/>
              <a:gd name="connsiteX38-34443" fmla="*/ 1643033 w 2107590"/>
              <a:gd name="connsiteY38-34444" fmla="*/ 611758 h 2160513"/>
              <a:gd name="connsiteX39-34445" fmla="*/ 1804958 w 2107590"/>
              <a:gd name="connsiteY39-34446" fmla="*/ 709389 h 2160513"/>
              <a:gd name="connsiteX40-34447" fmla="*/ 1633508 w 2107590"/>
              <a:gd name="connsiteY40-34448" fmla="*/ 926083 h 2160513"/>
              <a:gd name="connsiteX41-34449" fmla="*/ 1778764 w 2107590"/>
              <a:gd name="connsiteY41-34450" fmla="*/ 811783 h 2160513"/>
              <a:gd name="connsiteX42-34451" fmla="*/ 1819245 w 2107590"/>
              <a:gd name="connsiteY42-34452" fmla="*/ 959420 h 2160513"/>
              <a:gd name="connsiteX43-34453" fmla="*/ 1838296 w 2107590"/>
              <a:gd name="connsiteY43-34454" fmla="*/ 914177 h 2160513"/>
              <a:gd name="connsiteX44-34455" fmla="*/ 1838296 w 2107590"/>
              <a:gd name="connsiteY44-34456" fmla="*/ 1071339 h 2160513"/>
              <a:gd name="connsiteX45-34457" fmla="*/ 1934912 w 2107590"/>
              <a:gd name="connsiteY45-34458" fmla="*/ 1166139 h 2160513"/>
              <a:gd name="connsiteX46-34459" fmla="*/ 1945451 w 2107590"/>
              <a:gd name="connsiteY46-34460" fmla="*/ 1030858 h 2160513"/>
              <a:gd name="connsiteX47-34461" fmla="*/ 1933545 w 2107590"/>
              <a:gd name="connsiteY47-34462" fmla="*/ 1104678 h 2160513"/>
              <a:gd name="connsiteX48-34463" fmla="*/ 1909733 w 2107590"/>
              <a:gd name="connsiteY48-34464" fmla="*/ 1221358 h 2160513"/>
              <a:gd name="connsiteX49-34465" fmla="*/ 1795030 w 2107590"/>
              <a:gd name="connsiteY49-34466" fmla="*/ 1539289 h 2160513"/>
              <a:gd name="connsiteX50-34467" fmla="*/ 1235792 w 2107590"/>
              <a:gd name="connsiteY50-34468" fmla="*/ 1580715 h 2160513"/>
              <a:gd name="connsiteX51-34469" fmla="*/ 1344220 w 2107590"/>
              <a:gd name="connsiteY51-34470" fmla="*/ 1905742 h 2160513"/>
              <a:gd name="connsiteX0-34471" fmla="*/ 1575697 w 2107590"/>
              <a:gd name="connsiteY0-34472" fmla="*/ 2160513 h 2160513"/>
              <a:gd name="connsiteX1-34473" fmla="*/ 956854 w 2107590"/>
              <a:gd name="connsiteY1-34474" fmla="*/ 1258279 h 2160513"/>
              <a:gd name="connsiteX2-34475" fmla="*/ 863892 w 2107590"/>
              <a:gd name="connsiteY2-34476" fmla="*/ 1345253 h 2160513"/>
              <a:gd name="connsiteX3-34477" fmla="*/ 1026241 w 2107590"/>
              <a:gd name="connsiteY3-34478" fmla="*/ 1144473 h 2160513"/>
              <a:gd name="connsiteX4-34479" fmla="*/ 908876 w 2107590"/>
              <a:gd name="connsiteY4-34480" fmla="*/ 743032 h 2160513"/>
              <a:gd name="connsiteX5-34481" fmla="*/ 1054863 w 2107590"/>
              <a:gd name="connsiteY5-34482" fmla="*/ 807021 h 2160513"/>
              <a:gd name="connsiteX6-34483" fmla="*/ 766732 w 2107590"/>
              <a:gd name="connsiteY6-34484" fmla="*/ 928463 h 2160513"/>
              <a:gd name="connsiteX7-34485" fmla="*/ 228569 w 2107590"/>
              <a:gd name="connsiteY7-34486" fmla="*/ 1030857 h 2160513"/>
              <a:gd name="connsiteX8-34487" fmla="*/ 102364 w 2107590"/>
              <a:gd name="connsiteY8-34488" fmla="*/ 578421 h 2160513"/>
              <a:gd name="connsiteX9-34489" fmla="*/ 334972 w 2107590"/>
              <a:gd name="connsiteY9-34490" fmla="*/ 266829 h 2160513"/>
              <a:gd name="connsiteX10-34491" fmla="*/ 754827 w 2107590"/>
              <a:gd name="connsiteY10-34492" fmla="*/ 47401 h 2160513"/>
              <a:gd name="connsiteX11-34493" fmla="*/ 759590 w 2107590"/>
              <a:gd name="connsiteY11-34494" fmla="*/ 95027 h 2160513"/>
              <a:gd name="connsiteX12-34495" fmla="*/ 771497 w 2107590"/>
              <a:gd name="connsiteY12-34496" fmla="*/ 35497 h 2160513"/>
              <a:gd name="connsiteX13-34497" fmla="*/ 1341273 w 2107590"/>
              <a:gd name="connsiteY13-34498" fmla="*/ 79182 h 2160513"/>
              <a:gd name="connsiteX14-34499" fmla="*/ 1369190 w 2107590"/>
              <a:gd name="connsiteY14-34500" fmla="*/ 92646 h 2160513"/>
              <a:gd name="connsiteX15-34501" fmla="*/ 1772045 w 2107590"/>
              <a:gd name="connsiteY15-34502" fmla="*/ 359840 h 2160513"/>
              <a:gd name="connsiteX16-34503" fmla="*/ 1752572 w 2107590"/>
              <a:gd name="connsiteY16-34504" fmla="*/ 342677 h 2160513"/>
              <a:gd name="connsiteX17-34505" fmla="*/ 2013140 w 2107590"/>
              <a:gd name="connsiteY17-34506" fmla="*/ 736265 h 2160513"/>
              <a:gd name="connsiteX18-34507" fmla="*/ 2004983 w 2107590"/>
              <a:gd name="connsiteY18-34508" fmla="*/ 716533 h 2160513"/>
              <a:gd name="connsiteX19-34509" fmla="*/ 2095472 w 2107590"/>
              <a:gd name="connsiteY19-34510" fmla="*/ 1073721 h 2160513"/>
              <a:gd name="connsiteX20-34511" fmla="*/ 1826390 w 2107590"/>
              <a:gd name="connsiteY20-34512" fmla="*/ 1311846 h 2160513"/>
              <a:gd name="connsiteX21-34513" fmla="*/ 1821627 w 2107590"/>
              <a:gd name="connsiteY21-34514" fmla="*/ 1264221 h 2160513"/>
              <a:gd name="connsiteX22-34515" fmla="*/ 1488252 w 2107590"/>
              <a:gd name="connsiteY22-34516" fmla="*/ 1595214 h 2160513"/>
              <a:gd name="connsiteX23-34517" fmla="*/ 1388239 w 2107590"/>
              <a:gd name="connsiteY23-34518" fmla="*/ 1492821 h 2160513"/>
              <a:gd name="connsiteX24-34519" fmla="*/ 1714472 w 2107590"/>
              <a:gd name="connsiteY24-34520" fmla="*/ 1154684 h 2160513"/>
              <a:gd name="connsiteX25-34521" fmla="*/ 1390621 w 2107590"/>
              <a:gd name="connsiteY25-34522" fmla="*/ 1145157 h 2160513"/>
              <a:gd name="connsiteX26-34523" fmla="*/ 1342996 w 2107590"/>
              <a:gd name="connsiteY26-34524" fmla="*/ 1283270 h 2160513"/>
              <a:gd name="connsiteX27-34525" fmla="*/ 1042958 w 2107590"/>
              <a:gd name="connsiteY27-34526" fmla="*/ 983235 h 2160513"/>
              <a:gd name="connsiteX28-34527" fmla="*/ 1309658 w 2107590"/>
              <a:gd name="connsiteY28-34528" fmla="*/ 790352 h 2160513"/>
              <a:gd name="connsiteX29-34529" fmla="*/ 914371 w 2107590"/>
              <a:gd name="connsiteY29-34530" fmla="*/ 511746 h 2160513"/>
              <a:gd name="connsiteX30-34531" fmla="*/ 523846 w 2107590"/>
              <a:gd name="connsiteY30-34532" fmla="*/ 754633 h 2160513"/>
              <a:gd name="connsiteX31-34533" fmla="*/ 783402 w 2107590"/>
              <a:gd name="connsiteY31-34534" fmla="*/ 868932 h 2160513"/>
              <a:gd name="connsiteX32-34535" fmla="*/ 785783 w 2107590"/>
              <a:gd name="connsiteY32-34536" fmla="*/ 1002283 h 2160513"/>
              <a:gd name="connsiteX33-34537" fmla="*/ 373827 w 2107590"/>
              <a:gd name="connsiteY33-34538" fmla="*/ 852264 h 2160513"/>
              <a:gd name="connsiteX34-34539" fmla="*/ 759589 w 2107590"/>
              <a:gd name="connsiteY34-34540" fmla="*/ 409352 h 2160513"/>
              <a:gd name="connsiteX35-34541" fmla="*/ 1397764 w 2107590"/>
              <a:gd name="connsiteY35-34542" fmla="*/ 606996 h 2160513"/>
              <a:gd name="connsiteX36-34543" fmla="*/ 1409671 w 2107590"/>
              <a:gd name="connsiteY36-34544" fmla="*/ 868933 h 2160513"/>
              <a:gd name="connsiteX37-34545" fmla="*/ 1433483 w 2107590"/>
              <a:gd name="connsiteY37-34546" fmla="*/ 795115 h 2160513"/>
              <a:gd name="connsiteX38-34547" fmla="*/ 1643033 w 2107590"/>
              <a:gd name="connsiteY38-34548" fmla="*/ 611758 h 2160513"/>
              <a:gd name="connsiteX39-34549" fmla="*/ 1804958 w 2107590"/>
              <a:gd name="connsiteY39-34550" fmla="*/ 709389 h 2160513"/>
              <a:gd name="connsiteX40-34551" fmla="*/ 1633508 w 2107590"/>
              <a:gd name="connsiteY40-34552" fmla="*/ 926083 h 2160513"/>
              <a:gd name="connsiteX41-34553" fmla="*/ 1778764 w 2107590"/>
              <a:gd name="connsiteY41-34554" fmla="*/ 811783 h 2160513"/>
              <a:gd name="connsiteX42-34555" fmla="*/ 1819245 w 2107590"/>
              <a:gd name="connsiteY42-34556" fmla="*/ 959420 h 2160513"/>
              <a:gd name="connsiteX43-34557" fmla="*/ 1838296 w 2107590"/>
              <a:gd name="connsiteY43-34558" fmla="*/ 914177 h 2160513"/>
              <a:gd name="connsiteX44-34559" fmla="*/ 1838296 w 2107590"/>
              <a:gd name="connsiteY44-34560" fmla="*/ 1071339 h 2160513"/>
              <a:gd name="connsiteX45-34561" fmla="*/ 1934912 w 2107590"/>
              <a:gd name="connsiteY45-34562" fmla="*/ 1166139 h 2160513"/>
              <a:gd name="connsiteX46-34563" fmla="*/ 1945451 w 2107590"/>
              <a:gd name="connsiteY46-34564" fmla="*/ 1030858 h 2160513"/>
              <a:gd name="connsiteX47-34565" fmla="*/ 1933545 w 2107590"/>
              <a:gd name="connsiteY47-34566" fmla="*/ 1104678 h 2160513"/>
              <a:gd name="connsiteX48-34567" fmla="*/ 1909733 w 2107590"/>
              <a:gd name="connsiteY48-34568" fmla="*/ 1221358 h 2160513"/>
              <a:gd name="connsiteX49-34569" fmla="*/ 1795030 w 2107590"/>
              <a:gd name="connsiteY49-34570" fmla="*/ 1539289 h 2160513"/>
              <a:gd name="connsiteX50-34571" fmla="*/ 1235792 w 2107590"/>
              <a:gd name="connsiteY50-34572" fmla="*/ 1580715 h 2160513"/>
              <a:gd name="connsiteX51-34573" fmla="*/ 1344220 w 2107590"/>
              <a:gd name="connsiteY51-34574" fmla="*/ 1905742 h 2160513"/>
              <a:gd name="connsiteX0-34575" fmla="*/ 1575697 w 2107590"/>
              <a:gd name="connsiteY0-34576" fmla="*/ 2160513 h 2160513"/>
              <a:gd name="connsiteX1-34577" fmla="*/ 956854 w 2107590"/>
              <a:gd name="connsiteY1-34578" fmla="*/ 1258279 h 2160513"/>
              <a:gd name="connsiteX2-34579" fmla="*/ 863892 w 2107590"/>
              <a:gd name="connsiteY2-34580" fmla="*/ 1345253 h 2160513"/>
              <a:gd name="connsiteX3-34581" fmla="*/ 1026241 w 2107590"/>
              <a:gd name="connsiteY3-34582" fmla="*/ 1144473 h 2160513"/>
              <a:gd name="connsiteX4-34583" fmla="*/ 908876 w 2107590"/>
              <a:gd name="connsiteY4-34584" fmla="*/ 743032 h 2160513"/>
              <a:gd name="connsiteX5-34585" fmla="*/ 1054863 w 2107590"/>
              <a:gd name="connsiteY5-34586" fmla="*/ 807021 h 2160513"/>
              <a:gd name="connsiteX6-34587" fmla="*/ 766732 w 2107590"/>
              <a:gd name="connsiteY6-34588" fmla="*/ 928463 h 2160513"/>
              <a:gd name="connsiteX7-34589" fmla="*/ 228569 w 2107590"/>
              <a:gd name="connsiteY7-34590" fmla="*/ 1030857 h 2160513"/>
              <a:gd name="connsiteX8-34591" fmla="*/ 102364 w 2107590"/>
              <a:gd name="connsiteY8-34592" fmla="*/ 578421 h 2160513"/>
              <a:gd name="connsiteX9-34593" fmla="*/ 334972 w 2107590"/>
              <a:gd name="connsiteY9-34594" fmla="*/ 266829 h 2160513"/>
              <a:gd name="connsiteX10-34595" fmla="*/ 754827 w 2107590"/>
              <a:gd name="connsiteY10-34596" fmla="*/ 47401 h 2160513"/>
              <a:gd name="connsiteX11-34597" fmla="*/ 759590 w 2107590"/>
              <a:gd name="connsiteY11-34598" fmla="*/ 95027 h 2160513"/>
              <a:gd name="connsiteX12-34599" fmla="*/ 771497 w 2107590"/>
              <a:gd name="connsiteY12-34600" fmla="*/ 35497 h 2160513"/>
              <a:gd name="connsiteX13-34601" fmla="*/ 1341273 w 2107590"/>
              <a:gd name="connsiteY13-34602" fmla="*/ 79182 h 2160513"/>
              <a:gd name="connsiteX14-34603" fmla="*/ 1369190 w 2107590"/>
              <a:gd name="connsiteY14-34604" fmla="*/ 92646 h 2160513"/>
              <a:gd name="connsiteX15-34605" fmla="*/ 1772045 w 2107590"/>
              <a:gd name="connsiteY15-34606" fmla="*/ 359840 h 2160513"/>
              <a:gd name="connsiteX16-34607" fmla="*/ 1752572 w 2107590"/>
              <a:gd name="connsiteY16-34608" fmla="*/ 342677 h 2160513"/>
              <a:gd name="connsiteX17-34609" fmla="*/ 2013140 w 2107590"/>
              <a:gd name="connsiteY17-34610" fmla="*/ 736265 h 2160513"/>
              <a:gd name="connsiteX18-34611" fmla="*/ 2004983 w 2107590"/>
              <a:gd name="connsiteY18-34612" fmla="*/ 716533 h 2160513"/>
              <a:gd name="connsiteX19-34613" fmla="*/ 2095472 w 2107590"/>
              <a:gd name="connsiteY19-34614" fmla="*/ 1073721 h 2160513"/>
              <a:gd name="connsiteX20-34615" fmla="*/ 1826390 w 2107590"/>
              <a:gd name="connsiteY20-34616" fmla="*/ 1311846 h 2160513"/>
              <a:gd name="connsiteX21-34617" fmla="*/ 1821627 w 2107590"/>
              <a:gd name="connsiteY21-34618" fmla="*/ 1264221 h 2160513"/>
              <a:gd name="connsiteX22-34619" fmla="*/ 1488252 w 2107590"/>
              <a:gd name="connsiteY22-34620" fmla="*/ 1595214 h 2160513"/>
              <a:gd name="connsiteX23-34621" fmla="*/ 1388239 w 2107590"/>
              <a:gd name="connsiteY23-34622" fmla="*/ 1492821 h 2160513"/>
              <a:gd name="connsiteX24-34623" fmla="*/ 1714472 w 2107590"/>
              <a:gd name="connsiteY24-34624" fmla="*/ 1154684 h 2160513"/>
              <a:gd name="connsiteX25-34625" fmla="*/ 1390621 w 2107590"/>
              <a:gd name="connsiteY25-34626" fmla="*/ 1145157 h 2160513"/>
              <a:gd name="connsiteX26-34627" fmla="*/ 1342996 w 2107590"/>
              <a:gd name="connsiteY26-34628" fmla="*/ 1283270 h 2160513"/>
              <a:gd name="connsiteX27-34629" fmla="*/ 1042958 w 2107590"/>
              <a:gd name="connsiteY27-34630" fmla="*/ 983235 h 2160513"/>
              <a:gd name="connsiteX28-34631" fmla="*/ 1309658 w 2107590"/>
              <a:gd name="connsiteY28-34632" fmla="*/ 790352 h 2160513"/>
              <a:gd name="connsiteX29-34633" fmla="*/ 914371 w 2107590"/>
              <a:gd name="connsiteY29-34634" fmla="*/ 511746 h 2160513"/>
              <a:gd name="connsiteX30-34635" fmla="*/ 523846 w 2107590"/>
              <a:gd name="connsiteY30-34636" fmla="*/ 754633 h 2160513"/>
              <a:gd name="connsiteX31-34637" fmla="*/ 783402 w 2107590"/>
              <a:gd name="connsiteY31-34638" fmla="*/ 868932 h 2160513"/>
              <a:gd name="connsiteX32-34639" fmla="*/ 785783 w 2107590"/>
              <a:gd name="connsiteY32-34640" fmla="*/ 1002283 h 2160513"/>
              <a:gd name="connsiteX33-34641" fmla="*/ 373827 w 2107590"/>
              <a:gd name="connsiteY33-34642" fmla="*/ 852264 h 2160513"/>
              <a:gd name="connsiteX34-34643" fmla="*/ 759589 w 2107590"/>
              <a:gd name="connsiteY34-34644" fmla="*/ 409352 h 2160513"/>
              <a:gd name="connsiteX35-34645" fmla="*/ 1397764 w 2107590"/>
              <a:gd name="connsiteY35-34646" fmla="*/ 606996 h 2160513"/>
              <a:gd name="connsiteX36-34647" fmla="*/ 1409671 w 2107590"/>
              <a:gd name="connsiteY36-34648" fmla="*/ 868933 h 2160513"/>
              <a:gd name="connsiteX37-34649" fmla="*/ 1433483 w 2107590"/>
              <a:gd name="connsiteY37-34650" fmla="*/ 795115 h 2160513"/>
              <a:gd name="connsiteX38-34651" fmla="*/ 1643033 w 2107590"/>
              <a:gd name="connsiteY38-34652" fmla="*/ 611758 h 2160513"/>
              <a:gd name="connsiteX39-34653" fmla="*/ 1804958 w 2107590"/>
              <a:gd name="connsiteY39-34654" fmla="*/ 709389 h 2160513"/>
              <a:gd name="connsiteX40-34655" fmla="*/ 1633508 w 2107590"/>
              <a:gd name="connsiteY40-34656" fmla="*/ 926083 h 2160513"/>
              <a:gd name="connsiteX41-34657" fmla="*/ 1778764 w 2107590"/>
              <a:gd name="connsiteY41-34658" fmla="*/ 811783 h 2160513"/>
              <a:gd name="connsiteX42-34659" fmla="*/ 1819245 w 2107590"/>
              <a:gd name="connsiteY42-34660" fmla="*/ 959420 h 2160513"/>
              <a:gd name="connsiteX43-34661" fmla="*/ 1838296 w 2107590"/>
              <a:gd name="connsiteY43-34662" fmla="*/ 914177 h 2160513"/>
              <a:gd name="connsiteX44-34663" fmla="*/ 1838296 w 2107590"/>
              <a:gd name="connsiteY44-34664" fmla="*/ 1071339 h 2160513"/>
              <a:gd name="connsiteX45-34665" fmla="*/ 1934912 w 2107590"/>
              <a:gd name="connsiteY45-34666" fmla="*/ 1166139 h 2160513"/>
              <a:gd name="connsiteX46-34667" fmla="*/ 2000220 w 2107590"/>
              <a:gd name="connsiteY46-34668" fmla="*/ 1052290 h 2160513"/>
              <a:gd name="connsiteX47-34669" fmla="*/ 1933545 w 2107590"/>
              <a:gd name="connsiteY47-34670" fmla="*/ 1104678 h 2160513"/>
              <a:gd name="connsiteX48-34671" fmla="*/ 1909733 w 2107590"/>
              <a:gd name="connsiteY48-34672" fmla="*/ 1221358 h 2160513"/>
              <a:gd name="connsiteX49-34673" fmla="*/ 1795030 w 2107590"/>
              <a:gd name="connsiteY49-34674" fmla="*/ 1539289 h 2160513"/>
              <a:gd name="connsiteX50-34675" fmla="*/ 1235792 w 2107590"/>
              <a:gd name="connsiteY50-34676" fmla="*/ 1580715 h 2160513"/>
              <a:gd name="connsiteX51-34677" fmla="*/ 1344220 w 2107590"/>
              <a:gd name="connsiteY51-34678" fmla="*/ 1905742 h 2160513"/>
              <a:gd name="connsiteX0-34679" fmla="*/ 1575697 w 2107590"/>
              <a:gd name="connsiteY0-34680" fmla="*/ 2160513 h 2160513"/>
              <a:gd name="connsiteX1-34681" fmla="*/ 956854 w 2107590"/>
              <a:gd name="connsiteY1-34682" fmla="*/ 1258279 h 2160513"/>
              <a:gd name="connsiteX2-34683" fmla="*/ 863892 w 2107590"/>
              <a:gd name="connsiteY2-34684" fmla="*/ 1345253 h 2160513"/>
              <a:gd name="connsiteX3-34685" fmla="*/ 1026241 w 2107590"/>
              <a:gd name="connsiteY3-34686" fmla="*/ 1144473 h 2160513"/>
              <a:gd name="connsiteX4-34687" fmla="*/ 908876 w 2107590"/>
              <a:gd name="connsiteY4-34688" fmla="*/ 743032 h 2160513"/>
              <a:gd name="connsiteX5-34689" fmla="*/ 1054863 w 2107590"/>
              <a:gd name="connsiteY5-34690" fmla="*/ 807021 h 2160513"/>
              <a:gd name="connsiteX6-34691" fmla="*/ 766732 w 2107590"/>
              <a:gd name="connsiteY6-34692" fmla="*/ 928463 h 2160513"/>
              <a:gd name="connsiteX7-34693" fmla="*/ 228569 w 2107590"/>
              <a:gd name="connsiteY7-34694" fmla="*/ 1030857 h 2160513"/>
              <a:gd name="connsiteX8-34695" fmla="*/ 102364 w 2107590"/>
              <a:gd name="connsiteY8-34696" fmla="*/ 578421 h 2160513"/>
              <a:gd name="connsiteX9-34697" fmla="*/ 334972 w 2107590"/>
              <a:gd name="connsiteY9-34698" fmla="*/ 266829 h 2160513"/>
              <a:gd name="connsiteX10-34699" fmla="*/ 754827 w 2107590"/>
              <a:gd name="connsiteY10-34700" fmla="*/ 47401 h 2160513"/>
              <a:gd name="connsiteX11-34701" fmla="*/ 759590 w 2107590"/>
              <a:gd name="connsiteY11-34702" fmla="*/ 95027 h 2160513"/>
              <a:gd name="connsiteX12-34703" fmla="*/ 771497 w 2107590"/>
              <a:gd name="connsiteY12-34704" fmla="*/ 35497 h 2160513"/>
              <a:gd name="connsiteX13-34705" fmla="*/ 1341273 w 2107590"/>
              <a:gd name="connsiteY13-34706" fmla="*/ 79182 h 2160513"/>
              <a:gd name="connsiteX14-34707" fmla="*/ 1369190 w 2107590"/>
              <a:gd name="connsiteY14-34708" fmla="*/ 92646 h 2160513"/>
              <a:gd name="connsiteX15-34709" fmla="*/ 1772045 w 2107590"/>
              <a:gd name="connsiteY15-34710" fmla="*/ 359840 h 2160513"/>
              <a:gd name="connsiteX16-34711" fmla="*/ 1752572 w 2107590"/>
              <a:gd name="connsiteY16-34712" fmla="*/ 342677 h 2160513"/>
              <a:gd name="connsiteX17-34713" fmla="*/ 2013140 w 2107590"/>
              <a:gd name="connsiteY17-34714" fmla="*/ 736265 h 2160513"/>
              <a:gd name="connsiteX18-34715" fmla="*/ 2004983 w 2107590"/>
              <a:gd name="connsiteY18-34716" fmla="*/ 716533 h 2160513"/>
              <a:gd name="connsiteX19-34717" fmla="*/ 2095472 w 2107590"/>
              <a:gd name="connsiteY19-34718" fmla="*/ 1073721 h 2160513"/>
              <a:gd name="connsiteX20-34719" fmla="*/ 1826390 w 2107590"/>
              <a:gd name="connsiteY20-34720" fmla="*/ 1311846 h 2160513"/>
              <a:gd name="connsiteX21-34721" fmla="*/ 1821627 w 2107590"/>
              <a:gd name="connsiteY21-34722" fmla="*/ 1264221 h 2160513"/>
              <a:gd name="connsiteX22-34723" fmla="*/ 1488252 w 2107590"/>
              <a:gd name="connsiteY22-34724" fmla="*/ 1595214 h 2160513"/>
              <a:gd name="connsiteX23-34725" fmla="*/ 1388239 w 2107590"/>
              <a:gd name="connsiteY23-34726" fmla="*/ 1492821 h 2160513"/>
              <a:gd name="connsiteX24-34727" fmla="*/ 1714472 w 2107590"/>
              <a:gd name="connsiteY24-34728" fmla="*/ 1154684 h 2160513"/>
              <a:gd name="connsiteX25-34729" fmla="*/ 1390621 w 2107590"/>
              <a:gd name="connsiteY25-34730" fmla="*/ 1145157 h 2160513"/>
              <a:gd name="connsiteX26-34731" fmla="*/ 1342996 w 2107590"/>
              <a:gd name="connsiteY26-34732" fmla="*/ 1283270 h 2160513"/>
              <a:gd name="connsiteX27-34733" fmla="*/ 1042958 w 2107590"/>
              <a:gd name="connsiteY27-34734" fmla="*/ 983235 h 2160513"/>
              <a:gd name="connsiteX28-34735" fmla="*/ 1309658 w 2107590"/>
              <a:gd name="connsiteY28-34736" fmla="*/ 790352 h 2160513"/>
              <a:gd name="connsiteX29-34737" fmla="*/ 914371 w 2107590"/>
              <a:gd name="connsiteY29-34738" fmla="*/ 511746 h 2160513"/>
              <a:gd name="connsiteX30-34739" fmla="*/ 523846 w 2107590"/>
              <a:gd name="connsiteY30-34740" fmla="*/ 754633 h 2160513"/>
              <a:gd name="connsiteX31-34741" fmla="*/ 783402 w 2107590"/>
              <a:gd name="connsiteY31-34742" fmla="*/ 868932 h 2160513"/>
              <a:gd name="connsiteX32-34743" fmla="*/ 785783 w 2107590"/>
              <a:gd name="connsiteY32-34744" fmla="*/ 1002283 h 2160513"/>
              <a:gd name="connsiteX33-34745" fmla="*/ 373827 w 2107590"/>
              <a:gd name="connsiteY33-34746" fmla="*/ 852264 h 2160513"/>
              <a:gd name="connsiteX34-34747" fmla="*/ 759589 w 2107590"/>
              <a:gd name="connsiteY34-34748" fmla="*/ 409352 h 2160513"/>
              <a:gd name="connsiteX35-34749" fmla="*/ 1397764 w 2107590"/>
              <a:gd name="connsiteY35-34750" fmla="*/ 606996 h 2160513"/>
              <a:gd name="connsiteX36-34751" fmla="*/ 1409671 w 2107590"/>
              <a:gd name="connsiteY36-34752" fmla="*/ 868933 h 2160513"/>
              <a:gd name="connsiteX37-34753" fmla="*/ 1433483 w 2107590"/>
              <a:gd name="connsiteY37-34754" fmla="*/ 795115 h 2160513"/>
              <a:gd name="connsiteX38-34755" fmla="*/ 1643033 w 2107590"/>
              <a:gd name="connsiteY38-34756" fmla="*/ 611758 h 2160513"/>
              <a:gd name="connsiteX39-34757" fmla="*/ 1804958 w 2107590"/>
              <a:gd name="connsiteY39-34758" fmla="*/ 709389 h 2160513"/>
              <a:gd name="connsiteX40-34759" fmla="*/ 1633508 w 2107590"/>
              <a:gd name="connsiteY40-34760" fmla="*/ 926083 h 2160513"/>
              <a:gd name="connsiteX41-34761" fmla="*/ 1778764 w 2107590"/>
              <a:gd name="connsiteY41-34762" fmla="*/ 811783 h 2160513"/>
              <a:gd name="connsiteX42-34763" fmla="*/ 1819245 w 2107590"/>
              <a:gd name="connsiteY42-34764" fmla="*/ 959420 h 2160513"/>
              <a:gd name="connsiteX43-34765" fmla="*/ 1838296 w 2107590"/>
              <a:gd name="connsiteY43-34766" fmla="*/ 914177 h 2160513"/>
              <a:gd name="connsiteX44-34767" fmla="*/ 1838296 w 2107590"/>
              <a:gd name="connsiteY44-34768" fmla="*/ 1071339 h 2160513"/>
              <a:gd name="connsiteX45-34769" fmla="*/ 1934912 w 2107590"/>
              <a:gd name="connsiteY45-34770" fmla="*/ 1166139 h 2160513"/>
              <a:gd name="connsiteX46-34771" fmla="*/ 2026413 w 2107590"/>
              <a:gd name="connsiteY46-34772" fmla="*/ 1088008 h 2160513"/>
              <a:gd name="connsiteX47-34773" fmla="*/ 1933545 w 2107590"/>
              <a:gd name="connsiteY47-34774" fmla="*/ 1104678 h 2160513"/>
              <a:gd name="connsiteX48-34775" fmla="*/ 1909733 w 2107590"/>
              <a:gd name="connsiteY48-34776" fmla="*/ 1221358 h 2160513"/>
              <a:gd name="connsiteX49-34777" fmla="*/ 1795030 w 2107590"/>
              <a:gd name="connsiteY49-34778" fmla="*/ 1539289 h 2160513"/>
              <a:gd name="connsiteX50-34779" fmla="*/ 1235792 w 2107590"/>
              <a:gd name="connsiteY50-34780" fmla="*/ 1580715 h 2160513"/>
              <a:gd name="connsiteX51-34781" fmla="*/ 1344220 w 2107590"/>
              <a:gd name="connsiteY51-34782" fmla="*/ 1905742 h 2160513"/>
              <a:gd name="connsiteX0-34783" fmla="*/ 1575697 w 2107590"/>
              <a:gd name="connsiteY0-34784" fmla="*/ 2160513 h 2160513"/>
              <a:gd name="connsiteX1-34785" fmla="*/ 956854 w 2107590"/>
              <a:gd name="connsiteY1-34786" fmla="*/ 1258279 h 2160513"/>
              <a:gd name="connsiteX2-34787" fmla="*/ 863892 w 2107590"/>
              <a:gd name="connsiteY2-34788" fmla="*/ 1345253 h 2160513"/>
              <a:gd name="connsiteX3-34789" fmla="*/ 1026241 w 2107590"/>
              <a:gd name="connsiteY3-34790" fmla="*/ 1144473 h 2160513"/>
              <a:gd name="connsiteX4-34791" fmla="*/ 908876 w 2107590"/>
              <a:gd name="connsiteY4-34792" fmla="*/ 743032 h 2160513"/>
              <a:gd name="connsiteX5-34793" fmla="*/ 1054863 w 2107590"/>
              <a:gd name="connsiteY5-34794" fmla="*/ 807021 h 2160513"/>
              <a:gd name="connsiteX6-34795" fmla="*/ 766732 w 2107590"/>
              <a:gd name="connsiteY6-34796" fmla="*/ 928463 h 2160513"/>
              <a:gd name="connsiteX7-34797" fmla="*/ 228569 w 2107590"/>
              <a:gd name="connsiteY7-34798" fmla="*/ 1030857 h 2160513"/>
              <a:gd name="connsiteX8-34799" fmla="*/ 102364 w 2107590"/>
              <a:gd name="connsiteY8-34800" fmla="*/ 578421 h 2160513"/>
              <a:gd name="connsiteX9-34801" fmla="*/ 334972 w 2107590"/>
              <a:gd name="connsiteY9-34802" fmla="*/ 266829 h 2160513"/>
              <a:gd name="connsiteX10-34803" fmla="*/ 754827 w 2107590"/>
              <a:gd name="connsiteY10-34804" fmla="*/ 47401 h 2160513"/>
              <a:gd name="connsiteX11-34805" fmla="*/ 759590 w 2107590"/>
              <a:gd name="connsiteY11-34806" fmla="*/ 95027 h 2160513"/>
              <a:gd name="connsiteX12-34807" fmla="*/ 771497 w 2107590"/>
              <a:gd name="connsiteY12-34808" fmla="*/ 35497 h 2160513"/>
              <a:gd name="connsiteX13-34809" fmla="*/ 1341273 w 2107590"/>
              <a:gd name="connsiteY13-34810" fmla="*/ 79182 h 2160513"/>
              <a:gd name="connsiteX14-34811" fmla="*/ 1369190 w 2107590"/>
              <a:gd name="connsiteY14-34812" fmla="*/ 92646 h 2160513"/>
              <a:gd name="connsiteX15-34813" fmla="*/ 1772045 w 2107590"/>
              <a:gd name="connsiteY15-34814" fmla="*/ 359840 h 2160513"/>
              <a:gd name="connsiteX16-34815" fmla="*/ 1752572 w 2107590"/>
              <a:gd name="connsiteY16-34816" fmla="*/ 342677 h 2160513"/>
              <a:gd name="connsiteX17-34817" fmla="*/ 2013140 w 2107590"/>
              <a:gd name="connsiteY17-34818" fmla="*/ 736265 h 2160513"/>
              <a:gd name="connsiteX18-34819" fmla="*/ 2004983 w 2107590"/>
              <a:gd name="connsiteY18-34820" fmla="*/ 716533 h 2160513"/>
              <a:gd name="connsiteX19-34821" fmla="*/ 2095472 w 2107590"/>
              <a:gd name="connsiteY19-34822" fmla="*/ 1073721 h 2160513"/>
              <a:gd name="connsiteX20-34823" fmla="*/ 1826390 w 2107590"/>
              <a:gd name="connsiteY20-34824" fmla="*/ 1311846 h 2160513"/>
              <a:gd name="connsiteX21-34825" fmla="*/ 1821627 w 2107590"/>
              <a:gd name="connsiteY21-34826" fmla="*/ 1264221 h 2160513"/>
              <a:gd name="connsiteX22-34827" fmla="*/ 1488252 w 2107590"/>
              <a:gd name="connsiteY22-34828" fmla="*/ 1595214 h 2160513"/>
              <a:gd name="connsiteX23-34829" fmla="*/ 1388239 w 2107590"/>
              <a:gd name="connsiteY23-34830" fmla="*/ 1492821 h 2160513"/>
              <a:gd name="connsiteX24-34831" fmla="*/ 1714472 w 2107590"/>
              <a:gd name="connsiteY24-34832" fmla="*/ 1154684 h 2160513"/>
              <a:gd name="connsiteX25-34833" fmla="*/ 1390621 w 2107590"/>
              <a:gd name="connsiteY25-34834" fmla="*/ 1145157 h 2160513"/>
              <a:gd name="connsiteX26-34835" fmla="*/ 1342996 w 2107590"/>
              <a:gd name="connsiteY26-34836" fmla="*/ 1283270 h 2160513"/>
              <a:gd name="connsiteX27-34837" fmla="*/ 1042958 w 2107590"/>
              <a:gd name="connsiteY27-34838" fmla="*/ 983235 h 2160513"/>
              <a:gd name="connsiteX28-34839" fmla="*/ 1309658 w 2107590"/>
              <a:gd name="connsiteY28-34840" fmla="*/ 790352 h 2160513"/>
              <a:gd name="connsiteX29-34841" fmla="*/ 914371 w 2107590"/>
              <a:gd name="connsiteY29-34842" fmla="*/ 511746 h 2160513"/>
              <a:gd name="connsiteX30-34843" fmla="*/ 523846 w 2107590"/>
              <a:gd name="connsiteY30-34844" fmla="*/ 754633 h 2160513"/>
              <a:gd name="connsiteX31-34845" fmla="*/ 783402 w 2107590"/>
              <a:gd name="connsiteY31-34846" fmla="*/ 868932 h 2160513"/>
              <a:gd name="connsiteX32-34847" fmla="*/ 785783 w 2107590"/>
              <a:gd name="connsiteY32-34848" fmla="*/ 1002283 h 2160513"/>
              <a:gd name="connsiteX33-34849" fmla="*/ 373827 w 2107590"/>
              <a:gd name="connsiteY33-34850" fmla="*/ 852264 h 2160513"/>
              <a:gd name="connsiteX34-34851" fmla="*/ 759589 w 2107590"/>
              <a:gd name="connsiteY34-34852" fmla="*/ 409352 h 2160513"/>
              <a:gd name="connsiteX35-34853" fmla="*/ 1397764 w 2107590"/>
              <a:gd name="connsiteY35-34854" fmla="*/ 606996 h 2160513"/>
              <a:gd name="connsiteX36-34855" fmla="*/ 1409671 w 2107590"/>
              <a:gd name="connsiteY36-34856" fmla="*/ 868933 h 2160513"/>
              <a:gd name="connsiteX37-34857" fmla="*/ 1433483 w 2107590"/>
              <a:gd name="connsiteY37-34858" fmla="*/ 795115 h 2160513"/>
              <a:gd name="connsiteX38-34859" fmla="*/ 1643033 w 2107590"/>
              <a:gd name="connsiteY38-34860" fmla="*/ 611758 h 2160513"/>
              <a:gd name="connsiteX39-34861" fmla="*/ 1804958 w 2107590"/>
              <a:gd name="connsiteY39-34862" fmla="*/ 709389 h 2160513"/>
              <a:gd name="connsiteX40-34863" fmla="*/ 1633508 w 2107590"/>
              <a:gd name="connsiteY40-34864" fmla="*/ 926083 h 2160513"/>
              <a:gd name="connsiteX41-34865" fmla="*/ 1778764 w 2107590"/>
              <a:gd name="connsiteY41-34866" fmla="*/ 811783 h 2160513"/>
              <a:gd name="connsiteX42-34867" fmla="*/ 1819245 w 2107590"/>
              <a:gd name="connsiteY42-34868" fmla="*/ 959420 h 2160513"/>
              <a:gd name="connsiteX43-34869" fmla="*/ 1838296 w 2107590"/>
              <a:gd name="connsiteY43-34870" fmla="*/ 914177 h 2160513"/>
              <a:gd name="connsiteX44-34871" fmla="*/ 1838296 w 2107590"/>
              <a:gd name="connsiteY44-34872" fmla="*/ 1071339 h 2160513"/>
              <a:gd name="connsiteX45-34873" fmla="*/ 1934912 w 2107590"/>
              <a:gd name="connsiteY45-34874" fmla="*/ 1166139 h 2160513"/>
              <a:gd name="connsiteX46-34875" fmla="*/ 2026413 w 2107590"/>
              <a:gd name="connsiteY46-34876" fmla="*/ 1088008 h 2160513"/>
              <a:gd name="connsiteX47-34877" fmla="*/ 1933545 w 2107590"/>
              <a:gd name="connsiteY47-34878" fmla="*/ 1104678 h 2160513"/>
              <a:gd name="connsiteX48-34879" fmla="*/ 1909733 w 2107590"/>
              <a:gd name="connsiteY48-34880" fmla="*/ 1221358 h 2160513"/>
              <a:gd name="connsiteX49-34881" fmla="*/ 1795030 w 2107590"/>
              <a:gd name="connsiteY49-34882" fmla="*/ 1539289 h 2160513"/>
              <a:gd name="connsiteX50-34883" fmla="*/ 1235792 w 2107590"/>
              <a:gd name="connsiteY50-34884" fmla="*/ 1580715 h 2160513"/>
              <a:gd name="connsiteX51-34885" fmla="*/ 1344220 w 2107590"/>
              <a:gd name="connsiteY51-34886" fmla="*/ 1905742 h 2160513"/>
              <a:gd name="connsiteX0-34887" fmla="*/ 1575697 w 2107590"/>
              <a:gd name="connsiteY0-34888" fmla="*/ 2160513 h 2160513"/>
              <a:gd name="connsiteX1-34889" fmla="*/ 956854 w 2107590"/>
              <a:gd name="connsiteY1-34890" fmla="*/ 1258279 h 2160513"/>
              <a:gd name="connsiteX2-34891" fmla="*/ 863892 w 2107590"/>
              <a:gd name="connsiteY2-34892" fmla="*/ 1345253 h 2160513"/>
              <a:gd name="connsiteX3-34893" fmla="*/ 1026241 w 2107590"/>
              <a:gd name="connsiteY3-34894" fmla="*/ 1144473 h 2160513"/>
              <a:gd name="connsiteX4-34895" fmla="*/ 908876 w 2107590"/>
              <a:gd name="connsiteY4-34896" fmla="*/ 743032 h 2160513"/>
              <a:gd name="connsiteX5-34897" fmla="*/ 1054863 w 2107590"/>
              <a:gd name="connsiteY5-34898" fmla="*/ 807021 h 2160513"/>
              <a:gd name="connsiteX6-34899" fmla="*/ 766732 w 2107590"/>
              <a:gd name="connsiteY6-34900" fmla="*/ 928463 h 2160513"/>
              <a:gd name="connsiteX7-34901" fmla="*/ 228569 w 2107590"/>
              <a:gd name="connsiteY7-34902" fmla="*/ 1030857 h 2160513"/>
              <a:gd name="connsiteX8-34903" fmla="*/ 102364 w 2107590"/>
              <a:gd name="connsiteY8-34904" fmla="*/ 578421 h 2160513"/>
              <a:gd name="connsiteX9-34905" fmla="*/ 334972 w 2107590"/>
              <a:gd name="connsiteY9-34906" fmla="*/ 266829 h 2160513"/>
              <a:gd name="connsiteX10-34907" fmla="*/ 754827 w 2107590"/>
              <a:gd name="connsiteY10-34908" fmla="*/ 47401 h 2160513"/>
              <a:gd name="connsiteX11-34909" fmla="*/ 759590 w 2107590"/>
              <a:gd name="connsiteY11-34910" fmla="*/ 95027 h 2160513"/>
              <a:gd name="connsiteX12-34911" fmla="*/ 771497 w 2107590"/>
              <a:gd name="connsiteY12-34912" fmla="*/ 35497 h 2160513"/>
              <a:gd name="connsiteX13-34913" fmla="*/ 1341273 w 2107590"/>
              <a:gd name="connsiteY13-34914" fmla="*/ 79182 h 2160513"/>
              <a:gd name="connsiteX14-34915" fmla="*/ 1369190 w 2107590"/>
              <a:gd name="connsiteY14-34916" fmla="*/ 92646 h 2160513"/>
              <a:gd name="connsiteX15-34917" fmla="*/ 1772045 w 2107590"/>
              <a:gd name="connsiteY15-34918" fmla="*/ 359840 h 2160513"/>
              <a:gd name="connsiteX16-34919" fmla="*/ 1752572 w 2107590"/>
              <a:gd name="connsiteY16-34920" fmla="*/ 342677 h 2160513"/>
              <a:gd name="connsiteX17-34921" fmla="*/ 2013140 w 2107590"/>
              <a:gd name="connsiteY17-34922" fmla="*/ 736265 h 2160513"/>
              <a:gd name="connsiteX18-34923" fmla="*/ 2004983 w 2107590"/>
              <a:gd name="connsiteY18-34924" fmla="*/ 716533 h 2160513"/>
              <a:gd name="connsiteX19-34925" fmla="*/ 2095472 w 2107590"/>
              <a:gd name="connsiteY19-34926" fmla="*/ 1073721 h 2160513"/>
              <a:gd name="connsiteX20-34927" fmla="*/ 1826390 w 2107590"/>
              <a:gd name="connsiteY20-34928" fmla="*/ 1311846 h 2160513"/>
              <a:gd name="connsiteX21-34929" fmla="*/ 1821627 w 2107590"/>
              <a:gd name="connsiteY21-34930" fmla="*/ 1264221 h 2160513"/>
              <a:gd name="connsiteX22-34931" fmla="*/ 1488252 w 2107590"/>
              <a:gd name="connsiteY22-34932" fmla="*/ 1595214 h 2160513"/>
              <a:gd name="connsiteX23-34933" fmla="*/ 1388239 w 2107590"/>
              <a:gd name="connsiteY23-34934" fmla="*/ 1492821 h 2160513"/>
              <a:gd name="connsiteX24-34935" fmla="*/ 1714472 w 2107590"/>
              <a:gd name="connsiteY24-34936" fmla="*/ 1154684 h 2160513"/>
              <a:gd name="connsiteX25-34937" fmla="*/ 1390621 w 2107590"/>
              <a:gd name="connsiteY25-34938" fmla="*/ 1145157 h 2160513"/>
              <a:gd name="connsiteX26-34939" fmla="*/ 1342996 w 2107590"/>
              <a:gd name="connsiteY26-34940" fmla="*/ 1283270 h 2160513"/>
              <a:gd name="connsiteX27-34941" fmla="*/ 1042958 w 2107590"/>
              <a:gd name="connsiteY27-34942" fmla="*/ 983235 h 2160513"/>
              <a:gd name="connsiteX28-34943" fmla="*/ 1309658 w 2107590"/>
              <a:gd name="connsiteY28-34944" fmla="*/ 790352 h 2160513"/>
              <a:gd name="connsiteX29-34945" fmla="*/ 914371 w 2107590"/>
              <a:gd name="connsiteY29-34946" fmla="*/ 511746 h 2160513"/>
              <a:gd name="connsiteX30-34947" fmla="*/ 523846 w 2107590"/>
              <a:gd name="connsiteY30-34948" fmla="*/ 754633 h 2160513"/>
              <a:gd name="connsiteX31-34949" fmla="*/ 783402 w 2107590"/>
              <a:gd name="connsiteY31-34950" fmla="*/ 868932 h 2160513"/>
              <a:gd name="connsiteX32-34951" fmla="*/ 785783 w 2107590"/>
              <a:gd name="connsiteY32-34952" fmla="*/ 1002283 h 2160513"/>
              <a:gd name="connsiteX33-34953" fmla="*/ 373827 w 2107590"/>
              <a:gd name="connsiteY33-34954" fmla="*/ 852264 h 2160513"/>
              <a:gd name="connsiteX34-34955" fmla="*/ 759589 w 2107590"/>
              <a:gd name="connsiteY34-34956" fmla="*/ 409352 h 2160513"/>
              <a:gd name="connsiteX35-34957" fmla="*/ 1397764 w 2107590"/>
              <a:gd name="connsiteY35-34958" fmla="*/ 606996 h 2160513"/>
              <a:gd name="connsiteX36-34959" fmla="*/ 1409671 w 2107590"/>
              <a:gd name="connsiteY36-34960" fmla="*/ 868933 h 2160513"/>
              <a:gd name="connsiteX37-34961" fmla="*/ 1433483 w 2107590"/>
              <a:gd name="connsiteY37-34962" fmla="*/ 795115 h 2160513"/>
              <a:gd name="connsiteX38-34963" fmla="*/ 1643033 w 2107590"/>
              <a:gd name="connsiteY38-34964" fmla="*/ 611758 h 2160513"/>
              <a:gd name="connsiteX39-34965" fmla="*/ 1804958 w 2107590"/>
              <a:gd name="connsiteY39-34966" fmla="*/ 709389 h 2160513"/>
              <a:gd name="connsiteX40-34967" fmla="*/ 1633508 w 2107590"/>
              <a:gd name="connsiteY40-34968" fmla="*/ 926083 h 2160513"/>
              <a:gd name="connsiteX41-34969" fmla="*/ 1778764 w 2107590"/>
              <a:gd name="connsiteY41-34970" fmla="*/ 811783 h 2160513"/>
              <a:gd name="connsiteX42-34971" fmla="*/ 1819245 w 2107590"/>
              <a:gd name="connsiteY42-34972" fmla="*/ 959420 h 2160513"/>
              <a:gd name="connsiteX43-34973" fmla="*/ 1838296 w 2107590"/>
              <a:gd name="connsiteY43-34974" fmla="*/ 914177 h 2160513"/>
              <a:gd name="connsiteX44-34975" fmla="*/ 1838296 w 2107590"/>
              <a:gd name="connsiteY44-34976" fmla="*/ 1071339 h 2160513"/>
              <a:gd name="connsiteX45-34977" fmla="*/ 1934912 w 2107590"/>
              <a:gd name="connsiteY45-34978" fmla="*/ 1166139 h 2160513"/>
              <a:gd name="connsiteX46-34979" fmla="*/ 2019269 w 2107590"/>
              <a:gd name="connsiteY46-34980" fmla="*/ 1102295 h 2160513"/>
              <a:gd name="connsiteX47-34981" fmla="*/ 1933545 w 2107590"/>
              <a:gd name="connsiteY47-34982" fmla="*/ 1104678 h 2160513"/>
              <a:gd name="connsiteX48-34983" fmla="*/ 1909733 w 2107590"/>
              <a:gd name="connsiteY48-34984" fmla="*/ 1221358 h 2160513"/>
              <a:gd name="connsiteX49-34985" fmla="*/ 1795030 w 2107590"/>
              <a:gd name="connsiteY49-34986" fmla="*/ 1539289 h 2160513"/>
              <a:gd name="connsiteX50-34987" fmla="*/ 1235792 w 2107590"/>
              <a:gd name="connsiteY50-34988" fmla="*/ 1580715 h 2160513"/>
              <a:gd name="connsiteX51-34989" fmla="*/ 1344220 w 2107590"/>
              <a:gd name="connsiteY51-34990" fmla="*/ 1905742 h 2160513"/>
              <a:gd name="connsiteX0-34991" fmla="*/ 1575697 w 2107590"/>
              <a:gd name="connsiteY0-34992" fmla="*/ 2160513 h 2160513"/>
              <a:gd name="connsiteX1-34993" fmla="*/ 956854 w 2107590"/>
              <a:gd name="connsiteY1-34994" fmla="*/ 1258279 h 2160513"/>
              <a:gd name="connsiteX2-34995" fmla="*/ 863892 w 2107590"/>
              <a:gd name="connsiteY2-34996" fmla="*/ 1345253 h 2160513"/>
              <a:gd name="connsiteX3-34997" fmla="*/ 1026241 w 2107590"/>
              <a:gd name="connsiteY3-34998" fmla="*/ 1144473 h 2160513"/>
              <a:gd name="connsiteX4-34999" fmla="*/ 908876 w 2107590"/>
              <a:gd name="connsiteY4-35000" fmla="*/ 743032 h 2160513"/>
              <a:gd name="connsiteX5-35001" fmla="*/ 1054863 w 2107590"/>
              <a:gd name="connsiteY5-35002" fmla="*/ 807021 h 2160513"/>
              <a:gd name="connsiteX6-35003" fmla="*/ 766732 w 2107590"/>
              <a:gd name="connsiteY6-35004" fmla="*/ 928463 h 2160513"/>
              <a:gd name="connsiteX7-35005" fmla="*/ 228569 w 2107590"/>
              <a:gd name="connsiteY7-35006" fmla="*/ 1030857 h 2160513"/>
              <a:gd name="connsiteX8-35007" fmla="*/ 102364 w 2107590"/>
              <a:gd name="connsiteY8-35008" fmla="*/ 578421 h 2160513"/>
              <a:gd name="connsiteX9-35009" fmla="*/ 334972 w 2107590"/>
              <a:gd name="connsiteY9-35010" fmla="*/ 266829 h 2160513"/>
              <a:gd name="connsiteX10-35011" fmla="*/ 754827 w 2107590"/>
              <a:gd name="connsiteY10-35012" fmla="*/ 47401 h 2160513"/>
              <a:gd name="connsiteX11-35013" fmla="*/ 759590 w 2107590"/>
              <a:gd name="connsiteY11-35014" fmla="*/ 95027 h 2160513"/>
              <a:gd name="connsiteX12-35015" fmla="*/ 771497 w 2107590"/>
              <a:gd name="connsiteY12-35016" fmla="*/ 35497 h 2160513"/>
              <a:gd name="connsiteX13-35017" fmla="*/ 1341273 w 2107590"/>
              <a:gd name="connsiteY13-35018" fmla="*/ 79182 h 2160513"/>
              <a:gd name="connsiteX14-35019" fmla="*/ 1369190 w 2107590"/>
              <a:gd name="connsiteY14-35020" fmla="*/ 92646 h 2160513"/>
              <a:gd name="connsiteX15-35021" fmla="*/ 1772045 w 2107590"/>
              <a:gd name="connsiteY15-35022" fmla="*/ 359840 h 2160513"/>
              <a:gd name="connsiteX16-35023" fmla="*/ 1752572 w 2107590"/>
              <a:gd name="connsiteY16-35024" fmla="*/ 342677 h 2160513"/>
              <a:gd name="connsiteX17-35025" fmla="*/ 2013140 w 2107590"/>
              <a:gd name="connsiteY17-35026" fmla="*/ 736265 h 2160513"/>
              <a:gd name="connsiteX18-35027" fmla="*/ 2004983 w 2107590"/>
              <a:gd name="connsiteY18-35028" fmla="*/ 716533 h 2160513"/>
              <a:gd name="connsiteX19-35029" fmla="*/ 2095472 w 2107590"/>
              <a:gd name="connsiteY19-35030" fmla="*/ 1073721 h 2160513"/>
              <a:gd name="connsiteX20-35031" fmla="*/ 1826390 w 2107590"/>
              <a:gd name="connsiteY20-35032" fmla="*/ 1311846 h 2160513"/>
              <a:gd name="connsiteX21-35033" fmla="*/ 1821627 w 2107590"/>
              <a:gd name="connsiteY21-35034" fmla="*/ 1264221 h 2160513"/>
              <a:gd name="connsiteX22-35035" fmla="*/ 1488252 w 2107590"/>
              <a:gd name="connsiteY22-35036" fmla="*/ 1595214 h 2160513"/>
              <a:gd name="connsiteX23-35037" fmla="*/ 1388239 w 2107590"/>
              <a:gd name="connsiteY23-35038" fmla="*/ 1492821 h 2160513"/>
              <a:gd name="connsiteX24-35039" fmla="*/ 1714472 w 2107590"/>
              <a:gd name="connsiteY24-35040" fmla="*/ 1154684 h 2160513"/>
              <a:gd name="connsiteX25-35041" fmla="*/ 1390621 w 2107590"/>
              <a:gd name="connsiteY25-35042" fmla="*/ 1145157 h 2160513"/>
              <a:gd name="connsiteX26-35043" fmla="*/ 1342996 w 2107590"/>
              <a:gd name="connsiteY26-35044" fmla="*/ 1283270 h 2160513"/>
              <a:gd name="connsiteX27-35045" fmla="*/ 1042958 w 2107590"/>
              <a:gd name="connsiteY27-35046" fmla="*/ 983235 h 2160513"/>
              <a:gd name="connsiteX28-35047" fmla="*/ 1309658 w 2107590"/>
              <a:gd name="connsiteY28-35048" fmla="*/ 790352 h 2160513"/>
              <a:gd name="connsiteX29-35049" fmla="*/ 914371 w 2107590"/>
              <a:gd name="connsiteY29-35050" fmla="*/ 511746 h 2160513"/>
              <a:gd name="connsiteX30-35051" fmla="*/ 523846 w 2107590"/>
              <a:gd name="connsiteY30-35052" fmla="*/ 754633 h 2160513"/>
              <a:gd name="connsiteX31-35053" fmla="*/ 783402 w 2107590"/>
              <a:gd name="connsiteY31-35054" fmla="*/ 868932 h 2160513"/>
              <a:gd name="connsiteX32-35055" fmla="*/ 785783 w 2107590"/>
              <a:gd name="connsiteY32-35056" fmla="*/ 1002283 h 2160513"/>
              <a:gd name="connsiteX33-35057" fmla="*/ 373827 w 2107590"/>
              <a:gd name="connsiteY33-35058" fmla="*/ 852264 h 2160513"/>
              <a:gd name="connsiteX34-35059" fmla="*/ 759589 w 2107590"/>
              <a:gd name="connsiteY34-35060" fmla="*/ 409352 h 2160513"/>
              <a:gd name="connsiteX35-35061" fmla="*/ 1397764 w 2107590"/>
              <a:gd name="connsiteY35-35062" fmla="*/ 606996 h 2160513"/>
              <a:gd name="connsiteX36-35063" fmla="*/ 1409671 w 2107590"/>
              <a:gd name="connsiteY36-35064" fmla="*/ 868933 h 2160513"/>
              <a:gd name="connsiteX37-35065" fmla="*/ 1433483 w 2107590"/>
              <a:gd name="connsiteY37-35066" fmla="*/ 795115 h 2160513"/>
              <a:gd name="connsiteX38-35067" fmla="*/ 1643033 w 2107590"/>
              <a:gd name="connsiteY38-35068" fmla="*/ 611758 h 2160513"/>
              <a:gd name="connsiteX39-35069" fmla="*/ 1804958 w 2107590"/>
              <a:gd name="connsiteY39-35070" fmla="*/ 709389 h 2160513"/>
              <a:gd name="connsiteX40-35071" fmla="*/ 1633508 w 2107590"/>
              <a:gd name="connsiteY40-35072" fmla="*/ 926083 h 2160513"/>
              <a:gd name="connsiteX41-35073" fmla="*/ 1778764 w 2107590"/>
              <a:gd name="connsiteY41-35074" fmla="*/ 811783 h 2160513"/>
              <a:gd name="connsiteX42-35075" fmla="*/ 1819245 w 2107590"/>
              <a:gd name="connsiteY42-35076" fmla="*/ 959420 h 2160513"/>
              <a:gd name="connsiteX43-35077" fmla="*/ 1838296 w 2107590"/>
              <a:gd name="connsiteY43-35078" fmla="*/ 914177 h 2160513"/>
              <a:gd name="connsiteX44-35079" fmla="*/ 1838296 w 2107590"/>
              <a:gd name="connsiteY44-35080" fmla="*/ 1071339 h 2160513"/>
              <a:gd name="connsiteX45-35081" fmla="*/ 1934912 w 2107590"/>
              <a:gd name="connsiteY45-35082" fmla="*/ 1166139 h 2160513"/>
              <a:gd name="connsiteX46-35083" fmla="*/ 2019269 w 2107590"/>
              <a:gd name="connsiteY46-35084" fmla="*/ 1102295 h 2160513"/>
              <a:gd name="connsiteX47-35085" fmla="*/ 1933545 w 2107590"/>
              <a:gd name="connsiteY47-35086" fmla="*/ 1104678 h 2160513"/>
              <a:gd name="connsiteX48-35087" fmla="*/ 1909733 w 2107590"/>
              <a:gd name="connsiteY48-35088" fmla="*/ 1221358 h 2160513"/>
              <a:gd name="connsiteX49-35089" fmla="*/ 1795030 w 2107590"/>
              <a:gd name="connsiteY49-35090" fmla="*/ 1539289 h 2160513"/>
              <a:gd name="connsiteX50-35091" fmla="*/ 1235792 w 2107590"/>
              <a:gd name="connsiteY50-35092" fmla="*/ 1580715 h 2160513"/>
              <a:gd name="connsiteX51-35093" fmla="*/ 1344220 w 2107590"/>
              <a:gd name="connsiteY51-35094" fmla="*/ 1905742 h 2160513"/>
              <a:gd name="connsiteX0-35095" fmla="*/ 1575697 w 2107590"/>
              <a:gd name="connsiteY0-35096" fmla="*/ 2160513 h 2160513"/>
              <a:gd name="connsiteX1-35097" fmla="*/ 956854 w 2107590"/>
              <a:gd name="connsiteY1-35098" fmla="*/ 1258279 h 2160513"/>
              <a:gd name="connsiteX2-35099" fmla="*/ 863892 w 2107590"/>
              <a:gd name="connsiteY2-35100" fmla="*/ 1345253 h 2160513"/>
              <a:gd name="connsiteX3-35101" fmla="*/ 1026241 w 2107590"/>
              <a:gd name="connsiteY3-35102" fmla="*/ 1144473 h 2160513"/>
              <a:gd name="connsiteX4-35103" fmla="*/ 908876 w 2107590"/>
              <a:gd name="connsiteY4-35104" fmla="*/ 743032 h 2160513"/>
              <a:gd name="connsiteX5-35105" fmla="*/ 1054863 w 2107590"/>
              <a:gd name="connsiteY5-35106" fmla="*/ 807021 h 2160513"/>
              <a:gd name="connsiteX6-35107" fmla="*/ 766732 w 2107590"/>
              <a:gd name="connsiteY6-35108" fmla="*/ 928463 h 2160513"/>
              <a:gd name="connsiteX7-35109" fmla="*/ 228569 w 2107590"/>
              <a:gd name="connsiteY7-35110" fmla="*/ 1030857 h 2160513"/>
              <a:gd name="connsiteX8-35111" fmla="*/ 102364 w 2107590"/>
              <a:gd name="connsiteY8-35112" fmla="*/ 578421 h 2160513"/>
              <a:gd name="connsiteX9-35113" fmla="*/ 334972 w 2107590"/>
              <a:gd name="connsiteY9-35114" fmla="*/ 266829 h 2160513"/>
              <a:gd name="connsiteX10-35115" fmla="*/ 754827 w 2107590"/>
              <a:gd name="connsiteY10-35116" fmla="*/ 47401 h 2160513"/>
              <a:gd name="connsiteX11-35117" fmla="*/ 759590 w 2107590"/>
              <a:gd name="connsiteY11-35118" fmla="*/ 95027 h 2160513"/>
              <a:gd name="connsiteX12-35119" fmla="*/ 771497 w 2107590"/>
              <a:gd name="connsiteY12-35120" fmla="*/ 35497 h 2160513"/>
              <a:gd name="connsiteX13-35121" fmla="*/ 1341273 w 2107590"/>
              <a:gd name="connsiteY13-35122" fmla="*/ 79182 h 2160513"/>
              <a:gd name="connsiteX14-35123" fmla="*/ 1369190 w 2107590"/>
              <a:gd name="connsiteY14-35124" fmla="*/ 92646 h 2160513"/>
              <a:gd name="connsiteX15-35125" fmla="*/ 1772045 w 2107590"/>
              <a:gd name="connsiteY15-35126" fmla="*/ 359840 h 2160513"/>
              <a:gd name="connsiteX16-35127" fmla="*/ 1752572 w 2107590"/>
              <a:gd name="connsiteY16-35128" fmla="*/ 342677 h 2160513"/>
              <a:gd name="connsiteX17-35129" fmla="*/ 2013140 w 2107590"/>
              <a:gd name="connsiteY17-35130" fmla="*/ 736265 h 2160513"/>
              <a:gd name="connsiteX18-35131" fmla="*/ 2004983 w 2107590"/>
              <a:gd name="connsiteY18-35132" fmla="*/ 716533 h 2160513"/>
              <a:gd name="connsiteX19-35133" fmla="*/ 2095472 w 2107590"/>
              <a:gd name="connsiteY19-35134" fmla="*/ 1073721 h 2160513"/>
              <a:gd name="connsiteX20-35135" fmla="*/ 1826390 w 2107590"/>
              <a:gd name="connsiteY20-35136" fmla="*/ 1311846 h 2160513"/>
              <a:gd name="connsiteX21-35137" fmla="*/ 1821627 w 2107590"/>
              <a:gd name="connsiteY21-35138" fmla="*/ 1264221 h 2160513"/>
              <a:gd name="connsiteX22-35139" fmla="*/ 1488252 w 2107590"/>
              <a:gd name="connsiteY22-35140" fmla="*/ 1595214 h 2160513"/>
              <a:gd name="connsiteX23-35141" fmla="*/ 1388239 w 2107590"/>
              <a:gd name="connsiteY23-35142" fmla="*/ 1492821 h 2160513"/>
              <a:gd name="connsiteX24-35143" fmla="*/ 1714472 w 2107590"/>
              <a:gd name="connsiteY24-35144" fmla="*/ 1154684 h 2160513"/>
              <a:gd name="connsiteX25-35145" fmla="*/ 1390621 w 2107590"/>
              <a:gd name="connsiteY25-35146" fmla="*/ 1145157 h 2160513"/>
              <a:gd name="connsiteX26-35147" fmla="*/ 1342996 w 2107590"/>
              <a:gd name="connsiteY26-35148" fmla="*/ 1283270 h 2160513"/>
              <a:gd name="connsiteX27-35149" fmla="*/ 1042958 w 2107590"/>
              <a:gd name="connsiteY27-35150" fmla="*/ 983235 h 2160513"/>
              <a:gd name="connsiteX28-35151" fmla="*/ 1309658 w 2107590"/>
              <a:gd name="connsiteY28-35152" fmla="*/ 790352 h 2160513"/>
              <a:gd name="connsiteX29-35153" fmla="*/ 914371 w 2107590"/>
              <a:gd name="connsiteY29-35154" fmla="*/ 511746 h 2160513"/>
              <a:gd name="connsiteX30-35155" fmla="*/ 523846 w 2107590"/>
              <a:gd name="connsiteY30-35156" fmla="*/ 754633 h 2160513"/>
              <a:gd name="connsiteX31-35157" fmla="*/ 783402 w 2107590"/>
              <a:gd name="connsiteY31-35158" fmla="*/ 868932 h 2160513"/>
              <a:gd name="connsiteX32-35159" fmla="*/ 785783 w 2107590"/>
              <a:gd name="connsiteY32-35160" fmla="*/ 1002283 h 2160513"/>
              <a:gd name="connsiteX33-35161" fmla="*/ 373827 w 2107590"/>
              <a:gd name="connsiteY33-35162" fmla="*/ 852264 h 2160513"/>
              <a:gd name="connsiteX34-35163" fmla="*/ 759589 w 2107590"/>
              <a:gd name="connsiteY34-35164" fmla="*/ 409352 h 2160513"/>
              <a:gd name="connsiteX35-35165" fmla="*/ 1397764 w 2107590"/>
              <a:gd name="connsiteY35-35166" fmla="*/ 606996 h 2160513"/>
              <a:gd name="connsiteX36-35167" fmla="*/ 1409671 w 2107590"/>
              <a:gd name="connsiteY36-35168" fmla="*/ 868933 h 2160513"/>
              <a:gd name="connsiteX37-35169" fmla="*/ 1433483 w 2107590"/>
              <a:gd name="connsiteY37-35170" fmla="*/ 795115 h 2160513"/>
              <a:gd name="connsiteX38-35171" fmla="*/ 1643033 w 2107590"/>
              <a:gd name="connsiteY38-35172" fmla="*/ 611758 h 2160513"/>
              <a:gd name="connsiteX39-35173" fmla="*/ 1804958 w 2107590"/>
              <a:gd name="connsiteY39-35174" fmla="*/ 709389 h 2160513"/>
              <a:gd name="connsiteX40-35175" fmla="*/ 1633508 w 2107590"/>
              <a:gd name="connsiteY40-35176" fmla="*/ 926083 h 2160513"/>
              <a:gd name="connsiteX41-35177" fmla="*/ 1778764 w 2107590"/>
              <a:gd name="connsiteY41-35178" fmla="*/ 811783 h 2160513"/>
              <a:gd name="connsiteX42-35179" fmla="*/ 1819245 w 2107590"/>
              <a:gd name="connsiteY42-35180" fmla="*/ 959420 h 2160513"/>
              <a:gd name="connsiteX43-35181" fmla="*/ 1838296 w 2107590"/>
              <a:gd name="connsiteY43-35182" fmla="*/ 914177 h 2160513"/>
              <a:gd name="connsiteX44-35183" fmla="*/ 1838296 w 2107590"/>
              <a:gd name="connsiteY44-35184" fmla="*/ 1071339 h 2160513"/>
              <a:gd name="connsiteX45-35185" fmla="*/ 1934912 w 2107590"/>
              <a:gd name="connsiteY45-35186" fmla="*/ 1166139 h 2160513"/>
              <a:gd name="connsiteX46-35187" fmla="*/ 2019269 w 2107590"/>
              <a:gd name="connsiteY46-35188" fmla="*/ 1102295 h 2160513"/>
              <a:gd name="connsiteX47-35189" fmla="*/ 1909733 w 2107590"/>
              <a:gd name="connsiteY47-35190" fmla="*/ 1221358 h 2160513"/>
              <a:gd name="connsiteX48-35191" fmla="*/ 1795030 w 2107590"/>
              <a:gd name="connsiteY48-35192" fmla="*/ 1539289 h 2160513"/>
              <a:gd name="connsiteX49-35193" fmla="*/ 1235792 w 2107590"/>
              <a:gd name="connsiteY49-35194" fmla="*/ 1580715 h 2160513"/>
              <a:gd name="connsiteX50-35195" fmla="*/ 1344220 w 2107590"/>
              <a:gd name="connsiteY50-35196" fmla="*/ 1905742 h 2160513"/>
              <a:gd name="connsiteX0-35197" fmla="*/ 1575697 w 2107590"/>
              <a:gd name="connsiteY0-35198" fmla="*/ 2160513 h 2160513"/>
              <a:gd name="connsiteX1-35199" fmla="*/ 956854 w 2107590"/>
              <a:gd name="connsiteY1-35200" fmla="*/ 1258279 h 2160513"/>
              <a:gd name="connsiteX2-35201" fmla="*/ 863892 w 2107590"/>
              <a:gd name="connsiteY2-35202" fmla="*/ 1345253 h 2160513"/>
              <a:gd name="connsiteX3-35203" fmla="*/ 1026241 w 2107590"/>
              <a:gd name="connsiteY3-35204" fmla="*/ 1144473 h 2160513"/>
              <a:gd name="connsiteX4-35205" fmla="*/ 908876 w 2107590"/>
              <a:gd name="connsiteY4-35206" fmla="*/ 743032 h 2160513"/>
              <a:gd name="connsiteX5-35207" fmla="*/ 1054863 w 2107590"/>
              <a:gd name="connsiteY5-35208" fmla="*/ 807021 h 2160513"/>
              <a:gd name="connsiteX6-35209" fmla="*/ 766732 w 2107590"/>
              <a:gd name="connsiteY6-35210" fmla="*/ 928463 h 2160513"/>
              <a:gd name="connsiteX7-35211" fmla="*/ 228569 w 2107590"/>
              <a:gd name="connsiteY7-35212" fmla="*/ 1030857 h 2160513"/>
              <a:gd name="connsiteX8-35213" fmla="*/ 102364 w 2107590"/>
              <a:gd name="connsiteY8-35214" fmla="*/ 578421 h 2160513"/>
              <a:gd name="connsiteX9-35215" fmla="*/ 334972 w 2107590"/>
              <a:gd name="connsiteY9-35216" fmla="*/ 266829 h 2160513"/>
              <a:gd name="connsiteX10-35217" fmla="*/ 754827 w 2107590"/>
              <a:gd name="connsiteY10-35218" fmla="*/ 47401 h 2160513"/>
              <a:gd name="connsiteX11-35219" fmla="*/ 759590 w 2107590"/>
              <a:gd name="connsiteY11-35220" fmla="*/ 95027 h 2160513"/>
              <a:gd name="connsiteX12-35221" fmla="*/ 771497 w 2107590"/>
              <a:gd name="connsiteY12-35222" fmla="*/ 35497 h 2160513"/>
              <a:gd name="connsiteX13-35223" fmla="*/ 1341273 w 2107590"/>
              <a:gd name="connsiteY13-35224" fmla="*/ 79182 h 2160513"/>
              <a:gd name="connsiteX14-35225" fmla="*/ 1369190 w 2107590"/>
              <a:gd name="connsiteY14-35226" fmla="*/ 92646 h 2160513"/>
              <a:gd name="connsiteX15-35227" fmla="*/ 1772045 w 2107590"/>
              <a:gd name="connsiteY15-35228" fmla="*/ 359840 h 2160513"/>
              <a:gd name="connsiteX16-35229" fmla="*/ 1752572 w 2107590"/>
              <a:gd name="connsiteY16-35230" fmla="*/ 342677 h 2160513"/>
              <a:gd name="connsiteX17-35231" fmla="*/ 2013140 w 2107590"/>
              <a:gd name="connsiteY17-35232" fmla="*/ 736265 h 2160513"/>
              <a:gd name="connsiteX18-35233" fmla="*/ 2004983 w 2107590"/>
              <a:gd name="connsiteY18-35234" fmla="*/ 716533 h 2160513"/>
              <a:gd name="connsiteX19-35235" fmla="*/ 2095472 w 2107590"/>
              <a:gd name="connsiteY19-35236" fmla="*/ 1073721 h 2160513"/>
              <a:gd name="connsiteX20-35237" fmla="*/ 1826390 w 2107590"/>
              <a:gd name="connsiteY20-35238" fmla="*/ 1311846 h 2160513"/>
              <a:gd name="connsiteX21-35239" fmla="*/ 1821627 w 2107590"/>
              <a:gd name="connsiteY21-35240" fmla="*/ 1264221 h 2160513"/>
              <a:gd name="connsiteX22-35241" fmla="*/ 1488252 w 2107590"/>
              <a:gd name="connsiteY22-35242" fmla="*/ 1595214 h 2160513"/>
              <a:gd name="connsiteX23-35243" fmla="*/ 1388239 w 2107590"/>
              <a:gd name="connsiteY23-35244" fmla="*/ 1492821 h 2160513"/>
              <a:gd name="connsiteX24-35245" fmla="*/ 1714472 w 2107590"/>
              <a:gd name="connsiteY24-35246" fmla="*/ 1154684 h 2160513"/>
              <a:gd name="connsiteX25-35247" fmla="*/ 1390621 w 2107590"/>
              <a:gd name="connsiteY25-35248" fmla="*/ 1145157 h 2160513"/>
              <a:gd name="connsiteX26-35249" fmla="*/ 1342996 w 2107590"/>
              <a:gd name="connsiteY26-35250" fmla="*/ 1283270 h 2160513"/>
              <a:gd name="connsiteX27-35251" fmla="*/ 1042958 w 2107590"/>
              <a:gd name="connsiteY27-35252" fmla="*/ 983235 h 2160513"/>
              <a:gd name="connsiteX28-35253" fmla="*/ 1309658 w 2107590"/>
              <a:gd name="connsiteY28-35254" fmla="*/ 790352 h 2160513"/>
              <a:gd name="connsiteX29-35255" fmla="*/ 914371 w 2107590"/>
              <a:gd name="connsiteY29-35256" fmla="*/ 511746 h 2160513"/>
              <a:gd name="connsiteX30-35257" fmla="*/ 523846 w 2107590"/>
              <a:gd name="connsiteY30-35258" fmla="*/ 754633 h 2160513"/>
              <a:gd name="connsiteX31-35259" fmla="*/ 783402 w 2107590"/>
              <a:gd name="connsiteY31-35260" fmla="*/ 868932 h 2160513"/>
              <a:gd name="connsiteX32-35261" fmla="*/ 785783 w 2107590"/>
              <a:gd name="connsiteY32-35262" fmla="*/ 1002283 h 2160513"/>
              <a:gd name="connsiteX33-35263" fmla="*/ 373827 w 2107590"/>
              <a:gd name="connsiteY33-35264" fmla="*/ 852264 h 2160513"/>
              <a:gd name="connsiteX34-35265" fmla="*/ 759589 w 2107590"/>
              <a:gd name="connsiteY34-35266" fmla="*/ 409352 h 2160513"/>
              <a:gd name="connsiteX35-35267" fmla="*/ 1397764 w 2107590"/>
              <a:gd name="connsiteY35-35268" fmla="*/ 606996 h 2160513"/>
              <a:gd name="connsiteX36-35269" fmla="*/ 1409671 w 2107590"/>
              <a:gd name="connsiteY36-35270" fmla="*/ 868933 h 2160513"/>
              <a:gd name="connsiteX37-35271" fmla="*/ 1433483 w 2107590"/>
              <a:gd name="connsiteY37-35272" fmla="*/ 795115 h 2160513"/>
              <a:gd name="connsiteX38-35273" fmla="*/ 1643033 w 2107590"/>
              <a:gd name="connsiteY38-35274" fmla="*/ 611758 h 2160513"/>
              <a:gd name="connsiteX39-35275" fmla="*/ 1804958 w 2107590"/>
              <a:gd name="connsiteY39-35276" fmla="*/ 709389 h 2160513"/>
              <a:gd name="connsiteX40-35277" fmla="*/ 1633508 w 2107590"/>
              <a:gd name="connsiteY40-35278" fmla="*/ 926083 h 2160513"/>
              <a:gd name="connsiteX41-35279" fmla="*/ 1778764 w 2107590"/>
              <a:gd name="connsiteY41-35280" fmla="*/ 811783 h 2160513"/>
              <a:gd name="connsiteX42-35281" fmla="*/ 1819245 w 2107590"/>
              <a:gd name="connsiteY42-35282" fmla="*/ 959420 h 2160513"/>
              <a:gd name="connsiteX43-35283" fmla="*/ 1838296 w 2107590"/>
              <a:gd name="connsiteY43-35284" fmla="*/ 914177 h 2160513"/>
              <a:gd name="connsiteX44-35285" fmla="*/ 1838296 w 2107590"/>
              <a:gd name="connsiteY44-35286" fmla="*/ 1071339 h 2160513"/>
              <a:gd name="connsiteX45-35287" fmla="*/ 1934912 w 2107590"/>
              <a:gd name="connsiteY45-35288" fmla="*/ 1166139 h 2160513"/>
              <a:gd name="connsiteX46-35289" fmla="*/ 1978788 w 2107590"/>
              <a:gd name="connsiteY46-35290" fmla="*/ 1092770 h 2160513"/>
              <a:gd name="connsiteX47-35291" fmla="*/ 1909733 w 2107590"/>
              <a:gd name="connsiteY47-35292" fmla="*/ 1221358 h 2160513"/>
              <a:gd name="connsiteX48-35293" fmla="*/ 1795030 w 2107590"/>
              <a:gd name="connsiteY48-35294" fmla="*/ 1539289 h 2160513"/>
              <a:gd name="connsiteX49-35295" fmla="*/ 1235792 w 2107590"/>
              <a:gd name="connsiteY49-35296" fmla="*/ 1580715 h 2160513"/>
              <a:gd name="connsiteX50-35297" fmla="*/ 1344220 w 2107590"/>
              <a:gd name="connsiteY50-35298" fmla="*/ 1905742 h 2160513"/>
              <a:gd name="connsiteX0-35299" fmla="*/ 1575697 w 2107590"/>
              <a:gd name="connsiteY0-35300" fmla="*/ 2160513 h 2160513"/>
              <a:gd name="connsiteX1-35301" fmla="*/ 956854 w 2107590"/>
              <a:gd name="connsiteY1-35302" fmla="*/ 1258279 h 2160513"/>
              <a:gd name="connsiteX2-35303" fmla="*/ 863892 w 2107590"/>
              <a:gd name="connsiteY2-35304" fmla="*/ 1345253 h 2160513"/>
              <a:gd name="connsiteX3-35305" fmla="*/ 1026241 w 2107590"/>
              <a:gd name="connsiteY3-35306" fmla="*/ 1144473 h 2160513"/>
              <a:gd name="connsiteX4-35307" fmla="*/ 908876 w 2107590"/>
              <a:gd name="connsiteY4-35308" fmla="*/ 743032 h 2160513"/>
              <a:gd name="connsiteX5-35309" fmla="*/ 1054863 w 2107590"/>
              <a:gd name="connsiteY5-35310" fmla="*/ 807021 h 2160513"/>
              <a:gd name="connsiteX6-35311" fmla="*/ 766732 w 2107590"/>
              <a:gd name="connsiteY6-35312" fmla="*/ 928463 h 2160513"/>
              <a:gd name="connsiteX7-35313" fmla="*/ 228569 w 2107590"/>
              <a:gd name="connsiteY7-35314" fmla="*/ 1030857 h 2160513"/>
              <a:gd name="connsiteX8-35315" fmla="*/ 102364 w 2107590"/>
              <a:gd name="connsiteY8-35316" fmla="*/ 578421 h 2160513"/>
              <a:gd name="connsiteX9-35317" fmla="*/ 334972 w 2107590"/>
              <a:gd name="connsiteY9-35318" fmla="*/ 266829 h 2160513"/>
              <a:gd name="connsiteX10-35319" fmla="*/ 754827 w 2107590"/>
              <a:gd name="connsiteY10-35320" fmla="*/ 47401 h 2160513"/>
              <a:gd name="connsiteX11-35321" fmla="*/ 759590 w 2107590"/>
              <a:gd name="connsiteY11-35322" fmla="*/ 95027 h 2160513"/>
              <a:gd name="connsiteX12-35323" fmla="*/ 771497 w 2107590"/>
              <a:gd name="connsiteY12-35324" fmla="*/ 35497 h 2160513"/>
              <a:gd name="connsiteX13-35325" fmla="*/ 1341273 w 2107590"/>
              <a:gd name="connsiteY13-35326" fmla="*/ 79182 h 2160513"/>
              <a:gd name="connsiteX14-35327" fmla="*/ 1369190 w 2107590"/>
              <a:gd name="connsiteY14-35328" fmla="*/ 92646 h 2160513"/>
              <a:gd name="connsiteX15-35329" fmla="*/ 1772045 w 2107590"/>
              <a:gd name="connsiteY15-35330" fmla="*/ 359840 h 2160513"/>
              <a:gd name="connsiteX16-35331" fmla="*/ 1752572 w 2107590"/>
              <a:gd name="connsiteY16-35332" fmla="*/ 342677 h 2160513"/>
              <a:gd name="connsiteX17-35333" fmla="*/ 2013140 w 2107590"/>
              <a:gd name="connsiteY17-35334" fmla="*/ 736265 h 2160513"/>
              <a:gd name="connsiteX18-35335" fmla="*/ 2004983 w 2107590"/>
              <a:gd name="connsiteY18-35336" fmla="*/ 716533 h 2160513"/>
              <a:gd name="connsiteX19-35337" fmla="*/ 2095472 w 2107590"/>
              <a:gd name="connsiteY19-35338" fmla="*/ 1073721 h 2160513"/>
              <a:gd name="connsiteX20-35339" fmla="*/ 1826390 w 2107590"/>
              <a:gd name="connsiteY20-35340" fmla="*/ 1311846 h 2160513"/>
              <a:gd name="connsiteX21-35341" fmla="*/ 1821627 w 2107590"/>
              <a:gd name="connsiteY21-35342" fmla="*/ 1264221 h 2160513"/>
              <a:gd name="connsiteX22-35343" fmla="*/ 1488252 w 2107590"/>
              <a:gd name="connsiteY22-35344" fmla="*/ 1595214 h 2160513"/>
              <a:gd name="connsiteX23-35345" fmla="*/ 1388239 w 2107590"/>
              <a:gd name="connsiteY23-35346" fmla="*/ 1492821 h 2160513"/>
              <a:gd name="connsiteX24-35347" fmla="*/ 1714472 w 2107590"/>
              <a:gd name="connsiteY24-35348" fmla="*/ 1154684 h 2160513"/>
              <a:gd name="connsiteX25-35349" fmla="*/ 1390621 w 2107590"/>
              <a:gd name="connsiteY25-35350" fmla="*/ 1145157 h 2160513"/>
              <a:gd name="connsiteX26-35351" fmla="*/ 1342996 w 2107590"/>
              <a:gd name="connsiteY26-35352" fmla="*/ 1283270 h 2160513"/>
              <a:gd name="connsiteX27-35353" fmla="*/ 1042958 w 2107590"/>
              <a:gd name="connsiteY27-35354" fmla="*/ 983235 h 2160513"/>
              <a:gd name="connsiteX28-35355" fmla="*/ 1309658 w 2107590"/>
              <a:gd name="connsiteY28-35356" fmla="*/ 790352 h 2160513"/>
              <a:gd name="connsiteX29-35357" fmla="*/ 914371 w 2107590"/>
              <a:gd name="connsiteY29-35358" fmla="*/ 511746 h 2160513"/>
              <a:gd name="connsiteX30-35359" fmla="*/ 523846 w 2107590"/>
              <a:gd name="connsiteY30-35360" fmla="*/ 754633 h 2160513"/>
              <a:gd name="connsiteX31-35361" fmla="*/ 783402 w 2107590"/>
              <a:gd name="connsiteY31-35362" fmla="*/ 868932 h 2160513"/>
              <a:gd name="connsiteX32-35363" fmla="*/ 785783 w 2107590"/>
              <a:gd name="connsiteY32-35364" fmla="*/ 1002283 h 2160513"/>
              <a:gd name="connsiteX33-35365" fmla="*/ 373827 w 2107590"/>
              <a:gd name="connsiteY33-35366" fmla="*/ 852264 h 2160513"/>
              <a:gd name="connsiteX34-35367" fmla="*/ 759589 w 2107590"/>
              <a:gd name="connsiteY34-35368" fmla="*/ 409352 h 2160513"/>
              <a:gd name="connsiteX35-35369" fmla="*/ 1397764 w 2107590"/>
              <a:gd name="connsiteY35-35370" fmla="*/ 606996 h 2160513"/>
              <a:gd name="connsiteX36-35371" fmla="*/ 1409671 w 2107590"/>
              <a:gd name="connsiteY36-35372" fmla="*/ 868933 h 2160513"/>
              <a:gd name="connsiteX37-35373" fmla="*/ 1433483 w 2107590"/>
              <a:gd name="connsiteY37-35374" fmla="*/ 795115 h 2160513"/>
              <a:gd name="connsiteX38-35375" fmla="*/ 1643033 w 2107590"/>
              <a:gd name="connsiteY38-35376" fmla="*/ 611758 h 2160513"/>
              <a:gd name="connsiteX39-35377" fmla="*/ 1804958 w 2107590"/>
              <a:gd name="connsiteY39-35378" fmla="*/ 709389 h 2160513"/>
              <a:gd name="connsiteX40-35379" fmla="*/ 1633508 w 2107590"/>
              <a:gd name="connsiteY40-35380" fmla="*/ 926083 h 2160513"/>
              <a:gd name="connsiteX41-35381" fmla="*/ 1778764 w 2107590"/>
              <a:gd name="connsiteY41-35382" fmla="*/ 811783 h 2160513"/>
              <a:gd name="connsiteX42-35383" fmla="*/ 1819245 w 2107590"/>
              <a:gd name="connsiteY42-35384" fmla="*/ 959420 h 2160513"/>
              <a:gd name="connsiteX43-35385" fmla="*/ 1838296 w 2107590"/>
              <a:gd name="connsiteY43-35386" fmla="*/ 914177 h 2160513"/>
              <a:gd name="connsiteX44-35387" fmla="*/ 1838296 w 2107590"/>
              <a:gd name="connsiteY44-35388" fmla="*/ 1071339 h 2160513"/>
              <a:gd name="connsiteX45-35389" fmla="*/ 1934912 w 2107590"/>
              <a:gd name="connsiteY45-35390" fmla="*/ 1166139 h 2160513"/>
              <a:gd name="connsiteX46-35391" fmla="*/ 1978788 w 2107590"/>
              <a:gd name="connsiteY46-35392" fmla="*/ 1092770 h 2160513"/>
              <a:gd name="connsiteX47-35393" fmla="*/ 1909733 w 2107590"/>
              <a:gd name="connsiteY47-35394" fmla="*/ 1221358 h 2160513"/>
              <a:gd name="connsiteX48-35395" fmla="*/ 1795030 w 2107590"/>
              <a:gd name="connsiteY48-35396" fmla="*/ 1539289 h 2160513"/>
              <a:gd name="connsiteX49-35397" fmla="*/ 1235792 w 2107590"/>
              <a:gd name="connsiteY49-35398" fmla="*/ 1580715 h 2160513"/>
              <a:gd name="connsiteX50-35399" fmla="*/ 1344220 w 2107590"/>
              <a:gd name="connsiteY50-35400" fmla="*/ 1905742 h 2160513"/>
              <a:gd name="connsiteX0-35401" fmla="*/ 1575697 w 2107590"/>
              <a:gd name="connsiteY0-35402" fmla="*/ 2160513 h 2160513"/>
              <a:gd name="connsiteX1-35403" fmla="*/ 956854 w 2107590"/>
              <a:gd name="connsiteY1-35404" fmla="*/ 1258279 h 2160513"/>
              <a:gd name="connsiteX2-35405" fmla="*/ 863892 w 2107590"/>
              <a:gd name="connsiteY2-35406" fmla="*/ 1345253 h 2160513"/>
              <a:gd name="connsiteX3-35407" fmla="*/ 1026241 w 2107590"/>
              <a:gd name="connsiteY3-35408" fmla="*/ 1144473 h 2160513"/>
              <a:gd name="connsiteX4-35409" fmla="*/ 908876 w 2107590"/>
              <a:gd name="connsiteY4-35410" fmla="*/ 743032 h 2160513"/>
              <a:gd name="connsiteX5-35411" fmla="*/ 1054863 w 2107590"/>
              <a:gd name="connsiteY5-35412" fmla="*/ 807021 h 2160513"/>
              <a:gd name="connsiteX6-35413" fmla="*/ 766732 w 2107590"/>
              <a:gd name="connsiteY6-35414" fmla="*/ 928463 h 2160513"/>
              <a:gd name="connsiteX7-35415" fmla="*/ 228569 w 2107590"/>
              <a:gd name="connsiteY7-35416" fmla="*/ 1030857 h 2160513"/>
              <a:gd name="connsiteX8-35417" fmla="*/ 102364 w 2107590"/>
              <a:gd name="connsiteY8-35418" fmla="*/ 578421 h 2160513"/>
              <a:gd name="connsiteX9-35419" fmla="*/ 334972 w 2107590"/>
              <a:gd name="connsiteY9-35420" fmla="*/ 266829 h 2160513"/>
              <a:gd name="connsiteX10-35421" fmla="*/ 754827 w 2107590"/>
              <a:gd name="connsiteY10-35422" fmla="*/ 47401 h 2160513"/>
              <a:gd name="connsiteX11-35423" fmla="*/ 759590 w 2107590"/>
              <a:gd name="connsiteY11-35424" fmla="*/ 95027 h 2160513"/>
              <a:gd name="connsiteX12-35425" fmla="*/ 771497 w 2107590"/>
              <a:gd name="connsiteY12-35426" fmla="*/ 35497 h 2160513"/>
              <a:gd name="connsiteX13-35427" fmla="*/ 1341273 w 2107590"/>
              <a:gd name="connsiteY13-35428" fmla="*/ 79182 h 2160513"/>
              <a:gd name="connsiteX14-35429" fmla="*/ 1369190 w 2107590"/>
              <a:gd name="connsiteY14-35430" fmla="*/ 92646 h 2160513"/>
              <a:gd name="connsiteX15-35431" fmla="*/ 1772045 w 2107590"/>
              <a:gd name="connsiteY15-35432" fmla="*/ 359840 h 2160513"/>
              <a:gd name="connsiteX16-35433" fmla="*/ 1752572 w 2107590"/>
              <a:gd name="connsiteY16-35434" fmla="*/ 342677 h 2160513"/>
              <a:gd name="connsiteX17-35435" fmla="*/ 2013140 w 2107590"/>
              <a:gd name="connsiteY17-35436" fmla="*/ 736265 h 2160513"/>
              <a:gd name="connsiteX18-35437" fmla="*/ 2004983 w 2107590"/>
              <a:gd name="connsiteY18-35438" fmla="*/ 716533 h 2160513"/>
              <a:gd name="connsiteX19-35439" fmla="*/ 2095472 w 2107590"/>
              <a:gd name="connsiteY19-35440" fmla="*/ 1073721 h 2160513"/>
              <a:gd name="connsiteX20-35441" fmla="*/ 1826390 w 2107590"/>
              <a:gd name="connsiteY20-35442" fmla="*/ 1311846 h 2160513"/>
              <a:gd name="connsiteX21-35443" fmla="*/ 1821627 w 2107590"/>
              <a:gd name="connsiteY21-35444" fmla="*/ 1264221 h 2160513"/>
              <a:gd name="connsiteX22-35445" fmla="*/ 1488252 w 2107590"/>
              <a:gd name="connsiteY22-35446" fmla="*/ 1595214 h 2160513"/>
              <a:gd name="connsiteX23-35447" fmla="*/ 1388239 w 2107590"/>
              <a:gd name="connsiteY23-35448" fmla="*/ 1492821 h 2160513"/>
              <a:gd name="connsiteX24-35449" fmla="*/ 1714472 w 2107590"/>
              <a:gd name="connsiteY24-35450" fmla="*/ 1154684 h 2160513"/>
              <a:gd name="connsiteX25-35451" fmla="*/ 1390621 w 2107590"/>
              <a:gd name="connsiteY25-35452" fmla="*/ 1145157 h 2160513"/>
              <a:gd name="connsiteX26-35453" fmla="*/ 1342996 w 2107590"/>
              <a:gd name="connsiteY26-35454" fmla="*/ 1283270 h 2160513"/>
              <a:gd name="connsiteX27-35455" fmla="*/ 1042958 w 2107590"/>
              <a:gd name="connsiteY27-35456" fmla="*/ 983235 h 2160513"/>
              <a:gd name="connsiteX28-35457" fmla="*/ 1309658 w 2107590"/>
              <a:gd name="connsiteY28-35458" fmla="*/ 790352 h 2160513"/>
              <a:gd name="connsiteX29-35459" fmla="*/ 914371 w 2107590"/>
              <a:gd name="connsiteY29-35460" fmla="*/ 511746 h 2160513"/>
              <a:gd name="connsiteX30-35461" fmla="*/ 523846 w 2107590"/>
              <a:gd name="connsiteY30-35462" fmla="*/ 754633 h 2160513"/>
              <a:gd name="connsiteX31-35463" fmla="*/ 783402 w 2107590"/>
              <a:gd name="connsiteY31-35464" fmla="*/ 868932 h 2160513"/>
              <a:gd name="connsiteX32-35465" fmla="*/ 785783 w 2107590"/>
              <a:gd name="connsiteY32-35466" fmla="*/ 1002283 h 2160513"/>
              <a:gd name="connsiteX33-35467" fmla="*/ 373827 w 2107590"/>
              <a:gd name="connsiteY33-35468" fmla="*/ 852264 h 2160513"/>
              <a:gd name="connsiteX34-35469" fmla="*/ 759589 w 2107590"/>
              <a:gd name="connsiteY34-35470" fmla="*/ 409352 h 2160513"/>
              <a:gd name="connsiteX35-35471" fmla="*/ 1397764 w 2107590"/>
              <a:gd name="connsiteY35-35472" fmla="*/ 606996 h 2160513"/>
              <a:gd name="connsiteX36-35473" fmla="*/ 1409671 w 2107590"/>
              <a:gd name="connsiteY36-35474" fmla="*/ 868933 h 2160513"/>
              <a:gd name="connsiteX37-35475" fmla="*/ 1433483 w 2107590"/>
              <a:gd name="connsiteY37-35476" fmla="*/ 795115 h 2160513"/>
              <a:gd name="connsiteX38-35477" fmla="*/ 1643033 w 2107590"/>
              <a:gd name="connsiteY38-35478" fmla="*/ 611758 h 2160513"/>
              <a:gd name="connsiteX39-35479" fmla="*/ 1804958 w 2107590"/>
              <a:gd name="connsiteY39-35480" fmla="*/ 709389 h 2160513"/>
              <a:gd name="connsiteX40-35481" fmla="*/ 1633508 w 2107590"/>
              <a:gd name="connsiteY40-35482" fmla="*/ 926083 h 2160513"/>
              <a:gd name="connsiteX41-35483" fmla="*/ 1778764 w 2107590"/>
              <a:gd name="connsiteY41-35484" fmla="*/ 811783 h 2160513"/>
              <a:gd name="connsiteX42-35485" fmla="*/ 1819245 w 2107590"/>
              <a:gd name="connsiteY42-35486" fmla="*/ 959420 h 2160513"/>
              <a:gd name="connsiteX43-35487" fmla="*/ 1838296 w 2107590"/>
              <a:gd name="connsiteY43-35488" fmla="*/ 914177 h 2160513"/>
              <a:gd name="connsiteX44-35489" fmla="*/ 1838296 w 2107590"/>
              <a:gd name="connsiteY44-35490" fmla="*/ 1071339 h 2160513"/>
              <a:gd name="connsiteX45-35491" fmla="*/ 1934912 w 2107590"/>
              <a:gd name="connsiteY45-35492" fmla="*/ 1166139 h 2160513"/>
              <a:gd name="connsiteX46-35493" fmla="*/ 1978788 w 2107590"/>
              <a:gd name="connsiteY46-35494" fmla="*/ 1092770 h 2160513"/>
              <a:gd name="connsiteX47-35495" fmla="*/ 1909733 w 2107590"/>
              <a:gd name="connsiteY47-35496" fmla="*/ 1221358 h 2160513"/>
              <a:gd name="connsiteX48-35497" fmla="*/ 1795030 w 2107590"/>
              <a:gd name="connsiteY48-35498" fmla="*/ 1539289 h 2160513"/>
              <a:gd name="connsiteX49-35499" fmla="*/ 1235792 w 2107590"/>
              <a:gd name="connsiteY49-35500" fmla="*/ 1580715 h 2160513"/>
              <a:gd name="connsiteX50-35501" fmla="*/ 1344220 w 2107590"/>
              <a:gd name="connsiteY50-35502" fmla="*/ 1905742 h 2160513"/>
              <a:gd name="connsiteX0-35503" fmla="*/ 1575697 w 2107590"/>
              <a:gd name="connsiteY0-35504" fmla="*/ 2160513 h 2160513"/>
              <a:gd name="connsiteX1-35505" fmla="*/ 956854 w 2107590"/>
              <a:gd name="connsiteY1-35506" fmla="*/ 1258279 h 2160513"/>
              <a:gd name="connsiteX2-35507" fmla="*/ 863892 w 2107590"/>
              <a:gd name="connsiteY2-35508" fmla="*/ 1345253 h 2160513"/>
              <a:gd name="connsiteX3-35509" fmla="*/ 1026241 w 2107590"/>
              <a:gd name="connsiteY3-35510" fmla="*/ 1144473 h 2160513"/>
              <a:gd name="connsiteX4-35511" fmla="*/ 908876 w 2107590"/>
              <a:gd name="connsiteY4-35512" fmla="*/ 743032 h 2160513"/>
              <a:gd name="connsiteX5-35513" fmla="*/ 1054863 w 2107590"/>
              <a:gd name="connsiteY5-35514" fmla="*/ 807021 h 2160513"/>
              <a:gd name="connsiteX6-35515" fmla="*/ 766732 w 2107590"/>
              <a:gd name="connsiteY6-35516" fmla="*/ 928463 h 2160513"/>
              <a:gd name="connsiteX7-35517" fmla="*/ 228569 w 2107590"/>
              <a:gd name="connsiteY7-35518" fmla="*/ 1030857 h 2160513"/>
              <a:gd name="connsiteX8-35519" fmla="*/ 102364 w 2107590"/>
              <a:gd name="connsiteY8-35520" fmla="*/ 578421 h 2160513"/>
              <a:gd name="connsiteX9-35521" fmla="*/ 334972 w 2107590"/>
              <a:gd name="connsiteY9-35522" fmla="*/ 266829 h 2160513"/>
              <a:gd name="connsiteX10-35523" fmla="*/ 754827 w 2107590"/>
              <a:gd name="connsiteY10-35524" fmla="*/ 47401 h 2160513"/>
              <a:gd name="connsiteX11-35525" fmla="*/ 759590 w 2107590"/>
              <a:gd name="connsiteY11-35526" fmla="*/ 95027 h 2160513"/>
              <a:gd name="connsiteX12-35527" fmla="*/ 771497 w 2107590"/>
              <a:gd name="connsiteY12-35528" fmla="*/ 35497 h 2160513"/>
              <a:gd name="connsiteX13-35529" fmla="*/ 1341273 w 2107590"/>
              <a:gd name="connsiteY13-35530" fmla="*/ 79182 h 2160513"/>
              <a:gd name="connsiteX14-35531" fmla="*/ 1369190 w 2107590"/>
              <a:gd name="connsiteY14-35532" fmla="*/ 92646 h 2160513"/>
              <a:gd name="connsiteX15-35533" fmla="*/ 1772045 w 2107590"/>
              <a:gd name="connsiteY15-35534" fmla="*/ 359840 h 2160513"/>
              <a:gd name="connsiteX16-35535" fmla="*/ 1752572 w 2107590"/>
              <a:gd name="connsiteY16-35536" fmla="*/ 342677 h 2160513"/>
              <a:gd name="connsiteX17-35537" fmla="*/ 2013140 w 2107590"/>
              <a:gd name="connsiteY17-35538" fmla="*/ 736265 h 2160513"/>
              <a:gd name="connsiteX18-35539" fmla="*/ 2004983 w 2107590"/>
              <a:gd name="connsiteY18-35540" fmla="*/ 716533 h 2160513"/>
              <a:gd name="connsiteX19-35541" fmla="*/ 2095472 w 2107590"/>
              <a:gd name="connsiteY19-35542" fmla="*/ 1073721 h 2160513"/>
              <a:gd name="connsiteX20-35543" fmla="*/ 1826390 w 2107590"/>
              <a:gd name="connsiteY20-35544" fmla="*/ 1311846 h 2160513"/>
              <a:gd name="connsiteX21-35545" fmla="*/ 1821627 w 2107590"/>
              <a:gd name="connsiteY21-35546" fmla="*/ 1264221 h 2160513"/>
              <a:gd name="connsiteX22-35547" fmla="*/ 1488252 w 2107590"/>
              <a:gd name="connsiteY22-35548" fmla="*/ 1595214 h 2160513"/>
              <a:gd name="connsiteX23-35549" fmla="*/ 1388239 w 2107590"/>
              <a:gd name="connsiteY23-35550" fmla="*/ 1492821 h 2160513"/>
              <a:gd name="connsiteX24-35551" fmla="*/ 1714472 w 2107590"/>
              <a:gd name="connsiteY24-35552" fmla="*/ 1154684 h 2160513"/>
              <a:gd name="connsiteX25-35553" fmla="*/ 1390621 w 2107590"/>
              <a:gd name="connsiteY25-35554" fmla="*/ 1145157 h 2160513"/>
              <a:gd name="connsiteX26-35555" fmla="*/ 1342996 w 2107590"/>
              <a:gd name="connsiteY26-35556" fmla="*/ 1283270 h 2160513"/>
              <a:gd name="connsiteX27-35557" fmla="*/ 1042958 w 2107590"/>
              <a:gd name="connsiteY27-35558" fmla="*/ 983235 h 2160513"/>
              <a:gd name="connsiteX28-35559" fmla="*/ 1309658 w 2107590"/>
              <a:gd name="connsiteY28-35560" fmla="*/ 790352 h 2160513"/>
              <a:gd name="connsiteX29-35561" fmla="*/ 914371 w 2107590"/>
              <a:gd name="connsiteY29-35562" fmla="*/ 511746 h 2160513"/>
              <a:gd name="connsiteX30-35563" fmla="*/ 523846 w 2107590"/>
              <a:gd name="connsiteY30-35564" fmla="*/ 754633 h 2160513"/>
              <a:gd name="connsiteX31-35565" fmla="*/ 783402 w 2107590"/>
              <a:gd name="connsiteY31-35566" fmla="*/ 868932 h 2160513"/>
              <a:gd name="connsiteX32-35567" fmla="*/ 785783 w 2107590"/>
              <a:gd name="connsiteY32-35568" fmla="*/ 1002283 h 2160513"/>
              <a:gd name="connsiteX33-35569" fmla="*/ 373827 w 2107590"/>
              <a:gd name="connsiteY33-35570" fmla="*/ 852264 h 2160513"/>
              <a:gd name="connsiteX34-35571" fmla="*/ 759589 w 2107590"/>
              <a:gd name="connsiteY34-35572" fmla="*/ 409352 h 2160513"/>
              <a:gd name="connsiteX35-35573" fmla="*/ 1397764 w 2107590"/>
              <a:gd name="connsiteY35-35574" fmla="*/ 606996 h 2160513"/>
              <a:gd name="connsiteX36-35575" fmla="*/ 1409671 w 2107590"/>
              <a:gd name="connsiteY36-35576" fmla="*/ 868933 h 2160513"/>
              <a:gd name="connsiteX37-35577" fmla="*/ 1433483 w 2107590"/>
              <a:gd name="connsiteY37-35578" fmla="*/ 795115 h 2160513"/>
              <a:gd name="connsiteX38-35579" fmla="*/ 1643033 w 2107590"/>
              <a:gd name="connsiteY38-35580" fmla="*/ 611758 h 2160513"/>
              <a:gd name="connsiteX39-35581" fmla="*/ 1804958 w 2107590"/>
              <a:gd name="connsiteY39-35582" fmla="*/ 709389 h 2160513"/>
              <a:gd name="connsiteX40-35583" fmla="*/ 1633508 w 2107590"/>
              <a:gd name="connsiteY40-35584" fmla="*/ 926083 h 2160513"/>
              <a:gd name="connsiteX41-35585" fmla="*/ 1778764 w 2107590"/>
              <a:gd name="connsiteY41-35586" fmla="*/ 811783 h 2160513"/>
              <a:gd name="connsiteX42-35587" fmla="*/ 1819245 w 2107590"/>
              <a:gd name="connsiteY42-35588" fmla="*/ 959420 h 2160513"/>
              <a:gd name="connsiteX43-35589" fmla="*/ 1838296 w 2107590"/>
              <a:gd name="connsiteY43-35590" fmla="*/ 914177 h 2160513"/>
              <a:gd name="connsiteX44-35591" fmla="*/ 1838296 w 2107590"/>
              <a:gd name="connsiteY44-35592" fmla="*/ 1071339 h 2160513"/>
              <a:gd name="connsiteX45-35593" fmla="*/ 1934912 w 2107590"/>
              <a:gd name="connsiteY45-35594" fmla="*/ 1166139 h 2160513"/>
              <a:gd name="connsiteX46-35595" fmla="*/ 1978788 w 2107590"/>
              <a:gd name="connsiteY46-35596" fmla="*/ 1092770 h 2160513"/>
              <a:gd name="connsiteX47-35597" fmla="*/ 1909733 w 2107590"/>
              <a:gd name="connsiteY47-35598" fmla="*/ 1221358 h 2160513"/>
              <a:gd name="connsiteX48-35599" fmla="*/ 1795030 w 2107590"/>
              <a:gd name="connsiteY48-35600" fmla="*/ 1539289 h 2160513"/>
              <a:gd name="connsiteX49-35601" fmla="*/ 1235792 w 2107590"/>
              <a:gd name="connsiteY49-35602" fmla="*/ 1580715 h 2160513"/>
              <a:gd name="connsiteX50-35603" fmla="*/ 1344220 w 2107590"/>
              <a:gd name="connsiteY50-35604" fmla="*/ 1905742 h 2160513"/>
              <a:gd name="connsiteX0-35605" fmla="*/ 1575697 w 2107590"/>
              <a:gd name="connsiteY0-35606" fmla="*/ 2160513 h 2160513"/>
              <a:gd name="connsiteX1-35607" fmla="*/ 956854 w 2107590"/>
              <a:gd name="connsiteY1-35608" fmla="*/ 1258279 h 2160513"/>
              <a:gd name="connsiteX2-35609" fmla="*/ 863892 w 2107590"/>
              <a:gd name="connsiteY2-35610" fmla="*/ 1345253 h 2160513"/>
              <a:gd name="connsiteX3-35611" fmla="*/ 1026241 w 2107590"/>
              <a:gd name="connsiteY3-35612" fmla="*/ 1144473 h 2160513"/>
              <a:gd name="connsiteX4-35613" fmla="*/ 908876 w 2107590"/>
              <a:gd name="connsiteY4-35614" fmla="*/ 743032 h 2160513"/>
              <a:gd name="connsiteX5-35615" fmla="*/ 1054863 w 2107590"/>
              <a:gd name="connsiteY5-35616" fmla="*/ 807021 h 2160513"/>
              <a:gd name="connsiteX6-35617" fmla="*/ 766732 w 2107590"/>
              <a:gd name="connsiteY6-35618" fmla="*/ 928463 h 2160513"/>
              <a:gd name="connsiteX7-35619" fmla="*/ 228569 w 2107590"/>
              <a:gd name="connsiteY7-35620" fmla="*/ 1030857 h 2160513"/>
              <a:gd name="connsiteX8-35621" fmla="*/ 102364 w 2107590"/>
              <a:gd name="connsiteY8-35622" fmla="*/ 578421 h 2160513"/>
              <a:gd name="connsiteX9-35623" fmla="*/ 334972 w 2107590"/>
              <a:gd name="connsiteY9-35624" fmla="*/ 266829 h 2160513"/>
              <a:gd name="connsiteX10-35625" fmla="*/ 754827 w 2107590"/>
              <a:gd name="connsiteY10-35626" fmla="*/ 47401 h 2160513"/>
              <a:gd name="connsiteX11-35627" fmla="*/ 759590 w 2107590"/>
              <a:gd name="connsiteY11-35628" fmla="*/ 95027 h 2160513"/>
              <a:gd name="connsiteX12-35629" fmla="*/ 771497 w 2107590"/>
              <a:gd name="connsiteY12-35630" fmla="*/ 35497 h 2160513"/>
              <a:gd name="connsiteX13-35631" fmla="*/ 1341273 w 2107590"/>
              <a:gd name="connsiteY13-35632" fmla="*/ 79182 h 2160513"/>
              <a:gd name="connsiteX14-35633" fmla="*/ 1369190 w 2107590"/>
              <a:gd name="connsiteY14-35634" fmla="*/ 92646 h 2160513"/>
              <a:gd name="connsiteX15-35635" fmla="*/ 1772045 w 2107590"/>
              <a:gd name="connsiteY15-35636" fmla="*/ 359840 h 2160513"/>
              <a:gd name="connsiteX16-35637" fmla="*/ 1752572 w 2107590"/>
              <a:gd name="connsiteY16-35638" fmla="*/ 342677 h 2160513"/>
              <a:gd name="connsiteX17-35639" fmla="*/ 2013140 w 2107590"/>
              <a:gd name="connsiteY17-35640" fmla="*/ 736265 h 2160513"/>
              <a:gd name="connsiteX18-35641" fmla="*/ 2004983 w 2107590"/>
              <a:gd name="connsiteY18-35642" fmla="*/ 716533 h 2160513"/>
              <a:gd name="connsiteX19-35643" fmla="*/ 2095472 w 2107590"/>
              <a:gd name="connsiteY19-35644" fmla="*/ 1073721 h 2160513"/>
              <a:gd name="connsiteX20-35645" fmla="*/ 1826390 w 2107590"/>
              <a:gd name="connsiteY20-35646" fmla="*/ 1311846 h 2160513"/>
              <a:gd name="connsiteX21-35647" fmla="*/ 1821627 w 2107590"/>
              <a:gd name="connsiteY21-35648" fmla="*/ 1264221 h 2160513"/>
              <a:gd name="connsiteX22-35649" fmla="*/ 1488252 w 2107590"/>
              <a:gd name="connsiteY22-35650" fmla="*/ 1595214 h 2160513"/>
              <a:gd name="connsiteX23-35651" fmla="*/ 1388239 w 2107590"/>
              <a:gd name="connsiteY23-35652" fmla="*/ 1492821 h 2160513"/>
              <a:gd name="connsiteX24-35653" fmla="*/ 1714472 w 2107590"/>
              <a:gd name="connsiteY24-35654" fmla="*/ 1154684 h 2160513"/>
              <a:gd name="connsiteX25-35655" fmla="*/ 1390621 w 2107590"/>
              <a:gd name="connsiteY25-35656" fmla="*/ 1145157 h 2160513"/>
              <a:gd name="connsiteX26-35657" fmla="*/ 1342996 w 2107590"/>
              <a:gd name="connsiteY26-35658" fmla="*/ 1283270 h 2160513"/>
              <a:gd name="connsiteX27-35659" fmla="*/ 1042958 w 2107590"/>
              <a:gd name="connsiteY27-35660" fmla="*/ 983235 h 2160513"/>
              <a:gd name="connsiteX28-35661" fmla="*/ 1309658 w 2107590"/>
              <a:gd name="connsiteY28-35662" fmla="*/ 790352 h 2160513"/>
              <a:gd name="connsiteX29-35663" fmla="*/ 914371 w 2107590"/>
              <a:gd name="connsiteY29-35664" fmla="*/ 511746 h 2160513"/>
              <a:gd name="connsiteX30-35665" fmla="*/ 523846 w 2107590"/>
              <a:gd name="connsiteY30-35666" fmla="*/ 754633 h 2160513"/>
              <a:gd name="connsiteX31-35667" fmla="*/ 783402 w 2107590"/>
              <a:gd name="connsiteY31-35668" fmla="*/ 868932 h 2160513"/>
              <a:gd name="connsiteX32-35669" fmla="*/ 785783 w 2107590"/>
              <a:gd name="connsiteY32-35670" fmla="*/ 1002283 h 2160513"/>
              <a:gd name="connsiteX33-35671" fmla="*/ 373827 w 2107590"/>
              <a:gd name="connsiteY33-35672" fmla="*/ 852264 h 2160513"/>
              <a:gd name="connsiteX34-35673" fmla="*/ 759589 w 2107590"/>
              <a:gd name="connsiteY34-35674" fmla="*/ 409352 h 2160513"/>
              <a:gd name="connsiteX35-35675" fmla="*/ 1397764 w 2107590"/>
              <a:gd name="connsiteY35-35676" fmla="*/ 606996 h 2160513"/>
              <a:gd name="connsiteX36-35677" fmla="*/ 1409671 w 2107590"/>
              <a:gd name="connsiteY36-35678" fmla="*/ 868933 h 2160513"/>
              <a:gd name="connsiteX37-35679" fmla="*/ 1433483 w 2107590"/>
              <a:gd name="connsiteY37-35680" fmla="*/ 795115 h 2160513"/>
              <a:gd name="connsiteX38-35681" fmla="*/ 1643033 w 2107590"/>
              <a:gd name="connsiteY38-35682" fmla="*/ 611758 h 2160513"/>
              <a:gd name="connsiteX39-35683" fmla="*/ 1804958 w 2107590"/>
              <a:gd name="connsiteY39-35684" fmla="*/ 709389 h 2160513"/>
              <a:gd name="connsiteX40-35685" fmla="*/ 1633508 w 2107590"/>
              <a:gd name="connsiteY40-35686" fmla="*/ 926083 h 2160513"/>
              <a:gd name="connsiteX41-35687" fmla="*/ 1778764 w 2107590"/>
              <a:gd name="connsiteY41-35688" fmla="*/ 811783 h 2160513"/>
              <a:gd name="connsiteX42-35689" fmla="*/ 1819245 w 2107590"/>
              <a:gd name="connsiteY42-35690" fmla="*/ 959420 h 2160513"/>
              <a:gd name="connsiteX43-35691" fmla="*/ 1838296 w 2107590"/>
              <a:gd name="connsiteY43-35692" fmla="*/ 914177 h 2160513"/>
              <a:gd name="connsiteX44-35693" fmla="*/ 1838296 w 2107590"/>
              <a:gd name="connsiteY44-35694" fmla="*/ 1071339 h 2160513"/>
              <a:gd name="connsiteX45-35695" fmla="*/ 1934912 w 2107590"/>
              <a:gd name="connsiteY45-35696" fmla="*/ 1166139 h 2160513"/>
              <a:gd name="connsiteX46-35697" fmla="*/ 1978788 w 2107590"/>
              <a:gd name="connsiteY46-35698" fmla="*/ 1092770 h 2160513"/>
              <a:gd name="connsiteX47-35699" fmla="*/ 1909733 w 2107590"/>
              <a:gd name="connsiteY47-35700" fmla="*/ 1221358 h 2160513"/>
              <a:gd name="connsiteX48-35701" fmla="*/ 1795030 w 2107590"/>
              <a:gd name="connsiteY48-35702" fmla="*/ 1539289 h 2160513"/>
              <a:gd name="connsiteX49-35703" fmla="*/ 1235792 w 2107590"/>
              <a:gd name="connsiteY49-35704" fmla="*/ 1580715 h 2160513"/>
              <a:gd name="connsiteX50-35705" fmla="*/ 1344220 w 2107590"/>
              <a:gd name="connsiteY50-35706" fmla="*/ 1905742 h 2160513"/>
              <a:gd name="connsiteX0-35707" fmla="*/ 1575697 w 2107590"/>
              <a:gd name="connsiteY0-35708" fmla="*/ 2160513 h 2160513"/>
              <a:gd name="connsiteX1-35709" fmla="*/ 956854 w 2107590"/>
              <a:gd name="connsiteY1-35710" fmla="*/ 1258279 h 2160513"/>
              <a:gd name="connsiteX2-35711" fmla="*/ 863892 w 2107590"/>
              <a:gd name="connsiteY2-35712" fmla="*/ 1345253 h 2160513"/>
              <a:gd name="connsiteX3-35713" fmla="*/ 1026241 w 2107590"/>
              <a:gd name="connsiteY3-35714" fmla="*/ 1144473 h 2160513"/>
              <a:gd name="connsiteX4-35715" fmla="*/ 908876 w 2107590"/>
              <a:gd name="connsiteY4-35716" fmla="*/ 743032 h 2160513"/>
              <a:gd name="connsiteX5-35717" fmla="*/ 1054863 w 2107590"/>
              <a:gd name="connsiteY5-35718" fmla="*/ 807021 h 2160513"/>
              <a:gd name="connsiteX6-35719" fmla="*/ 766732 w 2107590"/>
              <a:gd name="connsiteY6-35720" fmla="*/ 928463 h 2160513"/>
              <a:gd name="connsiteX7-35721" fmla="*/ 228569 w 2107590"/>
              <a:gd name="connsiteY7-35722" fmla="*/ 1030857 h 2160513"/>
              <a:gd name="connsiteX8-35723" fmla="*/ 102364 w 2107590"/>
              <a:gd name="connsiteY8-35724" fmla="*/ 578421 h 2160513"/>
              <a:gd name="connsiteX9-35725" fmla="*/ 334972 w 2107590"/>
              <a:gd name="connsiteY9-35726" fmla="*/ 266829 h 2160513"/>
              <a:gd name="connsiteX10-35727" fmla="*/ 754827 w 2107590"/>
              <a:gd name="connsiteY10-35728" fmla="*/ 47401 h 2160513"/>
              <a:gd name="connsiteX11-35729" fmla="*/ 759590 w 2107590"/>
              <a:gd name="connsiteY11-35730" fmla="*/ 95027 h 2160513"/>
              <a:gd name="connsiteX12-35731" fmla="*/ 771497 w 2107590"/>
              <a:gd name="connsiteY12-35732" fmla="*/ 35497 h 2160513"/>
              <a:gd name="connsiteX13-35733" fmla="*/ 1341273 w 2107590"/>
              <a:gd name="connsiteY13-35734" fmla="*/ 79182 h 2160513"/>
              <a:gd name="connsiteX14-35735" fmla="*/ 1369190 w 2107590"/>
              <a:gd name="connsiteY14-35736" fmla="*/ 92646 h 2160513"/>
              <a:gd name="connsiteX15-35737" fmla="*/ 1772045 w 2107590"/>
              <a:gd name="connsiteY15-35738" fmla="*/ 359840 h 2160513"/>
              <a:gd name="connsiteX16-35739" fmla="*/ 1752572 w 2107590"/>
              <a:gd name="connsiteY16-35740" fmla="*/ 342677 h 2160513"/>
              <a:gd name="connsiteX17-35741" fmla="*/ 2013140 w 2107590"/>
              <a:gd name="connsiteY17-35742" fmla="*/ 736265 h 2160513"/>
              <a:gd name="connsiteX18-35743" fmla="*/ 2004983 w 2107590"/>
              <a:gd name="connsiteY18-35744" fmla="*/ 716533 h 2160513"/>
              <a:gd name="connsiteX19-35745" fmla="*/ 2095472 w 2107590"/>
              <a:gd name="connsiteY19-35746" fmla="*/ 1073721 h 2160513"/>
              <a:gd name="connsiteX20-35747" fmla="*/ 1826390 w 2107590"/>
              <a:gd name="connsiteY20-35748" fmla="*/ 1311846 h 2160513"/>
              <a:gd name="connsiteX21-35749" fmla="*/ 1821627 w 2107590"/>
              <a:gd name="connsiteY21-35750" fmla="*/ 1264221 h 2160513"/>
              <a:gd name="connsiteX22-35751" fmla="*/ 1488252 w 2107590"/>
              <a:gd name="connsiteY22-35752" fmla="*/ 1595214 h 2160513"/>
              <a:gd name="connsiteX23-35753" fmla="*/ 1388239 w 2107590"/>
              <a:gd name="connsiteY23-35754" fmla="*/ 1492821 h 2160513"/>
              <a:gd name="connsiteX24-35755" fmla="*/ 1714472 w 2107590"/>
              <a:gd name="connsiteY24-35756" fmla="*/ 1154684 h 2160513"/>
              <a:gd name="connsiteX25-35757" fmla="*/ 1390621 w 2107590"/>
              <a:gd name="connsiteY25-35758" fmla="*/ 1145157 h 2160513"/>
              <a:gd name="connsiteX26-35759" fmla="*/ 1342996 w 2107590"/>
              <a:gd name="connsiteY26-35760" fmla="*/ 1283270 h 2160513"/>
              <a:gd name="connsiteX27-35761" fmla="*/ 1042958 w 2107590"/>
              <a:gd name="connsiteY27-35762" fmla="*/ 983235 h 2160513"/>
              <a:gd name="connsiteX28-35763" fmla="*/ 1309658 w 2107590"/>
              <a:gd name="connsiteY28-35764" fmla="*/ 790352 h 2160513"/>
              <a:gd name="connsiteX29-35765" fmla="*/ 914371 w 2107590"/>
              <a:gd name="connsiteY29-35766" fmla="*/ 511746 h 2160513"/>
              <a:gd name="connsiteX30-35767" fmla="*/ 523846 w 2107590"/>
              <a:gd name="connsiteY30-35768" fmla="*/ 754633 h 2160513"/>
              <a:gd name="connsiteX31-35769" fmla="*/ 783402 w 2107590"/>
              <a:gd name="connsiteY31-35770" fmla="*/ 868932 h 2160513"/>
              <a:gd name="connsiteX32-35771" fmla="*/ 785783 w 2107590"/>
              <a:gd name="connsiteY32-35772" fmla="*/ 1002283 h 2160513"/>
              <a:gd name="connsiteX33-35773" fmla="*/ 373827 w 2107590"/>
              <a:gd name="connsiteY33-35774" fmla="*/ 852264 h 2160513"/>
              <a:gd name="connsiteX34-35775" fmla="*/ 759589 w 2107590"/>
              <a:gd name="connsiteY34-35776" fmla="*/ 409352 h 2160513"/>
              <a:gd name="connsiteX35-35777" fmla="*/ 1397764 w 2107590"/>
              <a:gd name="connsiteY35-35778" fmla="*/ 606996 h 2160513"/>
              <a:gd name="connsiteX36-35779" fmla="*/ 1409671 w 2107590"/>
              <a:gd name="connsiteY36-35780" fmla="*/ 868933 h 2160513"/>
              <a:gd name="connsiteX37-35781" fmla="*/ 1433483 w 2107590"/>
              <a:gd name="connsiteY37-35782" fmla="*/ 795115 h 2160513"/>
              <a:gd name="connsiteX38-35783" fmla="*/ 1643033 w 2107590"/>
              <a:gd name="connsiteY38-35784" fmla="*/ 611758 h 2160513"/>
              <a:gd name="connsiteX39-35785" fmla="*/ 1804958 w 2107590"/>
              <a:gd name="connsiteY39-35786" fmla="*/ 709389 h 2160513"/>
              <a:gd name="connsiteX40-35787" fmla="*/ 1633508 w 2107590"/>
              <a:gd name="connsiteY40-35788" fmla="*/ 926083 h 2160513"/>
              <a:gd name="connsiteX41-35789" fmla="*/ 1778764 w 2107590"/>
              <a:gd name="connsiteY41-35790" fmla="*/ 811783 h 2160513"/>
              <a:gd name="connsiteX42-35791" fmla="*/ 1819245 w 2107590"/>
              <a:gd name="connsiteY42-35792" fmla="*/ 959420 h 2160513"/>
              <a:gd name="connsiteX43-35793" fmla="*/ 1838296 w 2107590"/>
              <a:gd name="connsiteY43-35794" fmla="*/ 914177 h 2160513"/>
              <a:gd name="connsiteX44-35795" fmla="*/ 1838296 w 2107590"/>
              <a:gd name="connsiteY44-35796" fmla="*/ 1071339 h 2160513"/>
              <a:gd name="connsiteX45-35797" fmla="*/ 1934912 w 2107590"/>
              <a:gd name="connsiteY45-35798" fmla="*/ 1166139 h 2160513"/>
              <a:gd name="connsiteX46-35799" fmla="*/ 1978788 w 2107590"/>
              <a:gd name="connsiteY46-35800" fmla="*/ 1092770 h 2160513"/>
              <a:gd name="connsiteX47-35801" fmla="*/ 1904971 w 2107590"/>
              <a:gd name="connsiteY47-35802" fmla="*/ 1230883 h 2160513"/>
              <a:gd name="connsiteX48-35803" fmla="*/ 1795030 w 2107590"/>
              <a:gd name="connsiteY48-35804" fmla="*/ 1539289 h 2160513"/>
              <a:gd name="connsiteX49-35805" fmla="*/ 1235792 w 2107590"/>
              <a:gd name="connsiteY49-35806" fmla="*/ 1580715 h 2160513"/>
              <a:gd name="connsiteX50-35807" fmla="*/ 1344220 w 2107590"/>
              <a:gd name="connsiteY50-35808" fmla="*/ 1905742 h 2160513"/>
              <a:gd name="connsiteX0-35809" fmla="*/ 1575697 w 2107590"/>
              <a:gd name="connsiteY0-35810" fmla="*/ 2160513 h 2160513"/>
              <a:gd name="connsiteX1-35811" fmla="*/ 956854 w 2107590"/>
              <a:gd name="connsiteY1-35812" fmla="*/ 1258279 h 2160513"/>
              <a:gd name="connsiteX2-35813" fmla="*/ 863892 w 2107590"/>
              <a:gd name="connsiteY2-35814" fmla="*/ 1345253 h 2160513"/>
              <a:gd name="connsiteX3-35815" fmla="*/ 1026241 w 2107590"/>
              <a:gd name="connsiteY3-35816" fmla="*/ 1144473 h 2160513"/>
              <a:gd name="connsiteX4-35817" fmla="*/ 908876 w 2107590"/>
              <a:gd name="connsiteY4-35818" fmla="*/ 743032 h 2160513"/>
              <a:gd name="connsiteX5-35819" fmla="*/ 1054863 w 2107590"/>
              <a:gd name="connsiteY5-35820" fmla="*/ 807021 h 2160513"/>
              <a:gd name="connsiteX6-35821" fmla="*/ 766732 w 2107590"/>
              <a:gd name="connsiteY6-35822" fmla="*/ 928463 h 2160513"/>
              <a:gd name="connsiteX7-35823" fmla="*/ 228569 w 2107590"/>
              <a:gd name="connsiteY7-35824" fmla="*/ 1030857 h 2160513"/>
              <a:gd name="connsiteX8-35825" fmla="*/ 102364 w 2107590"/>
              <a:gd name="connsiteY8-35826" fmla="*/ 578421 h 2160513"/>
              <a:gd name="connsiteX9-35827" fmla="*/ 334972 w 2107590"/>
              <a:gd name="connsiteY9-35828" fmla="*/ 266829 h 2160513"/>
              <a:gd name="connsiteX10-35829" fmla="*/ 754827 w 2107590"/>
              <a:gd name="connsiteY10-35830" fmla="*/ 47401 h 2160513"/>
              <a:gd name="connsiteX11-35831" fmla="*/ 759590 w 2107590"/>
              <a:gd name="connsiteY11-35832" fmla="*/ 95027 h 2160513"/>
              <a:gd name="connsiteX12-35833" fmla="*/ 771497 w 2107590"/>
              <a:gd name="connsiteY12-35834" fmla="*/ 35497 h 2160513"/>
              <a:gd name="connsiteX13-35835" fmla="*/ 1341273 w 2107590"/>
              <a:gd name="connsiteY13-35836" fmla="*/ 79182 h 2160513"/>
              <a:gd name="connsiteX14-35837" fmla="*/ 1369190 w 2107590"/>
              <a:gd name="connsiteY14-35838" fmla="*/ 92646 h 2160513"/>
              <a:gd name="connsiteX15-35839" fmla="*/ 1772045 w 2107590"/>
              <a:gd name="connsiteY15-35840" fmla="*/ 359840 h 2160513"/>
              <a:gd name="connsiteX16-35841" fmla="*/ 1752572 w 2107590"/>
              <a:gd name="connsiteY16-35842" fmla="*/ 342677 h 2160513"/>
              <a:gd name="connsiteX17-35843" fmla="*/ 2013140 w 2107590"/>
              <a:gd name="connsiteY17-35844" fmla="*/ 736265 h 2160513"/>
              <a:gd name="connsiteX18-35845" fmla="*/ 2004983 w 2107590"/>
              <a:gd name="connsiteY18-35846" fmla="*/ 716533 h 2160513"/>
              <a:gd name="connsiteX19-35847" fmla="*/ 2095472 w 2107590"/>
              <a:gd name="connsiteY19-35848" fmla="*/ 1073721 h 2160513"/>
              <a:gd name="connsiteX20-35849" fmla="*/ 1826390 w 2107590"/>
              <a:gd name="connsiteY20-35850" fmla="*/ 1311846 h 2160513"/>
              <a:gd name="connsiteX21-35851" fmla="*/ 1821627 w 2107590"/>
              <a:gd name="connsiteY21-35852" fmla="*/ 1264221 h 2160513"/>
              <a:gd name="connsiteX22-35853" fmla="*/ 1488252 w 2107590"/>
              <a:gd name="connsiteY22-35854" fmla="*/ 1595214 h 2160513"/>
              <a:gd name="connsiteX23-35855" fmla="*/ 1388239 w 2107590"/>
              <a:gd name="connsiteY23-35856" fmla="*/ 1492821 h 2160513"/>
              <a:gd name="connsiteX24-35857" fmla="*/ 1714472 w 2107590"/>
              <a:gd name="connsiteY24-35858" fmla="*/ 1154684 h 2160513"/>
              <a:gd name="connsiteX25-35859" fmla="*/ 1390621 w 2107590"/>
              <a:gd name="connsiteY25-35860" fmla="*/ 1145157 h 2160513"/>
              <a:gd name="connsiteX26-35861" fmla="*/ 1342996 w 2107590"/>
              <a:gd name="connsiteY26-35862" fmla="*/ 1283270 h 2160513"/>
              <a:gd name="connsiteX27-35863" fmla="*/ 1042958 w 2107590"/>
              <a:gd name="connsiteY27-35864" fmla="*/ 983235 h 2160513"/>
              <a:gd name="connsiteX28-35865" fmla="*/ 1309658 w 2107590"/>
              <a:gd name="connsiteY28-35866" fmla="*/ 790352 h 2160513"/>
              <a:gd name="connsiteX29-35867" fmla="*/ 914371 w 2107590"/>
              <a:gd name="connsiteY29-35868" fmla="*/ 511746 h 2160513"/>
              <a:gd name="connsiteX30-35869" fmla="*/ 523846 w 2107590"/>
              <a:gd name="connsiteY30-35870" fmla="*/ 754633 h 2160513"/>
              <a:gd name="connsiteX31-35871" fmla="*/ 783402 w 2107590"/>
              <a:gd name="connsiteY31-35872" fmla="*/ 868932 h 2160513"/>
              <a:gd name="connsiteX32-35873" fmla="*/ 785783 w 2107590"/>
              <a:gd name="connsiteY32-35874" fmla="*/ 1002283 h 2160513"/>
              <a:gd name="connsiteX33-35875" fmla="*/ 373827 w 2107590"/>
              <a:gd name="connsiteY33-35876" fmla="*/ 852264 h 2160513"/>
              <a:gd name="connsiteX34-35877" fmla="*/ 759589 w 2107590"/>
              <a:gd name="connsiteY34-35878" fmla="*/ 409352 h 2160513"/>
              <a:gd name="connsiteX35-35879" fmla="*/ 1397764 w 2107590"/>
              <a:gd name="connsiteY35-35880" fmla="*/ 606996 h 2160513"/>
              <a:gd name="connsiteX36-35881" fmla="*/ 1409671 w 2107590"/>
              <a:gd name="connsiteY36-35882" fmla="*/ 868933 h 2160513"/>
              <a:gd name="connsiteX37-35883" fmla="*/ 1433483 w 2107590"/>
              <a:gd name="connsiteY37-35884" fmla="*/ 795115 h 2160513"/>
              <a:gd name="connsiteX38-35885" fmla="*/ 1643033 w 2107590"/>
              <a:gd name="connsiteY38-35886" fmla="*/ 611758 h 2160513"/>
              <a:gd name="connsiteX39-35887" fmla="*/ 1804958 w 2107590"/>
              <a:gd name="connsiteY39-35888" fmla="*/ 709389 h 2160513"/>
              <a:gd name="connsiteX40-35889" fmla="*/ 1633508 w 2107590"/>
              <a:gd name="connsiteY40-35890" fmla="*/ 926083 h 2160513"/>
              <a:gd name="connsiteX41-35891" fmla="*/ 1778764 w 2107590"/>
              <a:gd name="connsiteY41-35892" fmla="*/ 811783 h 2160513"/>
              <a:gd name="connsiteX42-35893" fmla="*/ 1819245 w 2107590"/>
              <a:gd name="connsiteY42-35894" fmla="*/ 959420 h 2160513"/>
              <a:gd name="connsiteX43-35895" fmla="*/ 1838296 w 2107590"/>
              <a:gd name="connsiteY43-35896" fmla="*/ 914177 h 2160513"/>
              <a:gd name="connsiteX44-35897" fmla="*/ 1838296 w 2107590"/>
              <a:gd name="connsiteY44-35898" fmla="*/ 1071339 h 2160513"/>
              <a:gd name="connsiteX45-35899" fmla="*/ 1934912 w 2107590"/>
              <a:gd name="connsiteY45-35900" fmla="*/ 1166139 h 2160513"/>
              <a:gd name="connsiteX46-35901" fmla="*/ 1978788 w 2107590"/>
              <a:gd name="connsiteY46-35902" fmla="*/ 1092770 h 2160513"/>
              <a:gd name="connsiteX47-35903" fmla="*/ 1904971 w 2107590"/>
              <a:gd name="connsiteY47-35904" fmla="*/ 1230883 h 2160513"/>
              <a:gd name="connsiteX48-35905" fmla="*/ 1795030 w 2107590"/>
              <a:gd name="connsiteY48-35906" fmla="*/ 1539289 h 2160513"/>
              <a:gd name="connsiteX49-35907" fmla="*/ 1235792 w 2107590"/>
              <a:gd name="connsiteY49-35908" fmla="*/ 1580715 h 2160513"/>
              <a:gd name="connsiteX50-35909" fmla="*/ 1344220 w 2107590"/>
              <a:gd name="connsiteY50-35910" fmla="*/ 1905742 h 2160513"/>
              <a:gd name="connsiteX0-35911" fmla="*/ 1575697 w 2107590"/>
              <a:gd name="connsiteY0-35912" fmla="*/ 2160513 h 2160513"/>
              <a:gd name="connsiteX1-35913" fmla="*/ 956854 w 2107590"/>
              <a:gd name="connsiteY1-35914" fmla="*/ 1258279 h 2160513"/>
              <a:gd name="connsiteX2-35915" fmla="*/ 863892 w 2107590"/>
              <a:gd name="connsiteY2-35916" fmla="*/ 1345253 h 2160513"/>
              <a:gd name="connsiteX3-35917" fmla="*/ 1026241 w 2107590"/>
              <a:gd name="connsiteY3-35918" fmla="*/ 1144473 h 2160513"/>
              <a:gd name="connsiteX4-35919" fmla="*/ 908876 w 2107590"/>
              <a:gd name="connsiteY4-35920" fmla="*/ 743032 h 2160513"/>
              <a:gd name="connsiteX5-35921" fmla="*/ 1054863 w 2107590"/>
              <a:gd name="connsiteY5-35922" fmla="*/ 807021 h 2160513"/>
              <a:gd name="connsiteX6-35923" fmla="*/ 766732 w 2107590"/>
              <a:gd name="connsiteY6-35924" fmla="*/ 928463 h 2160513"/>
              <a:gd name="connsiteX7-35925" fmla="*/ 228569 w 2107590"/>
              <a:gd name="connsiteY7-35926" fmla="*/ 1030857 h 2160513"/>
              <a:gd name="connsiteX8-35927" fmla="*/ 102364 w 2107590"/>
              <a:gd name="connsiteY8-35928" fmla="*/ 578421 h 2160513"/>
              <a:gd name="connsiteX9-35929" fmla="*/ 334972 w 2107590"/>
              <a:gd name="connsiteY9-35930" fmla="*/ 266829 h 2160513"/>
              <a:gd name="connsiteX10-35931" fmla="*/ 754827 w 2107590"/>
              <a:gd name="connsiteY10-35932" fmla="*/ 47401 h 2160513"/>
              <a:gd name="connsiteX11-35933" fmla="*/ 759590 w 2107590"/>
              <a:gd name="connsiteY11-35934" fmla="*/ 95027 h 2160513"/>
              <a:gd name="connsiteX12-35935" fmla="*/ 771497 w 2107590"/>
              <a:gd name="connsiteY12-35936" fmla="*/ 35497 h 2160513"/>
              <a:gd name="connsiteX13-35937" fmla="*/ 1341273 w 2107590"/>
              <a:gd name="connsiteY13-35938" fmla="*/ 79182 h 2160513"/>
              <a:gd name="connsiteX14-35939" fmla="*/ 1369190 w 2107590"/>
              <a:gd name="connsiteY14-35940" fmla="*/ 92646 h 2160513"/>
              <a:gd name="connsiteX15-35941" fmla="*/ 1772045 w 2107590"/>
              <a:gd name="connsiteY15-35942" fmla="*/ 359840 h 2160513"/>
              <a:gd name="connsiteX16-35943" fmla="*/ 1752572 w 2107590"/>
              <a:gd name="connsiteY16-35944" fmla="*/ 342677 h 2160513"/>
              <a:gd name="connsiteX17-35945" fmla="*/ 2013140 w 2107590"/>
              <a:gd name="connsiteY17-35946" fmla="*/ 736265 h 2160513"/>
              <a:gd name="connsiteX18-35947" fmla="*/ 2004983 w 2107590"/>
              <a:gd name="connsiteY18-35948" fmla="*/ 716533 h 2160513"/>
              <a:gd name="connsiteX19-35949" fmla="*/ 2095472 w 2107590"/>
              <a:gd name="connsiteY19-35950" fmla="*/ 1073721 h 2160513"/>
              <a:gd name="connsiteX20-35951" fmla="*/ 1826390 w 2107590"/>
              <a:gd name="connsiteY20-35952" fmla="*/ 1311846 h 2160513"/>
              <a:gd name="connsiteX21-35953" fmla="*/ 1821627 w 2107590"/>
              <a:gd name="connsiteY21-35954" fmla="*/ 1264221 h 2160513"/>
              <a:gd name="connsiteX22-35955" fmla="*/ 1488252 w 2107590"/>
              <a:gd name="connsiteY22-35956" fmla="*/ 1595214 h 2160513"/>
              <a:gd name="connsiteX23-35957" fmla="*/ 1388239 w 2107590"/>
              <a:gd name="connsiteY23-35958" fmla="*/ 1492821 h 2160513"/>
              <a:gd name="connsiteX24-35959" fmla="*/ 1714472 w 2107590"/>
              <a:gd name="connsiteY24-35960" fmla="*/ 1154684 h 2160513"/>
              <a:gd name="connsiteX25-35961" fmla="*/ 1390621 w 2107590"/>
              <a:gd name="connsiteY25-35962" fmla="*/ 1145157 h 2160513"/>
              <a:gd name="connsiteX26-35963" fmla="*/ 1342996 w 2107590"/>
              <a:gd name="connsiteY26-35964" fmla="*/ 1283270 h 2160513"/>
              <a:gd name="connsiteX27-35965" fmla="*/ 1042958 w 2107590"/>
              <a:gd name="connsiteY27-35966" fmla="*/ 983235 h 2160513"/>
              <a:gd name="connsiteX28-35967" fmla="*/ 1309658 w 2107590"/>
              <a:gd name="connsiteY28-35968" fmla="*/ 790352 h 2160513"/>
              <a:gd name="connsiteX29-35969" fmla="*/ 914371 w 2107590"/>
              <a:gd name="connsiteY29-35970" fmla="*/ 511746 h 2160513"/>
              <a:gd name="connsiteX30-35971" fmla="*/ 523846 w 2107590"/>
              <a:gd name="connsiteY30-35972" fmla="*/ 754633 h 2160513"/>
              <a:gd name="connsiteX31-35973" fmla="*/ 783402 w 2107590"/>
              <a:gd name="connsiteY31-35974" fmla="*/ 868932 h 2160513"/>
              <a:gd name="connsiteX32-35975" fmla="*/ 785783 w 2107590"/>
              <a:gd name="connsiteY32-35976" fmla="*/ 1002283 h 2160513"/>
              <a:gd name="connsiteX33-35977" fmla="*/ 373827 w 2107590"/>
              <a:gd name="connsiteY33-35978" fmla="*/ 852264 h 2160513"/>
              <a:gd name="connsiteX34-35979" fmla="*/ 759589 w 2107590"/>
              <a:gd name="connsiteY34-35980" fmla="*/ 409352 h 2160513"/>
              <a:gd name="connsiteX35-35981" fmla="*/ 1397764 w 2107590"/>
              <a:gd name="connsiteY35-35982" fmla="*/ 606996 h 2160513"/>
              <a:gd name="connsiteX36-35983" fmla="*/ 1409671 w 2107590"/>
              <a:gd name="connsiteY36-35984" fmla="*/ 868933 h 2160513"/>
              <a:gd name="connsiteX37-35985" fmla="*/ 1433483 w 2107590"/>
              <a:gd name="connsiteY37-35986" fmla="*/ 795115 h 2160513"/>
              <a:gd name="connsiteX38-35987" fmla="*/ 1643033 w 2107590"/>
              <a:gd name="connsiteY38-35988" fmla="*/ 611758 h 2160513"/>
              <a:gd name="connsiteX39-35989" fmla="*/ 1804958 w 2107590"/>
              <a:gd name="connsiteY39-35990" fmla="*/ 709389 h 2160513"/>
              <a:gd name="connsiteX40-35991" fmla="*/ 1633508 w 2107590"/>
              <a:gd name="connsiteY40-35992" fmla="*/ 926083 h 2160513"/>
              <a:gd name="connsiteX41-35993" fmla="*/ 1778764 w 2107590"/>
              <a:gd name="connsiteY41-35994" fmla="*/ 811783 h 2160513"/>
              <a:gd name="connsiteX42-35995" fmla="*/ 1819245 w 2107590"/>
              <a:gd name="connsiteY42-35996" fmla="*/ 959420 h 2160513"/>
              <a:gd name="connsiteX43-35997" fmla="*/ 1838296 w 2107590"/>
              <a:gd name="connsiteY43-35998" fmla="*/ 914177 h 2160513"/>
              <a:gd name="connsiteX44-35999" fmla="*/ 1838296 w 2107590"/>
              <a:gd name="connsiteY44-36000" fmla="*/ 1071339 h 2160513"/>
              <a:gd name="connsiteX45-36001" fmla="*/ 1934912 w 2107590"/>
              <a:gd name="connsiteY45-36002" fmla="*/ 1166139 h 2160513"/>
              <a:gd name="connsiteX46-36003" fmla="*/ 1978788 w 2107590"/>
              <a:gd name="connsiteY46-36004" fmla="*/ 1092770 h 2160513"/>
              <a:gd name="connsiteX47-36005" fmla="*/ 1904971 w 2107590"/>
              <a:gd name="connsiteY47-36006" fmla="*/ 1230883 h 2160513"/>
              <a:gd name="connsiteX48-36007" fmla="*/ 1795030 w 2107590"/>
              <a:gd name="connsiteY48-36008" fmla="*/ 1539289 h 2160513"/>
              <a:gd name="connsiteX49-36009" fmla="*/ 1235792 w 2107590"/>
              <a:gd name="connsiteY49-36010" fmla="*/ 1580715 h 2160513"/>
              <a:gd name="connsiteX50-36011" fmla="*/ 1344220 w 2107590"/>
              <a:gd name="connsiteY50-36012" fmla="*/ 1905742 h 2160513"/>
              <a:gd name="connsiteX0-36013" fmla="*/ 1575697 w 2107590"/>
              <a:gd name="connsiteY0-36014" fmla="*/ 2160513 h 2160513"/>
              <a:gd name="connsiteX1-36015" fmla="*/ 956854 w 2107590"/>
              <a:gd name="connsiteY1-36016" fmla="*/ 1258279 h 2160513"/>
              <a:gd name="connsiteX2-36017" fmla="*/ 863892 w 2107590"/>
              <a:gd name="connsiteY2-36018" fmla="*/ 1345253 h 2160513"/>
              <a:gd name="connsiteX3-36019" fmla="*/ 1026241 w 2107590"/>
              <a:gd name="connsiteY3-36020" fmla="*/ 1144473 h 2160513"/>
              <a:gd name="connsiteX4-36021" fmla="*/ 908876 w 2107590"/>
              <a:gd name="connsiteY4-36022" fmla="*/ 743032 h 2160513"/>
              <a:gd name="connsiteX5-36023" fmla="*/ 1054863 w 2107590"/>
              <a:gd name="connsiteY5-36024" fmla="*/ 807021 h 2160513"/>
              <a:gd name="connsiteX6-36025" fmla="*/ 766732 w 2107590"/>
              <a:gd name="connsiteY6-36026" fmla="*/ 928463 h 2160513"/>
              <a:gd name="connsiteX7-36027" fmla="*/ 228569 w 2107590"/>
              <a:gd name="connsiteY7-36028" fmla="*/ 1030857 h 2160513"/>
              <a:gd name="connsiteX8-36029" fmla="*/ 102364 w 2107590"/>
              <a:gd name="connsiteY8-36030" fmla="*/ 578421 h 2160513"/>
              <a:gd name="connsiteX9-36031" fmla="*/ 334972 w 2107590"/>
              <a:gd name="connsiteY9-36032" fmla="*/ 266829 h 2160513"/>
              <a:gd name="connsiteX10-36033" fmla="*/ 754827 w 2107590"/>
              <a:gd name="connsiteY10-36034" fmla="*/ 47401 h 2160513"/>
              <a:gd name="connsiteX11-36035" fmla="*/ 759590 w 2107590"/>
              <a:gd name="connsiteY11-36036" fmla="*/ 95027 h 2160513"/>
              <a:gd name="connsiteX12-36037" fmla="*/ 771497 w 2107590"/>
              <a:gd name="connsiteY12-36038" fmla="*/ 35497 h 2160513"/>
              <a:gd name="connsiteX13-36039" fmla="*/ 1341273 w 2107590"/>
              <a:gd name="connsiteY13-36040" fmla="*/ 79182 h 2160513"/>
              <a:gd name="connsiteX14-36041" fmla="*/ 1369190 w 2107590"/>
              <a:gd name="connsiteY14-36042" fmla="*/ 92646 h 2160513"/>
              <a:gd name="connsiteX15-36043" fmla="*/ 1772045 w 2107590"/>
              <a:gd name="connsiteY15-36044" fmla="*/ 359840 h 2160513"/>
              <a:gd name="connsiteX16-36045" fmla="*/ 1752572 w 2107590"/>
              <a:gd name="connsiteY16-36046" fmla="*/ 342677 h 2160513"/>
              <a:gd name="connsiteX17-36047" fmla="*/ 2013140 w 2107590"/>
              <a:gd name="connsiteY17-36048" fmla="*/ 736265 h 2160513"/>
              <a:gd name="connsiteX18-36049" fmla="*/ 2004983 w 2107590"/>
              <a:gd name="connsiteY18-36050" fmla="*/ 716533 h 2160513"/>
              <a:gd name="connsiteX19-36051" fmla="*/ 2095472 w 2107590"/>
              <a:gd name="connsiteY19-36052" fmla="*/ 1073721 h 2160513"/>
              <a:gd name="connsiteX20-36053" fmla="*/ 1826390 w 2107590"/>
              <a:gd name="connsiteY20-36054" fmla="*/ 1311846 h 2160513"/>
              <a:gd name="connsiteX21-36055" fmla="*/ 1821627 w 2107590"/>
              <a:gd name="connsiteY21-36056" fmla="*/ 1264221 h 2160513"/>
              <a:gd name="connsiteX22-36057" fmla="*/ 1488252 w 2107590"/>
              <a:gd name="connsiteY22-36058" fmla="*/ 1595214 h 2160513"/>
              <a:gd name="connsiteX23-36059" fmla="*/ 1388239 w 2107590"/>
              <a:gd name="connsiteY23-36060" fmla="*/ 1492821 h 2160513"/>
              <a:gd name="connsiteX24-36061" fmla="*/ 1714472 w 2107590"/>
              <a:gd name="connsiteY24-36062" fmla="*/ 1154684 h 2160513"/>
              <a:gd name="connsiteX25-36063" fmla="*/ 1390621 w 2107590"/>
              <a:gd name="connsiteY25-36064" fmla="*/ 1145157 h 2160513"/>
              <a:gd name="connsiteX26-36065" fmla="*/ 1342996 w 2107590"/>
              <a:gd name="connsiteY26-36066" fmla="*/ 1283270 h 2160513"/>
              <a:gd name="connsiteX27-36067" fmla="*/ 1042958 w 2107590"/>
              <a:gd name="connsiteY27-36068" fmla="*/ 983235 h 2160513"/>
              <a:gd name="connsiteX28-36069" fmla="*/ 1309658 w 2107590"/>
              <a:gd name="connsiteY28-36070" fmla="*/ 790352 h 2160513"/>
              <a:gd name="connsiteX29-36071" fmla="*/ 914371 w 2107590"/>
              <a:gd name="connsiteY29-36072" fmla="*/ 511746 h 2160513"/>
              <a:gd name="connsiteX30-36073" fmla="*/ 523846 w 2107590"/>
              <a:gd name="connsiteY30-36074" fmla="*/ 754633 h 2160513"/>
              <a:gd name="connsiteX31-36075" fmla="*/ 783402 w 2107590"/>
              <a:gd name="connsiteY31-36076" fmla="*/ 868932 h 2160513"/>
              <a:gd name="connsiteX32-36077" fmla="*/ 785783 w 2107590"/>
              <a:gd name="connsiteY32-36078" fmla="*/ 1002283 h 2160513"/>
              <a:gd name="connsiteX33-36079" fmla="*/ 373827 w 2107590"/>
              <a:gd name="connsiteY33-36080" fmla="*/ 852264 h 2160513"/>
              <a:gd name="connsiteX34-36081" fmla="*/ 759589 w 2107590"/>
              <a:gd name="connsiteY34-36082" fmla="*/ 409352 h 2160513"/>
              <a:gd name="connsiteX35-36083" fmla="*/ 1397764 w 2107590"/>
              <a:gd name="connsiteY35-36084" fmla="*/ 606996 h 2160513"/>
              <a:gd name="connsiteX36-36085" fmla="*/ 1409671 w 2107590"/>
              <a:gd name="connsiteY36-36086" fmla="*/ 868933 h 2160513"/>
              <a:gd name="connsiteX37-36087" fmla="*/ 1433483 w 2107590"/>
              <a:gd name="connsiteY37-36088" fmla="*/ 795115 h 2160513"/>
              <a:gd name="connsiteX38-36089" fmla="*/ 1643033 w 2107590"/>
              <a:gd name="connsiteY38-36090" fmla="*/ 611758 h 2160513"/>
              <a:gd name="connsiteX39-36091" fmla="*/ 1804958 w 2107590"/>
              <a:gd name="connsiteY39-36092" fmla="*/ 709389 h 2160513"/>
              <a:gd name="connsiteX40-36093" fmla="*/ 1633508 w 2107590"/>
              <a:gd name="connsiteY40-36094" fmla="*/ 926083 h 2160513"/>
              <a:gd name="connsiteX41-36095" fmla="*/ 1778764 w 2107590"/>
              <a:gd name="connsiteY41-36096" fmla="*/ 811783 h 2160513"/>
              <a:gd name="connsiteX42-36097" fmla="*/ 1819245 w 2107590"/>
              <a:gd name="connsiteY42-36098" fmla="*/ 959420 h 2160513"/>
              <a:gd name="connsiteX43-36099" fmla="*/ 1838296 w 2107590"/>
              <a:gd name="connsiteY43-36100" fmla="*/ 914177 h 2160513"/>
              <a:gd name="connsiteX44-36101" fmla="*/ 1838296 w 2107590"/>
              <a:gd name="connsiteY44-36102" fmla="*/ 1071339 h 2160513"/>
              <a:gd name="connsiteX45-36103" fmla="*/ 1934912 w 2107590"/>
              <a:gd name="connsiteY45-36104" fmla="*/ 1166139 h 2160513"/>
              <a:gd name="connsiteX46-36105" fmla="*/ 1978788 w 2107590"/>
              <a:gd name="connsiteY46-36106" fmla="*/ 1092770 h 2160513"/>
              <a:gd name="connsiteX47-36107" fmla="*/ 1904971 w 2107590"/>
              <a:gd name="connsiteY47-36108" fmla="*/ 1230883 h 2160513"/>
              <a:gd name="connsiteX48-36109" fmla="*/ 1795030 w 2107590"/>
              <a:gd name="connsiteY48-36110" fmla="*/ 1539289 h 2160513"/>
              <a:gd name="connsiteX49-36111" fmla="*/ 1235792 w 2107590"/>
              <a:gd name="connsiteY49-36112" fmla="*/ 1580715 h 2160513"/>
              <a:gd name="connsiteX50-36113" fmla="*/ 1344220 w 2107590"/>
              <a:gd name="connsiteY50-36114" fmla="*/ 1905742 h 21605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045" y="connsiteY14-2046"/>
              </a:cxn>
              <a:cxn ang="0">
                <a:pos x="connsiteX15-2257" y="connsiteY15-2258"/>
              </a:cxn>
              <a:cxn ang="0">
                <a:pos x="connsiteX16-2515" y="connsiteY16-2516"/>
              </a:cxn>
              <a:cxn ang="0">
                <a:pos x="connsiteX17-2755" y="connsiteY17-2756"/>
              </a:cxn>
              <a:cxn ang="0">
                <a:pos x="connsiteX18-2901" y="connsiteY18-2902"/>
              </a:cxn>
              <a:cxn ang="0">
                <a:pos x="connsiteX19-2941" y="connsiteY19-2942"/>
              </a:cxn>
              <a:cxn ang="0">
                <a:pos x="connsiteX20-3903" y="connsiteY20-3904"/>
              </a:cxn>
              <a:cxn ang="0">
                <a:pos x="connsiteX21-4283" y="connsiteY21-4284"/>
              </a:cxn>
              <a:cxn ang="0">
                <a:pos x="connsiteX22-4989" y="connsiteY22-4990"/>
              </a:cxn>
              <a:cxn ang="0">
                <a:pos x="connsiteX23-5681" y="connsiteY23-5682"/>
              </a:cxn>
              <a:cxn ang="0">
                <a:pos x="connsiteX24-6163" y="connsiteY24-6164"/>
              </a:cxn>
              <a:cxn ang="0">
                <a:pos x="connsiteX25-6215" y="connsiteY25-6216"/>
              </a:cxn>
              <a:cxn ang="0">
                <a:pos x="connsiteX26-6737" y="connsiteY26-6738"/>
              </a:cxn>
              <a:cxn ang="0">
                <a:pos x="connsiteX27-7387" y="connsiteY27-7388"/>
              </a:cxn>
              <a:cxn ang="0">
                <a:pos x="connsiteX28-8341" y="connsiteY28-8342"/>
              </a:cxn>
              <a:cxn ang="0">
                <a:pos x="connsiteX29-8575" y="connsiteY29-8576"/>
              </a:cxn>
              <a:cxn ang="0">
                <a:pos x="connsiteX30-9477" y="connsiteY30-9478"/>
              </a:cxn>
              <a:cxn ang="0">
                <a:pos x="connsiteX31-9851" y="connsiteY31-9852"/>
              </a:cxn>
              <a:cxn ang="0">
                <a:pos x="connsiteX32-10109" y="connsiteY32-10110"/>
              </a:cxn>
              <a:cxn ang="0">
                <a:pos x="connsiteX33-10243" y="connsiteY33-10244"/>
              </a:cxn>
              <a:cxn ang="0">
                <a:pos x="connsiteX34-10381" y="connsiteY34-10382"/>
              </a:cxn>
              <a:cxn ang="0">
                <a:pos x="connsiteX35-10523" y="connsiteY35-10524"/>
              </a:cxn>
              <a:cxn ang="0">
                <a:pos x="connsiteX36-10741" y="connsiteY36-10742"/>
              </a:cxn>
              <a:cxn ang="0">
                <a:pos x="connsiteX37-10891" y="connsiteY37-10892"/>
              </a:cxn>
              <a:cxn ang="0">
                <a:pos x="connsiteX38-11121" y="connsiteY38-11122"/>
              </a:cxn>
              <a:cxn ang="0">
                <a:pos x="connsiteX39-11357" y="connsiteY39-11358"/>
              </a:cxn>
              <a:cxn ang="0">
                <a:pos x="connsiteX40-11519" y="connsiteY40-11520"/>
              </a:cxn>
              <a:cxn ang="0">
                <a:pos x="connsiteX41-11685" y="connsiteY41-11686"/>
              </a:cxn>
              <a:cxn ang="0">
                <a:pos x="connsiteX42-15299" y="connsiteY42-15300"/>
              </a:cxn>
              <a:cxn ang="0">
                <a:pos x="connsiteX43-17795" y="connsiteY43-17796"/>
              </a:cxn>
              <a:cxn ang="0">
                <a:pos x="connsiteX44-20349" y="connsiteY44-20350"/>
              </a:cxn>
              <a:cxn ang="0">
                <a:pos x="connsiteX45-24491" y="connsiteY45-24492"/>
              </a:cxn>
              <a:cxn ang="0">
                <a:pos x="connsiteX46-24585" y="connsiteY46-24586"/>
              </a:cxn>
              <a:cxn ang="0">
                <a:pos x="connsiteX47-24775" y="connsiteY47-24776"/>
              </a:cxn>
              <a:cxn ang="0">
                <a:pos x="connsiteX48-24873" y="connsiteY48-24874"/>
              </a:cxn>
              <a:cxn ang="0">
                <a:pos x="connsiteX49-25561" y="connsiteY49-25562"/>
              </a:cxn>
              <a:cxn ang="0">
                <a:pos x="connsiteX50-29563" y="connsiteY50-29564"/>
              </a:cxn>
            </a:cxnLst>
            <a:rect l="l" t="t" r="r" b="b"/>
            <a:pathLst>
              <a:path w="2107590" h="2160513">
                <a:moveTo>
                  <a:pt x="1575697" y="2160513"/>
                </a:moveTo>
                <a:cubicBezTo>
                  <a:pt x="1005117" y="1939457"/>
                  <a:pt x="1085013" y="1444163"/>
                  <a:pt x="956854" y="1258279"/>
                </a:cubicBezTo>
                <a:cubicBezTo>
                  <a:pt x="828695" y="1072395"/>
                  <a:pt x="602297" y="1235634"/>
                  <a:pt x="863892" y="1345253"/>
                </a:cubicBezTo>
                <a:cubicBezTo>
                  <a:pt x="1125487" y="1454872"/>
                  <a:pt x="1159238" y="1282943"/>
                  <a:pt x="1026241" y="1144473"/>
                </a:cubicBezTo>
                <a:cubicBezTo>
                  <a:pt x="893244" y="1006003"/>
                  <a:pt x="820762" y="823086"/>
                  <a:pt x="908876" y="743032"/>
                </a:cubicBezTo>
                <a:cubicBezTo>
                  <a:pt x="996990" y="662978"/>
                  <a:pt x="1086491" y="771750"/>
                  <a:pt x="1054863" y="807021"/>
                </a:cubicBezTo>
                <a:cubicBezTo>
                  <a:pt x="1013710" y="851817"/>
                  <a:pt x="842535" y="831626"/>
                  <a:pt x="766732" y="928463"/>
                </a:cubicBezTo>
                <a:cubicBezTo>
                  <a:pt x="690929" y="1025300"/>
                  <a:pt x="453597" y="1136822"/>
                  <a:pt x="228569" y="1030857"/>
                </a:cubicBezTo>
                <a:cubicBezTo>
                  <a:pt x="3541" y="924892"/>
                  <a:pt x="-86423" y="696235"/>
                  <a:pt x="102364" y="578421"/>
                </a:cubicBezTo>
                <a:cubicBezTo>
                  <a:pt x="98270" y="479658"/>
                  <a:pt x="127297" y="346464"/>
                  <a:pt x="334972" y="266829"/>
                </a:cubicBezTo>
                <a:cubicBezTo>
                  <a:pt x="422681" y="126733"/>
                  <a:pt x="626907" y="16504"/>
                  <a:pt x="754827" y="47401"/>
                </a:cubicBezTo>
                <a:cubicBezTo>
                  <a:pt x="882747" y="78298"/>
                  <a:pt x="756812" y="97011"/>
                  <a:pt x="759590" y="95027"/>
                </a:cubicBezTo>
                <a:cubicBezTo>
                  <a:pt x="762368" y="93043"/>
                  <a:pt x="674550" y="61950"/>
                  <a:pt x="771497" y="35497"/>
                </a:cubicBezTo>
                <a:cubicBezTo>
                  <a:pt x="868444" y="9044"/>
                  <a:pt x="1191650" y="-47025"/>
                  <a:pt x="1341273" y="79182"/>
                </a:cubicBezTo>
                <a:cubicBezTo>
                  <a:pt x="1490896" y="205389"/>
                  <a:pt x="1214052" y="112545"/>
                  <a:pt x="1369190" y="92646"/>
                </a:cubicBezTo>
                <a:cubicBezTo>
                  <a:pt x="1524328" y="72747"/>
                  <a:pt x="1741485" y="208631"/>
                  <a:pt x="1772045" y="359840"/>
                </a:cubicBezTo>
                <a:cubicBezTo>
                  <a:pt x="1802605" y="511049"/>
                  <a:pt x="1624284" y="348996"/>
                  <a:pt x="1752572" y="342677"/>
                </a:cubicBezTo>
                <a:cubicBezTo>
                  <a:pt x="1880860" y="336358"/>
                  <a:pt x="2080609" y="626330"/>
                  <a:pt x="2013140" y="736265"/>
                </a:cubicBezTo>
                <a:cubicBezTo>
                  <a:pt x="1945671" y="846200"/>
                  <a:pt x="1907917" y="662671"/>
                  <a:pt x="2004983" y="716533"/>
                </a:cubicBezTo>
                <a:cubicBezTo>
                  <a:pt x="2102049" y="770395"/>
                  <a:pt x="2125237" y="974502"/>
                  <a:pt x="2095472" y="1073721"/>
                </a:cubicBezTo>
                <a:cubicBezTo>
                  <a:pt x="2065707" y="1172940"/>
                  <a:pt x="1943468" y="1311052"/>
                  <a:pt x="1826390" y="1311846"/>
                </a:cubicBezTo>
                <a:cubicBezTo>
                  <a:pt x="1709312" y="1312640"/>
                  <a:pt x="1792257" y="1200324"/>
                  <a:pt x="1821627" y="1264221"/>
                </a:cubicBezTo>
                <a:cubicBezTo>
                  <a:pt x="1850997" y="1328118"/>
                  <a:pt x="1717645" y="1597595"/>
                  <a:pt x="1488252" y="1595214"/>
                </a:cubicBezTo>
                <a:cubicBezTo>
                  <a:pt x="1258859" y="1592833"/>
                  <a:pt x="1260048" y="1478137"/>
                  <a:pt x="1388239" y="1492821"/>
                </a:cubicBezTo>
                <a:cubicBezTo>
                  <a:pt x="1516430" y="1507505"/>
                  <a:pt x="1773606" y="1334072"/>
                  <a:pt x="1714472" y="1154684"/>
                </a:cubicBezTo>
                <a:cubicBezTo>
                  <a:pt x="1655338" y="975296"/>
                  <a:pt x="1438247" y="1085626"/>
                  <a:pt x="1390621" y="1145157"/>
                </a:cubicBezTo>
                <a:cubicBezTo>
                  <a:pt x="1342995" y="1204688"/>
                  <a:pt x="1491427" y="1286444"/>
                  <a:pt x="1342996" y="1283270"/>
                </a:cubicBezTo>
                <a:cubicBezTo>
                  <a:pt x="1194565" y="1280096"/>
                  <a:pt x="1029464" y="1093963"/>
                  <a:pt x="1042958" y="983235"/>
                </a:cubicBezTo>
                <a:cubicBezTo>
                  <a:pt x="1056452" y="872507"/>
                  <a:pt x="1292989" y="899890"/>
                  <a:pt x="1309658" y="790352"/>
                </a:cubicBezTo>
                <a:cubicBezTo>
                  <a:pt x="1326327" y="680814"/>
                  <a:pt x="1171547" y="510555"/>
                  <a:pt x="914371" y="511746"/>
                </a:cubicBezTo>
                <a:cubicBezTo>
                  <a:pt x="657195" y="512937"/>
                  <a:pt x="467093" y="621284"/>
                  <a:pt x="523846" y="754633"/>
                </a:cubicBezTo>
                <a:cubicBezTo>
                  <a:pt x="580599" y="887982"/>
                  <a:pt x="711171" y="865757"/>
                  <a:pt x="783402" y="868932"/>
                </a:cubicBezTo>
                <a:cubicBezTo>
                  <a:pt x="855633" y="872107"/>
                  <a:pt x="861189" y="957436"/>
                  <a:pt x="785783" y="1002283"/>
                </a:cubicBezTo>
                <a:cubicBezTo>
                  <a:pt x="710377" y="1047130"/>
                  <a:pt x="444868" y="986804"/>
                  <a:pt x="373827" y="852264"/>
                </a:cubicBezTo>
                <a:cubicBezTo>
                  <a:pt x="302786" y="717724"/>
                  <a:pt x="407956" y="447847"/>
                  <a:pt x="759589" y="409352"/>
                </a:cubicBezTo>
                <a:cubicBezTo>
                  <a:pt x="1111222" y="370857"/>
                  <a:pt x="1325136" y="497062"/>
                  <a:pt x="1397764" y="606996"/>
                </a:cubicBezTo>
                <a:cubicBezTo>
                  <a:pt x="1470392" y="716930"/>
                  <a:pt x="1465630" y="863774"/>
                  <a:pt x="1409671" y="868933"/>
                </a:cubicBezTo>
                <a:cubicBezTo>
                  <a:pt x="1353712" y="874092"/>
                  <a:pt x="1363633" y="792734"/>
                  <a:pt x="1433483" y="795115"/>
                </a:cubicBezTo>
                <a:cubicBezTo>
                  <a:pt x="1503333" y="797496"/>
                  <a:pt x="1535877" y="799878"/>
                  <a:pt x="1643033" y="611758"/>
                </a:cubicBezTo>
                <a:cubicBezTo>
                  <a:pt x="1750189" y="423638"/>
                  <a:pt x="1897033" y="566515"/>
                  <a:pt x="1804958" y="709389"/>
                </a:cubicBezTo>
                <a:cubicBezTo>
                  <a:pt x="1712883" y="852263"/>
                  <a:pt x="1664067" y="942355"/>
                  <a:pt x="1633508" y="926083"/>
                </a:cubicBezTo>
                <a:cubicBezTo>
                  <a:pt x="1602949" y="909811"/>
                  <a:pt x="1726377" y="810990"/>
                  <a:pt x="1778764" y="811783"/>
                </a:cubicBezTo>
                <a:cubicBezTo>
                  <a:pt x="1831151" y="812576"/>
                  <a:pt x="1883936" y="864170"/>
                  <a:pt x="1819245" y="959420"/>
                </a:cubicBezTo>
                <a:cubicBezTo>
                  <a:pt x="1754554" y="1054670"/>
                  <a:pt x="1737886" y="891951"/>
                  <a:pt x="1838296" y="914177"/>
                </a:cubicBezTo>
                <a:cubicBezTo>
                  <a:pt x="1938706" y="936403"/>
                  <a:pt x="1881724" y="1000770"/>
                  <a:pt x="1838296" y="1071339"/>
                </a:cubicBezTo>
                <a:cubicBezTo>
                  <a:pt x="1794868" y="1141908"/>
                  <a:pt x="1854347" y="1183998"/>
                  <a:pt x="1934912" y="1166139"/>
                </a:cubicBezTo>
                <a:cubicBezTo>
                  <a:pt x="2015477" y="1148280"/>
                  <a:pt x="2052834" y="1091504"/>
                  <a:pt x="1978788" y="1092770"/>
                </a:cubicBezTo>
                <a:cubicBezTo>
                  <a:pt x="1904742" y="1094036"/>
                  <a:pt x="1902259" y="1149320"/>
                  <a:pt x="1904971" y="1230883"/>
                </a:cubicBezTo>
                <a:cubicBezTo>
                  <a:pt x="1907683" y="1312446"/>
                  <a:pt x="1906560" y="1442884"/>
                  <a:pt x="1795030" y="1539289"/>
                </a:cubicBezTo>
                <a:cubicBezTo>
                  <a:pt x="1683500" y="1635694"/>
                  <a:pt x="1344264" y="1738715"/>
                  <a:pt x="1235792" y="1580715"/>
                </a:cubicBezTo>
                <a:cubicBezTo>
                  <a:pt x="1127320" y="1422715"/>
                  <a:pt x="1087140" y="1792219"/>
                  <a:pt x="1344220" y="1905742"/>
                </a:cubicBez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How Beginners Divide the Work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4825" y="1486535"/>
            <a:ext cx="8410575" cy="4941888"/>
          </a:xfrm>
        </p:spPr>
        <p:txBody>
          <a:bodyPr vert="horz" wrap="square" lIns="91440" tIns="45720" rIns="91440" bIns="45720" numCol="1" anchor="t" anchorCtr="0" compatLnSpc="1"/>
          <a:p>
            <a:pPr>
              <a:spcBef>
                <a:spcPct val="0"/>
              </a:spcBef>
              <a:buClr>
                <a:srgbClr val="A50021"/>
              </a:buClr>
            </a:pPr>
            <a:r>
              <a:rPr lang="en-US" altLang="en-US" sz="2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Contrive a solution and divide the work by </a:t>
            </a:r>
            <a:r>
              <a:rPr lang="en-US" altLang="en-US" sz="2600" dirty="0">
                <a:solidFill>
                  <a:srgbClr val="68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parts of the solution</a:t>
            </a:r>
            <a:r>
              <a:rPr lang="en-US" altLang="en-US" sz="2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(based on team knowledge)</a:t>
            </a:r>
            <a:endParaRPr lang="en-US" altLang="en-US" sz="2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70000"/>
              </a:lnSpc>
              <a:spcBef>
                <a:spcPts val="1200"/>
              </a:spcBef>
              <a:buClr>
                <a:srgbClr val="A50021"/>
              </a:buClr>
            </a:pPr>
            <a:r>
              <a:rPr lang="en-US" altLang="en-US" sz="2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Each sub-group of ≥1 is assigned a different part</a:t>
            </a:r>
            <a:endParaRPr lang="en-US" altLang="en-US" sz="2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lnSpc>
                <a:spcPct val="70000"/>
              </a:lnSpc>
              <a:buChar char="–"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One sub-group is assigned to “write documentation”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70000"/>
              </a:lnSpc>
              <a:buChar char="–"/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70000"/>
              </a:lnSpc>
              <a:buChar char="–"/>
            </a:pP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70000"/>
              </a:lnSpc>
              <a:buClr>
                <a:srgbClr val="A50021"/>
              </a:buClr>
            </a:pPr>
            <a:endParaRPr lang="en-US" altLang="en-US" sz="2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70000"/>
              </a:lnSpc>
              <a:buClr>
                <a:srgbClr val="A50021"/>
              </a:buClr>
            </a:pPr>
            <a:endParaRPr lang="en-US" altLang="en-US" sz="2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70000"/>
              </a:lnSpc>
              <a:buClr>
                <a:srgbClr val="A50021"/>
              </a:buClr>
            </a:pPr>
            <a:endParaRPr lang="en-US" altLang="en-US" sz="2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1800"/>
              </a:spcBef>
              <a:buClr>
                <a:srgbClr val="A50021"/>
              </a:buClr>
            </a:pPr>
            <a:r>
              <a:rPr lang="en-US" altLang="en-US" sz="2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“Chain” organization</a:t>
            </a:r>
            <a:r>
              <a:rPr lang="en-US" altLang="en-US" sz="2600" dirty="0"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—</a:t>
            </a:r>
            <a:r>
              <a:rPr lang="en-US" altLang="en-US" sz="2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every link is critical</a:t>
            </a:r>
            <a:br>
              <a:rPr lang="en-US" altLang="en-US" sz="2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sz="26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any link fails, the whole project fails</a:t>
            </a:r>
            <a:endParaRPr lang="en-US" altLang="en-US" sz="26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lnSpc>
                <a:spcPct val="70000"/>
              </a:lnSpc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Separation of concerns is impossible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6148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grpSp>
        <p:nvGrpSpPr>
          <p:cNvPr id="6149" name="Group 1"/>
          <p:cNvGrpSpPr/>
          <p:nvPr/>
        </p:nvGrpSpPr>
        <p:grpSpPr>
          <a:xfrm>
            <a:off x="941388" y="3319463"/>
            <a:ext cx="7227887" cy="1517650"/>
            <a:chOff x="941388" y="3876599"/>
            <a:chExt cx="7227887" cy="1517726"/>
          </a:xfrm>
        </p:grpSpPr>
        <p:sp>
          <p:nvSpPr>
            <p:cNvPr id="6150" name="TextBox 5"/>
            <p:cNvSpPr txBox="1"/>
            <p:nvPr/>
          </p:nvSpPr>
          <p:spPr>
            <a:xfrm>
              <a:off x="941388" y="4837113"/>
              <a:ext cx="1308100" cy="3079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</a:rPr>
                <a:t>User Interface</a:t>
              </a:r>
              <a:endParaRPr lang="en-US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6151" name="TextBox 6"/>
            <p:cNvSpPr txBox="1"/>
            <p:nvPr/>
          </p:nvSpPr>
          <p:spPr>
            <a:xfrm>
              <a:off x="2808288" y="4870450"/>
              <a:ext cx="1390650" cy="5238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</a:rPr>
                <a:t>Business Logic</a:t>
              </a:r>
              <a:endParaRPr lang="en-US" altLang="en-US" sz="1400" dirty="0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</a:rPr>
                <a:t>and Algorithms</a:t>
              </a:r>
              <a:endParaRPr lang="en-US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8" name="Left-Right Arrow 7"/>
            <p:cNvSpPr>
              <a:spLocks noChangeAspect="1"/>
            </p:cNvSpPr>
            <p:nvPr/>
          </p:nvSpPr>
          <p:spPr bwMode="auto">
            <a:xfrm>
              <a:off x="2146300" y="4130612"/>
              <a:ext cx="731838" cy="292115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Bevel 8"/>
            <p:cNvSpPr>
              <a:spLocks noChangeAspect="1"/>
            </p:cNvSpPr>
            <p:nvPr/>
          </p:nvSpPr>
          <p:spPr bwMode="auto">
            <a:xfrm>
              <a:off x="1296988" y="3962328"/>
              <a:ext cx="668337" cy="668370"/>
            </a:xfrm>
            <a:prstGeom prst="bevel">
              <a:avLst>
                <a:gd name="adj" fmla="val 9789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Left-Right Arrow 9"/>
            <p:cNvSpPr>
              <a:spLocks noChangeAspect="1"/>
            </p:cNvSpPr>
            <p:nvPr/>
          </p:nvSpPr>
          <p:spPr bwMode="auto">
            <a:xfrm>
              <a:off x="4046538" y="4149663"/>
              <a:ext cx="731837" cy="292115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5" name="TextBox 10"/>
            <p:cNvSpPr txBox="1"/>
            <p:nvPr/>
          </p:nvSpPr>
          <p:spPr>
            <a:xfrm>
              <a:off x="4803775" y="4837113"/>
              <a:ext cx="1000125" cy="522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</a:rPr>
                <a:t>Database/</a:t>
              </a:r>
              <a:endParaRPr lang="en-US" altLang="en-US" sz="1400" dirty="0">
                <a:latin typeface="Arial" panose="020B0604020202020204" pitchFamily="34" charset="0"/>
              </a:endParaRPr>
            </a:p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</a:rPr>
                <a:t>Network</a:t>
              </a:r>
              <a:endParaRPr lang="en-US" altLang="en-US" sz="1400" dirty="0">
                <a:latin typeface="Arial" panose="020B0604020202020204" pitchFamily="34" charset="0"/>
              </a:endParaRPr>
            </a:p>
          </p:txBody>
        </p:sp>
        <p:grpSp>
          <p:nvGrpSpPr>
            <p:cNvPr id="6156" name="Group 20"/>
            <p:cNvGrpSpPr/>
            <p:nvPr/>
          </p:nvGrpSpPr>
          <p:grpSpPr>
            <a:xfrm>
              <a:off x="4959350" y="4013200"/>
              <a:ext cx="749300" cy="566738"/>
              <a:chOff x="521" y="2366"/>
              <a:chExt cx="1172" cy="880"/>
            </a:xfrm>
          </p:grpSpPr>
          <p:sp>
            <p:nvSpPr>
              <p:cNvPr id="6165" name="AutoShape 21"/>
              <p:cNvSpPr/>
              <p:nvPr/>
            </p:nvSpPr>
            <p:spPr>
              <a:xfrm>
                <a:off x="521" y="2366"/>
                <a:ext cx="1172" cy="880"/>
              </a:xfrm>
              <a:prstGeom prst="can">
                <a:avLst>
                  <a:gd name="adj" fmla="val 26704"/>
                </a:avLst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166" name="Arc 22"/>
              <p:cNvSpPr/>
              <p:nvPr/>
            </p:nvSpPr>
            <p:spPr>
              <a:xfrm>
                <a:off x="522" y="2539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67" name="Arc 23"/>
              <p:cNvSpPr/>
              <p:nvPr/>
            </p:nvSpPr>
            <p:spPr>
              <a:xfrm>
                <a:off x="522" y="2598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6" name="Cross 15"/>
            <p:cNvSpPr>
              <a:spLocks noChangeAspect="1"/>
            </p:cNvSpPr>
            <p:nvPr/>
          </p:nvSpPr>
          <p:spPr bwMode="auto">
            <a:xfrm>
              <a:off x="6259513" y="4149663"/>
              <a:ext cx="354012" cy="354030"/>
            </a:xfrm>
            <a:prstGeom prst="plus">
              <a:avLst>
                <a:gd name="adj" fmla="val 35891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8" name="TextBox 16"/>
            <p:cNvSpPr txBox="1"/>
            <p:nvPr/>
          </p:nvSpPr>
          <p:spPr>
            <a:xfrm>
              <a:off x="6780213" y="4940300"/>
              <a:ext cx="1389062" cy="3079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en-US" sz="1400" dirty="0">
                  <a:latin typeface="Arial" panose="020B0604020202020204" pitchFamily="34" charset="0"/>
                </a:rPr>
                <a:t>Documentation</a:t>
              </a:r>
              <a:endParaRPr lang="en-US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8" name="Folded Corner 17"/>
            <p:cNvSpPr>
              <a:spLocks noChangeAspect="1"/>
            </p:cNvSpPr>
            <p:nvPr/>
          </p:nvSpPr>
          <p:spPr bwMode="auto">
            <a:xfrm>
              <a:off x="7164388" y="4022656"/>
              <a:ext cx="620712" cy="769976"/>
            </a:xfrm>
            <a:prstGeom prst="foldedCorner">
              <a:avLst>
                <a:gd name="adj" fmla="val 22608"/>
              </a:avLst>
            </a:prstGeom>
            <a:solidFill>
              <a:srgbClr val="FFFFCC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160" name="Group 19"/>
            <p:cNvGrpSpPr>
              <a:grpSpLocks noChangeAspect="1"/>
            </p:cNvGrpSpPr>
            <p:nvPr/>
          </p:nvGrpSpPr>
          <p:grpSpPr>
            <a:xfrm>
              <a:off x="3027863" y="3876599"/>
              <a:ext cx="868948" cy="800251"/>
              <a:chOff x="1095681" y="1394520"/>
              <a:chExt cx="5185339" cy="4775398"/>
            </a:xfrm>
          </p:grpSpPr>
          <p:sp>
            <p:nvSpPr>
              <p:cNvPr id="21" name="Oval 20"/>
              <p:cNvSpPr>
                <a:spLocks noChangeAspect="1"/>
              </p:cNvSpPr>
              <p:nvPr/>
            </p:nvSpPr>
            <p:spPr>
              <a:xfrm>
                <a:off x="2447363" y="4066098"/>
                <a:ext cx="748386" cy="748418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Oval 21"/>
              <p:cNvSpPr>
                <a:spLocks noChangeAspect="1"/>
              </p:cNvSpPr>
              <p:nvPr/>
            </p:nvSpPr>
            <p:spPr>
              <a:xfrm>
                <a:off x="4711463" y="2427148"/>
                <a:ext cx="539970" cy="540003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Freeform 22"/>
              <p:cNvSpPr>
                <a:spLocks noChangeAspect="1"/>
              </p:cNvSpPr>
              <p:nvPr/>
            </p:nvSpPr>
            <p:spPr>
              <a:xfrm>
                <a:off x="1092697" y="2711359"/>
                <a:ext cx="3457718" cy="3457897"/>
              </a:xfrm>
              <a:custGeom>
                <a:avLst/>
                <a:gdLst>
                  <a:gd name="connsiteX0" fmla="*/ 300037 w 1343025"/>
                  <a:gd name="connsiteY0" fmla="*/ 326231 h 1343025"/>
                  <a:gd name="connsiteX1" fmla="*/ 431006 w 1343025"/>
                  <a:gd name="connsiteY1" fmla="*/ 226218 h 1343025"/>
                  <a:gd name="connsiteX2" fmla="*/ 378618 w 1343025"/>
                  <a:gd name="connsiteY2" fmla="*/ 61912 h 1343025"/>
                  <a:gd name="connsiteX3" fmla="*/ 602456 w 1343025"/>
                  <a:gd name="connsiteY3" fmla="*/ 0 h 1343025"/>
                  <a:gd name="connsiteX4" fmla="*/ 652462 w 1343025"/>
                  <a:gd name="connsiteY4" fmla="*/ 171450 h 1343025"/>
                  <a:gd name="connsiteX5" fmla="*/ 816768 w 1343025"/>
                  <a:gd name="connsiteY5" fmla="*/ 185737 h 1343025"/>
                  <a:gd name="connsiteX6" fmla="*/ 900112 w 1343025"/>
                  <a:gd name="connsiteY6" fmla="*/ 40481 h 1343025"/>
                  <a:gd name="connsiteX7" fmla="*/ 1104900 w 1343025"/>
                  <a:gd name="connsiteY7" fmla="*/ 150018 h 1343025"/>
                  <a:gd name="connsiteX8" fmla="*/ 1014412 w 1343025"/>
                  <a:gd name="connsiteY8" fmla="*/ 295275 h 1343025"/>
                  <a:gd name="connsiteX9" fmla="*/ 1119187 w 1343025"/>
                  <a:gd name="connsiteY9" fmla="*/ 431006 h 1343025"/>
                  <a:gd name="connsiteX10" fmla="*/ 1281112 w 1343025"/>
                  <a:gd name="connsiteY10" fmla="*/ 373856 h 1343025"/>
                  <a:gd name="connsiteX11" fmla="*/ 1343025 w 1343025"/>
                  <a:gd name="connsiteY11" fmla="*/ 602456 h 1343025"/>
                  <a:gd name="connsiteX12" fmla="*/ 1173956 w 1343025"/>
                  <a:gd name="connsiteY12" fmla="*/ 645318 h 1343025"/>
                  <a:gd name="connsiteX13" fmla="*/ 1157287 w 1343025"/>
                  <a:gd name="connsiteY13" fmla="*/ 812006 h 1343025"/>
                  <a:gd name="connsiteX14" fmla="*/ 1307306 w 1343025"/>
                  <a:gd name="connsiteY14" fmla="*/ 892968 h 1343025"/>
                  <a:gd name="connsiteX15" fmla="*/ 1193006 w 1343025"/>
                  <a:gd name="connsiteY15" fmla="*/ 1097756 h 1343025"/>
                  <a:gd name="connsiteX16" fmla="*/ 1040606 w 1343025"/>
                  <a:gd name="connsiteY16" fmla="*/ 1009650 h 1343025"/>
                  <a:gd name="connsiteX17" fmla="*/ 919162 w 1343025"/>
                  <a:gd name="connsiteY17" fmla="*/ 1112043 h 1343025"/>
                  <a:gd name="connsiteX18" fmla="*/ 973931 w 1343025"/>
                  <a:gd name="connsiteY18" fmla="*/ 1276350 h 1343025"/>
                  <a:gd name="connsiteX19" fmla="*/ 745331 w 1343025"/>
                  <a:gd name="connsiteY19" fmla="*/ 1343025 h 1343025"/>
                  <a:gd name="connsiteX20" fmla="*/ 695325 w 1343025"/>
                  <a:gd name="connsiteY20" fmla="*/ 1171575 h 1343025"/>
                  <a:gd name="connsiteX21" fmla="*/ 535781 w 1343025"/>
                  <a:gd name="connsiteY21" fmla="*/ 1157287 h 1343025"/>
                  <a:gd name="connsiteX22" fmla="*/ 452437 w 1343025"/>
                  <a:gd name="connsiteY22" fmla="*/ 1304925 h 1343025"/>
                  <a:gd name="connsiteX23" fmla="*/ 245268 w 1343025"/>
                  <a:gd name="connsiteY23" fmla="*/ 1193006 h 1343025"/>
                  <a:gd name="connsiteX24" fmla="*/ 333375 w 1343025"/>
                  <a:gd name="connsiteY24" fmla="*/ 1042987 h 1343025"/>
                  <a:gd name="connsiteX25" fmla="*/ 226218 w 1343025"/>
                  <a:gd name="connsiteY25" fmla="*/ 909637 h 1343025"/>
                  <a:gd name="connsiteX26" fmla="*/ 59531 w 1343025"/>
                  <a:gd name="connsiteY26" fmla="*/ 964406 h 1343025"/>
                  <a:gd name="connsiteX27" fmla="*/ 0 w 1343025"/>
                  <a:gd name="connsiteY27" fmla="*/ 733425 h 1343025"/>
                  <a:gd name="connsiteX28" fmla="*/ 173831 w 1343025"/>
                  <a:gd name="connsiteY28" fmla="*/ 692943 h 1343025"/>
                  <a:gd name="connsiteX29" fmla="*/ 190500 w 1343025"/>
                  <a:gd name="connsiteY29" fmla="*/ 521493 h 1343025"/>
                  <a:gd name="connsiteX30" fmla="*/ 35718 w 1343025"/>
                  <a:gd name="connsiteY30" fmla="*/ 440531 h 1343025"/>
                  <a:gd name="connsiteX31" fmla="*/ 154781 w 1343025"/>
                  <a:gd name="connsiteY31" fmla="*/ 242887 h 1343025"/>
                  <a:gd name="connsiteX32" fmla="*/ 300037 w 1343025"/>
                  <a:gd name="connsiteY32" fmla="*/ 326231 h 1343025"/>
                  <a:gd name="connsiteX0-1" fmla="*/ 300037 w 1343025"/>
                  <a:gd name="connsiteY0-2" fmla="*/ 326231 h 1343025"/>
                  <a:gd name="connsiteX1-3" fmla="*/ 431006 w 1343025"/>
                  <a:gd name="connsiteY1-4" fmla="*/ 226218 h 1343025"/>
                  <a:gd name="connsiteX2-5" fmla="*/ 378618 w 1343025"/>
                  <a:gd name="connsiteY2-6" fmla="*/ 61912 h 1343025"/>
                  <a:gd name="connsiteX3-7" fmla="*/ 602456 w 1343025"/>
                  <a:gd name="connsiteY3-8" fmla="*/ 0 h 1343025"/>
                  <a:gd name="connsiteX4-9" fmla="*/ 652462 w 1343025"/>
                  <a:gd name="connsiteY4-10" fmla="*/ 171450 h 1343025"/>
                  <a:gd name="connsiteX5-11" fmla="*/ 816768 w 1343025"/>
                  <a:gd name="connsiteY5-12" fmla="*/ 185737 h 1343025"/>
                  <a:gd name="connsiteX6-13" fmla="*/ 900112 w 1343025"/>
                  <a:gd name="connsiteY6-14" fmla="*/ 40481 h 1343025"/>
                  <a:gd name="connsiteX7-15" fmla="*/ 1104900 w 1343025"/>
                  <a:gd name="connsiteY7-16" fmla="*/ 150018 h 1343025"/>
                  <a:gd name="connsiteX8-17" fmla="*/ 1014412 w 1343025"/>
                  <a:gd name="connsiteY8-18" fmla="*/ 295275 h 1343025"/>
                  <a:gd name="connsiteX9-19" fmla="*/ 1119187 w 1343025"/>
                  <a:gd name="connsiteY9-20" fmla="*/ 431006 h 1343025"/>
                  <a:gd name="connsiteX10-21" fmla="*/ 1281112 w 1343025"/>
                  <a:gd name="connsiteY10-22" fmla="*/ 373856 h 1343025"/>
                  <a:gd name="connsiteX11-23" fmla="*/ 1343025 w 1343025"/>
                  <a:gd name="connsiteY11-24" fmla="*/ 602456 h 1343025"/>
                  <a:gd name="connsiteX12-25" fmla="*/ 1173956 w 1343025"/>
                  <a:gd name="connsiteY12-26" fmla="*/ 645318 h 1343025"/>
                  <a:gd name="connsiteX13-27" fmla="*/ 1157287 w 1343025"/>
                  <a:gd name="connsiteY13-28" fmla="*/ 812006 h 1343025"/>
                  <a:gd name="connsiteX14-29" fmla="*/ 1307306 w 1343025"/>
                  <a:gd name="connsiteY14-30" fmla="*/ 892968 h 1343025"/>
                  <a:gd name="connsiteX15-31" fmla="*/ 1193006 w 1343025"/>
                  <a:gd name="connsiteY15-32" fmla="*/ 1097756 h 1343025"/>
                  <a:gd name="connsiteX16-33" fmla="*/ 1040606 w 1343025"/>
                  <a:gd name="connsiteY16-34" fmla="*/ 1009650 h 1343025"/>
                  <a:gd name="connsiteX17-35" fmla="*/ 919162 w 1343025"/>
                  <a:gd name="connsiteY17-36" fmla="*/ 1112043 h 1343025"/>
                  <a:gd name="connsiteX18-37" fmla="*/ 973931 w 1343025"/>
                  <a:gd name="connsiteY18-38" fmla="*/ 1276350 h 1343025"/>
                  <a:gd name="connsiteX19-39" fmla="*/ 745331 w 1343025"/>
                  <a:gd name="connsiteY19-40" fmla="*/ 1343025 h 1343025"/>
                  <a:gd name="connsiteX20-41" fmla="*/ 695325 w 1343025"/>
                  <a:gd name="connsiteY20-42" fmla="*/ 1171575 h 1343025"/>
                  <a:gd name="connsiteX21-43" fmla="*/ 535781 w 1343025"/>
                  <a:gd name="connsiteY21-44" fmla="*/ 1157287 h 1343025"/>
                  <a:gd name="connsiteX22-45" fmla="*/ 452437 w 1343025"/>
                  <a:gd name="connsiteY22-46" fmla="*/ 1304925 h 1343025"/>
                  <a:gd name="connsiteX23-47" fmla="*/ 245268 w 1343025"/>
                  <a:gd name="connsiteY23-48" fmla="*/ 1193006 h 1343025"/>
                  <a:gd name="connsiteX24-49" fmla="*/ 333375 w 1343025"/>
                  <a:gd name="connsiteY24-50" fmla="*/ 1042987 h 1343025"/>
                  <a:gd name="connsiteX25-51" fmla="*/ 226218 w 1343025"/>
                  <a:gd name="connsiteY25-52" fmla="*/ 909637 h 1343025"/>
                  <a:gd name="connsiteX26-53" fmla="*/ 59531 w 1343025"/>
                  <a:gd name="connsiteY26-54" fmla="*/ 964406 h 1343025"/>
                  <a:gd name="connsiteX27-55" fmla="*/ 0 w 1343025"/>
                  <a:gd name="connsiteY27-56" fmla="*/ 733425 h 1343025"/>
                  <a:gd name="connsiteX28-57" fmla="*/ 173831 w 1343025"/>
                  <a:gd name="connsiteY28-58" fmla="*/ 692943 h 1343025"/>
                  <a:gd name="connsiteX29-59" fmla="*/ 190500 w 1343025"/>
                  <a:gd name="connsiteY29-60" fmla="*/ 521493 h 1343025"/>
                  <a:gd name="connsiteX30-61" fmla="*/ 35718 w 1343025"/>
                  <a:gd name="connsiteY30-62" fmla="*/ 440531 h 1343025"/>
                  <a:gd name="connsiteX31-63" fmla="*/ 154781 w 1343025"/>
                  <a:gd name="connsiteY31-64" fmla="*/ 242887 h 1343025"/>
                  <a:gd name="connsiteX32-65" fmla="*/ 300037 w 1343025"/>
                  <a:gd name="connsiteY32-66" fmla="*/ 326231 h 1343025"/>
                  <a:gd name="connsiteX0-67" fmla="*/ 300037 w 1343025"/>
                  <a:gd name="connsiteY0-68" fmla="*/ 326231 h 1343025"/>
                  <a:gd name="connsiteX1-69" fmla="*/ 431006 w 1343025"/>
                  <a:gd name="connsiteY1-70" fmla="*/ 226218 h 1343025"/>
                  <a:gd name="connsiteX2-71" fmla="*/ 378618 w 1343025"/>
                  <a:gd name="connsiteY2-72" fmla="*/ 61912 h 1343025"/>
                  <a:gd name="connsiteX3-73" fmla="*/ 602456 w 1343025"/>
                  <a:gd name="connsiteY3-74" fmla="*/ 0 h 1343025"/>
                  <a:gd name="connsiteX4-75" fmla="*/ 652462 w 1343025"/>
                  <a:gd name="connsiteY4-76" fmla="*/ 171450 h 1343025"/>
                  <a:gd name="connsiteX5-77" fmla="*/ 816768 w 1343025"/>
                  <a:gd name="connsiteY5-78" fmla="*/ 185737 h 1343025"/>
                  <a:gd name="connsiteX6-79" fmla="*/ 900112 w 1343025"/>
                  <a:gd name="connsiteY6-80" fmla="*/ 40481 h 1343025"/>
                  <a:gd name="connsiteX7-81" fmla="*/ 1104900 w 1343025"/>
                  <a:gd name="connsiteY7-82" fmla="*/ 150018 h 1343025"/>
                  <a:gd name="connsiteX8-83" fmla="*/ 1014412 w 1343025"/>
                  <a:gd name="connsiteY8-84" fmla="*/ 295275 h 1343025"/>
                  <a:gd name="connsiteX9-85" fmla="*/ 1119187 w 1343025"/>
                  <a:gd name="connsiteY9-86" fmla="*/ 431006 h 1343025"/>
                  <a:gd name="connsiteX10-87" fmla="*/ 1281112 w 1343025"/>
                  <a:gd name="connsiteY10-88" fmla="*/ 373856 h 1343025"/>
                  <a:gd name="connsiteX11-89" fmla="*/ 1343025 w 1343025"/>
                  <a:gd name="connsiteY11-90" fmla="*/ 602456 h 1343025"/>
                  <a:gd name="connsiteX12-91" fmla="*/ 1173956 w 1343025"/>
                  <a:gd name="connsiteY12-92" fmla="*/ 645318 h 1343025"/>
                  <a:gd name="connsiteX13-93" fmla="*/ 1157287 w 1343025"/>
                  <a:gd name="connsiteY13-94" fmla="*/ 812006 h 1343025"/>
                  <a:gd name="connsiteX14-95" fmla="*/ 1307306 w 1343025"/>
                  <a:gd name="connsiteY14-96" fmla="*/ 892968 h 1343025"/>
                  <a:gd name="connsiteX15-97" fmla="*/ 1193006 w 1343025"/>
                  <a:gd name="connsiteY15-98" fmla="*/ 1097756 h 1343025"/>
                  <a:gd name="connsiteX16-99" fmla="*/ 1040606 w 1343025"/>
                  <a:gd name="connsiteY16-100" fmla="*/ 1009650 h 1343025"/>
                  <a:gd name="connsiteX17-101" fmla="*/ 919162 w 1343025"/>
                  <a:gd name="connsiteY17-102" fmla="*/ 1112043 h 1343025"/>
                  <a:gd name="connsiteX18-103" fmla="*/ 973931 w 1343025"/>
                  <a:gd name="connsiteY18-104" fmla="*/ 1276350 h 1343025"/>
                  <a:gd name="connsiteX19-105" fmla="*/ 745331 w 1343025"/>
                  <a:gd name="connsiteY19-106" fmla="*/ 1343025 h 1343025"/>
                  <a:gd name="connsiteX20-107" fmla="*/ 695325 w 1343025"/>
                  <a:gd name="connsiteY20-108" fmla="*/ 1171575 h 1343025"/>
                  <a:gd name="connsiteX21-109" fmla="*/ 535781 w 1343025"/>
                  <a:gd name="connsiteY21-110" fmla="*/ 1157287 h 1343025"/>
                  <a:gd name="connsiteX22-111" fmla="*/ 452437 w 1343025"/>
                  <a:gd name="connsiteY22-112" fmla="*/ 1304925 h 1343025"/>
                  <a:gd name="connsiteX23-113" fmla="*/ 245268 w 1343025"/>
                  <a:gd name="connsiteY23-114" fmla="*/ 1193006 h 1343025"/>
                  <a:gd name="connsiteX24-115" fmla="*/ 333375 w 1343025"/>
                  <a:gd name="connsiteY24-116" fmla="*/ 1042987 h 1343025"/>
                  <a:gd name="connsiteX25-117" fmla="*/ 226218 w 1343025"/>
                  <a:gd name="connsiteY25-118" fmla="*/ 909637 h 1343025"/>
                  <a:gd name="connsiteX26-119" fmla="*/ 59531 w 1343025"/>
                  <a:gd name="connsiteY26-120" fmla="*/ 964406 h 1343025"/>
                  <a:gd name="connsiteX27-121" fmla="*/ 0 w 1343025"/>
                  <a:gd name="connsiteY27-122" fmla="*/ 733425 h 1343025"/>
                  <a:gd name="connsiteX28-123" fmla="*/ 173831 w 1343025"/>
                  <a:gd name="connsiteY28-124" fmla="*/ 692943 h 1343025"/>
                  <a:gd name="connsiteX29-125" fmla="*/ 190500 w 1343025"/>
                  <a:gd name="connsiteY29-126" fmla="*/ 521493 h 1343025"/>
                  <a:gd name="connsiteX30-127" fmla="*/ 35718 w 1343025"/>
                  <a:gd name="connsiteY30-128" fmla="*/ 440531 h 1343025"/>
                  <a:gd name="connsiteX31-129" fmla="*/ 154781 w 1343025"/>
                  <a:gd name="connsiteY31-130" fmla="*/ 242887 h 1343025"/>
                  <a:gd name="connsiteX32-131" fmla="*/ 300037 w 1343025"/>
                  <a:gd name="connsiteY32-132" fmla="*/ 326231 h 1343025"/>
                  <a:gd name="connsiteX0-133" fmla="*/ 300037 w 1343025"/>
                  <a:gd name="connsiteY0-134" fmla="*/ 326231 h 1343025"/>
                  <a:gd name="connsiteX1-135" fmla="*/ 431006 w 1343025"/>
                  <a:gd name="connsiteY1-136" fmla="*/ 226218 h 1343025"/>
                  <a:gd name="connsiteX2-137" fmla="*/ 378618 w 1343025"/>
                  <a:gd name="connsiteY2-138" fmla="*/ 61912 h 1343025"/>
                  <a:gd name="connsiteX3-139" fmla="*/ 602456 w 1343025"/>
                  <a:gd name="connsiteY3-140" fmla="*/ 0 h 1343025"/>
                  <a:gd name="connsiteX4-141" fmla="*/ 652462 w 1343025"/>
                  <a:gd name="connsiteY4-142" fmla="*/ 171450 h 1343025"/>
                  <a:gd name="connsiteX5-143" fmla="*/ 816768 w 1343025"/>
                  <a:gd name="connsiteY5-144" fmla="*/ 185737 h 1343025"/>
                  <a:gd name="connsiteX6-145" fmla="*/ 900112 w 1343025"/>
                  <a:gd name="connsiteY6-146" fmla="*/ 40481 h 1343025"/>
                  <a:gd name="connsiteX7-147" fmla="*/ 1104900 w 1343025"/>
                  <a:gd name="connsiteY7-148" fmla="*/ 150018 h 1343025"/>
                  <a:gd name="connsiteX8-149" fmla="*/ 1014412 w 1343025"/>
                  <a:gd name="connsiteY8-150" fmla="*/ 295275 h 1343025"/>
                  <a:gd name="connsiteX9-151" fmla="*/ 1119187 w 1343025"/>
                  <a:gd name="connsiteY9-152" fmla="*/ 431006 h 1343025"/>
                  <a:gd name="connsiteX10-153" fmla="*/ 1281112 w 1343025"/>
                  <a:gd name="connsiteY10-154" fmla="*/ 373856 h 1343025"/>
                  <a:gd name="connsiteX11-155" fmla="*/ 1343025 w 1343025"/>
                  <a:gd name="connsiteY11-156" fmla="*/ 602456 h 1343025"/>
                  <a:gd name="connsiteX12-157" fmla="*/ 1173956 w 1343025"/>
                  <a:gd name="connsiteY12-158" fmla="*/ 645318 h 1343025"/>
                  <a:gd name="connsiteX13-159" fmla="*/ 1157287 w 1343025"/>
                  <a:gd name="connsiteY13-160" fmla="*/ 812006 h 1343025"/>
                  <a:gd name="connsiteX14-161" fmla="*/ 1307306 w 1343025"/>
                  <a:gd name="connsiteY14-162" fmla="*/ 892968 h 1343025"/>
                  <a:gd name="connsiteX15-163" fmla="*/ 1193006 w 1343025"/>
                  <a:gd name="connsiteY15-164" fmla="*/ 1097756 h 1343025"/>
                  <a:gd name="connsiteX16-165" fmla="*/ 1040606 w 1343025"/>
                  <a:gd name="connsiteY16-166" fmla="*/ 1009650 h 1343025"/>
                  <a:gd name="connsiteX17-167" fmla="*/ 919162 w 1343025"/>
                  <a:gd name="connsiteY17-168" fmla="*/ 1112043 h 1343025"/>
                  <a:gd name="connsiteX18-169" fmla="*/ 973931 w 1343025"/>
                  <a:gd name="connsiteY18-170" fmla="*/ 1276350 h 1343025"/>
                  <a:gd name="connsiteX19-171" fmla="*/ 745331 w 1343025"/>
                  <a:gd name="connsiteY19-172" fmla="*/ 1343025 h 1343025"/>
                  <a:gd name="connsiteX20-173" fmla="*/ 695325 w 1343025"/>
                  <a:gd name="connsiteY20-174" fmla="*/ 1171575 h 1343025"/>
                  <a:gd name="connsiteX21-175" fmla="*/ 535781 w 1343025"/>
                  <a:gd name="connsiteY21-176" fmla="*/ 1157287 h 1343025"/>
                  <a:gd name="connsiteX22-177" fmla="*/ 452437 w 1343025"/>
                  <a:gd name="connsiteY22-178" fmla="*/ 1304925 h 1343025"/>
                  <a:gd name="connsiteX23-179" fmla="*/ 245268 w 1343025"/>
                  <a:gd name="connsiteY23-180" fmla="*/ 1193006 h 1343025"/>
                  <a:gd name="connsiteX24-181" fmla="*/ 333375 w 1343025"/>
                  <a:gd name="connsiteY24-182" fmla="*/ 1042987 h 1343025"/>
                  <a:gd name="connsiteX25-183" fmla="*/ 226218 w 1343025"/>
                  <a:gd name="connsiteY25-184" fmla="*/ 909637 h 1343025"/>
                  <a:gd name="connsiteX26-185" fmla="*/ 59531 w 1343025"/>
                  <a:gd name="connsiteY26-186" fmla="*/ 964406 h 1343025"/>
                  <a:gd name="connsiteX27-187" fmla="*/ 0 w 1343025"/>
                  <a:gd name="connsiteY27-188" fmla="*/ 733425 h 1343025"/>
                  <a:gd name="connsiteX28-189" fmla="*/ 173831 w 1343025"/>
                  <a:gd name="connsiteY28-190" fmla="*/ 692943 h 1343025"/>
                  <a:gd name="connsiteX29-191" fmla="*/ 190500 w 1343025"/>
                  <a:gd name="connsiteY29-192" fmla="*/ 521493 h 1343025"/>
                  <a:gd name="connsiteX30-193" fmla="*/ 35718 w 1343025"/>
                  <a:gd name="connsiteY30-194" fmla="*/ 440531 h 1343025"/>
                  <a:gd name="connsiteX31-195" fmla="*/ 154781 w 1343025"/>
                  <a:gd name="connsiteY31-196" fmla="*/ 242887 h 1343025"/>
                  <a:gd name="connsiteX32-197" fmla="*/ 300037 w 1343025"/>
                  <a:gd name="connsiteY32-198" fmla="*/ 326231 h 1343025"/>
                  <a:gd name="connsiteX0-199" fmla="*/ 300037 w 1343025"/>
                  <a:gd name="connsiteY0-200" fmla="*/ 326231 h 1343025"/>
                  <a:gd name="connsiteX1-201" fmla="*/ 431006 w 1343025"/>
                  <a:gd name="connsiteY1-202" fmla="*/ 226218 h 1343025"/>
                  <a:gd name="connsiteX2-203" fmla="*/ 378618 w 1343025"/>
                  <a:gd name="connsiteY2-204" fmla="*/ 61912 h 1343025"/>
                  <a:gd name="connsiteX3-205" fmla="*/ 602456 w 1343025"/>
                  <a:gd name="connsiteY3-206" fmla="*/ 0 h 1343025"/>
                  <a:gd name="connsiteX4-207" fmla="*/ 652462 w 1343025"/>
                  <a:gd name="connsiteY4-208" fmla="*/ 171450 h 1343025"/>
                  <a:gd name="connsiteX5-209" fmla="*/ 816768 w 1343025"/>
                  <a:gd name="connsiteY5-210" fmla="*/ 185737 h 1343025"/>
                  <a:gd name="connsiteX6-211" fmla="*/ 900112 w 1343025"/>
                  <a:gd name="connsiteY6-212" fmla="*/ 40481 h 1343025"/>
                  <a:gd name="connsiteX7-213" fmla="*/ 1104900 w 1343025"/>
                  <a:gd name="connsiteY7-214" fmla="*/ 150018 h 1343025"/>
                  <a:gd name="connsiteX8-215" fmla="*/ 1014412 w 1343025"/>
                  <a:gd name="connsiteY8-216" fmla="*/ 295275 h 1343025"/>
                  <a:gd name="connsiteX9-217" fmla="*/ 1119187 w 1343025"/>
                  <a:gd name="connsiteY9-218" fmla="*/ 431006 h 1343025"/>
                  <a:gd name="connsiteX10-219" fmla="*/ 1281112 w 1343025"/>
                  <a:gd name="connsiteY10-220" fmla="*/ 373856 h 1343025"/>
                  <a:gd name="connsiteX11-221" fmla="*/ 1343025 w 1343025"/>
                  <a:gd name="connsiteY11-222" fmla="*/ 602456 h 1343025"/>
                  <a:gd name="connsiteX12-223" fmla="*/ 1173956 w 1343025"/>
                  <a:gd name="connsiteY12-224" fmla="*/ 645318 h 1343025"/>
                  <a:gd name="connsiteX13-225" fmla="*/ 1157287 w 1343025"/>
                  <a:gd name="connsiteY13-226" fmla="*/ 812006 h 1343025"/>
                  <a:gd name="connsiteX14-227" fmla="*/ 1307306 w 1343025"/>
                  <a:gd name="connsiteY14-228" fmla="*/ 892968 h 1343025"/>
                  <a:gd name="connsiteX15-229" fmla="*/ 1193006 w 1343025"/>
                  <a:gd name="connsiteY15-230" fmla="*/ 1097756 h 1343025"/>
                  <a:gd name="connsiteX16-231" fmla="*/ 1040606 w 1343025"/>
                  <a:gd name="connsiteY16-232" fmla="*/ 1009650 h 1343025"/>
                  <a:gd name="connsiteX17-233" fmla="*/ 919162 w 1343025"/>
                  <a:gd name="connsiteY17-234" fmla="*/ 1112043 h 1343025"/>
                  <a:gd name="connsiteX18-235" fmla="*/ 973931 w 1343025"/>
                  <a:gd name="connsiteY18-236" fmla="*/ 1276350 h 1343025"/>
                  <a:gd name="connsiteX19-237" fmla="*/ 745331 w 1343025"/>
                  <a:gd name="connsiteY19-238" fmla="*/ 1343025 h 1343025"/>
                  <a:gd name="connsiteX20-239" fmla="*/ 695325 w 1343025"/>
                  <a:gd name="connsiteY20-240" fmla="*/ 1171575 h 1343025"/>
                  <a:gd name="connsiteX21-241" fmla="*/ 535781 w 1343025"/>
                  <a:gd name="connsiteY21-242" fmla="*/ 1157287 h 1343025"/>
                  <a:gd name="connsiteX22-243" fmla="*/ 452437 w 1343025"/>
                  <a:gd name="connsiteY22-244" fmla="*/ 1304925 h 1343025"/>
                  <a:gd name="connsiteX23-245" fmla="*/ 245268 w 1343025"/>
                  <a:gd name="connsiteY23-246" fmla="*/ 1193006 h 1343025"/>
                  <a:gd name="connsiteX24-247" fmla="*/ 333375 w 1343025"/>
                  <a:gd name="connsiteY24-248" fmla="*/ 1042987 h 1343025"/>
                  <a:gd name="connsiteX25-249" fmla="*/ 226218 w 1343025"/>
                  <a:gd name="connsiteY25-250" fmla="*/ 909637 h 1343025"/>
                  <a:gd name="connsiteX26-251" fmla="*/ 59531 w 1343025"/>
                  <a:gd name="connsiteY26-252" fmla="*/ 964406 h 1343025"/>
                  <a:gd name="connsiteX27-253" fmla="*/ 0 w 1343025"/>
                  <a:gd name="connsiteY27-254" fmla="*/ 733425 h 1343025"/>
                  <a:gd name="connsiteX28-255" fmla="*/ 173831 w 1343025"/>
                  <a:gd name="connsiteY28-256" fmla="*/ 692943 h 1343025"/>
                  <a:gd name="connsiteX29-257" fmla="*/ 190500 w 1343025"/>
                  <a:gd name="connsiteY29-258" fmla="*/ 521493 h 1343025"/>
                  <a:gd name="connsiteX30-259" fmla="*/ 35718 w 1343025"/>
                  <a:gd name="connsiteY30-260" fmla="*/ 440531 h 1343025"/>
                  <a:gd name="connsiteX31-261" fmla="*/ 154781 w 1343025"/>
                  <a:gd name="connsiteY31-262" fmla="*/ 242887 h 1343025"/>
                  <a:gd name="connsiteX32-263" fmla="*/ 300037 w 1343025"/>
                  <a:gd name="connsiteY32-264" fmla="*/ 326231 h 1343025"/>
                  <a:gd name="connsiteX0-265" fmla="*/ 300037 w 1343025"/>
                  <a:gd name="connsiteY0-266" fmla="*/ 326231 h 1343025"/>
                  <a:gd name="connsiteX1-267" fmla="*/ 431006 w 1343025"/>
                  <a:gd name="connsiteY1-268" fmla="*/ 226218 h 1343025"/>
                  <a:gd name="connsiteX2-269" fmla="*/ 378618 w 1343025"/>
                  <a:gd name="connsiteY2-270" fmla="*/ 61912 h 1343025"/>
                  <a:gd name="connsiteX3-271" fmla="*/ 602456 w 1343025"/>
                  <a:gd name="connsiteY3-272" fmla="*/ 0 h 1343025"/>
                  <a:gd name="connsiteX4-273" fmla="*/ 652462 w 1343025"/>
                  <a:gd name="connsiteY4-274" fmla="*/ 171450 h 1343025"/>
                  <a:gd name="connsiteX5-275" fmla="*/ 816768 w 1343025"/>
                  <a:gd name="connsiteY5-276" fmla="*/ 185737 h 1343025"/>
                  <a:gd name="connsiteX6-277" fmla="*/ 900112 w 1343025"/>
                  <a:gd name="connsiteY6-278" fmla="*/ 40481 h 1343025"/>
                  <a:gd name="connsiteX7-279" fmla="*/ 1104900 w 1343025"/>
                  <a:gd name="connsiteY7-280" fmla="*/ 150018 h 1343025"/>
                  <a:gd name="connsiteX8-281" fmla="*/ 1014412 w 1343025"/>
                  <a:gd name="connsiteY8-282" fmla="*/ 295275 h 1343025"/>
                  <a:gd name="connsiteX9-283" fmla="*/ 1119187 w 1343025"/>
                  <a:gd name="connsiteY9-284" fmla="*/ 431006 h 1343025"/>
                  <a:gd name="connsiteX10-285" fmla="*/ 1281112 w 1343025"/>
                  <a:gd name="connsiteY10-286" fmla="*/ 373856 h 1343025"/>
                  <a:gd name="connsiteX11-287" fmla="*/ 1343025 w 1343025"/>
                  <a:gd name="connsiteY11-288" fmla="*/ 602456 h 1343025"/>
                  <a:gd name="connsiteX12-289" fmla="*/ 1173956 w 1343025"/>
                  <a:gd name="connsiteY12-290" fmla="*/ 645318 h 1343025"/>
                  <a:gd name="connsiteX13-291" fmla="*/ 1157287 w 1343025"/>
                  <a:gd name="connsiteY13-292" fmla="*/ 812006 h 1343025"/>
                  <a:gd name="connsiteX14-293" fmla="*/ 1307306 w 1343025"/>
                  <a:gd name="connsiteY14-294" fmla="*/ 892968 h 1343025"/>
                  <a:gd name="connsiteX15-295" fmla="*/ 1193006 w 1343025"/>
                  <a:gd name="connsiteY15-296" fmla="*/ 1097756 h 1343025"/>
                  <a:gd name="connsiteX16-297" fmla="*/ 1040606 w 1343025"/>
                  <a:gd name="connsiteY16-298" fmla="*/ 1009650 h 1343025"/>
                  <a:gd name="connsiteX17-299" fmla="*/ 919162 w 1343025"/>
                  <a:gd name="connsiteY17-300" fmla="*/ 1112043 h 1343025"/>
                  <a:gd name="connsiteX18-301" fmla="*/ 973931 w 1343025"/>
                  <a:gd name="connsiteY18-302" fmla="*/ 1276350 h 1343025"/>
                  <a:gd name="connsiteX19-303" fmla="*/ 745331 w 1343025"/>
                  <a:gd name="connsiteY19-304" fmla="*/ 1343025 h 1343025"/>
                  <a:gd name="connsiteX20-305" fmla="*/ 695325 w 1343025"/>
                  <a:gd name="connsiteY20-306" fmla="*/ 1171575 h 1343025"/>
                  <a:gd name="connsiteX21-307" fmla="*/ 535781 w 1343025"/>
                  <a:gd name="connsiteY21-308" fmla="*/ 1157287 h 1343025"/>
                  <a:gd name="connsiteX22-309" fmla="*/ 452437 w 1343025"/>
                  <a:gd name="connsiteY22-310" fmla="*/ 1304925 h 1343025"/>
                  <a:gd name="connsiteX23-311" fmla="*/ 245268 w 1343025"/>
                  <a:gd name="connsiteY23-312" fmla="*/ 1193006 h 1343025"/>
                  <a:gd name="connsiteX24-313" fmla="*/ 333375 w 1343025"/>
                  <a:gd name="connsiteY24-314" fmla="*/ 1042987 h 1343025"/>
                  <a:gd name="connsiteX25-315" fmla="*/ 226218 w 1343025"/>
                  <a:gd name="connsiteY25-316" fmla="*/ 909637 h 1343025"/>
                  <a:gd name="connsiteX26-317" fmla="*/ 59531 w 1343025"/>
                  <a:gd name="connsiteY26-318" fmla="*/ 964406 h 1343025"/>
                  <a:gd name="connsiteX27-319" fmla="*/ 0 w 1343025"/>
                  <a:gd name="connsiteY27-320" fmla="*/ 733425 h 1343025"/>
                  <a:gd name="connsiteX28-321" fmla="*/ 173831 w 1343025"/>
                  <a:gd name="connsiteY28-322" fmla="*/ 692943 h 1343025"/>
                  <a:gd name="connsiteX29-323" fmla="*/ 190500 w 1343025"/>
                  <a:gd name="connsiteY29-324" fmla="*/ 521493 h 1343025"/>
                  <a:gd name="connsiteX30-325" fmla="*/ 35718 w 1343025"/>
                  <a:gd name="connsiteY30-326" fmla="*/ 440531 h 1343025"/>
                  <a:gd name="connsiteX31-327" fmla="*/ 154781 w 1343025"/>
                  <a:gd name="connsiteY31-328" fmla="*/ 242887 h 1343025"/>
                  <a:gd name="connsiteX32-329" fmla="*/ 300037 w 1343025"/>
                  <a:gd name="connsiteY32-330" fmla="*/ 326231 h 1343025"/>
                  <a:gd name="connsiteX0-331" fmla="*/ 300037 w 1343025"/>
                  <a:gd name="connsiteY0-332" fmla="*/ 326231 h 1343025"/>
                  <a:gd name="connsiteX1-333" fmla="*/ 431006 w 1343025"/>
                  <a:gd name="connsiteY1-334" fmla="*/ 226218 h 1343025"/>
                  <a:gd name="connsiteX2-335" fmla="*/ 378618 w 1343025"/>
                  <a:gd name="connsiteY2-336" fmla="*/ 61912 h 1343025"/>
                  <a:gd name="connsiteX3-337" fmla="*/ 602456 w 1343025"/>
                  <a:gd name="connsiteY3-338" fmla="*/ 0 h 1343025"/>
                  <a:gd name="connsiteX4-339" fmla="*/ 652462 w 1343025"/>
                  <a:gd name="connsiteY4-340" fmla="*/ 171450 h 1343025"/>
                  <a:gd name="connsiteX5-341" fmla="*/ 816768 w 1343025"/>
                  <a:gd name="connsiteY5-342" fmla="*/ 185737 h 1343025"/>
                  <a:gd name="connsiteX6-343" fmla="*/ 900112 w 1343025"/>
                  <a:gd name="connsiteY6-344" fmla="*/ 40481 h 1343025"/>
                  <a:gd name="connsiteX7-345" fmla="*/ 1104900 w 1343025"/>
                  <a:gd name="connsiteY7-346" fmla="*/ 150018 h 1343025"/>
                  <a:gd name="connsiteX8-347" fmla="*/ 1014412 w 1343025"/>
                  <a:gd name="connsiteY8-348" fmla="*/ 295275 h 1343025"/>
                  <a:gd name="connsiteX9-349" fmla="*/ 1119187 w 1343025"/>
                  <a:gd name="connsiteY9-350" fmla="*/ 431006 h 1343025"/>
                  <a:gd name="connsiteX10-351" fmla="*/ 1281112 w 1343025"/>
                  <a:gd name="connsiteY10-352" fmla="*/ 373856 h 1343025"/>
                  <a:gd name="connsiteX11-353" fmla="*/ 1343025 w 1343025"/>
                  <a:gd name="connsiteY11-354" fmla="*/ 602456 h 1343025"/>
                  <a:gd name="connsiteX12-355" fmla="*/ 1173956 w 1343025"/>
                  <a:gd name="connsiteY12-356" fmla="*/ 645318 h 1343025"/>
                  <a:gd name="connsiteX13-357" fmla="*/ 1157287 w 1343025"/>
                  <a:gd name="connsiteY13-358" fmla="*/ 812006 h 1343025"/>
                  <a:gd name="connsiteX14-359" fmla="*/ 1307306 w 1343025"/>
                  <a:gd name="connsiteY14-360" fmla="*/ 892968 h 1343025"/>
                  <a:gd name="connsiteX15-361" fmla="*/ 1193006 w 1343025"/>
                  <a:gd name="connsiteY15-362" fmla="*/ 1097756 h 1343025"/>
                  <a:gd name="connsiteX16-363" fmla="*/ 1040606 w 1343025"/>
                  <a:gd name="connsiteY16-364" fmla="*/ 1009650 h 1343025"/>
                  <a:gd name="connsiteX17-365" fmla="*/ 919162 w 1343025"/>
                  <a:gd name="connsiteY17-366" fmla="*/ 1112043 h 1343025"/>
                  <a:gd name="connsiteX18-367" fmla="*/ 973931 w 1343025"/>
                  <a:gd name="connsiteY18-368" fmla="*/ 1276350 h 1343025"/>
                  <a:gd name="connsiteX19-369" fmla="*/ 745331 w 1343025"/>
                  <a:gd name="connsiteY19-370" fmla="*/ 1343025 h 1343025"/>
                  <a:gd name="connsiteX20-371" fmla="*/ 695325 w 1343025"/>
                  <a:gd name="connsiteY20-372" fmla="*/ 1171575 h 1343025"/>
                  <a:gd name="connsiteX21-373" fmla="*/ 535781 w 1343025"/>
                  <a:gd name="connsiteY21-374" fmla="*/ 1157287 h 1343025"/>
                  <a:gd name="connsiteX22-375" fmla="*/ 452437 w 1343025"/>
                  <a:gd name="connsiteY22-376" fmla="*/ 1304925 h 1343025"/>
                  <a:gd name="connsiteX23-377" fmla="*/ 245268 w 1343025"/>
                  <a:gd name="connsiteY23-378" fmla="*/ 1193006 h 1343025"/>
                  <a:gd name="connsiteX24-379" fmla="*/ 333375 w 1343025"/>
                  <a:gd name="connsiteY24-380" fmla="*/ 1042987 h 1343025"/>
                  <a:gd name="connsiteX25-381" fmla="*/ 226218 w 1343025"/>
                  <a:gd name="connsiteY25-382" fmla="*/ 909637 h 1343025"/>
                  <a:gd name="connsiteX26-383" fmla="*/ 59531 w 1343025"/>
                  <a:gd name="connsiteY26-384" fmla="*/ 964406 h 1343025"/>
                  <a:gd name="connsiteX27-385" fmla="*/ 0 w 1343025"/>
                  <a:gd name="connsiteY27-386" fmla="*/ 733425 h 1343025"/>
                  <a:gd name="connsiteX28-387" fmla="*/ 173831 w 1343025"/>
                  <a:gd name="connsiteY28-388" fmla="*/ 692943 h 1343025"/>
                  <a:gd name="connsiteX29-389" fmla="*/ 190500 w 1343025"/>
                  <a:gd name="connsiteY29-390" fmla="*/ 521493 h 1343025"/>
                  <a:gd name="connsiteX30-391" fmla="*/ 35718 w 1343025"/>
                  <a:gd name="connsiteY30-392" fmla="*/ 440531 h 1343025"/>
                  <a:gd name="connsiteX31-393" fmla="*/ 154781 w 1343025"/>
                  <a:gd name="connsiteY31-394" fmla="*/ 242887 h 1343025"/>
                  <a:gd name="connsiteX32-395" fmla="*/ 300037 w 1343025"/>
                  <a:gd name="connsiteY32-396" fmla="*/ 326231 h 1343025"/>
                  <a:gd name="connsiteX0-397" fmla="*/ 297656 w 1343025"/>
                  <a:gd name="connsiteY0-398" fmla="*/ 330993 h 1343025"/>
                  <a:gd name="connsiteX1-399" fmla="*/ 431006 w 1343025"/>
                  <a:gd name="connsiteY1-400" fmla="*/ 226218 h 1343025"/>
                  <a:gd name="connsiteX2-401" fmla="*/ 378618 w 1343025"/>
                  <a:gd name="connsiteY2-402" fmla="*/ 61912 h 1343025"/>
                  <a:gd name="connsiteX3-403" fmla="*/ 602456 w 1343025"/>
                  <a:gd name="connsiteY3-404" fmla="*/ 0 h 1343025"/>
                  <a:gd name="connsiteX4-405" fmla="*/ 652462 w 1343025"/>
                  <a:gd name="connsiteY4-406" fmla="*/ 171450 h 1343025"/>
                  <a:gd name="connsiteX5-407" fmla="*/ 816768 w 1343025"/>
                  <a:gd name="connsiteY5-408" fmla="*/ 185737 h 1343025"/>
                  <a:gd name="connsiteX6-409" fmla="*/ 900112 w 1343025"/>
                  <a:gd name="connsiteY6-410" fmla="*/ 40481 h 1343025"/>
                  <a:gd name="connsiteX7-411" fmla="*/ 1104900 w 1343025"/>
                  <a:gd name="connsiteY7-412" fmla="*/ 150018 h 1343025"/>
                  <a:gd name="connsiteX8-413" fmla="*/ 1014412 w 1343025"/>
                  <a:gd name="connsiteY8-414" fmla="*/ 295275 h 1343025"/>
                  <a:gd name="connsiteX9-415" fmla="*/ 1119187 w 1343025"/>
                  <a:gd name="connsiteY9-416" fmla="*/ 431006 h 1343025"/>
                  <a:gd name="connsiteX10-417" fmla="*/ 1281112 w 1343025"/>
                  <a:gd name="connsiteY10-418" fmla="*/ 373856 h 1343025"/>
                  <a:gd name="connsiteX11-419" fmla="*/ 1343025 w 1343025"/>
                  <a:gd name="connsiteY11-420" fmla="*/ 602456 h 1343025"/>
                  <a:gd name="connsiteX12-421" fmla="*/ 1173956 w 1343025"/>
                  <a:gd name="connsiteY12-422" fmla="*/ 645318 h 1343025"/>
                  <a:gd name="connsiteX13-423" fmla="*/ 1157287 w 1343025"/>
                  <a:gd name="connsiteY13-424" fmla="*/ 812006 h 1343025"/>
                  <a:gd name="connsiteX14-425" fmla="*/ 1307306 w 1343025"/>
                  <a:gd name="connsiteY14-426" fmla="*/ 892968 h 1343025"/>
                  <a:gd name="connsiteX15-427" fmla="*/ 1193006 w 1343025"/>
                  <a:gd name="connsiteY15-428" fmla="*/ 1097756 h 1343025"/>
                  <a:gd name="connsiteX16-429" fmla="*/ 1040606 w 1343025"/>
                  <a:gd name="connsiteY16-430" fmla="*/ 1009650 h 1343025"/>
                  <a:gd name="connsiteX17-431" fmla="*/ 919162 w 1343025"/>
                  <a:gd name="connsiteY17-432" fmla="*/ 1112043 h 1343025"/>
                  <a:gd name="connsiteX18-433" fmla="*/ 973931 w 1343025"/>
                  <a:gd name="connsiteY18-434" fmla="*/ 1276350 h 1343025"/>
                  <a:gd name="connsiteX19-435" fmla="*/ 745331 w 1343025"/>
                  <a:gd name="connsiteY19-436" fmla="*/ 1343025 h 1343025"/>
                  <a:gd name="connsiteX20-437" fmla="*/ 695325 w 1343025"/>
                  <a:gd name="connsiteY20-438" fmla="*/ 1171575 h 1343025"/>
                  <a:gd name="connsiteX21-439" fmla="*/ 535781 w 1343025"/>
                  <a:gd name="connsiteY21-440" fmla="*/ 1157287 h 1343025"/>
                  <a:gd name="connsiteX22-441" fmla="*/ 452437 w 1343025"/>
                  <a:gd name="connsiteY22-442" fmla="*/ 1304925 h 1343025"/>
                  <a:gd name="connsiteX23-443" fmla="*/ 245268 w 1343025"/>
                  <a:gd name="connsiteY23-444" fmla="*/ 1193006 h 1343025"/>
                  <a:gd name="connsiteX24-445" fmla="*/ 333375 w 1343025"/>
                  <a:gd name="connsiteY24-446" fmla="*/ 1042987 h 1343025"/>
                  <a:gd name="connsiteX25-447" fmla="*/ 226218 w 1343025"/>
                  <a:gd name="connsiteY25-448" fmla="*/ 909637 h 1343025"/>
                  <a:gd name="connsiteX26-449" fmla="*/ 59531 w 1343025"/>
                  <a:gd name="connsiteY26-450" fmla="*/ 964406 h 1343025"/>
                  <a:gd name="connsiteX27-451" fmla="*/ 0 w 1343025"/>
                  <a:gd name="connsiteY27-452" fmla="*/ 733425 h 1343025"/>
                  <a:gd name="connsiteX28-453" fmla="*/ 173831 w 1343025"/>
                  <a:gd name="connsiteY28-454" fmla="*/ 692943 h 1343025"/>
                  <a:gd name="connsiteX29-455" fmla="*/ 190500 w 1343025"/>
                  <a:gd name="connsiteY29-456" fmla="*/ 521493 h 1343025"/>
                  <a:gd name="connsiteX30-457" fmla="*/ 35718 w 1343025"/>
                  <a:gd name="connsiteY30-458" fmla="*/ 440531 h 1343025"/>
                  <a:gd name="connsiteX31-459" fmla="*/ 154781 w 1343025"/>
                  <a:gd name="connsiteY31-460" fmla="*/ 242887 h 1343025"/>
                  <a:gd name="connsiteX32-461" fmla="*/ 297656 w 1343025"/>
                  <a:gd name="connsiteY32-462" fmla="*/ 330993 h 1343025"/>
                  <a:gd name="connsiteX0-463" fmla="*/ 297656 w 1343025"/>
                  <a:gd name="connsiteY0-464" fmla="*/ 330993 h 1343025"/>
                  <a:gd name="connsiteX1-465" fmla="*/ 431006 w 1343025"/>
                  <a:gd name="connsiteY1-466" fmla="*/ 226218 h 1343025"/>
                  <a:gd name="connsiteX2-467" fmla="*/ 378618 w 1343025"/>
                  <a:gd name="connsiteY2-468" fmla="*/ 61912 h 1343025"/>
                  <a:gd name="connsiteX3-469" fmla="*/ 602456 w 1343025"/>
                  <a:gd name="connsiteY3-470" fmla="*/ 0 h 1343025"/>
                  <a:gd name="connsiteX4-471" fmla="*/ 652462 w 1343025"/>
                  <a:gd name="connsiteY4-472" fmla="*/ 171450 h 1343025"/>
                  <a:gd name="connsiteX5-473" fmla="*/ 816768 w 1343025"/>
                  <a:gd name="connsiteY5-474" fmla="*/ 185737 h 1343025"/>
                  <a:gd name="connsiteX6-475" fmla="*/ 900112 w 1343025"/>
                  <a:gd name="connsiteY6-476" fmla="*/ 40481 h 1343025"/>
                  <a:gd name="connsiteX7-477" fmla="*/ 1104900 w 1343025"/>
                  <a:gd name="connsiteY7-478" fmla="*/ 150018 h 1343025"/>
                  <a:gd name="connsiteX8-479" fmla="*/ 1014412 w 1343025"/>
                  <a:gd name="connsiteY8-480" fmla="*/ 295275 h 1343025"/>
                  <a:gd name="connsiteX9-481" fmla="*/ 1119187 w 1343025"/>
                  <a:gd name="connsiteY9-482" fmla="*/ 431006 h 1343025"/>
                  <a:gd name="connsiteX10-483" fmla="*/ 1281112 w 1343025"/>
                  <a:gd name="connsiteY10-484" fmla="*/ 373856 h 1343025"/>
                  <a:gd name="connsiteX11-485" fmla="*/ 1343025 w 1343025"/>
                  <a:gd name="connsiteY11-486" fmla="*/ 602456 h 1343025"/>
                  <a:gd name="connsiteX12-487" fmla="*/ 1173956 w 1343025"/>
                  <a:gd name="connsiteY12-488" fmla="*/ 645318 h 1343025"/>
                  <a:gd name="connsiteX13-489" fmla="*/ 1157287 w 1343025"/>
                  <a:gd name="connsiteY13-490" fmla="*/ 812006 h 1343025"/>
                  <a:gd name="connsiteX14-491" fmla="*/ 1307306 w 1343025"/>
                  <a:gd name="connsiteY14-492" fmla="*/ 892968 h 1343025"/>
                  <a:gd name="connsiteX15-493" fmla="*/ 1193006 w 1343025"/>
                  <a:gd name="connsiteY15-494" fmla="*/ 1097756 h 1343025"/>
                  <a:gd name="connsiteX16-495" fmla="*/ 1040606 w 1343025"/>
                  <a:gd name="connsiteY16-496" fmla="*/ 1009650 h 1343025"/>
                  <a:gd name="connsiteX17-497" fmla="*/ 919162 w 1343025"/>
                  <a:gd name="connsiteY17-498" fmla="*/ 1112043 h 1343025"/>
                  <a:gd name="connsiteX18-499" fmla="*/ 973931 w 1343025"/>
                  <a:gd name="connsiteY18-500" fmla="*/ 1276350 h 1343025"/>
                  <a:gd name="connsiteX19-501" fmla="*/ 745331 w 1343025"/>
                  <a:gd name="connsiteY19-502" fmla="*/ 1343025 h 1343025"/>
                  <a:gd name="connsiteX20-503" fmla="*/ 695325 w 1343025"/>
                  <a:gd name="connsiteY20-504" fmla="*/ 1171575 h 1343025"/>
                  <a:gd name="connsiteX21-505" fmla="*/ 535781 w 1343025"/>
                  <a:gd name="connsiteY21-506" fmla="*/ 1157287 h 1343025"/>
                  <a:gd name="connsiteX22-507" fmla="*/ 452437 w 1343025"/>
                  <a:gd name="connsiteY22-508" fmla="*/ 1304925 h 1343025"/>
                  <a:gd name="connsiteX23-509" fmla="*/ 245268 w 1343025"/>
                  <a:gd name="connsiteY23-510" fmla="*/ 1193006 h 1343025"/>
                  <a:gd name="connsiteX24-511" fmla="*/ 333375 w 1343025"/>
                  <a:gd name="connsiteY24-512" fmla="*/ 1042987 h 1343025"/>
                  <a:gd name="connsiteX25-513" fmla="*/ 226218 w 1343025"/>
                  <a:gd name="connsiteY25-514" fmla="*/ 909637 h 1343025"/>
                  <a:gd name="connsiteX26-515" fmla="*/ 59531 w 1343025"/>
                  <a:gd name="connsiteY26-516" fmla="*/ 964406 h 1343025"/>
                  <a:gd name="connsiteX27-517" fmla="*/ 0 w 1343025"/>
                  <a:gd name="connsiteY27-518" fmla="*/ 733425 h 1343025"/>
                  <a:gd name="connsiteX28-519" fmla="*/ 173831 w 1343025"/>
                  <a:gd name="connsiteY28-520" fmla="*/ 692943 h 1343025"/>
                  <a:gd name="connsiteX29-521" fmla="*/ 190500 w 1343025"/>
                  <a:gd name="connsiteY29-522" fmla="*/ 521493 h 1343025"/>
                  <a:gd name="connsiteX30-523" fmla="*/ 35718 w 1343025"/>
                  <a:gd name="connsiteY30-524" fmla="*/ 440531 h 1343025"/>
                  <a:gd name="connsiteX31-525" fmla="*/ 154781 w 1343025"/>
                  <a:gd name="connsiteY31-526" fmla="*/ 242887 h 1343025"/>
                  <a:gd name="connsiteX32-527" fmla="*/ 297656 w 1343025"/>
                  <a:gd name="connsiteY32-528" fmla="*/ 330993 h 1343025"/>
                  <a:gd name="connsiteX0-529" fmla="*/ 297656 w 1343025"/>
                  <a:gd name="connsiteY0-530" fmla="*/ 330993 h 1343025"/>
                  <a:gd name="connsiteX1-531" fmla="*/ 431006 w 1343025"/>
                  <a:gd name="connsiteY1-532" fmla="*/ 226218 h 1343025"/>
                  <a:gd name="connsiteX2-533" fmla="*/ 378618 w 1343025"/>
                  <a:gd name="connsiteY2-534" fmla="*/ 61912 h 1343025"/>
                  <a:gd name="connsiteX3-535" fmla="*/ 602456 w 1343025"/>
                  <a:gd name="connsiteY3-536" fmla="*/ 0 h 1343025"/>
                  <a:gd name="connsiteX4-537" fmla="*/ 652462 w 1343025"/>
                  <a:gd name="connsiteY4-538" fmla="*/ 171450 h 1343025"/>
                  <a:gd name="connsiteX5-539" fmla="*/ 816768 w 1343025"/>
                  <a:gd name="connsiteY5-540" fmla="*/ 185737 h 1343025"/>
                  <a:gd name="connsiteX6-541" fmla="*/ 900112 w 1343025"/>
                  <a:gd name="connsiteY6-542" fmla="*/ 40481 h 1343025"/>
                  <a:gd name="connsiteX7-543" fmla="*/ 1104900 w 1343025"/>
                  <a:gd name="connsiteY7-544" fmla="*/ 150018 h 1343025"/>
                  <a:gd name="connsiteX8-545" fmla="*/ 1014412 w 1343025"/>
                  <a:gd name="connsiteY8-546" fmla="*/ 295275 h 1343025"/>
                  <a:gd name="connsiteX9-547" fmla="*/ 1119187 w 1343025"/>
                  <a:gd name="connsiteY9-548" fmla="*/ 431006 h 1343025"/>
                  <a:gd name="connsiteX10-549" fmla="*/ 1281112 w 1343025"/>
                  <a:gd name="connsiteY10-550" fmla="*/ 373856 h 1343025"/>
                  <a:gd name="connsiteX11-551" fmla="*/ 1343025 w 1343025"/>
                  <a:gd name="connsiteY11-552" fmla="*/ 602456 h 1343025"/>
                  <a:gd name="connsiteX12-553" fmla="*/ 1173956 w 1343025"/>
                  <a:gd name="connsiteY12-554" fmla="*/ 645318 h 1343025"/>
                  <a:gd name="connsiteX13-555" fmla="*/ 1157287 w 1343025"/>
                  <a:gd name="connsiteY13-556" fmla="*/ 812006 h 1343025"/>
                  <a:gd name="connsiteX14-557" fmla="*/ 1307306 w 1343025"/>
                  <a:gd name="connsiteY14-558" fmla="*/ 892968 h 1343025"/>
                  <a:gd name="connsiteX15-559" fmla="*/ 1193006 w 1343025"/>
                  <a:gd name="connsiteY15-560" fmla="*/ 1097756 h 1343025"/>
                  <a:gd name="connsiteX16-561" fmla="*/ 1040606 w 1343025"/>
                  <a:gd name="connsiteY16-562" fmla="*/ 1009650 h 1343025"/>
                  <a:gd name="connsiteX17-563" fmla="*/ 919162 w 1343025"/>
                  <a:gd name="connsiteY17-564" fmla="*/ 1112043 h 1343025"/>
                  <a:gd name="connsiteX18-565" fmla="*/ 973931 w 1343025"/>
                  <a:gd name="connsiteY18-566" fmla="*/ 1276350 h 1343025"/>
                  <a:gd name="connsiteX19-567" fmla="*/ 745331 w 1343025"/>
                  <a:gd name="connsiteY19-568" fmla="*/ 1343025 h 1343025"/>
                  <a:gd name="connsiteX20-569" fmla="*/ 695325 w 1343025"/>
                  <a:gd name="connsiteY20-570" fmla="*/ 1171575 h 1343025"/>
                  <a:gd name="connsiteX21-571" fmla="*/ 535781 w 1343025"/>
                  <a:gd name="connsiteY21-572" fmla="*/ 1157287 h 1343025"/>
                  <a:gd name="connsiteX22-573" fmla="*/ 452437 w 1343025"/>
                  <a:gd name="connsiteY22-574" fmla="*/ 1304925 h 1343025"/>
                  <a:gd name="connsiteX23-575" fmla="*/ 245268 w 1343025"/>
                  <a:gd name="connsiteY23-576" fmla="*/ 1193006 h 1343025"/>
                  <a:gd name="connsiteX24-577" fmla="*/ 333375 w 1343025"/>
                  <a:gd name="connsiteY24-578" fmla="*/ 1042987 h 1343025"/>
                  <a:gd name="connsiteX25-579" fmla="*/ 226218 w 1343025"/>
                  <a:gd name="connsiteY25-580" fmla="*/ 909637 h 1343025"/>
                  <a:gd name="connsiteX26-581" fmla="*/ 59531 w 1343025"/>
                  <a:gd name="connsiteY26-582" fmla="*/ 964406 h 1343025"/>
                  <a:gd name="connsiteX27-583" fmla="*/ 0 w 1343025"/>
                  <a:gd name="connsiteY27-584" fmla="*/ 733425 h 1343025"/>
                  <a:gd name="connsiteX28-585" fmla="*/ 173831 w 1343025"/>
                  <a:gd name="connsiteY28-586" fmla="*/ 692943 h 1343025"/>
                  <a:gd name="connsiteX29-587" fmla="*/ 190500 w 1343025"/>
                  <a:gd name="connsiteY29-588" fmla="*/ 521493 h 1343025"/>
                  <a:gd name="connsiteX30-589" fmla="*/ 35718 w 1343025"/>
                  <a:gd name="connsiteY30-590" fmla="*/ 440531 h 1343025"/>
                  <a:gd name="connsiteX31-591" fmla="*/ 154781 w 1343025"/>
                  <a:gd name="connsiteY31-592" fmla="*/ 242887 h 1343025"/>
                  <a:gd name="connsiteX32-593" fmla="*/ 297656 w 1343025"/>
                  <a:gd name="connsiteY32-594" fmla="*/ 330993 h 1343025"/>
                  <a:gd name="connsiteX0-595" fmla="*/ 297656 w 1343025"/>
                  <a:gd name="connsiteY0-596" fmla="*/ 330993 h 1343025"/>
                  <a:gd name="connsiteX1-597" fmla="*/ 431006 w 1343025"/>
                  <a:gd name="connsiteY1-598" fmla="*/ 226218 h 1343025"/>
                  <a:gd name="connsiteX2-599" fmla="*/ 378618 w 1343025"/>
                  <a:gd name="connsiteY2-600" fmla="*/ 61912 h 1343025"/>
                  <a:gd name="connsiteX3-601" fmla="*/ 602456 w 1343025"/>
                  <a:gd name="connsiteY3-602" fmla="*/ 0 h 1343025"/>
                  <a:gd name="connsiteX4-603" fmla="*/ 652462 w 1343025"/>
                  <a:gd name="connsiteY4-604" fmla="*/ 171450 h 1343025"/>
                  <a:gd name="connsiteX5-605" fmla="*/ 816768 w 1343025"/>
                  <a:gd name="connsiteY5-606" fmla="*/ 185737 h 1343025"/>
                  <a:gd name="connsiteX6-607" fmla="*/ 900112 w 1343025"/>
                  <a:gd name="connsiteY6-608" fmla="*/ 40481 h 1343025"/>
                  <a:gd name="connsiteX7-609" fmla="*/ 1104900 w 1343025"/>
                  <a:gd name="connsiteY7-610" fmla="*/ 150018 h 1343025"/>
                  <a:gd name="connsiteX8-611" fmla="*/ 1014412 w 1343025"/>
                  <a:gd name="connsiteY8-612" fmla="*/ 295275 h 1343025"/>
                  <a:gd name="connsiteX9-613" fmla="*/ 1119187 w 1343025"/>
                  <a:gd name="connsiteY9-614" fmla="*/ 431006 h 1343025"/>
                  <a:gd name="connsiteX10-615" fmla="*/ 1281112 w 1343025"/>
                  <a:gd name="connsiteY10-616" fmla="*/ 373856 h 1343025"/>
                  <a:gd name="connsiteX11-617" fmla="*/ 1343025 w 1343025"/>
                  <a:gd name="connsiteY11-618" fmla="*/ 602456 h 1343025"/>
                  <a:gd name="connsiteX12-619" fmla="*/ 1173956 w 1343025"/>
                  <a:gd name="connsiteY12-620" fmla="*/ 645318 h 1343025"/>
                  <a:gd name="connsiteX13-621" fmla="*/ 1157287 w 1343025"/>
                  <a:gd name="connsiteY13-622" fmla="*/ 812006 h 1343025"/>
                  <a:gd name="connsiteX14-623" fmla="*/ 1307306 w 1343025"/>
                  <a:gd name="connsiteY14-624" fmla="*/ 892968 h 1343025"/>
                  <a:gd name="connsiteX15-625" fmla="*/ 1193006 w 1343025"/>
                  <a:gd name="connsiteY15-626" fmla="*/ 1097756 h 1343025"/>
                  <a:gd name="connsiteX16-627" fmla="*/ 1040606 w 1343025"/>
                  <a:gd name="connsiteY16-628" fmla="*/ 1009650 h 1343025"/>
                  <a:gd name="connsiteX17-629" fmla="*/ 919162 w 1343025"/>
                  <a:gd name="connsiteY17-630" fmla="*/ 1112043 h 1343025"/>
                  <a:gd name="connsiteX18-631" fmla="*/ 973931 w 1343025"/>
                  <a:gd name="connsiteY18-632" fmla="*/ 1276350 h 1343025"/>
                  <a:gd name="connsiteX19-633" fmla="*/ 745331 w 1343025"/>
                  <a:gd name="connsiteY19-634" fmla="*/ 1343025 h 1343025"/>
                  <a:gd name="connsiteX20-635" fmla="*/ 695325 w 1343025"/>
                  <a:gd name="connsiteY20-636" fmla="*/ 1171575 h 1343025"/>
                  <a:gd name="connsiteX21-637" fmla="*/ 535781 w 1343025"/>
                  <a:gd name="connsiteY21-638" fmla="*/ 1157287 h 1343025"/>
                  <a:gd name="connsiteX22-639" fmla="*/ 452437 w 1343025"/>
                  <a:gd name="connsiteY22-640" fmla="*/ 1304925 h 1343025"/>
                  <a:gd name="connsiteX23-641" fmla="*/ 245268 w 1343025"/>
                  <a:gd name="connsiteY23-642" fmla="*/ 1193006 h 1343025"/>
                  <a:gd name="connsiteX24-643" fmla="*/ 333375 w 1343025"/>
                  <a:gd name="connsiteY24-644" fmla="*/ 1042987 h 1343025"/>
                  <a:gd name="connsiteX25-645" fmla="*/ 226218 w 1343025"/>
                  <a:gd name="connsiteY25-646" fmla="*/ 909637 h 1343025"/>
                  <a:gd name="connsiteX26-647" fmla="*/ 59531 w 1343025"/>
                  <a:gd name="connsiteY26-648" fmla="*/ 964406 h 1343025"/>
                  <a:gd name="connsiteX27-649" fmla="*/ 0 w 1343025"/>
                  <a:gd name="connsiteY27-650" fmla="*/ 733425 h 1343025"/>
                  <a:gd name="connsiteX28-651" fmla="*/ 173831 w 1343025"/>
                  <a:gd name="connsiteY28-652" fmla="*/ 692943 h 1343025"/>
                  <a:gd name="connsiteX29-653" fmla="*/ 190500 w 1343025"/>
                  <a:gd name="connsiteY29-654" fmla="*/ 521493 h 1343025"/>
                  <a:gd name="connsiteX30-655" fmla="*/ 35718 w 1343025"/>
                  <a:gd name="connsiteY30-656" fmla="*/ 440531 h 1343025"/>
                  <a:gd name="connsiteX31-657" fmla="*/ 154781 w 1343025"/>
                  <a:gd name="connsiteY31-658" fmla="*/ 242887 h 1343025"/>
                  <a:gd name="connsiteX32-659" fmla="*/ 297656 w 1343025"/>
                  <a:gd name="connsiteY32-660" fmla="*/ 330993 h 1343025"/>
                  <a:gd name="connsiteX0-661" fmla="*/ 297656 w 1343025"/>
                  <a:gd name="connsiteY0-662" fmla="*/ 330993 h 1343025"/>
                  <a:gd name="connsiteX1-663" fmla="*/ 431006 w 1343025"/>
                  <a:gd name="connsiteY1-664" fmla="*/ 226218 h 1343025"/>
                  <a:gd name="connsiteX2-665" fmla="*/ 378618 w 1343025"/>
                  <a:gd name="connsiteY2-666" fmla="*/ 61912 h 1343025"/>
                  <a:gd name="connsiteX3-667" fmla="*/ 602456 w 1343025"/>
                  <a:gd name="connsiteY3-668" fmla="*/ 0 h 1343025"/>
                  <a:gd name="connsiteX4-669" fmla="*/ 652462 w 1343025"/>
                  <a:gd name="connsiteY4-670" fmla="*/ 171450 h 1343025"/>
                  <a:gd name="connsiteX5-671" fmla="*/ 816768 w 1343025"/>
                  <a:gd name="connsiteY5-672" fmla="*/ 185737 h 1343025"/>
                  <a:gd name="connsiteX6-673" fmla="*/ 900112 w 1343025"/>
                  <a:gd name="connsiteY6-674" fmla="*/ 40481 h 1343025"/>
                  <a:gd name="connsiteX7-675" fmla="*/ 1104900 w 1343025"/>
                  <a:gd name="connsiteY7-676" fmla="*/ 150018 h 1343025"/>
                  <a:gd name="connsiteX8-677" fmla="*/ 1014412 w 1343025"/>
                  <a:gd name="connsiteY8-678" fmla="*/ 295275 h 1343025"/>
                  <a:gd name="connsiteX9-679" fmla="*/ 1119187 w 1343025"/>
                  <a:gd name="connsiteY9-680" fmla="*/ 431006 h 1343025"/>
                  <a:gd name="connsiteX10-681" fmla="*/ 1281112 w 1343025"/>
                  <a:gd name="connsiteY10-682" fmla="*/ 373856 h 1343025"/>
                  <a:gd name="connsiteX11-683" fmla="*/ 1343025 w 1343025"/>
                  <a:gd name="connsiteY11-684" fmla="*/ 602456 h 1343025"/>
                  <a:gd name="connsiteX12-685" fmla="*/ 1173956 w 1343025"/>
                  <a:gd name="connsiteY12-686" fmla="*/ 645318 h 1343025"/>
                  <a:gd name="connsiteX13-687" fmla="*/ 1157287 w 1343025"/>
                  <a:gd name="connsiteY13-688" fmla="*/ 812006 h 1343025"/>
                  <a:gd name="connsiteX14-689" fmla="*/ 1307306 w 1343025"/>
                  <a:gd name="connsiteY14-690" fmla="*/ 892968 h 1343025"/>
                  <a:gd name="connsiteX15-691" fmla="*/ 1193006 w 1343025"/>
                  <a:gd name="connsiteY15-692" fmla="*/ 1097756 h 1343025"/>
                  <a:gd name="connsiteX16-693" fmla="*/ 1040606 w 1343025"/>
                  <a:gd name="connsiteY16-694" fmla="*/ 1009650 h 1343025"/>
                  <a:gd name="connsiteX17-695" fmla="*/ 919162 w 1343025"/>
                  <a:gd name="connsiteY17-696" fmla="*/ 1112043 h 1343025"/>
                  <a:gd name="connsiteX18-697" fmla="*/ 973931 w 1343025"/>
                  <a:gd name="connsiteY18-698" fmla="*/ 1276350 h 1343025"/>
                  <a:gd name="connsiteX19-699" fmla="*/ 745331 w 1343025"/>
                  <a:gd name="connsiteY19-700" fmla="*/ 1343025 h 1343025"/>
                  <a:gd name="connsiteX20-701" fmla="*/ 695325 w 1343025"/>
                  <a:gd name="connsiteY20-702" fmla="*/ 1171575 h 1343025"/>
                  <a:gd name="connsiteX21-703" fmla="*/ 535781 w 1343025"/>
                  <a:gd name="connsiteY21-704" fmla="*/ 1157287 h 1343025"/>
                  <a:gd name="connsiteX22-705" fmla="*/ 452437 w 1343025"/>
                  <a:gd name="connsiteY22-706" fmla="*/ 1304925 h 1343025"/>
                  <a:gd name="connsiteX23-707" fmla="*/ 245268 w 1343025"/>
                  <a:gd name="connsiteY23-708" fmla="*/ 1193006 h 1343025"/>
                  <a:gd name="connsiteX24-709" fmla="*/ 333375 w 1343025"/>
                  <a:gd name="connsiteY24-710" fmla="*/ 1042987 h 1343025"/>
                  <a:gd name="connsiteX25-711" fmla="*/ 226218 w 1343025"/>
                  <a:gd name="connsiteY25-712" fmla="*/ 909637 h 1343025"/>
                  <a:gd name="connsiteX26-713" fmla="*/ 59531 w 1343025"/>
                  <a:gd name="connsiteY26-714" fmla="*/ 964406 h 1343025"/>
                  <a:gd name="connsiteX27-715" fmla="*/ 0 w 1343025"/>
                  <a:gd name="connsiteY27-716" fmla="*/ 733425 h 1343025"/>
                  <a:gd name="connsiteX28-717" fmla="*/ 166687 w 1343025"/>
                  <a:gd name="connsiteY28-718" fmla="*/ 690562 h 1343025"/>
                  <a:gd name="connsiteX29-719" fmla="*/ 190500 w 1343025"/>
                  <a:gd name="connsiteY29-720" fmla="*/ 521493 h 1343025"/>
                  <a:gd name="connsiteX30-721" fmla="*/ 35718 w 1343025"/>
                  <a:gd name="connsiteY30-722" fmla="*/ 440531 h 1343025"/>
                  <a:gd name="connsiteX31-723" fmla="*/ 154781 w 1343025"/>
                  <a:gd name="connsiteY31-724" fmla="*/ 242887 h 1343025"/>
                  <a:gd name="connsiteX32-725" fmla="*/ 297656 w 1343025"/>
                  <a:gd name="connsiteY32-726" fmla="*/ 330993 h 1343025"/>
                  <a:gd name="connsiteX0-727" fmla="*/ 297656 w 1343025"/>
                  <a:gd name="connsiteY0-728" fmla="*/ 330993 h 1343025"/>
                  <a:gd name="connsiteX1-729" fmla="*/ 431006 w 1343025"/>
                  <a:gd name="connsiteY1-730" fmla="*/ 226218 h 1343025"/>
                  <a:gd name="connsiteX2-731" fmla="*/ 378618 w 1343025"/>
                  <a:gd name="connsiteY2-732" fmla="*/ 61912 h 1343025"/>
                  <a:gd name="connsiteX3-733" fmla="*/ 602456 w 1343025"/>
                  <a:gd name="connsiteY3-734" fmla="*/ 0 h 1343025"/>
                  <a:gd name="connsiteX4-735" fmla="*/ 652462 w 1343025"/>
                  <a:gd name="connsiteY4-736" fmla="*/ 171450 h 1343025"/>
                  <a:gd name="connsiteX5-737" fmla="*/ 816768 w 1343025"/>
                  <a:gd name="connsiteY5-738" fmla="*/ 185737 h 1343025"/>
                  <a:gd name="connsiteX6-739" fmla="*/ 900112 w 1343025"/>
                  <a:gd name="connsiteY6-740" fmla="*/ 40481 h 1343025"/>
                  <a:gd name="connsiteX7-741" fmla="*/ 1104900 w 1343025"/>
                  <a:gd name="connsiteY7-742" fmla="*/ 150018 h 1343025"/>
                  <a:gd name="connsiteX8-743" fmla="*/ 1014412 w 1343025"/>
                  <a:gd name="connsiteY8-744" fmla="*/ 295275 h 1343025"/>
                  <a:gd name="connsiteX9-745" fmla="*/ 1119187 w 1343025"/>
                  <a:gd name="connsiteY9-746" fmla="*/ 431006 h 1343025"/>
                  <a:gd name="connsiteX10-747" fmla="*/ 1281112 w 1343025"/>
                  <a:gd name="connsiteY10-748" fmla="*/ 373856 h 1343025"/>
                  <a:gd name="connsiteX11-749" fmla="*/ 1343025 w 1343025"/>
                  <a:gd name="connsiteY11-750" fmla="*/ 602456 h 1343025"/>
                  <a:gd name="connsiteX12-751" fmla="*/ 1173956 w 1343025"/>
                  <a:gd name="connsiteY12-752" fmla="*/ 645318 h 1343025"/>
                  <a:gd name="connsiteX13-753" fmla="*/ 1157287 w 1343025"/>
                  <a:gd name="connsiteY13-754" fmla="*/ 812006 h 1343025"/>
                  <a:gd name="connsiteX14-755" fmla="*/ 1307306 w 1343025"/>
                  <a:gd name="connsiteY14-756" fmla="*/ 892968 h 1343025"/>
                  <a:gd name="connsiteX15-757" fmla="*/ 1193006 w 1343025"/>
                  <a:gd name="connsiteY15-758" fmla="*/ 1097756 h 1343025"/>
                  <a:gd name="connsiteX16-759" fmla="*/ 1040606 w 1343025"/>
                  <a:gd name="connsiteY16-760" fmla="*/ 1009650 h 1343025"/>
                  <a:gd name="connsiteX17-761" fmla="*/ 919162 w 1343025"/>
                  <a:gd name="connsiteY17-762" fmla="*/ 1112043 h 1343025"/>
                  <a:gd name="connsiteX18-763" fmla="*/ 973931 w 1343025"/>
                  <a:gd name="connsiteY18-764" fmla="*/ 1276350 h 1343025"/>
                  <a:gd name="connsiteX19-765" fmla="*/ 745331 w 1343025"/>
                  <a:gd name="connsiteY19-766" fmla="*/ 1343025 h 1343025"/>
                  <a:gd name="connsiteX20-767" fmla="*/ 695325 w 1343025"/>
                  <a:gd name="connsiteY20-768" fmla="*/ 1171575 h 1343025"/>
                  <a:gd name="connsiteX21-769" fmla="*/ 535781 w 1343025"/>
                  <a:gd name="connsiteY21-770" fmla="*/ 1157287 h 1343025"/>
                  <a:gd name="connsiteX22-771" fmla="*/ 452437 w 1343025"/>
                  <a:gd name="connsiteY22-772" fmla="*/ 1304925 h 1343025"/>
                  <a:gd name="connsiteX23-773" fmla="*/ 245268 w 1343025"/>
                  <a:gd name="connsiteY23-774" fmla="*/ 1193006 h 1343025"/>
                  <a:gd name="connsiteX24-775" fmla="*/ 333375 w 1343025"/>
                  <a:gd name="connsiteY24-776" fmla="*/ 1042987 h 1343025"/>
                  <a:gd name="connsiteX25-777" fmla="*/ 226218 w 1343025"/>
                  <a:gd name="connsiteY25-778" fmla="*/ 909637 h 1343025"/>
                  <a:gd name="connsiteX26-779" fmla="*/ 59531 w 1343025"/>
                  <a:gd name="connsiteY26-780" fmla="*/ 964406 h 1343025"/>
                  <a:gd name="connsiteX27-781" fmla="*/ 0 w 1343025"/>
                  <a:gd name="connsiteY27-782" fmla="*/ 733425 h 1343025"/>
                  <a:gd name="connsiteX28-783" fmla="*/ 166687 w 1343025"/>
                  <a:gd name="connsiteY28-784" fmla="*/ 690562 h 1343025"/>
                  <a:gd name="connsiteX29-785" fmla="*/ 190500 w 1343025"/>
                  <a:gd name="connsiteY29-786" fmla="*/ 521493 h 1343025"/>
                  <a:gd name="connsiteX30-787" fmla="*/ 35718 w 1343025"/>
                  <a:gd name="connsiteY30-788" fmla="*/ 440531 h 1343025"/>
                  <a:gd name="connsiteX31-789" fmla="*/ 154781 w 1343025"/>
                  <a:gd name="connsiteY31-790" fmla="*/ 242887 h 1343025"/>
                  <a:gd name="connsiteX32-791" fmla="*/ 297656 w 1343025"/>
                  <a:gd name="connsiteY32-792" fmla="*/ 330993 h 1343025"/>
                  <a:gd name="connsiteX0-793" fmla="*/ 297656 w 1343025"/>
                  <a:gd name="connsiteY0-794" fmla="*/ 330993 h 1343025"/>
                  <a:gd name="connsiteX1-795" fmla="*/ 431006 w 1343025"/>
                  <a:gd name="connsiteY1-796" fmla="*/ 226218 h 1343025"/>
                  <a:gd name="connsiteX2-797" fmla="*/ 378618 w 1343025"/>
                  <a:gd name="connsiteY2-798" fmla="*/ 61912 h 1343025"/>
                  <a:gd name="connsiteX3-799" fmla="*/ 602456 w 1343025"/>
                  <a:gd name="connsiteY3-800" fmla="*/ 0 h 1343025"/>
                  <a:gd name="connsiteX4-801" fmla="*/ 652462 w 1343025"/>
                  <a:gd name="connsiteY4-802" fmla="*/ 171450 h 1343025"/>
                  <a:gd name="connsiteX5-803" fmla="*/ 816768 w 1343025"/>
                  <a:gd name="connsiteY5-804" fmla="*/ 185737 h 1343025"/>
                  <a:gd name="connsiteX6-805" fmla="*/ 900112 w 1343025"/>
                  <a:gd name="connsiteY6-806" fmla="*/ 40481 h 1343025"/>
                  <a:gd name="connsiteX7-807" fmla="*/ 1104900 w 1343025"/>
                  <a:gd name="connsiteY7-808" fmla="*/ 150018 h 1343025"/>
                  <a:gd name="connsiteX8-809" fmla="*/ 1014412 w 1343025"/>
                  <a:gd name="connsiteY8-810" fmla="*/ 295275 h 1343025"/>
                  <a:gd name="connsiteX9-811" fmla="*/ 1119187 w 1343025"/>
                  <a:gd name="connsiteY9-812" fmla="*/ 431006 h 1343025"/>
                  <a:gd name="connsiteX10-813" fmla="*/ 1281112 w 1343025"/>
                  <a:gd name="connsiteY10-814" fmla="*/ 373856 h 1343025"/>
                  <a:gd name="connsiteX11-815" fmla="*/ 1343025 w 1343025"/>
                  <a:gd name="connsiteY11-816" fmla="*/ 602456 h 1343025"/>
                  <a:gd name="connsiteX12-817" fmla="*/ 1173956 w 1343025"/>
                  <a:gd name="connsiteY12-818" fmla="*/ 645318 h 1343025"/>
                  <a:gd name="connsiteX13-819" fmla="*/ 1157287 w 1343025"/>
                  <a:gd name="connsiteY13-820" fmla="*/ 812006 h 1343025"/>
                  <a:gd name="connsiteX14-821" fmla="*/ 1307306 w 1343025"/>
                  <a:gd name="connsiteY14-822" fmla="*/ 892968 h 1343025"/>
                  <a:gd name="connsiteX15-823" fmla="*/ 1193006 w 1343025"/>
                  <a:gd name="connsiteY15-824" fmla="*/ 1097756 h 1343025"/>
                  <a:gd name="connsiteX16-825" fmla="*/ 1040606 w 1343025"/>
                  <a:gd name="connsiteY16-826" fmla="*/ 1009650 h 1343025"/>
                  <a:gd name="connsiteX17-827" fmla="*/ 919162 w 1343025"/>
                  <a:gd name="connsiteY17-828" fmla="*/ 1112043 h 1343025"/>
                  <a:gd name="connsiteX18-829" fmla="*/ 973931 w 1343025"/>
                  <a:gd name="connsiteY18-830" fmla="*/ 1276350 h 1343025"/>
                  <a:gd name="connsiteX19-831" fmla="*/ 745331 w 1343025"/>
                  <a:gd name="connsiteY19-832" fmla="*/ 1343025 h 1343025"/>
                  <a:gd name="connsiteX20-833" fmla="*/ 695325 w 1343025"/>
                  <a:gd name="connsiteY20-834" fmla="*/ 1171575 h 1343025"/>
                  <a:gd name="connsiteX21-835" fmla="*/ 535781 w 1343025"/>
                  <a:gd name="connsiteY21-836" fmla="*/ 1157287 h 1343025"/>
                  <a:gd name="connsiteX22-837" fmla="*/ 452437 w 1343025"/>
                  <a:gd name="connsiteY22-838" fmla="*/ 1304925 h 1343025"/>
                  <a:gd name="connsiteX23-839" fmla="*/ 245268 w 1343025"/>
                  <a:gd name="connsiteY23-840" fmla="*/ 1193006 h 1343025"/>
                  <a:gd name="connsiteX24-841" fmla="*/ 333375 w 1343025"/>
                  <a:gd name="connsiteY24-842" fmla="*/ 1042987 h 1343025"/>
                  <a:gd name="connsiteX25-843" fmla="*/ 226218 w 1343025"/>
                  <a:gd name="connsiteY25-844" fmla="*/ 909637 h 1343025"/>
                  <a:gd name="connsiteX26-845" fmla="*/ 59531 w 1343025"/>
                  <a:gd name="connsiteY26-846" fmla="*/ 964406 h 1343025"/>
                  <a:gd name="connsiteX27-847" fmla="*/ 0 w 1343025"/>
                  <a:gd name="connsiteY27-848" fmla="*/ 733425 h 1343025"/>
                  <a:gd name="connsiteX28-849" fmla="*/ 166687 w 1343025"/>
                  <a:gd name="connsiteY28-850" fmla="*/ 690562 h 1343025"/>
                  <a:gd name="connsiteX29-851" fmla="*/ 190500 w 1343025"/>
                  <a:gd name="connsiteY29-852" fmla="*/ 521493 h 1343025"/>
                  <a:gd name="connsiteX30-853" fmla="*/ 35718 w 1343025"/>
                  <a:gd name="connsiteY30-854" fmla="*/ 440531 h 1343025"/>
                  <a:gd name="connsiteX31-855" fmla="*/ 154781 w 1343025"/>
                  <a:gd name="connsiteY31-856" fmla="*/ 242887 h 1343025"/>
                  <a:gd name="connsiteX32-857" fmla="*/ 297656 w 1343025"/>
                  <a:gd name="connsiteY32-858" fmla="*/ 330993 h 1343025"/>
                  <a:gd name="connsiteX0-859" fmla="*/ 297656 w 1343025"/>
                  <a:gd name="connsiteY0-860" fmla="*/ 330993 h 1343025"/>
                  <a:gd name="connsiteX1-861" fmla="*/ 431006 w 1343025"/>
                  <a:gd name="connsiteY1-862" fmla="*/ 226218 h 1343025"/>
                  <a:gd name="connsiteX2-863" fmla="*/ 378618 w 1343025"/>
                  <a:gd name="connsiteY2-864" fmla="*/ 61912 h 1343025"/>
                  <a:gd name="connsiteX3-865" fmla="*/ 602456 w 1343025"/>
                  <a:gd name="connsiteY3-866" fmla="*/ 0 h 1343025"/>
                  <a:gd name="connsiteX4-867" fmla="*/ 652462 w 1343025"/>
                  <a:gd name="connsiteY4-868" fmla="*/ 171450 h 1343025"/>
                  <a:gd name="connsiteX5-869" fmla="*/ 816768 w 1343025"/>
                  <a:gd name="connsiteY5-870" fmla="*/ 185737 h 1343025"/>
                  <a:gd name="connsiteX6-871" fmla="*/ 900112 w 1343025"/>
                  <a:gd name="connsiteY6-872" fmla="*/ 40481 h 1343025"/>
                  <a:gd name="connsiteX7-873" fmla="*/ 1104900 w 1343025"/>
                  <a:gd name="connsiteY7-874" fmla="*/ 150018 h 1343025"/>
                  <a:gd name="connsiteX8-875" fmla="*/ 1014412 w 1343025"/>
                  <a:gd name="connsiteY8-876" fmla="*/ 295275 h 1343025"/>
                  <a:gd name="connsiteX9-877" fmla="*/ 1119187 w 1343025"/>
                  <a:gd name="connsiteY9-878" fmla="*/ 431006 h 1343025"/>
                  <a:gd name="connsiteX10-879" fmla="*/ 1281112 w 1343025"/>
                  <a:gd name="connsiteY10-880" fmla="*/ 373856 h 1343025"/>
                  <a:gd name="connsiteX11-881" fmla="*/ 1343025 w 1343025"/>
                  <a:gd name="connsiteY11-882" fmla="*/ 602456 h 1343025"/>
                  <a:gd name="connsiteX12-883" fmla="*/ 1173956 w 1343025"/>
                  <a:gd name="connsiteY12-884" fmla="*/ 645318 h 1343025"/>
                  <a:gd name="connsiteX13-885" fmla="*/ 1157287 w 1343025"/>
                  <a:gd name="connsiteY13-886" fmla="*/ 812006 h 1343025"/>
                  <a:gd name="connsiteX14-887" fmla="*/ 1307306 w 1343025"/>
                  <a:gd name="connsiteY14-888" fmla="*/ 892968 h 1343025"/>
                  <a:gd name="connsiteX15-889" fmla="*/ 1193006 w 1343025"/>
                  <a:gd name="connsiteY15-890" fmla="*/ 1097756 h 1343025"/>
                  <a:gd name="connsiteX16-891" fmla="*/ 1040606 w 1343025"/>
                  <a:gd name="connsiteY16-892" fmla="*/ 1009650 h 1343025"/>
                  <a:gd name="connsiteX17-893" fmla="*/ 919162 w 1343025"/>
                  <a:gd name="connsiteY17-894" fmla="*/ 1112043 h 1343025"/>
                  <a:gd name="connsiteX18-895" fmla="*/ 973931 w 1343025"/>
                  <a:gd name="connsiteY18-896" fmla="*/ 1276350 h 1343025"/>
                  <a:gd name="connsiteX19-897" fmla="*/ 745331 w 1343025"/>
                  <a:gd name="connsiteY19-898" fmla="*/ 1343025 h 1343025"/>
                  <a:gd name="connsiteX20-899" fmla="*/ 695325 w 1343025"/>
                  <a:gd name="connsiteY20-900" fmla="*/ 1171575 h 1343025"/>
                  <a:gd name="connsiteX21-901" fmla="*/ 535781 w 1343025"/>
                  <a:gd name="connsiteY21-902" fmla="*/ 1157287 h 1343025"/>
                  <a:gd name="connsiteX22-903" fmla="*/ 452437 w 1343025"/>
                  <a:gd name="connsiteY22-904" fmla="*/ 1304925 h 1343025"/>
                  <a:gd name="connsiteX23-905" fmla="*/ 245268 w 1343025"/>
                  <a:gd name="connsiteY23-906" fmla="*/ 1193006 h 1343025"/>
                  <a:gd name="connsiteX24-907" fmla="*/ 333375 w 1343025"/>
                  <a:gd name="connsiteY24-908" fmla="*/ 1042987 h 1343025"/>
                  <a:gd name="connsiteX25-909" fmla="*/ 226218 w 1343025"/>
                  <a:gd name="connsiteY25-910" fmla="*/ 909637 h 1343025"/>
                  <a:gd name="connsiteX26-911" fmla="*/ 59531 w 1343025"/>
                  <a:gd name="connsiteY26-912" fmla="*/ 964406 h 1343025"/>
                  <a:gd name="connsiteX27-913" fmla="*/ 0 w 1343025"/>
                  <a:gd name="connsiteY27-914" fmla="*/ 733425 h 1343025"/>
                  <a:gd name="connsiteX28-915" fmla="*/ 166687 w 1343025"/>
                  <a:gd name="connsiteY28-916" fmla="*/ 690562 h 1343025"/>
                  <a:gd name="connsiteX29-917" fmla="*/ 190500 w 1343025"/>
                  <a:gd name="connsiteY29-918" fmla="*/ 521493 h 1343025"/>
                  <a:gd name="connsiteX30-919" fmla="*/ 35718 w 1343025"/>
                  <a:gd name="connsiteY30-920" fmla="*/ 440531 h 1343025"/>
                  <a:gd name="connsiteX31-921" fmla="*/ 154781 w 1343025"/>
                  <a:gd name="connsiteY31-922" fmla="*/ 242887 h 1343025"/>
                  <a:gd name="connsiteX32-923" fmla="*/ 297656 w 1343025"/>
                  <a:gd name="connsiteY32-924" fmla="*/ 330993 h 1343025"/>
                  <a:gd name="connsiteX0-925" fmla="*/ 297656 w 1343025"/>
                  <a:gd name="connsiteY0-926" fmla="*/ 330993 h 1343025"/>
                  <a:gd name="connsiteX1-927" fmla="*/ 431006 w 1343025"/>
                  <a:gd name="connsiteY1-928" fmla="*/ 226218 h 1343025"/>
                  <a:gd name="connsiteX2-929" fmla="*/ 378618 w 1343025"/>
                  <a:gd name="connsiteY2-930" fmla="*/ 61912 h 1343025"/>
                  <a:gd name="connsiteX3-931" fmla="*/ 602456 w 1343025"/>
                  <a:gd name="connsiteY3-932" fmla="*/ 0 h 1343025"/>
                  <a:gd name="connsiteX4-933" fmla="*/ 652462 w 1343025"/>
                  <a:gd name="connsiteY4-934" fmla="*/ 171450 h 1343025"/>
                  <a:gd name="connsiteX5-935" fmla="*/ 816768 w 1343025"/>
                  <a:gd name="connsiteY5-936" fmla="*/ 185737 h 1343025"/>
                  <a:gd name="connsiteX6-937" fmla="*/ 900112 w 1343025"/>
                  <a:gd name="connsiteY6-938" fmla="*/ 40481 h 1343025"/>
                  <a:gd name="connsiteX7-939" fmla="*/ 1104900 w 1343025"/>
                  <a:gd name="connsiteY7-940" fmla="*/ 150018 h 1343025"/>
                  <a:gd name="connsiteX8-941" fmla="*/ 1014412 w 1343025"/>
                  <a:gd name="connsiteY8-942" fmla="*/ 295275 h 1343025"/>
                  <a:gd name="connsiteX9-943" fmla="*/ 1119187 w 1343025"/>
                  <a:gd name="connsiteY9-944" fmla="*/ 431006 h 1343025"/>
                  <a:gd name="connsiteX10-945" fmla="*/ 1281112 w 1343025"/>
                  <a:gd name="connsiteY10-946" fmla="*/ 373856 h 1343025"/>
                  <a:gd name="connsiteX11-947" fmla="*/ 1343025 w 1343025"/>
                  <a:gd name="connsiteY11-948" fmla="*/ 602456 h 1343025"/>
                  <a:gd name="connsiteX12-949" fmla="*/ 1173956 w 1343025"/>
                  <a:gd name="connsiteY12-950" fmla="*/ 645318 h 1343025"/>
                  <a:gd name="connsiteX13-951" fmla="*/ 1157287 w 1343025"/>
                  <a:gd name="connsiteY13-952" fmla="*/ 812006 h 1343025"/>
                  <a:gd name="connsiteX14-953" fmla="*/ 1307306 w 1343025"/>
                  <a:gd name="connsiteY14-954" fmla="*/ 892968 h 1343025"/>
                  <a:gd name="connsiteX15-955" fmla="*/ 1193006 w 1343025"/>
                  <a:gd name="connsiteY15-956" fmla="*/ 1097756 h 1343025"/>
                  <a:gd name="connsiteX16-957" fmla="*/ 1040606 w 1343025"/>
                  <a:gd name="connsiteY16-958" fmla="*/ 1009650 h 1343025"/>
                  <a:gd name="connsiteX17-959" fmla="*/ 919162 w 1343025"/>
                  <a:gd name="connsiteY17-960" fmla="*/ 1112043 h 1343025"/>
                  <a:gd name="connsiteX18-961" fmla="*/ 973931 w 1343025"/>
                  <a:gd name="connsiteY18-962" fmla="*/ 1276350 h 1343025"/>
                  <a:gd name="connsiteX19-963" fmla="*/ 745331 w 1343025"/>
                  <a:gd name="connsiteY19-964" fmla="*/ 1343025 h 1343025"/>
                  <a:gd name="connsiteX20-965" fmla="*/ 695325 w 1343025"/>
                  <a:gd name="connsiteY20-966" fmla="*/ 1171575 h 1343025"/>
                  <a:gd name="connsiteX21-967" fmla="*/ 535781 w 1343025"/>
                  <a:gd name="connsiteY21-968" fmla="*/ 1157287 h 1343025"/>
                  <a:gd name="connsiteX22-969" fmla="*/ 452437 w 1343025"/>
                  <a:gd name="connsiteY22-970" fmla="*/ 1304925 h 1343025"/>
                  <a:gd name="connsiteX23-971" fmla="*/ 245268 w 1343025"/>
                  <a:gd name="connsiteY23-972" fmla="*/ 1193006 h 1343025"/>
                  <a:gd name="connsiteX24-973" fmla="*/ 333375 w 1343025"/>
                  <a:gd name="connsiteY24-974" fmla="*/ 1042987 h 1343025"/>
                  <a:gd name="connsiteX25-975" fmla="*/ 226218 w 1343025"/>
                  <a:gd name="connsiteY25-976" fmla="*/ 909637 h 1343025"/>
                  <a:gd name="connsiteX26-977" fmla="*/ 59531 w 1343025"/>
                  <a:gd name="connsiteY26-978" fmla="*/ 964406 h 1343025"/>
                  <a:gd name="connsiteX27-979" fmla="*/ 0 w 1343025"/>
                  <a:gd name="connsiteY27-980" fmla="*/ 733425 h 1343025"/>
                  <a:gd name="connsiteX28-981" fmla="*/ 166687 w 1343025"/>
                  <a:gd name="connsiteY28-982" fmla="*/ 690562 h 1343025"/>
                  <a:gd name="connsiteX29-983" fmla="*/ 190500 w 1343025"/>
                  <a:gd name="connsiteY29-984" fmla="*/ 521493 h 1343025"/>
                  <a:gd name="connsiteX30-985" fmla="*/ 35718 w 1343025"/>
                  <a:gd name="connsiteY30-986" fmla="*/ 440531 h 1343025"/>
                  <a:gd name="connsiteX31-987" fmla="*/ 154781 w 1343025"/>
                  <a:gd name="connsiteY31-988" fmla="*/ 242887 h 1343025"/>
                  <a:gd name="connsiteX32-989" fmla="*/ 297656 w 1343025"/>
                  <a:gd name="connsiteY32-990" fmla="*/ 330993 h 1343025"/>
                  <a:gd name="connsiteX0-991" fmla="*/ 297656 w 1343025"/>
                  <a:gd name="connsiteY0-992" fmla="*/ 330993 h 1343025"/>
                  <a:gd name="connsiteX1-993" fmla="*/ 431006 w 1343025"/>
                  <a:gd name="connsiteY1-994" fmla="*/ 226218 h 1343025"/>
                  <a:gd name="connsiteX2-995" fmla="*/ 378618 w 1343025"/>
                  <a:gd name="connsiteY2-996" fmla="*/ 61912 h 1343025"/>
                  <a:gd name="connsiteX3-997" fmla="*/ 602456 w 1343025"/>
                  <a:gd name="connsiteY3-998" fmla="*/ 0 h 1343025"/>
                  <a:gd name="connsiteX4-999" fmla="*/ 652462 w 1343025"/>
                  <a:gd name="connsiteY4-1000" fmla="*/ 171450 h 1343025"/>
                  <a:gd name="connsiteX5-1001" fmla="*/ 816768 w 1343025"/>
                  <a:gd name="connsiteY5-1002" fmla="*/ 185737 h 1343025"/>
                  <a:gd name="connsiteX6-1003" fmla="*/ 900112 w 1343025"/>
                  <a:gd name="connsiteY6-1004" fmla="*/ 40481 h 1343025"/>
                  <a:gd name="connsiteX7-1005" fmla="*/ 1104900 w 1343025"/>
                  <a:gd name="connsiteY7-1006" fmla="*/ 150018 h 1343025"/>
                  <a:gd name="connsiteX8-1007" fmla="*/ 1014412 w 1343025"/>
                  <a:gd name="connsiteY8-1008" fmla="*/ 295275 h 1343025"/>
                  <a:gd name="connsiteX9-1009" fmla="*/ 1119187 w 1343025"/>
                  <a:gd name="connsiteY9-1010" fmla="*/ 431006 h 1343025"/>
                  <a:gd name="connsiteX10-1011" fmla="*/ 1281112 w 1343025"/>
                  <a:gd name="connsiteY10-1012" fmla="*/ 373856 h 1343025"/>
                  <a:gd name="connsiteX11-1013" fmla="*/ 1343025 w 1343025"/>
                  <a:gd name="connsiteY11-1014" fmla="*/ 602456 h 1343025"/>
                  <a:gd name="connsiteX12-1015" fmla="*/ 1173956 w 1343025"/>
                  <a:gd name="connsiteY12-1016" fmla="*/ 645318 h 1343025"/>
                  <a:gd name="connsiteX13-1017" fmla="*/ 1157287 w 1343025"/>
                  <a:gd name="connsiteY13-1018" fmla="*/ 812006 h 1343025"/>
                  <a:gd name="connsiteX14-1019" fmla="*/ 1307306 w 1343025"/>
                  <a:gd name="connsiteY14-1020" fmla="*/ 892968 h 1343025"/>
                  <a:gd name="connsiteX15-1021" fmla="*/ 1193006 w 1343025"/>
                  <a:gd name="connsiteY15-1022" fmla="*/ 1097756 h 1343025"/>
                  <a:gd name="connsiteX16-1023" fmla="*/ 1040606 w 1343025"/>
                  <a:gd name="connsiteY16-1024" fmla="*/ 1009650 h 1343025"/>
                  <a:gd name="connsiteX17-1025" fmla="*/ 919162 w 1343025"/>
                  <a:gd name="connsiteY17-1026" fmla="*/ 1112043 h 1343025"/>
                  <a:gd name="connsiteX18-1027" fmla="*/ 973931 w 1343025"/>
                  <a:gd name="connsiteY18-1028" fmla="*/ 1276350 h 1343025"/>
                  <a:gd name="connsiteX19-1029" fmla="*/ 745331 w 1343025"/>
                  <a:gd name="connsiteY19-1030" fmla="*/ 1343025 h 1343025"/>
                  <a:gd name="connsiteX20-1031" fmla="*/ 695325 w 1343025"/>
                  <a:gd name="connsiteY20-1032" fmla="*/ 1171575 h 1343025"/>
                  <a:gd name="connsiteX21-1033" fmla="*/ 535781 w 1343025"/>
                  <a:gd name="connsiteY21-1034" fmla="*/ 1157287 h 1343025"/>
                  <a:gd name="connsiteX22-1035" fmla="*/ 452437 w 1343025"/>
                  <a:gd name="connsiteY22-1036" fmla="*/ 1304925 h 1343025"/>
                  <a:gd name="connsiteX23-1037" fmla="*/ 245268 w 1343025"/>
                  <a:gd name="connsiteY23-1038" fmla="*/ 1193006 h 1343025"/>
                  <a:gd name="connsiteX24-1039" fmla="*/ 333375 w 1343025"/>
                  <a:gd name="connsiteY24-1040" fmla="*/ 1042987 h 1343025"/>
                  <a:gd name="connsiteX25-1041" fmla="*/ 226218 w 1343025"/>
                  <a:gd name="connsiteY25-1042" fmla="*/ 909637 h 1343025"/>
                  <a:gd name="connsiteX26-1043" fmla="*/ 59531 w 1343025"/>
                  <a:gd name="connsiteY26-1044" fmla="*/ 964406 h 1343025"/>
                  <a:gd name="connsiteX27-1045" fmla="*/ 0 w 1343025"/>
                  <a:gd name="connsiteY27-1046" fmla="*/ 733425 h 1343025"/>
                  <a:gd name="connsiteX28-1047" fmla="*/ 166687 w 1343025"/>
                  <a:gd name="connsiteY28-1048" fmla="*/ 690562 h 1343025"/>
                  <a:gd name="connsiteX29-1049" fmla="*/ 190500 w 1343025"/>
                  <a:gd name="connsiteY29-1050" fmla="*/ 521493 h 1343025"/>
                  <a:gd name="connsiteX30-1051" fmla="*/ 35718 w 1343025"/>
                  <a:gd name="connsiteY30-1052" fmla="*/ 440531 h 1343025"/>
                  <a:gd name="connsiteX31-1053" fmla="*/ 154781 w 1343025"/>
                  <a:gd name="connsiteY31-1054" fmla="*/ 242887 h 1343025"/>
                  <a:gd name="connsiteX32-1055" fmla="*/ 297656 w 1343025"/>
                  <a:gd name="connsiteY32-1056" fmla="*/ 330993 h 1343025"/>
                  <a:gd name="connsiteX0-1057" fmla="*/ 297656 w 1343025"/>
                  <a:gd name="connsiteY0-1058" fmla="*/ 330993 h 1343025"/>
                  <a:gd name="connsiteX1-1059" fmla="*/ 431006 w 1343025"/>
                  <a:gd name="connsiteY1-1060" fmla="*/ 226218 h 1343025"/>
                  <a:gd name="connsiteX2-1061" fmla="*/ 378618 w 1343025"/>
                  <a:gd name="connsiteY2-1062" fmla="*/ 61912 h 1343025"/>
                  <a:gd name="connsiteX3-1063" fmla="*/ 602456 w 1343025"/>
                  <a:gd name="connsiteY3-1064" fmla="*/ 0 h 1343025"/>
                  <a:gd name="connsiteX4-1065" fmla="*/ 652462 w 1343025"/>
                  <a:gd name="connsiteY4-1066" fmla="*/ 171450 h 1343025"/>
                  <a:gd name="connsiteX5-1067" fmla="*/ 816768 w 1343025"/>
                  <a:gd name="connsiteY5-1068" fmla="*/ 185737 h 1343025"/>
                  <a:gd name="connsiteX6-1069" fmla="*/ 900112 w 1343025"/>
                  <a:gd name="connsiteY6-1070" fmla="*/ 40481 h 1343025"/>
                  <a:gd name="connsiteX7-1071" fmla="*/ 1104900 w 1343025"/>
                  <a:gd name="connsiteY7-1072" fmla="*/ 150018 h 1343025"/>
                  <a:gd name="connsiteX8-1073" fmla="*/ 1014412 w 1343025"/>
                  <a:gd name="connsiteY8-1074" fmla="*/ 295275 h 1343025"/>
                  <a:gd name="connsiteX9-1075" fmla="*/ 1119187 w 1343025"/>
                  <a:gd name="connsiteY9-1076" fmla="*/ 431006 h 1343025"/>
                  <a:gd name="connsiteX10-1077" fmla="*/ 1281112 w 1343025"/>
                  <a:gd name="connsiteY10-1078" fmla="*/ 373856 h 1343025"/>
                  <a:gd name="connsiteX11-1079" fmla="*/ 1343025 w 1343025"/>
                  <a:gd name="connsiteY11-1080" fmla="*/ 602456 h 1343025"/>
                  <a:gd name="connsiteX12-1081" fmla="*/ 1173956 w 1343025"/>
                  <a:gd name="connsiteY12-1082" fmla="*/ 645318 h 1343025"/>
                  <a:gd name="connsiteX13-1083" fmla="*/ 1157287 w 1343025"/>
                  <a:gd name="connsiteY13-1084" fmla="*/ 812006 h 1343025"/>
                  <a:gd name="connsiteX14-1085" fmla="*/ 1307306 w 1343025"/>
                  <a:gd name="connsiteY14-1086" fmla="*/ 892968 h 1343025"/>
                  <a:gd name="connsiteX15-1087" fmla="*/ 1193006 w 1343025"/>
                  <a:gd name="connsiteY15-1088" fmla="*/ 1097756 h 1343025"/>
                  <a:gd name="connsiteX16-1089" fmla="*/ 1040606 w 1343025"/>
                  <a:gd name="connsiteY16-1090" fmla="*/ 1009650 h 1343025"/>
                  <a:gd name="connsiteX17-1091" fmla="*/ 919162 w 1343025"/>
                  <a:gd name="connsiteY17-1092" fmla="*/ 1112043 h 1343025"/>
                  <a:gd name="connsiteX18-1093" fmla="*/ 973931 w 1343025"/>
                  <a:gd name="connsiteY18-1094" fmla="*/ 1276350 h 1343025"/>
                  <a:gd name="connsiteX19-1095" fmla="*/ 745331 w 1343025"/>
                  <a:gd name="connsiteY19-1096" fmla="*/ 1343025 h 1343025"/>
                  <a:gd name="connsiteX20-1097" fmla="*/ 695325 w 1343025"/>
                  <a:gd name="connsiteY20-1098" fmla="*/ 1171575 h 1343025"/>
                  <a:gd name="connsiteX21-1099" fmla="*/ 535781 w 1343025"/>
                  <a:gd name="connsiteY21-1100" fmla="*/ 1157287 h 1343025"/>
                  <a:gd name="connsiteX22-1101" fmla="*/ 452437 w 1343025"/>
                  <a:gd name="connsiteY22-1102" fmla="*/ 1304925 h 1343025"/>
                  <a:gd name="connsiteX23-1103" fmla="*/ 245268 w 1343025"/>
                  <a:gd name="connsiteY23-1104" fmla="*/ 1193006 h 1343025"/>
                  <a:gd name="connsiteX24-1105" fmla="*/ 333375 w 1343025"/>
                  <a:gd name="connsiteY24-1106" fmla="*/ 1042987 h 1343025"/>
                  <a:gd name="connsiteX25-1107" fmla="*/ 226218 w 1343025"/>
                  <a:gd name="connsiteY25-1108" fmla="*/ 909637 h 1343025"/>
                  <a:gd name="connsiteX26-1109" fmla="*/ 59531 w 1343025"/>
                  <a:gd name="connsiteY26-1110" fmla="*/ 964406 h 1343025"/>
                  <a:gd name="connsiteX27-1111" fmla="*/ 0 w 1343025"/>
                  <a:gd name="connsiteY27-1112" fmla="*/ 733425 h 1343025"/>
                  <a:gd name="connsiteX28-1113" fmla="*/ 166687 w 1343025"/>
                  <a:gd name="connsiteY28-1114" fmla="*/ 690562 h 1343025"/>
                  <a:gd name="connsiteX29-1115" fmla="*/ 190500 w 1343025"/>
                  <a:gd name="connsiteY29-1116" fmla="*/ 521493 h 1343025"/>
                  <a:gd name="connsiteX30-1117" fmla="*/ 35718 w 1343025"/>
                  <a:gd name="connsiteY30-1118" fmla="*/ 440531 h 1343025"/>
                  <a:gd name="connsiteX31-1119" fmla="*/ 154781 w 1343025"/>
                  <a:gd name="connsiteY31-1120" fmla="*/ 242887 h 1343025"/>
                  <a:gd name="connsiteX32-1121" fmla="*/ 297656 w 1343025"/>
                  <a:gd name="connsiteY32-1122" fmla="*/ 330993 h 1343025"/>
                  <a:gd name="connsiteX0-1123" fmla="*/ 297656 w 1343025"/>
                  <a:gd name="connsiteY0-1124" fmla="*/ 330993 h 1343025"/>
                  <a:gd name="connsiteX1-1125" fmla="*/ 431006 w 1343025"/>
                  <a:gd name="connsiteY1-1126" fmla="*/ 226218 h 1343025"/>
                  <a:gd name="connsiteX2-1127" fmla="*/ 378618 w 1343025"/>
                  <a:gd name="connsiteY2-1128" fmla="*/ 61912 h 1343025"/>
                  <a:gd name="connsiteX3-1129" fmla="*/ 602456 w 1343025"/>
                  <a:gd name="connsiteY3-1130" fmla="*/ 0 h 1343025"/>
                  <a:gd name="connsiteX4-1131" fmla="*/ 652462 w 1343025"/>
                  <a:gd name="connsiteY4-1132" fmla="*/ 171450 h 1343025"/>
                  <a:gd name="connsiteX5-1133" fmla="*/ 816768 w 1343025"/>
                  <a:gd name="connsiteY5-1134" fmla="*/ 185737 h 1343025"/>
                  <a:gd name="connsiteX6-1135" fmla="*/ 900112 w 1343025"/>
                  <a:gd name="connsiteY6-1136" fmla="*/ 40481 h 1343025"/>
                  <a:gd name="connsiteX7-1137" fmla="*/ 1104900 w 1343025"/>
                  <a:gd name="connsiteY7-1138" fmla="*/ 150018 h 1343025"/>
                  <a:gd name="connsiteX8-1139" fmla="*/ 1014412 w 1343025"/>
                  <a:gd name="connsiteY8-1140" fmla="*/ 295275 h 1343025"/>
                  <a:gd name="connsiteX9-1141" fmla="*/ 1119187 w 1343025"/>
                  <a:gd name="connsiteY9-1142" fmla="*/ 431006 h 1343025"/>
                  <a:gd name="connsiteX10-1143" fmla="*/ 1281112 w 1343025"/>
                  <a:gd name="connsiteY10-1144" fmla="*/ 373856 h 1343025"/>
                  <a:gd name="connsiteX11-1145" fmla="*/ 1343025 w 1343025"/>
                  <a:gd name="connsiteY11-1146" fmla="*/ 602456 h 1343025"/>
                  <a:gd name="connsiteX12-1147" fmla="*/ 1173956 w 1343025"/>
                  <a:gd name="connsiteY12-1148" fmla="*/ 645318 h 1343025"/>
                  <a:gd name="connsiteX13-1149" fmla="*/ 1157287 w 1343025"/>
                  <a:gd name="connsiteY13-1150" fmla="*/ 812006 h 1343025"/>
                  <a:gd name="connsiteX14-1151" fmla="*/ 1307306 w 1343025"/>
                  <a:gd name="connsiteY14-1152" fmla="*/ 892968 h 1343025"/>
                  <a:gd name="connsiteX15-1153" fmla="*/ 1193006 w 1343025"/>
                  <a:gd name="connsiteY15-1154" fmla="*/ 1097756 h 1343025"/>
                  <a:gd name="connsiteX16-1155" fmla="*/ 1040606 w 1343025"/>
                  <a:gd name="connsiteY16-1156" fmla="*/ 1009650 h 1343025"/>
                  <a:gd name="connsiteX17-1157" fmla="*/ 919162 w 1343025"/>
                  <a:gd name="connsiteY17-1158" fmla="*/ 1112043 h 1343025"/>
                  <a:gd name="connsiteX18-1159" fmla="*/ 973931 w 1343025"/>
                  <a:gd name="connsiteY18-1160" fmla="*/ 1276350 h 1343025"/>
                  <a:gd name="connsiteX19-1161" fmla="*/ 745331 w 1343025"/>
                  <a:gd name="connsiteY19-1162" fmla="*/ 1343025 h 1343025"/>
                  <a:gd name="connsiteX20-1163" fmla="*/ 695325 w 1343025"/>
                  <a:gd name="connsiteY20-1164" fmla="*/ 1171575 h 1343025"/>
                  <a:gd name="connsiteX21-1165" fmla="*/ 535781 w 1343025"/>
                  <a:gd name="connsiteY21-1166" fmla="*/ 1157287 h 1343025"/>
                  <a:gd name="connsiteX22-1167" fmla="*/ 452437 w 1343025"/>
                  <a:gd name="connsiteY22-1168" fmla="*/ 1304925 h 1343025"/>
                  <a:gd name="connsiteX23-1169" fmla="*/ 245268 w 1343025"/>
                  <a:gd name="connsiteY23-1170" fmla="*/ 1193006 h 1343025"/>
                  <a:gd name="connsiteX24-1171" fmla="*/ 333375 w 1343025"/>
                  <a:gd name="connsiteY24-1172" fmla="*/ 1042987 h 1343025"/>
                  <a:gd name="connsiteX25-1173" fmla="*/ 226218 w 1343025"/>
                  <a:gd name="connsiteY25-1174" fmla="*/ 909637 h 1343025"/>
                  <a:gd name="connsiteX26-1175" fmla="*/ 59531 w 1343025"/>
                  <a:gd name="connsiteY26-1176" fmla="*/ 964406 h 1343025"/>
                  <a:gd name="connsiteX27-1177" fmla="*/ 0 w 1343025"/>
                  <a:gd name="connsiteY27-1178" fmla="*/ 733425 h 1343025"/>
                  <a:gd name="connsiteX28-1179" fmla="*/ 166687 w 1343025"/>
                  <a:gd name="connsiteY28-1180" fmla="*/ 690562 h 1343025"/>
                  <a:gd name="connsiteX29-1181" fmla="*/ 190500 w 1343025"/>
                  <a:gd name="connsiteY29-1182" fmla="*/ 521493 h 1343025"/>
                  <a:gd name="connsiteX30-1183" fmla="*/ 35718 w 1343025"/>
                  <a:gd name="connsiteY30-1184" fmla="*/ 440531 h 1343025"/>
                  <a:gd name="connsiteX31-1185" fmla="*/ 154781 w 1343025"/>
                  <a:gd name="connsiteY31-1186" fmla="*/ 242887 h 1343025"/>
                  <a:gd name="connsiteX32-1187" fmla="*/ 297656 w 1343025"/>
                  <a:gd name="connsiteY32-1188" fmla="*/ 330993 h 1343025"/>
                  <a:gd name="connsiteX0-1189" fmla="*/ 297656 w 1343025"/>
                  <a:gd name="connsiteY0-1190" fmla="*/ 330993 h 1343025"/>
                  <a:gd name="connsiteX1-1191" fmla="*/ 431006 w 1343025"/>
                  <a:gd name="connsiteY1-1192" fmla="*/ 226218 h 1343025"/>
                  <a:gd name="connsiteX2-1193" fmla="*/ 378618 w 1343025"/>
                  <a:gd name="connsiteY2-1194" fmla="*/ 61912 h 1343025"/>
                  <a:gd name="connsiteX3-1195" fmla="*/ 602456 w 1343025"/>
                  <a:gd name="connsiteY3-1196" fmla="*/ 0 h 1343025"/>
                  <a:gd name="connsiteX4-1197" fmla="*/ 652462 w 1343025"/>
                  <a:gd name="connsiteY4-1198" fmla="*/ 171450 h 1343025"/>
                  <a:gd name="connsiteX5-1199" fmla="*/ 816768 w 1343025"/>
                  <a:gd name="connsiteY5-1200" fmla="*/ 185737 h 1343025"/>
                  <a:gd name="connsiteX6-1201" fmla="*/ 900112 w 1343025"/>
                  <a:gd name="connsiteY6-1202" fmla="*/ 40481 h 1343025"/>
                  <a:gd name="connsiteX7-1203" fmla="*/ 1104900 w 1343025"/>
                  <a:gd name="connsiteY7-1204" fmla="*/ 150018 h 1343025"/>
                  <a:gd name="connsiteX8-1205" fmla="*/ 1014412 w 1343025"/>
                  <a:gd name="connsiteY8-1206" fmla="*/ 295275 h 1343025"/>
                  <a:gd name="connsiteX9-1207" fmla="*/ 1119187 w 1343025"/>
                  <a:gd name="connsiteY9-1208" fmla="*/ 431006 h 1343025"/>
                  <a:gd name="connsiteX10-1209" fmla="*/ 1281112 w 1343025"/>
                  <a:gd name="connsiteY10-1210" fmla="*/ 373856 h 1343025"/>
                  <a:gd name="connsiteX11-1211" fmla="*/ 1343025 w 1343025"/>
                  <a:gd name="connsiteY11-1212" fmla="*/ 602456 h 1343025"/>
                  <a:gd name="connsiteX12-1213" fmla="*/ 1173956 w 1343025"/>
                  <a:gd name="connsiteY12-1214" fmla="*/ 645318 h 1343025"/>
                  <a:gd name="connsiteX13-1215" fmla="*/ 1157287 w 1343025"/>
                  <a:gd name="connsiteY13-1216" fmla="*/ 812006 h 1343025"/>
                  <a:gd name="connsiteX14-1217" fmla="*/ 1307306 w 1343025"/>
                  <a:gd name="connsiteY14-1218" fmla="*/ 892968 h 1343025"/>
                  <a:gd name="connsiteX15-1219" fmla="*/ 1193006 w 1343025"/>
                  <a:gd name="connsiteY15-1220" fmla="*/ 1097756 h 1343025"/>
                  <a:gd name="connsiteX16-1221" fmla="*/ 1040606 w 1343025"/>
                  <a:gd name="connsiteY16-1222" fmla="*/ 1009650 h 1343025"/>
                  <a:gd name="connsiteX17-1223" fmla="*/ 919162 w 1343025"/>
                  <a:gd name="connsiteY17-1224" fmla="*/ 1112043 h 1343025"/>
                  <a:gd name="connsiteX18-1225" fmla="*/ 973931 w 1343025"/>
                  <a:gd name="connsiteY18-1226" fmla="*/ 1276350 h 1343025"/>
                  <a:gd name="connsiteX19-1227" fmla="*/ 745331 w 1343025"/>
                  <a:gd name="connsiteY19-1228" fmla="*/ 1343025 h 1343025"/>
                  <a:gd name="connsiteX20-1229" fmla="*/ 695325 w 1343025"/>
                  <a:gd name="connsiteY20-1230" fmla="*/ 1171575 h 1343025"/>
                  <a:gd name="connsiteX21-1231" fmla="*/ 535781 w 1343025"/>
                  <a:gd name="connsiteY21-1232" fmla="*/ 1157287 h 1343025"/>
                  <a:gd name="connsiteX22-1233" fmla="*/ 452437 w 1343025"/>
                  <a:gd name="connsiteY22-1234" fmla="*/ 1304925 h 1343025"/>
                  <a:gd name="connsiteX23-1235" fmla="*/ 245268 w 1343025"/>
                  <a:gd name="connsiteY23-1236" fmla="*/ 1193006 h 1343025"/>
                  <a:gd name="connsiteX24-1237" fmla="*/ 333375 w 1343025"/>
                  <a:gd name="connsiteY24-1238" fmla="*/ 1042987 h 1343025"/>
                  <a:gd name="connsiteX25-1239" fmla="*/ 226218 w 1343025"/>
                  <a:gd name="connsiteY25-1240" fmla="*/ 909637 h 1343025"/>
                  <a:gd name="connsiteX26-1241" fmla="*/ 59531 w 1343025"/>
                  <a:gd name="connsiteY26-1242" fmla="*/ 964406 h 1343025"/>
                  <a:gd name="connsiteX27-1243" fmla="*/ 0 w 1343025"/>
                  <a:gd name="connsiteY27-1244" fmla="*/ 733425 h 1343025"/>
                  <a:gd name="connsiteX28-1245" fmla="*/ 166687 w 1343025"/>
                  <a:gd name="connsiteY28-1246" fmla="*/ 690562 h 1343025"/>
                  <a:gd name="connsiteX29-1247" fmla="*/ 190500 w 1343025"/>
                  <a:gd name="connsiteY29-1248" fmla="*/ 521493 h 1343025"/>
                  <a:gd name="connsiteX30-1249" fmla="*/ 35718 w 1343025"/>
                  <a:gd name="connsiteY30-1250" fmla="*/ 440531 h 1343025"/>
                  <a:gd name="connsiteX31-1251" fmla="*/ 154781 w 1343025"/>
                  <a:gd name="connsiteY31-1252" fmla="*/ 242887 h 1343025"/>
                  <a:gd name="connsiteX32-1253" fmla="*/ 297656 w 1343025"/>
                  <a:gd name="connsiteY32-1254" fmla="*/ 330993 h 1343025"/>
                  <a:gd name="connsiteX0-1255" fmla="*/ 297656 w 1343025"/>
                  <a:gd name="connsiteY0-1256" fmla="*/ 330993 h 1343025"/>
                  <a:gd name="connsiteX1-1257" fmla="*/ 431006 w 1343025"/>
                  <a:gd name="connsiteY1-1258" fmla="*/ 226218 h 1343025"/>
                  <a:gd name="connsiteX2-1259" fmla="*/ 378618 w 1343025"/>
                  <a:gd name="connsiteY2-1260" fmla="*/ 61912 h 1343025"/>
                  <a:gd name="connsiteX3-1261" fmla="*/ 602456 w 1343025"/>
                  <a:gd name="connsiteY3-1262" fmla="*/ 0 h 1343025"/>
                  <a:gd name="connsiteX4-1263" fmla="*/ 652462 w 1343025"/>
                  <a:gd name="connsiteY4-1264" fmla="*/ 171450 h 1343025"/>
                  <a:gd name="connsiteX5-1265" fmla="*/ 816768 w 1343025"/>
                  <a:gd name="connsiteY5-1266" fmla="*/ 185737 h 1343025"/>
                  <a:gd name="connsiteX6-1267" fmla="*/ 900112 w 1343025"/>
                  <a:gd name="connsiteY6-1268" fmla="*/ 40481 h 1343025"/>
                  <a:gd name="connsiteX7-1269" fmla="*/ 1104900 w 1343025"/>
                  <a:gd name="connsiteY7-1270" fmla="*/ 150018 h 1343025"/>
                  <a:gd name="connsiteX8-1271" fmla="*/ 1014412 w 1343025"/>
                  <a:gd name="connsiteY8-1272" fmla="*/ 295275 h 1343025"/>
                  <a:gd name="connsiteX9-1273" fmla="*/ 1119187 w 1343025"/>
                  <a:gd name="connsiteY9-1274" fmla="*/ 431006 h 1343025"/>
                  <a:gd name="connsiteX10-1275" fmla="*/ 1281112 w 1343025"/>
                  <a:gd name="connsiteY10-1276" fmla="*/ 373856 h 1343025"/>
                  <a:gd name="connsiteX11-1277" fmla="*/ 1343025 w 1343025"/>
                  <a:gd name="connsiteY11-1278" fmla="*/ 602456 h 1343025"/>
                  <a:gd name="connsiteX12-1279" fmla="*/ 1173956 w 1343025"/>
                  <a:gd name="connsiteY12-1280" fmla="*/ 645318 h 1343025"/>
                  <a:gd name="connsiteX13-1281" fmla="*/ 1157287 w 1343025"/>
                  <a:gd name="connsiteY13-1282" fmla="*/ 812006 h 1343025"/>
                  <a:gd name="connsiteX14-1283" fmla="*/ 1307306 w 1343025"/>
                  <a:gd name="connsiteY14-1284" fmla="*/ 892968 h 1343025"/>
                  <a:gd name="connsiteX15-1285" fmla="*/ 1193006 w 1343025"/>
                  <a:gd name="connsiteY15-1286" fmla="*/ 1097756 h 1343025"/>
                  <a:gd name="connsiteX16-1287" fmla="*/ 1040606 w 1343025"/>
                  <a:gd name="connsiteY16-1288" fmla="*/ 1009650 h 1343025"/>
                  <a:gd name="connsiteX17-1289" fmla="*/ 919162 w 1343025"/>
                  <a:gd name="connsiteY17-1290" fmla="*/ 1112043 h 1343025"/>
                  <a:gd name="connsiteX18-1291" fmla="*/ 973931 w 1343025"/>
                  <a:gd name="connsiteY18-1292" fmla="*/ 1276350 h 1343025"/>
                  <a:gd name="connsiteX19-1293" fmla="*/ 745331 w 1343025"/>
                  <a:gd name="connsiteY19-1294" fmla="*/ 1343025 h 1343025"/>
                  <a:gd name="connsiteX20-1295" fmla="*/ 695325 w 1343025"/>
                  <a:gd name="connsiteY20-1296" fmla="*/ 1171575 h 1343025"/>
                  <a:gd name="connsiteX21-1297" fmla="*/ 535781 w 1343025"/>
                  <a:gd name="connsiteY21-1298" fmla="*/ 1157287 h 1343025"/>
                  <a:gd name="connsiteX22-1299" fmla="*/ 452437 w 1343025"/>
                  <a:gd name="connsiteY22-1300" fmla="*/ 1304925 h 1343025"/>
                  <a:gd name="connsiteX23-1301" fmla="*/ 245268 w 1343025"/>
                  <a:gd name="connsiteY23-1302" fmla="*/ 1193006 h 1343025"/>
                  <a:gd name="connsiteX24-1303" fmla="*/ 333375 w 1343025"/>
                  <a:gd name="connsiteY24-1304" fmla="*/ 1042987 h 1343025"/>
                  <a:gd name="connsiteX25-1305" fmla="*/ 226218 w 1343025"/>
                  <a:gd name="connsiteY25-1306" fmla="*/ 909637 h 1343025"/>
                  <a:gd name="connsiteX26-1307" fmla="*/ 59531 w 1343025"/>
                  <a:gd name="connsiteY26-1308" fmla="*/ 964406 h 1343025"/>
                  <a:gd name="connsiteX27-1309" fmla="*/ 0 w 1343025"/>
                  <a:gd name="connsiteY27-1310" fmla="*/ 733425 h 1343025"/>
                  <a:gd name="connsiteX28-1311" fmla="*/ 166687 w 1343025"/>
                  <a:gd name="connsiteY28-1312" fmla="*/ 690562 h 1343025"/>
                  <a:gd name="connsiteX29-1313" fmla="*/ 190500 w 1343025"/>
                  <a:gd name="connsiteY29-1314" fmla="*/ 521493 h 1343025"/>
                  <a:gd name="connsiteX30-1315" fmla="*/ 35718 w 1343025"/>
                  <a:gd name="connsiteY30-1316" fmla="*/ 440531 h 1343025"/>
                  <a:gd name="connsiteX31-1317" fmla="*/ 154781 w 1343025"/>
                  <a:gd name="connsiteY31-1318" fmla="*/ 242887 h 1343025"/>
                  <a:gd name="connsiteX32-1319" fmla="*/ 297656 w 1343025"/>
                  <a:gd name="connsiteY32-1320" fmla="*/ 330993 h 1343025"/>
                  <a:gd name="connsiteX0-1321" fmla="*/ 297656 w 1343025"/>
                  <a:gd name="connsiteY0-1322" fmla="*/ 330993 h 1343025"/>
                  <a:gd name="connsiteX1-1323" fmla="*/ 431006 w 1343025"/>
                  <a:gd name="connsiteY1-1324" fmla="*/ 226218 h 1343025"/>
                  <a:gd name="connsiteX2-1325" fmla="*/ 378618 w 1343025"/>
                  <a:gd name="connsiteY2-1326" fmla="*/ 61912 h 1343025"/>
                  <a:gd name="connsiteX3-1327" fmla="*/ 602456 w 1343025"/>
                  <a:gd name="connsiteY3-1328" fmla="*/ 0 h 1343025"/>
                  <a:gd name="connsiteX4-1329" fmla="*/ 652462 w 1343025"/>
                  <a:gd name="connsiteY4-1330" fmla="*/ 171450 h 1343025"/>
                  <a:gd name="connsiteX5-1331" fmla="*/ 816768 w 1343025"/>
                  <a:gd name="connsiteY5-1332" fmla="*/ 185737 h 1343025"/>
                  <a:gd name="connsiteX6-1333" fmla="*/ 900112 w 1343025"/>
                  <a:gd name="connsiteY6-1334" fmla="*/ 40481 h 1343025"/>
                  <a:gd name="connsiteX7-1335" fmla="*/ 1104900 w 1343025"/>
                  <a:gd name="connsiteY7-1336" fmla="*/ 150018 h 1343025"/>
                  <a:gd name="connsiteX8-1337" fmla="*/ 1014412 w 1343025"/>
                  <a:gd name="connsiteY8-1338" fmla="*/ 295275 h 1343025"/>
                  <a:gd name="connsiteX9-1339" fmla="*/ 1119187 w 1343025"/>
                  <a:gd name="connsiteY9-1340" fmla="*/ 431006 h 1343025"/>
                  <a:gd name="connsiteX10-1341" fmla="*/ 1281112 w 1343025"/>
                  <a:gd name="connsiteY10-1342" fmla="*/ 373856 h 1343025"/>
                  <a:gd name="connsiteX11-1343" fmla="*/ 1343025 w 1343025"/>
                  <a:gd name="connsiteY11-1344" fmla="*/ 602456 h 1343025"/>
                  <a:gd name="connsiteX12-1345" fmla="*/ 1173956 w 1343025"/>
                  <a:gd name="connsiteY12-1346" fmla="*/ 645318 h 1343025"/>
                  <a:gd name="connsiteX13-1347" fmla="*/ 1157287 w 1343025"/>
                  <a:gd name="connsiteY13-1348" fmla="*/ 812006 h 1343025"/>
                  <a:gd name="connsiteX14-1349" fmla="*/ 1307306 w 1343025"/>
                  <a:gd name="connsiteY14-1350" fmla="*/ 892968 h 1343025"/>
                  <a:gd name="connsiteX15-1351" fmla="*/ 1193006 w 1343025"/>
                  <a:gd name="connsiteY15-1352" fmla="*/ 1097756 h 1343025"/>
                  <a:gd name="connsiteX16-1353" fmla="*/ 1040606 w 1343025"/>
                  <a:gd name="connsiteY16-1354" fmla="*/ 1009650 h 1343025"/>
                  <a:gd name="connsiteX17-1355" fmla="*/ 919162 w 1343025"/>
                  <a:gd name="connsiteY17-1356" fmla="*/ 1112043 h 1343025"/>
                  <a:gd name="connsiteX18-1357" fmla="*/ 973931 w 1343025"/>
                  <a:gd name="connsiteY18-1358" fmla="*/ 1276350 h 1343025"/>
                  <a:gd name="connsiteX19-1359" fmla="*/ 745331 w 1343025"/>
                  <a:gd name="connsiteY19-1360" fmla="*/ 1343025 h 1343025"/>
                  <a:gd name="connsiteX20-1361" fmla="*/ 695325 w 1343025"/>
                  <a:gd name="connsiteY20-1362" fmla="*/ 1171575 h 1343025"/>
                  <a:gd name="connsiteX21-1363" fmla="*/ 535781 w 1343025"/>
                  <a:gd name="connsiteY21-1364" fmla="*/ 1157287 h 1343025"/>
                  <a:gd name="connsiteX22-1365" fmla="*/ 452437 w 1343025"/>
                  <a:gd name="connsiteY22-1366" fmla="*/ 1304925 h 1343025"/>
                  <a:gd name="connsiteX23-1367" fmla="*/ 245268 w 1343025"/>
                  <a:gd name="connsiteY23-1368" fmla="*/ 1193006 h 1343025"/>
                  <a:gd name="connsiteX24-1369" fmla="*/ 333375 w 1343025"/>
                  <a:gd name="connsiteY24-1370" fmla="*/ 1042987 h 1343025"/>
                  <a:gd name="connsiteX25-1371" fmla="*/ 226218 w 1343025"/>
                  <a:gd name="connsiteY25-1372" fmla="*/ 909637 h 1343025"/>
                  <a:gd name="connsiteX26-1373" fmla="*/ 59531 w 1343025"/>
                  <a:gd name="connsiteY26-1374" fmla="*/ 964406 h 1343025"/>
                  <a:gd name="connsiteX27-1375" fmla="*/ 0 w 1343025"/>
                  <a:gd name="connsiteY27-1376" fmla="*/ 733425 h 1343025"/>
                  <a:gd name="connsiteX28-1377" fmla="*/ 166687 w 1343025"/>
                  <a:gd name="connsiteY28-1378" fmla="*/ 690562 h 1343025"/>
                  <a:gd name="connsiteX29-1379" fmla="*/ 190500 w 1343025"/>
                  <a:gd name="connsiteY29-1380" fmla="*/ 521493 h 1343025"/>
                  <a:gd name="connsiteX30-1381" fmla="*/ 35718 w 1343025"/>
                  <a:gd name="connsiteY30-1382" fmla="*/ 440531 h 1343025"/>
                  <a:gd name="connsiteX31-1383" fmla="*/ 154781 w 1343025"/>
                  <a:gd name="connsiteY31-1384" fmla="*/ 242887 h 1343025"/>
                  <a:gd name="connsiteX32-1385" fmla="*/ 297656 w 1343025"/>
                  <a:gd name="connsiteY32-1386" fmla="*/ 330993 h 1343025"/>
                  <a:gd name="connsiteX0-1387" fmla="*/ 297656 w 1343025"/>
                  <a:gd name="connsiteY0-1388" fmla="*/ 330993 h 1343025"/>
                  <a:gd name="connsiteX1-1389" fmla="*/ 431006 w 1343025"/>
                  <a:gd name="connsiteY1-1390" fmla="*/ 226218 h 1343025"/>
                  <a:gd name="connsiteX2-1391" fmla="*/ 378618 w 1343025"/>
                  <a:gd name="connsiteY2-1392" fmla="*/ 61912 h 1343025"/>
                  <a:gd name="connsiteX3-1393" fmla="*/ 602456 w 1343025"/>
                  <a:gd name="connsiteY3-1394" fmla="*/ 0 h 1343025"/>
                  <a:gd name="connsiteX4-1395" fmla="*/ 652462 w 1343025"/>
                  <a:gd name="connsiteY4-1396" fmla="*/ 171450 h 1343025"/>
                  <a:gd name="connsiteX5-1397" fmla="*/ 816768 w 1343025"/>
                  <a:gd name="connsiteY5-1398" fmla="*/ 185737 h 1343025"/>
                  <a:gd name="connsiteX6-1399" fmla="*/ 900112 w 1343025"/>
                  <a:gd name="connsiteY6-1400" fmla="*/ 40481 h 1343025"/>
                  <a:gd name="connsiteX7-1401" fmla="*/ 1104900 w 1343025"/>
                  <a:gd name="connsiteY7-1402" fmla="*/ 150018 h 1343025"/>
                  <a:gd name="connsiteX8-1403" fmla="*/ 1014412 w 1343025"/>
                  <a:gd name="connsiteY8-1404" fmla="*/ 295275 h 1343025"/>
                  <a:gd name="connsiteX9-1405" fmla="*/ 1119187 w 1343025"/>
                  <a:gd name="connsiteY9-1406" fmla="*/ 431006 h 1343025"/>
                  <a:gd name="connsiteX10-1407" fmla="*/ 1281112 w 1343025"/>
                  <a:gd name="connsiteY10-1408" fmla="*/ 373856 h 1343025"/>
                  <a:gd name="connsiteX11-1409" fmla="*/ 1343025 w 1343025"/>
                  <a:gd name="connsiteY11-1410" fmla="*/ 602456 h 1343025"/>
                  <a:gd name="connsiteX12-1411" fmla="*/ 1173956 w 1343025"/>
                  <a:gd name="connsiteY12-1412" fmla="*/ 645318 h 1343025"/>
                  <a:gd name="connsiteX13-1413" fmla="*/ 1157287 w 1343025"/>
                  <a:gd name="connsiteY13-1414" fmla="*/ 812006 h 1343025"/>
                  <a:gd name="connsiteX14-1415" fmla="*/ 1307306 w 1343025"/>
                  <a:gd name="connsiteY14-1416" fmla="*/ 892968 h 1343025"/>
                  <a:gd name="connsiteX15-1417" fmla="*/ 1193006 w 1343025"/>
                  <a:gd name="connsiteY15-1418" fmla="*/ 1097756 h 1343025"/>
                  <a:gd name="connsiteX16-1419" fmla="*/ 1040606 w 1343025"/>
                  <a:gd name="connsiteY16-1420" fmla="*/ 1009650 h 1343025"/>
                  <a:gd name="connsiteX17-1421" fmla="*/ 919162 w 1343025"/>
                  <a:gd name="connsiteY17-1422" fmla="*/ 1112043 h 1343025"/>
                  <a:gd name="connsiteX18-1423" fmla="*/ 973931 w 1343025"/>
                  <a:gd name="connsiteY18-1424" fmla="*/ 1276350 h 1343025"/>
                  <a:gd name="connsiteX19-1425" fmla="*/ 745331 w 1343025"/>
                  <a:gd name="connsiteY19-1426" fmla="*/ 1343025 h 1343025"/>
                  <a:gd name="connsiteX20-1427" fmla="*/ 695325 w 1343025"/>
                  <a:gd name="connsiteY20-1428" fmla="*/ 1171575 h 1343025"/>
                  <a:gd name="connsiteX21-1429" fmla="*/ 535781 w 1343025"/>
                  <a:gd name="connsiteY21-1430" fmla="*/ 1157287 h 1343025"/>
                  <a:gd name="connsiteX22-1431" fmla="*/ 452437 w 1343025"/>
                  <a:gd name="connsiteY22-1432" fmla="*/ 1304925 h 1343025"/>
                  <a:gd name="connsiteX23-1433" fmla="*/ 245268 w 1343025"/>
                  <a:gd name="connsiteY23-1434" fmla="*/ 1193006 h 1343025"/>
                  <a:gd name="connsiteX24-1435" fmla="*/ 333375 w 1343025"/>
                  <a:gd name="connsiteY24-1436" fmla="*/ 1042987 h 1343025"/>
                  <a:gd name="connsiteX25-1437" fmla="*/ 226218 w 1343025"/>
                  <a:gd name="connsiteY25-1438" fmla="*/ 909637 h 1343025"/>
                  <a:gd name="connsiteX26-1439" fmla="*/ 59531 w 1343025"/>
                  <a:gd name="connsiteY26-1440" fmla="*/ 964406 h 1343025"/>
                  <a:gd name="connsiteX27-1441" fmla="*/ 0 w 1343025"/>
                  <a:gd name="connsiteY27-1442" fmla="*/ 733425 h 1343025"/>
                  <a:gd name="connsiteX28-1443" fmla="*/ 166687 w 1343025"/>
                  <a:gd name="connsiteY28-1444" fmla="*/ 690562 h 1343025"/>
                  <a:gd name="connsiteX29-1445" fmla="*/ 190500 w 1343025"/>
                  <a:gd name="connsiteY29-1446" fmla="*/ 521493 h 1343025"/>
                  <a:gd name="connsiteX30-1447" fmla="*/ 35718 w 1343025"/>
                  <a:gd name="connsiteY30-1448" fmla="*/ 440531 h 1343025"/>
                  <a:gd name="connsiteX31-1449" fmla="*/ 154781 w 1343025"/>
                  <a:gd name="connsiteY31-1450" fmla="*/ 242887 h 1343025"/>
                  <a:gd name="connsiteX32-1451" fmla="*/ 297656 w 1343025"/>
                  <a:gd name="connsiteY32-1452" fmla="*/ 330993 h 1343025"/>
                  <a:gd name="connsiteX0-1453" fmla="*/ 297656 w 1343025"/>
                  <a:gd name="connsiteY0-1454" fmla="*/ 330993 h 1343025"/>
                  <a:gd name="connsiteX1-1455" fmla="*/ 431006 w 1343025"/>
                  <a:gd name="connsiteY1-1456" fmla="*/ 226218 h 1343025"/>
                  <a:gd name="connsiteX2-1457" fmla="*/ 378618 w 1343025"/>
                  <a:gd name="connsiteY2-1458" fmla="*/ 61912 h 1343025"/>
                  <a:gd name="connsiteX3-1459" fmla="*/ 602456 w 1343025"/>
                  <a:gd name="connsiteY3-1460" fmla="*/ 0 h 1343025"/>
                  <a:gd name="connsiteX4-1461" fmla="*/ 652462 w 1343025"/>
                  <a:gd name="connsiteY4-1462" fmla="*/ 171450 h 1343025"/>
                  <a:gd name="connsiteX5-1463" fmla="*/ 816768 w 1343025"/>
                  <a:gd name="connsiteY5-1464" fmla="*/ 185737 h 1343025"/>
                  <a:gd name="connsiteX6-1465" fmla="*/ 900112 w 1343025"/>
                  <a:gd name="connsiteY6-1466" fmla="*/ 40481 h 1343025"/>
                  <a:gd name="connsiteX7-1467" fmla="*/ 1104900 w 1343025"/>
                  <a:gd name="connsiteY7-1468" fmla="*/ 150018 h 1343025"/>
                  <a:gd name="connsiteX8-1469" fmla="*/ 1014412 w 1343025"/>
                  <a:gd name="connsiteY8-1470" fmla="*/ 295275 h 1343025"/>
                  <a:gd name="connsiteX9-1471" fmla="*/ 1119187 w 1343025"/>
                  <a:gd name="connsiteY9-1472" fmla="*/ 431006 h 1343025"/>
                  <a:gd name="connsiteX10-1473" fmla="*/ 1281112 w 1343025"/>
                  <a:gd name="connsiteY10-1474" fmla="*/ 373856 h 1343025"/>
                  <a:gd name="connsiteX11-1475" fmla="*/ 1343025 w 1343025"/>
                  <a:gd name="connsiteY11-1476" fmla="*/ 602456 h 1343025"/>
                  <a:gd name="connsiteX12-1477" fmla="*/ 1173956 w 1343025"/>
                  <a:gd name="connsiteY12-1478" fmla="*/ 645318 h 1343025"/>
                  <a:gd name="connsiteX13-1479" fmla="*/ 1157287 w 1343025"/>
                  <a:gd name="connsiteY13-1480" fmla="*/ 812006 h 1343025"/>
                  <a:gd name="connsiteX14-1481" fmla="*/ 1307306 w 1343025"/>
                  <a:gd name="connsiteY14-1482" fmla="*/ 892968 h 1343025"/>
                  <a:gd name="connsiteX15-1483" fmla="*/ 1193006 w 1343025"/>
                  <a:gd name="connsiteY15-1484" fmla="*/ 1097756 h 1343025"/>
                  <a:gd name="connsiteX16-1485" fmla="*/ 1040606 w 1343025"/>
                  <a:gd name="connsiteY16-1486" fmla="*/ 1009650 h 1343025"/>
                  <a:gd name="connsiteX17-1487" fmla="*/ 919162 w 1343025"/>
                  <a:gd name="connsiteY17-1488" fmla="*/ 1112043 h 1343025"/>
                  <a:gd name="connsiteX18-1489" fmla="*/ 973931 w 1343025"/>
                  <a:gd name="connsiteY18-1490" fmla="*/ 1276350 h 1343025"/>
                  <a:gd name="connsiteX19-1491" fmla="*/ 745331 w 1343025"/>
                  <a:gd name="connsiteY19-1492" fmla="*/ 1343025 h 1343025"/>
                  <a:gd name="connsiteX20-1493" fmla="*/ 695325 w 1343025"/>
                  <a:gd name="connsiteY20-1494" fmla="*/ 1171575 h 1343025"/>
                  <a:gd name="connsiteX21-1495" fmla="*/ 535781 w 1343025"/>
                  <a:gd name="connsiteY21-1496" fmla="*/ 1157287 h 1343025"/>
                  <a:gd name="connsiteX22-1497" fmla="*/ 452437 w 1343025"/>
                  <a:gd name="connsiteY22-1498" fmla="*/ 1304925 h 1343025"/>
                  <a:gd name="connsiteX23-1499" fmla="*/ 245268 w 1343025"/>
                  <a:gd name="connsiteY23-1500" fmla="*/ 1193006 h 1343025"/>
                  <a:gd name="connsiteX24-1501" fmla="*/ 333375 w 1343025"/>
                  <a:gd name="connsiteY24-1502" fmla="*/ 1042987 h 1343025"/>
                  <a:gd name="connsiteX25-1503" fmla="*/ 226218 w 1343025"/>
                  <a:gd name="connsiteY25-1504" fmla="*/ 909637 h 1343025"/>
                  <a:gd name="connsiteX26-1505" fmla="*/ 59531 w 1343025"/>
                  <a:gd name="connsiteY26-1506" fmla="*/ 964406 h 1343025"/>
                  <a:gd name="connsiteX27-1507" fmla="*/ 0 w 1343025"/>
                  <a:gd name="connsiteY27-1508" fmla="*/ 733425 h 1343025"/>
                  <a:gd name="connsiteX28-1509" fmla="*/ 166687 w 1343025"/>
                  <a:gd name="connsiteY28-1510" fmla="*/ 690562 h 1343025"/>
                  <a:gd name="connsiteX29-1511" fmla="*/ 190500 w 1343025"/>
                  <a:gd name="connsiteY29-1512" fmla="*/ 521493 h 1343025"/>
                  <a:gd name="connsiteX30-1513" fmla="*/ 35718 w 1343025"/>
                  <a:gd name="connsiteY30-1514" fmla="*/ 440531 h 1343025"/>
                  <a:gd name="connsiteX31-1515" fmla="*/ 154781 w 1343025"/>
                  <a:gd name="connsiteY31-1516" fmla="*/ 242887 h 1343025"/>
                  <a:gd name="connsiteX32-1517" fmla="*/ 297656 w 1343025"/>
                  <a:gd name="connsiteY32-1518" fmla="*/ 330993 h 1343025"/>
                  <a:gd name="connsiteX0-1519" fmla="*/ 297656 w 1343025"/>
                  <a:gd name="connsiteY0-1520" fmla="*/ 330993 h 1343025"/>
                  <a:gd name="connsiteX1-1521" fmla="*/ 431006 w 1343025"/>
                  <a:gd name="connsiteY1-1522" fmla="*/ 226218 h 1343025"/>
                  <a:gd name="connsiteX2-1523" fmla="*/ 378618 w 1343025"/>
                  <a:gd name="connsiteY2-1524" fmla="*/ 61912 h 1343025"/>
                  <a:gd name="connsiteX3-1525" fmla="*/ 602456 w 1343025"/>
                  <a:gd name="connsiteY3-1526" fmla="*/ 0 h 1343025"/>
                  <a:gd name="connsiteX4-1527" fmla="*/ 652462 w 1343025"/>
                  <a:gd name="connsiteY4-1528" fmla="*/ 171450 h 1343025"/>
                  <a:gd name="connsiteX5-1529" fmla="*/ 816768 w 1343025"/>
                  <a:gd name="connsiteY5-1530" fmla="*/ 185737 h 1343025"/>
                  <a:gd name="connsiteX6-1531" fmla="*/ 900112 w 1343025"/>
                  <a:gd name="connsiteY6-1532" fmla="*/ 40481 h 1343025"/>
                  <a:gd name="connsiteX7-1533" fmla="*/ 1104900 w 1343025"/>
                  <a:gd name="connsiteY7-1534" fmla="*/ 150018 h 1343025"/>
                  <a:gd name="connsiteX8-1535" fmla="*/ 1014412 w 1343025"/>
                  <a:gd name="connsiteY8-1536" fmla="*/ 295275 h 1343025"/>
                  <a:gd name="connsiteX9-1537" fmla="*/ 1119187 w 1343025"/>
                  <a:gd name="connsiteY9-1538" fmla="*/ 431006 h 1343025"/>
                  <a:gd name="connsiteX10-1539" fmla="*/ 1281112 w 1343025"/>
                  <a:gd name="connsiteY10-1540" fmla="*/ 373856 h 1343025"/>
                  <a:gd name="connsiteX11-1541" fmla="*/ 1343025 w 1343025"/>
                  <a:gd name="connsiteY11-1542" fmla="*/ 602456 h 1343025"/>
                  <a:gd name="connsiteX12-1543" fmla="*/ 1173956 w 1343025"/>
                  <a:gd name="connsiteY12-1544" fmla="*/ 645318 h 1343025"/>
                  <a:gd name="connsiteX13-1545" fmla="*/ 1157287 w 1343025"/>
                  <a:gd name="connsiteY13-1546" fmla="*/ 812006 h 1343025"/>
                  <a:gd name="connsiteX14-1547" fmla="*/ 1307306 w 1343025"/>
                  <a:gd name="connsiteY14-1548" fmla="*/ 892968 h 1343025"/>
                  <a:gd name="connsiteX15-1549" fmla="*/ 1193006 w 1343025"/>
                  <a:gd name="connsiteY15-1550" fmla="*/ 1097756 h 1343025"/>
                  <a:gd name="connsiteX16-1551" fmla="*/ 1040606 w 1343025"/>
                  <a:gd name="connsiteY16-1552" fmla="*/ 1009650 h 1343025"/>
                  <a:gd name="connsiteX17-1553" fmla="*/ 919162 w 1343025"/>
                  <a:gd name="connsiteY17-1554" fmla="*/ 1112043 h 1343025"/>
                  <a:gd name="connsiteX18-1555" fmla="*/ 973931 w 1343025"/>
                  <a:gd name="connsiteY18-1556" fmla="*/ 1276350 h 1343025"/>
                  <a:gd name="connsiteX19-1557" fmla="*/ 745331 w 1343025"/>
                  <a:gd name="connsiteY19-1558" fmla="*/ 1343025 h 1343025"/>
                  <a:gd name="connsiteX20-1559" fmla="*/ 695325 w 1343025"/>
                  <a:gd name="connsiteY20-1560" fmla="*/ 1171575 h 1343025"/>
                  <a:gd name="connsiteX21-1561" fmla="*/ 535781 w 1343025"/>
                  <a:gd name="connsiteY21-1562" fmla="*/ 1157287 h 1343025"/>
                  <a:gd name="connsiteX22-1563" fmla="*/ 452437 w 1343025"/>
                  <a:gd name="connsiteY22-1564" fmla="*/ 1304925 h 1343025"/>
                  <a:gd name="connsiteX23-1565" fmla="*/ 245268 w 1343025"/>
                  <a:gd name="connsiteY23-1566" fmla="*/ 1193006 h 1343025"/>
                  <a:gd name="connsiteX24-1567" fmla="*/ 333375 w 1343025"/>
                  <a:gd name="connsiteY24-1568" fmla="*/ 1042987 h 1343025"/>
                  <a:gd name="connsiteX25-1569" fmla="*/ 226218 w 1343025"/>
                  <a:gd name="connsiteY25-1570" fmla="*/ 909637 h 1343025"/>
                  <a:gd name="connsiteX26-1571" fmla="*/ 59531 w 1343025"/>
                  <a:gd name="connsiteY26-1572" fmla="*/ 964406 h 1343025"/>
                  <a:gd name="connsiteX27-1573" fmla="*/ 0 w 1343025"/>
                  <a:gd name="connsiteY27-1574" fmla="*/ 733425 h 1343025"/>
                  <a:gd name="connsiteX28-1575" fmla="*/ 166687 w 1343025"/>
                  <a:gd name="connsiteY28-1576" fmla="*/ 690562 h 1343025"/>
                  <a:gd name="connsiteX29-1577" fmla="*/ 190500 w 1343025"/>
                  <a:gd name="connsiteY29-1578" fmla="*/ 521493 h 1343025"/>
                  <a:gd name="connsiteX30-1579" fmla="*/ 35718 w 1343025"/>
                  <a:gd name="connsiteY30-1580" fmla="*/ 440531 h 1343025"/>
                  <a:gd name="connsiteX31-1581" fmla="*/ 154781 w 1343025"/>
                  <a:gd name="connsiteY31-1582" fmla="*/ 242887 h 1343025"/>
                  <a:gd name="connsiteX32-1583" fmla="*/ 297656 w 1343025"/>
                  <a:gd name="connsiteY32-1584" fmla="*/ 330993 h 1343025"/>
                  <a:gd name="connsiteX0-1585" fmla="*/ 297656 w 1343025"/>
                  <a:gd name="connsiteY0-1586" fmla="*/ 330993 h 1343025"/>
                  <a:gd name="connsiteX1-1587" fmla="*/ 431006 w 1343025"/>
                  <a:gd name="connsiteY1-1588" fmla="*/ 226218 h 1343025"/>
                  <a:gd name="connsiteX2-1589" fmla="*/ 378618 w 1343025"/>
                  <a:gd name="connsiteY2-1590" fmla="*/ 61912 h 1343025"/>
                  <a:gd name="connsiteX3-1591" fmla="*/ 602456 w 1343025"/>
                  <a:gd name="connsiteY3-1592" fmla="*/ 0 h 1343025"/>
                  <a:gd name="connsiteX4-1593" fmla="*/ 652462 w 1343025"/>
                  <a:gd name="connsiteY4-1594" fmla="*/ 171450 h 1343025"/>
                  <a:gd name="connsiteX5-1595" fmla="*/ 816768 w 1343025"/>
                  <a:gd name="connsiteY5-1596" fmla="*/ 185737 h 1343025"/>
                  <a:gd name="connsiteX6-1597" fmla="*/ 900112 w 1343025"/>
                  <a:gd name="connsiteY6-1598" fmla="*/ 40481 h 1343025"/>
                  <a:gd name="connsiteX7-1599" fmla="*/ 1104900 w 1343025"/>
                  <a:gd name="connsiteY7-1600" fmla="*/ 150018 h 1343025"/>
                  <a:gd name="connsiteX8-1601" fmla="*/ 1014412 w 1343025"/>
                  <a:gd name="connsiteY8-1602" fmla="*/ 295275 h 1343025"/>
                  <a:gd name="connsiteX9-1603" fmla="*/ 1119187 w 1343025"/>
                  <a:gd name="connsiteY9-1604" fmla="*/ 431006 h 1343025"/>
                  <a:gd name="connsiteX10-1605" fmla="*/ 1281112 w 1343025"/>
                  <a:gd name="connsiteY10-1606" fmla="*/ 373856 h 1343025"/>
                  <a:gd name="connsiteX11-1607" fmla="*/ 1343025 w 1343025"/>
                  <a:gd name="connsiteY11-1608" fmla="*/ 602456 h 1343025"/>
                  <a:gd name="connsiteX12-1609" fmla="*/ 1173956 w 1343025"/>
                  <a:gd name="connsiteY12-1610" fmla="*/ 645318 h 1343025"/>
                  <a:gd name="connsiteX13-1611" fmla="*/ 1157287 w 1343025"/>
                  <a:gd name="connsiteY13-1612" fmla="*/ 812006 h 1343025"/>
                  <a:gd name="connsiteX14-1613" fmla="*/ 1307306 w 1343025"/>
                  <a:gd name="connsiteY14-1614" fmla="*/ 892968 h 1343025"/>
                  <a:gd name="connsiteX15-1615" fmla="*/ 1193006 w 1343025"/>
                  <a:gd name="connsiteY15-1616" fmla="*/ 1097756 h 1343025"/>
                  <a:gd name="connsiteX16-1617" fmla="*/ 1040606 w 1343025"/>
                  <a:gd name="connsiteY16-1618" fmla="*/ 1009650 h 1343025"/>
                  <a:gd name="connsiteX17-1619" fmla="*/ 919162 w 1343025"/>
                  <a:gd name="connsiteY17-1620" fmla="*/ 1112043 h 1343025"/>
                  <a:gd name="connsiteX18-1621" fmla="*/ 973931 w 1343025"/>
                  <a:gd name="connsiteY18-1622" fmla="*/ 1276350 h 1343025"/>
                  <a:gd name="connsiteX19-1623" fmla="*/ 745331 w 1343025"/>
                  <a:gd name="connsiteY19-1624" fmla="*/ 1343025 h 1343025"/>
                  <a:gd name="connsiteX20-1625" fmla="*/ 695325 w 1343025"/>
                  <a:gd name="connsiteY20-1626" fmla="*/ 1171575 h 1343025"/>
                  <a:gd name="connsiteX21-1627" fmla="*/ 535781 w 1343025"/>
                  <a:gd name="connsiteY21-1628" fmla="*/ 1157287 h 1343025"/>
                  <a:gd name="connsiteX22-1629" fmla="*/ 452437 w 1343025"/>
                  <a:gd name="connsiteY22-1630" fmla="*/ 1304925 h 1343025"/>
                  <a:gd name="connsiteX23-1631" fmla="*/ 245268 w 1343025"/>
                  <a:gd name="connsiteY23-1632" fmla="*/ 1193006 h 1343025"/>
                  <a:gd name="connsiteX24-1633" fmla="*/ 333375 w 1343025"/>
                  <a:gd name="connsiteY24-1634" fmla="*/ 1042987 h 1343025"/>
                  <a:gd name="connsiteX25-1635" fmla="*/ 226218 w 1343025"/>
                  <a:gd name="connsiteY25-1636" fmla="*/ 909637 h 1343025"/>
                  <a:gd name="connsiteX26-1637" fmla="*/ 59531 w 1343025"/>
                  <a:gd name="connsiteY26-1638" fmla="*/ 964406 h 1343025"/>
                  <a:gd name="connsiteX27-1639" fmla="*/ 0 w 1343025"/>
                  <a:gd name="connsiteY27-1640" fmla="*/ 733425 h 1343025"/>
                  <a:gd name="connsiteX28-1641" fmla="*/ 166687 w 1343025"/>
                  <a:gd name="connsiteY28-1642" fmla="*/ 690562 h 1343025"/>
                  <a:gd name="connsiteX29-1643" fmla="*/ 190500 w 1343025"/>
                  <a:gd name="connsiteY29-1644" fmla="*/ 521493 h 1343025"/>
                  <a:gd name="connsiteX30-1645" fmla="*/ 35718 w 1343025"/>
                  <a:gd name="connsiteY30-1646" fmla="*/ 440531 h 1343025"/>
                  <a:gd name="connsiteX31-1647" fmla="*/ 154781 w 1343025"/>
                  <a:gd name="connsiteY31-1648" fmla="*/ 242887 h 1343025"/>
                  <a:gd name="connsiteX32-1649" fmla="*/ 297656 w 1343025"/>
                  <a:gd name="connsiteY32-1650" fmla="*/ 330993 h 1343025"/>
                  <a:gd name="connsiteX0-1651" fmla="*/ 297656 w 1343025"/>
                  <a:gd name="connsiteY0-1652" fmla="*/ 330993 h 1343025"/>
                  <a:gd name="connsiteX1-1653" fmla="*/ 431006 w 1343025"/>
                  <a:gd name="connsiteY1-1654" fmla="*/ 226218 h 1343025"/>
                  <a:gd name="connsiteX2-1655" fmla="*/ 378618 w 1343025"/>
                  <a:gd name="connsiteY2-1656" fmla="*/ 61912 h 1343025"/>
                  <a:gd name="connsiteX3-1657" fmla="*/ 602456 w 1343025"/>
                  <a:gd name="connsiteY3-1658" fmla="*/ 0 h 1343025"/>
                  <a:gd name="connsiteX4-1659" fmla="*/ 652462 w 1343025"/>
                  <a:gd name="connsiteY4-1660" fmla="*/ 171450 h 1343025"/>
                  <a:gd name="connsiteX5-1661" fmla="*/ 816768 w 1343025"/>
                  <a:gd name="connsiteY5-1662" fmla="*/ 185737 h 1343025"/>
                  <a:gd name="connsiteX6-1663" fmla="*/ 900112 w 1343025"/>
                  <a:gd name="connsiteY6-1664" fmla="*/ 40481 h 1343025"/>
                  <a:gd name="connsiteX7-1665" fmla="*/ 1104900 w 1343025"/>
                  <a:gd name="connsiteY7-1666" fmla="*/ 150018 h 1343025"/>
                  <a:gd name="connsiteX8-1667" fmla="*/ 1014412 w 1343025"/>
                  <a:gd name="connsiteY8-1668" fmla="*/ 295275 h 1343025"/>
                  <a:gd name="connsiteX9-1669" fmla="*/ 1119187 w 1343025"/>
                  <a:gd name="connsiteY9-1670" fmla="*/ 431006 h 1343025"/>
                  <a:gd name="connsiteX10-1671" fmla="*/ 1281112 w 1343025"/>
                  <a:gd name="connsiteY10-1672" fmla="*/ 373856 h 1343025"/>
                  <a:gd name="connsiteX11-1673" fmla="*/ 1343025 w 1343025"/>
                  <a:gd name="connsiteY11-1674" fmla="*/ 602456 h 1343025"/>
                  <a:gd name="connsiteX12-1675" fmla="*/ 1173956 w 1343025"/>
                  <a:gd name="connsiteY12-1676" fmla="*/ 645318 h 1343025"/>
                  <a:gd name="connsiteX13-1677" fmla="*/ 1157287 w 1343025"/>
                  <a:gd name="connsiteY13-1678" fmla="*/ 812006 h 1343025"/>
                  <a:gd name="connsiteX14-1679" fmla="*/ 1307306 w 1343025"/>
                  <a:gd name="connsiteY14-1680" fmla="*/ 892968 h 1343025"/>
                  <a:gd name="connsiteX15-1681" fmla="*/ 1193006 w 1343025"/>
                  <a:gd name="connsiteY15-1682" fmla="*/ 1097756 h 1343025"/>
                  <a:gd name="connsiteX16-1683" fmla="*/ 1040606 w 1343025"/>
                  <a:gd name="connsiteY16-1684" fmla="*/ 1009650 h 1343025"/>
                  <a:gd name="connsiteX17-1685" fmla="*/ 919162 w 1343025"/>
                  <a:gd name="connsiteY17-1686" fmla="*/ 1112043 h 1343025"/>
                  <a:gd name="connsiteX18-1687" fmla="*/ 973931 w 1343025"/>
                  <a:gd name="connsiteY18-1688" fmla="*/ 1276350 h 1343025"/>
                  <a:gd name="connsiteX19-1689" fmla="*/ 745331 w 1343025"/>
                  <a:gd name="connsiteY19-1690" fmla="*/ 1343025 h 1343025"/>
                  <a:gd name="connsiteX20-1691" fmla="*/ 695325 w 1343025"/>
                  <a:gd name="connsiteY20-1692" fmla="*/ 1171575 h 1343025"/>
                  <a:gd name="connsiteX21-1693" fmla="*/ 535781 w 1343025"/>
                  <a:gd name="connsiteY21-1694" fmla="*/ 1157287 h 1343025"/>
                  <a:gd name="connsiteX22-1695" fmla="*/ 452437 w 1343025"/>
                  <a:gd name="connsiteY22-1696" fmla="*/ 1304925 h 1343025"/>
                  <a:gd name="connsiteX23-1697" fmla="*/ 245268 w 1343025"/>
                  <a:gd name="connsiteY23-1698" fmla="*/ 1193006 h 1343025"/>
                  <a:gd name="connsiteX24-1699" fmla="*/ 333375 w 1343025"/>
                  <a:gd name="connsiteY24-1700" fmla="*/ 1042987 h 1343025"/>
                  <a:gd name="connsiteX25-1701" fmla="*/ 226218 w 1343025"/>
                  <a:gd name="connsiteY25-1702" fmla="*/ 909637 h 1343025"/>
                  <a:gd name="connsiteX26-1703" fmla="*/ 59531 w 1343025"/>
                  <a:gd name="connsiteY26-1704" fmla="*/ 964406 h 1343025"/>
                  <a:gd name="connsiteX27-1705" fmla="*/ 0 w 1343025"/>
                  <a:gd name="connsiteY27-1706" fmla="*/ 733425 h 1343025"/>
                  <a:gd name="connsiteX28-1707" fmla="*/ 166687 w 1343025"/>
                  <a:gd name="connsiteY28-1708" fmla="*/ 690562 h 1343025"/>
                  <a:gd name="connsiteX29-1709" fmla="*/ 190500 w 1343025"/>
                  <a:gd name="connsiteY29-1710" fmla="*/ 521493 h 1343025"/>
                  <a:gd name="connsiteX30-1711" fmla="*/ 35718 w 1343025"/>
                  <a:gd name="connsiteY30-1712" fmla="*/ 440531 h 1343025"/>
                  <a:gd name="connsiteX31-1713" fmla="*/ 154781 w 1343025"/>
                  <a:gd name="connsiteY31-1714" fmla="*/ 242887 h 1343025"/>
                  <a:gd name="connsiteX32-1715" fmla="*/ 297656 w 1343025"/>
                  <a:gd name="connsiteY32-1716" fmla="*/ 330993 h 1343025"/>
                  <a:gd name="connsiteX0-1717" fmla="*/ 297656 w 1343025"/>
                  <a:gd name="connsiteY0-1718" fmla="*/ 330993 h 1343025"/>
                  <a:gd name="connsiteX1-1719" fmla="*/ 431006 w 1343025"/>
                  <a:gd name="connsiteY1-1720" fmla="*/ 226218 h 1343025"/>
                  <a:gd name="connsiteX2-1721" fmla="*/ 378618 w 1343025"/>
                  <a:gd name="connsiteY2-1722" fmla="*/ 61912 h 1343025"/>
                  <a:gd name="connsiteX3-1723" fmla="*/ 602456 w 1343025"/>
                  <a:gd name="connsiteY3-1724" fmla="*/ 0 h 1343025"/>
                  <a:gd name="connsiteX4-1725" fmla="*/ 652462 w 1343025"/>
                  <a:gd name="connsiteY4-1726" fmla="*/ 171450 h 1343025"/>
                  <a:gd name="connsiteX5-1727" fmla="*/ 816768 w 1343025"/>
                  <a:gd name="connsiteY5-1728" fmla="*/ 185737 h 1343025"/>
                  <a:gd name="connsiteX6-1729" fmla="*/ 900112 w 1343025"/>
                  <a:gd name="connsiteY6-1730" fmla="*/ 40481 h 1343025"/>
                  <a:gd name="connsiteX7-1731" fmla="*/ 1104900 w 1343025"/>
                  <a:gd name="connsiteY7-1732" fmla="*/ 150018 h 1343025"/>
                  <a:gd name="connsiteX8-1733" fmla="*/ 1014412 w 1343025"/>
                  <a:gd name="connsiteY8-1734" fmla="*/ 295275 h 1343025"/>
                  <a:gd name="connsiteX9-1735" fmla="*/ 1119187 w 1343025"/>
                  <a:gd name="connsiteY9-1736" fmla="*/ 431006 h 1343025"/>
                  <a:gd name="connsiteX10-1737" fmla="*/ 1281112 w 1343025"/>
                  <a:gd name="connsiteY10-1738" fmla="*/ 373856 h 1343025"/>
                  <a:gd name="connsiteX11-1739" fmla="*/ 1343025 w 1343025"/>
                  <a:gd name="connsiteY11-1740" fmla="*/ 602456 h 1343025"/>
                  <a:gd name="connsiteX12-1741" fmla="*/ 1173956 w 1343025"/>
                  <a:gd name="connsiteY12-1742" fmla="*/ 645318 h 1343025"/>
                  <a:gd name="connsiteX13-1743" fmla="*/ 1157287 w 1343025"/>
                  <a:gd name="connsiteY13-1744" fmla="*/ 812006 h 1343025"/>
                  <a:gd name="connsiteX14-1745" fmla="*/ 1307306 w 1343025"/>
                  <a:gd name="connsiteY14-1746" fmla="*/ 892968 h 1343025"/>
                  <a:gd name="connsiteX15-1747" fmla="*/ 1193006 w 1343025"/>
                  <a:gd name="connsiteY15-1748" fmla="*/ 1097756 h 1343025"/>
                  <a:gd name="connsiteX16-1749" fmla="*/ 1040606 w 1343025"/>
                  <a:gd name="connsiteY16-1750" fmla="*/ 1009650 h 1343025"/>
                  <a:gd name="connsiteX17-1751" fmla="*/ 919162 w 1343025"/>
                  <a:gd name="connsiteY17-1752" fmla="*/ 1112043 h 1343025"/>
                  <a:gd name="connsiteX18-1753" fmla="*/ 973931 w 1343025"/>
                  <a:gd name="connsiteY18-1754" fmla="*/ 1276350 h 1343025"/>
                  <a:gd name="connsiteX19-1755" fmla="*/ 745331 w 1343025"/>
                  <a:gd name="connsiteY19-1756" fmla="*/ 1343025 h 1343025"/>
                  <a:gd name="connsiteX20-1757" fmla="*/ 695325 w 1343025"/>
                  <a:gd name="connsiteY20-1758" fmla="*/ 1171575 h 1343025"/>
                  <a:gd name="connsiteX21-1759" fmla="*/ 535781 w 1343025"/>
                  <a:gd name="connsiteY21-1760" fmla="*/ 1157287 h 1343025"/>
                  <a:gd name="connsiteX22-1761" fmla="*/ 452437 w 1343025"/>
                  <a:gd name="connsiteY22-1762" fmla="*/ 1304925 h 1343025"/>
                  <a:gd name="connsiteX23-1763" fmla="*/ 245268 w 1343025"/>
                  <a:gd name="connsiteY23-1764" fmla="*/ 1193006 h 1343025"/>
                  <a:gd name="connsiteX24-1765" fmla="*/ 333375 w 1343025"/>
                  <a:gd name="connsiteY24-1766" fmla="*/ 1042987 h 1343025"/>
                  <a:gd name="connsiteX25-1767" fmla="*/ 226218 w 1343025"/>
                  <a:gd name="connsiteY25-1768" fmla="*/ 909637 h 1343025"/>
                  <a:gd name="connsiteX26-1769" fmla="*/ 59531 w 1343025"/>
                  <a:gd name="connsiteY26-1770" fmla="*/ 964406 h 1343025"/>
                  <a:gd name="connsiteX27-1771" fmla="*/ 0 w 1343025"/>
                  <a:gd name="connsiteY27-1772" fmla="*/ 733425 h 1343025"/>
                  <a:gd name="connsiteX28-1773" fmla="*/ 166687 w 1343025"/>
                  <a:gd name="connsiteY28-1774" fmla="*/ 690562 h 1343025"/>
                  <a:gd name="connsiteX29-1775" fmla="*/ 190500 w 1343025"/>
                  <a:gd name="connsiteY29-1776" fmla="*/ 521493 h 1343025"/>
                  <a:gd name="connsiteX30-1777" fmla="*/ 35718 w 1343025"/>
                  <a:gd name="connsiteY30-1778" fmla="*/ 440531 h 1343025"/>
                  <a:gd name="connsiteX31-1779" fmla="*/ 154781 w 1343025"/>
                  <a:gd name="connsiteY31-1780" fmla="*/ 242887 h 1343025"/>
                  <a:gd name="connsiteX32-1781" fmla="*/ 297656 w 1343025"/>
                  <a:gd name="connsiteY32-1782" fmla="*/ 330993 h 1343025"/>
                  <a:gd name="connsiteX0-1783" fmla="*/ 297656 w 1343025"/>
                  <a:gd name="connsiteY0-1784" fmla="*/ 330993 h 1343025"/>
                  <a:gd name="connsiteX1-1785" fmla="*/ 431006 w 1343025"/>
                  <a:gd name="connsiteY1-1786" fmla="*/ 226218 h 1343025"/>
                  <a:gd name="connsiteX2-1787" fmla="*/ 378618 w 1343025"/>
                  <a:gd name="connsiteY2-1788" fmla="*/ 61912 h 1343025"/>
                  <a:gd name="connsiteX3-1789" fmla="*/ 602456 w 1343025"/>
                  <a:gd name="connsiteY3-1790" fmla="*/ 0 h 1343025"/>
                  <a:gd name="connsiteX4-1791" fmla="*/ 652462 w 1343025"/>
                  <a:gd name="connsiteY4-1792" fmla="*/ 171450 h 1343025"/>
                  <a:gd name="connsiteX5-1793" fmla="*/ 816768 w 1343025"/>
                  <a:gd name="connsiteY5-1794" fmla="*/ 185737 h 1343025"/>
                  <a:gd name="connsiteX6-1795" fmla="*/ 900112 w 1343025"/>
                  <a:gd name="connsiteY6-1796" fmla="*/ 40481 h 1343025"/>
                  <a:gd name="connsiteX7-1797" fmla="*/ 1104900 w 1343025"/>
                  <a:gd name="connsiteY7-1798" fmla="*/ 150018 h 1343025"/>
                  <a:gd name="connsiteX8-1799" fmla="*/ 1014412 w 1343025"/>
                  <a:gd name="connsiteY8-1800" fmla="*/ 295275 h 1343025"/>
                  <a:gd name="connsiteX9-1801" fmla="*/ 1119187 w 1343025"/>
                  <a:gd name="connsiteY9-1802" fmla="*/ 431006 h 1343025"/>
                  <a:gd name="connsiteX10-1803" fmla="*/ 1281112 w 1343025"/>
                  <a:gd name="connsiteY10-1804" fmla="*/ 373856 h 1343025"/>
                  <a:gd name="connsiteX11-1805" fmla="*/ 1343025 w 1343025"/>
                  <a:gd name="connsiteY11-1806" fmla="*/ 602456 h 1343025"/>
                  <a:gd name="connsiteX12-1807" fmla="*/ 1173956 w 1343025"/>
                  <a:gd name="connsiteY12-1808" fmla="*/ 645318 h 1343025"/>
                  <a:gd name="connsiteX13-1809" fmla="*/ 1157287 w 1343025"/>
                  <a:gd name="connsiteY13-1810" fmla="*/ 812006 h 1343025"/>
                  <a:gd name="connsiteX14-1811" fmla="*/ 1307306 w 1343025"/>
                  <a:gd name="connsiteY14-1812" fmla="*/ 892968 h 1343025"/>
                  <a:gd name="connsiteX15-1813" fmla="*/ 1193006 w 1343025"/>
                  <a:gd name="connsiteY15-1814" fmla="*/ 1097756 h 1343025"/>
                  <a:gd name="connsiteX16-1815" fmla="*/ 1040606 w 1343025"/>
                  <a:gd name="connsiteY16-1816" fmla="*/ 1009650 h 1343025"/>
                  <a:gd name="connsiteX17-1817" fmla="*/ 919162 w 1343025"/>
                  <a:gd name="connsiteY17-1818" fmla="*/ 1112043 h 1343025"/>
                  <a:gd name="connsiteX18-1819" fmla="*/ 973931 w 1343025"/>
                  <a:gd name="connsiteY18-1820" fmla="*/ 1276350 h 1343025"/>
                  <a:gd name="connsiteX19-1821" fmla="*/ 745331 w 1343025"/>
                  <a:gd name="connsiteY19-1822" fmla="*/ 1343025 h 1343025"/>
                  <a:gd name="connsiteX20-1823" fmla="*/ 695325 w 1343025"/>
                  <a:gd name="connsiteY20-1824" fmla="*/ 1171575 h 1343025"/>
                  <a:gd name="connsiteX21-1825" fmla="*/ 535781 w 1343025"/>
                  <a:gd name="connsiteY21-1826" fmla="*/ 1157287 h 1343025"/>
                  <a:gd name="connsiteX22-1827" fmla="*/ 452437 w 1343025"/>
                  <a:gd name="connsiteY22-1828" fmla="*/ 1304925 h 1343025"/>
                  <a:gd name="connsiteX23-1829" fmla="*/ 245268 w 1343025"/>
                  <a:gd name="connsiteY23-1830" fmla="*/ 1193006 h 1343025"/>
                  <a:gd name="connsiteX24-1831" fmla="*/ 333375 w 1343025"/>
                  <a:gd name="connsiteY24-1832" fmla="*/ 1042987 h 1343025"/>
                  <a:gd name="connsiteX25-1833" fmla="*/ 226218 w 1343025"/>
                  <a:gd name="connsiteY25-1834" fmla="*/ 909637 h 1343025"/>
                  <a:gd name="connsiteX26-1835" fmla="*/ 59531 w 1343025"/>
                  <a:gd name="connsiteY26-1836" fmla="*/ 964406 h 1343025"/>
                  <a:gd name="connsiteX27-1837" fmla="*/ 0 w 1343025"/>
                  <a:gd name="connsiteY27-1838" fmla="*/ 733425 h 1343025"/>
                  <a:gd name="connsiteX28-1839" fmla="*/ 166687 w 1343025"/>
                  <a:gd name="connsiteY28-1840" fmla="*/ 690562 h 1343025"/>
                  <a:gd name="connsiteX29-1841" fmla="*/ 190500 w 1343025"/>
                  <a:gd name="connsiteY29-1842" fmla="*/ 521493 h 1343025"/>
                  <a:gd name="connsiteX30-1843" fmla="*/ 35718 w 1343025"/>
                  <a:gd name="connsiteY30-1844" fmla="*/ 440531 h 1343025"/>
                  <a:gd name="connsiteX31-1845" fmla="*/ 154781 w 1343025"/>
                  <a:gd name="connsiteY31-1846" fmla="*/ 242887 h 1343025"/>
                  <a:gd name="connsiteX32-1847" fmla="*/ 297656 w 1343025"/>
                  <a:gd name="connsiteY32-1848" fmla="*/ 330993 h 1343025"/>
                  <a:gd name="connsiteX0-1849" fmla="*/ 297656 w 1343025"/>
                  <a:gd name="connsiteY0-1850" fmla="*/ 330993 h 1343025"/>
                  <a:gd name="connsiteX1-1851" fmla="*/ 431006 w 1343025"/>
                  <a:gd name="connsiteY1-1852" fmla="*/ 226218 h 1343025"/>
                  <a:gd name="connsiteX2-1853" fmla="*/ 378618 w 1343025"/>
                  <a:gd name="connsiteY2-1854" fmla="*/ 61912 h 1343025"/>
                  <a:gd name="connsiteX3-1855" fmla="*/ 602456 w 1343025"/>
                  <a:gd name="connsiteY3-1856" fmla="*/ 0 h 1343025"/>
                  <a:gd name="connsiteX4-1857" fmla="*/ 652462 w 1343025"/>
                  <a:gd name="connsiteY4-1858" fmla="*/ 171450 h 1343025"/>
                  <a:gd name="connsiteX5-1859" fmla="*/ 816768 w 1343025"/>
                  <a:gd name="connsiteY5-1860" fmla="*/ 185737 h 1343025"/>
                  <a:gd name="connsiteX6-1861" fmla="*/ 900112 w 1343025"/>
                  <a:gd name="connsiteY6-1862" fmla="*/ 40481 h 1343025"/>
                  <a:gd name="connsiteX7-1863" fmla="*/ 1104900 w 1343025"/>
                  <a:gd name="connsiteY7-1864" fmla="*/ 150018 h 1343025"/>
                  <a:gd name="connsiteX8-1865" fmla="*/ 1014412 w 1343025"/>
                  <a:gd name="connsiteY8-1866" fmla="*/ 295275 h 1343025"/>
                  <a:gd name="connsiteX9-1867" fmla="*/ 1119187 w 1343025"/>
                  <a:gd name="connsiteY9-1868" fmla="*/ 431006 h 1343025"/>
                  <a:gd name="connsiteX10-1869" fmla="*/ 1281112 w 1343025"/>
                  <a:gd name="connsiteY10-1870" fmla="*/ 373856 h 1343025"/>
                  <a:gd name="connsiteX11-1871" fmla="*/ 1343025 w 1343025"/>
                  <a:gd name="connsiteY11-1872" fmla="*/ 602456 h 1343025"/>
                  <a:gd name="connsiteX12-1873" fmla="*/ 1173956 w 1343025"/>
                  <a:gd name="connsiteY12-1874" fmla="*/ 645318 h 1343025"/>
                  <a:gd name="connsiteX13-1875" fmla="*/ 1157287 w 1343025"/>
                  <a:gd name="connsiteY13-1876" fmla="*/ 812006 h 1343025"/>
                  <a:gd name="connsiteX14-1877" fmla="*/ 1307306 w 1343025"/>
                  <a:gd name="connsiteY14-1878" fmla="*/ 892968 h 1343025"/>
                  <a:gd name="connsiteX15-1879" fmla="*/ 1193006 w 1343025"/>
                  <a:gd name="connsiteY15-1880" fmla="*/ 1097756 h 1343025"/>
                  <a:gd name="connsiteX16-1881" fmla="*/ 1040606 w 1343025"/>
                  <a:gd name="connsiteY16-1882" fmla="*/ 1009650 h 1343025"/>
                  <a:gd name="connsiteX17-1883" fmla="*/ 919162 w 1343025"/>
                  <a:gd name="connsiteY17-1884" fmla="*/ 1112043 h 1343025"/>
                  <a:gd name="connsiteX18-1885" fmla="*/ 973931 w 1343025"/>
                  <a:gd name="connsiteY18-1886" fmla="*/ 1276350 h 1343025"/>
                  <a:gd name="connsiteX19-1887" fmla="*/ 745331 w 1343025"/>
                  <a:gd name="connsiteY19-1888" fmla="*/ 1343025 h 1343025"/>
                  <a:gd name="connsiteX20-1889" fmla="*/ 695325 w 1343025"/>
                  <a:gd name="connsiteY20-1890" fmla="*/ 1171575 h 1343025"/>
                  <a:gd name="connsiteX21-1891" fmla="*/ 535781 w 1343025"/>
                  <a:gd name="connsiteY21-1892" fmla="*/ 1157287 h 1343025"/>
                  <a:gd name="connsiteX22-1893" fmla="*/ 452437 w 1343025"/>
                  <a:gd name="connsiteY22-1894" fmla="*/ 1304925 h 1343025"/>
                  <a:gd name="connsiteX23-1895" fmla="*/ 245268 w 1343025"/>
                  <a:gd name="connsiteY23-1896" fmla="*/ 1193006 h 1343025"/>
                  <a:gd name="connsiteX24-1897" fmla="*/ 333375 w 1343025"/>
                  <a:gd name="connsiteY24-1898" fmla="*/ 1042987 h 1343025"/>
                  <a:gd name="connsiteX25-1899" fmla="*/ 226218 w 1343025"/>
                  <a:gd name="connsiteY25-1900" fmla="*/ 909637 h 1343025"/>
                  <a:gd name="connsiteX26-1901" fmla="*/ 59531 w 1343025"/>
                  <a:gd name="connsiteY26-1902" fmla="*/ 964406 h 1343025"/>
                  <a:gd name="connsiteX27-1903" fmla="*/ 0 w 1343025"/>
                  <a:gd name="connsiteY27-1904" fmla="*/ 733425 h 1343025"/>
                  <a:gd name="connsiteX28-1905" fmla="*/ 166687 w 1343025"/>
                  <a:gd name="connsiteY28-1906" fmla="*/ 690562 h 1343025"/>
                  <a:gd name="connsiteX29-1907" fmla="*/ 190500 w 1343025"/>
                  <a:gd name="connsiteY29-1908" fmla="*/ 521493 h 1343025"/>
                  <a:gd name="connsiteX30-1909" fmla="*/ 35718 w 1343025"/>
                  <a:gd name="connsiteY30-1910" fmla="*/ 440531 h 1343025"/>
                  <a:gd name="connsiteX31-1911" fmla="*/ 154781 w 1343025"/>
                  <a:gd name="connsiteY31-1912" fmla="*/ 242887 h 1343025"/>
                  <a:gd name="connsiteX32-1913" fmla="*/ 297656 w 1343025"/>
                  <a:gd name="connsiteY32-1914" fmla="*/ 330993 h 1343025"/>
                  <a:gd name="connsiteX0-1915" fmla="*/ 297656 w 1343025"/>
                  <a:gd name="connsiteY0-1916" fmla="*/ 330993 h 1343025"/>
                  <a:gd name="connsiteX1-1917" fmla="*/ 431006 w 1343025"/>
                  <a:gd name="connsiteY1-1918" fmla="*/ 226218 h 1343025"/>
                  <a:gd name="connsiteX2-1919" fmla="*/ 378618 w 1343025"/>
                  <a:gd name="connsiteY2-1920" fmla="*/ 61912 h 1343025"/>
                  <a:gd name="connsiteX3-1921" fmla="*/ 602456 w 1343025"/>
                  <a:gd name="connsiteY3-1922" fmla="*/ 0 h 1343025"/>
                  <a:gd name="connsiteX4-1923" fmla="*/ 652462 w 1343025"/>
                  <a:gd name="connsiteY4-1924" fmla="*/ 171450 h 1343025"/>
                  <a:gd name="connsiteX5-1925" fmla="*/ 816768 w 1343025"/>
                  <a:gd name="connsiteY5-1926" fmla="*/ 185737 h 1343025"/>
                  <a:gd name="connsiteX6-1927" fmla="*/ 900112 w 1343025"/>
                  <a:gd name="connsiteY6-1928" fmla="*/ 40481 h 1343025"/>
                  <a:gd name="connsiteX7-1929" fmla="*/ 1104900 w 1343025"/>
                  <a:gd name="connsiteY7-1930" fmla="*/ 150018 h 1343025"/>
                  <a:gd name="connsiteX8-1931" fmla="*/ 1014412 w 1343025"/>
                  <a:gd name="connsiteY8-1932" fmla="*/ 295275 h 1343025"/>
                  <a:gd name="connsiteX9-1933" fmla="*/ 1119187 w 1343025"/>
                  <a:gd name="connsiteY9-1934" fmla="*/ 431006 h 1343025"/>
                  <a:gd name="connsiteX10-1935" fmla="*/ 1281112 w 1343025"/>
                  <a:gd name="connsiteY10-1936" fmla="*/ 373856 h 1343025"/>
                  <a:gd name="connsiteX11-1937" fmla="*/ 1343025 w 1343025"/>
                  <a:gd name="connsiteY11-1938" fmla="*/ 602456 h 1343025"/>
                  <a:gd name="connsiteX12-1939" fmla="*/ 1173956 w 1343025"/>
                  <a:gd name="connsiteY12-1940" fmla="*/ 645318 h 1343025"/>
                  <a:gd name="connsiteX13-1941" fmla="*/ 1157287 w 1343025"/>
                  <a:gd name="connsiteY13-1942" fmla="*/ 812006 h 1343025"/>
                  <a:gd name="connsiteX14-1943" fmla="*/ 1307306 w 1343025"/>
                  <a:gd name="connsiteY14-1944" fmla="*/ 892968 h 1343025"/>
                  <a:gd name="connsiteX15-1945" fmla="*/ 1193006 w 1343025"/>
                  <a:gd name="connsiteY15-1946" fmla="*/ 1097756 h 1343025"/>
                  <a:gd name="connsiteX16-1947" fmla="*/ 1040606 w 1343025"/>
                  <a:gd name="connsiteY16-1948" fmla="*/ 1009650 h 1343025"/>
                  <a:gd name="connsiteX17-1949" fmla="*/ 919162 w 1343025"/>
                  <a:gd name="connsiteY17-1950" fmla="*/ 1112043 h 1343025"/>
                  <a:gd name="connsiteX18-1951" fmla="*/ 973931 w 1343025"/>
                  <a:gd name="connsiteY18-1952" fmla="*/ 1276350 h 1343025"/>
                  <a:gd name="connsiteX19-1953" fmla="*/ 745331 w 1343025"/>
                  <a:gd name="connsiteY19-1954" fmla="*/ 1343025 h 1343025"/>
                  <a:gd name="connsiteX20-1955" fmla="*/ 695325 w 1343025"/>
                  <a:gd name="connsiteY20-1956" fmla="*/ 1171575 h 1343025"/>
                  <a:gd name="connsiteX21-1957" fmla="*/ 535781 w 1343025"/>
                  <a:gd name="connsiteY21-1958" fmla="*/ 1157287 h 1343025"/>
                  <a:gd name="connsiteX22-1959" fmla="*/ 452437 w 1343025"/>
                  <a:gd name="connsiteY22-1960" fmla="*/ 1304925 h 1343025"/>
                  <a:gd name="connsiteX23-1961" fmla="*/ 245268 w 1343025"/>
                  <a:gd name="connsiteY23-1962" fmla="*/ 1193006 h 1343025"/>
                  <a:gd name="connsiteX24-1963" fmla="*/ 333375 w 1343025"/>
                  <a:gd name="connsiteY24-1964" fmla="*/ 1042987 h 1343025"/>
                  <a:gd name="connsiteX25-1965" fmla="*/ 226218 w 1343025"/>
                  <a:gd name="connsiteY25-1966" fmla="*/ 909637 h 1343025"/>
                  <a:gd name="connsiteX26-1967" fmla="*/ 59531 w 1343025"/>
                  <a:gd name="connsiteY26-1968" fmla="*/ 964406 h 1343025"/>
                  <a:gd name="connsiteX27-1969" fmla="*/ 0 w 1343025"/>
                  <a:gd name="connsiteY27-1970" fmla="*/ 733425 h 1343025"/>
                  <a:gd name="connsiteX28-1971" fmla="*/ 166687 w 1343025"/>
                  <a:gd name="connsiteY28-1972" fmla="*/ 690562 h 1343025"/>
                  <a:gd name="connsiteX29-1973" fmla="*/ 190500 w 1343025"/>
                  <a:gd name="connsiteY29-1974" fmla="*/ 521493 h 1343025"/>
                  <a:gd name="connsiteX30-1975" fmla="*/ 35718 w 1343025"/>
                  <a:gd name="connsiteY30-1976" fmla="*/ 440531 h 1343025"/>
                  <a:gd name="connsiteX31-1977" fmla="*/ 154781 w 1343025"/>
                  <a:gd name="connsiteY31-1978" fmla="*/ 242887 h 1343025"/>
                  <a:gd name="connsiteX32-1979" fmla="*/ 297656 w 1343025"/>
                  <a:gd name="connsiteY32-1980" fmla="*/ 330993 h 1343025"/>
                  <a:gd name="connsiteX0-1981" fmla="*/ 297656 w 1343025"/>
                  <a:gd name="connsiteY0-1982" fmla="*/ 330993 h 1343025"/>
                  <a:gd name="connsiteX1-1983" fmla="*/ 431006 w 1343025"/>
                  <a:gd name="connsiteY1-1984" fmla="*/ 226218 h 1343025"/>
                  <a:gd name="connsiteX2-1985" fmla="*/ 378618 w 1343025"/>
                  <a:gd name="connsiteY2-1986" fmla="*/ 61912 h 1343025"/>
                  <a:gd name="connsiteX3-1987" fmla="*/ 602456 w 1343025"/>
                  <a:gd name="connsiteY3-1988" fmla="*/ 0 h 1343025"/>
                  <a:gd name="connsiteX4-1989" fmla="*/ 652462 w 1343025"/>
                  <a:gd name="connsiteY4-1990" fmla="*/ 171450 h 1343025"/>
                  <a:gd name="connsiteX5-1991" fmla="*/ 816768 w 1343025"/>
                  <a:gd name="connsiteY5-1992" fmla="*/ 185737 h 1343025"/>
                  <a:gd name="connsiteX6-1993" fmla="*/ 900112 w 1343025"/>
                  <a:gd name="connsiteY6-1994" fmla="*/ 40481 h 1343025"/>
                  <a:gd name="connsiteX7-1995" fmla="*/ 1104900 w 1343025"/>
                  <a:gd name="connsiteY7-1996" fmla="*/ 150018 h 1343025"/>
                  <a:gd name="connsiteX8-1997" fmla="*/ 1014412 w 1343025"/>
                  <a:gd name="connsiteY8-1998" fmla="*/ 295275 h 1343025"/>
                  <a:gd name="connsiteX9-1999" fmla="*/ 1119187 w 1343025"/>
                  <a:gd name="connsiteY9-2000" fmla="*/ 431006 h 1343025"/>
                  <a:gd name="connsiteX10-2001" fmla="*/ 1281112 w 1343025"/>
                  <a:gd name="connsiteY10-2002" fmla="*/ 373856 h 1343025"/>
                  <a:gd name="connsiteX11-2003" fmla="*/ 1343025 w 1343025"/>
                  <a:gd name="connsiteY11-2004" fmla="*/ 602456 h 1343025"/>
                  <a:gd name="connsiteX12-2005" fmla="*/ 1173956 w 1343025"/>
                  <a:gd name="connsiteY12-2006" fmla="*/ 645318 h 1343025"/>
                  <a:gd name="connsiteX13-2007" fmla="*/ 1157287 w 1343025"/>
                  <a:gd name="connsiteY13-2008" fmla="*/ 812006 h 1343025"/>
                  <a:gd name="connsiteX14-2009" fmla="*/ 1307306 w 1343025"/>
                  <a:gd name="connsiteY14-2010" fmla="*/ 892968 h 1343025"/>
                  <a:gd name="connsiteX15-2011" fmla="*/ 1193006 w 1343025"/>
                  <a:gd name="connsiteY15-2012" fmla="*/ 1097756 h 1343025"/>
                  <a:gd name="connsiteX16-2013" fmla="*/ 1040606 w 1343025"/>
                  <a:gd name="connsiteY16-2014" fmla="*/ 1009650 h 1343025"/>
                  <a:gd name="connsiteX17-2015" fmla="*/ 919162 w 1343025"/>
                  <a:gd name="connsiteY17-2016" fmla="*/ 1112043 h 1343025"/>
                  <a:gd name="connsiteX18-2017" fmla="*/ 973931 w 1343025"/>
                  <a:gd name="connsiteY18-2018" fmla="*/ 1276350 h 1343025"/>
                  <a:gd name="connsiteX19-2019" fmla="*/ 745331 w 1343025"/>
                  <a:gd name="connsiteY19-2020" fmla="*/ 1343025 h 1343025"/>
                  <a:gd name="connsiteX20-2021" fmla="*/ 695325 w 1343025"/>
                  <a:gd name="connsiteY20-2022" fmla="*/ 1171575 h 1343025"/>
                  <a:gd name="connsiteX21-2023" fmla="*/ 535781 w 1343025"/>
                  <a:gd name="connsiteY21-2024" fmla="*/ 1157287 h 1343025"/>
                  <a:gd name="connsiteX22-2025" fmla="*/ 452437 w 1343025"/>
                  <a:gd name="connsiteY22-2026" fmla="*/ 1304925 h 1343025"/>
                  <a:gd name="connsiteX23-2027" fmla="*/ 245268 w 1343025"/>
                  <a:gd name="connsiteY23-2028" fmla="*/ 1193006 h 1343025"/>
                  <a:gd name="connsiteX24-2029" fmla="*/ 333375 w 1343025"/>
                  <a:gd name="connsiteY24-2030" fmla="*/ 1042987 h 1343025"/>
                  <a:gd name="connsiteX25-2031" fmla="*/ 226218 w 1343025"/>
                  <a:gd name="connsiteY25-2032" fmla="*/ 909637 h 1343025"/>
                  <a:gd name="connsiteX26-2033" fmla="*/ 59531 w 1343025"/>
                  <a:gd name="connsiteY26-2034" fmla="*/ 964406 h 1343025"/>
                  <a:gd name="connsiteX27-2035" fmla="*/ 0 w 1343025"/>
                  <a:gd name="connsiteY27-2036" fmla="*/ 733425 h 1343025"/>
                  <a:gd name="connsiteX28-2037" fmla="*/ 166687 w 1343025"/>
                  <a:gd name="connsiteY28-2038" fmla="*/ 690562 h 1343025"/>
                  <a:gd name="connsiteX29-2039" fmla="*/ 190500 w 1343025"/>
                  <a:gd name="connsiteY29-2040" fmla="*/ 521493 h 1343025"/>
                  <a:gd name="connsiteX30-2041" fmla="*/ 35718 w 1343025"/>
                  <a:gd name="connsiteY30-2042" fmla="*/ 440531 h 1343025"/>
                  <a:gd name="connsiteX31-2043" fmla="*/ 154781 w 1343025"/>
                  <a:gd name="connsiteY31-2044" fmla="*/ 242887 h 1343025"/>
                  <a:gd name="connsiteX32-2045" fmla="*/ 297656 w 1343025"/>
                  <a:gd name="connsiteY32-2046" fmla="*/ 330993 h 1343025"/>
                  <a:gd name="connsiteX0-2047" fmla="*/ 297656 w 1343025"/>
                  <a:gd name="connsiteY0-2048" fmla="*/ 330993 h 1343025"/>
                  <a:gd name="connsiteX1-2049" fmla="*/ 431006 w 1343025"/>
                  <a:gd name="connsiteY1-2050" fmla="*/ 226218 h 1343025"/>
                  <a:gd name="connsiteX2-2051" fmla="*/ 378618 w 1343025"/>
                  <a:gd name="connsiteY2-2052" fmla="*/ 61912 h 1343025"/>
                  <a:gd name="connsiteX3-2053" fmla="*/ 602456 w 1343025"/>
                  <a:gd name="connsiteY3-2054" fmla="*/ 0 h 1343025"/>
                  <a:gd name="connsiteX4-2055" fmla="*/ 652462 w 1343025"/>
                  <a:gd name="connsiteY4-2056" fmla="*/ 171450 h 1343025"/>
                  <a:gd name="connsiteX5-2057" fmla="*/ 816768 w 1343025"/>
                  <a:gd name="connsiteY5-2058" fmla="*/ 185737 h 1343025"/>
                  <a:gd name="connsiteX6-2059" fmla="*/ 900112 w 1343025"/>
                  <a:gd name="connsiteY6-2060" fmla="*/ 40481 h 1343025"/>
                  <a:gd name="connsiteX7-2061" fmla="*/ 1104900 w 1343025"/>
                  <a:gd name="connsiteY7-2062" fmla="*/ 150018 h 1343025"/>
                  <a:gd name="connsiteX8-2063" fmla="*/ 1014412 w 1343025"/>
                  <a:gd name="connsiteY8-2064" fmla="*/ 295275 h 1343025"/>
                  <a:gd name="connsiteX9-2065" fmla="*/ 1119187 w 1343025"/>
                  <a:gd name="connsiteY9-2066" fmla="*/ 431006 h 1343025"/>
                  <a:gd name="connsiteX10-2067" fmla="*/ 1281112 w 1343025"/>
                  <a:gd name="connsiteY10-2068" fmla="*/ 373856 h 1343025"/>
                  <a:gd name="connsiteX11-2069" fmla="*/ 1343025 w 1343025"/>
                  <a:gd name="connsiteY11-2070" fmla="*/ 602456 h 1343025"/>
                  <a:gd name="connsiteX12-2071" fmla="*/ 1173956 w 1343025"/>
                  <a:gd name="connsiteY12-2072" fmla="*/ 645318 h 1343025"/>
                  <a:gd name="connsiteX13-2073" fmla="*/ 1157287 w 1343025"/>
                  <a:gd name="connsiteY13-2074" fmla="*/ 812006 h 1343025"/>
                  <a:gd name="connsiteX14-2075" fmla="*/ 1307306 w 1343025"/>
                  <a:gd name="connsiteY14-2076" fmla="*/ 892968 h 1343025"/>
                  <a:gd name="connsiteX15-2077" fmla="*/ 1193006 w 1343025"/>
                  <a:gd name="connsiteY15-2078" fmla="*/ 1097756 h 1343025"/>
                  <a:gd name="connsiteX16-2079" fmla="*/ 1040606 w 1343025"/>
                  <a:gd name="connsiteY16-2080" fmla="*/ 1009650 h 1343025"/>
                  <a:gd name="connsiteX17-2081" fmla="*/ 919162 w 1343025"/>
                  <a:gd name="connsiteY17-2082" fmla="*/ 1112043 h 1343025"/>
                  <a:gd name="connsiteX18-2083" fmla="*/ 973931 w 1343025"/>
                  <a:gd name="connsiteY18-2084" fmla="*/ 1276350 h 1343025"/>
                  <a:gd name="connsiteX19-2085" fmla="*/ 745331 w 1343025"/>
                  <a:gd name="connsiteY19-2086" fmla="*/ 1343025 h 1343025"/>
                  <a:gd name="connsiteX20-2087" fmla="*/ 695325 w 1343025"/>
                  <a:gd name="connsiteY20-2088" fmla="*/ 1171575 h 1343025"/>
                  <a:gd name="connsiteX21-2089" fmla="*/ 535781 w 1343025"/>
                  <a:gd name="connsiteY21-2090" fmla="*/ 1157287 h 1343025"/>
                  <a:gd name="connsiteX22-2091" fmla="*/ 452437 w 1343025"/>
                  <a:gd name="connsiteY22-2092" fmla="*/ 1304925 h 1343025"/>
                  <a:gd name="connsiteX23-2093" fmla="*/ 245268 w 1343025"/>
                  <a:gd name="connsiteY23-2094" fmla="*/ 1193006 h 1343025"/>
                  <a:gd name="connsiteX24-2095" fmla="*/ 333375 w 1343025"/>
                  <a:gd name="connsiteY24-2096" fmla="*/ 1042987 h 1343025"/>
                  <a:gd name="connsiteX25-2097" fmla="*/ 226218 w 1343025"/>
                  <a:gd name="connsiteY25-2098" fmla="*/ 909637 h 1343025"/>
                  <a:gd name="connsiteX26-2099" fmla="*/ 59531 w 1343025"/>
                  <a:gd name="connsiteY26-2100" fmla="*/ 964406 h 1343025"/>
                  <a:gd name="connsiteX27-2101" fmla="*/ 0 w 1343025"/>
                  <a:gd name="connsiteY27-2102" fmla="*/ 733425 h 1343025"/>
                  <a:gd name="connsiteX28-2103" fmla="*/ 166687 w 1343025"/>
                  <a:gd name="connsiteY28-2104" fmla="*/ 690562 h 1343025"/>
                  <a:gd name="connsiteX29-2105" fmla="*/ 190500 w 1343025"/>
                  <a:gd name="connsiteY29-2106" fmla="*/ 521493 h 1343025"/>
                  <a:gd name="connsiteX30-2107" fmla="*/ 35718 w 1343025"/>
                  <a:gd name="connsiteY30-2108" fmla="*/ 440531 h 1343025"/>
                  <a:gd name="connsiteX31-2109" fmla="*/ 154781 w 1343025"/>
                  <a:gd name="connsiteY31-2110" fmla="*/ 242887 h 1343025"/>
                  <a:gd name="connsiteX32-2111" fmla="*/ 297656 w 1343025"/>
                  <a:gd name="connsiteY32-2112" fmla="*/ 330993 h 1343025"/>
                  <a:gd name="connsiteX0-2113" fmla="*/ 297656 w 1343025"/>
                  <a:gd name="connsiteY0-2114" fmla="*/ 330993 h 1343025"/>
                  <a:gd name="connsiteX1-2115" fmla="*/ 431006 w 1343025"/>
                  <a:gd name="connsiteY1-2116" fmla="*/ 226218 h 1343025"/>
                  <a:gd name="connsiteX2-2117" fmla="*/ 378618 w 1343025"/>
                  <a:gd name="connsiteY2-2118" fmla="*/ 61912 h 1343025"/>
                  <a:gd name="connsiteX3-2119" fmla="*/ 602456 w 1343025"/>
                  <a:gd name="connsiteY3-2120" fmla="*/ 0 h 1343025"/>
                  <a:gd name="connsiteX4-2121" fmla="*/ 652462 w 1343025"/>
                  <a:gd name="connsiteY4-2122" fmla="*/ 171450 h 1343025"/>
                  <a:gd name="connsiteX5-2123" fmla="*/ 816768 w 1343025"/>
                  <a:gd name="connsiteY5-2124" fmla="*/ 185737 h 1343025"/>
                  <a:gd name="connsiteX6-2125" fmla="*/ 900112 w 1343025"/>
                  <a:gd name="connsiteY6-2126" fmla="*/ 40481 h 1343025"/>
                  <a:gd name="connsiteX7-2127" fmla="*/ 1104900 w 1343025"/>
                  <a:gd name="connsiteY7-2128" fmla="*/ 150018 h 1343025"/>
                  <a:gd name="connsiteX8-2129" fmla="*/ 1014412 w 1343025"/>
                  <a:gd name="connsiteY8-2130" fmla="*/ 295275 h 1343025"/>
                  <a:gd name="connsiteX9-2131" fmla="*/ 1119187 w 1343025"/>
                  <a:gd name="connsiteY9-2132" fmla="*/ 431006 h 1343025"/>
                  <a:gd name="connsiteX10-2133" fmla="*/ 1281112 w 1343025"/>
                  <a:gd name="connsiteY10-2134" fmla="*/ 373856 h 1343025"/>
                  <a:gd name="connsiteX11-2135" fmla="*/ 1343025 w 1343025"/>
                  <a:gd name="connsiteY11-2136" fmla="*/ 602456 h 1343025"/>
                  <a:gd name="connsiteX12-2137" fmla="*/ 1173956 w 1343025"/>
                  <a:gd name="connsiteY12-2138" fmla="*/ 645318 h 1343025"/>
                  <a:gd name="connsiteX13-2139" fmla="*/ 1157287 w 1343025"/>
                  <a:gd name="connsiteY13-2140" fmla="*/ 812006 h 1343025"/>
                  <a:gd name="connsiteX14-2141" fmla="*/ 1307306 w 1343025"/>
                  <a:gd name="connsiteY14-2142" fmla="*/ 892968 h 1343025"/>
                  <a:gd name="connsiteX15-2143" fmla="*/ 1193006 w 1343025"/>
                  <a:gd name="connsiteY15-2144" fmla="*/ 1097756 h 1343025"/>
                  <a:gd name="connsiteX16-2145" fmla="*/ 1040606 w 1343025"/>
                  <a:gd name="connsiteY16-2146" fmla="*/ 1009650 h 1343025"/>
                  <a:gd name="connsiteX17-2147" fmla="*/ 919162 w 1343025"/>
                  <a:gd name="connsiteY17-2148" fmla="*/ 1112043 h 1343025"/>
                  <a:gd name="connsiteX18-2149" fmla="*/ 973931 w 1343025"/>
                  <a:gd name="connsiteY18-2150" fmla="*/ 1276350 h 1343025"/>
                  <a:gd name="connsiteX19-2151" fmla="*/ 745331 w 1343025"/>
                  <a:gd name="connsiteY19-2152" fmla="*/ 1343025 h 1343025"/>
                  <a:gd name="connsiteX20-2153" fmla="*/ 695325 w 1343025"/>
                  <a:gd name="connsiteY20-2154" fmla="*/ 1171575 h 1343025"/>
                  <a:gd name="connsiteX21-2155" fmla="*/ 535781 w 1343025"/>
                  <a:gd name="connsiteY21-2156" fmla="*/ 1157287 h 1343025"/>
                  <a:gd name="connsiteX22-2157" fmla="*/ 452437 w 1343025"/>
                  <a:gd name="connsiteY22-2158" fmla="*/ 1304925 h 1343025"/>
                  <a:gd name="connsiteX23-2159" fmla="*/ 245268 w 1343025"/>
                  <a:gd name="connsiteY23-2160" fmla="*/ 1193006 h 1343025"/>
                  <a:gd name="connsiteX24-2161" fmla="*/ 333375 w 1343025"/>
                  <a:gd name="connsiteY24-2162" fmla="*/ 1042987 h 1343025"/>
                  <a:gd name="connsiteX25-2163" fmla="*/ 226218 w 1343025"/>
                  <a:gd name="connsiteY25-2164" fmla="*/ 909637 h 1343025"/>
                  <a:gd name="connsiteX26-2165" fmla="*/ 59531 w 1343025"/>
                  <a:gd name="connsiteY26-2166" fmla="*/ 964406 h 1343025"/>
                  <a:gd name="connsiteX27-2167" fmla="*/ 0 w 1343025"/>
                  <a:gd name="connsiteY27-2168" fmla="*/ 733425 h 1343025"/>
                  <a:gd name="connsiteX28-2169" fmla="*/ 166687 w 1343025"/>
                  <a:gd name="connsiteY28-2170" fmla="*/ 690562 h 1343025"/>
                  <a:gd name="connsiteX29-2171" fmla="*/ 190500 w 1343025"/>
                  <a:gd name="connsiteY29-2172" fmla="*/ 521493 h 1343025"/>
                  <a:gd name="connsiteX30-2173" fmla="*/ 35718 w 1343025"/>
                  <a:gd name="connsiteY30-2174" fmla="*/ 440531 h 1343025"/>
                  <a:gd name="connsiteX31-2175" fmla="*/ 154781 w 1343025"/>
                  <a:gd name="connsiteY31-2176" fmla="*/ 242887 h 1343025"/>
                  <a:gd name="connsiteX32-2177" fmla="*/ 297656 w 1343025"/>
                  <a:gd name="connsiteY32-2178" fmla="*/ 330993 h 1343025"/>
                  <a:gd name="connsiteX0-2179" fmla="*/ 297656 w 1343025"/>
                  <a:gd name="connsiteY0-2180" fmla="*/ 330993 h 1343025"/>
                  <a:gd name="connsiteX1-2181" fmla="*/ 431006 w 1343025"/>
                  <a:gd name="connsiteY1-2182" fmla="*/ 226218 h 1343025"/>
                  <a:gd name="connsiteX2-2183" fmla="*/ 378618 w 1343025"/>
                  <a:gd name="connsiteY2-2184" fmla="*/ 61912 h 1343025"/>
                  <a:gd name="connsiteX3-2185" fmla="*/ 602456 w 1343025"/>
                  <a:gd name="connsiteY3-2186" fmla="*/ 0 h 1343025"/>
                  <a:gd name="connsiteX4-2187" fmla="*/ 652462 w 1343025"/>
                  <a:gd name="connsiteY4-2188" fmla="*/ 171450 h 1343025"/>
                  <a:gd name="connsiteX5-2189" fmla="*/ 816768 w 1343025"/>
                  <a:gd name="connsiteY5-2190" fmla="*/ 185737 h 1343025"/>
                  <a:gd name="connsiteX6-2191" fmla="*/ 900112 w 1343025"/>
                  <a:gd name="connsiteY6-2192" fmla="*/ 40481 h 1343025"/>
                  <a:gd name="connsiteX7-2193" fmla="*/ 1104900 w 1343025"/>
                  <a:gd name="connsiteY7-2194" fmla="*/ 150018 h 1343025"/>
                  <a:gd name="connsiteX8-2195" fmla="*/ 1014412 w 1343025"/>
                  <a:gd name="connsiteY8-2196" fmla="*/ 295275 h 1343025"/>
                  <a:gd name="connsiteX9-2197" fmla="*/ 1119187 w 1343025"/>
                  <a:gd name="connsiteY9-2198" fmla="*/ 431006 h 1343025"/>
                  <a:gd name="connsiteX10-2199" fmla="*/ 1281112 w 1343025"/>
                  <a:gd name="connsiteY10-2200" fmla="*/ 373856 h 1343025"/>
                  <a:gd name="connsiteX11-2201" fmla="*/ 1343025 w 1343025"/>
                  <a:gd name="connsiteY11-2202" fmla="*/ 602456 h 1343025"/>
                  <a:gd name="connsiteX12-2203" fmla="*/ 1173956 w 1343025"/>
                  <a:gd name="connsiteY12-2204" fmla="*/ 645318 h 1343025"/>
                  <a:gd name="connsiteX13-2205" fmla="*/ 1157287 w 1343025"/>
                  <a:gd name="connsiteY13-2206" fmla="*/ 812006 h 1343025"/>
                  <a:gd name="connsiteX14-2207" fmla="*/ 1307306 w 1343025"/>
                  <a:gd name="connsiteY14-2208" fmla="*/ 892968 h 1343025"/>
                  <a:gd name="connsiteX15-2209" fmla="*/ 1193006 w 1343025"/>
                  <a:gd name="connsiteY15-2210" fmla="*/ 1097756 h 1343025"/>
                  <a:gd name="connsiteX16-2211" fmla="*/ 1040606 w 1343025"/>
                  <a:gd name="connsiteY16-2212" fmla="*/ 1009650 h 1343025"/>
                  <a:gd name="connsiteX17-2213" fmla="*/ 919162 w 1343025"/>
                  <a:gd name="connsiteY17-2214" fmla="*/ 1112043 h 1343025"/>
                  <a:gd name="connsiteX18-2215" fmla="*/ 973931 w 1343025"/>
                  <a:gd name="connsiteY18-2216" fmla="*/ 1276350 h 1343025"/>
                  <a:gd name="connsiteX19-2217" fmla="*/ 745331 w 1343025"/>
                  <a:gd name="connsiteY19-2218" fmla="*/ 1343025 h 1343025"/>
                  <a:gd name="connsiteX20-2219" fmla="*/ 695325 w 1343025"/>
                  <a:gd name="connsiteY20-2220" fmla="*/ 1171575 h 1343025"/>
                  <a:gd name="connsiteX21-2221" fmla="*/ 535781 w 1343025"/>
                  <a:gd name="connsiteY21-2222" fmla="*/ 1157287 h 1343025"/>
                  <a:gd name="connsiteX22-2223" fmla="*/ 452437 w 1343025"/>
                  <a:gd name="connsiteY22-2224" fmla="*/ 1304925 h 1343025"/>
                  <a:gd name="connsiteX23-2225" fmla="*/ 245268 w 1343025"/>
                  <a:gd name="connsiteY23-2226" fmla="*/ 1193006 h 1343025"/>
                  <a:gd name="connsiteX24-2227" fmla="*/ 333375 w 1343025"/>
                  <a:gd name="connsiteY24-2228" fmla="*/ 1042987 h 1343025"/>
                  <a:gd name="connsiteX25-2229" fmla="*/ 226218 w 1343025"/>
                  <a:gd name="connsiteY25-2230" fmla="*/ 909637 h 1343025"/>
                  <a:gd name="connsiteX26-2231" fmla="*/ 59531 w 1343025"/>
                  <a:gd name="connsiteY26-2232" fmla="*/ 964406 h 1343025"/>
                  <a:gd name="connsiteX27-2233" fmla="*/ 0 w 1343025"/>
                  <a:gd name="connsiteY27-2234" fmla="*/ 733425 h 1343025"/>
                  <a:gd name="connsiteX28-2235" fmla="*/ 166687 w 1343025"/>
                  <a:gd name="connsiteY28-2236" fmla="*/ 690562 h 1343025"/>
                  <a:gd name="connsiteX29-2237" fmla="*/ 190500 w 1343025"/>
                  <a:gd name="connsiteY29-2238" fmla="*/ 521493 h 1343025"/>
                  <a:gd name="connsiteX30-2239" fmla="*/ 35718 w 1343025"/>
                  <a:gd name="connsiteY30-2240" fmla="*/ 440531 h 1343025"/>
                  <a:gd name="connsiteX31-2241" fmla="*/ 154781 w 1343025"/>
                  <a:gd name="connsiteY31-2242" fmla="*/ 242887 h 1343025"/>
                  <a:gd name="connsiteX32-2243" fmla="*/ 297656 w 1343025"/>
                  <a:gd name="connsiteY32-2244" fmla="*/ 330993 h 1343025"/>
                  <a:gd name="connsiteX0-2245" fmla="*/ 297656 w 1343025"/>
                  <a:gd name="connsiteY0-2246" fmla="*/ 330993 h 1343025"/>
                  <a:gd name="connsiteX1-2247" fmla="*/ 431006 w 1343025"/>
                  <a:gd name="connsiteY1-2248" fmla="*/ 226218 h 1343025"/>
                  <a:gd name="connsiteX2-2249" fmla="*/ 378618 w 1343025"/>
                  <a:gd name="connsiteY2-2250" fmla="*/ 61912 h 1343025"/>
                  <a:gd name="connsiteX3-2251" fmla="*/ 602456 w 1343025"/>
                  <a:gd name="connsiteY3-2252" fmla="*/ 0 h 1343025"/>
                  <a:gd name="connsiteX4-2253" fmla="*/ 652462 w 1343025"/>
                  <a:gd name="connsiteY4-2254" fmla="*/ 171450 h 1343025"/>
                  <a:gd name="connsiteX5-2255" fmla="*/ 816768 w 1343025"/>
                  <a:gd name="connsiteY5-2256" fmla="*/ 185737 h 1343025"/>
                  <a:gd name="connsiteX6-2257" fmla="*/ 900112 w 1343025"/>
                  <a:gd name="connsiteY6-2258" fmla="*/ 40481 h 1343025"/>
                  <a:gd name="connsiteX7-2259" fmla="*/ 1104900 w 1343025"/>
                  <a:gd name="connsiteY7-2260" fmla="*/ 150018 h 1343025"/>
                  <a:gd name="connsiteX8-2261" fmla="*/ 1014412 w 1343025"/>
                  <a:gd name="connsiteY8-2262" fmla="*/ 295275 h 1343025"/>
                  <a:gd name="connsiteX9-2263" fmla="*/ 1119187 w 1343025"/>
                  <a:gd name="connsiteY9-2264" fmla="*/ 431006 h 1343025"/>
                  <a:gd name="connsiteX10-2265" fmla="*/ 1281112 w 1343025"/>
                  <a:gd name="connsiteY10-2266" fmla="*/ 373856 h 1343025"/>
                  <a:gd name="connsiteX11-2267" fmla="*/ 1343025 w 1343025"/>
                  <a:gd name="connsiteY11-2268" fmla="*/ 602456 h 1343025"/>
                  <a:gd name="connsiteX12-2269" fmla="*/ 1173956 w 1343025"/>
                  <a:gd name="connsiteY12-2270" fmla="*/ 645318 h 1343025"/>
                  <a:gd name="connsiteX13-2271" fmla="*/ 1157287 w 1343025"/>
                  <a:gd name="connsiteY13-2272" fmla="*/ 812006 h 1343025"/>
                  <a:gd name="connsiteX14-2273" fmla="*/ 1307306 w 1343025"/>
                  <a:gd name="connsiteY14-2274" fmla="*/ 892968 h 1343025"/>
                  <a:gd name="connsiteX15-2275" fmla="*/ 1193006 w 1343025"/>
                  <a:gd name="connsiteY15-2276" fmla="*/ 1097756 h 1343025"/>
                  <a:gd name="connsiteX16-2277" fmla="*/ 1040606 w 1343025"/>
                  <a:gd name="connsiteY16-2278" fmla="*/ 1009650 h 1343025"/>
                  <a:gd name="connsiteX17-2279" fmla="*/ 919162 w 1343025"/>
                  <a:gd name="connsiteY17-2280" fmla="*/ 1112043 h 1343025"/>
                  <a:gd name="connsiteX18-2281" fmla="*/ 973931 w 1343025"/>
                  <a:gd name="connsiteY18-2282" fmla="*/ 1276350 h 1343025"/>
                  <a:gd name="connsiteX19-2283" fmla="*/ 745331 w 1343025"/>
                  <a:gd name="connsiteY19-2284" fmla="*/ 1343025 h 1343025"/>
                  <a:gd name="connsiteX20-2285" fmla="*/ 695325 w 1343025"/>
                  <a:gd name="connsiteY20-2286" fmla="*/ 1171575 h 1343025"/>
                  <a:gd name="connsiteX21-2287" fmla="*/ 535781 w 1343025"/>
                  <a:gd name="connsiteY21-2288" fmla="*/ 1157287 h 1343025"/>
                  <a:gd name="connsiteX22-2289" fmla="*/ 452437 w 1343025"/>
                  <a:gd name="connsiteY22-2290" fmla="*/ 1304925 h 1343025"/>
                  <a:gd name="connsiteX23-2291" fmla="*/ 245268 w 1343025"/>
                  <a:gd name="connsiteY23-2292" fmla="*/ 1193006 h 1343025"/>
                  <a:gd name="connsiteX24-2293" fmla="*/ 333375 w 1343025"/>
                  <a:gd name="connsiteY24-2294" fmla="*/ 1042987 h 1343025"/>
                  <a:gd name="connsiteX25-2295" fmla="*/ 226218 w 1343025"/>
                  <a:gd name="connsiteY25-2296" fmla="*/ 909637 h 1343025"/>
                  <a:gd name="connsiteX26-2297" fmla="*/ 59531 w 1343025"/>
                  <a:gd name="connsiteY26-2298" fmla="*/ 964406 h 1343025"/>
                  <a:gd name="connsiteX27-2299" fmla="*/ 0 w 1343025"/>
                  <a:gd name="connsiteY27-2300" fmla="*/ 733425 h 1343025"/>
                  <a:gd name="connsiteX28-2301" fmla="*/ 166687 w 1343025"/>
                  <a:gd name="connsiteY28-2302" fmla="*/ 690562 h 1343025"/>
                  <a:gd name="connsiteX29-2303" fmla="*/ 190500 w 1343025"/>
                  <a:gd name="connsiteY29-2304" fmla="*/ 521493 h 1343025"/>
                  <a:gd name="connsiteX30-2305" fmla="*/ 35718 w 1343025"/>
                  <a:gd name="connsiteY30-2306" fmla="*/ 440531 h 1343025"/>
                  <a:gd name="connsiteX31-2307" fmla="*/ 154781 w 1343025"/>
                  <a:gd name="connsiteY31-2308" fmla="*/ 242887 h 1343025"/>
                  <a:gd name="connsiteX32-2309" fmla="*/ 297656 w 1343025"/>
                  <a:gd name="connsiteY32-2310" fmla="*/ 330993 h 1343025"/>
                  <a:gd name="connsiteX0-2311" fmla="*/ 297656 w 1343025"/>
                  <a:gd name="connsiteY0-2312" fmla="*/ 330993 h 1343025"/>
                  <a:gd name="connsiteX1-2313" fmla="*/ 431006 w 1343025"/>
                  <a:gd name="connsiteY1-2314" fmla="*/ 226218 h 1343025"/>
                  <a:gd name="connsiteX2-2315" fmla="*/ 378618 w 1343025"/>
                  <a:gd name="connsiteY2-2316" fmla="*/ 61912 h 1343025"/>
                  <a:gd name="connsiteX3-2317" fmla="*/ 602456 w 1343025"/>
                  <a:gd name="connsiteY3-2318" fmla="*/ 0 h 1343025"/>
                  <a:gd name="connsiteX4-2319" fmla="*/ 652462 w 1343025"/>
                  <a:gd name="connsiteY4-2320" fmla="*/ 171450 h 1343025"/>
                  <a:gd name="connsiteX5-2321" fmla="*/ 816768 w 1343025"/>
                  <a:gd name="connsiteY5-2322" fmla="*/ 185737 h 1343025"/>
                  <a:gd name="connsiteX6-2323" fmla="*/ 900112 w 1343025"/>
                  <a:gd name="connsiteY6-2324" fmla="*/ 40481 h 1343025"/>
                  <a:gd name="connsiteX7-2325" fmla="*/ 1104900 w 1343025"/>
                  <a:gd name="connsiteY7-2326" fmla="*/ 150018 h 1343025"/>
                  <a:gd name="connsiteX8-2327" fmla="*/ 1014412 w 1343025"/>
                  <a:gd name="connsiteY8-2328" fmla="*/ 295275 h 1343025"/>
                  <a:gd name="connsiteX9-2329" fmla="*/ 1119187 w 1343025"/>
                  <a:gd name="connsiteY9-2330" fmla="*/ 431006 h 1343025"/>
                  <a:gd name="connsiteX10-2331" fmla="*/ 1281112 w 1343025"/>
                  <a:gd name="connsiteY10-2332" fmla="*/ 373856 h 1343025"/>
                  <a:gd name="connsiteX11-2333" fmla="*/ 1343025 w 1343025"/>
                  <a:gd name="connsiteY11-2334" fmla="*/ 602456 h 1343025"/>
                  <a:gd name="connsiteX12-2335" fmla="*/ 1173956 w 1343025"/>
                  <a:gd name="connsiteY12-2336" fmla="*/ 645318 h 1343025"/>
                  <a:gd name="connsiteX13-2337" fmla="*/ 1157287 w 1343025"/>
                  <a:gd name="connsiteY13-2338" fmla="*/ 812006 h 1343025"/>
                  <a:gd name="connsiteX14-2339" fmla="*/ 1307306 w 1343025"/>
                  <a:gd name="connsiteY14-2340" fmla="*/ 892968 h 1343025"/>
                  <a:gd name="connsiteX15-2341" fmla="*/ 1193006 w 1343025"/>
                  <a:gd name="connsiteY15-2342" fmla="*/ 1097756 h 1343025"/>
                  <a:gd name="connsiteX16-2343" fmla="*/ 1040606 w 1343025"/>
                  <a:gd name="connsiteY16-2344" fmla="*/ 1009650 h 1343025"/>
                  <a:gd name="connsiteX17-2345" fmla="*/ 919162 w 1343025"/>
                  <a:gd name="connsiteY17-2346" fmla="*/ 1112043 h 1343025"/>
                  <a:gd name="connsiteX18-2347" fmla="*/ 973931 w 1343025"/>
                  <a:gd name="connsiteY18-2348" fmla="*/ 1276350 h 1343025"/>
                  <a:gd name="connsiteX19-2349" fmla="*/ 745331 w 1343025"/>
                  <a:gd name="connsiteY19-2350" fmla="*/ 1343025 h 1343025"/>
                  <a:gd name="connsiteX20-2351" fmla="*/ 695325 w 1343025"/>
                  <a:gd name="connsiteY20-2352" fmla="*/ 1171575 h 1343025"/>
                  <a:gd name="connsiteX21-2353" fmla="*/ 535781 w 1343025"/>
                  <a:gd name="connsiteY21-2354" fmla="*/ 1157287 h 1343025"/>
                  <a:gd name="connsiteX22-2355" fmla="*/ 452437 w 1343025"/>
                  <a:gd name="connsiteY22-2356" fmla="*/ 1304925 h 1343025"/>
                  <a:gd name="connsiteX23-2357" fmla="*/ 245268 w 1343025"/>
                  <a:gd name="connsiteY23-2358" fmla="*/ 1193006 h 1343025"/>
                  <a:gd name="connsiteX24-2359" fmla="*/ 333375 w 1343025"/>
                  <a:gd name="connsiteY24-2360" fmla="*/ 1042987 h 1343025"/>
                  <a:gd name="connsiteX25-2361" fmla="*/ 226218 w 1343025"/>
                  <a:gd name="connsiteY25-2362" fmla="*/ 909637 h 1343025"/>
                  <a:gd name="connsiteX26-2363" fmla="*/ 59531 w 1343025"/>
                  <a:gd name="connsiteY26-2364" fmla="*/ 964406 h 1343025"/>
                  <a:gd name="connsiteX27-2365" fmla="*/ 0 w 1343025"/>
                  <a:gd name="connsiteY27-2366" fmla="*/ 733425 h 1343025"/>
                  <a:gd name="connsiteX28-2367" fmla="*/ 166687 w 1343025"/>
                  <a:gd name="connsiteY28-2368" fmla="*/ 690562 h 1343025"/>
                  <a:gd name="connsiteX29-2369" fmla="*/ 190500 w 1343025"/>
                  <a:gd name="connsiteY29-2370" fmla="*/ 521493 h 1343025"/>
                  <a:gd name="connsiteX30-2371" fmla="*/ 35718 w 1343025"/>
                  <a:gd name="connsiteY30-2372" fmla="*/ 440531 h 1343025"/>
                  <a:gd name="connsiteX31-2373" fmla="*/ 154781 w 1343025"/>
                  <a:gd name="connsiteY31-2374" fmla="*/ 242887 h 1343025"/>
                  <a:gd name="connsiteX32-2375" fmla="*/ 297656 w 1343025"/>
                  <a:gd name="connsiteY32-2376" fmla="*/ 330993 h 1343025"/>
                  <a:gd name="connsiteX0-2377" fmla="*/ 297656 w 1343025"/>
                  <a:gd name="connsiteY0-2378" fmla="*/ 330993 h 1343025"/>
                  <a:gd name="connsiteX1-2379" fmla="*/ 431006 w 1343025"/>
                  <a:gd name="connsiteY1-2380" fmla="*/ 226218 h 1343025"/>
                  <a:gd name="connsiteX2-2381" fmla="*/ 378618 w 1343025"/>
                  <a:gd name="connsiteY2-2382" fmla="*/ 61912 h 1343025"/>
                  <a:gd name="connsiteX3-2383" fmla="*/ 602456 w 1343025"/>
                  <a:gd name="connsiteY3-2384" fmla="*/ 0 h 1343025"/>
                  <a:gd name="connsiteX4-2385" fmla="*/ 652462 w 1343025"/>
                  <a:gd name="connsiteY4-2386" fmla="*/ 171450 h 1343025"/>
                  <a:gd name="connsiteX5-2387" fmla="*/ 816768 w 1343025"/>
                  <a:gd name="connsiteY5-2388" fmla="*/ 185737 h 1343025"/>
                  <a:gd name="connsiteX6-2389" fmla="*/ 900112 w 1343025"/>
                  <a:gd name="connsiteY6-2390" fmla="*/ 40481 h 1343025"/>
                  <a:gd name="connsiteX7-2391" fmla="*/ 1104900 w 1343025"/>
                  <a:gd name="connsiteY7-2392" fmla="*/ 150018 h 1343025"/>
                  <a:gd name="connsiteX8-2393" fmla="*/ 1014412 w 1343025"/>
                  <a:gd name="connsiteY8-2394" fmla="*/ 295275 h 1343025"/>
                  <a:gd name="connsiteX9-2395" fmla="*/ 1119187 w 1343025"/>
                  <a:gd name="connsiteY9-2396" fmla="*/ 431006 h 1343025"/>
                  <a:gd name="connsiteX10-2397" fmla="*/ 1281112 w 1343025"/>
                  <a:gd name="connsiteY10-2398" fmla="*/ 373856 h 1343025"/>
                  <a:gd name="connsiteX11-2399" fmla="*/ 1343025 w 1343025"/>
                  <a:gd name="connsiteY11-2400" fmla="*/ 602456 h 1343025"/>
                  <a:gd name="connsiteX12-2401" fmla="*/ 1173956 w 1343025"/>
                  <a:gd name="connsiteY12-2402" fmla="*/ 645318 h 1343025"/>
                  <a:gd name="connsiteX13-2403" fmla="*/ 1157287 w 1343025"/>
                  <a:gd name="connsiteY13-2404" fmla="*/ 812006 h 1343025"/>
                  <a:gd name="connsiteX14-2405" fmla="*/ 1307306 w 1343025"/>
                  <a:gd name="connsiteY14-2406" fmla="*/ 892968 h 1343025"/>
                  <a:gd name="connsiteX15-2407" fmla="*/ 1193006 w 1343025"/>
                  <a:gd name="connsiteY15-2408" fmla="*/ 1097756 h 1343025"/>
                  <a:gd name="connsiteX16-2409" fmla="*/ 1040606 w 1343025"/>
                  <a:gd name="connsiteY16-2410" fmla="*/ 1009650 h 1343025"/>
                  <a:gd name="connsiteX17-2411" fmla="*/ 919162 w 1343025"/>
                  <a:gd name="connsiteY17-2412" fmla="*/ 1112043 h 1343025"/>
                  <a:gd name="connsiteX18-2413" fmla="*/ 973931 w 1343025"/>
                  <a:gd name="connsiteY18-2414" fmla="*/ 1276350 h 1343025"/>
                  <a:gd name="connsiteX19-2415" fmla="*/ 745331 w 1343025"/>
                  <a:gd name="connsiteY19-2416" fmla="*/ 1343025 h 1343025"/>
                  <a:gd name="connsiteX20-2417" fmla="*/ 695325 w 1343025"/>
                  <a:gd name="connsiteY20-2418" fmla="*/ 1171575 h 1343025"/>
                  <a:gd name="connsiteX21-2419" fmla="*/ 535781 w 1343025"/>
                  <a:gd name="connsiteY21-2420" fmla="*/ 1157287 h 1343025"/>
                  <a:gd name="connsiteX22-2421" fmla="*/ 452437 w 1343025"/>
                  <a:gd name="connsiteY22-2422" fmla="*/ 1304925 h 1343025"/>
                  <a:gd name="connsiteX23-2423" fmla="*/ 245268 w 1343025"/>
                  <a:gd name="connsiteY23-2424" fmla="*/ 1193006 h 1343025"/>
                  <a:gd name="connsiteX24-2425" fmla="*/ 333375 w 1343025"/>
                  <a:gd name="connsiteY24-2426" fmla="*/ 1042987 h 1343025"/>
                  <a:gd name="connsiteX25-2427" fmla="*/ 226218 w 1343025"/>
                  <a:gd name="connsiteY25-2428" fmla="*/ 909637 h 1343025"/>
                  <a:gd name="connsiteX26-2429" fmla="*/ 59531 w 1343025"/>
                  <a:gd name="connsiteY26-2430" fmla="*/ 964406 h 1343025"/>
                  <a:gd name="connsiteX27-2431" fmla="*/ 0 w 1343025"/>
                  <a:gd name="connsiteY27-2432" fmla="*/ 733425 h 1343025"/>
                  <a:gd name="connsiteX28-2433" fmla="*/ 166687 w 1343025"/>
                  <a:gd name="connsiteY28-2434" fmla="*/ 690562 h 1343025"/>
                  <a:gd name="connsiteX29-2435" fmla="*/ 190500 w 1343025"/>
                  <a:gd name="connsiteY29-2436" fmla="*/ 521493 h 1343025"/>
                  <a:gd name="connsiteX30-2437" fmla="*/ 35718 w 1343025"/>
                  <a:gd name="connsiteY30-2438" fmla="*/ 440531 h 1343025"/>
                  <a:gd name="connsiteX31-2439" fmla="*/ 154781 w 1343025"/>
                  <a:gd name="connsiteY31-2440" fmla="*/ 242887 h 1343025"/>
                  <a:gd name="connsiteX32-2441" fmla="*/ 297656 w 1343025"/>
                  <a:gd name="connsiteY32-2442" fmla="*/ 330993 h 1343025"/>
                  <a:gd name="connsiteX0-2443" fmla="*/ 297656 w 1343025"/>
                  <a:gd name="connsiteY0-2444" fmla="*/ 330993 h 1343025"/>
                  <a:gd name="connsiteX1-2445" fmla="*/ 431006 w 1343025"/>
                  <a:gd name="connsiteY1-2446" fmla="*/ 226218 h 1343025"/>
                  <a:gd name="connsiteX2-2447" fmla="*/ 378618 w 1343025"/>
                  <a:gd name="connsiteY2-2448" fmla="*/ 61912 h 1343025"/>
                  <a:gd name="connsiteX3-2449" fmla="*/ 602456 w 1343025"/>
                  <a:gd name="connsiteY3-2450" fmla="*/ 0 h 1343025"/>
                  <a:gd name="connsiteX4-2451" fmla="*/ 652462 w 1343025"/>
                  <a:gd name="connsiteY4-2452" fmla="*/ 171450 h 1343025"/>
                  <a:gd name="connsiteX5-2453" fmla="*/ 816768 w 1343025"/>
                  <a:gd name="connsiteY5-2454" fmla="*/ 185737 h 1343025"/>
                  <a:gd name="connsiteX6-2455" fmla="*/ 900112 w 1343025"/>
                  <a:gd name="connsiteY6-2456" fmla="*/ 40481 h 1343025"/>
                  <a:gd name="connsiteX7-2457" fmla="*/ 1104900 w 1343025"/>
                  <a:gd name="connsiteY7-2458" fmla="*/ 150018 h 1343025"/>
                  <a:gd name="connsiteX8-2459" fmla="*/ 1012031 w 1343025"/>
                  <a:gd name="connsiteY8-2460" fmla="*/ 297656 h 1343025"/>
                  <a:gd name="connsiteX9-2461" fmla="*/ 1119187 w 1343025"/>
                  <a:gd name="connsiteY9-2462" fmla="*/ 431006 h 1343025"/>
                  <a:gd name="connsiteX10-2463" fmla="*/ 1281112 w 1343025"/>
                  <a:gd name="connsiteY10-2464" fmla="*/ 373856 h 1343025"/>
                  <a:gd name="connsiteX11-2465" fmla="*/ 1343025 w 1343025"/>
                  <a:gd name="connsiteY11-2466" fmla="*/ 602456 h 1343025"/>
                  <a:gd name="connsiteX12-2467" fmla="*/ 1173956 w 1343025"/>
                  <a:gd name="connsiteY12-2468" fmla="*/ 645318 h 1343025"/>
                  <a:gd name="connsiteX13-2469" fmla="*/ 1157287 w 1343025"/>
                  <a:gd name="connsiteY13-2470" fmla="*/ 812006 h 1343025"/>
                  <a:gd name="connsiteX14-2471" fmla="*/ 1307306 w 1343025"/>
                  <a:gd name="connsiteY14-2472" fmla="*/ 892968 h 1343025"/>
                  <a:gd name="connsiteX15-2473" fmla="*/ 1193006 w 1343025"/>
                  <a:gd name="connsiteY15-2474" fmla="*/ 1097756 h 1343025"/>
                  <a:gd name="connsiteX16-2475" fmla="*/ 1040606 w 1343025"/>
                  <a:gd name="connsiteY16-2476" fmla="*/ 1009650 h 1343025"/>
                  <a:gd name="connsiteX17-2477" fmla="*/ 919162 w 1343025"/>
                  <a:gd name="connsiteY17-2478" fmla="*/ 1112043 h 1343025"/>
                  <a:gd name="connsiteX18-2479" fmla="*/ 973931 w 1343025"/>
                  <a:gd name="connsiteY18-2480" fmla="*/ 1276350 h 1343025"/>
                  <a:gd name="connsiteX19-2481" fmla="*/ 745331 w 1343025"/>
                  <a:gd name="connsiteY19-2482" fmla="*/ 1343025 h 1343025"/>
                  <a:gd name="connsiteX20-2483" fmla="*/ 695325 w 1343025"/>
                  <a:gd name="connsiteY20-2484" fmla="*/ 1171575 h 1343025"/>
                  <a:gd name="connsiteX21-2485" fmla="*/ 535781 w 1343025"/>
                  <a:gd name="connsiteY21-2486" fmla="*/ 1157287 h 1343025"/>
                  <a:gd name="connsiteX22-2487" fmla="*/ 452437 w 1343025"/>
                  <a:gd name="connsiteY22-2488" fmla="*/ 1304925 h 1343025"/>
                  <a:gd name="connsiteX23-2489" fmla="*/ 245268 w 1343025"/>
                  <a:gd name="connsiteY23-2490" fmla="*/ 1193006 h 1343025"/>
                  <a:gd name="connsiteX24-2491" fmla="*/ 333375 w 1343025"/>
                  <a:gd name="connsiteY24-2492" fmla="*/ 1042987 h 1343025"/>
                  <a:gd name="connsiteX25-2493" fmla="*/ 226218 w 1343025"/>
                  <a:gd name="connsiteY25-2494" fmla="*/ 909637 h 1343025"/>
                  <a:gd name="connsiteX26-2495" fmla="*/ 59531 w 1343025"/>
                  <a:gd name="connsiteY26-2496" fmla="*/ 964406 h 1343025"/>
                  <a:gd name="connsiteX27-2497" fmla="*/ 0 w 1343025"/>
                  <a:gd name="connsiteY27-2498" fmla="*/ 733425 h 1343025"/>
                  <a:gd name="connsiteX28-2499" fmla="*/ 166687 w 1343025"/>
                  <a:gd name="connsiteY28-2500" fmla="*/ 690562 h 1343025"/>
                  <a:gd name="connsiteX29-2501" fmla="*/ 190500 w 1343025"/>
                  <a:gd name="connsiteY29-2502" fmla="*/ 521493 h 1343025"/>
                  <a:gd name="connsiteX30-2503" fmla="*/ 35718 w 1343025"/>
                  <a:gd name="connsiteY30-2504" fmla="*/ 440531 h 1343025"/>
                  <a:gd name="connsiteX31-2505" fmla="*/ 154781 w 1343025"/>
                  <a:gd name="connsiteY31-2506" fmla="*/ 242887 h 1343025"/>
                  <a:gd name="connsiteX32-2507" fmla="*/ 297656 w 1343025"/>
                  <a:gd name="connsiteY32-2508" fmla="*/ 330993 h 1343025"/>
                  <a:gd name="connsiteX0-2509" fmla="*/ 297656 w 1343025"/>
                  <a:gd name="connsiteY0-2510" fmla="*/ 330993 h 1343025"/>
                  <a:gd name="connsiteX1-2511" fmla="*/ 431006 w 1343025"/>
                  <a:gd name="connsiteY1-2512" fmla="*/ 226218 h 1343025"/>
                  <a:gd name="connsiteX2-2513" fmla="*/ 378618 w 1343025"/>
                  <a:gd name="connsiteY2-2514" fmla="*/ 61912 h 1343025"/>
                  <a:gd name="connsiteX3-2515" fmla="*/ 602456 w 1343025"/>
                  <a:gd name="connsiteY3-2516" fmla="*/ 0 h 1343025"/>
                  <a:gd name="connsiteX4-2517" fmla="*/ 652462 w 1343025"/>
                  <a:gd name="connsiteY4-2518" fmla="*/ 171450 h 1343025"/>
                  <a:gd name="connsiteX5-2519" fmla="*/ 816768 w 1343025"/>
                  <a:gd name="connsiteY5-2520" fmla="*/ 185737 h 1343025"/>
                  <a:gd name="connsiteX6-2521" fmla="*/ 900112 w 1343025"/>
                  <a:gd name="connsiteY6-2522" fmla="*/ 40481 h 1343025"/>
                  <a:gd name="connsiteX7-2523" fmla="*/ 1104900 w 1343025"/>
                  <a:gd name="connsiteY7-2524" fmla="*/ 150018 h 1343025"/>
                  <a:gd name="connsiteX8-2525" fmla="*/ 1012031 w 1343025"/>
                  <a:gd name="connsiteY8-2526" fmla="*/ 297656 h 1343025"/>
                  <a:gd name="connsiteX9-2527" fmla="*/ 1119187 w 1343025"/>
                  <a:gd name="connsiteY9-2528" fmla="*/ 431006 h 1343025"/>
                  <a:gd name="connsiteX10-2529" fmla="*/ 1281112 w 1343025"/>
                  <a:gd name="connsiteY10-2530" fmla="*/ 373856 h 1343025"/>
                  <a:gd name="connsiteX11-2531" fmla="*/ 1343025 w 1343025"/>
                  <a:gd name="connsiteY11-2532" fmla="*/ 602456 h 1343025"/>
                  <a:gd name="connsiteX12-2533" fmla="*/ 1173956 w 1343025"/>
                  <a:gd name="connsiteY12-2534" fmla="*/ 645318 h 1343025"/>
                  <a:gd name="connsiteX13-2535" fmla="*/ 1157287 w 1343025"/>
                  <a:gd name="connsiteY13-2536" fmla="*/ 812006 h 1343025"/>
                  <a:gd name="connsiteX14-2537" fmla="*/ 1307306 w 1343025"/>
                  <a:gd name="connsiteY14-2538" fmla="*/ 892968 h 1343025"/>
                  <a:gd name="connsiteX15-2539" fmla="*/ 1193006 w 1343025"/>
                  <a:gd name="connsiteY15-2540" fmla="*/ 1097756 h 1343025"/>
                  <a:gd name="connsiteX16-2541" fmla="*/ 1040606 w 1343025"/>
                  <a:gd name="connsiteY16-2542" fmla="*/ 1009650 h 1343025"/>
                  <a:gd name="connsiteX17-2543" fmla="*/ 919162 w 1343025"/>
                  <a:gd name="connsiteY17-2544" fmla="*/ 1112043 h 1343025"/>
                  <a:gd name="connsiteX18-2545" fmla="*/ 973931 w 1343025"/>
                  <a:gd name="connsiteY18-2546" fmla="*/ 1276350 h 1343025"/>
                  <a:gd name="connsiteX19-2547" fmla="*/ 745331 w 1343025"/>
                  <a:gd name="connsiteY19-2548" fmla="*/ 1343025 h 1343025"/>
                  <a:gd name="connsiteX20-2549" fmla="*/ 695325 w 1343025"/>
                  <a:gd name="connsiteY20-2550" fmla="*/ 1171575 h 1343025"/>
                  <a:gd name="connsiteX21-2551" fmla="*/ 535781 w 1343025"/>
                  <a:gd name="connsiteY21-2552" fmla="*/ 1157287 h 1343025"/>
                  <a:gd name="connsiteX22-2553" fmla="*/ 452437 w 1343025"/>
                  <a:gd name="connsiteY22-2554" fmla="*/ 1304925 h 1343025"/>
                  <a:gd name="connsiteX23-2555" fmla="*/ 245268 w 1343025"/>
                  <a:gd name="connsiteY23-2556" fmla="*/ 1193006 h 1343025"/>
                  <a:gd name="connsiteX24-2557" fmla="*/ 333375 w 1343025"/>
                  <a:gd name="connsiteY24-2558" fmla="*/ 1042987 h 1343025"/>
                  <a:gd name="connsiteX25-2559" fmla="*/ 226218 w 1343025"/>
                  <a:gd name="connsiteY25-2560" fmla="*/ 909637 h 1343025"/>
                  <a:gd name="connsiteX26-2561" fmla="*/ 59531 w 1343025"/>
                  <a:gd name="connsiteY26-2562" fmla="*/ 964406 h 1343025"/>
                  <a:gd name="connsiteX27-2563" fmla="*/ 0 w 1343025"/>
                  <a:gd name="connsiteY27-2564" fmla="*/ 733425 h 1343025"/>
                  <a:gd name="connsiteX28-2565" fmla="*/ 166687 w 1343025"/>
                  <a:gd name="connsiteY28-2566" fmla="*/ 690562 h 1343025"/>
                  <a:gd name="connsiteX29-2567" fmla="*/ 190500 w 1343025"/>
                  <a:gd name="connsiteY29-2568" fmla="*/ 521493 h 1343025"/>
                  <a:gd name="connsiteX30-2569" fmla="*/ 35718 w 1343025"/>
                  <a:gd name="connsiteY30-2570" fmla="*/ 440531 h 1343025"/>
                  <a:gd name="connsiteX31-2571" fmla="*/ 154781 w 1343025"/>
                  <a:gd name="connsiteY31-2572" fmla="*/ 242887 h 1343025"/>
                  <a:gd name="connsiteX32-2573" fmla="*/ 297656 w 1343025"/>
                  <a:gd name="connsiteY32-2574" fmla="*/ 330993 h 1343025"/>
                  <a:gd name="connsiteX0-2575" fmla="*/ 297656 w 1343025"/>
                  <a:gd name="connsiteY0-2576" fmla="*/ 330993 h 1343025"/>
                  <a:gd name="connsiteX1-2577" fmla="*/ 431006 w 1343025"/>
                  <a:gd name="connsiteY1-2578" fmla="*/ 226218 h 1343025"/>
                  <a:gd name="connsiteX2-2579" fmla="*/ 378618 w 1343025"/>
                  <a:gd name="connsiteY2-2580" fmla="*/ 61912 h 1343025"/>
                  <a:gd name="connsiteX3-2581" fmla="*/ 602456 w 1343025"/>
                  <a:gd name="connsiteY3-2582" fmla="*/ 0 h 1343025"/>
                  <a:gd name="connsiteX4-2583" fmla="*/ 652462 w 1343025"/>
                  <a:gd name="connsiteY4-2584" fmla="*/ 171450 h 1343025"/>
                  <a:gd name="connsiteX5-2585" fmla="*/ 816768 w 1343025"/>
                  <a:gd name="connsiteY5-2586" fmla="*/ 185737 h 1343025"/>
                  <a:gd name="connsiteX6-2587" fmla="*/ 900112 w 1343025"/>
                  <a:gd name="connsiteY6-2588" fmla="*/ 40481 h 1343025"/>
                  <a:gd name="connsiteX7-2589" fmla="*/ 1104900 w 1343025"/>
                  <a:gd name="connsiteY7-2590" fmla="*/ 150018 h 1343025"/>
                  <a:gd name="connsiteX8-2591" fmla="*/ 1012031 w 1343025"/>
                  <a:gd name="connsiteY8-2592" fmla="*/ 297656 h 1343025"/>
                  <a:gd name="connsiteX9-2593" fmla="*/ 1119187 w 1343025"/>
                  <a:gd name="connsiteY9-2594" fmla="*/ 431006 h 1343025"/>
                  <a:gd name="connsiteX10-2595" fmla="*/ 1281112 w 1343025"/>
                  <a:gd name="connsiteY10-2596" fmla="*/ 373856 h 1343025"/>
                  <a:gd name="connsiteX11-2597" fmla="*/ 1343025 w 1343025"/>
                  <a:gd name="connsiteY11-2598" fmla="*/ 602456 h 1343025"/>
                  <a:gd name="connsiteX12-2599" fmla="*/ 1173956 w 1343025"/>
                  <a:gd name="connsiteY12-2600" fmla="*/ 645318 h 1343025"/>
                  <a:gd name="connsiteX13-2601" fmla="*/ 1157287 w 1343025"/>
                  <a:gd name="connsiteY13-2602" fmla="*/ 812006 h 1343025"/>
                  <a:gd name="connsiteX14-2603" fmla="*/ 1307306 w 1343025"/>
                  <a:gd name="connsiteY14-2604" fmla="*/ 892968 h 1343025"/>
                  <a:gd name="connsiteX15-2605" fmla="*/ 1193006 w 1343025"/>
                  <a:gd name="connsiteY15-2606" fmla="*/ 1097756 h 1343025"/>
                  <a:gd name="connsiteX16-2607" fmla="*/ 1040606 w 1343025"/>
                  <a:gd name="connsiteY16-2608" fmla="*/ 1009650 h 1343025"/>
                  <a:gd name="connsiteX17-2609" fmla="*/ 919162 w 1343025"/>
                  <a:gd name="connsiteY17-2610" fmla="*/ 1112043 h 1343025"/>
                  <a:gd name="connsiteX18-2611" fmla="*/ 973931 w 1343025"/>
                  <a:gd name="connsiteY18-2612" fmla="*/ 1276350 h 1343025"/>
                  <a:gd name="connsiteX19-2613" fmla="*/ 745331 w 1343025"/>
                  <a:gd name="connsiteY19-2614" fmla="*/ 1343025 h 1343025"/>
                  <a:gd name="connsiteX20-2615" fmla="*/ 695325 w 1343025"/>
                  <a:gd name="connsiteY20-2616" fmla="*/ 1171575 h 1343025"/>
                  <a:gd name="connsiteX21-2617" fmla="*/ 535781 w 1343025"/>
                  <a:gd name="connsiteY21-2618" fmla="*/ 1157287 h 1343025"/>
                  <a:gd name="connsiteX22-2619" fmla="*/ 452437 w 1343025"/>
                  <a:gd name="connsiteY22-2620" fmla="*/ 1304925 h 1343025"/>
                  <a:gd name="connsiteX23-2621" fmla="*/ 245268 w 1343025"/>
                  <a:gd name="connsiteY23-2622" fmla="*/ 1193006 h 1343025"/>
                  <a:gd name="connsiteX24-2623" fmla="*/ 333375 w 1343025"/>
                  <a:gd name="connsiteY24-2624" fmla="*/ 1042987 h 1343025"/>
                  <a:gd name="connsiteX25-2625" fmla="*/ 226218 w 1343025"/>
                  <a:gd name="connsiteY25-2626" fmla="*/ 909637 h 1343025"/>
                  <a:gd name="connsiteX26-2627" fmla="*/ 59531 w 1343025"/>
                  <a:gd name="connsiteY26-2628" fmla="*/ 964406 h 1343025"/>
                  <a:gd name="connsiteX27-2629" fmla="*/ 0 w 1343025"/>
                  <a:gd name="connsiteY27-2630" fmla="*/ 733425 h 1343025"/>
                  <a:gd name="connsiteX28-2631" fmla="*/ 166687 w 1343025"/>
                  <a:gd name="connsiteY28-2632" fmla="*/ 690562 h 1343025"/>
                  <a:gd name="connsiteX29-2633" fmla="*/ 190500 w 1343025"/>
                  <a:gd name="connsiteY29-2634" fmla="*/ 521493 h 1343025"/>
                  <a:gd name="connsiteX30-2635" fmla="*/ 35718 w 1343025"/>
                  <a:gd name="connsiteY30-2636" fmla="*/ 440531 h 1343025"/>
                  <a:gd name="connsiteX31-2637" fmla="*/ 154781 w 1343025"/>
                  <a:gd name="connsiteY31-2638" fmla="*/ 242887 h 1343025"/>
                  <a:gd name="connsiteX32-2639" fmla="*/ 297656 w 1343025"/>
                  <a:gd name="connsiteY32-2640" fmla="*/ 330993 h 1343025"/>
                  <a:gd name="connsiteX0-2641" fmla="*/ 297656 w 1343025"/>
                  <a:gd name="connsiteY0-2642" fmla="*/ 330993 h 1343025"/>
                  <a:gd name="connsiteX1-2643" fmla="*/ 431006 w 1343025"/>
                  <a:gd name="connsiteY1-2644" fmla="*/ 226218 h 1343025"/>
                  <a:gd name="connsiteX2-2645" fmla="*/ 378618 w 1343025"/>
                  <a:gd name="connsiteY2-2646" fmla="*/ 61912 h 1343025"/>
                  <a:gd name="connsiteX3-2647" fmla="*/ 602456 w 1343025"/>
                  <a:gd name="connsiteY3-2648" fmla="*/ 0 h 1343025"/>
                  <a:gd name="connsiteX4-2649" fmla="*/ 652462 w 1343025"/>
                  <a:gd name="connsiteY4-2650" fmla="*/ 171450 h 1343025"/>
                  <a:gd name="connsiteX5-2651" fmla="*/ 816768 w 1343025"/>
                  <a:gd name="connsiteY5-2652" fmla="*/ 185737 h 1343025"/>
                  <a:gd name="connsiteX6-2653" fmla="*/ 900112 w 1343025"/>
                  <a:gd name="connsiteY6-2654" fmla="*/ 40481 h 1343025"/>
                  <a:gd name="connsiteX7-2655" fmla="*/ 1104900 w 1343025"/>
                  <a:gd name="connsiteY7-2656" fmla="*/ 150018 h 1343025"/>
                  <a:gd name="connsiteX8-2657" fmla="*/ 1012031 w 1343025"/>
                  <a:gd name="connsiteY8-2658" fmla="*/ 297656 h 1343025"/>
                  <a:gd name="connsiteX9-2659" fmla="*/ 1119187 w 1343025"/>
                  <a:gd name="connsiteY9-2660" fmla="*/ 431006 h 1343025"/>
                  <a:gd name="connsiteX10-2661" fmla="*/ 1281112 w 1343025"/>
                  <a:gd name="connsiteY10-2662" fmla="*/ 373856 h 1343025"/>
                  <a:gd name="connsiteX11-2663" fmla="*/ 1343025 w 1343025"/>
                  <a:gd name="connsiteY11-2664" fmla="*/ 602456 h 1343025"/>
                  <a:gd name="connsiteX12-2665" fmla="*/ 1173956 w 1343025"/>
                  <a:gd name="connsiteY12-2666" fmla="*/ 645318 h 1343025"/>
                  <a:gd name="connsiteX13-2667" fmla="*/ 1157287 w 1343025"/>
                  <a:gd name="connsiteY13-2668" fmla="*/ 812006 h 1343025"/>
                  <a:gd name="connsiteX14-2669" fmla="*/ 1307306 w 1343025"/>
                  <a:gd name="connsiteY14-2670" fmla="*/ 892968 h 1343025"/>
                  <a:gd name="connsiteX15-2671" fmla="*/ 1193006 w 1343025"/>
                  <a:gd name="connsiteY15-2672" fmla="*/ 1097756 h 1343025"/>
                  <a:gd name="connsiteX16-2673" fmla="*/ 1040606 w 1343025"/>
                  <a:gd name="connsiteY16-2674" fmla="*/ 1009650 h 1343025"/>
                  <a:gd name="connsiteX17-2675" fmla="*/ 919162 w 1343025"/>
                  <a:gd name="connsiteY17-2676" fmla="*/ 1112043 h 1343025"/>
                  <a:gd name="connsiteX18-2677" fmla="*/ 973931 w 1343025"/>
                  <a:gd name="connsiteY18-2678" fmla="*/ 1276350 h 1343025"/>
                  <a:gd name="connsiteX19-2679" fmla="*/ 745331 w 1343025"/>
                  <a:gd name="connsiteY19-2680" fmla="*/ 1343025 h 1343025"/>
                  <a:gd name="connsiteX20-2681" fmla="*/ 695325 w 1343025"/>
                  <a:gd name="connsiteY20-2682" fmla="*/ 1171575 h 1343025"/>
                  <a:gd name="connsiteX21-2683" fmla="*/ 535781 w 1343025"/>
                  <a:gd name="connsiteY21-2684" fmla="*/ 1157287 h 1343025"/>
                  <a:gd name="connsiteX22-2685" fmla="*/ 452437 w 1343025"/>
                  <a:gd name="connsiteY22-2686" fmla="*/ 1304925 h 1343025"/>
                  <a:gd name="connsiteX23-2687" fmla="*/ 245268 w 1343025"/>
                  <a:gd name="connsiteY23-2688" fmla="*/ 1193006 h 1343025"/>
                  <a:gd name="connsiteX24-2689" fmla="*/ 333375 w 1343025"/>
                  <a:gd name="connsiteY24-2690" fmla="*/ 1042987 h 1343025"/>
                  <a:gd name="connsiteX25-2691" fmla="*/ 226218 w 1343025"/>
                  <a:gd name="connsiteY25-2692" fmla="*/ 909637 h 1343025"/>
                  <a:gd name="connsiteX26-2693" fmla="*/ 59531 w 1343025"/>
                  <a:gd name="connsiteY26-2694" fmla="*/ 964406 h 1343025"/>
                  <a:gd name="connsiteX27-2695" fmla="*/ 0 w 1343025"/>
                  <a:gd name="connsiteY27-2696" fmla="*/ 733425 h 1343025"/>
                  <a:gd name="connsiteX28-2697" fmla="*/ 166687 w 1343025"/>
                  <a:gd name="connsiteY28-2698" fmla="*/ 690562 h 1343025"/>
                  <a:gd name="connsiteX29-2699" fmla="*/ 190500 w 1343025"/>
                  <a:gd name="connsiteY29-2700" fmla="*/ 521493 h 1343025"/>
                  <a:gd name="connsiteX30-2701" fmla="*/ 35718 w 1343025"/>
                  <a:gd name="connsiteY30-2702" fmla="*/ 440531 h 1343025"/>
                  <a:gd name="connsiteX31-2703" fmla="*/ 154781 w 1343025"/>
                  <a:gd name="connsiteY31-2704" fmla="*/ 242887 h 1343025"/>
                  <a:gd name="connsiteX32-2705" fmla="*/ 297656 w 1343025"/>
                  <a:gd name="connsiteY32-2706" fmla="*/ 330993 h 1343025"/>
                  <a:gd name="connsiteX0-2707" fmla="*/ 297656 w 1343025"/>
                  <a:gd name="connsiteY0-2708" fmla="*/ 330993 h 1343025"/>
                  <a:gd name="connsiteX1-2709" fmla="*/ 431006 w 1343025"/>
                  <a:gd name="connsiteY1-2710" fmla="*/ 226218 h 1343025"/>
                  <a:gd name="connsiteX2-2711" fmla="*/ 378618 w 1343025"/>
                  <a:gd name="connsiteY2-2712" fmla="*/ 61912 h 1343025"/>
                  <a:gd name="connsiteX3-2713" fmla="*/ 602456 w 1343025"/>
                  <a:gd name="connsiteY3-2714" fmla="*/ 0 h 1343025"/>
                  <a:gd name="connsiteX4-2715" fmla="*/ 652462 w 1343025"/>
                  <a:gd name="connsiteY4-2716" fmla="*/ 171450 h 1343025"/>
                  <a:gd name="connsiteX5-2717" fmla="*/ 816768 w 1343025"/>
                  <a:gd name="connsiteY5-2718" fmla="*/ 185737 h 1343025"/>
                  <a:gd name="connsiteX6-2719" fmla="*/ 900112 w 1343025"/>
                  <a:gd name="connsiteY6-2720" fmla="*/ 40481 h 1343025"/>
                  <a:gd name="connsiteX7-2721" fmla="*/ 1104900 w 1343025"/>
                  <a:gd name="connsiteY7-2722" fmla="*/ 150018 h 1343025"/>
                  <a:gd name="connsiteX8-2723" fmla="*/ 1012031 w 1343025"/>
                  <a:gd name="connsiteY8-2724" fmla="*/ 297656 h 1343025"/>
                  <a:gd name="connsiteX9-2725" fmla="*/ 1119187 w 1343025"/>
                  <a:gd name="connsiteY9-2726" fmla="*/ 431006 h 1343025"/>
                  <a:gd name="connsiteX10-2727" fmla="*/ 1281112 w 1343025"/>
                  <a:gd name="connsiteY10-2728" fmla="*/ 373856 h 1343025"/>
                  <a:gd name="connsiteX11-2729" fmla="*/ 1343025 w 1343025"/>
                  <a:gd name="connsiteY11-2730" fmla="*/ 602456 h 1343025"/>
                  <a:gd name="connsiteX12-2731" fmla="*/ 1173956 w 1343025"/>
                  <a:gd name="connsiteY12-2732" fmla="*/ 645318 h 1343025"/>
                  <a:gd name="connsiteX13-2733" fmla="*/ 1157287 w 1343025"/>
                  <a:gd name="connsiteY13-2734" fmla="*/ 812006 h 1343025"/>
                  <a:gd name="connsiteX14-2735" fmla="*/ 1307306 w 1343025"/>
                  <a:gd name="connsiteY14-2736" fmla="*/ 892968 h 1343025"/>
                  <a:gd name="connsiteX15-2737" fmla="*/ 1193006 w 1343025"/>
                  <a:gd name="connsiteY15-2738" fmla="*/ 1097756 h 1343025"/>
                  <a:gd name="connsiteX16-2739" fmla="*/ 1040606 w 1343025"/>
                  <a:gd name="connsiteY16-2740" fmla="*/ 1009650 h 1343025"/>
                  <a:gd name="connsiteX17-2741" fmla="*/ 919162 w 1343025"/>
                  <a:gd name="connsiteY17-2742" fmla="*/ 1112043 h 1343025"/>
                  <a:gd name="connsiteX18-2743" fmla="*/ 973931 w 1343025"/>
                  <a:gd name="connsiteY18-2744" fmla="*/ 1276350 h 1343025"/>
                  <a:gd name="connsiteX19-2745" fmla="*/ 745331 w 1343025"/>
                  <a:gd name="connsiteY19-2746" fmla="*/ 1343025 h 1343025"/>
                  <a:gd name="connsiteX20-2747" fmla="*/ 695325 w 1343025"/>
                  <a:gd name="connsiteY20-2748" fmla="*/ 1171575 h 1343025"/>
                  <a:gd name="connsiteX21-2749" fmla="*/ 535781 w 1343025"/>
                  <a:gd name="connsiteY21-2750" fmla="*/ 1157287 h 1343025"/>
                  <a:gd name="connsiteX22-2751" fmla="*/ 452437 w 1343025"/>
                  <a:gd name="connsiteY22-2752" fmla="*/ 1304925 h 1343025"/>
                  <a:gd name="connsiteX23-2753" fmla="*/ 245268 w 1343025"/>
                  <a:gd name="connsiteY23-2754" fmla="*/ 1193006 h 1343025"/>
                  <a:gd name="connsiteX24-2755" fmla="*/ 333375 w 1343025"/>
                  <a:gd name="connsiteY24-2756" fmla="*/ 1042987 h 1343025"/>
                  <a:gd name="connsiteX25-2757" fmla="*/ 226218 w 1343025"/>
                  <a:gd name="connsiteY25-2758" fmla="*/ 909637 h 1343025"/>
                  <a:gd name="connsiteX26-2759" fmla="*/ 59531 w 1343025"/>
                  <a:gd name="connsiteY26-2760" fmla="*/ 964406 h 1343025"/>
                  <a:gd name="connsiteX27-2761" fmla="*/ 0 w 1343025"/>
                  <a:gd name="connsiteY27-2762" fmla="*/ 733425 h 1343025"/>
                  <a:gd name="connsiteX28-2763" fmla="*/ 166687 w 1343025"/>
                  <a:gd name="connsiteY28-2764" fmla="*/ 690562 h 1343025"/>
                  <a:gd name="connsiteX29-2765" fmla="*/ 190500 w 1343025"/>
                  <a:gd name="connsiteY29-2766" fmla="*/ 521493 h 1343025"/>
                  <a:gd name="connsiteX30-2767" fmla="*/ 35718 w 1343025"/>
                  <a:gd name="connsiteY30-2768" fmla="*/ 440531 h 1343025"/>
                  <a:gd name="connsiteX31-2769" fmla="*/ 154781 w 1343025"/>
                  <a:gd name="connsiteY31-2770" fmla="*/ 242887 h 1343025"/>
                  <a:gd name="connsiteX32-2771" fmla="*/ 297656 w 1343025"/>
                  <a:gd name="connsiteY32-2772" fmla="*/ 330993 h 1343025"/>
                  <a:gd name="connsiteX0-2773" fmla="*/ 297656 w 1343025"/>
                  <a:gd name="connsiteY0-2774" fmla="*/ 330993 h 1343025"/>
                  <a:gd name="connsiteX1-2775" fmla="*/ 431006 w 1343025"/>
                  <a:gd name="connsiteY1-2776" fmla="*/ 226218 h 1343025"/>
                  <a:gd name="connsiteX2-2777" fmla="*/ 378618 w 1343025"/>
                  <a:gd name="connsiteY2-2778" fmla="*/ 61912 h 1343025"/>
                  <a:gd name="connsiteX3-2779" fmla="*/ 602456 w 1343025"/>
                  <a:gd name="connsiteY3-2780" fmla="*/ 0 h 1343025"/>
                  <a:gd name="connsiteX4-2781" fmla="*/ 652462 w 1343025"/>
                  <a:gd name="connsiteY4-2782" fmla="*/ 171450 h 1343025"/>
                  <a:gd name="connsiteX5-2783" fmla="*/ 816768 w 1343025"/>
                  <a:gd name="connsiteY5-2784" fmla="*/ 185737 h 1343025"/>
                  <a:gd name="connsiteX6-2785" fmla="*/ 901561 w 1343025"/>
                  <a:gd name="connsiteY6-2786" fmla="*/ 36133 h 1343025"/>
                  <a:gd name="connsiteX7-2787" fmla="*/ 1104900 w 1343025"/>
                  <a:gd name="connsiteY7-2788" fmla="*/ 150018 h 1343025"/>
                  <a:gd name="connsiteX8-2789" fmla="*/ 1012031 w 1343025"/>
                  <a:gd name="connsiteY8-2790" fmla="*/ 297656 h 1343025"/>
                  <a:gd name="connsiteX9-2791" fmla="*/ 1119187 w 1343025"/>
                  <a:gd name="connsiteY9-2792" fmla="*/ 431006 h 1343025"/>
                  <a:gd name="connsiteX10-2793" fmla="*/ 1281112 w 1343025"/>
                  <a:gd name="connsiteY10-2794" fmla="*/ 373856 h 1343025"/>
                  <a:gd name="connsiteX11-2795" fmla="*/ 1343025 w 1343025"/>
                  <a:gd name="connsiteY11-2796" fmla="*/ 602456 h 1343025"/>
                  <a:gd name="connsiteX12-2797" fmla="*/ 1173956 w 1343025"/>
                  <a:gd name="connsiteY12-2798" fmla="*/ 645318 h 1343025"/>
                  <a:gd name="connsiteX13-2799" fmla="*/ 1157287 w 1343025"/>
                  <a:gd name="connsiteY13-2800" fmla="*/ 812006 h 1343025"/>
                  <a:gd name="connsiteX14-2801" fmla="*/ 1307306 w 1343025"/>
                  <a:gd name="connsiteY14-2802" fmla="*/ 892968 h 1343025"/>
                  <a:gd name="connsiteX15-2803" fmla="*/ 1193006 w 1343025"/>
                  <a:gd name="connsiteY15-2804" fmla="*/ 1097756 h 1343025"/>
                  <a:gd name="connsiteX16-2805" fmla="*/ 1040606 w 1343025"/>
                  <a:gd name="connsiteY16-2806" fmla="*/ 1009650 h 1343025"/>
                  <a:gd name="connsiteX17-2807" fmla="*/ 919162 w 1343025"/>
                  <a:gd name="connsiteY17-2808" fmla="*/ 1112043 h 1343025"/>
                  <a:gd name="connsiteX18-2809" fmla="*/ 973931 w 1343025"/>
                  <a:gd name="connsiteY18-2810" fmla="*/ 1276350 h 1343025"/>
                  <a:gd name="connsiteX19-2811" fmla="*/ 745331 w 1343025"/>
                  <a:gd name="connsiteY19-2812" fmla="*/ 1343025 h 1343025"/>
                  <a:gd name="connsiteX20-2813" fmla="*/ 695325 w 1343025"/>
                  <a:gd name="connsiteY20-2814" fmla="*/ 1171575 h 1343025"/>
                  <a:gd name="connsiteX21-2815" fmla="*/ 535781 w 1343025"/>
                  <a:gd name="connsiteY21-2816" fmla="*/ 1157287 h 1343025"/>
                  <a:gd name="connsiteX22-2817" fmla="*/ 452437 w 1343025"/>
                  <a:gd name="connsiteY22-2818" fmla="*/ 1304925 h 1343025"/>
                  <a:gd name="connsiteX23-2819" fmla="*/ 245268 w 1343025"/>
                  <a:gd name="connsiteY23-2820" fmla="*/ 1193006 h 1343025"/>
                  <a:gd name="connsiteX24-2821" fmla="*/ 333375 w 1343025"/>
                  <a:gd name="connsiteY24-2822" fmla="*/ 1042987 h 1343025"/>
                  <a:gd name="connsiteX25-2823" fmla="*/ 226218 w 1343025"/>
                  <a:gd name="connsiteY25-2824" fmla="*/ 909637 h 1343025"/>
                  <a:gd name="connsiteX26-2825" fmla="*/ 59531 w 1343025"/>
                  <a:gd name="connsiteY26-2826" fmla="*/ 964406 h 1343025"/>
                  <a:gd name="connsiteX27-2827" fmla="*/ 0 w 1343025"/>
                  <a:gd name="connsiteY27-2828" fmla="*/ 733425 h 1343025"/>
                  <a:gd name="connsiteX28-2829" fmla="*/ 166687 w 1343025"/>
                  <a:gd name="connsiteY28-2830" fmla="*/ 690562 h 1343025"/>
                  <a:gd name="connsiteX29-2831" fmla="*/ 190500 w 1343025"/>
                  <a:gd name="connsiteY29-2832" fmla="*/ 521493 h 1343025"/>
                  <a:gd name="connsiteX30-2833" fmla="*/ 35718 w 1343025"/>
                  <a:gd name="connsiteY30-2834" fmla="*/ 440531 h 1343025"/>
                  <a:gd name="connsiteX31-2835" fmla="*/ 154781 w 1343025"/>
                  <a:gd name="connsiteY31-2836" fmla="*/ 242887 h 1343025"/>
                  <a:gd name="connsiteX32-2837" fmla="*/ 297656 w 1343025"/>
                  <a:gd name="connsiteY32-2838" fmla="*/ 330993 h 1343025"/>
                  <a:gd name="connsiteX0-2839" fmla="*/ 297656 w 1343025"/>
                  <a:gd name="connsiteY0-2840" fmla="*/ 330993 h 1343025"/>
                  <a:gd name="connsiteX1-2841" fmla="*/ 431006 w 1343025"/>
                  <a:gd name="connsiteY1-2842" fmla="*/ 226218 h 1343025"/>
                  <a:gd name="connsiteX2-2843" fmla="*/ 378618 w 1343025"/>
                  <a:gd name="connsiteY2-2844" fmla="*/ 61912 h 1343025"/>
                  <a:gd name="connsiteX3-2845" fmla="*/ 602456 w 1343025"/>
                  <a:gd name="connsiteY3-2846" fmla="*/ 0 h 1343025"/>
                  <a:gd name="connsiteX4-2847" fmla="*/ 652462 w 1343025"/>
                  <a:gd name="connsiteY4-2848" fmla="*/ 171450 h 1343025"/>
                  <a:gd name="connsiteX5-2849" fmla="*/ 816768 w 1343025"/>
                  <a:gd name="connsiteY5-2850" fmla="*/ 185737 h 1343025"/>
                  <a:gd name="connsiteX6-2851" fmla="*/ 901561 w 1343025"/>
                  <a:gd name="connsiteY6-2852" fmla="*/ 36133 h 1343025"/>
                  <a:gd name="connsiteX7-2853" fmla="*/ 1104900 w 1343025"/>
                  <a:gd name="connsiteY7-2854" fmla="*/ 150018 h 1343025"/>
                  <a:gd name="connsiteX8-2855" fmla="*/ 1012031 w 1343025"/>
                  <a:gd name="connsiteY8-2856" fmla="*/ 297656 h 1343025"/>
                  <a:gd name="connsiteX9-2857" fmla="*/ 1119187 w 1343025"/>
                  <a:gd name="connsiteY9-2858" fmla="*/ 431006 h 1343025"/>
                  <a:gd name="connsiteX10-2859" fmla="*/ 1275315 w 1343025"/>
                  <a:gd name="connsiteY10-2860" fmla="*/ 373856 h 1343025"/>
                  <a:gd name="connsiteX11-2861" fmla="*/ 1343025 w 1343025"/>
                  <a:gd name="connsiteY11-2862" fmla="*/ 602456 h 1343025"/>
                  <a:gd name="connsiteX12-2863" fmla="*/ 1173956 w 1343025"/>
                  <a:gd name="connsiteY12-2864" fmla="*/ 645318 h 1343025"/>
                  <a:gd name="connsiteX13-2865" fmla="*/ 1157287 w 1343025"/>
                  <a:gd name="connsiteY13-2866" fmla="*/ 812006 h 1343025"/>
                  <a:gd name="connsiteX14-2867" fmla="*/ 1307306 w 1343025"/>
                  <a:gd name="connsiteY14-2868" fmla="*/ 892968 h 1343025"/>
                  <a:gd name="connsiteX15-2869" fmla="*/ 1193006 w 1343025"/>
                  <a:gd name="connsiteY15-2870" fmla="*/ 1097756 h 1343025"/>
                  <a:gd name="connsiteX16-2871" fmla="*/ 1040606 w 1343025"/>
                  <a:gd name="connsiteY16-2872" fmla="*/ 1009650 h 1343025"/>
                  <a:gd name="connsiteX17-2873" fmla="*/ 919162 w 1343025"/>
                  <a:gd name="connsiteY17-2874" fmla="*/ 1112043 h 1343025"/>
                  <a:gd name="connsiteX18-2875" fmla="*/ 973931 w 1343025"/>
                  <a:gd name="connsiteY18-2876" fmla="*/ 1276350 h 1343025"/>
                  <a:gd name="connsiteX19-2877" fmla="*/ 745331 w 1343025"/>
                  <a:gd name="connsiteY19-2878" fmla="*/ 1343025 h 1343025"/>
                  <a:gd name="connsiteX20-2879" fmla="*/ 695325 w 1343025"/>
                  <a:gd name="connsiteY20-2880" fmla="*/ 1171575 h 1343025"/>
                  <a:gd name="connsiteX21-2881" fmla="*/ 535781 w 1343025"/>
                  <a:gd name="connsiteY21-2882" fmla="*/ 1157287 h 1343025"/>
                  <a:gd name="connsiteX22-2883" fmla="*/ 452437 w 1343025"/>
                  <a:gd name="connsiteY22-2884" fmla="*/ 1304925 h 1343025"/>
                  <a:gd name="connsiteX23-2885" fmla="*/ 245268 w 1343025"/>
                  <a:gd name="connsiteY23-2886" fmla="*/ 1193006 h 1343025"/>
                  <a:gd name="connsiteX24-2887" fmla="*/ 333375 w 1343025"/>
                  <a:gd name="connsiteY24-2888" fmla="*/ 1042987 h 1343025"/>
                  <a:gd name="connsiteX25-2889" fmla="*/ 226218 w 1343025"/>
                  <a:gd name="connsiteY25-2890" fmla="*/ 909637 h 1343025"/>
                  <a:gd name="connsiteX26-2891" fmla="*/ 59531 w 1343025"/>
                  <a:gd name="connsiteY26-2892" fmla="*/ 964406 h 1343025"/>
                  <a:gd name="connsiteX27-2893" fmla="*/ 0 w 1343025"/>
                  <a:gd name="connsiteY27-2894" fmla="*/ 733425 h 1343025"/>
                  <a:gd name="connsiteX28-2895" fmla="*/ 166687 w 1343025"/>
                  <a:gd name="connsiteY28-2896" fmla="*/ 690562 h 1343025"/>
                  <a:gd name="connsiteX29-2897" fmla="*/ 190500 w 1343025"/>
                  <a:gd name="connsiteY29-2898" fmla="*/ 521493 h 1343025"/>
                  <a:gd name="connsiteX30-2899" fmla="*/ 35718 w 1343025"/>
                  <a:gd name="connsiteY30-2900" fmla="*/ 440531 h 1343025"/>
                  <a:gd name="connsiteX31-2901" fmla="*/ 154781 w 1343025"/>
                  <a:gd name="connsiteY31-2902" fmla="*/ 242887 h 1343025"/>
                  <a:gd name="connsiteX32-2903" fmla="*/ 297656 w 1343025"/>
                  <a:gd name="connsiteY32-2904" fmla="*/ 330993 h 1343025"/>
                  <a:gd name="connsiteX0-2905" fmla="*/ 297656 w 1343025"/>
                  <a:gd name="connsiteY0-2906" fmla="*/ 330993 h 1343025"/>
                  <a:gd name="connsiteX1-2907" fmla="*/ 431006 w 1343025"/>
                  <a:gd name="connsiteY1-2908" fmla="*/ 226218 h 1343025"/>
                  <a:gd name="connsiteX2-2909" fmla="*/ 378618 w 1343025"/>
                  <a:gd name="connsiteY2-2910" fmla="*/ 61912 h 1343025"/>
                  <a:gd name="connsiteX3-2911" fmla="*/ 602456 w 1343025"/>
                  <a:gd name="connsiteY3-2912" fmla="*/ 0 h 1343025"/>
                  <a:gd name="connsiteX4-2913" fmla="*/ 652462 w 1343025"/>
                  <a:gd name="connsiteY4-2914" fmla="*/ 171450 h 1343025"/>
                  <a:gd name="connsiteX5-2915" fmla="*/ 816768 w 1343025"/>
                  <a:gd name="connsiteY5-2916" fmla="*/ 185737 h 1343025"/>
                  <a:gd name="connsiteX6-2917" fmla="*/ 901561 w 1343025"/>
                  <a:gd name="connsiteY6-2918" fmla="*/ 36133 h 1343025"/>
                  <a:gd name="connsiteX7-2919" fmla="*/ 1104900 w 1343025"/>
                  <a:gd name="connsiteY7-2920" fmla="*/ 150018 h 1343025"/>
                  <a:gd name="connsiteX8-2921" fmla="*/ 1012031 w 1343025"/>
                  <a:gd name="connsiteY8-2922" fmla="*/ 297656 h 1343025"/>
                  <a:gd name="connsiteX9-2923" fmla="*/ 1119187 w 1343025"/>
                  <a:gd name="connsiteY9-2924" fmla="*/ 431006 h 1343025"/>
                  <a:gd name="connsiteX10-2925" fmla="*/ 1276765 w 1343025"/>
                  <a:gd name="connsiteY10-2926" fmla="*/ 372406 h 1343025"/>
                  <a:gd name="connsiteX11-2927" fmla="*/ 1343025 w 1343025"/>
                  <a:gd name="connsiteY11-2928" fmla="*/ 602456 h 1343025"/>
                  <a:gd name="connsiteX12-2929" fmla="*/ 1173956 w 1343025"/>
                  <a:gd name="connsiteY12-2930" fmla="*/ 645318 h 1343025"/>
                  <a:gd name="connsiteX13-2931" fmla="*/ 1157287 w 1343025"/>
                  <a:gd name="connsiteY13-2932" fmla="*/ 812006 h 1343025"/>
                  <a:gd name="connsiteX14-2933" fmla="*/ 1307306 w 1343025"/>
                  <a:gd name="connsiteY14-2934" fmla="*/ 892968 h 1343025"/>
                  <a:gd name="connsiteX15-2935" fmla="*/ 1193006 w 1343025"/>
                  <a:gd name="connsiteY15-2936" fmla="*/ 1097756 h 1343025"/>
                  <a:gd name="connsiteX16-2937" fmla="*/ 1040606 w 1343025"/>
                  <a:gd name="connsiteY16-2938" fmla="*/ 1009650 h 1343025"/>
                  <a:gd name="connsiteX17-2939" fmla="*/ 919162 w 1343025"/>
                  <a:gd name="connsiteY17-2940" fmla="*/ 1112043 h 1343025"/>
                  <a:gd name="connsiteX18-2941" fmla="*/ 973931 w 1343025"/>
                  <a:gd name="connsiteY18-2942" fmla="*/ 1276350 h 1343025"/>
                  <a:gd name="connsiteX19-2943" fmla="*/ 745331 w 1343025"/>
                  <a:gd name="connsiteY19-2944" fmla="*/ 1343025 h 1343025"/>
                  <a:gd name="connsiteX20-2945" fmla="*/ 695325 w 1343025"/>
                  <a:gd name="connsiteY20-2946" fmla="*/ 1171575 h 1343025"/>
                  <a:gd name="connsiteX21-2947" fmla="*/ 535781 w 1343025"/>
                  <a:gd name="connsiteY21-2948" fmla="*/ 1157287 h 1343025"/>
                  <a:gd name="connsiteX22-2949" fmla="*/ 452437 w 1343025"/>
                  <a:gd name="connsiteY22-2950" fmla="*/ 1304925 h 1343025"/>
                  <a:gd name="connsiteX23-2951" fmla="*/ 245268 w 1343025"/>
                  <a:gd name="connsiteY23-2952" fmla="*/ 1193006 h 1343025"/>
                  <a:gd name="connsiteX24-2953" fmla="*/ 333375 w 1343025"/>
                  <a:gd name="connsiteY24-2954" fmla="*/ 1042987 h 1343025"/>
                  <a:gd name="connsiteX25-2955" fmla="*/ 226218 w 1343025"/>
                  <a:gd name="connsiteY25-2956" fmla="*/ 909637 h 1343025"/>
                  <a:gd name="connsiteX26-2957" fmla="*/ 59531 w 1343025"/>
                  <a:gd name="connsiteY26-2958" fmla="*/ 964406 h 1343025"/>
                  <a:gd name="connsiteX27-2959" fmla="*/ 0 w 1343025"/>
                  <a:gd name="connsiteY27-2960" fmla="*/ 733425 h 1343025"/>
                  <a:gd name="connsiteX28-2961" fmla="*/ 166687 w 1343025"/>
                  <a:gd name="connsiteY28-2962" fmla="*/ 690562 h 1343025"/>
                  <a:gd name="connsiteX29-2963" fmla="*/ 190500 w 1343025"/>
                  <a:gd name="connsiteY29-2964" fmla="*/ 521493 h 1343025"/>
                  <a:gd name="connsiteX30-2965" fmla="*/ 35718 w 1343025"/>
                  <a:gd name="connsiteY30-2966" fmla="*/ 440531 h 1343025"/>
                  <a:gd name="connsiteX31-2967" fmla="*/ 154781 w 1343025"/>
                  <a:gd name="connsiteY31-2968" fmla="*/ 242887 h 1343025"/>
                  <a:gd name="connsiteX32-2969" fmla="*/ 297656 w 1343025"/>
                  <a:gd name="connsiteY32-2970" fmla="*/ 330993 h 1343025"/>
                  <a:gd name="connsiteX0-2971" fmla="*/ 297656 w 1343025"/>
                  <a:gd name="connsiteY0-2972" fmla="*/ 330993 h 1343025"/>
                  <a:gd name="connsiteX1-2973" fmla="*/ 431006 w 1343025"/>
                  <a:gd name="connsiteY1-2974" fmla="*/ 226218 h 1343025"/>
                  <a:gd name="connsiteX2-2975" fmla="*/ 378618 w 1343025"/>
                  <a:gd name="connsiteY2-2976" fmla="*/ 61912 h 1343025"/>
                  <a:gd name="connsiteX3-2977" fmla="*/ 602456 w 1343025"/>
                  <a:gd name="connsiteY3-2978" fmla="*/ 0 h 1343025"/>
                  <a:gd name="connsiteX4-2979" fmla="*/ 652462 w 1343025"/>
                  <a:gd name="connsiteY4-2980" fmla="*/ 171450 h 1343025"/>
                  <a:gd name="connsiteX5-2981" fmla="*/ 816768 w 1343025"/>
                  <a:gd name="connsiteY5-2982" fmla="*/ 185737 h 1343025"/>
                  <a:gd name="connsiteX6-2983" fmla="*/ 901561 w 1343025"/>
                  <a:gd name="connsiteY6-2984" fmla="*/ 36133 h 1343025"/>
                  <a:gd name="connsiteX7-2985" fmla="*/ 1104900 w 1343025"/>
                  <a:gd name="connsiteY7-2986" fmla="*/ 150018 h 1343025"/>
                  <a:gd name="connsiteX8-2987" fmla="*/ 1012031 w 1343025"/>
                  <a:gd name="connsiteY8-2988" fmla="*/ 297656 h 1343025"/>
                  <a:gd name="connsiteX9-2989" fmla="*/ 1119187 w 1343025"/>
                  <a:gd name="connsiteY9-2990" fmla="*/ 431006 h 1343025"/>
                  <a:gd name="connsiteX10-2991" fmla="*/ 1276765 w 1343025"/>
                  <a:gd name="connsiteY10-2992" fmla="*/ 372406 h 1343025"/>
                  <a:gd name="connsiteX11-2993" fmla="*/ 1343025 w 1343025"/>
                  <a:gd name="connsiteY11-2994" fmla="*/ 602456 h 1343025"/>
                  <a:gd name="connsiteX12-2995" fmla="*/ 1173956 w 1343025"/>
                  <a:gd name="connsiteY12-2996" fmla="*/ 645318 h 1343025"/>
                  <a:gd name="connsiteX13-2997" fmla="*/ 1157287 w 1343025"/>
                  <a:gd name="connsiteY13-2998" fmla="*/ 812006 h 1343025"/>
                  <a:gd name="connsiteX14-2999" fmla="*/ 1307306 w 1343025"/>
                  <a:gd name="connsiteY14-3000" fmla="*/ 892968 h 1343025"/>
                  <a:gd name="connsiteX15-3001" fmla="*/ 1193006 w 1343025"/>
                  <a:gd name="connsiteY15-3002" fmla="*/ 1097756 h 1343025"/>
                  <a:gd name="connsiteX16-3003" fmla="*/ 1040606 w 1343025"/>
                  <a:gd name="connsiteY16-3004" fmla="*/ 1009650 h 1343025"/>
                  <a:gd name="connsiteX17-3005" fmla="*/ 919162 w 1343025"/>
                  <a:gd name="connsiteY17-3006" fmla="*/ 1112043 h 1343025"/>
                  <a:gd name="connsiteX18-3007" fmla="*/ 973931 w 1343025"/>
                  <a:gd name="connsiteY18-3008" fmla="*/ 1276350 h 1343025"/>
                  <a:gd name="connsiteX19-3009" fmla="*/ 745331 w 1343025"/>
                  <a:gd name="connsiteY19-3010" fmla="*/ 1343025 h 1343025"/>
                  <a:gd name="connsiteX20-3011" fmla="*/ 695325 w 1343025"/>
                  <a:gd name="connsiteY20-3012" fmla="*/ 1171575 h 1343025"/>
                  <a:gd name="connsiteX21-3013" fmla="*/ 535781 w 1343025"/>
                  <a:gd name="connsiteY21-3014" fmla="*/ 1157287 h 1343025"/>
                  <a:gd name="connsiteX22-3015" fmla="*/ 452437 w 1343025"/>
                  <a:gd name="connsiteY22-3016" fmla="*/ 1304925 h 1343025"/>
                  <a:gd name="connsiteX23-3017" fmla="*/ 245268 w 1343025"/>
                  <a:gd name="connsiteY23-3018" fmla="*/ 1193006 h 1343025"/>
                  <a:gd name="connsiteX24-3019" fmla="*/ 333375 w 1343025"/>
                  <a:gd name="connsiteY24-3020" fmla="*/ 1042987 h 1343025"/>
                  <a:gd name="connsiteX25-3021" fmla="*/ 226218 w 1343025"/>
                  <a:gd name="connsiteY25-3022" fmla="*/ 909637 h 1343025"/>
                  <a:gd name="connsiteX26-3023" fmla="*/ 59531 w 1343025"/>
                  <a:gd name="connsiteY26-3024" fmla="*/ 964406 h 1343025"/>
                  <a:gd name="connsiteX27-3025" fmla="*/ 0 w 1343025"/>
                  <a:gd name="connsiteY27-3026" fmla="*/ 733425 h 1343025"/>
                  <a:gd name="connsiteX28-3027" fmla="*/ 166687 w 1343025"/>
                  <a:gd name="connsiteY28-3028" fmla="*/ 690562 h 1343025"/>
                  <a:gd name="connsiteX29-3029" fmla="*/ 190500 w 1343025"/>
                  <a:gd name="connsiteY29-3030" fmla="*/ 521493 h 1343025"/>
                  <a:gd name="connsiteX30-3031" fmla="*/ 35718 w 1343025"/>
                  <a:gd name="connsiteY30-3032" fmla="*/ 440531 h 1343025"/>
                  <a:gd name="connsiteX31-3033" fmla="*/ 154781 w 1343025"/>
                  <a:gd name="connsiteY31-3034" fmla="*/ 242887 h 1343025"/>
                  <a:gd name="connsiteX32-3035" fmla="*/ 297656 w 1343025"/>
                  <a:gd name="connsiteY32-3036" fmla="*/ 330993 h 1343025"/>
                  <a:gd name="connsiteX0-3037" fmla="*/ 297656 w 1343025"/>
                  <a:gd name="connsiteY0-3038" fmla="*/ 330993 h 1343025"/>
                  <a:gd name="connsiteX1-3039" fmla="*/ 431006 w 1343025"/>
                  <a:gd name="connsiteY1-3040" fmla="*/ 226218 h 1343025"/>
                  <a:gd name="connsiteX2-3041" fmla="*/ 378618 w 1343025"/>
                  <a:gd name="connsiteY2-3042" fmla="*/ 61912 h 1343025"/>
                  <a:gd name="connsiteX3-3043" fmla="*/ 602456 w 1343025"/>
                  <a:gd name="connsiteY3-3044" fmla="*/ 0 h 1343025"/>
                  <a:gd name="connsiteX4-3045" fmla="*/ 652462 w 1343025"/>
                  <a:gd name="connsiteY4-3046" fmla="*/ 171450 h 1343025"/>
                  <a:gd name="connsiteX5-3047" fmla="*/ 816768 w 1343025"/>
                  <a:gd name="connsiteY5-3048" fmla="*/ 185737 h 1343025"/>
                  <a:gd name="connsiteX6-3049" fmla="*/ 901561 w 1343025"/>
                  <a:gd name="connsiteY6-3050" fmla="*/ 36133 h 1343025"/>
                  <a:gd name="connsiteX7-3051" fmla="*/ 1104900 w 1343025"/>
                  <a:gd name="connsiteY7-3052" fmla="*/ 150018 h 1343025"/>
                  <a:gd name="connsiteX8-3053" fmla="*/ 1012031 w 1343025"/>
                  <a:gd name="connsiteY8-3054" fmla="*/ 297656 h 1343025"/>
                  <a:gd name="connsiteX9-3055" fmla="*/ 1119187 w 1343025"/>
                  <a:gd name="connsiteY9-3056" fmla="*/ 431006 h 1343025"/>
                  <a:gd name="connsiteX10-3057" fmla="*/ 1276765 w 1343025"/>
                  <a:gd name="connsiteY10-3058" fmla="*/ 372406 h 1343025"/>
                  <a:gd name="connsiteX11-3059" fmla="*/ 1343025 w 1343025"/>
                  <a:gd name="connsiteY11-3060" fmla="*/ 602456 h 1343025"/>
                  <a:gd name="connsiteX12-3061" fmla="*/ 1173956 w 1343025"/>
                  <a:gd name="connsiteY12-3062" fmla="*/ 645318 h 1343025"/>
                  <a:gd name="connsiteX13-3063" fmla="*/ 1157287 w 1343025"/>
                  <a:gd name="connsiteY13-3064" fmla="*/ 812006 h 1343025"/>
                  <a:gd name="connsiteX14-3065" fmla="*/ 1307306 w 1343025"/>
                  <a:gd name="connsiteY14-3066" fmla="*/ 892968 h 1343025"/>
                  <a:gd name="connsiteX15-3067" fmla="*/ 1193006 w 1343025"/>
                  <a:gd name="connsiteY15-3068" fmla="*/ 1097756 h 1343025"/>
                  <a:gd name="connsiteX16-3069" fmla="*/ 1040606 w 1343025"/>
                  <a:gd name="connsiteY16-3070" fmla="*/ 1009650 h 1343025"/>
                  <a:gd name="connsiteX17-3071" fmla="*/ 919162 w 1343025"/>
                  <a:gd name="connsiteY17-3072" fmla="*/ 1112043 h 1343025"/>
                  <a:gd name="connsiteX18-3073" fmla="*/ 973931 w 1343025"/>
                  <a:gd name="connsiteY18-3074" fmla="*/ 1276350 h 1343025"/>
                  <a:gd name="connsiteX19-3075" fmla="*/ 738084 w 1343025"/>
                  <a:gd name="connsiteY19-3076" fmla="*/ 1343025 h 1343025"/>
                  <a:gd name="connsiteX20-3077" fmla="*/ 695325 w 1343025"/>
                  <a:gd name="connsiteY20-3078" fmla="*/ 1171575 h 1343025"/>
                  <a:gd name="connsiteX21-3079" fmla="*/ 535781 w 1343025"/>
                  <a:gd name="connsiteY21-3080" fmla="*/ 1157287 h 1343025"/>
                  <a:gd name="connsiteX22-3081" fmla="*/ 452437 w 1343025"/>
                  <a:gd name="connsiteY22-3082" fmla="*/ 1304925 h 1343025"/>
                  <a:gd name="connsiteX23-3083" fmla="*/ 245268 w 1343025"/>
                  <a:gd name="connsiteY23-3084" fmla="*/ 1193006 h 1343025"/>
                  <a:gd name="connsiteX24-3085" fmla="*/ 333375 w 1343025"/>
                  <a:gd name="connsiteY24-3086" fmla="*/ 1042987 h 1343025"/>
                  <a:gd name="connsiteX25-3087" fmla="*/ 226218 w 1343025"/>
                  <a:gd name="connsiteY25-3088" fmla="*/ 909637 h 1343025"/>
                  <a:gd name="connsiteX26-3089" fmla="*/ 59531 w 1343025"/>
                  <a:gd name="connsiteY26-3090" fmla="*/ 964406 h 1343025"/>
                  <a:gd name="connsiteX27-3091" fmla="*/ 0 w 1343025"/>
                  <a:gd name="connsiteY27-3092" fmla="*/ 733425 h 1343025"/>
                  <a:gd name="connsiteX28-3093" fmla="*/ 166687 w 1343025"/>
                  <a:gd name="connsiteY28-3094" fmla="*/ 690562 h 1343025"/>
                  <a:gd name="connsiteX29-3095" fmla="*/ 190500 w 1343025"/>
                  <a:gd name="connsiteY29-3096" fmla="*/ 521493 h 1343025"/>
                  <a:gd name="connsiteX30-3097" fmla="*/ 35718 w 1343025"/>
                  <a:gd name="connsiteY30-3098" fmla="*/ 440531 h 1343025"/>
                  <a:gd name="connsiteX31-3099" fmla="*/ 154781 w 1343025"/>
                  <a:gd name="connsiteY31-3100" fmla="*/ 242887 h 1343025"/>
                  <a:gd name="connsiteX32-3101" fmla="*/ 297656 w 1343025"/>
                  <a:gd name="connsiteY32-3102" fmla="*/ 330993 h 1343025"/>
                  <a:gd name="connsiteX0-3103" fmla="*/ 297656 w 1343025"/>
                  <a:gd name="connsiteY0-3104" fmla="*/ 330993 h 1343025"/>
                  <a:gd name="connsiteX1-3105" fmla="*/ 431006 w 1343025"/>
                  <a:gd name="connsiteY1-3106" fmla="*/ 226218 h 1343025"/>
                  <a:gd name="connsiteX2-3107" fmla="*/ 378618 w 1343025"/>
                  <a:gd name="connsiteY2-3108" fmla="*/ 61912 h 1343025"/>
                  <a:gd name="connsiteX3-3109" fmla="*/ 602456 w 1343025"/>
                  <a:gd name="connsiteY3-3110" fmla="*/ 0 h 1343025"/>
                  <a:gd name="connsiteX4-3111" fmla="*/ 652462 w 1343025"/>
                  <a:gd name="connsiteY4-3112" fmla="*/ 171450 h 1343025"/>
                  <a:gd name="connsiteX5-3113" fmla="*/ 816768 w 1343025"/>
                  <a:gd name="connsiteY5-3114" fmla="*/ 185737 h 1343025"/>
                  <a:gd name="connsiteX6-3115" fmla="*/ 901561 w 1343025"/>
                  <a:gd name="connsiteY6-3116" fmla="*/ 36133 h 1343025"/>
                  <a:gd name="connsiteX7-3117" fmla="*/ 1104900 w 1343025"/>
                  <a:gd name="connsiteY7-3118" fmla="*/ 150018 h 1343025"/>
                  <a:gd name="connsiteX8-3119" fmla="*/ 1012031 w 1343025"/>
                  <a:gd name="connsiteY8-3120" fmla="*/ 297656 h 1343025"/>
                  <a:gd name="connsiteX9-3121" fmla="*/ 1119187 w 1343025"/>
                  <a:gd name="connsiteY9-3122" fmla="*/ 431006 h 1343025"/>
                  <a:gd name="connsiteX10-3123" fmla="*/ 1276765 w 1343025"/>
                  <a:gd name="connsiteY10-3124" fmla="*/ 372406 h 1343025"/>
                  <a:gd name="connsiteX11-3125" fmla="*/ 1343025 w 1343025"/>
                  <a:gd name="connsiteY11-3126" fmla="*/ 602456 h 1343025"/>
                  <a:gd name="connsiteX12-3127" fmla="*/ 1173956 w 1343025"/>
                  <a:gd name="connsiteY12-3128" fmla="*/ 645318 h 1343025"/>
                  <a:gd name="connsiteX13-3129" fmla="*/ 1157287 w 1343025"/>
                  <a:gd name="connsiteY13-3130" fmla="*/ 812006 h 1343025"/>
                  <a:gd name="connsiteX14-3131" fmla="*/ 1307306 w 1343025"/>
                  <a:gd name="connsiteY14-3132" fmla="*/ 892968 h 1343025"/>
                  <a:gd name="connsiteX15-3133" fmla="*/ 1193006 w 1343025"/>
                  <a:gd name="connsiteY15-3134" fmla="*/ 1097756 h 1343025"/>
                  <a:gd name="connsiteX16-3135" fmla="*/ 1040606 w 1343025"/>
                  <a:gd name="connsiteY16-3136" fmla="*/ 1009650 h 1343025"/>
                  <a:gd name="connsiteX17-3137" fmla="*/ 919162 w 1343025"/>
                  <a:gd name="connsiteY17-3138" fmla="*/ 1112043 h 1343025"/>
                  <a:gd name="connsiteX18-3139" fmla="*/ 973931 w 1343025"/>
                  <a:gd name="connsiteY18-3140" fmla="*/ 1276350 h 1343025"/>
                  <a:gd name="connsiteX19-3141" fmla="*/ 738084 w 1343025"/>
                  <a:gd name="connsiteY19-3142" fmla="*/ 1343025 h 1343025"/>
                  <a:gd name="connsiteX20-3143" fmla="*/ 695325 w 1343025"/>
                  <a:gd name="connsiteY20-3144" fmla="*/ 1171575 h 1343025"/>
                  <a:gd name="connsiteX21-3145" fmla="*/ 535781 w 1343025"/>
                  <a:gd name="connsiteY21-3146" fmla="*/ 1154388 h 1343025"/>
                  <a:gd name="connsiteX22-3147" fmla="*/ 452437 w 1343025"/>
                  <a:gd name="connsiteY22-3148" fmla="*/ 1304925 h 1343025"/>
                  <a:gd name="connsiteX23-3149" fmla="*/ 245268 w 1343025"/>
                  <a:gd name="connsiteY23-3150" fmla="*/ 1193006 h 1343025"/>
                  <a:gd name="connsiteX24-3151" fmla="*/ 333375 w 1343025"/>
                  <a:gd name="connsiteY24-3152" fmla="*/ 1042987 h 1343025"/>
                  <a:gd name="connsiteX25-3153" fmla="*/ 226218 w 1343025"/>
                  <a:gd name="connsiteY25-3154" fmla="*/ 909637 h 1343025"/>
                  <a:gd name="connsiteX26-3155" fmla="*/ 59531 w 1343025"/>
                  <a:gd name="connsiteY26-3156" fmla="*/ 964406 h 1343025"/>
                  <a:gd name="connsiteX27-3157" fmla="*/ 0 w 1343025"/>
                  <a:gd name="connsiteY27-3158" fmla="*/ 733425 h 1343025"/>
                  <a:gd name="connsiteX28-3159" fmla="*/ 166687 w 1343025"/>
                  <a:gd name="connsiteY28-3160" fmla="*/ 690562 h 1343025"/>
                  <a:gd name="connsiteX29-3161" fmla="*/ 190500 w 1343025"/>
                  <a:gd name="connsiteY29-3162" fmla="*/ 521493 h 1343025"/>
                  <a:gd name="connsiteX30-3163" fmla="*/ 35718 w 1343025"/>
                  <a:gd name="connsiteY30-3164" fmla="*/ 440531 h 1343025"/>
                  <a:gd name="connsiteX31-3165" fmla="*/ 154781 w 1343025"/>
                  <a:gd name="connsiteY31-3166" fmla="*/ 242887 h 1343025"/>
                  <a:gd name="connsiteX32-3167" fmla="*/ 297656 w 1343025"/>
                  <a:gd name="connsiteY32-3168" fmla="*/ 330993 h 1343025"/>
                  <a:gd name="connsiteX0-3169" fmla="*/ 297656 w 1343025"/>
                  <a:gd name="connsiteY0-3170" fmla="*/ 330993 h 1343025"/>
                  <a:gd name="connsiteX1-3171" fmla="*/ 431006 w 1343025"/>
                  <a:gd name="connsiteY1-3172" fmla="*/ 226218 h 1343025"/>
                  <a:gd name="connsiteX2-3173" fmla="*/ 378618 w 1343025"/>
                  <a:gd name="connsiteY2-3174" fmla="*/ 61912 h 1343025"/>
                  <a:gd name="connsiteX3-3175" fmla="*/ 602456 w 1343025"/>
                  <a:gd name="connsiteY3-3176" fmla="*/ 0 h 1343025"/>
                  <a:gd name="connsiteX4-3177" fmla="*/ 652462 w 1343025"/>
                  <a:gd name="connsiteY4-3178" fmla="*/ 171450 h 1343025"/>
                  <a:gd name="connsiteX5-3179" fmla="*/ 816768 w 1343025"/>
                  <a:gd name="connsiteY5-3180" fmla="*/ 185737 h 1343025"/>
                  <a:gd name="connsiteX6-3181" fmla="*/ 901561 w 1343025"/>
                  <a:gd name="connsiteY6-3182" fmla="*/ 36133 h 1343025"/>
                  <a:gd name="connsiteX7-3183" fmla="*/ 1104900 w 1343025"/>
                  <a:gd name="connsiteY7-3184" fmla="*/ 150018 h 1343025"/>
                  <a:gd name="connsiteX8-3185" fmla="*/ 1012031 w 1343025"/>
                  <a:gd name="connsiteY8-3186" fmla="*/ 297656 h 1343025"/>
                  <a:gd name="connsiteX9-3187" fmla="*/ 1119187 w 1343025"/>
                  <a:gd name="connsiteY9-3188" fmla="*/ 431006 h 1343025"/>
                  <a:gd name="connsiteX10-3189" fmla="*/ 1276765 w 1343025"/>
                  <a:gd name="connsiteY10-3190" fmla="*/ 372406 h 1343025"/>
                  <a:gd name="connsiteX11-3191" fmla="*/ 1343025 w 1343025"/>
                  <a:gd name="connsiteY11-3192" fmla="*/ 602456 h 1343025"/>
                  <a:gd name="connsiteX12-3193" fmla="*/ 1173956 w 1343025"/>
                  <a:gd name="connsiteY12-3194" fmla="*/ 645318 h 1343025"/>
                  <a:gd name="connsiteX13-3195" fmla="*/ 1157287 w 1343025"/>
                  <a:gd name="connsiteY13-3196" fmla="*/ 812006 h 1343025"/>
                  <a:gd name="connsiteX14-3197" fmla="*/ 1307306 w 1343025"/>
                  <a:gd name="connsiteY14-3198" fmla="*/ 892968 h 1343025"/>
                  <a:gd name="connsiteX15-3199" fmla="*/ 1193006 w 1343025"/>
                  <a:gd name="connsiteY15-3200" fmla="*/ 1097756 h 1343025"/>
                  <a:gd name="connsiteX16-3201" fmla="*/ 1040606 w 1343025"/>
                  <a:gd name="connsiteY16-3202" fmla="*/ 1009650 h 1343025"/>
                  <a:gd name="connsiteX17-3203" fmla="*/ 919162 w 1343025"/>
                  <a:gd name="connsiteY17-3204" fmla="*/ 1112043 h 1343025"/>
                  <a:gd name="connsiteX18-3205" fmla="*/ 973931 w 1343025"/>
                  <a:gd name="connsiteY18-3206" fmla="*/ 1276350 h 1343025"/>
                  <a:gd name="connsiteX19-3207" fmla="*/ 738084 w 1343025"/>
                  <a:gd name="connsiteY19-3208" fmla="*/ 1343025 h 1343025"/>
                  <a:gd name="connsiteX20-3209" fmla="*/ 695325 w 1343025"/>
                  <a:gd name="connsiteY20-3210" fmla="*/ 1171575 h 1343025"/>
                  <a:gd name="connsiteX21-3211" fmla="*/ 535781 w 1343025"/>
                  <a:gd name="connsiteY21-3212" fmla="*/ 1154388 h 1343025"/>
                  <a:gd name="connsiteX22-3213" fmla="*/ 452437 w 1343025"/>
                  <a:gd name="connsiteY22-3214" fmla="*/ 1304925 h 1343025"/>
                  <a:gd name="connsiteX23-3215" fmla="*/ 245268 w 1343025"/>
                  <a:gd name="connsiteY23-3216" fmla="*/ 1193006 h 1343025"/>
                  <a:gd name="connsiteX24-3217" fmla="*/ 333375 w 1343025"/>
                  <a:gd name="connsiteY24-3218" fmla="*/ 1042987 h 1343025"/>
                  <a:gd name="connsiteX25-3219" fmla="*/ 226218 w 1343025"/>
                  <a:gd name="connsiteY25-3220" fmla="*/ 909637 h 1343025"/>
                  <a:gd name="connsiteX26-3221" fmla="*/ 66778 w 1343025"/>
                  <a:gd name="connsiteY26-3222" fmla="*/ 960058 h 1343025"/>
                  <a:gd name="connsiteX27-3223" fmla="*/ 0 w 1343025"/>
                  <a:gd name="connsiteY27-3224" fmla="*/ 733425 h 1343025"/>
                  <a:gd name="connsiteX28-3225" fmla="*/ 166687 w 1343025"/>
                  <a:gd name="connsiteY28-3226" fmla="*/ 690562 h 1343025"/>
                  <a:gd name="connsiteX29-3227" fmla="*/ 190500 w 1343025"/>
                  <a:gd name="connsiteY29-3228" fmla="*/ 521493 h 1343025"/>
                  <a:gd name="connsiteX30-3229" fmla="*/ 35718 w 1343025"/>
                  <a:gd name="connsiteY30-3230" fmla="*/ 440531 h 1343025"/>
                  <a:gd name="connsiteX31-3231" fmla="*/ 154781 w 1343025"/>
                  <a:gd name="connsiteY31-3232" fmla="*/ 242887 h 1343025"/>
                  <a:gd name="connsiteX32-3233" fmla="*/ 297656 w 1343025"/>
                  <a:gd name="connsiteY32-3234" fmla="*/ 330993 h 1343025"/>
                  <a:gd name="connsiteX0-3235" fmla="*/ 297656 w 1343025"/>
                  <a:gd name="connsiteY0-3236" fmla="*/ 330993 h 1343025"/>
                  <a:gd name="connsiteX1-3237" fmla="*/ 431006 w 1343025"/>
                  <a:gd name="connsiteY1-3238" fmla="*/ 226218 h 1343025"/>
                  <a:gd name="connsiteX2-3239" fmla="*/ 378618 w 1343025"/>
                  <a:gd name="connsiteY2-3240" fmla="*/ 61912 h 1343025"/>
                  <a:gd name="connsiteX3-3241" fmla="*/ 602456 w 1343025"/>
                  <a:gd name="connsiteY3-3242" fmla="*/ 0 h 1343025"/>
                  <a:gd name="connsiteX4-3243" fmla="*/ 652462 w 1343025"/>
                  <a:gd name="connsiteY4-3244" fmla="*/ 171450 h 1343025"/>
                  <a:gd name="connsiteX5-3245" fmla="*/ 816768 w 1343025"/>
                  <a:gd name="connsiteY5-3246" fmla="*/ 185737 h 1343025"/>
                  <a:gd name="connsiteX6-3247" fmla="*/ 901561 w 1343025"/>
                  <a:gd name="connsiteY6-3248" fmla="*/ 36133 h 1343025"/>
                  <a:gd name="connsiteX7-3249" fmla="*/ 1104900 w 1343025"/>
                  <a:gd name="connsiteY7-3250" fmla="*/ 150018 h 1343025"/>
                  <a:gd name="connsiteX8-3251" fmla="*/ 1012031 w 1343025"/>
                  <a:gd name="connsiteY8-3252" fmla="*/ 297656 h 1343025"/>
                  <a:gd name="connsiteX9-3253" fmla="*/ 1119187 w 1343025"/>
                  <a:gd name="connsiteY9-3254" fmla="*/ 431006 h 1343025"/>
                  <a:gd name="connsiteX10-3255" fmla="*/ 1276765 w 1343025"/>
                  <a:gd name="connsiteY10-3256" fmla="*/ 372406 h 1343025"/>
                  <a:gd name="connsiteX11-3257" fmla="*/ 1343025 w 1343025"/>
                  <a:gd name="connsiteY11-3258" fmla="*/ 602456 h 1343025"/>
                  <a:gd name="connsiteX12-3259" fmla="*/ 1173956 w 1343025"/>
                  <a:gd name="connsiteY12-3260" fmla="*/ 645318 h 1343025"/>
                  <a:gd name="connsiteX13-3261" fmla="*/ 1157287 w 1343025"/>
                  <a:gd name="connsiteY13-3262" fmla="*/ 812006 h 1343025"/>
                  <a:gd name="connsiteX14-3263" fmla="*/ 1307306 w 1343025"/>
                  <a:gd name="connsiteY14-3264" fmla="*/ 892968 h 1343025"/>
                  <a:gd name="connsiteX15-3265" fmla="*/ 1193006 w 1343025"/>
                  <a:gd name="connsiteY15-3266" fmla="*/ 1097756 h 1343025"/>
                  <a:gd name="connsiteX16-3267" fmla="*/ 1040606 w 1343025"/>
                  <a:gd name="connsiteY16-3268" fmla="*/ 1009650 h 1343025"/>
                  <a:gd name="connsiteX17-3269" fmla="*/ 919162 w 1343025"/>
                  <a:gd name="connsiteY17-3270" fmla="*/ 1112043 h 1343025"/>
                  <a:gd name="connsiteX18-3271" fmla="*/ 973931 w 1343025"/>
                  <a:gd name="connsiteY18-3272" fmla="*/ 1276350 h 1343025"/>
                  <a:gd name="connsiteX19-3273" fmla="*/ 738084 w 1343025"/>
                  <a:gd name="connsiteY19-3274" fmla="*/ 1343025 h 1343025"/>
                  <a:gd name="connsiteX20-3275" fmla="*/ 695325 w 1343025"/>
                  <a:gd name="connsiteY20-3276" fmla="*/ 1171575 h 1343025"/>
                  <a:gd name="connsiteX21-3277" fmla="*/ 535781 w 1343025"/>
                  <a:gd name="connsiteY21-3278" fmla="*/ 1154388 h 1343025"/>
                  <a:gd name="connsiteX22-3279" fmla="*/ 452437 w 1343025"/>
                  <a:gd name="connsiteY22-3280" fmla="*/ 1304925 h 1343025"/>
                  <a:gd name="connsiteX23-3281" fmla="*/ 245268 w 1343025"/>
                  <a:gd name="connsiteY23-3282" fmla="*/ 1193006 h 1343025"/>
                  <a:gd name="connsiteX24-3283" fmla="*/ 333375 w 1343025"/>
                  <a:gd name="connsiteY24-3284" fmla="*/ 1042987 h 1343025"/>
                  <a:gd name="connsiteX25-3285" fmla="*/ 226218 w 1343025"/>
                  <a:gd name="connsiteY25-3286" fmla="*/ 909637 h 1343025"/>
                  <a:gd name="connsiteX26-3287" fmla="*/ 63879 w 1343025"/>
                  <a:gd name="connsiteY26-3288" fmla="*/ 962957 h 1343025"/>
                  <a:gd name="connsiteX27-3289" fmla="*/ 0 w 1343025"/>
                  <a:gd name="connsiteY27-3290" fmla="*/ 733425 h 1343025"/>
                  <a:gd name="connsiteX28-3291" fmla="*/ 166687 w 1343025"/>
                  <a:gd name="connsiteY28-3292" fmla="*/ 690562 h 1343025"/>
                  <a:gd name="connsiteX29-3293" fmla="*/ 190500 w 1343025"/>
                  <a:gd name="connsiteY29-3294" fmla="*/ 521493 h 1343025"/>
                  <a:gd name="connsiteX30-3295" fmla="*/ 35718 w 1343025"/>
                  <a:gd name="connsiteY30-3296" fmla="*/ 440531 h 1343025"/>
                  <a:gd name="connsiteX31-3297" fmla="*/ 154781 w 1343025"/>
                  <a:gd name="connsiteY31-3298" fmla="*/ 242887 h 1343025"/>
                  <a:gd name="connsiteX32-3299" fmla="*/ 297656 w 1343025"/>
                  <a:gd name="connsiteY32-3300" fmla="*/ 330993 h 1343025"/>
                  <a:gd name="connsiteX0-3301" fmla="*/ 297656 w 1343025"/>
                  <a:gd name="connsiteY0-3302" fmla="*/ 330993 h 1343025"/>
                  <a:gd name="connsiteX1-3303" fmla="*/ 431006 w 1343025"/>
                  <a:gd name="connsiteY1-3304" fmla="*/ 226218 h 1343025"/>
                  <a:gd name="connsiteX2-3305" fmla="*/ 378618 w 1343025"/>
                  <a:gd name="connsiteY2-3306" fmla="*/ 61912 h 1343025"/>
                  <a:gd name="connsiteX3-3307" fmla="*/ 602456 w 1343025"/>
                  <a:gd name="connsiteY3-3308" fmla="*/ 0 h 1343025"/>
                  <a:gd name="connsiteX4-3309" fmla="*/ 652462 w 1343025"/>
                  <a:gd name="connsiteY4-3310" fmla="*/ 171450 h 1343025"/>
                  <a:gd name="connsiteX5-3311" fmla="*/ 816768 w 1343025"/>
                  <a:gd name="connsiteY5-3312" fmla="*/ 185737 h 1343025"/>
                  <a:gd name="connsiteX6-3313" fmla="*/ 901561 w 1343025"/>
                  <a:gd name="connsiteY6-3314" fmla="*/ 36133 h 1343025"/>
                  <a:gd name="connsiteX7-3315" fmla="*/ 1104900 w 1343025"/>
                  <a:gd name="connsiteY7-3316" fmla="*/ 150018 h 1343025"/>
                  <a:gd name="connsiteX8-3317" fmla="*/ 1012031 w 1343025"/>
                  <a:gd name="connsiteY8-3318" fmla="*/ 297656 h 1343025"/>
                  <a:gd name="connsiteX9-3319" fmla="*/ 1119187 w 1343025"/>
                  <a:gd name="connsiteY9-3320" fmla="*/ 431006 h 1343025"/>
                  <a:gd name="connsiteX10-3321" fmla="*/ 1276765 w 1343025"/>
                  <a:gd name="connsiteY10-3322" fmla="*/ 372406 h 1343025"/>
                  <a:gd name="connsiteX11-3323" fmla="*/ 1343025 w 1343025"/>
                  <a:gd name="connsiteY11-3324" fmla="*/ 602456 h 1343025"/>
                  <a:gd name="connsiteX12-3325" fmla="*/ 1173956 w 1343025"/>
                  <a:gd name="connsiteY12-3326" fmla="*/ 645318 h 1343025"/>
                  <a:gd name="connsiteX13-3327" fmla="*/ 1157287 w 1343025"/>
                  <a:gd name="connsiteY13-3328" fmla="*/ 812006 h 1343025"/>
                  <a:gd name="connsiteX14-3329" fmla="*/ 1307306 w 1343025"/>
                  <a:gd name="connsiteY14-3330" fmla="*/ 892968 h 1343025"/>
                  <a:gd name="connsiteX15-3331" fmla="*/ 1193006 w 1343025"/>
                  <a:gd name="connsiteY15-3332" fmla="*/ 1097756 h 1343025"/>
                  <a:gd name="connsiteX16-3333" fmla="*/ 1040606 w 1343025"/>
                  <a:gd name="connsiteY16-3334" fmla="*/ 1009650 h 1343025"/>
                  <a:gd name="connsiteX17-3335" fmla="*/ 919162 w 1343025"/>
                  <a:gd name="connsiteY17-3336" fmla="*/ 1112043 h 1343025"/>
                  <a:gd name="connsiteX18-3337" fmla="*/ 973931 w 1343025"/>
                  <a:gd name="connsiteY18-3338" fmla="*/ 1276350 h 1343025"/>
                  <a:gd name="connsiteX19-3339" fmla="*/ 738084 w 1343025"/>
                  <a:gd name="connsiteY19-3340" fmla="*/ 1343025 h 1343025"/>
                  <a:gd name="connsiteX20-3341" fmla="*/ 695325 w 1343025"/>
                  <a:gd name="connsiteY20-3342" fmla="*/ 1171575 h 1343025"/>
                  <a:gd name="connsiteX21-3343" fmla="*/ 535781 w 1343025"/>
                  <a:gd name="connsiteY21-3344" fmla="*/ 1154388 h 1343025"/>
                  <a:gd name="connsiteX22-3345" fmla="*/ 452437 w 1343025"/>
                  <a:gd name="connsiteY22-3346" fmla="*/ 1304925 h 1343025"/>
                  <a:gd name="connsiteX23-3347" fmla="*/ 245268 w 1343025"/>
                  <a:gd name="connsiteY23-3348" fmla="*/ 1193006 h 1343025"/>
                  <a:gd name="connsiteX24-3349" fmla="*/ 333375 w 1343025"/>
                  <a:gd name="connsiteY24-3350" fmla="*/ 1042987 h 1343025"/>
                  <a:gd name="connsiteX25-3351" fmla="*/ 226218 w 1343025"/>
                  <a:gd name="connsiteY25-3352" fmla="*/ 909637 h 1343025"/>
                  <a:gd name="connsiteX26-3353" fmla="*/ 63879 w 1343025"/>
                  <a:gd name="connsiteY26-3354" fmla="*/ 962957 h 1343025"/>
                  <a:gd name="connsiteX27-3355" fmla="*/ 0 w 1343025"/>
                  <a:gd name="connsiteY27-3356" fmla="*/ 733425 h 1343025"/>
                  <a:gd name="connsiteX28-3357" fmla="*/ 166687 w 1343025"/>
                  <a:gd name="connsiteY28-3358" fmla="*/ 690562 h 1343025"/>
                  <a:gd name="connsiteX29-3359" fmla="*/ 190500 w 1343025"/>
                  <a:gd name="connsiteY29-3360" fmla="*/ 521493 h 1343025"/>
                  <a:gd name="connsiteX30-3361" fmla="*/ 35718 w 1343025"/>
                  <a:gd name="connsiteY30-3362" fmla="*/ 440531 h 1343025"/>
                  <a:gd name="connsiteX31-3363" fmla="*/ 154781 w 1343025"/>
                  <a:gd name="connsiteY31-3364" fmla="*/ 242887 h 1343025"/>
                  <a:gd name="connsiteX32-3365" fmla="*/ 297656 w 1343025"/>
                  <a:gd name="connsiteY32-3366" fmla="*/ 330993 h 1343025"/>
                  <a:gd name="connsiteX0-3367" fmla="*/ 297656 w 1343025"/>
                  <a:gd name="connsiteY0-3368" fmla="*/ 330993 h 1343025"/>
                  <a:gd name="connsiteX1-3369" fmla="*/ 431006 w 1343025"/>
                  <a:gd name="connsiteY1-3370" fmla="*/ 226218 h 1343025"/>
                  <a:gd name="connsiteX2-3371" fmla="*/ 378618 w 1343025"/>
                  <a:gd name="connsiteY2-3372" fmla="*/ 61912 h 1343025"/>
                  <a:gd name="connsiteX3-3373" fmla="*/ 602456 w 1343025"/>
                  <a:gd name="connsiteY3-3374" fmla="*/ 0 h 1343025"/>
                  <a:gd name="connsiteX4-3375" fmla="*/ 652462 w 1343025"/>
                  <a:gd name="connsiteY4-3376" fmla="*/ 171450 h 1343025"/>
                  <a:gd name="connsiteX5-3377" fmla="*/ 816768 w 1343025"/>
                  <a:gd name="connsiteY5-3378" fmla="*/ 185737 h 1343025"/>
                  <a:gd name="connsiteX6-3379" fmla="*/ 901561 w 1343025"/>
                  <a:gd name="connsiteY6-3380" fmla="*/ 36133 h 1343025"/>
                  <a:gd name="connsiteX7-3381" fmla="*/ 1104900 w 1343025"/>
                  <a:gd name="connsiteY7-3382" fmla="*/ 150018 h 1343025"/>
                  <a:gd name="connsiteX8-3383" fmla="*/ 1012031 w 1343025"/>
                  <a:gd name="connsiteY8-3384" fmla="*/ 297656 h 1343025"/>
                  <a:gd name="connsiteX9-3385" fmla="*/ 1119187 w 1343025"/>
                  <a:gd name="connsiteY9-3386" fmla="*/ 431006 h 1343025"/>
                  <a:gd name="connsiteX10-3387" fmla="*/ 1276765 w 1343025"/>
                  <a:gd name="connsiteY10-3388" fmla="*/ 372406 h 1343025"/>
                  <a:gd name="connsiteX11-3389" fmla="*/ 1343025 w 1343025"/>
                  <a:gd name="connsiteY11-3390" fmla="*/ 602456 h 1343025"/>
                  <a:gd name="connsiteX12-3391" fmla="*/ 1173956 w 1343025"/>
                  <a:gd name="connsiteY12-3392" fmla="*/ 645318 h 1343025"/>
                  <a:gd name="connsiteX13-3393" fmla="*/ 1157287 w 1343025"/>
                  <a:gd name="connsiteY13-3394" fmla="*/ 812006 h 1343025"/>
                  <a:gd name="connsiteX14-3395" fmla="*/ 1307306 w 1343025"/>
                  <a:gd name="connsiteY14-3396" fmla="*/ 892968 h 1343025"/>
                  <a:gd name="connsiteX15-3397" fmla="*/ 1193006 w 1343025"/>
                  <a:gd name="connsiteY15-3398" fmla="*/ 1097756 h 1343025"/>
                  <a:gd name="connsiteX16-3399" fmla="*/ 1040606 w 1343025"/>
                  <a:gd name="connsiteY16-3400" fmla="*/ 1009650 h 1343025"/>
                  <a:gd name="connsiteX17-3401" fmla="*/ 919162 w 1343025"/>
                  <a:gd name="connsiteY17-3402" fmla="*/ 1112043 h 1343025"/>
                  <a:gd name="connsiteX18-3403" fmla="*/ 973931 w 1343025"/>
                  <a:gd name="connsiteY18-3404" fmla="*/ 1276350 h 1343025"/>
                  <a:gd name="connsiteX19-3405" fmla="*/ 738084 w 1343025"/>
                  <a:gd name="connsiteY19-3406" fmla="*/ 1343025 h 1343025"/>
                  <a:gd name="connsiteX20-3407" fmla="*/ 695325 w 1343025"/>
                  <a:gd name="connsiteY20-3408" fmla="*/ 1171575 h 1343025"/>
                  <a:gd name="connsiteX21-3409" fmla="*/ 535781 w 1343025"/>
                  <a:gd name="connsiteY21-3410" fmla="*/ 1154388 h 1343025"/>
                  <a:gd name="connsiteX22-3411" fmla="*/ 452437 w 1343025"/>
                  <a:gd name="connsiteY22-3412" fmla="*/ 1304925 h 1343025"/>
                  <a:gd name="connsiteX23-3413" fmla="*/ 245268 w 1343025"/>
                  <a:gd name="connsiteY23-3414" fmla="*/ 1193006 h 1343025"/>
                  <a:gd name="connsiteX24-3415" fmla="*/ 333375 w 1343025"/>
                  <a:gd name="connsiteY24-3416" fmla="*/ 1042987 h 1343025"/>
                  <a:gd name="connsiteX25-3417" fmla="*/ 226218 w 1343025"/>
                  <a:gd name="connsiteY25-3418" fmla="*/ 909637 h 1343025"/>
                  <a:gd name="connsiteX26-3419" fmla="*/ 63879 w 1343025"/>
                  <a:gd name="connsiteY26-3420" fmla="*/ 962957 h 1343025"/>
                  <a:gd name="connsiteX27-3421" fmla="*/ 0 w 1343025"/>
                  <a:gd name="connsiteY27-3422" fmla="*/ 733425 h 1343025"/>
                  <a:gd name="connsiteX28-3423" fmla="*/ 166687 w 1343025"/>
                  <a:gd name="connsiteY28-3424" fmla="*/ 690562 h 1343025"/>
                  <a:gd name="connsiteX29-3425" fmla="*/ 190500 w 1343025"/>
                  <a:gd name="connsiteY29-3426" fmla="*/ 521493 h 1343025"/>
                  <a:gd name="connsiteX30-3427" fmla="*/ 35718 w 1343025"/>
                  <a:gd name="connsiteY30-3428" fmla="*/ 440531 h 1343025"/>
                  <a:gd name="connsiteX31-3429" fmla="*/ 154781 w 1343025"/>
                  <a:gd name="connsiteY31-3430" fmla="*/ 242887 h 1343025"/>
                  <a:gd name="connsiteX32-3431" fmla="*/ 297656 w 1343025"/>
                  <a:gd name="connsiteY32-3432" fmla="*/ 330993 h 1343025"/>
                  <a:gd name="connsiteX0-3433" fmla="*/ 297656 w 1343025"/>
                  <a:gd name="connsiteY0-3434" fmla="*/ 330993 h 1343025"/>
                  <a:gd name="connsiteX1-3435" fmla="*/ 431006 w 1343025"/>
                  <a:gd name="connsiteY1-3436" fmla="*/ 226218 h 1343025"/>
                  <a:gd name="connsiteX2-3437" fmla="*/ 378618 w 1343025"/>
                  <a:gd name="connsiteY2-3438" fmla="*/ 61912 h 1343025"/>
                  <a:gd name="connsiteX3-3439" fmla="*/ 602456 w 1343025"/>
                  <a:gd name="connsiteY3-3440" fmla="*/ 0 h 1343025"/>
                  <a:gd name="connsiteX4-3441" fmla="*/ 652462 w 1343025"/>
                  <a:gd name="connsiteY4-3442" fmla="*/ 171450 h 1343025"/>
                  <a:gd name="connsiteX5-3443" fmla="*/ 816768 w 1343025"/>
                  <a:gd name="connsiteY5-3444" fmla="*/ 185737 h 1343025"/>
                  <a:gd name="connsiteX6-3445" fmla="*/ 901561 w 1343025"/>
                  <a:gd name="connsiteY6-3446" fmla="*/ 36133 h 1343025"/>
                  <a:gd name="connsiteX7-3447" fmla="*/ 1104900 w 1343025"/>
                  <a:gd name="connsiteY7-3448" fmla="*/ 150018 h 1343025"/>
                  <a:gd name="connsiteX8-3449" fmla="*/ 1012031 w 1343025"/>
                  <a:gd name="connsiteY8-3450" fmla="*/ 297656 h 1343025"/>
                  <a:gd name="connsiteX9-3451" fmla="*/ 1119187 w 1343025"/>
                  <a:gd name="connsiteY9-3452" fmla="*/ 431006 h 1343025"/>
                  <a:gd name="connsiteX10-3453" fmla="*/ 1276765 w 1343025"/>
                  <a:gd name="connsiteY10-3454" fmla="*/ 372406 h 1343025"/>
                  <a:gd name="connsiteX11-3455" fmla="*/ 1343025 w 1343025"/>
                  <a:gd name="connsiteY11-3456" fmla="*/ 602456 h 1343025"/>
                  <a:gd name="connsiteX12-3457" fmla="*/ 1173956 w 1343025"/>
                  <a:gd name="connsiteY12-3458" fmla="*/ 645318 h 1343025"/>
                  <a:gd name="connsiteX13-3459" fmla="*/ 1157287 w 1343025"/>
                  <a:gd name="connsiteY13-3460" fmla="*/ 812006 h 1343025"/>
                  <a:gd name="connsiteX14-3461" fmla="*/ 1307306 w 1343025"/>
                  <a:gd name="connsiteY14-3462" fmla="*/ 892968 h 1343025"/>
                  <a:gd name="connsiteX15-3463" fmla="*/ 1193006 w 1343025"/>
                  <a:gd name="connsiteY15-3464" fmla="*/ 1097756 h 1343025"/>
                  <a:gd name="connsiteX16-3465" fmla="*/ 1040606 w 1343025"/>
                  <a:gd name="connsiteY16-3466" fmla="*/ 1009650 h 1343025"/>
                  <a:gd name="connsiteX17-3467" fmla="*/ 919162 w 1343025"/>
                  <a:gd name="connsiteY17-3468" fmla="*/ 1112043 h 1343025"/>
                  <a:gd name="connsiteX18-3469" fmla="*/ 973931 w 1343025"/>
                  <a:gd name="connsiteY18-3470" fmla="*/ 1276350 h 1343025"/>
                  <a:gd name="connsiteX19-3471" fmla="*/ 738084 w 1343025"/>
                  <a:gd name="connsiteY19-3472" fmla="*/ 1343025 h 1343025"/>
                  <a:gd name="connsiteX20-3473" fmla="*/ 695325 w 1343025"/>
                  <a:gd name="connsiteY20-3474" fmla="*/ 1171575 h 1343025"/>
                  <a:gd name="connsiteX21-3475" fmla="*/ 535781 w 1343025"/>
                  <a:gd name="connsiteY21-3476" fmla="*/ 1154388 h 1343025"/>
                  <a:gd name="connsiteX22-3477" fmla="*/ 452437 w 1343025"/>
                  <a:gd name="connsiteY22-3478" fmla="*/ 1304925 h 1343025"/>
                  <a:gd name="connsiteX23-3479" fmla="*/ 245268 w 1343025"/>
                  <a:gd name="connsiteY23-3480" fmla="*/ 1193006 h 1343025"/>
                  <a:gd name="connsiteX24-3481" fmla="*/ 333375 w 1343025"/>
                  <a:gd name="connsiteY24-3482" fmla="*/ 1042987 h 1343025"/>
                  <a:gd name="connsiteX25-3483" fmla="*/ 226218 w 1343025"/>
                  <a:gd name="connsiteY25-3484" fmla="*/ 909637 h 1343025"/>
                  <a:gd name="connsiteX26-3485" fmla="*/ 63879 w 1343025"/>
                  <a:gd name="connsiteY26-3486" fmla="*/ 962957 h 1343025"/>
                  <a:gd name="connsiteX27-3487" fmla="*/ 0 w 1343025"/>
                  <a:gd name="connsiteY27-3488" fmla="*/ 733425 h 1343025"/>
                  <a:gd name="connsiteX28-3489" fmla="*/ 166687 w 1343025"/>
                  <a:gd name="connsiteY28-3490" fmla="*/ 690562 h 1343025"/>
                  <a:gd name="connsiteX29-3491" fmla="*/ 190500 w 1343025"/>
                  <a:gd name="connsiteY29-3492" fmla="*/ 521493 h 1343025"/>
                  <a:gd name="connsiteX30-3493" fmla="*/ 35718 w 1343025"/>
                  <a:gd name="connsiteY30-3494" fmla="*/ 440531 h 1343025"/>
                  <a:gd name="connsiteX31-3495" fmla="*/ 154781 w 1343025"/>
                  <a:gd name="connsiteY31-3496" fmla="*/ 242887 h 1343025"/>
                  <a:gd name="connsiteX32-3497" fmla="*/ 297656 w 1343025"/>
                  <a:gd name="connsiteY32-3498" fmla="*/ 330993 h 1343025"/>
                  <a:gd name="connsiteX0-3499" fmla="*/ 297656 w 1343025"/>
                  <a:gd name="connsiteY0-3500" fmla="*/ 330993 h 1343025"/>
                  <a:gd name="connsiteX1-3501" fmla="*/ 431006 w 1343025"/>
                  <a:gd name="connsiteY1-3502" fmla="*/ 226218 h 1343025"/>
                  <a:gd name="connsiteX2-3503" fmla="*/ 378618 w 1343025"/>
                  <a:gd name="connsiteY2-3504" fmla="*/ 61912 h 1343025"/>
                  <a:gd name="connsiteX3-3505" fmla="*/ 602456 w 1343025"/>
                  <a:gd name="connsiteY3-3506" fmla="*/ 0 h 1343025"/>
                  <a:gd name="connsiteX4-3507" fmla="*/ 652462 w 1343025"/>
                  <a:gd name="connsiteY4-3508" fmla="*/ 171450 h 1343025"/>
                  <a:gd name="connsiteX5-3509" fmla="*/ 816768 w 1343025"/>
                  <a:gd name="connsiteY5-3510" fmla="*/ 185737 h 1343025"/>
                  <a:gd name="connsiteX6-3511" fmla="*/ 901561 w 1343025"/>
                  <a:gd name="connsiteY6-3512" fmla="*/ 36133 h 1343025"/>
                  <a:gd name="connsiteX7-3513" fmla="*/ 1104900 w 1343025"/>
                  <a:gd name="connsiteY7-3514" fmla="*/ 150018 h 1343025"/>
                  <a:gd name="connsiteX8-3515" fmla="*/ 1012031 w 1343025"/>
                  <a:gd name="connsiteY8-3516" fmla="*/ 297656 h 1343025"/>
                  <a:gd name="connsiteX9-3517" fmla="*/ 1119187 w 1343025"/>
                  <a:gd name="connsiteY9-3518" fmla="*/ 431006 h 1343025"/>
                  <a:gd name="connsiteX10-3519" fmla="*/ 1276765 w 1343025"/>
                  <a:gd name="connsiteY10-3520" fmla="*/ 372406 h 1343025"/>
                  <a:gd name="connsiteX11-3521" fmla="*/ 1343025 w 1343025"/>
                  <a:gd name="connsiteY11-3522" fmla="*/ 602456 h 1343025"/>
                  <a:gd name="connsiteX12-3523" fmla="*/ 1173956 w 1343025"/>
                  <a:gd name="connsiteY12-3524" fmla="*/ 645318 h 1343025"/>
                  <a:gd name="connsiteX13-3525" fmla="*/ 1157287 w 1343025"/>
                  <a:gd name="connsiteY13-3526" fmla="*/ 812006 h 1343025"/>
                  <a:gd name="connsiteX14-3527" fmla="*/ 1307306 w 1343025"/>
                  <a:gd name="connsiteY14-3528" fmla="*/ 892968 h 1343025"/>
                  <a:gd name="connsiteX15-3529" fmla="*/ 1193006 w 1343025"/>
                  <a:gd name="connsiteY15-3530" fmla="*/ 1097756 h 1343025"/>
                  <a:gd name="connsiteX16-3531" fmla="*/ 1040606 w 1343025"/>
                  <a:gd name="connsiteY16-3532" fmla="*/ 1009650 h 1343025"/>
                  <a:gd name="connsiteX17-3533" fmla="*/ 919162 w 1343025"/>
                  <a:gd name="connsiteY17-3534" fmla="*/ 1112043 h 1343025"/>
                  <a:gd name="connsiteX18-3535" fmla="*/ 973931 w 1343025"/>
                  <a:gd name="connsiteY18-3536" fmla="*/ 1276350 h 1343025"/>
                  <a:gd name="connsiteX19-3537" fmla="*/ 738084 w 1343025"/>
                  <a:gd name="connsiteY19-3538" fmla="*/ 1343025 h 1343025"/>
                  <a:gd name="connsiteX20-3539" fmla="*/ 695325 w 1343025"/>
                  <a:gd name="connsiteY20-3540" fmla="*/ 1171575 h 1343025"/>
                  <a:gd name="connsiteX21-3541" fmla="*/ 535781 w 1343025"/>
                  <a:gd name="connsiteY21-3542" fmla="*/ 1154388 h 1343025"/>
                  <a:gd name="connsiteX22-3543" fmla="*/ 452437 w 1343025"/>
                  <a:gd name="connsiteY22-3544" fmla="*/ 1304925 h 1343025"/>
                  <a:gd name="connsiteX23-3545" fmla="*/ 245268 w 1343025"/>
                  <a:gd name="connsiteY23-3546" fmla="*/ 1193006 h 1343025"/>
                  <a:gd name="connsiteX24-3547" fmla="*/ 333375 w 1343025"/>
                  <a:gd name="connsiteY24-3548" fmla="*/ 1042987 h 1343025"/>
                  <a:gd name="connsiteX25-3549" fmla="*/ 226218 w 1343025"/>
                  <a:gd name="connsiteY25-3550" fmla="*/ 909637 h 1343025"/>
                  <a:gd name="connsiteX26-3551" fmla="*/ 63879 w 1343025"/>
                  <a:gd name="connsiteY26-3552" fmla="*/ 962957 h 1343025"/>
                  <a:gd name="connsiteX27-3553" fmla="*/ 0 w 1343025"/>
                  <a:gd name="connsiteY27-3554" fmla="*/ 733425 h 1343025"/>
                  <a:gd name="connsiteX28-3555" fmla="*/ 166687 w 1343025"/>
                  <a:gd name="connsiteY28-3556" fmla="*/ 690562 h 1343025"/>
                  <a:gd name="connsiteX29-3557" fmla="*/ 190500 w 1343025"/>
                  <a:gd name="connsiteY29-3558" fmla="*/ 521493 h 1343025"/>
                  <a:gd name="connsiteX30-3559" fmla="*/ 35718 w 1343025"/>
                  <a:gd name="connsiteY30-3560" fmla="*/ 440531 h 1343025"/>
                  <a:gd name="connsiteX31-3561" fmla="*/ 154781 w 1343025"/>
                  <a:gd name="connsiteY31-3562" fmla="*/ 242887 h 1343025"/>
                  <a:gd name="connsiteX32-3563" fmla="*/ 297656 w 1343025"/>
                  <a:gd name="connsiteY32-3564" fmla="*/ 330993 h 1343025"/>
                  <a:gd name="connsiteX0-3565" fmla="*/ 297656 w 1343025"/>
                  <a:gd name="connsiteY0-3566" fmla="*/ 330993 h 1343025"/>
                  <a:gd name="connsiteX1-3567" fmla="*/ 431006 w 1343025"/>
                  <a:gd name="connsiteY1-3568" fmla="*/ 226218 h 1343025"/>
                  <a:gd name="connsiteX2-3569" fmla="*/ 378618 w 1343025"/>
                  <a:gd name="connsiteY2-3570" fmla="*/ 61912 h 1343025"/>
                  <a:gd name="connsiteX3-3571" fmla="*/ 602456 w 1343025"/>
                  <a:gd name="connsiteY3-3572" fmla="*/ 0 h 1343025"/>
                  <a:gd name="connsiteX4-3573" fmla="*/ 652462 w 1343025"/>
                  <a:gd name="connsiteY4-3574" fmla="*/ 168551 h 1343025"/>
                  <a:gd name="connsiteX5-3575" fmla="*/ 816768 w 1343025"/>
                  <a:gd name="connsiteY5-3576" fmla="*/ 185737 h 1343025"/>
                  <a:gd name="connsiteX6-3577" fmla="*/ 901561 w 1343025"/>
                  <a:gd name="connsiteY6-3578" fmla="*/ 36133 h 1343025"/>
                  <a:gd name="connsiteX7-3579" fmla="*/ 1104900 w 1343025"/>
                  <a:gd name="connsiteY7-3580" fmla="*/ 150018 h 1343025"/>
                  <a:gd name="connsiteX8-3581" fmla="*/ 1012031 w 1343025"/>
                  <a:gd name="connsiteY8-3582" fmla="*/ 297656 h 1343025"/>
                  <a:gd name="connsiteX9-3583" fmla="*/ 1119187 w 1343025"/>
                  <a:gd name="connsiteY9-3584" fmla="*/ 431006 h 1343025"/>
                  <a:gd name="connsiteX10-3585" fmla="*/ 1276765 w 1343025"/>
                  <a:gd name="connsiteY10-3586" fmla="*/ 372406 h 1343025"/>
                  <a:gd name="connsiteX11-3587" fmla="*/ 1343025 w 1343025"/>
                  <a:gd name="connsiteY11-3588" fmla="*/ 602456 h 1343025"/>
                  <a:gd name="connsiteX12-3589" fmla="*/ 1173956 w 1343025"/>
                  <a:gd name="connsiteY12-3590" fmla="*/ 645318 h 1343025"/>
                  <a:gd name="connsiteX13-3591" fmla="*/ 1157287 w 1343025"/>
                  <a:gd name="connsiteY13-3592" fmla="*/ 812006 h 1343025"/>
                  <a:gd name="connsiteX14-3593" fmla="*/ 1307306 w 1343025"/>
                  <a:gd name="connsiteY14-3594" fmla="*/ 892968 h 1343025"/>
                  <a:gd name="connsiteX15-3595" fmla="*/ 1193006 w 1343025"/>
                  <a:gd name="connsiteY15-3596" fmla="*/ 1097756 h 1343025"/>
                  <a:gd name="connsiteX16-3597" fmla="*/ 1040606 w 1343025"/>
                  <a:gd name="connsiteY16-3598" fmla="*/ 1009650 h 1343025"/>
                  <a:gd name="connsiteX17-3599" fmla="*/ 919162 w 1343025"/>
                  <a:gd name="connsiteY17-3600" fmla="*/ 1112043 h 1343025"/>
                  <a:gd name="connsiteX18-3601" fmla="*/ 973931 w 1343025"/>
                  <a:gd name="connsiteY18-3602" fmla="*/ 1276350 h 1343025"/>
                  <a:gd name="connsiteX19-3603" fmla="*/ 738084 w 1343025"/>
                  <a:gd name="connsiteY19-3604" fmla="*/ 1343025 h 1343025"/>
                  <a:gd name="connsiteX20-3605" fmla="*/ 695325 w 1343025"/>
                  <a:gd name="connsiteY20-3606" fmla="*/ 1171575 h 1343025"/>
                  <a:gd name="connsiteX21-3607" fmla="*/ 535781 w 1343025"/>
                  <a:gd name="connsiteY21-3608" fmla="*/ 1154388 h 1343025"/>
                  <a:gd name="connsiteX22-3609" fmla="*/ 452437 w 1343025"/>
                  <a:gd name="connsiteY22-3610" fmla="*/ 1304925 h 1343025"/>
                  <a:gd name="connsiteX23-3611" fmla="*/ 245268 w 1343025"/>
                  <a:gd name="connsiteY23-3612" fmla="*/ 1193006 h 1343025"/>
                  <a:gd name="connsiteX24-3613" fmla="*/ 333375 w 1343025"/>
                  <a:gd name="connsiteY24-3614" fmla="*/ 1042987 h 1343025"/>
                  <a:gd name="connsiteX25-3615" fmla="*/ 226218 w 1343025"/>
                  <a:gd name="connsiteY25-3616" fmla="*/ 909637 h 1343025"/>
                  <a:gd name="connsiteX26-3617" fmla="*/ 63879 w 1343025"/>
                  <a:gd name="connsiteY26-3618" fmla="*/ 962957 h 1343025"/>
                  <a:gd name="connsiteX27-3619" fmla="*/ 0 w 1343025"/>
                  <a:gd name="connsiteY27-3620" fmla="*/ 733425 h 1343025"/>
                  <a:gd name="connsiteX28-3621" fmla="*/ 166687 w 1343025"/>
                  <a:gd name="connsiteY28-3622" fmla="*/ 690562 h 1343025"/>
                  <a:gd name="connsiteX29-3623" fmla="*/ 190500 w 1343025"/>
                  <a:gd name="connsiteY29-3624" fmla="*/ 521493 h 1343025"/>
                  <a:gd name="connsiteX30-3625" fmla="*/ 35718 w 1343025"/>
                  <a:gd name="connsiteY30-3626" fmla="*/ 440531 h 1343025"/>
                  <a:gd name="connsiteX31-3627" fmla="*/ 154781 w 1343025"/>
                  <a:gd name="connsiteY31-3628" fmla="*/ 242887 h 1343025"/>
                  <a:gd name="connsiteX32-3629" fmla="*/ 297656 w 1343025"/>
                  <a:gd name="connsiteY32-3630" fmla="*/ 330993 h 1343025"/>
                  <a:gd name="connsiteX0-3631" fmla="*/ 297656 w 1343025"/>
                  <a:gd name="connsiteY0-3632" fmla="*/ 330993 h 1343025"/>
                  <a:gd name="connsiteX1-3633" fmla="*/ 431006 w 1343025"/>
                  <a:gd name="connsiteY1-3634" fmla="*/ 226218 h 1343025"/>
                  <a:gd name="connsiteX2-3635" fmla="*/ 378618 w 1343025"/>
                  <a:gd name="connsiteY2-3636" fmla="*/ 61912 h 1343025"/>
                  <a:gd name="connsiteX3-3637" fmla="*/ 602456 w 1343025"/>
                  <a:gd name="connsiteY3-3638" fmla="*/ 0 h 1343025"/>
                  <a:gd name="connsiteX4-3639" fmla="*/ 652462 w 1343025"/>
                  <a:gd name="connsiteY4-3640" fmla="*/ 168551 h 1343025"/>
                  <a:gd name="connsiteX5-3641" fmla="*/ 816768 w 1343025"/>
                  <a:gd name="connsiteY5-3642" fmla="*/ 185737 h 1343025"/>
                  <a:gd name="connsiteX6-3643" fmla="*/ 901561 w 1343025"/>
                  <a:gd name="connsiteY6-3644" fmla="*/ 36133 h 1343025"/>
                  <a:gd name="connsiteX7-3645" fmla="*/ 1104900 w 1343025"/>
                  <a:gd name="connsiteY7-3646" fmla="*/ 150018 h 1343025"/>
                  <a:gd name="connsiteX8-3647" fmla="*/ 1012031 w 1343025"/>
                  <a:gd name="connsiteY8-3648" fmla="*/ 297656 h 1343025"/>
                  <a:gd name="connsiteX9-3649" fmla="*/ 1119187 w 1343025"/>
                  <a:gd name="connsiteY9-3650" fmla="*/ 431006 h 1343025"/>
                  <a:gd name="connsiteX10-3651" fmla="*/ 1276765 w 1343025"/>
                  <a:gd name="connsiteY10-3652" fmla="*/ 372406 h 1343025"/>
                  <a:gd name="connsiteX11-3653" fmla="*/ 1343025 w 1343025"/>
                  <a:gd name="connsiteY11-3654" fmla="*/ 602456 h 1343025"/>
                  <a:gd name="connsiteX12-3655" fmla="*/ 1173956 w 1343025"/>
                  <a:gd name="connsiteY12-3656" fmla="*/ 645318 h 1343025"/>
                  <a:gd name="connsiteX13-3657" fmla="*/ 1157287 w 1343025"/>
                  <a:gd name="connsiteY13-3658" fmla="*/ 812006 h 1343025"/>
                  <a:gd name="connsiteX14-3659" fmla="*/ 1307306 w 1343025"/>
                  <a:gd name="connsiteY14-3660" fmla="*/ 892968 h 1343025"/>
                  <a:gd name="connsiteX15-3661" fmla="*/ 1193006 w 1343025"/>
                  <a:gd name="connsiteY15-3662" fmla="*/ 1097756 h 1343025"/>
                  <a:gd name="connsiteX16-3663" fmla="*/ 1040606 w 1343025"/>
                  <a:gd name="connsiteY16-3664" fmla="*/ 1009650 h 1343025"/>
                  <a:gd name="connsiteX17-3665" fmla="*/ 919162 w 1343025"/>
                  <a:gd name="connsiteY17-3666" fmla="*/ 1112043 h 1343025"/>
                  <a:gd name="connsiteX18-3667" fmla="*/ 973931 w 1343025"/>
                  <a:gd name="connsiteY18-3668" fmla="*/ 1276350 h 1343025"/>
                  <a:gd name="connsiteX19-3669" fmla="*/ 738084 w 1343025"/>
                  <a:gd name="connsiteY19-3670" fmla="*/ 1343025 h 1343025"/>
                  <a:gd name="connsiteX20-3671" fmla="*/ 695325 w 1343025"/>
                  <a:gd name="connsiteY20-3672" fmla="*/ 1171575 h 1343025"/>
                  <a:gd name="connsiteX21-3673" fmla="*/ 535781 w 1343025"/>
                  <a:gd name="connsiteY21-3674" fmla="*/ 1154388 h 1343025"/>
                  <a:gd name="connsiteX22-3675" fmla="*/ 452437 w 1343025"/>
                  <a:gd name="connsiteY22-3676" fmla="*/ 1304925 h 1343025"/>
                  <a:gd name="connsiteX23-3677" fmla="*/ 245268 w 1343025"/>
                  <a:gd name="connsiteY23-3678" fmla="*/ 1193006 h 1343025"/>
                  <a:gd name="connsiteX24-3679" fmla="*/ 333375 w 1343025"/>
                  <a:gd name="connsiteY24-3680" fmla="*/ 1042987 h 1343025"/>
                  <a:gd name="connsiteX25-3681" fmla="*/ 226218 w 1343025"/>
                  <a:gd name="connsiteY25-3682" fmla="*/ 909637 h 1343025"/>
                  <a:gd name="connsiteX26-3683" fmla="*/ 63879 w 1343025"/>
                  <a:gd name="connsiteY26-3684" fmla="*/ 962957 h 1343025"/>
                  <a:gd name="connsiteX27-3685" fmla="*/ 0 w 1343025"/>
                  <a:gd name="connsiteY27-3686" fmla="*/ 733425 h 1343025"/>
                  <a:gd name="connsiteX28-3687" fmla="*/ 166687 w 1343025"/>
                  <a:gd name="connsiteY28-3688" fmla="*/ 690562 h 1343025"/>
                  <a:gd name="connsiteX29-3689" fmla="*/ 190500 w 1343025"/>
                  <a:gd name="connsiteY29-3690" fmla="*/ 521493 h 1343025"/>
                  <a:gd name="connsiteX30-3691" fmla="*/ 35718 w 1343025"/>
                  <a:gd name="connsiteY30-3692" fmla="*/ 440531 h 1343025"/>
                  <a:gd name="connsiteX31-3693" fmla="*/ 154781 w 1343025"/>
                  <a:gd name="connsiteY31-3694" fmla="*/ 242887 h 1343025"/>
                  <a:gd name="connsiteX32-3695" fmla="*/ 297656 w 1343025"/>
                  <a:gd name="connsiteY32-3696" fmla="*/ 330993 h 1343025"/>
                  <a:gd name="connsiteX0-3697" fmla="*/ 297656 w 1343025"/>
                  <a:gd name="connsiteY0-3698" fmla="*/ 330993 h 1343025"/>
                  <a:gd name="connsiteX1-3699" fmla="*/ 431006 w 1343025"/>
                  <a:gd name="connsiteY1-3700" fmla="*/ 226218 h 1343025"/>
                  <a:gd name="connsiteX2-3701" fmla="*/ 378618 w 1343025"/>
                  <a:gd name="connsiteY2-3702" fmla="*/ 61912 h 1343025"/>
                  <a:gd name="connsiteX3-3703" fmla="*/ 602456 w 1343025"/>
                  <a:gd name="connsiteY3-3704" fmla="*/ 0 h 1343025"/>
                  <a:gd name="connsiteX4-3705" fmla="*/ 652462 w 1343025"/>
                  <a:gd name="connsiteY4-3706" fmla="*/ 168551 h 1343025"/>
                  <a:gd name="connsiteX5-3707" fmla="*/ 816768 w 1343025"/>
                  <a:gd name="connsiteY5-3708" fmla="*/ 185737 h 1343025"/>
                  <a:gd name="connsiteX6-3709" fmla="*/ 901561 w 1343025"/>
                  <a:gd name="connsiteY6-3710" fmla="*/ 36133 h 1343025"/>
                  <a:gd name="connsiteX7-3711" fmla="*/ 1104900 w 1343025"/>
                  <a:gd name="connsiteY7-3712" fmla="*/ 150018 h 1343025"/>
                  <a:gd name="connsiteX8-3713" fmla="*/ 1012031 w 1343025"/>
                  <a:gd name="connsiteY8-3714" fmla="*/ 297656 h 1343025"/>
                  <a:gd name="connsiteX9-3715" fmla="*/ 1119187 w 1343025"/>
                  <a:gd name="connsiteY9-3716" fmla="*/ 431006 h 1343025"/>
                  <a:gd name="connsiteX10-3717" fmla="*/ 1276765 w 1343025"/>
                  <a:gd name="connsiteY10-3718" fmla="*/ 372406 h 1343025"/>
                  <a:gd name="connsiteX11-3719" fmla="*/ 1343025 w 1343025"/>
                  <a:gd name="connsiteY11-3720" fmla="*/ 602456 h 1343025"/>
                  <a:gd name="connsiteX12-3721" fmla="*/ 1173956 w 1343025"/>
                  <a:gd name="connsiteY12-3722" fmla="*/ 645318 h 1343025"/>
                  <a:gd name="connsiteX13-3723" fmla="*/ 1157287 w 1343025"/>
                  <a:gd name="connsiteY13-3724" fmla="*/ 812006 h 1343025"/>
                  <a:gd name="connsiteX14-3725" fmla="*/ 1307306 w 1343025"/>
                  <a:gd name="connsiteY14-3726" fmla="*/ 892968 h 1343025"/>
                  <a:gd name="connsiteX15-3727" fmla="*/ 1193006 w 1343025"/>
                  <a:gd name="connsiteY15-3728" fmla="*/ 1097756 h 1343025"/>
                  <a:gd name="connsiteX16-3729" fmla="*/ 1040606 w 1343025"/>
                  <a:gd name="connsiteY16-3730" fmla="*/ 1009650 h 1343025"/>
                  <a:gd name="connsiteX17-3731" fmla="*/ 919162 w 1343025"/>
                  <a:gd name="connsiteY17-3732" fmla="*/ 1112043 h 1343025"/>
                  <a:gd name="connsiteX18-3733" fmla="*/ 973931 w 1343025"/>
                  <a:gd name="connsiteY18-3734" fmla="*/ 1276350 h 1343025"/>
                  <a:gd name="connsiteX19-3735" fmla="*/ 738084 w 1343025"/>
                  <a:gd name="connsiteY19-3736" fmla="*/ 1343025 h 1343025"/>
                  <a:gd name="connsiteX20-3737" fmla="*/ 695325 w 1343025"/>
                  <a:gd name="connsiteY20-3738" fmla="*/ 1171575 h 1343025"/>
                  <a:gd name="connsiteX21-3739" fmla="*/ 535781 w 1343025"/>
                  <a:gd name="connsiteY21-3740" fmla="*/ 1154388 h 1343025"/>
                  <a:gd name="connsiteX22-3741" fmla="*/ 452437 w 1343025"/>
                  <a:gd name="connsiteY22-3742" fmla="*/ 1304925 h 1343025"/>
                  <a:gd name="connsiteX23-3743" fmla="*/ 245268 w 1343025"/>
                  <a:gd name="connsiteY23-3744" fmla="*/ 1193006 h 1343025"/>
                  <a:gd name="connsiteX24-3745" fmla="*/ 333375 w 1343025"/>
                  <a:gd name="connsiteY24-3746" fmla="*/ 1042987 h 1343025"/>
                  <a:gd name="connsiteX25-3747" fmla="*/ 226218 w 1343025"/>
                  <a:gd name="connsiteY25-3748" fmla="*/ 909637 h 1343025"/>
                  <a:gd name="connsiteX26-3749" fmla="*/ 63879 w 1343025"/>
                  <a:gd name="connsiteY26-3750" fmla="*/ 962957 h 1343025"/>
                  <a:gd name="connsiteX27-3751" fmla="*/ 0 w 1343025"/>
                  <a:gd name="connsiteY27-3752" fmla="*/ 733425 h 1343025"/>
                  <a:gd name="connsiteX28-3753" fmla="*/ 166687 w 1343025"/>
                  <a:gd name="connsiteY28-3754" fmla="*/ 690562 h 1343025"/>
                  <a:gd name="connsiteX29-3755" fmla="*/ 190500 w 1343025"/>
                  <a:gd name="connsiteY29-3756" fmla="*/ 521493 h 1343025"/>
                  <a:gd name="connsiteX30-3757" fmla="*/ 35718 w 1343025"/>
                  <a:gd name="connsiteY30-3758" fmla="*/ 440531 h 1343025"/>
                  <a:gd name="connsiteX31-3759" fmla="*/ 154781 w 1343025"/>
                  <a:gd name="connsiteY31-3760" fmla="*/ 242887 h 1343025"/>
                  <a:gd name="connsiteX32-3761" fmla="*/ 297656 w 1343025"/>
                  <a:gd name="connsiteY32-3762" fmla="*/ 330993 h 1343025"/>
                  <a:gd name="connsiteX0-3763" fmla="*/ 297656 w 1343025"/>
                  <a:gd name="connsiteY0-3764" fmla="*/ 330993 h 1343025"/>
                  <a:gd name="connsiteX1-3765" fmla="*/ 431006 w 1343025"/>
                  <a:gd name="connsiteY1-3766" fmla="*/ 226218 h 1343025"/>
                  <a:gd name="connsiteX2-3767" fmla="*/ 378618 w 1343025"/>
                  <a:gd name="connsiteY2-3768" fmla="*/ 61912 h 1343025"/>
                  <a:gd name="connsiteX3-3769" fmla="*/ 602456 w 1343025"/>
                  <a:gd name="connsiteY3-3770" fmla="*/ 0 h 1343025"/>
                  <a:gd name="connsiteX4-3771" fmla="*/ 652462 w 1343025"/>
                  <a:gd name="connsiteY4-3772" fmla="*/ 168551 h 1343025"/>
                  <a:gd name="connsiteX5-3773" fmla="*/ 816768 w 1343025"/>
                  <a:gd name="connsiteY5-3774" fmla="*/ 185737 h 1343025"/>
                  <a:gd name="connsiteX6-3775" fmla="*/ 901561 w 1343025"/>
                  <a:gd name="connsiteY6-3776" fmla="*/ 36133 h 1343025"/>
                  <a:gd name="connsiteX7-3777" fmla="*/ 1104900 w 1343025"/>
                  <a:gd name="connsiteY7-3778" fmla="*/ 150018 h 1343025"/>
                  <a:gd name="connsiteX8-3779" fmla="*/ 1012031 w 1343025"/>
                  <a:gd name="connsiteY8-3780" fmla="*/ 297656 h 1343025"/>
                  <a:gd name="connsiteX9-3781" fmla="*/ 1119187 w 1343025"/>
                  <a:gd name="connsiteY9-3782" fmla="*/ 431006 h 1343025"/>
                  <a:gd name="connsiteX10-3783" fmla="*/ 1276765 w 1343025"/>
                  <a:gd name="connsiteY10-3784" fmla="*/ 372406 h 1343025"/>
                  <a:gd name="connsiteX11-3785" fmla="*/ 1343025 w 1343025"/>
                  <a:gd name="connsiteY11-3786" fmla="*/ 602456 h 1343025"/>
                  <a:gd name="connsiteX12-3787" fmla="*/ 1173956 w 1343025"/>
                  <a:gd name="connsiteY12-3788" fmla="*/ 645318 h 1343025"/>
                  <a:gd name="connsiteX13-3789" fmla="*/ 1157287 w 1343025"/>
                  <a:gd name="connsiteY13-3790" fmla="*/ 812006 h 1343025"/>
                  <a:gd name="connsiteX14-3791" fmla="*/ 1307306 w 1343025"/>
                  <a:gd name="connsiteY14-3792" fmla="*/ 892968 h 1343025"/>
                  <a:gd name="connsiteX15-3793" fmla="*/ 1193006 w 1343025"/>
                  <a:gd name="connsiteY15-3794" fmla="*/ 1097756 h 1343025"/>
                  <a:gd name="connsiteX16-3795" fmla="*/ 1040606 w 1343025"/>
                  <a:gd name="connsiteY16-3796" fmla="*/ 1009650 h 1343025"/>
                  <a:gd name="connsiteX17-3797" fmla="*/ 919162 w 1343025"/>
                  <a:gd name="connsiteY17-3798" fmla="*/ 1112043 h 1343025"/>
                  <a:gd name="connsiteX18-3799" fmla="*/ 973931 w 1343025"/>
                  <a:gd name="connsiteY18-3800" fmla="*/ 1276350 h 1343025"/>
                  <a:gd name="connsiteX19-3801" fmla="*/ 738084 w 1343025"/>
                  <a:gd name="connsiteY19-3802" fmla="*/ 1343025 h 1343025"/>
                  <a:gd name="connsiteX20-3803" fmla="*/ 695325 w 1343025"/>
                  <a:gd name="connsiteY20-3804" fmla="*/ 1171575 h 1343025"/>
                  <a:gd name="connsiteX21-3805" fmla="*/ 535781 w 1343025"/>
                  <a:gd name="connsiteY21-3806" fmla="*/ 1154388 h 1343025"/>
                  <a:gd name="connsiteX22-3807" fmla="*/ 452437 w 1343025"/>
                  <a:gd name="connsiteY22-3808" fmla="*/ 1304925 h 1343025"/>
                  <a:gd name="connsiteX23-3809" fmla="*/ 245268 w 1343025"/>
                  <a:gd name="connsiteY23-3810" fmla="*/ 1193006 h 1343025"/>
                  <a:gd name="connsiteX24-3811" fmla="*/ 333375 w 1343025"/>
                  <a:gd name="connsiteY24-3812" fmla="*/ 1042987 h 1343025"/>
                  <a:gd name="connsiteX25-3813" fmla="*/ 226218 w 1343025"/>
                  <a:gd name="connsiteY25-3814" fmla="*/ 909637 h 1343025"/>
                  <a:gd name="connsiteX26-3815" fmla="*/ 63879 w 1343025"/>
                  <a:gd name="connsiteY26-3816" fmla="*/ 962957 h 1343025"/>
                  <a:gd name="connsiteX27-3817" fmla="*/ 0 w 1343025"/>
                  <a:gd name="connsiteY27-3818" fmla="*/ 733425 h 1343025"/>
                  <a:gd name="connsiteX28-3819" fmla="*/ 166687 w 1343025"/>
                  <a:gd name="connsiteY28-3820" fmla="*/ 690562 h 1343025"/>
                  <a:gd name="connsiteX29-3821" fmla="*/ 190500 w 1343025"/>
                  <a:gd name="connsiteY29-3822" fmla="*/ 521493 h 1343025"/>
                  <a:gd name="connsiteX30-3823" fmla="*/ 35718 w 1343025"/>
                  <a:gd name="connsiteY30-3824" fmla="*/ 440531 h 1343025"/>
                  <a:gd name="connsiteX31-3825" fmla="*/ 154781 w 1343025"/>
                  <a:gd name="connsiteY31-3826" fmla="*/ 242887 h 1343025"/>
                  <a:gd name="connsiteX32-3827" fmla="*/ 297656 w 1343025"/>
                  <a:gd name="connsiteY32-3828" fmla="*/ 330993 h 134302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1343025" h="1343025">
                    <a:moveTo>
                      <a:pt x="297656" y="330993"/>
                    </a:moveTo>
                    <a:cubicBezTo>
                      <a:pt x="346075" y="285749"/>
                      <a:pt x="380206" y="254793"/>
                      <a:pt x="431006" y="226218"/>
                    </a:cubicBezTo>
                    <a:lnTo>
                      <a:pt x="378618" y="61912"/>
                    </a:lnTo>
                    <a:cubicBezTo>
                      <a:pt x="441325" y="31750"/>
                      <a:pt x="527843" y="11112"/>
                      <a:pt x="602456" y="0"/>
                    </a:cubicBezTo>
                    <a:lnTo>
                      <a:pt x="652462" y="168551"/>
                    </a:lnTo>
                    <a:cubicBezTo>
                      <a:pt x="695636" y="169172"/>
                      <a:pt x="766761" y="173831"/>
                      <a:pt x="816768" y="185737"/>
                    </a:cubicBezTo>
                    <a:lnTo>
                      <a:pt x="901561" y="36133"/>
                    </a:lnTo>
                    <a:cubicBezTo>
                      <a:pt x="965579" y="60221"/>
                      <a:pt x="1043781" y="101600"/>
                      <a:pt x="1104900" y="150018"/>
                    </a:cubicBezTo>
                    <a:lnTo>
                      <a:pt x="1012031" y="297656"/>
                    </a:lnTo>
                    <a:cubicBezTo>
                      <a:pt x="1054100" y="338137"/>
                      <a:pt x="1089024" y="378618"/>
                      <a:pt x="1119187" y="431006"/>
                    </a:cubicBezTo>
                    <a:lnTo>
                      <a:pt x="1276765" y="372406"/>
                    </a:lnTo>
                    <a:cubicBezTo>
                      <a:pt x="1311690" y="446224"/>
                      <a:pt x="1334293" y="523875"/>
                      <a:pt x="1343025" y="602456"/>
                    </a:cubicBezTo>
                    <a:lnTo>
                      <a:pt x="1173956" y="645318"/>
                    </a:lnTo>
                    <a:cubicBezTo>
                      <a:pt x="1175544" y="693737"/>
                      <a:pt x="1177130" y="744537"/>
                      <a:pt x="1157287" y="812006"/>
                    </a:cubicBezTo>
                    <a:lnTo>
                      <a:pt x="1307306" y="892968"/>
                    </a:lnTo>
                    <a:cubicBezTo>
                      <a:pt x="1290637" y="958850"/>
                      <a:pt x="1246740" y="1034255"/>
                      <a:pt x="1193006" y="1097756"/>
                    </a:cubicBezTo>
                    <a:lnTo>
                      <a:pt x="1040606" y="1009650"/>
                    </a:lnTo>
                    <a:cubicBezTo>
                      <a:pt x="1014413" y="1043781"/>
                      <a:pt x="964406" y="1087437"/>
                      <a:pt x="919162" y="1112043"/>
                    </a:cubicBezTo>
                    <a:lnTo>
                      <a:pt x="973931" y="1276350"/>
                    </a:lnTo>
                    <a:cubicBezTo>
                      <a:pt x="900112" y="1310481"/>
                      <a:pt x="828571" y="1330325"/>
                      <a:pt x="738084" y="1343025"/>
                    </a:cubicBezTo>
                    <a:lnTo>
                      <a:pt x="695325" y="1171575"/>
                    </a:lnTo>
                    <a:cubicBezTo>
                      <a:pt x="651669" y="1176337"/>
                      <a:pt x="586580" y="1168676"/>
                      <a:pt x="535781" y="1154388"/>
                    </a:cubicBezTo>
                    <a:lnTo>
                      <a:pt x="452437" y="1304925"/>
                    </a:lnTo>
                    <a:cubicBezTo>
                      <a:pt x="392906" y="1293812"/>
                      <a:pt x="302417" y="1239837"/>
                      <a:pt x="245268" y="1193006"/>
                    </a:cubicBezTo>
                    <a:lnTo>
                      <a:pt x="333375" y="1042987"/>
                    </a:lnTo>
                    <a:cubicBezTo>
                      <a:pt x="293204" y="1012721"/>
                      <a:pt x="255311" y="954500"/>
                      <a:pt x="226218" y="909637"/>
                    </a:cubicBezTo>
                    <a:lnTo>
                      <a:pt x="63879" y="962957"/>
                    </a:lnTo>
                    <a:cubicBezTo>
                      <a:pt x="34406" y="902528"/>
                      <a:pt x="7938" y="815181"/>
                      <a:pt x="0" y="733425"/>
                    </a:cubicBezTo>
                    <a:lnTo>
                      <a:pt x="166687" y="690562"/>
                    </a:lnTo>
                    <a:cubicBezTo>
                      <a:pt x="172243" y="621506"/>
                      <a:pt x="173037" y="583406"/>
                      <a:pt x="190500" y="521493"/>
                    </a:cubicBezTo>
                    <a:lnTo>
                      <a:pt x="35718" y="440531"/>
                    </a:lnTo>
                    <a:cubicBezTo>
                      <a:pt x="65881" y="367506"/>
                      <a:pt x="100806" y="296862"/>
                      <a:pt x="154781" y="242887"/>
                    </a:cubicBezTo>
                    <a:lnTo>
                      <a:pt x="297656" y="330993"/>
                    </a:lnTo>
                    <a:close/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3678880" y="1394520"/>
                <a:ext cx="2605135" cy="2614736"/>
              </a:xfrm>
              <a:custGeom>
                <a:avLst/>
                <a:gdLst>
                  <a:gd name="connsiteX0" fmla="*/ 850952 w 2597643"/>
                  <a:gd name="connsiteY0" fmla="*/ 447869 h 2601375"/>
                  <a:gd name="connsiteX1" fmla="*/ 1160729 w 2597643"/>
                  <a:gd name="connsiteY1" fmla="*/ 354563 h 2601375"/>
                  <a:gd name="connsiteX2" fmla="*/ 1164461 w 2597643"/>
                  <a:gd name="connsiteY2" fmla="*/ 0 h 2601375"/>
                  <a:gd name="connsiteX3" fmla="*/ 1645920 w 2597643"/>
                  <a:gd name="connsiteY3" fmla="*/ 41055 h 2601375"/>
                  <a:gd name="connsiteX4" fmla="*/ 1582472 w 2597643"/>
                  <a:gd name="connsiteY4" fmla="*/ 388153 h 2601375"/>
                  <a:gd name="connsiteX5" fmla="*/ 1884784 w 2597643"/>
                  <a:gd name="connsiteY5" fmla="*/ 537443 h 2601375"/>
                  <a:gd name="connsiteX6" fmla="*/ 2142309 w 2597643"/>
                  <a:gd name="connsiteY6" fmla="*/ 298579 h 2601375"/>
                  <a:gd name="connsiteX7" fmla="*/ 2429692 w 2597643"/>
                  <a:gd name="connsiteY7" fmla="*/ 656875 h 2601375"/>
                  <a:gd name="connsiteX8" fmla="*/ 2146041 w 2597643"/>
                  <a:gd name="connsiteY8" fmla="*/ 850952 h 2601375"/>
                  <a:gd name="connsiteX9" fmla="*/ 2246812 w 2597643"/>
                  <a:gd name="connsiteY9" fmla="*/ 1194318 h 2601375"/>
                  <a:gd name="connsiteX10" fmla="*/ 2597643 w 2597643"/>
                  <a:gd name="connsiteY10" fmla="*/ 1160728 h 2601375"/>
                  <a:gd name="connsiteX11" fmla="*/ 2556588 w 2597643"/>
                  <a:gd name="connsiteY11" fmla="*/ 1645920 h 2601375"/>
                  <a:gd name="connsiteX12" fmla="*/ 2209489 w 2597643"/>
                  <a:gd name="connsiteY12" fmla="*/ 1593668 h 2601375"/>
                  <a:gd name="connsiteX13" fmla="*/ 2052735 w 2597643"/>
                  <a:gd name="connsiteY13" fmla="*/ 1877319 h 2601375"/>
                  <a:gd name="connsiteX14" fmla="*/ 2291599 w 2597643"/>
                  <a:gd name="connsiteY14" fmla="*/ 2134844 h 2601375"/>
                  <a:gd name="connsiteX15" fmla="*/ 1944500 w 2597643"/>
                  <a:gd name="connsiteY15" fmla="*/ 2437156 h 2601375"/>
                  <a:gd name="connsiteX16" fmla="*/ 1724298 w 2597643"/>
                  <a:gd name="connsiteY16" fmla="*/ 2153505 h 2601375"/>
                  <a:gd name="connsiteX17" fmla="*/ 1429450 w 2597643"/>
                  <a:gd name="connsiteY17" fmla="*/ 2246811 h 2601375"/>
                  <a:gd name="connsiteX18" fmla="*/ 1410789 w 2597643"/>
                  <a:gd name="connsiteY18" fmla="*/ 2601375 h 2601375"/>
                  <a:gd name="connsiteX19" fmla="*/ 944258 w 2597643"/>
                  <a:gd name="connsiteY19" fmla="*/ 2560320 h 2601375"/>
                  <a:gd name="connsiteX20" fmla="*/ 1011439 w 2597643"/>
                  <a:gd name="connsiteY20" fmla="*/ 2213221 h 2601375"/>
                  <a:gd name="connsiteX21" fmla="*/ 716591 w 2597643"/>
                  <a:gd name="connsiteY21" fmla="*/ 2067664 h 2601375"/>
                  <a:gd name="connsiteX22" fmla="*/ 459067 w 2597643"/>
                  <a:gd name="connsiteY22" fmla="*/ 2299063 h 2601375"/>
                  <a:gd name="connsiteX23" fmla="*/ 164219 w 2597643"/>
                  <a:gd name="connsiteY23" fmla="*/ 1955696 h 2601375"/>
                  <a:gd name="connsiteX24" fmla="*/ 440405 w 2597643"/>
                  <a:gd name="connsiteY24" fmla="*/ 1731761 h 2601375"/>
                  <a:gd name="connsiteX25" fmla="*/ 343367 w 2597643"/>
                  <a:gd name="connsiteY25" fmla="*/ 1425717 h 2601375"/>
                  <a:gd name="connsiteX26" fmla="*/ 0 w 2597643"/>
                  <a:gd name="connsiteY26" fmla="*/ 1440646 h 2601375"/>
                  <a:gd name="connsiteX27" fmla="*/ 33591 w 2597643"/>
                  <a:gd name="connsiteY27" fmla="*/ 974116 h 2601375"/>
                  <a:gd name="connsiteX28" fmla="*/ 380689 w 2597643"/>
                  <a:gd name="connsiteY28" fmla="*/ 1007706 h 2601375"/>
                  <a:gd name="connsiteX29" fmla="*/ 529979 w 2597643"/>
                  <a:gd name="connsiteY29" fmla="*/ 724055 h 2601375"/>
                  <a:gd name="connsiteX30" fmla="*/ 287383 w 2597643"/>
                  <a:gd name="connsiteY30" fmla="*/ 470263 h 2601375"/>
                  <a:gd name="connsiteX31" fmla="*/ 630750 w 2597643"/>
                  <a:gd name="connsiteY31" fmla="*/ 171683 h 2601375"/>
                  <a:gd name="connsiteX32" fmla="*/ 850952 w 2597643"/>
                  <a:gd name="connsiteY32" fmla="*/ 447869 h 2601375"/>
                  <a:gd name="connsiteX0-1" fmla="*/ 850952 w 2597643"/>
                  <a:gd name="connsiteY0-2" fmla="*/ 447869 h 2601375"/>
                  <a:gd name="connsiteX1-3" fmla="*/ 1160729 w 2597643"/>
                  <a:gd name="connsiteY1-4" fmla="*/ 354563 h 2601375"/>
                  <a:gd name="connsiteX2-5" fmla="*/ 1164461 w 2597643"/>
                  <a:gd name="connsiteY2-6" fmla="*/ 0 h 2601375"/>
                  <a:gd name="connsiteX3-7" fmla="*/ 1645920 w 2597643"/>
                  <a:gd name="connsiteY3-8" fmla="*/ 41055 h 2601375"/>
                  <a:gd name="connsiteX4-9" fmla="*/ 1582472 w 2597643"/>
                  <a:gd name="connsiteY4-10" fmla="*/ 388153 h 2601375"/>
                  <a:gd name="connsiteX5-11" fmla="*/ 1884784 w 2597643"/>
                  <a:gd name="connsiteY5-12" fmla="*/ 537443 h 2601375"/>
                  <a:gd name="connsiteX6-13" fmla="*/ 2142309 w 2597643"/>
                  <a:gd name="connsiteY6-14" fmla="*/ 298579 h 2601375"/>
                  <a:gd name="connsiteX7-15" fmla="*/ 2429692 w 2597643"/>
                  <a:gd name="connsiteY7-16" fmla="*/ 656875 h 2601375"/>
                  <a:gd name="connsiteX8-17" fmla="*/ 2146041 w 2597643"/>
                  <a:gd name="connsiteY8-18" fmla="*/ 850952 h 2601375"/>
                  <a:gd name="connsiteX9-19" fmla="*/ 2246812 w 2597643"/>
                  <a:gd name="connsiteY9-20" fmla="*/ 1194318 h 2601375"/>
                  <a:gd name="connsiteX10-21" fmla="*/ 2597643 w 2597643"/>
                  <a:gd name="connsiteY10-22" fmla="*/ 1160728 h 2601375"/>
                  <a:gd name="connsiteX11-23" fmla="*/ 2556588 w 2597643"/>
                  <a:gd name="connsiteY11-24" fmla="*/ 1645920 h 2601375"/>
                  <a:gd name="connsiteX12-25" fmla="*/ 2209489 w 2597643"/>
                  <a:gd name="connsiteY12-26" fmla="*/ 1593668 h 2601375"/>
                  <a:gd name="connsiteX13-27" fmla="*/ 2052735 w 2597643"/>
                  <a:gd name="connsiteY13-28" fmla="*/ 1877319 h 2601375"/>
                  <a:gd name="connsiteX14-29" fmla="*/ 2291599 w 2597643"/>
                  <a:gd name="connsiteY14-30" fmla="*/ 2134844 h 2601375"/>
                  <a:gd name="connsiteX15-31" fmla="*/ 1944500 w 2597643"/>
                  <a:gd name="connsiteY15-32" fmla="*/ 2437156 h 2601375"/>
                  <a:gd name="connsiteX16-33" fmla="*/ 1724298 w 2597643"/>
                  <a:gd name="connsiteY16-34" fmla="*/ 2153505 h 2601375"/>
                  <a:gd name="connsiteX17-35" fmla="*/ 1429450 w 2597643"/>
                  <a:gd name="connsiteY17-36" fmla="*/ 2246811 h 2601375"/>
                  <a:gd name="connsiteX18-37" fmla="*/ 1410789 w 2597643"/>
                  <a:gd name="connsiteY18-38" fmla="*/ 2601375 h 2601375"/>
                  <a:gd name="connsiteX19-39" fmla="*/ 944258 w 2597643"/>
                  <a:gd name="connsiteY19-40" fmla="*/ 2560320 h 2601375"/>
                  <a:gd name="connsiteX20-41" fmla="*/ 1011439 w 2597643"/>
                  <a:gd name="connsiteY20-42" fmla="*/ 2213221 h 2601375"/>
                  <a:gd name="connsiteX21-43" fmla="*/ 716591 w 2597643"/>
                  <a:gd name="connsiteY21-44" fmla="*/ 2067664 h 2601375"/>
                  <a:gd name="connsiteX22-45" fmla="*/ 459067 w 2597643"/>
                  <a:gd name="connsiteY22-46" fmla="*/ 2299063 h 2601375"/>
                  <a:gd name="connsiteX23-47" fmla="*/ 164219 w 2597643"/>
                  <a:gd name="connsiteY23-48" fmla="*/ 1955696 h 2601375"/>
                  <a:gd name="connsiteX24-49" fmla="*/ 440405 w 2597643"/>
                  <a:gd name="connsiteY24-50" fmla="*/ 1731761 h 2601375"/>
                  <a:gd name="connsiteX25-51" fmla="*/ 343367 w 2597643"/>
                  <a:gd name="connsiteY25-52" fmla="*/ 1425717 h 2601375"/>
                  <a:gd name="connsiteX26-53" fmla="*/ 0 w 2597643"/>
                  <a:gd name="connsiteY26-54" fmla="*/ 1440646 h 2601375"/>
                  <a:gd name="connsiteX27-55" fmla="*/ 33591 w 2597643"/>
                  <a:gd name="connsiteY27-56" fmla="*/ 974116 h 2601375"/>
                  <a:gd name="connsiteX28-57" fmla="*/ 380689 w 2597643"/>
                  <a:gd name="connsiteY28-58" fmla="*/ 1007706 h 2601375"/>
                  <a:gd name="connsiteX29-59" fmla="*/ 529979 w 2597643"/>
                  <a:gd name="connsiteY29-60" fmla="*/ 724055 h 2601375"/>
                  <a:gd name="connsiteX30-61" fmla="*/ 287383 w 2597643"/>
                  <a:gd name="connsiteY30-62" fmla="*/ 470263 h 2601375"/>
                  <a:gd name="connsiteX31-63" fmla="*/ 630750 w 2597643"/>
                  <a:gd name="connsiteY31-64" fmla="*/ 171683 h 2601375"/>
                  <a:gd name="connsiteX32-65" fmla="*/ 850952 w 2597643"/>
                  <a:gd name="connsiteY32-66" fmla="*/ 447869 h 2601375"/>
                  <a:gd name="connsiteX0-67" fmla="*/ 850952 w 2597643"/>
                  <a:gd name="connsiteY0-68" fmla="*/ 447869 h 2601375"/>
                  <a:gd name="connsiteX1-69" fmla="*/ 1160729 w 2597643"/>
                  <a:gd name="connsiteY1-70" fmla="*/ 354563 h 2601375"/>
                  <a:gd name="connsiteX2-71" fmla="*/ 1164461 w 2597643"/>
                  <a:gd name="connsiteY2-72" fmla="*/ 0 h 2601375"/>
                  <a:gd name="connsiteX3-73" fmla="*/ 1645920 w 2597643"/>
                  <a:gd name="connsiteY3-74" fmla="*/ 41055 h 2601375"/>
                  <a:gd name="connsiteX4-75" fmla="*/ 1582472 w 2597643"/>
                  <a:gd name="connsiteY4-76" fmla="*/ 388153 h 2601375"/>
                  <a:gd name="connsiteX5-77" fmla="*/ 1884784 w 2597643"/>
                  <a:gd name="connsiteY5-78" fmla="*/ 537443 h 2601375"/>
                  <a:gd name="connsiteX6-79" fmla="*/ 2142309 w 2597643"/>
                  <a:gd name="connsiteY6-80" fmla="*/ 298579 h 2601375"/>
                  <a:gd name="connsiteX7-81" fmla="*/ 2429692 w 2597643"/>
                  <a:gd name="connsiteY7-82" fmla="*/ 656875 h 2601375"/>
                  <a:gd name="connsiteX8-83" fmla="*/ 2146041 w 2597643"/>
                  <a:gd name="connsiteY8-84" fmla="*/ 850952 h 2601375"/>
                  <a:gd name="connsiteX9-85" fmla="*/ 2246812 w 2597643"/>
                  <a:gd name="connsiteY9-86" fmla="*/ 1194318 h 2601375"/>
                  <a:gd name="connsiteX10-87" fmla="*/ 2597643 w 2597643"/>
                  <a:gd name="connsiteY10-88" fmla="*/ 1160728 h 2601375"/>
                  <a:gd name="connsiteX11-89" fmla="*/ 2556588 w 2597643"/>
                  <a:gd name="connsiteY11-90" fmla="*/ 1645920 h 2601375"/>
                  <a:gd name="connsiteX12-91" fmla="*/ 2209489 w 2597643"/>
                  <a:gd name="connsiteY12-92" fmla="*/ 1593668 h 2601375"/>
                  <a:gd name="connsiteX13-93" fmla="*/ 2052735 w 2597643"/>
                  <a:gd name="connsiteY13-94" fmla="*/ 1877319 h 2601375"/>
                  <a:gd name="connsiteX14-95" fmla="*/ 2291599 w 2597643"/>
                  <a:gd name="connsiteY14-96" fmla="*/ 2134844 h 2601375"/>
                  <a:gd name="connsiteX15-97" fmla="*/ 1944500 w 2597643"/>
                  <a:gd name="connsiteY15-98" fmla="*/ 2437156 h 2601375"/>
                  <a:gd name="connsiteX16-99" fmla="*/ 1724298 w 2597643"/>
                  <a:gd name="connsiteY16-100" fmla="*/ 2153505 h 2601375"/>
                  <a:gd name="connsiteX17-101" fmla="*/ 1429450 w 2597643"/>
                  <a:gd name="connsiteY17-102" fmla="*/ 2246811 h 2601375"/>
                  <a:gd name="connsiteX18-103" fmla="*/ 1410789 w 2597643"/>
                  <a:gd name="connsiteY18-104" fmla="*/ 2601375 h 2601375"/>
                  <a:gd name="connsiteX19-105" fmla="*/ 944258 w 2597643"/>
                  <a:gd name="connsiteY19-106" fmla="*/ 2560320 h 2601375"/>
                  <a:gd name="connsiteX20-107" fmla="*/ 1011439 w 2597643"/>
                  <a:gd name="connsiteY20-108" fmla="*/ 2213221 h 2601375"/>
                  <a:gd name="connsiteX21-109" fmla="*/ 716591 w 2597643"/>
                  <a:gd name="connsiteY21-110" fmla="*/ 2067664 h 2601375"/>
                  <a:gd name="connsiteX22-111" fmla="*/ 459067 w 2597643"/>
                  <a:gd name="connsiteY22-112" fmla="*/ 2299063 h 2601375"/>
                  <a:gd name="connsiteX23-113" fmla="*/ 164219 w 2597643"/>
                  <a:gd name="connsiteY23-114" fmla="*/ 1955696 h 2601375"/>
                  <a:gd name="connsiteX24-115" fmla="*/ 440405 w 2597643"/>
                  <a:gd name="connsiteY24-116" fmla="*/ 1731761 h 2601375"/>
                  <a:gd name="connsiteX25-117" fmla="*/ 343367 w 2597643"/>
                  <a:gd name="connsiteY25-118" fmla="*/ 1425717 h 2601375"/>
                  <a:gd name="connsiteX26-119" fmla="*/ 0 w 2597643"/>
                  <a:gd name="connsiteY26-120" fmla="*/ 1440646 h 2601375"/>
                  <a:gd name="connsiteX27-121" fmla="*/ 33591 w 2597643"/>
                  <a:gd name="connsiteY27-122" fmla="*/ 974116 h 2601375"/>
                  <a:gd name="connsiteX28-123" fmla="*/ 380689 w 2597643"/>
                  <a:gd name="connsiteY28-124" fmla="*/ 1007706 h 2601375"/>
                  <a:gd name="connsiteX29-125" fmla="*/ 529979 w 2597643"/>
                  <a:gd name="connsiteY29-126" fmla="*/ 724055 h 2601375"/>
                  <a:gd name="connsiteX30-127" fmla="*/ 287383 w 2597643"/>
                  <a:gd name="connsiteY30-128" fmla="*/ 470263 h 2601375"/>
                  <a:gd name="connsiteX31-129" fmla="*/ 630750 w 2597643"/>
                  <a:gd name="connsiteY31-130" fmla="*/ 171683 h 2601375"/>
                  <a:gd name="connsiteX32-131" fmla="*/ 850952 w 2597643"/>
                  <a:gd name="connsiteY32-132" fmla="*/ 447869 h 2601375"/>
                  <a:gd name="connsiteX0-133" fmla="*/ 850952 w 2597643"/>
                  <a:gd name="connsiteY0-134" fmla="*/ 447869 h 2601375"/>
                  <a:gd name="connsiteX1-135" fmla="*/ 1160729 w 2597643"/>
                  <a:gd name="connsiteY1-136" fmla="*/ 354563 h 2601375"/>
                  <a:gd name="connsiteX2-137" fmla="*/ 1164461 w 2597643"/>
                  <a:gd name="connsiteY2-138" fmla="*/ 0 h 2601375"/>
                  <a:gd name="connsiteX3-139" fmla="*/ 1645920 w 2597643"/>
                  <a:gd name="connsiteY3-140" fmla="*/ 41055 h 2601375"/>
                  <a:gd name="connsiteX4-141" fmla="*/ 1582472 w 2597643"/>
                  <a:gd name="connsiteY4-142" fmla="*/ 388153 h 2601375"/>
                  <a:gd name="connsiteX5-143" fmla="*/ 1884784 w 2597643"/>
                  <a:gd name="connsiteY5-144" fmla="*/ 537443 h 2601375"/>
                  <a:gd name="connsiteX6-145" fmla="*/ 2142309 w 2597643"/>
                  <a:gd name="connsiteY6-146" fmla="*/ 298579 h 2601375"/>
                  <a:gd name="connsiteX7-147" fmla="*/ 2429692 w 2597643"/>
                  <a:gd name="connsiteY7-148" fmla="*/ 656875 h 2601375"/>
                  <a:gd name="connsiteX8-149" fmla="*/ 2146041 w 2597643"/>
                  <a:gd name="connsiteY8-150" fmla="*/ 850952 h 2601375"/>
                  <a:gd name="connsiteX9-151" fmla="*/ 2246812 w 2597643"/>
                  <a:gd name="connsiteY9-152" fmla="*/ 1194318 h 2601375"/>
                  <a:gd name="connsiteX10-153" fmla="*/ 2597643 w 2597643"/>
                  <a:gd name="connsiteY10-154" fmla="*/ 1160728 h 2601375"/>
                  <a:gd name="connsiteX11-155" fmla="*/ 2556588 w 2597643"/>
                  <a:gd name="connsiteY11-156" fmla="*/ 1645920 h 2601375"/>
                  <a:gd name="connsiteX12-157" fmla="*/ 2209489 w 2597643"/>
                  <a:gd name="connsiteY12-158" fmla="*/ 1593668 h 2601375"/>
                  <a:gd name="connsiteX13-159" fmla="*/ 2052735 w 2597643"/>
                  <a:gd name="connsiteY13-160" fmla="*/ 1877319 h 2601375"/>
                  <a:gd name="connsiteX14-161" fmla="*/ 2291599 w 2597643"/>
                  <a:gd name="connsiteY14-162" fmla="*/ 2134844 h 2601375"/>
                  <a:gd name="connsiteX15-163" fmla="*/ 1944500 w 2597643"/>
                  <a:gd name="connsiteY15-164" fmla="*/ 2437156 h 2601375"/>
                  <a:gd name="connsiteX16-165" fmla="*/ 1724298 w 2597643"/>
                  <a:gd name="connsiteY16-166" fmla="*/ 2153505 h 2601375"/>
                  <a:gd name="connsiteX17-167" fmla="*/ 1429450 w 2597643"/>
                  <a:gd name="connsiteY17-168" fmla="*/ 2246811 h 2601375"/>
                  <a:gd name="connsiteX18-169" fmla="*/ 1410789 w 2597643"/>
                  <a:gd name="connsiteY18-170" fmla="*/ 2601375 h 2601375"/>
                  <a:gd name="connsiteX19-171" fmla="*/ 944258 w 2597643"/>
                  <a:gd name="connsiteY19-172" fmla="*/ 2560320 h 2601375"/>
                  <a:gd name="connsiteX20-173" fmla="*/ 1011439 w 2597643"/>
                  <a:gd name="connsiteY20-174" fmla="*/ 2213221 h 2601375"/>
                  <a:gd name="connsiteX21-175" fmla="*/ 716591 w 2597643"/>
                  <a:gd name="connsiteY21-176" fmla="*/ 2067664 h 2601375"/>
                  <a:gd name="connsiteX22-177" fmla="*/ 459067 w 2597643"/>
                  <a:gd name="connsiteY22-178" fmla="*/ 2299063 h 2601375"/>
                  <a:gd name="connsiteX23-179" fmla="*/ 164219 w 2597643"/>
                  <a:gd name="connsiteY23-180" fmla="*/ 1955696 h 2601375"/>
                  <a:gd name="connsiteX24-181" fmla="*/ 440405 w 2597643"/>
                  <a:gd name="connsiteY24-182" fmla="*/ 1731761 h 2601375"/>
                  <a:gd name="connsiteX25-183" fmla="*/ 343367 w 2597643"/>
                  <a:gd name="connsiteY25-184" fmla="*/ 1425717 h 2601375"/>
                  <a:gd name="connsiteX26-185" fmla="*/ 0 w 2597643"/>
                  <a:gd name="connsiteY26-186" fmla="*/ 1440646 h 2601375"/>
                  <a:gd name="connsiteX27-187" fmla="*/ 33591 w 2597643"/>
                  <a:gd name="connsiteY27-188" fmla="*/ 974116 h 2601375"/>
                  <a:gd name="connsiteX28-189" fmla="*/ 380689 w 2597643"/>
                  <a:gd name="connsiteY28-190" fmla="*/ 1007706 h 2601375"/>
                  <a:gd name="connsiteX29-191" fmla="*/ 529979 w 2597643"/>
                  <a:gd name="connsiteY29-192" fmla="*/ 724055 h 2601375"/>
                  <a:gd name="connsiteX30-193" fmla="*/ 287383 w 2597643"/>
                  <a:gd name="connsiteY30-194" fmla="*/ 470263 h 2601375"/>
                  <a:gd name="connsiteX31-195" fmla="*/ 630750 w 2597643"/>
                  <a:gd name="connsiteY31-196" fmla="*/ 171683 h 2601375"/>
                  <a:gd name="connsiteX32-197" fmla="*/ 850952 w 2597643"/>
                  <a:gd name="connsiteY32-198" fmla="*/ 447869 h 2601375"/>
                  <a:gd name="connsiteX0-199" fmla="*/ 850952 w 2597643"/>
                  <a:gd name="connsiteY0-200" fmla="*/ 447869 h 2601375"/>
                  <a:gd name="connsiteX1-201" fmla="*/ 1160729 w 2597643"/>
                  <a:gd name="connsiteY1-202" fmla="*/ 354563 h 2601375"/>
                  <a:gd name="connsiteX2-203" fmla="*/ 1164461 w 2597643"/>
                  <a:gd name="connsiteY2-204" fmla="*/ 0 h 2601375"/>
                  <a:gd name="connsiteX3-205" fmla="*/ 1645920 w 2597643"/>
                  <a:gd name="connsiteY3-206" fmla="*/ 41055 h 2601375"/>
                  <a:gd name="connsiteX4-207" fmla="*/ 1582472 w 2597643"/>
                  <a:gd name="connsiteY4-208" fmla="*/ 388153 h 2601375"/>
                  <a:gd name="connsiteX5-209" fmla="*/ 1884784 w 2597643"/>
                  <a:gd name="connsiteY5-210" fmla="*/ 537443 h 2601375"/>
                  <a:gd name="connsiteX6-211" fmla="*/ 2142309 w 2597643"/>
                  <a:gd name="connsiteY6-212" fmla="*/ 298579 h 2601375"/>
                  <a:gd name="connsiteX7-213" fmla="*/ 2429692 w 2597643"/>
                  <a:gd name="connsiteY7-214" fmla="*/ 656875 h 2601375"/>
                  <a:gd name="connsiteX8-215" fmla="*/ 2146041 w 2597643"/>
                  <a:gd name="connsiteY8-216" fmla="*/ 850952 h 2601375"/>
                  <a:gd name="connsiteX9-217" fmla="*/ 2246812 w 2597643"/>
                  <a:gd name="connsiteY9-218" fmla="*/ 1194318 h 2601375"/>
                  <a:gd name="connsiteX10-219" fmla="*/ 2597643 w 2597643"/>
                  <a:gd name="connsiteY10-220" fmla="*/ 1160728 h 2601375"/>
                  <a:gd name="connsiteX11-221" fmla="*/ 2556588 w 2597643"/>
                  <a:gd name="connsiteY11-222" fmla="*/ 1645920 h 2601375"/>
                  <a:gd name="connsiteX12-223" fmla="*/ 2209489 w 2597643"/>
                  <a:gd name="connsiteY12-224" fmla="*/ 1593668 h 2601375"/>
                  <a:gd name="connsiteX13-225" fmla="*/ 2052735 w 2597643"/>
                  <a:gd name="connsiteY13-226" fmla="*/ 1877319 h 2601375"/>
                  <a:gd name="connsiteX14-227" fmla="*/ 2291599 w 2597643"/>
                  <a:gd name="connsiteY14-228" fmla="*/ 2134844 h 2601375"/>
                  <a:gd name="connsiteX15-229" fmla="*/ 1944500 w 2597643"/>
                  <a:gd name="connsiteY15-230" fmla="*/ 2437156 h 2601375"/>
                  <a:gd name="connsiteX16-231" fmla="*/ 1724298 w 2597643"/>
                  <a:gd name="connsiteY16-232" fmla="*/ 2153505 h 2601375"/>
                  <a:gd name="connsiteX17-233" fmla="*/ 1429450 w 2597643"/>
                  <a:gd name="connsiteY17-234" fmla="*/ 2246811 h 2601375"/>
                  <a:gd name="connsiteX18-235" fmla="*/ 1410789 w 2597643"/>
                  <a:gd name="connsiteY18-236" fmla="*/ 2601375 h 2601375"/>
                  <a:gd name="connsiteX19-237" fmla="*/ 944258 w 2597643"/>
                  <a:gd name="connsiteY19-238" fmla="*/ 2560320 h 2601375"/>
                  <a:gd name="connsiteX20-239" fmla="*/ 1011439 w 2597643"/>
                  <a:gd name="connsiteY20-240" fmla="*/ 2213221 h 2601375"/>
                  <a:gd name="connsiteX21-241" fmla="*/ 716591 w 2597643"/>
                  <a:gd name="connsiteY21-242" fmla="*/ 2067664 h 2601375"/>
                  <a:gd name="connsiteX22-243" fmla="*/ 459067 w 2597643"/>
                  <a:gd name="connsiteY22-244" fmla="*/ 2299063 h 2601375"/>
                  <a:gd name="connsiteX23-245" fmla="*/ 164219 w 2597643"/>
                  <a:gd name="connsiteY23-246" fmla="*/ 1955696 h 2601375"/>
                  <a:gd name="connsiteX24-247" fmla="*/ 440405 w 2597643"/>
                  <a:gd name="connsiteY24-248" fmla="*/ 1731761 h 2601375"/>
                  <a:gd name="connsiteX25-249" fmla="*/ 343367 w 2597643"/>
                  <a:gd name="connsiteY25-250" fmla="*/ 1425717 h 2601375"/>
                  <a:gd name="connsiteX26-251" fmla="*/ 0 w 2597643"/>
                  <a:gd name="connsiteY26-252" fmla="*/ 1440646 h 2601375"/>
                  <a:gd name="connsiteX27-253" fmla="*/ 33591 w 2597643"/>
                  <a:gd name="connsiteY27-254" fmla="*/ 974116 h 2601375"/>
                  <a:gd name="connsiteX28-255" fmla="*/ 380689 w 2597643"/>
                  <a:gd name="connsiteY28-256" fmla="*/ 1007706 h 2601375"/>
                  <a:gd name="connsiteX29-257" fmla="*/ 529979 w 2597643"/>
                  <a:gd name="connsiteY29-258" fmla="*/ 724055 h 2601375"/>
                  <a:gd name="connsiteX30-259" fmla="*/ 287383 w 2597643"/>
                  <a:gd name="connsiteY30-260" fmla="*/ 470263 h 2601375"/>
                  <a:gd name="connsiteX31-261" fmla="*/ 630750 w 2597643"/>
                  <a:gd name="connsiteY31-262" fmla="*/ 171683 h 2601375"/>
                  <a:gd name="connsiteX32-263" fmla="*/ 850952 w 2597643"/>
                  <a:gd name="connsiteY32-264" fmla="*/ 447869 h 2601375"/>
                  <a:gd name="connsiteX0-265" fmla="*/ 850952 w 2601026"/>
                  <a:gd name="connsiteY0-266" fmla="*/ 447869 h 2601375"/>
                  <a:gd name="connsiteX1-267" fmla="*/ 1160729 w 2601026"/>
                  <a:gd name="connsiteY1-268" fmla="*/ 354563 h 2601375"/>
                  <a:gd name="connsiteX2-269" fmla="*/ 1164461 w 2601026"/>
                  <a:gd name="connsiteY2-270" fmla="*/ 0 h 2601375"/>
                  <a:gd name="connsiteX3-271" fmla="*/ 1645920 w 2601026"/>
                  <a:gd name="connsiteY3-272" fmla="*/ 41055 h 2601375"/>
                  <a:gd name="connsiteX4-273" fmla="*/ 1582472 w 2601026"/>
                  <a:gd name="connsiteY4-274" fmla="*/ 388153 h 2601375"/>
                  <a:gd name="connsiteX5-275" fmla="*/ 1884784 w 2601026"/>
                  <a:gd name="connsiteY5-276" fmla="*/ 537443 h 2601375"/>
                  <a:gd name="connsiteX6-277" fmla="*/ 2142309 w 2601026"/>
                  <a:gd name="connsiteY6-278" fmla="*/ 298579 h 2601375"/>
                  <a:gd name="connsiteX7-279" fmla="*/ 2429692 w 2601026"/>
                  <a:gd name="connsiteY7-280" fmla="*/ 656875 h 2601375"/>
                  <a:gd name="connsiteX8-281" fmla="*/ 2146041 w 2601026"/>
                  <a:gd name="connsiteY8-282" fmla="*/ 850952 h 2601375"/>
                  <a:gd name="connsiteX9-283" fmla="*/ 2246812 w 2601026"/>
                  <a:gd name="connsiteY9-284" fmla="*/ 1194318 h 2601375"/>
                  <a:gd name="connsiteX10-285" fmla="*/ 2597643 w 2601026"/>
                  <a:gd name="connsiteY10-286" fmla="*/ 1160728 h 2601375"/>
                  <a:gd name="connsiteX11-287" fmla="*/ 2556588 w 2601026"/>
                  <a:gd name="connsiteY11-288" fmla="*/ 1645920 h 2601375"/>
                  <a:gd name="connsiteX12-289" fmla="*/ 2209489 w 2601026"/>
                  <a:gd name="connsiteY12-290" fmla="*/ 1593668 h 2601375"/>
                  <a:gd name="connsiteX13-291" fmla="*/ 2052735 w 2601026"/>
                  <a:gd name="connsiteY13-292" fmla="*/ 1877319 h 2601375"/>
                  <a:gd name="connsiteX14-293" fmla="*/ 2291599 w 2601026"/>
                  <a:gd name="connsiteY14-294" fmla="*/ 2134844 h 2601375"/>
                  <a:gd name="connsiteX15-295" fmla="*/ 1944500 w 2601026"/>
                  <a:gd name="connsiteY15-296" fmla="*/ 2437156 h 2601375"/>
                  <a:gd name="connsiteX16-297" fmla="*/ 1724298 w 2601026"/>
                  <a:gd name="connsiteY16-298" fmla="*/ 2153505 h 2601375"/>
                  <a:gd name="connsiteX17-299" fmla="*/ 1429450 w 2601026"/>
                  <a:gd name="connsiteY17-300" fmla="*/ 2246811 h 2601375"/>
                  <a:gd name="connsiteX18-301" fmla="*/ 1410789 w 2601026"/>
                  <a:gd name="connsiteY18-302" fmla="*/ 2601375 h 2601375"/>
                  <a:gd name="connsiteX19-303" fmla="*/ 944258 w 2601026"/>
                  <a:gd name="connsiteY19-304" fmla="*/ 2560320 h 2601375"/>
                  <a:gd name="connsiteX20-305" fmla="*/ 1011439 w 2601026"/>
                  <a:gd name="connsiteY20-306" fmla="*/ 2213221 h 2601375"/>
                  <a:gd name="connsiteX21-307" fmla="*/ 716591 w 2601026"/>
                  <a:gd name="connsiteY21-308" fmla="*/ 2067664 h 2601375"/>
                  <a:gd name="connsiteX22-309" fmla="*/ 459067 w 2601026"/>
                  <a:gd name="connsiteY22-310" fmla="*/ 2299063 h 2601375"/>
                  <a:gd name="connsiteX23-311" fmla="*/ 164219 w 2601026"/>
                  <a:gd name="connsiteY23-312" fmla="*/ 1955696 h 2601375"/>
                  <a:gd name="connsiteX24-313" fmla="*/ 440405 w 2601026"/>
                  <a:gd name="connsiteY24-314" fmla="*/ 1731761 h 2601375"/>
                  <a:gd name="connsiteX25-315" fmla="*/ 343367 w 2601026"/>
                  <a:gd name="connsiteY25-316" fmla="*/ 1425717 h 2601375"/>
                  <a:gd name="connsiteX26-317" fmla="*/ 0 w 2601026"/>
                  <a:gd name="connsiteY26-318" fmla="*/ 1440646 h 2601375"/>
                  <a:gd name="connsiteX27-319" fmla="*/ 33591 w 2601026"/>
                  <a:gd name="connsiteY27-320" fmla="*/ 974116 h 2601375"/>
                  <a:gd name="connsiteX28-321" fmla="*/ 380689 w 2601026"/>
                  <a:gd name="connsiteY28-322" fmla="*/ 1007706 h 2601375"/>
                  <a:gd name="connsiteX29-323" fmla="*/ 529979 w 2601026"/>
                  <a:gd name="connsiteY29-324" fmla="*/ 724055 h 2601375"/>
                  <a:gd name="connsiteX30-325" fmla="*/ 287383 w 2601026"/>
                  <a:gd name="connsiteY30-326" fmla="*/ 470263 h 2601375"/>
                  <a:gd name="connsiteX31-327" fmla="*/ 630750 w 2601026"/>
                  <a:gd name="connsiteY31-328" fmla="*/ 171683 h 2601375"/>
                  <a:gd name="connsiteX32-329" fmla="*/ 850952 w 2601026"/>
                  <a:gd name="connsiteY32-330" fmla="*/ 447869 h 2601375"/>
                  <a:gd name="connsiteX0-331" fmla="*/ 850952 w 2601026"/>
                  <a:gd name="connsiteY0-332" fmla="*/ 447869 h 2601375"/>
                  <a:gd name="connsiteX1-333" fmla="*/ 1160729 w 2601026"/>
                  <a:gd name="connsiteY1-334" fmla="*/ 354563 h 2601375"/>
                  <a:gd name="connsiteX2-335" fmla="*/ 1164461 w 2601026"/>
                  <a:gd name="connsiteY2-336" fmla="*/ 0 h 2601375"/>
                  <a:gd name="connsiteX3-337" fmla="*/ 1645920 w 2601026"/>
                  <a:gd name="connsiteY3-338" fmla="*/ 41055 h 2601375"/>
                  <a:gd name="connsiteX4-339" fmla="*/ 1582472 w 2601026"/>
                  <a:gd name="connsiteY4-340" fmla="*/ 388153 h 2601375"/>
                  <a:gd name="connsiteX5-341" fmla="*/ 1884784 w 2601026"/>
                  <a:gd name="connsiteY5-342" fmla="*/ 537443 h 2601375"/>
                  <a:gd name="connsiteX6-343" fmla="*/ 2142309 w 2601026"/>
                  <a:gd name="connsiteY6-344" fmla="*/ 298579 h 2601375"/>
                  <a:gd name="connsiteX7-345" fmla="*/ 2429692 w 2601026"/>
                  <a:gd name="connsiteY7-346" fmla="*/ 656875 h 2601375"/>
                  <a:gd name="connsiteX8-347" fmla="*/ 2146041 w 2601026"/>
                  <a:gd name="connsiteY8-348" fmla="*/ 850952 h 2601375"/>
                  <a:gd name="connsiteX9-349" fmla="*/ 2246812 w 2601026"/>
                  <a:gd name="connsiteY9-350" fmla="*/ 1194318 h 2601375"/>
                  <a:gd name="connsiteX10-351" fmla="*/ 2597643 w 2601026"/>
                  <a:gd name="connsiteY10-352" fmla="*/ 1160728 h 2601375"/>
                  <a:gd name="connsiteX11-353" fmla="*/ 2556588 w 2601026"/>
                  <a:gd name="connsiteY11-354" fmla="*/ 1645920 h 2601375"/>
                  <a:gd name="connsiteX12-355" fmla="*/ 2209489 w 2601026"/>
                  <a:gd name="connsiteY12-356" fmla="*/ 1593668 h 2601375"/>
                  <a:gd name="connsiteX13-357" fmla="*/ 2052735 w 2601026"/>
                  <a:gd name="connsiteY13-358" fmla="*/ 1877319 h 2601375"/>
                  <a:gd name="connsiteX14-359" fmla="*/ 2291599 w 2601026"/>
                  <a:gd name="connsiteY14-360" fmla="*/ 2134844 h 2601375"/>
                  <a:gd name="connsiteX15-361" fmla="*/ 1944500 w 2601026"/>
                  <a:gd name="connsiteY15-362" fmla="*/ 2437156 h 2601375"/>
                  <a:gd name="connsiteX16-363" fmla="*/ 1724298 w 2601026"/>
                  <a:gd name="connsiteY16-364" fmla="*/ 2153505 h 2601375"/>
                  <a:gd name="connsiteX17-365" fmla="*/ 1429450 w 2601026"/>
                  <a:gd name="connsiteY17-366" fmla="*/ 2246811 h 2601375"/>
                  <a:gd name="connsiteX18-367" fmla="*/ 1410789 w 2601026"/>
                  <a:gd name="connsiteY18-368" fmla="*/ 2601375 h 2601375"/>
                  <a:gd name="connsiteX19-369" fmla="*/ 944258 w 2601026"/>
                  <a:gd name="connsiteY19-370" fmla="*/ 2560320 h 2601375"/>
                  <a:gd name="connsiteX20-371" fmla="*/ 1011439 w 2601026"/>
                  <a:gd name="connsiteY20-372" fmla="*/ 2213221 h 2601375"/>
                  <a:gd name="connsiteX21-373" fmla="*/ 716591 w 2601026"/>
                  <a:gd name="connsiteY21-374" fmla="*/ 2067664 h 2601375"/>
                  <a:gd name="connsiteX22-375" fmla="*/ 459067 w 2601026"/>
                  <a:gd name="connsiteY22-376" fmla="*/ 2299063 h 2601375"/>
                  <a:gd name="connsiteX23-377" fmla="*/ 164219 w 2601026"/>
                  <a:gd name="connsiteY23-378" fmla="*/ 1955696 h 2601375"/>
                  <a:gd name="connsiteX24-379" fmla="*/ 440405 w 2601026"/>
                  <a:gd name="connsiteY24-380" fmla="*/ 1731761 h 2601375"/>
                  <a:gd name="connsiteX25-381" fmla="*/ 343367 w 2601026"/>
                  <a:gd name="connsiteY25-382" fmla="*/ 1425717 h 2601375"/>
                  <a:gd name="connsiteX26-383" fmla="*/ 0 w 2601026"/>
                  <a:gd name="connsiteY26-384" fmla="*/ 1440646 h 2601375"/>
                  <a:gd name="connsiteX27-385" fmla="*/ 33591 w 2601026"/>
                  <a:gd name="connsiteY27-386" fmla="*/ 974116 h 2601375"/>
                  <a:gd name="connsiteX28-387" fmla="*/ 380689 w 2601026"/>
                  <a:gd name="connsiteY28-388" fmla="*/ 1007706 h 2601375"/>
                  <a:gd name="connsiteX29-389" fmla="*/ 529979 w 2601026"/>
                  <a:gd name="connsiteY29-390" fmla="*/ 724055 h 2601375"/>
                  <a:gd name="connsiteX30-391" fmla="*/ 287383 w 2601026"/>
                  <a:gd name="connsiteY30-392" fmla="*/ 470263 h 2601375"/>
                  <a:gd name="connsiteX31-393" fmla="*/ 630750 w 2601026"/>
                  <a:gd name="connsiteY31-394" fmla="*/ 171683 h 2601375"/>
                  <a:gd name="connsiteX32-395" fmla="*/ 850952 w 2601026"/>
                  <a:gd name="connsiteY32-396" fmla="*/ 447869 h 2601375"/>
                  <a:gd name="connsiteX0-397" fmla="*/ 850952 w 2601026"/>
                  <a:gd name="connsiteY0-398" fmla="*/ 447869 h 2601375"/>
                  <a:gd name="connsiteX1-399" fmla="*/ 1160729 w 2601026"/>
                  <a:gd name="connsiteY1-400" fmla="*/ 354563 h 2601375"/>
                  <a:gd name="connsiteX2-401" fmla="*/ 1164461 w 2601026"/>
                  <a:gd name="connsiteY2-402" fmla="*/ 0 h 2601375"/>
                  <a:gd name="connsiteX3-403" fmla="*/ 1645920 w 2601026"/>
                  <a:gd name="connsiteY3-404" fmla="*/ 41055 h 2601375"/>
                  <a:gd name="connsiteX4-405" fmla="*/ 1582472 w 2601026"/>
                  <a:gd name="connsiteY4-406" fmla="*/ 388153 h 2601375"/>
                  <a:gd name="connsiteX5-407" fmla="*/ 1884784 w 2601026"/>
                  <a:gd name="connsiteY5-408" fmla="*/ 537443 h 2601375"/>
                  <a:gd name="connsiteX6-409" fmla="*/ 2142309 w 2601026"/>
                  <a:gd name="connsiteY6-410" fmla="*/ 298579 h 2601375"/>
                  <a:gd name="connsiteX7-411" fmla="*/ 2429692 w 2601026"/>
                  <a:gd name="connsiteY7-412" fmla="*/ 656875 h 2601375"/>
                  <a:gd name="connsiteX8-413" fmla="*/ 2146041 w 2601026"/>
                  <a:gd name="connsiteY8-414" fmla="*/ 850952 h 2601375"/>
                  <a:gd name="connsiteX9-415" fmla="*/ 2246812 w 2601026"/>
                  <a:gd name="connsiteY9-416" fmla="*/ 1194318 h 2601375"/>
                  <a:gd name="connsiteX10-417" fmla="*/ 2597643 w 2601026"/>
                  <a:gd name="connsiteY10-418" fmla="*/ 1160728 h 2601375"/>
                  <a:gd name="connsiteX11-419" fmla="*/ 2556588 w 2601026"/>
                  <a:gd name="connsiteY11-420" fmla="*/ 1645920 h 2601375"/>
                  <a:gd name="connsiteX12-421" fmla="*/ 2209489 w 2601026"/>
                  <a:gd name="connsiteY12-422" fmla="*/ 1593668 h 2601375"/>
                  <a:gd name="connsiteX13-423" fmla="*/ 2052735 w 2601026"/>
                  <a:gd name="connsiteY13-424" fmla="*/ 1877319 h 2601375"/>
                  <a:gd name="connsiteX14-425" fmla="*/ 2291599 w 2601026"/>
                  <a:gd name="connsiteY14-426" fmla="*/ 2134844 h 2601375"/>
                  <a:gd name="connsiteX15-427" fmla="*/ 1944500 w 2601026"/>
                  <a:gd name="connsiteY15-428" fmla="*/ 2437156 h 2601375"/>
                  <a:gd name="connsiteX16-429" fmla="*/ 1724298 w 2601026"/>
                  <a:gd name="connsiteY16-430" fmla="*/ 2153505 h 2601375"/>
                  <a:gd name="connsiteX17-431" fmla="*/ 1429450 w 2601026"/>
                  <a:gd name="connsiteY17-432" fmla="*/ 2246811 h 2601375"/>
                  <a:gd name="connsiteX18-433" fmla="*/ 1410789 w 2601026"/>
                  <a:gd name="connsiteY18-434" fmla="*/ 2601375 h 2601375"/>
                  <a:gd name="connsiteX19-435" fmla="*/ 944258 w 2601026"/>
                  <a:gd name="connsiteY19-436" fmla="*/ 2560320 h 2601375"/>
                  <a:gd name="connsiteX20-437" fmla="*/ 1011439 w 2601026"/>
                  <a:gd name="connsiteY20-438" fmla="*/ 2213221 h 2601375"/>
                  <a:gd name="connsiteX21-439" fmla="*/ 716591 w 2601026"/>
                  <a:gd name="connsiteY21-440" fmla="*/ 2067664 h 2601375"/>
                  <a:gd name="connsiteX22-441" fmla="*/ 459067 w 2601026"/>
                  <a:gd name="connsiteY22-442" fmla="*/ 2299063 h 2601375"/>
                  <a:gd name="connsiteX23-443" fmla="*/ 164219 w 2601026"/>
                  <a:gd name="connsiteY23-444" fmla="*/ 1955696 h 2601375"/>
                  <a:gd name="connsiteX24-445" fmla="*/ 440405 w 2601026"/>
                  <a:gd name="connsiteY24-446" fmla="*/ 1731761 h 2601375"/>
                  <a:gd name="connsiteX25-447" fmla="*/ 343367 w 2601026"/>
                  <a:gd name="connsiteY25-448" fmla="*/ 1425717 h 2601375"/>
                  <a:gd name="connsiteX26-449" fmla="*/ 0 w 2601026"/>
                  <a:gd name="connsiteY26-450" fmla="*/ 1440646 h 2601375"/>
                  <a:gd name="connsiteX27-451" fmla="*/ 33591 w 2601026"/>
                  <a:gd name="connsiteY27-452" fmla="*/ 974116 h 2601375"/>
                  <a:gd name="connsiteX28-453" fmla="*/ 380689 w 2601026"/>
                  <a:gd name="connsiteY28-454" fmla="*/ 1007706 h 2601375"/>
                  <a:gd name="connsiteX29-455" fmla="*/ 529979 w 2601026"/>
                  <a:gd name="connsiteY29-456" fmla="*/ 724055 h 2601375"/>
                  <a:gd name="connsiteX30-457" fmla="*/ 287383 w 2601026"/>
                  <a:gd name="connsiteY30-458" fmla="*/ 470263 h 2601375"/>
                  <a:gd name="connsiteX31-459" fmla="*/ 630750 w 2601026"/>
                  <a:gd name="connsiteY31-460" fmla="*/ 171683 h 2601375"/>
                  <a:gd name="connsiteX32-461" fmla="*/ 850952 w 2601026"/>
                  <a:gd name="connsiteY32-462" fmla="*/ 447869 h 2601375"/>
                  <a:gd name="connsiteX0-463" fmla="*/ 850952 w 2601026"/>
                  <a:gd name="connsiteY0-464" fmla="*/ 447869 h 2601375"/>
                  <a:gd name="connsiteX1-465" fmla="*/ 1160729 w 2601026"/>
                  <a:gd name="connsiteY1-466" fmla="*/ 354563 h 2601375"/>
                  <a:gd name="connsiteX2-467" fmla="*/ 1164461 w 2601026"/>
                  <a:gd name="connsiteY2-468" fmla="*/ 0 h 2601375"/>
                  <a:gd name="connsiteX3-469" fmla="*/ 1645920 w 2601026"/>
                  <a:gd name="connsiteY3-470" fmla="*/ 41055 h 2601375"/>
                  <a:gd name="connsiteX4-471" fmla="*/ 1582472 w 2601026"/>
                  <a:gd name="connsiteY4-472" fmla="*/ 388153 h 2601375"/>
                  <a:gd name="connsiteX5-473" fmla="*/ 1884784 w 2601026"/>
                  <a:gd name="connsiteY5-474" fmla="*/ 537443 h 2601375"/>
                  <a:gd name="connsiteX6-475" fmla="*/ 2142309 w 2601026"/>
                  <a:gd name="connsiteY6-476" fmla="*/ 298579 h 2601375"/>
                  <a:gd name="connsiteX7-477" fmla="*/ 2429692 w 2601026"/>
                  <a:gd name="connsiteY7-478" fmla="*/ 656875 h 2601375"/>
                  <a:gd name="connsiteX8-479" fmla="*/ 2146041 w 2601026"/>
                  <a:gd name="connsiteY8-480" fmla="*/ 850952 h 2601375"/>
                  <a:gd name="connsiteX9-481" fmla="*/ 2246812 w 2601026"/>
                  <a:gd name="connsiteY9-482" fmla="*/ 1194318 h 2601375"/>
                  <a:gd name="connsiteX10-483" fmla="*/ 2597643 w 2601026"/>
                  <a:gd name="connsiteY10-484" fmla="*/ 1160728 h 2601375"/>
                  <a:gd name="connsiteX11-485" fmla="*/ 2556588 w 2601026"/>
                  <a:gd name="connsiteY11-486" fmla="*/ 1645920 h 2601375"/>
                  <a:gd name="connsiteX12-487" fmla="*/ 2209489 w 2601026"/>
                  <a:gd name="connsiteY12-488" fmla="*/ 1593668 h 2601375"/>
                  <a:gd name="connsiteX13-489" fmla="*/ 2052735 w 2601026"/>
                  <a:gd name="connsiteY13-490" fmla="*/ 1877319 h 2601375"/>
                  <a:gd name="connsiteX14-491" fmla="*/ 2291599 w 2601026"/>
                  <a:gd name="connsiteY14-492" fmla="*/ 2134844 h 2601375"/>
                  <a:gd name="connsiteX15-493" fmla="*/ 1944500 w 2601026"/>
                  <a:gd name="connsiteY15-494" fmla="*/ 2437156 h 2601375"/>
                  <a:gd name="connsiteX16-495" fmla="*/ 1724298 w 2601026"/>
                  <a:gd name="connsiteY16-496" fmla="*/ 2153505 h 2601375"/>
                  <a:gd name="connsiteX17-497" fmla="*/ 1429450 w 2601026"/>
                  <a:gd name="connsiteY17-498" fmla="*/ 2246811 h 2601375"/>
                  <a:gd name="connsiteX18-499" fmla="*/ 1410789 w 2601026"/>
                  <a:gd name="connsiteY18-500" fmla="*/ 2601375 h 2601375"/>
                  <a:gd name="connsiteX19-501" fmla="*/ 944258 w 2601026"/>
                  <a:gd name="connsiteY19-502" fmla="*/ 2560320 h 2601375"/>
                  <a:gd name="connsiteX20-503" fmla="*/ 1011439 w 2601026"/>
                  <a:gd name="connsiteY20-504" fmla="*/ 2213221 h 2601375"/>
                  <a:gd name="connsiteX21-505" fmla="*/ 716591 w 2601026"/>
                  <a:gd name="connsiteY21-506" fmla="*/ 2067664 h 2601375"/>
                  <a:gd name="connsiteX22-507" fmla="*/ 459067 w 2601026"/>
                  <a:gd name="connsiteY22-508" fmla="*/ 2299063 h 2601375"/>
                  <a:gd name="connsiteX23-509" fmla="*/ 164219 w 2601026"/>
                  <a:gd name="connsiteY23-510" fmla="*/ 1955696 h 2601375"/>
                  <a:gd name="connsiteX24-511" fmla="*/ 440405 w 2601026"/>
                  <a:gd name="connsiteY24-512" fmla="*/ 1731761 h 2601375"/>
                  <a:gd name="connsiteX25-513" fmla="*/ 343367 w 2601026"/>
                  <a:gd name="connsiteY25-514" fmla="*/ 1425717 h 2601375"/>
                  <a:gd name="connsiteX26-515" fmla="*/ 0 w 2601026"/>
                  <a:gd name="connsiteY26-516" fmla="*/ 1440646 h 2601375"/>
                  <a:gd name="connsiteX27-517" fmla="*/ 33591 w 2601026"/>
                  <a:gd name="connsiteY27-518" fmla="*/ 974116 h 2601375"/>
                  <a:gd name="connsiteX28-519" fmla="*/ 380689 w 2601026"/>
                  <a:gd name="connsiteY28-520" fmla="*/ 1007706 h 2601375"/>
                  <a:gd name="connsiteX29-521" fmla="*/ 529979 w 2601026"/>
                  <a:gd name="connsiteY29-522" fmla="*/ 724055 h 2601375"/>
                  <a:gd name="connsiteX30-523" fmla="*/ 287383 w 2601026"/>
                  <a:gd name="connsiteY30-524" fmla="*/ 470263 h 2601375"/>
                  <a:gd name="connsiteX31-525" fmla="*/ 630750 w 2601026"/>
                  <a:gd name="connsiteY31-526" fmla="*/ 171683 h 2601375"/>
                  <a:gd name="connsiteX32-527" fmla="*/ 850952 w 2601026"/>
                  <a:gd name="connsiteY32-528" fmla="*/ 447869 h 2601375"/>
                  <a:gd name="connsiteX0-529" fmla="*/ 850952 w 2601026"/>
                  <a:gd name="connsiteY0-530" fmla="*/ 447869 h 2601375"/>
                  <a:gd name="connsiteX1-531" fmla="*/ 1160729 w 2601026"/>
                  <a:gd name="connsiteY1-532" fmla="*/ 354563 h 2601375"/>
                  <a:gd name="connsiteX2-533" fmla="*/ 1164461 w 2601026"/>
                  <a:gd name="connsiteY2-534" fmla="*/ 0 h 2601375"/>
                  <a:gd name="connsiteX3-535" fmla="*/ 1645920 w 2601026"/>
                  <a:gd name="connsiteY3-536" fmla="*/ 41055 h 2601375"/>
                  <a:gd name="connsiteX4-537" fmla="*/ 1582472 w 2601026"/>
                  <a:gd name="connsiteY4-538" fmla="*/ 388153 h 2601375"/>
                  <a:gd name="connsiteX5-539" fmla="*/ 1884784 w 2601026"/>
                  <a:gd name="connsiteY5-540" fmla="*/ 537443 h 2601375"/>
                  <a:gd name="connsiteX6-541" fmla="*/ 2142309 w 2601026"/>
                  <a:gd name="connsiteY6-542" fmla="*/ 298579 h 2601375"/>
                  <a:gd name="connsiteX7-543" fmla="*/ 2429692 w 2601026"/>
                  <a:gd name="connsiteY7-544" fmla="*/ 656875 h 2601375"/>
                  <a:gd name="connsiteX8-545" fmla="*/ 2146041 w 2601026"/>
                  <a:gd name="connsiteY8-546" fmla="*/ 850952 h 2601375"/>
                  <a:gd name="connsiteX9-547" fmla="*/ 2246812 w 2601026"/>
                  <a:gd name="connsiteY9-548" fmla="*/ 1194318 h 2601375"/>
                  <a:gd name="connsiteX10-549" fmla="*/ 2597643 w 2601026"/>
                  <a:gd name="connsiteY10-550" fmla="*/ 1160728 h 2601375"/>
                  <a:gd name="connsiteX11-551" fmla="*/ 2556588 w 2601026"/>
                  <a:gd name="connsiteY11-552" fmla="*/ 1645920 h 2601375"/>
                  <a:gd name="connsiteX12-553" fmla="*/ 2209489 w 2601026"/>
                  <a:gd name="connsiteY12-554" fmla="*/ 1593668 h 2601375"/>
                  <a:gd name="connsiteX13-555" fmla="*/ 2052735 w 2601026"/>
                  <a:gd name="connsiteY13-556" fmla="*/ 1877319 h 2601375"/>
                  <a:gd name="connsiteX14-557" fmla="*/ 2291599 w 2601026"/>
                  <a:gd name="connsiteY14-558" fmla="*/ 2134844 h 2601375"/>
                  <a:gd name="connsiteX15-559" fmla="*/ 1944500 w 2601026"/>
                  <a:gd name="connsiteY15-560" fmla="*/ 2437156 h 2601375"/>
                  <a:gd name="connsiteX16-561" fmla="*/ 1724298 w 2601026"/>
                  <a:gd name="connsiteY16-562" fmla="*/ 2153505 h 2601375"/>
                  <a:gd name="connsiteX17-563" fmla="*/ 1429450 w 2601026"/>
                  <a:gd name="connsiteY17-564" fmla="*/ 2246811 h 2601375"/>
                  <a:gd name="connsiteX18-565" fmla="*/ 1410789 w 2601026"/>
                  <a:gd name="connsiteY18-566" fmla="*/ 2601375 h 2601375"/>
                  <a:gd name="connsiteX19-567" fmla="*/ 944258 w 2601026"/>
                  <a:gd name="connsiteY19-568" fmla="*/ 2560320 h 2601375"/>
                  <a:gd name="connsiteX20-569" fmla="*/ 1011439 w 2601026"/>
                  <a:gd name="connsiteY20-570" fmla="*/ 2213221 h 2601375"/>
                  <a:gd name="connsiteX21-571" fmla="*/ 716591 w 2601026"/>
                  <a:gd name="connsiteY21-572" fmla="*/ 2067664 h 2601375"/>
                  <a:gd name="connsiteX22-573" fmla="*/ 459067 w 2601026"/>
                  <a:gd name="connsiteY22-574" fmla="*/ 2299063 h 2601375"/>
                  <a:gd name="connsiteX23-575" fmla="*/ 164219 w 2601026"/>
                  <a:gd name="connsiteY23-576" fmla="*/ 1955696 h 2601375"/>
                  <a:gd name="connsiteX24-577" fmla="*/ 440405 w 2601026"/>
                  <a:gd name="connsiteY24-578" fmla="*/ 1731761 h 2601375"/>
                  <a:gd name="connsiteX25-579" fmla="*/ 343367 w 2601026"/>
                  <a:gd name="connsiteY25-580" fmla="*/ 1425717 h 2601375"/>
                  <a:gd name="connsiteX26-581" fmla="*/ 0 w 2601026"/>
                  <a:gd name="connsiteY26-582" fmla="*/ 1440646 h 2601375"/>
                  <a:gd name="connsiteX27-583" fmla="*/ 33591 w 2601026"/>
                  <a:gd name="connsiteY27-584" fmla="*/ 974116 h 2601375"/>
                  <a:gd name="connsiteX28-585" fmla="*/ 380689 w 2601026"/>
                  <a:gd name="connsiteY28-586" fmla="*/ 1007706 h 2601375"/>
                  <a:gd name="connsiteX29-587" fmla="*/ 529979 w 2601026"/>
                  <a:gd name="connsiteY29-588" fmla="*/ 724055 h 2601375"/>
                  <a:gd name="connsiteX30-589" fmla="*/ 287383 w 2601026"/>
                  <a:gd name="connsiteY30-590" fmla="*/ 470263 h 2601375"/>
                  <a:gd name="connsiteX31-591" fmla="*/ 630750 w 2601026"/>
                  <a:gd name="connsiteY31-592" fmla="*/ 171683 h 2601375"/>
                  <a:gd name="connsiteX32-593" fmla="*/ 850952 w 2601026"/>
                  <a:gd name="connsiteY32-594" fmla="*/ 447869 h 2601375"/>
                  <a:gd name="connsiteX0-595" fmla="*/ 850952 w 2601026"/>
                  <a:gd name="connsiteY0-596" fmla="*/ 447869 h 2601375"/>
                  <a:gd name="connsiteX1-597" fmla="*/ 1160729 w 2601026"/>
                  <a:gd name="connsiteY1-598" fmla="*/ 354563 h 2601375"/>
                  <a:gd name="connsiteX2-599" fmla="*/ 1164461 w 2601026"/>
                  <a:gd name="connsiteY2-600" fmla="*/ 0 h 2601375"/>
                  <a:gd name="connsiteX3-601" fmla="*/ 1645920 w 2601026"/>
                  <a:gd name="connsiteY3-602" fmla="*/ 41055 h 2601375"/>
                  <a:gd name="connsiteX4-603" fmla="*/ 1582472 w 2601026"/>
                  <a:gd name="connsiteY4-604" fmla="*/ 388153 h 2601375"/>
                  <a:gd name="connsiteX5-605" fmla="*/ 1884784 w 2601026"/>
                  <a:gd name="connsiteY5-606" fmla="*/ 537443 h 2601375"/>
                  <a:gd name="connsiteX6-607" fmla="*/ 2142309 w 2601026"/>
                  <a:gd name="connsiteY6-608" fmla="*/ 298579 h 2601375"/>
                  <a:gd name="connsiteX7-609" fmla="*/ 2429692 w 2601026"/>
                  <a:gd name="connsiteY7-610" fmla="*/ 656875 h 2601375"/>
                  <a:gd name="connsiteX8-611" fmla="*/ 2146041 w 2601026"/>
                  <a:gd name="connsiteY8-612" fmla="*/ 850952 h 2601375"/>
                  <a:gd name="connsiteX9-613" fmla="*/ 2246812 w 2601026"/>
                  <a:gd name="connsiteY9-614" fmla="*/ 1194318 h 2601375"/>
                  <a:gd name="connsiteX10-615" fmla="*/ 2597643 w 2601026"/>
                  <a:gd name="connsiteY10-616" fmla="*/ 1160728 h 2601375"/>
                  <a:gd name="connsiteX11-617" fmla="*/ 2556588 w 2601026"/>
                  <a:gd name="connsiteY11-618" fmla="*/ 1645920 h 2601375"/>
                  <a:gd name="connsiteX12-619" fmla="*/ 2209489 w 2601026"/>
                  <a:gd name="connsiteY12-620" fmla="*/ 1593668 h 2601375"/>
                  <a:gd name="connsiteX13-621" fmla="*/ 2052735 w 2601026"/>
                  <a:gd name="connsiteY13-622" fmla="*/ 1877319 h 2601375"/>
                  <a:gd name="connsiteX14-623" fmla="*/ 2291599 w 2601026"/>
                  <a:gd name="connsiteY14-624" fmla="*/ 2134844 h 2601375"/>
                  <a:gd name="connsiteX15-625" fmla="*/ 1944500 w 2601026"/>
                  <a:gd name="connsiteY15-626" fmla="*/ 2437156 h 2601375"/>
                  <a:gd name="connsiteX16-627" fmla="*/ 1724298 w 2601026"/>
                  <a:gd name="connsiteY16-628" fmla="*/ 2153505 h 2601375"/>
                  <a:gd name="connsiteX17-629" fmla="*/ 1429450 w 2601026"/>
                  <a:gd name="connsiteY17-630" fmla="*/ 2246811 h 2601375"/>
                  <a:gd name="connsiteX18-631" fmla="*/ 1410789 w 2601026"/>
                  <a:gd name="connsiteY18-632" fmla="*/ 2601375 h 2601375"/>
                  <a:gd name="connsiteX19-633" fmla="*/ 944258 w 2601026"/>
                  <a:gd name="connsiteY19-634" fmla="*/ 2560320 h 2601375"/>
                  <a:gd name="connsiteX20-635" fmla="*/ 1011439 w 2601026"/>
                  <a:gd name="connsiteY20-636" fmla="*/ 2213221 h 2601375"/>
                  <a:gd name="connsiteX21-637" fmla="*/ 716591 w 2601026"/>
                  <a:gd name="connsiteY21-638" fmla="*/ 2067664 h 2601375"/>
                  <a:gd name="connsiteX22-639" fmla="*/ 459067 w 2601026"/>
                  <a:gd name="connsiteY22-640" fmla="*/ 2299063 h 2601375"/>
                  <a:gd name="connsiteX23-641" fmla="*/ 164219 w 2601026"/>
                  <a:gd name="connsiteY23-642" fmla="*/ 1955696 h 2601375"/>
                  <a:gd name="connsiteX24-643" fmla="*/ 440405 w 2601026"/>
                  <a:gd name="connsiteY24-644" fmla="*/ 1731761 h 2601375"/>
                  <a:gd name="connsiteX25-645" fmla="*/ 343367 w 2601026"/>
                  <a:gd name="connsiteY25-646" fmla="*/ 1425717 h 2601375"/>
                  <a:gd name="connsiteX26-647" fmla="*/ 0 w 2601026"/>
                  <a:gd name="connsiteY26-648" fmla="*/ 1440646 h 2601375"/>
                  <a:gd name="connsiteX27-649" fmla="*/ 33591 w 2601026"/>
                  <a:gd name="connsiteY27-650" fmla="*/ 974116 h 2601375"/>
                  <a:gd name="connsiteX28-651" fmla="*/ 380689 w 2601026"/>
                  <a:gd name="connsiteY28-652" fmla="*/ 1007706 h 2601375"/>
                  <a:gd name="connsiteX29-653" fmla="*/ 529979 w 2601026"/>
                  <a:gd name="connsiteY29-654" fmla="*/ 724055 h 2601375"/>
                  <a:gd name="connsiteX30-655" fmla="*/ 287383 w 2601026"/>
                  <a:gd name="connsiteY30-656" fmla="*/ 470263 h 2601375"/>
                  <a:gd name="connsiteX31-657" fmla="*/ 630750 w 2601026"/>
                  <a:gd name="connsiteY31-658" fmla="*/ 171683 h 2601375"/>
                  <a:gd name="connsiteX32-659" fmla="*/ 850952 w 2601026"/>
                  <a:gd name="connsiteY32-660" fmla="*/ 447869 h 2601375"/>
                  <a:gd name="connsiteX0-661" fmla="*/ 850952 w 2601026"/>
                  <a:gd name="connsiteY0-662" fmla="*/ 447869 h 2601375"/>
                  <a:gd name="connsiteX1-663" fmla="*/ 1160729 w 2601026"/>
                  <a:gd name="connsiteY1-664" fmla="*/ 354563 h 2601375"/>
                  <a:gd name="connsiteX2-665" fmla="*/ 1164461 w 2601026"/>
                  <a:gd name="connsiteY2-666" fmla="*/ 0 h 2601375"/>
                  <a:gd name="connsiteX3-667" fmla="*/ 1645920 w 2601026"/>
                  <a:gd name="connsiteY3-668" fmla="*/ 41055 h 2601375"/>
                  <a:gd name="connsiteX4-669" fmla="*/ 1582472 w 2601026"/>
                  <a:gd name="connsiteY4-670" fmla="*/ 388153 h 2601375"/>
                  <a:gd name="connsiteX5-671" fmla="*/ 1884784 w 2601026"/>
                  <a:gd name="connsiteY5-672" fmla="*/ 537443 h 2601375"/>
                  <a:gd name="connsiteX6-673" fmla="*/ 2142309 w 2601026"/>
                  <a:gd name="connsiteY6-674" fmla="*/ 298579 h 2601375"/>
                  <a:gd name="connsiteX7-675" fmla="*/ 2429692 w 2601026"/>
                  <a:gd name="connsiteY7-676" fmla="*/ 656875 h 2601375"/>
                  <a:gd name="connsiteX8-677" fmla="*/ 2146041 w 2601026"/>
                  <a:gd name="connsiteY8-678" fmla="*/ 850952 h 2601375"/>
                  <a:gd name="connsiteX9-679" fmla="*/ 2246812 w 2601026"/>
                  <a:gd name="connsiteY9-680" fmla="*/ 1194318 h 2601375"/>
                  <a:gd name="connsiteX10-681" fmla="*/ 2597643 w 2601026"/>
                  <a:gd name="connsiteY10-682" fmla="*/ 1160728 h 2601375"/>
                  <a:gd name="connsiteX11-683" fmla="*/ 2556588 w 2601026"/>
                  <a:gd name="connsiteY11-684" fmla="*/ 1645920 h 2601375"/>
                  <a:gd name="connsiteX12-685" fmla="*/ 2209489 w 2601026"/>
                  <a:gd name="connsiteY12-686" fmla="*/ 1593668 h 2601375"/>
                  <a:gd name="connsiteX13-687" fmla="*/ 2052735 w 2601026"/>
                  <a:gd name="connsiteY13-688" fmla="*/ 1877319 h 2601375"/>
                  <a:gd name="connsiteX14-689" fmla="*/ 2291599 w 2601026"/>
                  <a:gd name="connsiteY14-690" fmla="*/ 2134844 h 2601375"/>
                  <a:gd name="connsiteX15-691" fmla="*/ 1944500 w 2601026"/>
                  <a:gd name="connsiteY15-692" fmla="*/ 2437156 h 2601375"/>
                  <a:gd name="connsiteX16-693" fmla="*/ 1724298 w 2601026"/>
                  <a:gd name="connsiteY16-694" fmla="*/ 2153505 h 2601375"/>
                  <a:gd name="connsiteX17-695" fmla="*/ 1429450 w 2601026"/>
                  <a:gd name="connsiteY17-696" fmla="*/ 2246811 h 2601375"/>
                  <a:gd name="connsiteX18-697" fmla="*/ 1410789 w 2601026"/>
                  <a:gd name="connsiteY18-698" fmla="*/ 2601375 h 2601375"/>
                  <a:gd name="connsiteX19-699" fmla="*/ 944258 w 2601026"/>
                  <a:gd name="connsiteY19-700" fmla="*/ 2560320 h 2601375"/>
                  <a:gd name="connsiteX20-701" fmla="*/ 1011439 w 2601026"/>
                  <a:gd name="connsiteY20-702" fmla="*/ 2213221 h 2601375"/>
                  <a:gd name="connsiteX21-703" fmla="*/ 716591 w 2601026"/>
                  <a:gd name="connsiteY21-704" fmla="*/ 2067664 h 2601375"/>
                  <a:gd name="connsiteX22-705" fmla="*/ 459067 w 2601026"/>
                  <a:gd name="connsiteY22-706" fmla="*/ 2299063 h 2601375"/>
                  <a:gd name="connsiteX23-707" fmla="*/ 164219 w 2601026"/>
                  <a:gd name="connsiteY23-708" fmla="*/ 1955696 h 2601375"/>
                  <a:gd name="connsiteX24-709" fmla="*/ 440405 w 2601026"/>
                  <a:gd name="connsiteY24-710" fmla="*/ 1731761 h 2601375"/>
                  <a:gd name="connsiteX25-711" fmla="*/ 343367 w 2601026"/>
                  <a:gd name="connsiteY25-712" fmla="*/ 1425717 h 2601375"/>
                  <a:gd name="connsiteX26-713" fmla="*/ 0 w 2601026"/>
                  <a:gd name="connsiteY26-714" fmla="*/ 1440646 h 2601375"/>
                  <a:gd name="connsiteX27-715" fmla="*/ 33591 w 2601026"/>
                  <a:gd name="connsiteY27-716" fmla="*/ 974116 h 2601375"/>
                  <a:gd name="connsiteX28-717" fmla="*/ 380689 w 2601026"/>
                  <a:gd name="connsiteY28-718" fmla="*/ 1007706 h 2601375"/>
                  <a:gd name="connsiteX29-719" fmla="*/ 529979 w 2601026"/>
                  <a:gd name="connsiteY29-720" fmla="*/ 724055 h 2601375"/>
                  <a:gd name="connsiteX30-721" fmla="*/ 287383 w 2601026"/>
                  <a:gd name="connsiteY30-722" fmla="*/ 470263 h 2601375"/>
                  <a:gd name="connsiteX31-723" fmla="*/ 630750 w 2601026"/>
                  <a:gd name="connsiteY31-724" fmla="*/ 171683 h 2601375"/>
                  <a:gd name="connsiteX32-725" fmla="*/ 850952 w 2601026"/>
                  <a:gd name="connsiteY32-726" fmla="*/ 447869 h 2601375"/>
                  <a:gd name="connsiteX0-727" fmla="*/ 850952 w 2601026"/>
                  <a:gd name="connsiteY0-728" fmla="*/ 447869 h 2601375"/>
                  <a:gd name="connsiteX1-729" fmla="*/ 1160729 w 2601026"/>
                  <a:gd name="connsiteY1-730" fmla="*/ 354563 h 2601375"/>
                  <a:gd name="connsiteX2-731" fmla="*/ 1164461 w 2601026"/>
                  <a:gd name="connsiteY2-732" fmla="*/ 0 h 2601375"/>
                  <a:gd name="connsiteX3-733" fmla="*/ 1645920 w 2601026"/>
                  <a:gd name="connsiteY3-734" fmla="*/ 41055 h 2601375"/>
                  <a:gd name="connsiteX4-735" fmla="*/ 1582472 w 2601026"/>
                  <a:gd name="connsiteY4-736" fmla="*/ 388153 h 2601375"/>
                  <a:gd name="connsiteX5-737" fmla="*/ 1884784 w 2601026"/>
                  <a:gd name="connsiteY5-738" fmla="*/ 537443 h 2601375"/>
                  <a:gd name="connsiteX6-739" fmla="*/ 2142309 w 2601026"/>
                  <a:gd name="connsiteY6-740" fmla="*/ 298579 h 2601375"/>
                  <a:gd name="connsiteX7-741" fmla="*/ 2429692 w 2601026"/>
                  <a:gd name="connsiteY7-742" fmla="*/ 656875 h 2601375"/>
                  <a:gd name="connsiteX8-743" fmla="*/ 2146041 w 2601026"/>
                  <a:gd name="connsiteY8-744" fmla="*/ 850952 h 2601375"/>
                  <a:gd name="connsiteX9-745" fmla="*/ 2246812 w 2601026"/>
                  <a:gd name="connsiteY9-746" fmla="*/ 1194318 h 2601375"/>
                  <a:gd name="connsiteX10-747" fmla="*/ 2597643 w 2601026"/>
                  <a:gd name="connsiteY10-748" fmla="*/ 1160728 h 2601375"/>
                  <a:gd name="connsiteX11-749" fmla="*/ 2556588 w 2601026"/>
                  <a:gd name="connsiteY11-750" fmla="*/ 1645920 h 2601375"/>
                  <a:gd name="connsiteX12-751" fmla="*/ 2209489 w 2601026"/>
                  <a:gd name="connsiteY12-752" fmla="*/ 1593668 h 2601375"/>
                  <a:gd name="connsiteX13-753" fmla="*/ 2052735 w 2601026"/>
                  <a:gd name="connsiteY13-754" fmla="*/ 1877319 h 2601375"/>
                  <a:gd name="connsiteX14-755" fmla="*/ 2291599 w 2601026"/>
                  <a:gd name="connsiteY14-756" fmla="*/ 2134844 h 2601375"/>
                  <a:gd name="connsiteX15-757" fmla="*/ 1944500 w 2601026"/>
                  <a:gd name="connsiteY15-758" fmla="*/ 2437156 h 2601375"/>
                  <a:gd name="connsiteX16-759" fmla="*/ 1724298 w 2601026"/>
                  <a:gd name="connsiteY16-760" fmla="*/ 2153505 h 2601375"/>
                  <a:gd name="connsiteX17-761" fmla="*/ 1429450 w 2601026"/>
                  <a:gd name="connsiteY17-762" fmla="*/ 2246811 h 2601375"/>
                  <a:gd name="connsiteX18-763" fmla="*/ 1410789 w 2601026"/>
                  <a:gd name="connsiteY18-764" fmla="*/ 2601375 h 2601375"/>
                  <a:gd name="connsiteX19-765" fmla="*/ 944258 w 2601026"/>
                  <a:gd name="connsiteY19-766" fmla="*/ 2560320 h 2601375"/>
                  <a:gd name="connsiteX20-767" fmla="*/ 1011439 w 2601026"/>
                  <a:gd name="connsiteY20-768" fmla="*/ 2213221 h 2601375"/>
                  <a:gd name="connsiteX21-769" fmla="*/ 716591 w 2601026"/>
                  <a:gd name="connsiteY21-770" fmla="*/ 2067664 h 2601375"/>
                  <a:gd name="connsiteX22-771" fmla="*/ 459067 w 2601026"/>
                  <a:gd name="connsiteY22-772" fmla="*/ 2299063 h 2601375"/>
                  <a:gd name="connsiteX23-773" fmla="*/ 164219 w 2601026"/>
                  <a:gd name="connsiteY23-774" fmla="*/ 1955696 h 2601375"/>
                  <a:gd name="connsiteX24-775" fmla="*/ 440405 w 2601026"/>
                  <a:gd name="connsiteY24-776" fmla="*/ 1731761 h 2601375"/>
                  <a:gd name="connsiteX25-777" fmla="*/ 343367 w 2601026"/>
                  <a:gd name="connsiteY25-778" fmla="*/ 1425717 h 2601375"/>
                  <a:gd name="connsiteX26-779" fmla="*/ 0 w 2601026"/>
                  <a:gd name="connsiteY26-780" fmla="*/ 1440646 h 2601375"/>
                  <a:gd name="connsiteX27-781" fmla="*/ 33591 w 2601026"/>
                  <a:gd name="connsiteY27-782" fmla="*/ 974116 h 2601375"/>
                  <a:gd name="connsiteX28-783" fmla="*/ 380689 w 2601026"/>
                  <a:gd name="connsiteY28-784" fmla="*/ 1007706 h 2601375"/>
                  <a:gd name="connsiteX29-785" fmla="*/ 529979 w 2601026"/>
                  <a:gd name="connsiteY29-786" fmla="*/ 724055 h 2601375"/>
                  <a:gd name="connsiteX30-787" fmla="*/ 287383 w 2601026"/>
                  <a:gd name="connsiteY30-788" fmla="*/ 470263 h 2601375"/>
                  <a:gd name="connsiteX31-789" fmla="*/ 630750 w 2601026"/>
                  <a:gd name="connsiteY31-790" fmla="*/ 171683 h 2601375"/>
                  <a:gd name="connsiteX32-791" fmla="*/ 850952 w 2601026"/>
                  <a:gd name="connsiteY32-792" fmla="*/ 447869 h 2601375"/>
                  <a:gd name="connsiteX0-793" fmla="*/ 850952 w 2601026"/>
                  <a:gd name="connsiteY0-794" fmla="*/ 447869 h 2601375"/>
                  <a:gd name="connsiteX1-795" fmla="*/ 1160729 w 2601026"/>
                  <a:gd name="connsiteY1-796" fmla="*/ 354563 h 2601375"/>
                  <a:gd name="connsiteX2-797" fmla="*/ 1164461 w 2601026"/>
                  <a:gd name="connsiteY2-798" fmla="*/ 0 h 2601375"/>
                  <a:gd name="connsiteX3-799" fmla="*/ 1645920 w 2601026"/>
                  <a:gd name="connsiteY3-800" fmla="*/ 41055 h 2601375"/>
                  <a:gd name="connsiteX4-801" fmla="*/ 1582472 w 2601026"/>
                  <a:gd name="connsiteY4-802" fmla="*/ 388153 h 2601375"/>
                  <a:gd name="connsiteX5-803" fmla="*/ 1884784 w 2601026"/>
                  <a:gd name="connsiteY5-804" fmla="*/ 537443 h 2601375"/>
                  <a:gd name="connsiteX6-805" fmla="*/ 2142309 w 2601026"/>
                  <a:gd name="connsiteY6-806" fmla="*/ 298579 h 2601375"/>
                  <a:gd name="connsiteX7-807" fmla="*/ 2429692 w 2601026"/>
                  <a:gd name="connsiteY7-808" fmla="*/ 656875 h 2601375"/>
                  <a:gd name="connsiteX8-809" fmla="*/ 2146041 w 2601026"/>
                  <a:gd name="connsiteY8-810" fmla="*/ 850952 h 2601375"/>
                  <a:gd name="connsiteX9-811" fmla="*/ 2246812 w 2601026"/>
                  <a:gd name="connsiteY9-812" fmla="*/ 1194318 h 2601375"/>
                  <a:gd name="connsiteX10-813" fmla="*/ 2597643 w 2601026"/>
                  <a:gd name="connsiteY10-814" fmla="*/ 1160728 h 2601375"/>
                  <a:gd name="connsiteX11-815" fmla="*/ 2556588 w 2601026"/>
                  <a:gd name="connsiteY11-816" fmla="*/ 1645920 h 2601375"/>
                  <a:gd name="connsiteX12-817" fmla="*/ 2209489 w 2601026"/>
                  <a:gd name="connsiteY12-818" fmla="*/ 1593668 h 2601375"/>
                  <a:gd name="connsiteX13-819" fmla="*/ 2056467 w 2601026"/>
                  <a:gd name="connsiteY13-820" fmla="*/ 1877319 h 2601375"/>
                  <a:gd name="connsiteX14-821" fmla="*/ 2291599 w 2601026"/>
                  <a:gd name="connsiteY14-822" fmla="*/ 2134844 h 2601375"/>
                  <a:gd name="connsiteX15-823" fmla="*/ 1944500 w 2601026"/>
                  <a:gd name="connsiteY15-824" fmla="*/ 2437156 h 2601375"/>
                  <a:gd name="connsiteX16-825" fmla="*/ 1724298 w 2601026"/>
                  <a:gd name="connsiteY16-826" fmla="*/ 2153505 h 2601375"/>
                  <a:gd name="connsiteX17-827" fmla="*/ 1429450 w 2601026"/>
                  <a:gd name="connsiteY17-828" fmla="*/ 2246811 h 2601375"/>
                  <a:gd name="connsiteX18-829" fmla="*/ 1410789 w 2601026"/>
                  <a:gd name="connsiteY18-830" fmla="*/ 2601375 h 2601375"/>
                  <a:gd name="connsiteX19-831" fmla="*/ 944258 w 2601026"/>
                  <a:gd name="connsiteY19-832" fmla="*/ 2560320 h 2601375"/>
                  <a:gd name="connsiteX20-833" fmla="*/ 1011439 w 2601026"/>
                  <a:gd name="connsiteY20-834" fmla="*/ 2213221 h 2601375"/>
                  <a:gd name="connsiteX21-835" fmla="*/ 716591 w 2601026"/>
                  <a:gd name="connsiteY21-836" fmla="*/ 2067664 h 2601375"/>
                  <a:gd name="connsiteX22-837" fmla="*/ 459067 w 2601026"/>
                  <a:gd name="connsiteY22-838" fmla="*/ 2299063 h 2601375"/>
                  <a:gd name="connsiteX23-839" fmla="*/ 164219 w 2601026"/>
                  <a:gd name="connsiteY23-840" fmla="*/ 1955696 h 2601375"/>
                  <a:gd name="connsiteX24-841" fmla="*/ 440405 w 2601026"/>
                  <a:gd name="connsiteY24-842" fmla="*/ 1731761 h 2601375"/>
                  <a:gd name="connsiteX25-843" fmla="*/ 343367 w 2601026"/>
                  <a:gd name="connsiteY25-844" fmla="*/ 1425717 h 2601375"/>
                  <a:gd name="connsiteX26-845" fmla="*/ 0 w 2601026"/>
                  <a:gd name="connsiteY26-846" fmla="*/ 1440646 h 2601375"/>
                  <a:gd name="connsiteX27-847" fmla="*/ 33591 w 2601026"/>
                  <a:gd name="connsiteY27-848" fmla="*/ 974116 h 2601375"/>
                  <a:gd name="connsiteX28-849" fmla="*/ 380689 w 2601026"/>
                  <a:gd name="connsiteY28-850" fmla="*/ 1007706 h 2601375"/>
                  <a:gd name="connsiteX29-851" fmla="*/ 529979 w 2601026"/>
                  <a:gd name="connsiteY29-852" fmla="*/ 724055 h 2601375"/>
                  <a:gd name="connsiteX30-853" fmla="*/ 287383 w 2601026"/>
                  <a:gd name="connsiteY30-854" fmla="*/ 470263 h 2601375"/>
                  <a:gd name="connsiteX31-855" fmla="*/ 630750 w 2601026"/>
                  <a:gd name="connsiteY31-856" fmla="*/ 171683 h 2601375"/>
                  <a:gd name="connsiteX32-857" fmla="*/ 850952 w 2601026"/>
                  <a:gd name="connsiteY32-858" fmla="*/ 447869 h 2601375"/>
                  <a:gd name="connsiteX0-859" fmla="*/ 850952 w 2601026"/>
                  <a:gd name="connsiteY0-860" fmla="*/ 447869 h 2601375"/>
                  <a:gd name="connsiteX1-861" fmla="*/ 1160729 w 2601026"/>
                  <a:gd name="connsiteY1-862" fmla="*/ 354563 h 2601375"/>
                  <a:gd name="connsiteX2-863" fmla="*/ 1164461 w 2601026"/>
                  <a:gd name="connsiteY2-864" fmla="*/ 0 h 2601375"/>
                  <a:gd name="connsiteX3-865" fmla="*/ 1645920 w 2601026"/>
                  <a:gd name="connsiteY3-866" fmla="*/ 41055 h 2601375"/>
                  <a:gd name="connsiteX4-867" fmla="*/ 1582472 w 2601026"/>
                  <a:gd name="connsiteY4-868" fmla="*/ 388153 h 2601375"/>
                  <a:gd name="connsiteX5-869" fmla="*/ 1884784 w 2601026"/>
                  <a:gd name="connsiteY5-870" fmla="*/ 537443 h 2601375"/>
                  <a:gd name="connsiteX6-871" fmla="*/ 2142309 w 2601026"/>
                  <a:gd name="connsiteY6-872" fmla="*/ 298579 h 2601375"/>
                  <a:gd name="connsiteX7-873" fmla="*/ 2429692 w 2601026"/>
                  <a:gd name="connsiteY7-874" fmla="*/ 656875 h 2601375"/>
                  <a:gd name="connsiteX8-875" fmla="*/ 2146041 w 2601026"/>
                  <a:gd name="connsiteY8-876" fmla="*/ 850952 h 2601375"/>
                  <a:gd name="connsiteX9-877" fmla="*/ 2246812 w 2601026"/>
                  <a:gd name="connsiteY9-878" fmla="*/ 1194318 h 2601375"/>
                  <a:gd name="connsiteX10-879" fmla="*/ 2597643 w 2601026"/>
                  <a:gd name="connsiteY10-880" fmla="*/ 1160728 h 2601375"/>
                  <a:gd name="connsiteX11-881" fmla="*/ 2556588 w 2601026"/>
                  <a:gd name="connsiteY11-882" fmla="*/ 1645920 h 2601375"/>
                  <a:gd name="connsiteX12-883" fmla="*/ 2209489 w 2601026"/>
                  <a:gd name="connsiteY12-884" fmla="*/ 1593668 h 2601375"/>
                  <a:gd name="connsiteX13-885" fmla="*/ 2056467 w 2601026"/>
                  <a:gd name="connsiteY13-886" fmla="*/ 1877319 h 2601375"/>
                  <a:gd name="connsiteX14-887" fmla="*/ 2291599 w 2601026"/>
                  <a:gd name="connsiteY14-888" fmla="*/ 2134844 h 2601375"/>
                  <a:gd name="connsiteX15-889" fmla="*/ 1944500 w 2601026"/>
                  <a:gd name="connsiteY15-890" fmla="*/ 2437156 h 2601375"/>
                  <a:gd name="connsiteX16-891" fmla="*/ 1724298 w 2601026"/>
                  <a:gd name="connsiteY16-892" fmla="*/ 2153505 h 2601375"/>
                  <a:gd name="connsiteX17-893" fmla="*/ 1429450 w 2601026"/>
                  <a:gd name="connsiteY17-894" fmla="*/ 2246811 h 2601375"/>
                  <a:gd name="connsiteX18-895" fmla="*/ 1410789 w 2601026"/>
                  <a:gd name="connsiteY18-896" fmla="*/ 2601375 h 2601375"/>
                  <a:gd name="connsiteX19-897" fmla="*/ 944258 w 2601026"/>
                  <a:gd name="connsiteY19-898" fmla="*/ 2560320 h 2601375"/>
                  <a:gd name="connsiteX20-899" fmla="*/ 1011439 w 2601026"/>
                  <a:gd name="connsiteY20-900" fmla="*/ 2213221 h 2601375"/>
                  <a:gd name="connsiteX21-901" fmla="*/ 716591 w 2601026"/>
                  <a:gd name="connsiteY21-902" fmla="*/ 2067664 h 2601375"/>
                  <a:gd name="connsiteX22-903" fmla="*/ 459067 w 2601026"/>
                  <a:gd name="connsiteY22-904" fmla="*/ 2299063 h 2601375"/>
                  <a:gd name="connsiteX23-905" fmla="*/ 164219 w 2601026"/>
                  <a:gd name="connsiteY23-906" fmla="*/ 1955696 h 2601375"/>
                  <a:gd name="connsiteX24-907" fmla="*/ 440405 w 2601026"/>
                  <a:gd name="connsiteY24-908" fmla="*/ 1731761 h 2601375"/>
                  <a:gd name="connsiteX25-909" fmla="*/ 343367 w 2601026"/>
                  <a:gd name="connsiteY25-910" fmla="*/ 1425717 h 2601375"/>
                  <a:gd name="connsiteX26-911" fmla="*/ 0 w 2601026"/>
                  <a:gd name="connsiteY26-912" fmla="*/ 1440646 h 2601375"/>
                  <a:gd name="connsiteX27-913" fmla="*/ 33591 w 2601026"/>
                  <a:gd name="connsiteY27-914" fmla="*/ 974116 h 2601375"/>
                  <a:gd name="connsiteX28-915" fmla="*/ 380689 w 2601026"/>
                  <a:gd name="connsiteY28-916" fmla="*/ 1007706 h 2601375"/>
                  <a:gd name="connsiteX29-917" fmla="*/ 529979 w 2601026"/>
                  <a:gd name="connsiteY29-918" fmla="*/ 724055 h 2601375"/>
                  <a:gd name="connsiteX30-919" fmla="*/ 287383 w 2601026"/>
                  <a:gd name="connsiteY30-920" fmla="*/ 470263 h 2601375"/>
                  <a:gd name="connsiteX31-921" fmla="*/ 630750 w 2601026"/>
                  <a:gd name="connsiteY31-922" fmla="*/ 171683 h 2601375"/>
                  <a:gd name="connsiteX32-923" fmla="*/ 850952 w 2601026"/>
                  <a:gd name="connsiteY32-924" fmla="*/ 447869 h 2601375"/>
                  <a:gd name="connsiteX0-925" fmla="*/ 850952 w 2601026"/>
                  <a:gd name="connsiteY0-926" fmla="*/ 447869 h 2601375"/>
                  <a:gd name="connsiteX1-927" fmla="*/ 1160729 w 2601026"/>
                  <a:gd name="connsiteY1-928" fmla="*/ 354563 h 2601375"/>
                  <a:gd name="connsiteX2-929" fmla="*/ 1164461 w 2601026"/>
                  <a:gd name="connsiteY2-930" fmla="*/ 0 h 2601375"/>
                  <a:gd name="connsiteX3-931" fmla="*/ 1645920 w 2601026"/>
                  <a:gd name="connsiteY3-932" fmla="*/ 41055 h 2601375"/>
                  <a:gd name="connsiteX4-933" fmla="*/ 1582472 w 2601026"/>
                  <a:gd name="connsiteY4-934" fmla="*/ 388153 h 2601375"/>
                  <a:gd name="connsiteX5-935" fmla="*/ 1884784 w 2601026"/>
                  <a:gd name="connsiteY5-936" fmla="*/ 537443 h 2601375"/>
                  <a:gd name="connsiteX6-937" fmla="*/ 2142309 w 2601026"/>
                  <a:gd name="connsiteY6-938" fmla="*/ 298579 h 2601375"/>
                  <a:gd name="connsiteX7-939" fmla="*/ 2429692 w 2601026"/>
                  <a:gd name="connsiteY7-940" fmla="*/ 656875 h 2601375"/>
                  <a:gd name="connsiteX8-941" fmla="*/ 2146041 w 2601026"/>
                  <a:gd name="connsiteY8-942" fmla="*/ 850952 h 2601375"/>
                  <a:gd name="connsiteX9-943" fmla="*/ 2246812 w 2601026"/>
                  <a:gd name="connsiteY9-944" fmla="*/ 1194318 h 2601375"/>
                  <a:gd name="connsiteX10-945" fmla="*/ 2597643 w 2601026"/>
                  <a:gd name="connsiteY10-946" fmla="*/ 1160728 h 2601375"/>
                  <a:gd name="connsiteX11-947" fmla="*/ 2556588 w 2601026"/>
                  <a:gd name="connsiteY11-948" fmla="*/ 1645920 h 2601375"/>
                  <a:gd name="connsiteX12-949" fmla="*/ 2209489 w 2601026"/>
                  <a:gd name="connsiteY12-950" fmla="*/ 1593668 h 2601375"/>
                  <a:gd name="connsiteX13-951" fmla="*/ 2056467 w 2601026"/>
                  <a:gd name="connsiteY13-952" fmla="*/ 1877319 h 2601375"/>
                  <a:gd name="connsiteX14-953" fmla="*/ 2291599 w 2601026"/>
                  <a:gd name="connsiteY14-954" fmla="*/ 2134844 h 2601375"/>
                  <a:gd name="connsiteX15-955" fmla="*/ 1944500 w 2601026"/>
                  <a:gd name="connsiteY15-956" fmla="*/ 2437156 h 2601375"/>
                  <a:gd name="connsiteX16-957" fmla="*/ 1724298 w 2601026"/>
                  <a:gd name="connsiteY16-958" fmla="*/ 2153505 h 2601375"/>
                  <a:gd name="connsiteX17-959" fmla="*/ 1429450 w 2601026"/>
                  <a:gd name="connsiteY17-960" fmla="*/ 2246811 h 2601375"/>
                  <a:gd name="connsiteX18-961" fmla="*/ 1410789 w 2601026"/>
                  <a:gd name="connsiteY18-962" fmla="*/ 2601375 h 2601375"/>
                  <a:gd name="connsiteX19-963" fmla="*/ 944258 w 2601026"/>
                  <a:gd name="connsiteY19-964" fmla="*/ 2560320 h 2601375"/>
                  <a:gd name="connsiteX20-965" fmla="*/ 1011439 w 2601026"/>
                  <a:gd name="connsiteY20-966" fmla="*/ 2213221 h 2601375"/>
                  <a:gd name="connsiteX21-967" fmla="*/ 716591 w 2601026"/>
                  <a:gd name="connsiteY21-968" fmla="*/ 2067664 h 2601375"/>
                  <a:gd name="connsiteX22-969" fmla="*/ 459067 w 2601026"/>
                  <a:gd name="connsiteY22-970" fmla="*/ 2299063 h 2601375"/>
                  <a:gd name="connsiteX23-971" fmla="*/ 164219 w 2601026"/>
                  <a:gd name="connsiteY23-972" fmla="*/ 1955696 h 2601375"/>
                  <a:gd name="connsiteX24-973" fmla="*/ 440405 w 2601026"/>
                  <a:gd name="connsiteY24-974" fmla="*/ 1731761 h 2601375"/>
                  <a:gd name="connsiteX25-975" fmla="*/ 343367 w 2601026"/>
                  <a:gd name="connsiteY25-976" fmla="*/ 1425717 h 2601375"/>
                  <a:gd name="connsiteX26-977" fmla="*/ 0 w 2601026"/>
                  <a:gd name="connsiteY26-978" fmla="*/ 1440646 h 2601375"/>
                  <a:gd name="connsiteX27-979" fmla="*/ 33591 w 2601026"/>
                  <a:gd name="connsiteY27-980" fmla="*/ 974116 h 2601375"/>
                  <a:gd name="connsiteX28-981" fmla="*/ 380689 w 2601026"/>
                  <a:gd name="connsiteY28-982" fmla="*/ 1007706 h 2601375"/>
                  <a:gd name="connsiteX29-983" fmla="*/ 529979 w 2601026"/>
                  <a:gd name="connsiteY29-984" fmla="*/ 724055 h 2601375"/>
                  <a:gd name="connsiteX30-985" fmla="*/ 287383 w 2601026"/>
                  <a:gd name="connsiteY30-986" fmla="*/ 470263 h 2601375"/>
                  <a:gd name="connsiteX31-987" fmla="*/ 630750 w 2601026"/>
                  <a:gd name="connsiteY31-988" fmla="*/ 171683 h 2601375"/>
                  <a:gd name="connsiteX32-989" fmla="*/ 850952 w 2601026"/>
                  <a:gd name="connsiteY32-990" fmla="*/ 447869 h 2601375"/>
                  <a:gd name="connsiteX0-991" fmla="*/ 850952 w 2601026"/>
                  <a:gd name="connsiteY0-992" fmla="*/ 447869 h 2601375"/>
                  <a:gd name="connsiteX1-993" fmla="*/ 1160729 w 2601026"/>
                  <a:gd name="connsiteY1-994" fmla="*/ 354563 h 2601375"/>
                  <a:gd name="connsiteX2-995" fmla="*/ 1164461 w 2601026"/>
                  <a:gd name="connsiteY2-996" fmla="*/ 0 h 2601375"/>
                  <a:gd name="connsiteX3-997" fmla="*/ 1645920 w 2601026"/>
                  <a:gd name="connsiteY3-998" fmla="*/ 41055 h 2601375"/>
                  <a:gd name="connsiteX4-999" fmla="*/ 1582472 w 2601026"/>
                  <a:gd name="connsiteY4-1000" fmla="*/ 388153 h 2601375"/>
                  <a:gd name="connsiteX5-1001" fmla="*/ 1884784 w 2601026"/>
                  <a:gd name="connsiteY5-1002" fmla="*/ 537443 h 2601375"/>
                  <a:gd name="connsiteX6-1003" fmla="*/ 2142309 w 2601026"/>
                  <a:gd name="connsiteY6-1004" fmla="*/ 298579 h 2601375"/>
                  <a:gd name="connsiteX7-1005" fmla="*/ 2429692 w 2601026"/>
                  <a:gd name="connsiteY7-1006" fmla="*/ 656875 h 2601375"/>
                  <a:gd name="connsiteX8-1007" fmla="*/ 2146041 w 2601026"/>
                  <a:gd name="connsiteY8-1008" fmla="*/ 850952 h 2601375"/>
                  <a:gd name="connsiteX9-1009" fmla="*/ 2246812 w 2601026"/>
                  <a:gd name="connsiteY9-1010" fmla="*/ 1194318 h 2601375"/>
                  <a:gd name="connsiteX10-1011" fmla="*/ 2597643 w 2601026"/>
                  <a:gd name="connsiteY10-1012" fmla="*/ 1160728 h 2601375"/>
                  <a:gd name="connsiteX11-1013" fmla="*/ 2556588 w 2601026"/>
                  <a:gd name="connsiteY11-1014" fmla="*/ 1645920 h 2601375"/>
                  <a:gd name="connsiteX12-1015" fmla="*/ 2209489 w 2601026"/>
                  <a:gd name="connsiteY12-1016" fmla="*/ 1593668 h 2601375"/>
                  <a:gd name="connsiteX13-1017" fmla="*/ 2056467 w 2601026"/>
                  <a:gd name="connsiteY13-1018" fmla="*/ 1877319 h 2601375"/>
                  <a:gd name="connsiteX14-1019" fmla="*/ 2291599 w 2601026"/>
                  <a:gd name="connsiteY14-1020" fmla="*/ 2134844 h 2601375"/>
                  <a:gd name="connsiteX15-1021" fmla="*/ 1944500 w 2601026"/>
                  <a:gd name="connsiteY15-1022" fmla="*/ 2437156 h 2601375"/>
                  <a:gd name="connsiteX16-1023" fmla="*/ 1724298 w 2601026"/>
                  <a:gd name="connsiteY16-1024" fmla="*/ 2153505 h 2601375"/>
                  <a:gd name="connsiteX17-1025" fmla="*/ 1429450 w 2601026"/>
                  <a:gd name="connsiteY17-1026" fmla="*/ 2246811 h 2601375"/>
                  <a:gd name="connsiteX18-1027" fmla="*/ 1410789 w 2601026"/>
                  <a:gd name="connsiteY18-1028" fmla="*/ 2601375 h 2601375"/>
                  <a:gd name="connsiteX19-1029" fmla="*/ 944258 w 2601026"/>
                  <a:gd name="connsiteY19-1030" fmla="*/ 2560320 h 2601375"/>
                  <a:gd name="connsiteX20-1031" fmla="*/ 1011439 w 2601026"/>
                  <a:gd name="connsiteY20-1032" fmla="*/ 2213221 h 2601375"/>
                  <a:gd name="connsiteX21-1033" fmla="*/ 716591 w 2601026"/>
                  <a:gd name="connsiteY21-1034" fmla="*/ 2067664 h 2601375"/>
                  <a:gd name="connsiteX22-1035" fmla="*/ 459067 w 2601026"/>
                  <a:gd name="connsiteY22-1036" fmla="*/ 2299063 h 2601375"/>
                  <a:gd name="connsiteX23-1037" fmla="*/ 164219 w 2601026"/>
                  <a:gd name="connsiteY23-1038" fmla="*/ 1955696 h 2601375"/>
                  <a:gd name="connsiteX24-1039" fmla="*/ 440405 w 2601026"/>
                  <a:gd name="connsiteY24-1040" fmla="*/ 1731761 h 2601375"/>
                  <a:gd name="connsiteX25-1041" fmla="*/ 343367 w 2601026"/>
                  <a:gd name="connsiteY25-1042" fmla="*/ 1425717 h 2601375"/>
                  <a:gd name="connsiteX26-1043" fmla="*/ 0 w 2601026"/>
                  <a:gd name="connsiteY26-1044" fmla="*/ 1440646 h 2601375"/>
                  <a:gd name="connsiteX27-1045" fmla="*/ 33591 w 2601026"/>
                  <a:gd name="connsiteY27-1046" fmla="*/ 974116 h 2601375"/>
                  <a:gd name="connsiteX28-1047" fmla="*/ 380689 w 2601026"/>
                  <a:gd name="connsiteY28-1048" fmla="*/ 1007706 h 2601375"/>
                  <a:gd name="connsiteX29-1049" fmla="*/ 529979 w 2601026"/>
                  <a:gd name="connsiteY29-1050" fmla="*/ 724055 h 2601375"/>
                  <a:gd name="connsiteX30-1051" fmla="*/ 287383 w 2601026"/>
                  <a:gd name="connsiteY30-1052" fmla="*/ 470263 h 2601375"/>
                  <a:gd name="connsiteX31-1053" fmla="*/ 630750 w 2601026"/>
                  <a:gd name="connsiteY31-1054" fmla="*/ 171683 h 2601375"/>
                  <a:gd name="connsiteX32-1055" fmla="*/ 850952 w 2601026"/>
                  <a:gd name="connsiteY32-1056" fmla="*/ 447869 h 2601375"/>
                  <a:gd name="connsiteX0-1057" fmla="*/ 850952 w 2601026"/>
                  <a:gd name="connsiteY0-1058" fmla="*/ 447869 h 2604925"/>
                  <a:gd name="connsiteX1-1059" fmla="*/ 1160729 w 2601026"/>
                  <a:gd name="connsiteY1-1060" fmla="*/ 354563 h 2604925"/>
                  <a:gd name="connsiteX2-1061" fmla="*/ 1164461 w 2601026"/>
                  <a:gd name="connsiteY2-1062" fmla="*/ 0 h 2604925"/>
                  <a:gd name="connsiteX3-1063" fmla="*/ 1645920 w 2601026"/>
                  <a:gd name="connsiteY3-1064" fmla="*/ 41055 h 2604925"/>
                  <a:gd name="connsiteX4-1065" fmla="*/ 1582472 w 2601026"/>
                  <a:gd name="connsiteY4-1066" fmla="*/ 388153 h 2604925"/>
                  <a:gd name="connsiteX5-1067" fmla="*/ 1884784 w 2601026"/>
                  <a:gd name="connsiteY5-1068" fmla="*/ 537443 h 2604925"/>
                  <a:gd name="connsiteX6-1069" fmla="*/ 2142309 w 2601026"/>
                  <a:gd name="connsiteY6-1070" fmla="*/ 298579 h 2604925"/>
                  <a:gd name="connsiteX7-1071" fmla="*/ 2429692 w 2601026"/>
                  <a:gd name="connsiteY7-1072" fmla="*/ 656875 h 2604925"/>
                  <a:gd name="connsiteX8-1073" fmla="*/ 2146041 w 2601026"/>
                  <a:gd name="connsiteY8-1074" fmla="*/ 850952 h 2604925"/>
                  <a:gd name="connsiteX9-1075" fmla="*/ 2246812 w 2601026"/>
                  <a:gd name="connsiteY9-1076" fmla="*/ 1194318 h 2604925"/>
                  <a:gd name="connsiteX10-1077" fmla="*/ 2597643 w 2601026"/>
                  <a:gd name="connsiteY10-1078" fmla="*/ 1160728 h 2604925"/>
                  <a:gd name="connsiteX11-1079" fmla="*/ 2556588 w 2601026"/>
                  <a:gd name="connsiteY11-1080" fmla="*/ 1645920 h 2604925"/>
                  <a:gd name="connsiteX12-1081" fmla="*/ 2209489 w 2601026"/>
                  <a:gd name="connsiteY12-1082" fmla="*/ 1593668 h 2604925"/>
                  <a:gd name="connsiteX13-1083" fmla="*/ 2056467 w 2601026"/>
                  <a:gd name="connsiteY13-1084" fmla="*/ 1877319 h 2604925"/>
                  <a:gd name="connsiteX14-1085" fmla="*/ 2291599 w 2601026"/>
                  <a:gd name="connsiteY14-1086" fmla="*/ 2134844 h 2604925"/>
                  <a:gd name="connsiteX15-1087" fmla="*/ 1944500 w 2601026"/>
                  <a:gd name="connsiteY15-1088" fmla="*/ 2437156 h 2604925"/>
                  <a:gd name="connsiteX16-1089" fmla="*/ 1724298 w 2601026"/>
                  <a:gd name="connsiteY16-1090" fmla="*/ 2153505 h 2604925"/>
                  <a:gd name="connsiteX17-1091" fmla="*/ 1429450 w 2601026"/>
                  <a:gd name="connsiteY17-1092" fmla="*/ 2246811 h 2604925"/>
                  <a:gd name="connsiteX18-1093" fmla="*/ 1410789 w 2601026"/>
                  <a:gd name="connsiteY18-1094" fmla="*/ 2601375 h 2604925"/>
                  <a:gd name="connsiteX19-1095" fmla="*/ 944258 w 2601026"/>
                  <a:gd name="connsiteY19-1096" fmla="*/ 2560320 h 2604925"/>
                  <a:gd name="connsiteX20-1097" fmla="*/ 1011439 w 2601026"/>
                  <a:gd name="connsiteY20-1098" fmla="*/ 2213221 h 2604925"/>
                  <a:gd name="connsiteX21-1099" fmla="*/ 716591 w 2601026"/>
                  <a:gd name="connsiteY21-1100" fmla="*/ 2067664 h 2604925"/>
                  <a:gd name="connsiteX22-1101" fmla="*/ 459067 w 2601026"/>
                  <a:gd name="connsiteY22-1102" fmla="*/ 2299063 h 2604925"/>
                  <a:gd name="connsiteX23-1103" fmla="*/ 164219 w 2601026"/>
                  <a:gd name="connsiteY23-1104" fmla="*/ 1955696 h 2604925"/>
                  <a:gd name="connsiteX24-1105" fmla="*/ 440405 w 2601026"/>
                  <a:gd name="connsiteY24-1106" fmla="*/ 1731761 h 2604925"/>
                  <a:gd name="connsiteX25-1107" fmla="*/ 343367 w 2601026"/>
                  <a:gd name="connsiteY25-1108" fmla="*/ 1425717 h 2604925"/>
                  <a:gd name="connsiteX26-1109" fmla="*/ 0 w 2601026"/>
                  <a:gd name="connsiteY26-1110" fmla="*/ 1440646 h 2604925"/>
                  <a:gd name="connsiteX27-1111" fmla="*/ 33591 w 2601026"/>
                  <a:gd name="connsiteY27-1112" fmla="*/ 974116 h 2604925"/>
                  <a:gd name="connsiteX28-1113" fmla="*/ 380689 w 2601026"/>
                  <a:gd name="connsiteY28-1114" fmla="*/ 1007706 h 2604925"/>
                  <a:gd name="connsiteX29-1115" fmla="*/ 529979 w 2601026"/>
                  <a:gd name="connsiteY29-1116" fmla="*/ 724055 h 2604925"/>
                  <a:gd name="connsiteX30-1117" fmla="*/ 287383 w 2601026"/>
                  <a:gd name="connsiteY30-1118" fmla="*/ 470263 h 2604925"/>
                  <a:gd name="connsiteX31-1119" fmla="*/ 630750 w 2601026"/>
                  <a:gd name="connsiteY31-1120" fmla="*/ 171683 h 2604925"/>
                  <a:gd name="connsiteX32-1121" fmla="*/ 850952 w 2601026"/>
                  <a:gd name="connsiteY32-1122" fmla="*/ 447869 h 2604925"/>
                  <a:gd name="connsiteX0-1123" fmla="*/ 850952 w 2601026"/>
                  <a:gd name="connsiteY0-1124" fmla="*/ 447869 h 2607945"/>
                  <a:gd name="connsiteX1-1125" fmla="*/ 1160729 w 2601026"/>
                  <a:gd name="connsiteY1-1126" fmla="*/ 354563 h 2607945"/>
                  <a:gd name="connsiteX2-1127" fmla="*/ 1164461 w 2601026"/>
                  <a:gd name="connsiteY2-1128" fmla="*/ 0 h 2607945"/>
                  <a:gd name="connsiteX3-1129" fmla="*/ 1645920 w 2601026"/>
                  <a:gd name="connsiteY3-1130" fmla="*/ 41055 h 2607945"/>
                  <a:gd name="connsiteX4-1131" fmla="*/ 1582472 w 2601026"/>
                  <a:gd name="connsiteY4-1132" fmla="*/ 388153 h 2607945"/>
                  <a:gd name="connsiteX5-1133" fmla="*/ 1884784 w 2601026"/>
                  <a:gd name="connsiteY5-1134" fmla="*/ 537443 h 2607945"/>
                  <a:gd name="connsiteX6-1135" fmla="*/ 2142309 w 2601026"/>
                  <a:gd name="connsiteY6-1136" fmla="*/ 298579 h 2607945"/>
                  <a:gd name="connsiteX7-1137" fmla="*/ 2429692 w 2601026"/>
                  <a:gd name="connsiteY7-1138" fmla="*/ 656875 h 2607945"/>
                  <a:gd name="connsiteX8-1139" fmla="*/ 2146041 w 2601026"/>
                  <a:gd name="connsiteY8-1140" fmla="*/ 850952 h 2607945"/>
                  <a:gd name="connsiteX9-1141" fmla="*/ 2246812 w 2601026"/>
                  <a:gd name="connsiteY9-1142" fmla="*/ 1194318 h 2607945"/>
                  <a:gd name="connsiteX10-1143" fmla="*/ 2597643 w 2601026"/>
                  <a:gd name="connsiteY10-1144" fmla="*/ 1160728 h 2607945"/>
                  <a:gd name="connsiteX11-1145" fmla="*/ 2556588 w 2601026"/>
                  <a:gd name="connsiteY11-1146" fmla="*/ 1645920 h 2607945"/>
                  <a:gd name="connsiteX12-1147" fmla="*/ 2209489 w 2601026"/>
                  <a:gd name="connsiteY12-1148" fmla="*/ 1593668 h 2607945"/>
                  <a:gd name="connsiteX13-1149" fmla="*/ 2056467 w 2601026"/>
                  <a:gd name="connsiteY13-1150" fmla="*/ 1877319 h 2607945"/>
                  <a:gd name="connsiteX14-1151" fmla="*/ 2291599 w 2601026"/>
                  <a:gd name="connsiteY14-1152" fmla="*/ 2134844 h 2607945"/>
                  <a:gd name="connsiteX15-1153" fmla="*/ 1944500 w 2601026"/>
                  <a:gd name="connsiteY15-1154" fmla="*/ 2437156 h 2607945"/>
                  <a:gd name="connsiteX16-1155" fmla="*/ 1724298 w 2601026"/>
                  <a:gd name="connsiteY16-1156" fmla="*/ 2153505 h 2607945"/>
                  <a:gd name="connsiteX17-1157" fmla="*/ 1429450 w 2601026"/>
                  <a:gd name="connsiteY17-1158" fmla="*/ 2246811 h 2607945"/>
                  <a:gd name="connsiteX18-1159" fmla="*/ 1410789 w 2601026"/>
                  <a:gd name="connsiteY18-1160" fmla="*/ 2601375 h 2607945"/>
                  <a:gd name="connsiteX19-1161" fmla="*/ 944258 w 2601026"/>
                  <a:gd name="connsiteY19-1162" fmla="*/ 2560320 h 2607945"/>
                  <a:gd name="connsiteX20-1163" fmla="*/ 1011439 w 2601026"/>
                  <a:gd name="connsiteY20-1164" fmla="*/ 2213221 h 2607945"/>
                  <a:gd name="connsiteX21-1165" fmla="*/ 716591 w 2601026"/>
                  <a:gd name="connsiteY21-1166" fmla="*/ 2067664 h 2607945"/>
                  <a:gd name="connsiteX22-1167" fmla="*/ 459067 w 2601026"/>
                  <a:gd name="connsiteY22-1168" fmla="*/ 2299063 h 2607945"/>
                  <a:gd name="connsiteX23-1169" fmla="*/ 164219 w 2601026"/>
                  <a:gd name="connsiteY23-1170" fmla="*/ 1955696 h 2607945"/>
                  <a:gd name="connsiteX24-1171" fmla="*/ 440405 w 2601026"/>
                  <a:gd name="connsiteY24-1172" fmla="*/ 1731761 h 2607945"/>
                  <a:gd name="connsiteX25-1173" fmla="*/ 343367 w 2601026"/>
                  <a:gd name="connsiteY25-1174" fmla="*/ 1425717 h 2607945"/>
                  <a:gd name="connsiteX26-1175" fmla="*/ 0 w 2601026"/>
                  <a:gd name="connsiteY26-1176" fmla="*/ 1440646 h 2607945"/>
                  <a:gd name="connsiteX27-1177" fmla="*/ 33591 w 2601026"/>
                  <a:gd name="connsiteY27-1178" fmla="*/ 974116 h 2607945"/>
                  <a:gd name="connsiteX28-1179" fmla="*/ 380689 w 2601026"/>
                  <a:gd name="connsiteY28-1180" fmla="*/ 1007706 h 2607945"/>
                  <a:gd name="connsiteX29-1181" fmla="*/ 529979 w 2601026"/>
                  <a:gd name="connsiteY29-1182" fmla="*/ 724055 h 2607945"/>
                  <a:gd name="connsiteX30-1183" fmla="*/ 287383 w 2601026"/>
                  <a:gd name="connsiteY30-1184" fmla="*/ 470263 h 2607945"/>
                  <a:gd name="connsiteX31-1185" fmla="*/ 630750 w 2601026"/>
                  <a:gd name="connsiteY31-1186" fmla="*/ 171683 h 2607945"/>
                  <a:gd name="connsiteX32-1187" fmla="*/ 850952 w 2601026"/>
                  <a:gd name="connsiteY32-1188" fmla="*/ 447869 h 2607945"/>
                  <a:gd name="connsiteX0-1189" fmla="*/ 850952 w 2601026"/>
                  <a:gd name="connsiteY0-1190" fmla="*/ 447869 h 2607945"/>
                  <a:gd name="connsiteX1-1191" fmla="*/ 1160729 w 2601026"/>
                  <a:gd name="connsiteY1-1192" fmla="*/ 354563 h 2607945"/>
                  <a:gd name="connsiteX2-1193" fmla="*/ 1164461 w 2601026"/>
                  <a:gd name="connsiteY2-1194" fmla="*/ 0 h 2607945"/>
                  <a:gd name="connsiteX3-1195" fmla="*/ 1645920 w 2601026"/>
                  <a:gd name="connsiteY3-1196" fmla="*/ 41055 h 2607945"/>
                  <a:gd name="connsiteX4-1197" fmla="*/ 1582472 w 2601026"/>
                  <a:gd name="connsiteY4-1198" fmla="*/ 388153 h 2607945"/>
                  <a:gd name="connsiteX5-1199" fmla="*/ 1884784 w 2601026"/>
                  <a:gd name="connsiteY5-1200" fmla="*/ 537443 h 2607945"/>
                  <a:gd name="connsiteX6-1201" fmla="*/ 2142309 w 2601026"/>
                  <a:gd name="connsiteY6-1202" fmla="*/ 298579 h 2607945"/>
                  <a:gd name="connsiteX7-1203" fmla="*/ 2429692 w 2601026"/>
                  <a:gd name="connsiteY7-1204" fmla="*/ 656875 h 2607945"/>
                  <a:gd name="connsiteX8-1205" fmla="*/ 2146041 w 2601026"/>
                  <a:gd name="connsiteY8-1206" fmla="*/ 850952 h 2607945"/>
                  <a:gd name="connsiteX9-1207" fmla="*/ 2246812 w 2601026"/>
                  <a:gd name="connsiteY9-1208" fmla="*/ 1194318 h 2607945"/>
                  <a:gd name="connsiteX10-1209" fmla="*/ 2597643 w 2601026"/>
                  <a:gd name="connsiteY10-1210" fmla="*/ 1160728 h 2607945"/>
                  <a:gd name="connsiteX11-1211" fmla="*/ 2556588 w 2601026"/>
                  <a:gd name="connsiteY11-1212" fmla="*/ 1645920 h 2607945"/>
                  <a:gd name="connsiteX12-1213" fmla="*/ 2209489 w 2601026"/>
                  <a:gd name="connsiteY12-1214" fmla="*/ 1593668 h 2607945"/>
                  <a:gd name="connsiteX13-1215" fmla="*/ 2056467 w 2601026"/>
                  <a:gd name="connsiteY13-1216" fmla="*/ 1877319 h 2607945"/>
                  <a:gd name="connsiteX14-1217" fmla="*/ 2291599 w 2601026"/>
                  <a:gd name="connsiteY14-1218" fmla="*/ 2134844 h 2607945"/>
                  <a:gd name="connsiteX15-1219" fmla="*/ 1944500 w 2601026"/>
                  <a:gd name="connsiteY15-1220" fmla="*/ 2437156 h 2607945"/>
                  <a:gd name="connsiteX16-1221" fmla="*/ 1724298 w 2601026"/>
                  <a:gd name="connsiteY16-1222" fmla="*/ 2153505 h 2607945"/>
                  <a:gd name="connsiteX17-1223" fmla="*/ 1429450 w 2601026"/>
                  <a:gd name="connsiteY17-1224" fmla="*/ 2246811 h 2607945"/>
                  <a:gd name="connsiteX18-1225" fmla="*/ 1410789 w 2601026"/>
                  <a:gd name="connsiteY18-1226" fmla="*/ 2601375 h 2607945"/>
                  <a:gd name="connsiteX19-1227" fmla="*/ 944258 w 2601026"/>
                  <a:gd name="connsiteY19-1228" fmla="*/ 2560320 h 2607945"/>
                  <a:gd name="connsiteX20-1229" fmla="*/ 1011439 w 2601026"/>
                  <a:gd name="connsiteY20-1230" fmla="*/ 2213221 h 2607945"/>
                  <a:gd name="connsiteX21-1231" fmla="*/ 716591 w 2601026"/>
                  <a:gd name="connsiteY21-1232" fmla="*/ 2067664 h 2607945"/>
                  <a:gd name="connsiteX22-1233" fmla="*/ 459067 w 2601026"/>
                  <a:gd name="connsiteY22-1234" fmla="*/ 2299063 h 2607945"/>
                  <a:gd name="connsiteX23-1235" fmla="*/ 164219 w 2601026"/>
                  <a:gd name="connsiteY23-1236" fmla="*/ 1955696 h 2607945"/>
                  <a:gd name="connsiteX24-1237" fmla="*/ 440405 w 2601026"/>
                  <a:gd name="connsiteY24-1238" fmla="*/ 1731761 h 2607945"/>
                  <a:gd name="connsiteX25-1239" fmla="*/ 343367 w 2601026"/>
                  <a:gd name="connsiteY25-1240" fmla="*/ 1425717 h 2607945"/>
                  <a:gd name="connsiteX26-1241" fmla="*/ 0 w 2601026"/>
                  <a:gd name="connsiteY26-1242" fmla="*/ 1440646 h 2607945"/>
                  <a:gd name="connsiteX27-1243" fmla="*/ 33591 w 2601026"/>
                  <a:gd name="connsiteY27-1244" fmla="*/ 974116 h 2607945"/>
                  <a:gd name="connsiteX28-1245" fmla="*/ 380689 w 2601026"/>
                  <a:gd name="connsiteY28-1246" fmla="*/ 1007706 h 2607945"/>
                  <a:gd name="connsiteX29-1247" fmla="*/ 529979 w 2601026"/>
                  <a:gd name="connsiteY29-1248" fmla="*/ 724055 h 2607945"/>
                  <a:gd name="connsiteX30-1249" fmla="*/ 287383 w 2601026"/>
                  <a:gd name="connsiteY30-1250" fmla="*/ 470263 h 2607945"/>
                  <a:gd name="connsiteX31-1251" fmla="*/ 630750 w 2601026"/>
                  <a:gd name="connsiteY31-1252" fmla="*/ 171683 h 2607945"/>
                  <a:gd name="connsiteX32-1253" fmla="*/ 850952 w 2601026"/>
                  <a:gd name="connsiteY32-1254" fmla="*/ 447869 h 2607945"/>
                  <a:gd name="connsiteX0-1255" fmla="*/ 850952 w 2601026"/>
                  <a:gd name="connsiteY0-1256" fmla="*/ 447869 h 2607945"/>
                  <a:gd name="connsiteX1-1257" fmla="*/ 1160729 w 2601026"/>
                  <a:gd name="connsiteY1-1258" fmla="*/ 354563 h 2607945"/>
                  <a:gd name="connsiteX2-1259" fmla="*/ 1164461 w 2601026"/>
                  <a:gd name="connsiteY2-1260" fmla="*/ 0 h 2607945"/>
                  <a:gd name="connsiteX3-1261" fmla="*/ 1645920 w 2601026"/>
                  <a:gd name="connsiteY3-1262" fmla="*/ 41055 h 2607945"/>
                  <a:gd name="connsiteX4-1263" fmla="*/ 1582472 w 2601026"/>
                  <a:gd name="connsiteY4-1264" fmla="*/ 388153 h 2607945"/>
                  <a:gd name="connsiteX5-1265" fmla="*/ 1884784 w 2601026"/>
                  <a:gd name="connsiteY5-1266" fmla="*/ 537443 h 2607945"/>
                  <a:gd name="connsiteX6-1267" fmla="*/ 2142309 w 2601026"/>
                  <a:gd name="connsiteY6-1268" fmla="*/ 298579 h 2607945"/>
                  <a:gd name="connsiteX7-1269" fmla="*/ 2429692 w 2601026"/>
                  <a:gd name="connsiteY7-1270" fmla="*/ 656875 h 2607945"/>
                  <a:gd name="connsiteX8-1271" fmla="*/ 2146041 w 2601026"/>
                  <a:gd name="connsiteY8-1272" fmla="*/ 850952 h 2607945"/>
                  <a:gd name="connsiteX9-1273" fmla="*/ 2246812 w 2601026"/>
                  <a:gd name="connsiteY9-1274" fmla="*/ 1194318 h 2607945"/>
                  <a:gd name="connsiteX10-1275" fmla="*/ 2597643 w 2601026"/>
                  <a:gd name="connsiteY10-1276" fmla="*/ 1160728 h 2607945"/>
                  <a:gd name="connsiteX11-1277" fmla="*/ 2556588 w 2601026"/>
                  <a:gd name="connsiteY11-1278" fmla="*/ 1645920 h 2607945"/>
                  <a:gd name="connsiteX12-1279" fmla="*/ 2209489 w 2601026"/>
                  <a:gd name="connsiteY12-1280" fmla="*/ 1593668 h 2607945"/>
                  <a:gd name="connsiteX13-1281" fmla="*/ 2056467 w 2601026"/>
                  <a:gd name="connsiteY13-1282" fmla="*/ 1877319 h 2607945"/>
                  <a:gd name="connsiteX14-1283" fmla="*/ 2291599 w 2601026"/>
                  <a:gd name="connsiteY14-1284" fmla="*/ 2134844 h 2607945"/>
                  <a:gd name="connsiteX15-1285" fmla="*/ 1944500 w 2601026"/>
                  <a:gd name="connsiteY15-1286" fmla="*/ 2437156 h 2607945"/>
                  <a:gd name="connsiteX16-1287" fmla="*/ 1724298 w 2601026"/>
                  <a:gd name="connsiteY16-1288" fmla="*/ 2153505 h 2607945"/>
                  <a:gd name="connsiteX17-1289" fmla="*/ 1429450 w 2601026"/>
                  <a:gd name="connsiteY17-1290" fmla="*/ 2246811 h 2607945"/>
                  <a:gd name="connsiteX18-1291" fmla="*/ 1410789 w 2601026"/>
                  <a:gd name="connsiteY18-1292" fmla="*/ 2601375 h 2607945"/>
                  <a:gd name="connsiteX19-1293" fmla="*/ 944258 w 2601026"/>
                  <a:gd name="connsiteY19-1294" fmla="*/ 2560320 h 2607945"/>
                  <a:gd name="connsiteX20-1295" fmla="*/ 1011439 w 2601026"/>
                  <a:gd name="connsiteY20-1296" fmla="*/ 2213221 h 2607945"/>
                  <a:gd name="connsiteX21-1297" fmla="*/ 716591 w 2601026"/>
                  <a:gd name="connsiteY21-1298" fmla="*/ 2067664 h 2607945"/>
                  <a:gd name="connsiteX22-1299" fmla="*/ 459067 w 2601026"/>
                  <a:gd name="connsiteY22-1300" fmla="*/ 2299063 h 2607945"/>
                  <a:gd name="connsiteX23-1301" fmla="*/ 164219 w 2601026"/>
                  <a:gd name="connsiteY23-1302" fmla="*/ 1955696 h 2607945"/>
                  <a:gd name="connsiteX24-1303" fmla="*/ 440405 w 2601026"/>
                  <a:gd name="connsiteY24-1304" fmla="*/ 1731761 h 2607945"/>
                  <a:gd name="connsiteX25-1305" fmla="*/ 343367 w 2601026"/>
                  <a:gd name="connsiteY25-1306" fmla="*/ 1425717 h 2607945"/>
                  <a:gd name="connsiteX26-1307" fmla="*/ 0 w 2601026"/>
                  <a:gd name="connsiteY26-1308" fmla="*/ 1440646 h 2607945"/>
                  <a:gd name="connsiteX27-1309" fmla="*/ 33591 w 2601026"/>
                  <a:gd name="connsiteY27-1310" fmla="*/ 974116 h 2607945"/>
                  <a:gd name="connsiteX28-1311" fmla="*/ 380689 w 2601026"/>
                  <a:gd name="connsiteY28-1312" fmla="*/ 1007706 h 2607945"/>
                  <a:gd name="connsiteX29-1313" fmla="*/ 529979 w 2601026"/>
                  <a:gd name="connsiteY29-1314" fmla="*/ 724055 h 2607945"/>
                  <a:gd name="connsiteX30-1315" fmla="*/ 287383 w 2601026"/>
                  <a:gd name="connsiteY30-1316" fmla="*/ 470263 h 2607945"/>
                  <a:gd name="connsiteX31-1317" fmla="*/ 630750 w 2601026"/>
                  <a:gd name="connsiteY31-1318" fmla="*/ 171683 h 2607945"/>
                  <a:gd name="connsiteX32-1319" fmla="*/ 850952 w 2601026"/>
                  <a:gd name="connsiteY32-1320" fmla="*/ 447869 h 2607945"/>
                  <a:gd name="connsiteX0-1321" fmla="*/ 850952 w 2601026"/>
                  <a:gd name="connsiteY0-1322" fmla="*/ 447869 h 2607945"/>
                  <a:gd name="connsiteX1-1323" fmla="*/ 1160729 w 2601026"/>
                  <a:gd name="connsiteY1-1324" fmla="*/ 354563 h 2607945"/>
                  <a:gd name="connsiteX2-1325" fmla="*/ 1164461 w 2601026"/>
                  <a:gd name="connsiteY2-1326" fmla="*/ 0 h 2607945"/>
                  <a:gd name="connsiteX3-1327" fmla="*/ 1645920 w 2601026"/>
                  <a:gd name="connsiteY3-1328" fmla="*/ 41055 h 2607945"/>
                  <a:gd name="connsiteX4-1329" fmla="*/ 1582472 w 2601026"/>
                  <a:gd name="connsiteY4-1330" fmla="*/ 388153 h 2607945"/>
                  <a:gd name="connsiteX5-1331" fmla="*/ 1884784 w 2601026"/>
                  <a:gd name="connsiteY5-1332" fmla="*/ 537443 h 2607945"/>
                  <a:gd name="connsiteX6-1333" fmla="*/ 2142309 w 2601026"/>
                  <a:gd name="connsiteY6-1334" fmla="*/ 298579 h 2607945"/>
                  <a:gd name="connsiteX7-1335" fmla="*/ 2429692 w 2601026"/>
                  <a:gd name="connsiteY7-1336" fmla="*/ 656875 h 2607945"/>
                  <a:gd name="connsiteX8-1337" fmla="*/ 2146041 w 2601026"/>
                  <a:gd name="connsiteY8-1338" fmla="*/ 850952 h 2607945"/>
                  <a:gd name="connsiteX9-1339" fmla="*/ 2246812 w 2601026"/>
                  <a:gd name="connsiteY9-1340" fmla="*/ 1194318 h 2607945"/>
                  <a:gd name="connsiteX10-1341" fmla="*/ 2597643 w 2601026"/>
                  <a:gd name="connsiteY10-1342" fmla="*/ 1160728 h 2607945"/>
                  <a:gd name="connsiteX11-1343" fmla="*/ 2556588 w 2601026"/>
                  <a:gd name="connsiteY11-1344" fmla="*/ 1645920 h 2607945"/>
                  <a:gd name="connsiteX12-1345" fmla="*/ 2209489 w 2601026"/>
                  <a:gd name="connsiteY12-1346" fmla="*/ 1593668 h 2607945"/>
                  <a:gd name="connsiteX13-1347" fmla="*/ 2056467 w 2601026"/>
                  <a:gd name="connsiteY13-1348" fmla="*/ 1877319 h 2607945"/>
                  <a:gd name="connsiteX14-1349" fmla="*/ 2291599 w 2601026"/>
                  <a:gd name="connsiteY14-1350" fmla="*/ 2134844 h 2607945"/>
                  <a:gd name="connsiteX15-1351" fmla="*/ 1944500 w 2601026"/>
                  <a:gd name="connsiteY15-1352" fmla="*/ 2437156 h 2607945"/>
                  <a:gd name="connsiteX16-1353" fmla="*/ 1724298 w 2601026"/>
                  <a:gd name="connsiteY16-1354" fmla="*/ 2153505 h 2607945"/>
                  <a:gd name="connsiteX17-1355" fmla="*/ 1429450 w 2601026"/>
                  <a:gd name="connsiteY17-1356" fmla="*/ 2246811 h 2607945"/>
                  <a:gd name="connsiteX18-1357" fmla="*/ 1410789 w 2601026"/>
                  <a:gd name="connsiteY18-1358" fmla="*/ 2601375 h 2607945"/>
                  <a:gd name="connsiteX19-1359" fmla="*/ 944258 w 2601026"/>
                  <a:gd name="connsiteY19-1360" fmla="*/ 2560320 h 2607945"/>
                  <a:gd name="connsiteX20-1361" fmla="*/ 1011439 w 2601026"/>
                  <a:gd name="connsiteY20-1362" fmla="*/ 2213221 h 2607945"/>
                  <a:gd name="connsiteX21-1363" fmla="*/ 716591 w 2601026"/>
                  <a:gd name="connsiteY21-1364" fmla="*/ 2067664 h 2607945"/>
                  <a:gd name="connsiteX22-1365" fmla="*/ 459067 w 2601026"/>
                  <a:gd name="connsiteY22-1366" fmla="*/ 2299063 h 2607945"/>
                  <a:gd name="connsiteX23-1367" fmla="*/ 164219 w 2601026"/>
                  <a:gd name="connsiteY23-1368" fmla="*/ 1955696 h 2607945"/>
                  <a:gd name="connsiteX24-1369" fmla="*/ 440405 w 2601026"/>
                  <a:gd name="connsiteY24-1370" fmla="*/ 1731761 h 2607945"/>
                  <a:gd name="connsiteX25-1371" fmla="*/ 343367 w 2601026"/>
                  <a:gd name="connsiteY25-1372" fmla="*/ 1425717 h 2607945"/>
                  <a:gd name="connsiteX26-1373" fmla="*/ 0 w 2601026"/>
                  <a:gd name="connsiteY26-1374" fmla="*/ 1440646 h 2607945"/>
                  <a:gd name="connsiteX27-1375" fmla="*/ 33591 w 2601026"/>
                  <a:gd name="connsiteY27-1376" fmla="*/ 974116 h 2607945"/>
                  <a:gd name="connsiteX28-1377" fmla="*/ 380689 w 2601026"/>
                  <a:gd name="connsiteY28-1378" fmla="*/ 1007706 h 2607945"/>
                  <a:gd name="connsiteX29-1379" fmla="*/ 529979 w 2601026"/>
                  <a:gd name="connsiteY29-1380" fmla="*/ 724055 h 2607945"/>
                  <a:gd name="connsiteX30-1381" fmla="*/ 287383 w 2601026"/>
                  <a:gd name="connsiteY30-1382" fmla="*/ 470263 h 2607945"/>
                  <a:gd name="connsiteX31-1383" fmla="*/ 630750 w 2601026"/>
                  <a:gd name="connsiteY31-1384" fmla="*/ 171683 h 2607945"/>
                  <a:gd name="connsiteX32-1385" fmla="*/ 850952 w 2601026"/>
                  <a:gd name="connsiteY32-1386" fmla="*/ 447869 h 2607945"/>
                  <a:gd name="connsiteX0-1387" fmla="*/ 850952 w 2601026"/>
                  <a:gd name="connsiteY0-1388" fmla="*/ 447869 h 2607945"/>
                  <a:gd name="connsiteX1-1389" fmla="*/ 1160729 w 2601026"/>
                  <a:gd name="connsiteY1-1390" fmla="*/ 354563 h 2607945"/>
                  <a:gd name="connsiteX2-1391" fmla="*/ 1164461 w 2601026"/>
                  <a:gd name="connsiteY2-1392" fmla="*/ 0 h 2607945"/>
                  <a:gd name="connsiteX3-1393" fmla="*/ 1645920 w 2601026"/>
                  <a:gd name="connsiteY3-1394" fmla="*/ 41055 h 2607945"/>
                  <a:gd name="connsiteX4-1395" fmla="*/ 1582472 w 2601026"/>
                  <a:gd name="connsiteY4-1396" fmla="*/ 388153 h 2607945"/>
                  <a:gd name="connsiteX5-1397" fmla="*/ 1884784 w 2601026"/>
                  <a:gd name="connsiteY5-1398" fmla="*/ 537443 h 2607945"/>
                  <a:gd name="connsiteX6-1399" fmla="*/ 2142309 w 2601026"/>
                  <a:gd name="connsiteY6-1400" fmla="*/ 298579 h 2607945"/>
                  <a:gd name="connsiteX7-1401" fmla="*/ 2429692 w 2601026"/>
                  <a:gd name="connsiteY7-1402" fmla="*/ 656875 h 2607945"/>
                  <a:gd name="connsiteX8-1403" fmla="*/ 2146041 w 2601026"/>
                  <a:gd name="connsiteY8-1404" fmla="*/ 850952 h 2607945"/>
                  <a:gd name="connsiteX9-1405" fmla="*/ 2246812 w 2601026"/>
                  <a:gd name="connsiteY9-1406" fmla="*/ 1194318 h 2607945"/>
                  <a:gd name="connsiteX10-1407" fmla="*/ 2597643 w 2601026"/>
                  <a:gd name="connsiteY10-1408" fmla="*/ 1160728 h 2607945"/>
                  <a:gd name="connsiteX11-1409" fmla="*/ 2556588 w 2601026"/>
                  <a:gd name="connsiteY11-1410" fmla="*/ 1645920 h 2607945"/>
                  <a:gd name="connsiteX12-1411" fmla="*/ 2209489 w 2601026"/>
                  <a:gd name="connsiteY12-1412" fmla="*/ 1593668 h 2607945"/>
                  <a:gd name="connsiteX13-1413" fmla="*/ 2056467 w 2601026"/>
                  <a:gd name="connsiteY13-1414" fmla="*/ 1877319 h 2607945"/>
                  <a:gd name="connsiteX14-1415" fmla="*/ 2291599 w 2601026"/>
                  <a:gd name="connsiteY14-1416" fmla="*/ 2134844 h 2607945"/>
                  <a:gd name="connsiteX15-1417" fmla="*/ 1944500 w 2601026"/>
                  <a:gd name="connsiteY15-1418" fmla="*/ 2437156 h 2607945"/>
                  <a:gd name="connsiteX16-1419" fmla="*/ 1724298 w 2601026"/>
                  <a:gd name="connsiteY16-1420" fmla="*/ 2153505 h 2607945"/>
                  <a:gd name="connsiteX17-1421" fmla="*/ 1429450 w 2601026"/>
                  <a:gd name="connsiteY17-1422" fmla="*/ 2246811 h 2607945"/>
                  <a:gd name="connsiteX18-1423" fmla="*/ 1410789 w 2601026"/>
                  <a:gd name="connsiteY18-1424" fmla="*/ 2601375 h 2607945"/>
                  <a:gd name="connsiteX19-1425" fmla="*/ 944258 w 2601026"/>
                  <a:gd name="connsiteY19-1426" fmla="*/ 2560320 h 2607945"/>
                  <a:gd name="connsiteX20-1427" fmla="*/ 1011439 w 2601026"/>
                  <a:gd name="connsiteY20-1428" fmla="*/ 2213221 h 2607945"/>
                  <a:gd name="connsiteX21-1429" fmla="*/ 716591 w 2601026"/>
                  <a:gd name="connsiteY21-1430" fmla="*/ 2067664 h 2607945"/>
                  <a:gd name="connsiteX22-1431" fmla="*/ 459067 w 2601026"/>
                  <a:gd name="connsiteY22-1432" fmla="*/ 2299063 h 2607945"/>
                  <a:gd name="connsiteX23-1433" fmla="*/ 164219 w 2601026"/>
                  <a:gd name="connsiteY23-1434" fmla="*/ 1955696 h 2607945"/>
                  <a:gd name="connsiteX24-1435" fmla="*/ 440405 w 2601026"/>
                  <a:gd name="connsiteY24-1436" fmla="*/ 1731761 h 2607945"/>
                  <a:gd name="connsiteX25-1437" fmla="*/ 343367 w 2601026"/>
                  <a:gd name="connsiteY25-1438" fmla="*/ 1425717 h 2607945"/>
                  <a:gd name="connsiteX26-1439" fmla="*/ 0 w 2601026"/>
                  <a:gd name="connsiteY26-1440" fmla="*/ 1440646 h 2607945"/>
                  <a:gd name="connsiteX27-1441" fmla="*/ 33591 w 2601026"/>
                  <a:gd name="connsiteY27-1442" fmla="*/ 974116 h 2607945"/>
                  <a:gd name="connsiteX28-1443" fmla="*/ 380689 w 2601026"/>
                  <a:gd name="connsiteY28-1444" fmla="*/ 1007706 h 2607945"/>
                  <a:gd name="connsiteX29-1445" fmla="*/ 529979 w 2601026"/>
                  <a:gd name="connsiteY29-1446" fmla="*/ 724055 h 2607945"/>
                  <a:gd name="connsiteX30-1447" fmla="*/ 287383 w 2601026"/>
                  <a:gd name="connsiteY30-1448" fmla="*/ 470263 h 2607945"/>
                  <a:gd name="connsiteX31-1449" fmla="*/ 630750 w 2601026"/>
                  <a:gd name="connsiteY31-1450" fmla="*/ 171683 h 2607945"/>
                  <a:gd name="connsiteX32-1451" fmla="*/ 850952 w 2601026"/>
                  <a:gd name="connsiteY32-1452" fmla="*/ 447869 h 2607945"/>
                  <a:gd name="connsiteX0-1453" fmla="*/ 850952 w 2601026"/>
                  <a:gd name="connsiteY0-1454" fmla="*/ 447869 h 2607945"/>
                  <a:gd name="connsiteX1-1455" fmla="*/ 1160729 w 2601026"/>
                  <a:gd name="connsiteY1-1456" fmla="*/ 354563 h 2607945"/>
                  <a:gd name="connsiteX2-1457" fmla="*/ 1164461 w 2601026"/>
                  <a:gd name="connsiteY2-1458" fmla="*/ 0 h 2607945"/>
                  <a:gd name="connsiteX3-1459" fmla="*/ 1645920 w 2601026"/>
                  <a:gd name="connsiteY3-1460" fmla="*/ 41055 h 2607945"/>
                  <a:gd name="connsiteX4-1461" fmla="*/ 1582472 w 2601026"/>
                  <a:gd name="connsiteY4-1462" fmla="*/ 388153 h 2607945"/>
                  <a:gd name="connsiteX5-1463" fmla="*/ 1884784 w 2601026"/>
                  <a:gd name="connsiteY5-1464" fmla="*/ 537443 h 2607945"/>
                  <a:gd name="connsiteX6-1465" fmla="*/ 2142309 w 2601026"/>
                  <a:gd name="connsiteY6-1466" fmla="*/ 298579 h 2607945"/>
                  <a:gd name="connsiteX7-1467" fmla="*/ 2429692 w 2601026"/>
                  <a:gd name="connsiteY7-1468" fmla="*/ 656875 h 2607945"/>
                  <a:gd name="connsiteX8-1469" fmla="*/ 2146041 w 2601026"/>
                  <a:gd name="connsiteY8-1470" fmla="*/ 850952 h 2607945"/>
                  <a:gd name="connsiteX9-1471" fmla="*/ 2246812 w 2601026"/>
                  <a:gd name="connsiteY9-1472" fmla="*/ 1194318 h 2607945"/>
                  <a:gd name="connsiteX10-1473" fmla="*/ 2597643 w 2601026"/>
                  <a:gd name="connsiteY10-1474" fmla="*/ 1160728 h 2607945"/>
                  <a:gd name="connsiteX11-1475" fmla="*/ 2556588 w 2601026"/>
                  <a:gd name="connsiteY11-1476" fmla="*/ 1645920 h 2607945"/>
                  <a:gd name="connsiteX12-1477" fmla="*/ 2209489 w 2601026"/>
                  <a:gd name="connsiteY12-1478" fmla="*/ 1593668 h 2607945"/>
                  <a:gd name="connsiteX13-1479" fmla="*/ 2056467 w 2601026"/>
                  <a:gd name="connsiteY13-1480" fmla="*/ 1877319 h 2607945"/>
                  <a:gd name="connsiteX14-1481" fmla="*/ 2291599 w 2601026"/>
                  <a:gd name="connsiteY14-1482" fmla="*/ 2134844 h 2607945"/>
                  <a:gd name="connsiteX15-1483" fmla="*/ 1944500 w 2601026"/>
                  <a:gd name="connsiteY15-1484" fmla="*/ 2437156 h 2607945"/>
                  <a:gd name="connsiteX16-1485" fmla="*/ 1724298 w 2601026"/>
                  <a:gd name="connsiteY16-1486" fmla="*/ 2153505 h 2607945"/>
                  <a:gd name="connsiteX17-1487" fmla="*/ 1429450 w 2601026"/>
                  <a:gd name="connsiteY17-1488" fmla="*/ 2246811 h 2607945"/>
                  <a:gd name="connsiteX18-1489" fmla="*/ 1410789 w 2601026"/>
                  <a:gd name="connsiteY18-1490" fmla="*/ 2601375 h 2607945"/>
                  <a:gd name="connsiteX19-1491" fmla="*/ 944258 w 2601026"/>
                  <a:gd name="connsiteY19-1492" fmla="*/ 2560320 h 2607945"/>
                  <a:gd name="connsiteX20-1493" fmla="*/ 1011439 w 2601026"/>
                  <a:gd name="connsiteY20-1494" fmla="*/ 2213221 h 2607945"/>
                  <a:gd name="connsiteX21-1495" fmla="*/ 716591 w 2601026"/>
                  <a:gd name="connsiteY21-1496" fmla="*/ 2067664 h 2607945"/>
                  <a:gd name="connsiteX22-1497" fmla="*/ 459067 w 2601026"/>
                  <a:gd name="connsiteY22-1498" fmla="*/ 2299063 h 2607945"/>
                  <a:gd name="connsiteX23-1499" fmla="*/ 164219 w 2601026"/>
                  <a:gd name="connsiteY23-1500" fmla="*/ 1955696 h 2607945"/>
                  <a:gd name="connsiteX24-1501" fmla="*/ 440405 w 2601026"/>
                  <a:gd name="connsiteY24-1502" fmla="*/ 1731761 h 2607945"/>
                  <a:gd name="connsiteX25-1503" fmla="*/ 343367 w 2601026"/>
                  <a:gd name="connsiteY25-1504" fmla="*/ 1425717 h 2607945"/>
                  <a:gd name="connsiteX26-1505" fmla="*/ 0 w 2601026"/>
                  <a:gd name="connsiteY26-1506" fmla="*/ 1440646 h 2607945"/>
                  <a:gd name="connsiteX27-1507" fmla="*/ 33591 w 2601026"/>
                  <a:gd name="connsiteY27-1508" fmla="*/ 974116 h 2607945"/>
                  <a:gd name="connsiteX28-1509" fmla="*/ 380689 w 2601026"/>
                  <a:gd name="connsiteY28-1510" fmla="*/ 1007706 h 2607945"/>
                  <a:gd name="connsiteX29-1511" fmla="*/ 529979 w 2601026"/>
                  <a:gd name="connsiteY29-1512" fmla="*/ 724055 h 2607945"/>
                  <a:gd name="connsiteX30-1513" fmla="*/ 287383 w 2601026"/>
                  <a:gd name="connsiteY30-1514" fmla="*/ 470263 h 2607945"/>
                  <a:gd name="connsiteX31-1515" fmla="*/ 630750 w 2601026"/>
                  <a:gd name="connsiteY31-1516" fmla="*/ 171683 h 2607945"/>
                  <a:gd name="connsiteX32-1517" fmla="*/ 850952 w 2601026"/>
                  <a:gd name="connsiteY32-1518" fmla="*/ 447869 h 2607945"/>
                  <a:gd name="connsiteX0-1519" fmla="*/ 850952 w 2601026"/>
                  <a:gd name="connsiteY0-1520" fmla="*/ 447869 h 2607945"/>
                  <a:gd name="connsiteX1-1521" fmla="*/ 1160729 w 2601026"/>
                  <a:gd name="connsiteY1-1522" fmla="*/ 354563 h 2607945"/>
                  <a:gd name="connsiteX2-1523" fmla="*/ 1164461 w 2601026"/>
                  <a:gd name="connsiteY2-1524" fmla="*/ 0 h 2607945"/>
                  <a:gd name="connsiteX3-1525" fmla="*/ 1645920 w 2601026"/>
                  <a:gd name="connsiteY3-1526" fmla="*/ 41055 h 2607945"/>
                  <a:gd name="connsiteX4-1527" fmla="*/ 1582472 w 2601026"/>
                  <a:gd name="connsiteY4-1528" fmla="*/ 388153 h 2607945"/>
                  <a:gd name="connsiteX5-1529" fmla="*/ 1884784 w 2601026"/>
                  <a:gd name="connsiteY5-1530" fmla="*/ 537443 h 2607945"/>
                  <a:gd name="connsiteX6-1531" fmla="*/ 2142309 w 2601026"/>
                  <a:gd name="connsiteY6-1532" fmla="*/ 298579 h 2607945"/>
                  <a:gd name="connsiteX7-1533" fmla="*/ 2429692 w 2601026"/>
                  <a:gd name="connsiteY7-1534" fmla="*/ 656875 h 2607945"/>
                  <a:gd name="connsiteX8-1535" fmla="*/ 2146041 w 2601026"/>
                  <a:gd name="connsiteY8-1536" fmla="*/ 850952 h 2607945"/>
                  <a:gd name="connsiteX9-1537" fmla="*/ 2246812 w 2601026"/>
                  <a:gd name="connsiteY9-1538" fmla="*/ 1194318 h 2607945"/>
                  <a:gd name="connsiteX10-1539" fmla="*/ 2597643 w 2601026"/>
                  <a:gd name="connsiteY10-1540" fmla="*/ 1160728 h 2607945"/>
                  <a:gd name="connsiteX11-1541" fmla="*/ 2556588 w 2601026"/>
                  <a:gd name="connsiteY11-1542" fmla="*/ 1645920 h 2607945"/>
                  <a:gd name="connsiteX12-1543" fmla="*/ 2209489 w 2601026"/>
                  <a:gd name="connsiteY12-1544" fmla="*/ 1593668 h 2607945"/>
                  <a:gd name="connsiteX13-1545" fmla="*/ 2056467 w 2601026"/>
                  <a:gd name="connsiteY13-1546" fmla="*/ 1877319 h 2607945"/>
                  <a:gd name="connsiteX14-1547" fmla="*/ 2291599 w 2601026"/>
                  <a:gd name="connsiteY14-1548" fmla="*/ 2134844 h 2607945"/>
                  <a:gd name="connsiteX15-1549" fmla="*/ 1944500 w 2601026"/>
                  <a:gd name="connsiteY15-1550" fmla="*/ 2437156 h 2607945"/>
                  <a:gd name="connsiteX16-1551" fmla="*/ 1724298 w 2601026"/>
                  <a:gd name="connsiteY16-1552" fmla="*/ 2153505 h 2607945"/>
                  <a:gd name="connsiteX17-1553" fmla="*/ 1429450 w 2601026"/>
                  <a:gd name="connsiteY17-1554" fmla="*/ 2246811 h 2607945"/>
                  <a:gd name="connsiteX18-1555" fmla="*/ 1410789 w 2601026"/>
                  <a:gd name="connsiteY18-1556" fmla="*/ 2601375 h 2607945"/>
                  <a:gd name="connsiteX19-1557" fmla="*/ 944258 w 2601026"/>
                  <a:gd name="connsiteY19-1558" fmla="*/ 2560320 h 2607945"/>
                  <a:gd name="connsiteX20-1559" fmla="*/ 1011439 w 2601026"/>
                  <a:gd name="connsiteY20-1560" fmla="*/ 2213221 h 2607945"/>
                  <a:gd name="connsiteX21-1561" fmla="*/ 716591 w 2601026"/>
                  <a:gd name="connsiteY21-1562" fmla="*/ 2067664 h 2607945"/>
                  <a:gd name="connsiteX22-1563" fmla="*/ 459067 w 2601026"/>
                  <a:gd name="connsiteY22-1564" fmla="*/ 2299063 h 2607945"/>
                  <a:gd name="connsiteX23-1565" fmla="*/ 164219 w 2601026"/>
                  <a:gd name="connsiteY23-1566" fmla="*/ 1955696 h 2607945"/>
                  <a:gd name="connsiteX24-1567" fmla="*/ 440405 w 2601026"/>
                  <a:gd name="connsiteY24-1568" fmla="*/ 1731761 h 2607945"/>
                  <a:gd name="connsiteX25-1569" fmla="*/ 343367 w 2601026"/>
                  <a:gd name="connsiteY25-1570" fmla="*/ 1425717 h 2607945"/>
                  <a:gd name="connsiteX26-1571" fmla="*/ 0 w 2601026"/>
                  <a:gd name="connsiteY26-1572" fmla="*/ 1440646 h 2607945"/>
                  <a:gd name="connsiteX27-1573" fmla="*/ 33591 w 2601026"/>
                  <a:gd name="connsiteY27-1574" fmla="*/ 974116 h 2607945"/>
                  <a:gd name="connsiteX28-1575" fmla="*/ 380689 w 2601026"/>
                  <a:gd name="connsiteY28-1576" fmla="*/ 1007706 h 2607945"/>
                  <a:gd name="connsiteX29-1577" fmla="*/ 529979 w 2601026"/>
                  <a:gd name="connsiteY29-1578" fmla="*/ 724055 h 2607945"/>
                  <a:gd name="connsiteX30-1579" fmla="*/ 287383 w 2601026"/>
                  <a:gd name="connsiteY30-1580" fmla="*/ 470263 h 2607945"/>
                  <a:gd name="connsiteX31-1581" fmla="*/ 630750 w 2601026"/>
                  <a:gd name="connsiteY31-1582" fmla="*/ 171683 h 2607945"/>
                  <a:gd name="connsiteX32-1583" fmla="*/ 850952 w 2601026"/>
                  <a:gd name="connsiteY32-1584" fmla="*/ 447869 h 2607945"/>
                  <a:gd name="connsiteX0-1585" fmla="*/ 850952 w 2601026"/>
                  <a:gd name="connsiteY0-1586" fmla="*/ 447869 h 2607945"/>
                  <a:gd name="connsiteX1-1587" fmla="*/ 1160729 w 2601026"/>
                  <a:gd name="connsiteY1-1588" fmla="*/ 354563 h 2607945"/>
                  <a:gd name="connsiteX2-1589" fmla="*/ 1164461 w 2601026"/>
                  <a:gd name="connsiteY2-1590" fmla="*/ 0 h 2607945"/>
                  <a:gd name="connsiteX3-1591" fmla="*/ 1645920 w 2601026"/>
                  <a:gd name="connsiteY3-1592" fmla="*/ 41055 h 2607945"/>
                  <a:gd name="connsiteX4-1593" fmla="*/ 1582472 w 2601026"/>
                  <a:gd name="connsiteY4-1594" fmla="*/ 388153 h 2607945"/>
                  <a:gd name="connsiteX5-1595" fmla="*/ 1884784 w 2601026"/>
                  <a:gd name="connsiteY5-1596" fmla="*/ 537443 h 2607945"/>
                  <a:gd name="connsiteX6-1597" fmla="*/ 2142309 w 2601026"/>
                  <a:gd name="connsiteY6-1598" fmla="*/ 298579 h 2607945"/>
                  <a:gd name="connsiteX7-1599" fmla="*/ 2429692 w 2601026"/>
                  <a:gd name="connsiteY7-1600" fmla="*/ 656875 h 2607945"/>
                  <a:gd name="connsiteX8-1601" fmla="*/ 2146041 w 2601026"/>
                  <a:gd name="connsiteY8-1602" fmla="*/ 850952 h 2607945"/>
                  <a:gd name="connsiteX9-1603" fmla="*/ 2246812 w 2601026"/>
                  <a:gd name="connsiteY9-1604" fmla="*/ 1194318 h 2607945"/>
                  <a:gd name="connsiteX10-1605" fmla="*/ 2597643 w 2601026"/>
                  <a:gd name="connsiteY10-1606" fmla="*/ 1160728 h 2607945"/>
                  <a:gd name="connsiteX11-1607" fmla="*/ 2556588 w 2601026"/>
                  <a:gd name="connsiteY11-1608" fmla="*/ 1645920 h 2607945"/>
                  <a:gd name="connsiteX12-1609" fmla="*/ 2209489 w 2601026"/>
                  <a:gd name="connsiteY12-1610" fmla="*/ 1593668 h 2607945"/>
                  <a:gd name="connsiteX13-1611" fmla="*/ 2056467 w 2601026"/>
                  <a:gd name="connsiteY13-1612" fmla="*/ 1877319 h 2607945"/>
                  <a:gd name="connsiteX14-1613" fmla="*/ 2291599 w 2601026"/>
                  <a:gd name="connsiteY14-1614" fmla="*/ 2134844 h 2607945"/>
                  <a:gd name="connsiteX15-1615" fmla="*/ 1944500 w 2601026"/>
                  <a:gd name="connsiteY15-1616" fmla="*/ 2437156 h 2607945"/>
                  <a:gd name="connsiteX16-1617" fmla="*/ 1724298 w 2601026"/>
                  <a:gd name="connsiteY16-1618" fmla="*/ 2153505 h 2607945"/>
                  <a:gd name="connsiteX17-1619" fmla="*/ 1429450 w 2601026"/>
                  <a:gd name="connsiteY17-1620" fmla="*/ 2246811 h 2607945"/>
                  <a:gd name="connsiteX18-1621" fmla="*/ 1410789 w 2601026"/>
                  <a:gd name="connsiteY18-1622" fmla="*/ 2601375 h 2607945"/>
                  <a:gd name="connsiteX19-1623" fmla="*/ 944258 w 2601026"/>
                  <a:gd name="connsiteY19-1624" fmla="*/ 2560320 h 2607945"/>
                  <a:gd name="connsiteX20-1625" fmla="*/ 1011439 w 2601026"/>
                  <a:gd name="connsiteY20-1626" fmla="*/ 2213221 h 2607945"/>
                  <a:gd name="connsiteX21-1627" fmla="*/ 716591 w 2601026"/>
                  <a:gd name="connsiteY21-1628" fmla="*/ 2067664 h 2607945"/>
                  <a:gd name="connsiteX22-1629" fmla="*/ 459067 w 2601026"/>
                  <a:gd name="connsiteY22-1630" fmla="*/ 2299063 h 2607945"/>
                  <a:gd name="connsiteX23-1631" fmla="*/ 164219 w 2601026"/>
                  <a:gd name="connsiteY23-1632" fmla="*/ 1955696 h 2607945"/>
                  <a:gd name="connsiteX24-1633" fmla="*/ 440405 w 2601026"/>
                  <a:gd name="connsiteY24-1634" fmla="*/ 1731761 h 2607945"/>
                  <a:gd name="connsiteX25-1635" fmla="*/ 343367 w 2601026"/>
                  <a:gd name="connsiteY25-1636" fmla="*/ 1425717 h 2607945"/>
                  <a:gd name="connsiteX26-1637" fmla="*/ 0 w 2601026"/>
                  <a:gd name="connsiteY26-1638" fmla="*/ 1440646 h 2607945"/>
                  <a:gd name="connsiteX27-1639" fmla="*/ 33591 w 2601026"/>
                  <a:gd name="connsiteY27-1640" fmla="*/ 974116 h 2607945"/>
                  <a:gd name="connsiteX28-1641" fmla="*/ 380689 w 2601026"/>
                  <a:gd name="connsiteY28-1642" fmla="*/ 1007706 h 2607945"/>
                  <a:gd name="connsiteX29-1643" fmla="*/ 529979 w 2601026"/>
                  <a:gd name="connsiteY29-1644" fmla="*/ 724055 h 2607945"/>
                  <a:gd name="connsiteX30-1645" fmla="*/ 287383 w 2601026"/>
                  <a:gd name="connsiteY30-1646" fmla="*/ 470263 h 2607945"/>
                  <a:gd name="connsiteX31-1647" fmla="*/ 630750 w 2601026"/>
                  <a:gd name="connsiteY31-1648" fmla="*/ 171683 h 2607945"/>
                  <a:gd name="connsiteX32-1649" fmla="*/ 850952 w 2601026"/>
                  <a:gd name="connsiteY32-1650" fmla="*/ 447869 h 2607945"/>
                  <a:gd name="connsiteX0-1651" fmla="*/ 850952 w 2601026"/>
                  <a:gd name="connsiteY0-1652" fmla="*/ 447869 h 2607945"/>
                  <a:gd name="connsiteX1-1653" fmla="*/ 1160729 w 2601026"/>
                  <a:gd name="connsiteY1-1654" fmla="*/ 354563 h 2607945"/>
                  <a:gd name="connsiteX2-1655" fmla="*/ 1164461 w 2601026"/>
                  <a:gd name="connsiteY2-1656" fmla="*/ 0 h 2607945"/>
                  <a:gd name="connsiteX3-1657" fmla="*/ 1645920 w 2601026"/>
                  <a:gd name="connsiteY3-1658" fmla="*/ 41055 h 2607945"/>
                  <a:gd name="connsiteX4-1659" fmla="*/ 1582472 w 2601026"/>
                  <a:gd name="connsiteY4-1660" fmla="*/ 388153 h 2607945"/>
                  <a:gd name="connsiteX5-1661" fmla="*/ 1884784 w 2601026"/>
                  <a:gd name="connsiteY5-1662" fmla="*/ 537443 h 2607945"/>
                  <a:gd name="connsiteX6-1663" fmla="*/ 2142309 w 2601026"/>
                  <a:gd name="connsiteY6-1664" fmla="*/ 298579 h 2607945"/>
                  <a:gd name="connsiteX7-1665" fmla="*/ 2429692 w 2601026"/>
                  <a:gd name="connsiteY7-1666" fmla="*/ 656875 h 2607945"/>
                  <a:gd name="connsiteX8-1667" fmla="*/ 2146041 w 2601026"/>
                  <a:gd name="connsiteY8-1668" fmla="*/ 850952 h 2607945"/>
                  <a:gd name="connsiteX9-1669" fmla="*/ 2246812 w 2601026"/>
                  <a:gd name="connsiteY9-1670" fmla="*/ 1194318 h 2607945"/>
                  <a:gd name="connsiteX10-1671" fmla="*/ 2597643 w 2601026"/>
                  <a:gd name="connsiteY10-1672" fmla="*/ 1160728 h 2607945"/>
                  <a:gd name="connsiteX11-1673" fmla="*/ 2556588 w 2601026"/>
                  <a:gd name="connsiteY11-1674" fmla="*/ 1645920 h 2607945"/>
                  <a:gd name="connsiteX12-1675" fmla="*/ 2209489 w 2601026"/>
                  <a:gd name="connsiteY12-1676" fmla="*/ 1593668 h 2607945"/>
                  <a:gd name="connsiteX13-1677" fmla="*/ 2056467 w 2601026"/>
                  <a:gd name="connsiteY13-1678" fmla="*/ 1877319 h 2607945"/>
                  <a:gd name="connsiteX14-1679" fmla="*/ 2291599 w 2601026"/>
                  <a:gd name="connsiteY14-1680" fmla="*/ 2134844 h 2607945"/>
                  <a:gd name="connsiteX15-1681" fmla="*/ 1944500 w 2601026"/>
                  <a:gd name="connsiteY15-1682" fmla="*/ 2437156 h 2607945"/>
                  <a:gd name="connsiteX16-1683" fmla="*/ 1724298 w 2601026"/>
                  <a:gd name="connsiteY16-1684" fmla="*/ 2153505 h 2607945"/>
                  <a:gd name="connsiteX17-1685" fmla="*/ 1429450 w 2601026"/>
                  <a:gd name="connsiteY17-1686" fmla="*/ 2246811 h 2607945"/>
                  <a:gd name="connsiteX18-1687" fmla="*/ 1410789 w 2601026"/>
                  <a:gd name="connsiteY18-1688" fmla="*/ 2601375 h 2607945"/>
                  <a:gd name="connsiteX19-1689" fmla="*/ 944258 w 2601026"/>
                  <a:gd name="connsiteY19-1690" fmla="*/ 2560320 h 2607945"/>
                  <a:gd name="connsiteX20-1691" fmla="*/ 1011439 w 2601026"/>
                  <a:gd name="connsiteY20-1692" fmla="*/ 2213221 h 2607945"/>
                  <a:gd name="connsiteX21-1693" fmla="*/ 716591 w 2601026"/>
                  <a:gd name="connsiteY21-1694" fmla="*/ 2067664 h 2607945"/>
                  <a:gd name="connsiteX22-1695" fmla="*/ 459067 w 2601026"/>
                  <a:gd name="connsiteY22-1696" fmla="*/ 2299063 h 2607945"/>
                  <a:gd name="connsiteX23-1697" fmla="*/ 164219 w 2601026"/>
                  <a:gd name="connsiteY23-1698" fmla="*/ 1955696 h 2607945"/>
                  <a:gd name="connsiteX24-1699" fmla="*/ 440405 w 2601026"/>
                  <a:gd name="connsiteY24-1700" fmla="*/ 1731761 h 2607945"/>
                  <a:gd name="connsiteX25-1701" fmla="*/ 343367 w 2601026"/>
                  <a:gd name="connsiteY25-1702" fmla="*/ 1425717 h 2607945"/>
                  <a:gd name="connsiteX26-1703" fmla="*/ 0 w 2601026"/>
                  <a:gd name="connsiteY26-1704" fmla="*/ 1440646 h 2607945"/>
                  <a:gd name="connsiteX27-1705" fmla="*/ 33591 w 2601026"/>
                  <a:gd name="connsiteY27-1706" fmla="*/ 974116 h 2607945"/>
                  <a:gd name="connsiteX28-1707" fmla="*/ 380689 w 2601026"/>
                  <a:gd name="connsiteY28-1708" fmla="*/ 1007706 h 2607945"/>
                  <a:gd name="connsiteX29-1709" fmla="*/ 529979 w 2601026"/>
                  <a:gd name="connsiteY29-1710" fmla="*/ 724055 h 2607945"/>
                  <a:gd name="connsiteX30-1711" fmla="*/ 287383 w 2601026"/>
                  <a:gd name="connsiteY30-1712" fmla="*/ 470263 h 2607945"/>
                  <a:gd name="connsiteX31-1713" fmla="*/ 630750 w 2601026"/>
                  <a:gd name="connsiteY31-1714" fmla="*/ 171683 h 2607945"/>
                  <a:gd name="connsiteX32-1715" fmla="*/ 850952 w 2601026"/>
                  <a:gd name="connsiteY32-1716" fmla="*/ 447869 h 2607945"/>
                  <a:gd name="connsiteX0-1717" fmla="*/ 855722 w 2605796"/>
                  <a:gd name="connsiteY0-1718" fmla="*/ 447869 h 2607945"/>
                  <a:gd name="connsiteX1-1719" fmla="*/ 1165499 w 2605796"/>
                  <a:gd name="connsiteY1-1720" fmla="*/ 354563 h 2607945"/>
                  <a:gd name="connsiteX2-1721" fmla="*/ 1169231 w 2605796"/>
                  <a:gd name="connsiteY2-1722" fmla="*/ 0 h 2607945"/>
                  <a:gd name="connsiteX3-1723" fmla="*/ 1650690 w 2605796"/>
                  <a:gd name="connsiteY3-1724" fmla="*/ 41055 h 2607945"/>
                  <a:gd name="connsiteX4-1725" fmla="*/ 1587242 w 2605796"/>
                  <a:gd name="connsiteY4-1726" fmla="*/ 388153 h 2607945"/>
                  <a:gd name="connsiteX5-1727" fmla="*/ 1889554 w 2605796"/>
                  <a:gd name="connsiteY5-1728" fmla="*/ 537443 h 2607945"/>
                  <a:gd name="connsiteX6-1729" fmla="*/ 2147079 w 2605796"/>
                  <a:gd name="connsiteY6-1730" fmla="*/ 298579 h 2607945"/>
                  <a:gd name="connsiteX7-1731" fmla="*/ 2434462 w 2605796"/>
                  <a:gd name="connsiteY7-1732" fmla="*/ 656875 h 2607945"/>
                  <a:gd name="connsiteX8-1733" fmla="*/ 2150811 w 2605796"/>
                  <a:gd name="connsiteY8-1734" fmla="*/ 850952 h 2607945"/>
                  <a:gd name="connsiteX9-1735" fmla="*/ 2251582 w 2605796"/>
                  <a:gd name="connsiteY9-1736" fmla="*/ 1194318 h 2607945"/>
                  <a:gd name="connsiteX10-1737" fmla="*/ 2602413 w 2605796"/>
                  <a:gd name="connsiteY10-1738" fmla="*/ 1160728 h 2607945"/>
                  <a:gd name="connsiteX11-1739" fmla="*/ 2561358 w 2605796"/>
                  <a:gd name="connsiteY11-1740" fmla="*/ 1645920 h 2607945"/>
                  <a:gd name="connsiteX12-1741" fmla="*/ 2214259 w 2605796"/>
                  <a:gd name="connsiteY12-1742" fmla="*/ 1593668 h 2607945"/>
                  <a:gd name="connsiteX13-1743" fmla="*/ 2061237 w 2605796"/>
                  <a:gd name="connsiteY13-1744" fmla="*/ 1877319 h 2607945"/>
                  <a:gd name="connsiteX14-1745" fmla="*/ 2296369 w 2605796"/>
                  <a:gd name="connsiteY14-1746" fmla="*/ 2134844 h 2607945"/>
                  <a:gd name="connsiteX15-1747" fmla="*/ 1949270 w 2605796"/>
                  <a:gd name="connsiteY15-1748" fmla="*/ 2437156 h 2607945"/>
                  <a:gd name="connsiteX16-1749" fmla="*/ 1729068 w 2605796"/>
                  <a:gd name="connsiteY16-1750" fmla="*/ 2153505 h 2607945"/>
                  <a:gd name="connsiteX17-1751" fmla="*/ 1434220 w 2605796"/>
                  <a:gd name="connsiteY17-1752" fmla="*/ 2246811 h 2607945"/>
                  <a:gd name="connsiteX18-1753" fmla="*/ 1415559 w 2605796"/>
                  <a:gd name="connsiteY18-1754" fmla="*/ 2601375 h 2607945"/>
                  <a:gd name="connsiteX19-1755" fmla="*/ 949028 w 2605796"/>
                  <a:gd name="connsiteY19-1756" fmla="*/ 2560320 h 2607945"/>
                  <a:gd name="connsiteX20-1757" fmla="*/ 1016209 w 2605796"/>
                  <a:gd name="connsiteY20-1758" fmla="*/ 2213221 h 2607945"/>
                  <a:gd name="connsiteX21-1759" fmla="*/ 721361 w 2605796"/>
                  <a:gd name="connsiteY21-1760" fmla="*/ 2067664 h 2607945"/>
                  <a:gd name="connsiteX22-1761" fmla="*/ 463837 w 2605796"/>
                  <a:gd name="connsiteY22-1762" fmla="*/ 2299063 h 2607945"/>
                  <a:gd name="connsiteX23-1763" fmla="*/ 168989 w 2605796"/>
                  <a:gd name="connsiteY23-1764" fmla="*/ 1955696 h 2607945"/>
                  <a:gd name="connsiteX24-1765" fmla="*/ 445175 w 2605796"/>
                  <a:gd name="connsiteY24-1766" fmla="*/ 1731761 h 2607945"/>
                  <a:gd name="connsiteX25-1767" fmla="*/ 348137 w 2605796"/>
                  <a:gd name="connsiteY25-1768" fmla="*/ 1425717 h 2607945"/>
                  <a:gd name="connsiteX26-1769" fmla="*/ 4770 w 2605796"/>
                  <a:gd name="connsiteY26-1770" fmla="*/ 1440646 h 2607945"/>
                  <a:gd name="connsiteX27-1771" fmla="*/ 38361 w 2605796"/>
                  <a:gd name="connsiteY27-1772" fmla="*/ 974116 h 2607945"/>
                  <a:gd name="connsiteX28-1773" fmla="*/ 385459 w 2605796"/>
                  <a:gd name="connsiteY28-1774" fmla="*/ 1007706 h 2607945"/>
                  <a:gd name="connsiteX29-1775" fmla="*/ 534749 w 2605796"/>
                  <a:gd name="connsiteY29-1776" fmla="*/ 724055 h 2607945"/>
                  <a:gd name="connsiteX30-1777" fmla="*/ 292153 w 2605796"/>
                  <a:gd name="connsiteY30-1778" fmla="*/ 470263 h 2607945"/>
                  <a:gd name="connsiteX31-1779" fmla="*/ 635520 w 2605796"/>
                  <a:gd name="connsiteY31-1780" fmla="*/ 171683 h 2607945"/>
                  <a:gd name="connsiteX32-1781" fmla="*/ 855722 w 2605796"/>
                  <a:gd name="connsiteY32-1782" fmla="*/ 447869 h 2607945"/>
                  <a:gd name="connsiteX0-1783" fmla="*/ 855722 w 2605796"/>
                  <a:gd name="connsiteY0-1784" fmla="*/ 447869 h 2607945"/>
                  <a:gd name="connsiteX1-1785" fmla="*/ 1165499 w 2605796"/>
                  <a:gd name="connsiteY1-1786" fmla="*/ 354563 h 2607945"/>
                  <a:gd name="connsiteX2-1787" fmla="*/ 1169231 w 2605796"/>
                  <a:gd name="connsiteY2-1788" fmla="*/ 0 h 2607945"/>
                  <a:gd name="connsiteX3-1789" fmla="*/ 1650690 w 2605796"/>
                  <a:gd name="connsiteY3-1790" fmla="*/ 41055 h 2607945"/>
                  <a:gd name="connsiteX4-1791" fmla="*/ 1587242 w 2605796"/>
                  <a:gd name="connsiteY4-1792" fmla="*/ 388153 h 2607945"/>
                  <a:gd name="connsiteX5-1793" fmla="*/ 1889554 w 2605796"/>
                  <a:gd name="connsiteY5-1794" fmla="*/ 537443 h 2607945"/>
                  <a:gd name="connsiteX6-1795" fmla="*/ 2147079 w 2605796"/>
                  <a:gd name="connsiteY6-1796" fmla="*/ 298579 h 2607945"/>
                  <a:gd name="connsiteX7-1797" fmla="*/ 2434462 w 2605796"/>
                  <a:gd name="connsiteY7-1798" fmla="*/ 656875 h 2607945"/>
                  <a:gd name="connsiteX8-1799" fmla="*/ 2150811 w 2605796"/>
                  <a:gd name="connsiteY8-1800" fmla="*/ 850952 h 2607945"/>
                  <a:gd name="connsiteX9-1801" fmla="*/ 2251582 w 2605796"/>
                  <a:gd name="connsiteY9-1802" fmla="*/ 1194318 h 2607945"/>
                  <a:gd name="connsiteX10-1803" fmla="*/ 2602413 w 2605796"/>
                  <a:gd name="connsiteY10-1804" fmla="*/ 1160728 h 2607945"/>
                  <a:gd name="connsiteX11-1805" fmla="*/ 2561358 w 2605796"/>
                  <a:gd name="connsiteY11-1806" fmla="*/ 1645920 h 2607945"/>
                  <a:gd name="connsiteX12-1807" fmla="*/ 2214259 w 2605796"/>
                  <a:gd name="connsiteY12-1808" fmla="*/ 1593668 h 2607945"/>
                  <a:gd name="connsiteX13-1809" fmla="*/ 2061237 w 2605796"/>
                  <a:gd name="connsiteY13-1810" fmla="*/ 1877319 h 2607945"/>
                  <a:gd name="connsiteX14-1811" fmla="*/ 2296369 w 2605796"/>
                  <a:gd name="connsiteY14-1812" fmla="*/ 2134844 h 2607945"/>
                  <a:gd name="connsiteX15-1813" fmla="*/ 1949270 w 2605796"/>
                  <a:gd name="connsiteY15-1814" fmla="*/ 2437156 h 2607945"/>
                  <a:gd name="connsiteX16-1815" fmla="*/ 1729068 w 2605796"/>
                  <a:gd name="connsiteY16-1816" fmla="*/ 2153505 h 2607945"/>
                  <a:gd name="connsiteX17-1817" fmla="*/ 1434220 w 2605796"/>
                  <a:gd name="connsiteY17-1818" fmla="*/ 2246811 h 2607945"/>
                  <a:gd name="connsiteX18-1819" fmla="*/ 1415559 w 2605796"/>
                  <a:gd name="connsiteY18-1820" fmla="*/ 2601375 h 2607945"/>
                  <a:gd name="connsiteX19-1821" fmla="*/ 949028 w 2605796"/>
                  <a:gd name="connsiteY19-1822" fmla="*/ 2560320 h 2607945"/>
                  <a:gd name="connsiteX20-1823" fmla="*/ 1016209 w 2605796"/>
                  <a:gd name="connsiteY20-1824" fmla="*/ 2213221 h 2607945"/>
                  <a:gd name="connsiteX21-1825" fmla="*/ 721361 w 2605796"/>
                  <a:gd name="connsiteY21-1826" fmla="*/ 2067664 h 2607945"/>
                  <a:gd name="connsiteX22-1827" fmla="*/ 463837 w 2605796"/>
                  <a:gd name="connsiteY22-1828" fmla="*/ 2299063 h 2607945"/>
                  <a:gd name="connsiteX23-1829" fmla="*/ 168989 w 2605796"/>
                  <a:gd name="connsiteY23-1830" fmla="*/ 1955696 h 2607945"/>
                  <a:gd name="connsiteX24-1831" fmla="*/ 445175 w 2605796"/>
                  <a:gd name="connsiteY24-1832" fmla="*/ 1731761 h 2607945"/>
                  <a:gd name="connsiteX25-1833" fmla="*/ 348137 w 2605796"/>
                  <a:gd name="connsiteY25-1834" fmla="*/ 1425717 h 2607945"/>
                  <a:gd name="connsiteX26-1835" fmla="*/ 4770 w 2605796"/>
                  <a:gd name="connsiteY26-1836" fmla="*/ 1440646 h 2607945"/>
                  <a:gd name="connsiteX27-1837" fmla="*/ 38361 w 2605796"/>
                  <a:gd name="connsiteY27-1838" fmla="*/ 974116 h 2607945"/>
                  <a:gd name="connsiteX28-1839" fmla="*/ 385459 w 2605796"/>
                  <a:gd name="connsiteY28-1840" fmla="*/ 1007706 h 2607945"/>
                  <a:gd name="connsiteX29-1841" fmla="*/ 534749 w 2605796"/>
                  <a:gd name="connsiteY29-1842" fmla="*/ 724055 h 2607945"/>
                  <a:gd name="connsiteX30-1843" fmla="*/ 292153 w 2605796"/>
                  <a:gd name="connsiteY30-1844" fmla="*/ 470263 h 2607945"/>
                  <a:gd name="connsiteX31-1845" fmla="*/ 635520 w 2605796"/>
                  <a:gd name="connsiteY31-1846" fmla="*/ 171683 h 2607945"/>
                  <a:gd name="connsiteX32-1847" fmla="*/ 855722 w 2605796"/>
                  <a:gd name="connsiteY32-1848" fmla="*/ 447869 h 2607945"/>
                  <a:gd name="connsiteX0-1849" fmla="*/ 855722 w 2605796"/>
                  <a:gd name="connsiteY0-1850" fmla="*/ 447869 h 2607945"/>
                  <a:gd name="connsiteX1-1851" fmla="*/ 1165499 w 2605796"/>
                  <a:gd name="connsiteY1-1852" fmla="*/ 354563 h 2607945"/>
                  <a:gd name="connsiteX2-1853" fmla="*/ 1169231 w 2605796"/>
                  <a:gd name="connsiteY2-1854" fmla="*/ 0 h 2607945"/>
                  <a:gd name="connsiteX3-1855" fmla="*/ 1650690 w 2605796"/>
                  <a:gd name="connsiteY3-1856" fmla="*/ 41055 h 2607945"/>
                  <a:gd name="connsiteX4-1857" fmla="*/ 1587242 w 2605796"/>
                  <a:gd name="connsiteY4-1858" fmla="*/ 388153 h 2607945"/>
                  <a:gd name="connsiteX5-1859" fmla="*/ 1889554 w 2605796"/>
                  <a:gd name="connsiteY5-1860" fmla="*/ 537443 h 2607945"/>
                  <a:gd name="connsiteX6-1861" fmla="*/ 2147079 w 2605796"/>
                  <a:gd name="connsiteY6-1862" fmla="*/ 298579 h 2607945"/>
                  <a:gd name="connsiteX7-1863" fmla="*/ 2434462 w 2605796"/>
                  <a:gd name="connsiteY7-1864" fmla="*/ 656875 h 2607945"/>
                  <a:gd name="connsiteX8-1865" fmla="*/ 2150811 w 2605796"/>
                  <a:gd name="connsiteY8-1866" fmla="*/ 850952 h 2607945"/>
                  <a:gd name="connsiteX9-1867" fmla="*/ 2251582 w 2605796"/>
                  <a:gd name="connsiteY9-1868" fmla="*/ 1194318 h 2607945"/>
                  <a:gd name="connsiteX10-1869" fmla="*/ 2602413 w 2605796"/>
                  <a:gd name="connsiteY10-1870" fmla="*/ 1160728 h 2607945"/>
                  <a:gd name="connsiteX11-1871" fmla="*/ 2561358 w 2605796"/>
                  <a:gd name="connsiteY11-1872" fmla="*/ 1645920 h 2607945"/>
                  <a:gd name="connsiteX12-1873" fmla="*/ 2214259 w 2605796"/>
                  <a:gd name="connsiteY12-1874" fmla="*/ 1593668 h 2607945"/>
                  <a:gd name="connsiteX13-1875" fmla="*/ 2061237 w 2605796"/>
                  <a:gd name="connsiteY13-1876" fmla="*/ 1877319 h 2607945"/>
                  <a:gd name="connsiteX14-1877" fmla="*/ 2296369 w 2605796"/>
                  <a:gd name="connsiteY14-1878" fmla="*/ 2134844 h 2607945"/>
                  <a:gd name="connsiteX15-1879" fmla="*/ 1949270 w 2605796"/>
                  <a:gd name="connsiteY15-1880" fmla="*/ 2437156 h 2607945"/>
                  <a:gd name="connsiteX16-1881" fmla="*/ 1729068 w 2605796"/>
                  <a:gd name="connsiteY16-1882" fmla="*/ 2153505 h 2607945"/>
                  <a:gd name="connsiteX17-1883" fmla="*/ 1434220 w 2605796"/>
                  <a:gd name="connsiteY17-1884" fmla="*/ 2246811 h 2607945"/>
                  <a:gd name="connsiteX18-1885" fmla="*/ 1415559 w 2605796"/>
                  <a:gd name="connsiteY18-1886" fmla="*/ 2601375 h 2607945"/>
                  <a:gd name="connsiteX19-1887" fmla="*/ 949028 w 2605796"/>
                  <a:gd name="connsiteY19-1888" fmla="*/ 2560320 h 2607945"/>
                  <a:gd name="connsiteX20-1889" fmla="*/ 1016209 w 2605796"/>
                  <a:gd name="connsiteY20-1890" fmla="*/ 2213221 h 2607945"/>
                  <a:gd name="connsiteX21-1891" fmla="*/ 721361 w 2605796"/>
                  <a:gd name="connsiteY21-1892" fmla="*/ 2067664 h 2607945"/>
                  <a:gd name="connsiteX22-1893" fmla="*/ 463837 w 2605796"/>
                  <a:gd name="connsiteY22-1894" fmla="*/ 2299063 h 2607945"/>
                  <a:gd name="connsiteX23-1895" fmla="*/ 168989 w 2605796"/>
                  <a:gd name="connsiteY23-1896" fmla="*/ 1955696 h 2607945"/>
                  <a:gd name="connsiteX24-1897" fmla="*/ 445175 w 2605796"/>
                  <a:gd name="connsiteY24-1898" fmla="*/ 1731761 h 2607945"/>
                  <a:gd name="connsiteX25-1899" fmla="*/ 348137 w 2605796"/>
                  <a:gd name="connsiteY25-1900" fmla="*/ 1425717 h 2607945"/>
                  <a:gd name="connsiteX26-1901" fmla="*/ 4770 w 2605796"/>
                  <a:gd name="connsiteY26-1902" fmla="*/ 1440646 h 2607945"/>
                  <a:gd name="connsiteX27-1903" fmla="*/ 38361 w 2605796"/>
                  <a:gd name="connsiteY27-1904" fmla="*/ 974116 h 2607945"/>
                  <a:gd name="connsiteX28-1905" fmla="*/ 385459 w 2605796"/>
                  <a:gd name="connsiteY28-1906" fmla="*/ 1007706 h 2607945"/>
                  <a:gd name="connsiteX29-1907" fmla="*/ 534749 w 2605796"/>
                  <a:gd name="connsiteY29-1908" fmla="*/ 724055 h 2607945"/>
                  <a:gd name="connsiteX30-1909" fmla="*/ 292153 w 2605796"/>
                  <a:gd name="connsiteY30-1910" fmla="*/ 470263 h 2607945"/>
                  <a:gd name="connsiteX31-1911" fmla="*/ 635520 w 2605796"/>
                  <a:gd name="connsiteY31-1912" fmla="*/ 171683 h 2607945"/>
                  <a:gd name="connsiteX32-1913" fmla="*/ 855722 w 2605796"/>
                  <a:gd name="connsiteY32-1914" fmla="*/ 447869 h 2607945"/>
                  <a:gd name="connsiteX0-1915" fmla="*/ 855722 w 2605796"/>
                  <a:gd name="connsiteY0-1916" fmla="*/ 447869 h 2607945"/>
                  <a:gd name="connsiteX1-1917" fmla="*/ 1165499 w 2605796"/>
                  <a:gd name="connsiteY1-1918" fmla="*/ 354563 h 2607945"/>
                  <a:gd name="connsiteX2-1919" fmla="*/ 1169231 w 2605796"/>
                  <a:gd name="connsiteY2-1920" fmla="*/ 0 h 2607945"/>
                  <a:gd name="connsiteX3-1921" fmla="*/ 1650690 w 2605796"/>
                  <a:gd name="connsiteY3-1922" fmla="*/ 41055 h 2607945"/>
                  <a:gd name="connsiteX4-1923" fmla="*/ 1587242 w 2605796"/>
                  <a:gd name="connsiteY4-1924" fmla="*/ 388153 h 2607945"/>
                  <a:gd name="connsiteX5-1925" fmla="*/ 1889554 w 2605796"/>
                  <a:gd name="connsiteY5-1926" fmla="*/ 537443 h 2607945"/>
                  <a:gd name="connsiteX6-1927" fmla="*/ 2147079 w 2605796"/>
                  <a:gd name="connsiteY6-1928" fmla="*/ 298579 h 2607945"/>
                  <a:gd name="connsiteX7-1929" fmla="*/ 2434462 w 2605796"/>
                  <a:gd name="connsiteY7-1930" fmla="*/ 656875 h 2607945"/>
                  <a:gd name="connsiteX8-1931" fmla="*/ 2150811 w 2605796"/>
                  <a:gd name="connsiteY8-1932" fmla="*/ 850952 h 2607945"/>
                  <a:gd name="connsiteX9-1933" fmla="*/ 2251582 w 2605796"/>
                  <a:gd name="connsiteY9-1934" fmla="*/ 1194318 h 2607945"/>
                  <a:gd name="connsiteX10-1935" fmla="*/ 2602413 w 2605796"/>
                  <a:gd name="connsiteY10-1936" fmla="*/ 1160728 h 2607945"/>
                  <a:gd name="connsiteX11-1937" fmla="*/ 2561358 w 2605796"/>
                  <a:gd name="connsiteY11-1938" fmla="*/ 1645920 h 2607945"/>
                  <a:gd name="connsiteX12-1939" fmla="*/ 2214259 w 2605796"/>
                  <a:gd name="connsiteY12-1940" fmla="*/ 1593668 h 2607945"/>
                  <a:gd name="connsiteX13-1941" fmla="*/ 2061237 w 2605796"/>
                  <a:gd name="connsiteY13-1942" fmla="*/ 1877319 h 2607945"/>
                  <a:gd name="connsiteX14-1943" fmla="*/ 2296369 w 2605796"/>
                  <a:gd name="connsiteY14-1944" fmla="*/ 2134844 h 2607945"/>
                  <a:gd name="connsiteX15-1945" fmla="*/ 1949270 w 2605796"/>
                  <a:gd name="connsiteY15-1946" fmla="*/ 2437156 h 2607945"/>
                  <a:gd name="connsiteX16-1947" fmla="*/ 1729068 w 2605796"/>
                  <a:gd name="connsiteY16-1948" fmla="*/ 2153505 h 2607945"/>
                  <a:gd name="connsiteX17-1949" fmla="*/ 1434220 w 2605796"/>
                  <a:gd name="connsiteY17-1950" fmla="*/ 2246811 h 2607945"/>
                  <a:gd name="connsiteX18-1951" fmla="*/ 1415559 w 2605796"/>
                  <a:gd name="connsiteY18-1952" fmla="*/ 2601375 h 2607945"/>
                  <a:gd name="connsiteX19-1953" fmla="*/ 949028 w 2605796"/>
                  <a:gd name="connsiteY19-1954" fmla="*/ 2560320 h 2607945"/>
                  <a:gd name="connsiteX20-1955" fmla="*/ 1016209 w 2605796"/>
                  <a:gd name="connsiteY20-1956" fmla="*/ 2213221 h 2607945"/>
                  <a:gd name="connsiteX21-1957" fmla="*/ 721361 w 2605796"/>
                  <a:gd name="connsiteY21-1958" fmla="*/ 2067664 h 2607945"/>
                  <a:gd name="connsiteX22-1959" fmla="*/ 463837 w 2605796"/>
                  <a:gd name="connsiteY22-1960" fmla="*/ 2299063 h 2607945"/>
                  <a:gd name="connsiteX23-1961" fmla="*/ 168989 w 2605796"/>
                  <a:gd name="connsiteY23-1962" fmla="*/ 1955696 h 2607945"/>
                  <a:gd name="connsiteX24-1963" fmla="*/ 445175 w 2605796"/>
                  <a:gd name="connsiteY24-1964" fmla="*/ 1731761 h 2607945"/>
                  <a:gd name="connsiteX25-1965" fmla="*/ 348137 w 2605796"/>
                  <a:gd name="connsiteY25-1966" fmla="*/ 1425717 h 2607945"/>
                  <a:gd name="connsiteX26-1967" fmla="*/ 4770 w 2605796"/>
                  <a:gd name="connsiteY26-1968" fmla="*/ 1440646 h 2607945"/>
                  <a:gd name="connsiteX27-1969" fmla="*/ 38361 w 2605796"/>
                  <a:gd name="connsiteY27-1970" fmla="*/ 974116 h 2607945"/>
                  <a:gd name="connsiteX28-1971" fmla="*/ 385459 w 2605796"/>
                  <a:gd name="connsiteY28-1972" fmla="*/ 1007706 h 2607945"/>
                  <a:gd name="connsiteX29-1973" fmla="*/ 534749 w 2605796"/>
                  <a:gd name="connsiteY29-1974" fmla="*/ 724055 h 2607945"/>
                  <a:gd name="connsiteX30-1975" fmla="*/ 292153 w 2605796"/>
                  <a:gd name="connsiteY30-1976" fmla="*/ 470263 h 2607945"/>
                  <a:gd name="connsiteX31-1977" fmla="*/ 635520 w 2605796"/>
                  <a:gd name="connsiteY31-1978" fmla="*/ 171683 h 2607945"/>
                  <a:gd name="connsiteX32-1979" fmla="*/ 855722 w 2605796"/>
                  <a:gd name="connsiteY32-1980" fmla="*/ 447869 h 2607945"/>
                  <a:gd name="connsiteX0-1981" fmla="*/ 855722 w 2605796"/>
                  <a:gd name="connsiteY0-1982" fmla="*/ 447869 h 2607945"/>
                  <a:gd name="connsiteX1-1983" fmla="*/ 1165499 w 2605796"/>
                  <a:gd name="connsiteY1-1984" fmla="*/ 354563 h 2607945"/>
                  <a:gd name="connsiteX2-1985" fmla="*/ 1169231 w 2605796"/>
                  <a:gd name="connsiteY2-1986" fmla="*/ 0 h 2607945"/>
                  <a:gd name="connsiteX3-1987" fmla="*/ 1650690 w 2605796"/>
                  <a:gd name="connsiteY3-1988" fmla="*/ 41055 h 2607945"/>
                  <a:gd name="connsiteX4-1989" fmla="*/ 1587242 w 2605796"/>
                  <a:gd name="connsiteY4-1990" fmla="*/ 388153 h 2607945"/>
                  <a:gd name="connsiteX5-1991" fmla="*/ 1889554 w 2605796"/>
                  <a:gd name="connsiteY5-1992" fmla="*/ 537443 h 2607945"/>
                  <a:gd name="connsiteX6-1993" fmla="*/ 2147079 w 2605796"/>
                  <a:gd name="connsiteY6-1994" fmla="*/ 298579 h 2607945"/>
                  <a:gd name="connsiteX7-1995" fmla="*/ 2434462 w 2605796"/>
                  <a:gd name="connsiteY7-1996" fmla="*/ 656875 h 2607945"/>
                  <a:gd name="connsiteX8-1997" fmla="*/ 2150811 w 2605796"/>
                  <a:gd name="connsiteY8-1998" fmla="*/ 850952 h 2607945"/>
                  <a:gd name="connsiteX9-1999" fmla="*/ 2251582 w 2605796"/>
                  <a:gd name="connsiteY9-2000" fmla="*/ 1194318 h 2607945"/>
                  <a:gd name="connsiteX10-2001" fmla="*/ 2602413 w 2605796"/>
                  <a:gd name="connsiteY10-2002" fmla="*/ 1160728 h 2607945"/>
                  <a:gd name="connsiteX11-2003" fmla="*/ 2561358 w 2605796"/>
                  <a:gd name="connsiteY11-2004" fmla="*/ 1645920 h 2607945"/>
                  <a:gd name="connsiteX12-2005" fmla="*/ 2214259 w 2605796"/>
                  <a:gd name="connsiteY12-2006" fmla="*/ 1593668 h 2607945"/>
                  <a:gd name="connsiteX13-2007" fmla="*/ 2061237 w 2605796"/>
                  <a:gd name="connsiteY13-2008" fmla="*/ 1877319 h 2607945"/>
                  <a:gd name="connsiteX14-2009" fmla="*/ 2296369 w 2605796"/>
                  <a:gd name="connsiteY14-2010" fmla="*/ 2134844 h 2607945"/>
                  <a:gd name="connsiteX15-2011" fmla="*/ 1949270 w 2605796"/>
                  <a:gd name="connsiteY15-2012" fmla="*/ 2437156 h 2607945"/>
                  <a:gd name="connsiteX16-2013" fmla="*/ 1729068 w 2605796"/>
                  <a:gd name="connsiteY16-2014" fmla="*/ 2153505 h 2607945"/>
                  <a:gd name="connsiteX17-2015" fmla="*/ 1434220 w 2605796"/>
                  <a:gd name="connsiteY17-2016" fmla="*/ 2246811 h 2607945"/>
                  <a:gd name="connsiteX18-2017" fmla="*/ 1415559 w 2605796"/>
                  <a:gd name="connsiteY18-2018" fmla="*/ 2601375 h 2607945"/>
                  <a:gd name="connsiteX19-2019" fmla="*/ 949028 w 2605796"/>
                  <a:gd name="connsiteY19-2020" fmla="*/ 2560320 h 2607945"/>
                  <a:gd name="connsiteX20-2021" fmla="*/ 1016209 w 2605796"/>
                  <a:gd name="connsiteY20-2022" fmla="*/ 2213221 h 2607945"/>
                  <a:gd name="connsiteX21-2023" fmla="*/ 721361 w 2605796"/>
                  <a:gd name="connsiteY21-2024" fmla="*/ 2067664 h 2607945"/>
                  <a:gd name="connsiteX22-2025" fmla="*/ 463837 w 2605796"/>
                  <a:gd name="connsiteY22-2026" fmla="*/ 2299063 h 2607945"/>
                  <a:gd name="connsiteX23-2027" fmla="*/ 168989 w 2605796"/>
                  <a:gd name="connsiteY23-2028" fmla="*/ 1955696 h 2607945"/>
                  <a:gd name="connsiteX24-2029" fmla="*/ 445175 w 2605796"/>
                  <a:gd name="connsiteY24-2030" fmla="*/ 1731761 h 2607945"/>
                  <a:gd name="connsiteX25-2031" fmla="*/ 348137 w 2605796"/>
                  <a:gd name="connsiteY25-2032" fmla="*/ 1425717 h 2607945"/>
                  <a:gd name="connsiteX26-2033" fmla="*/ 4770 w 2605796"/>
                  <a:gd name="connsiteY26-2034" fmla="*/ 1440646 h 2607945"/>
                  <a:gd name="connsiteX27-2035" fmla="*/ 38361 w 2605796"/>
                  <a:gd name="connsiteY27-2036" fmla="*/ 974116 h 2607945"/>
                  <a:gd name="connsiteX28-2037" fmla="*/ 385459 w 2605796"/>
                  <a:gd name="connsiteY28-2038" fmla="*/ 1007706 h 2607945"/>
                  <a:gd name="connsiteX29-2039" fmla="*/ 534749 w 2605796"/>
                  <a:gd name="connsiteY29-2040" fmla="*/ 724055 h 2607945"/>
                  <a:gd name="connsiteX30-2041" fmla="*/ 292153 w 2605796"/>
                  <a:gd name="connsiteY30-2042" fmla="*/ 470263 h 2607945"/>
                  <a:gd name="connsiteX31-2043" fmla="*/ 635520 w 2605796"/>
                  <a:gd name="connsiteY31-2044" fmla="*/ 171683 h 2607945"/>
                  <a:gd name="connsiteX32-2045" fmla="*/ 855722 w 2605796"/>
                  <a:gd name="connsiteY32-2046" fmla="*/ 447869 h 2607945"/>
                  <a:gd name="connsiteX0-2047" fmla="*/ 855722 w 2605796"/>
                  <a:gd name="connsiteY0-2048" fmla="*/ 451419 h 2611495"/>
                  <a:gd name="connsiteX1-2049" fmla="*/ 1165499 w 2605796"/>
                  <a:gd name="connsiteY1-2050" fmla="*/ 358113 h 2611495"/>
                  <a:gd name="connsiteX2-2051" fmla="*/ 1169231 w 2605796"/>
                  <a:gd name="connsiteY2-2052" fmla="*/ 3550 h 2611495"/>
                  <a:gd name="connsiteX3-2053" fmla="*/ 1650690 w 2605796"/>
                  <a:gd name="connsiteY3-2054" fmla="*/ 44605 h 2611495"/>
                  <a:gd name="connsiteX4-2055" fmla="*/ 1587242 w 2605796"/>
                  <a:gd name="connsiteY4-2056" fmla="*/ 391703 h 2611495"/>
                  <a:gd name="connsiteX5-2057" fmla="*/ 1889554 w 2605796"/>
                  <a:gd name="connsiteY5-2058" fmla="*/ 540993 h 2611495"/>
                  <a:gd name="connsiteX6-2059" fmla="*/ 2147079 w 2605796"/>
                  <a:gd name="connsiteY6-2060" fmla="*/ 302129 h 2611495"/>
                  <a:gd name="connsiteX7-2061" fmla="*/ 2434462 w 2605796"/>
                  <a:gd name="connsiteY7-2062" fmla="*/ 660425 h 2611495"/>
                  <a:gd name="connsiteX8-2063" fmla="*/ 2150811 w 2605796"/>
                  <a:gd name="connsiteY8-2064" fmla="*/ 854502 h 2611495"/>
                  <a:gd name="connsiteX9-2065" fmla="*/ 2251582 w 2605796"/>
                  <a:gd name="connsiteY9-2066" fmla="*/ 1197868 h 2611495"/>
                  <a:gd name="connsiteX10-2067" fmla="*/ 2602413 w 2605796"/>
                  <a:gd name="connsiteY10-2068" fmla="*/ 1164278 h 2611495"/>
                  <a:gd name="connsiteX11-2069" fmla="*/ 2561358 w 2605796"/>
                  <a:gd name="connsiteY11-2070" fmla="*/ 1649470 h 2611495"/>
                  <a:gd name="connsiteX12-2071" fmla="*/ 2214259 w 2605796"/>
                  <a:gd name="connsiteY12-2072" fmla="*/ 1597218 h 2611495"/>
                  <a:gd name="connsiteX13-2073" fmla="*/ 2061237 w 2605796"/>
                  <a:gd name="connsiteY13-2074" fmla="*/ 1880869 h 2611495"/>
                  <a:gd name="connsiteX14-2075" fmla="*/ 2296369 w 2605796"/>
                  <a:gd name="connsiteY14-2076" fmla="*/ 2138394 h 2611495"/>
                  <a:gd name="connsiteX15-2077" fmla="*/ 1949270 w 2605796"/>
                  <a:gd name="connsiteY15-2078" fmla="*/ 2440706 h 2611495"/>
                  <a:gd name="connsiteX16-2079" fmla="*/ 1729068 w 2605796"/>
                  <a:gd name="connsiteY16-2080" fmla="*/ 2157055 h 2611495"/>
                  <a:gd name="connsiteX17-2081" fmla="*/ 1434220 w 2605796"/>
                  <a:gd name="connsiteY17-2082" fmla="*/ 2250361 h 2611495"/>
                  <a:gd name="connsiteX18-2083" fmla="*/ 1415559 w 2605796"/>
                  <a:gd name="connsiteY18-2084" fmla="*/ 2604925 h 2611495"/>
                  <a:gd name="connsiteX19-2085" fmla="*/ 949028 w 2605796"/>
                  <a:gd name="connsiteY19-2086" fmla="*/ 2563870 h 2611495"/>
                  <a:gd name="connsiteX20-2087" fmla="*/ 1016209 w 2605796"/>
                  <a:gd name="connsiteY20-2088" fmla="*/ 2216771 h 2611495"/>
                  <a:gd name="connsiteX21-2089" fmla="*/ 721361 w 2605796"/>
                  <a:gd name="connsiteY21-2090" fmla="*/ 2071214 h 2611495"/>
                  <a:gd name="connsiteX22-2091" fmla="*/ 463837 w 2605796"/>
                  <a:gd name="connsiteY22-2092" fmla="*/ 2302613 h 2611495"/>
                  <a:gd name="connsiteX23-2093" fmla="*/ 168989 w 2605796"/>
                  <a:gd name="connsiteY23-2094" fmla="*/ 1959246 h 2611495"/>
                  <a:gd name="connsiteX24-2095" fmla="*/ 445175 w 2605796"/>
                  <a:gd name="connsiteY24-2096" fmla="*/ 1735311 h 2611495"/>
                  <a:gd name="connsiteX25-2097" fmla="*/ 348137 w 2605796"/>
                  <a:gd name="connsiteY25-2098" fmla="*/ 1429267 h 2611495"/>
                  <a:gd name="connsiteX26-2099" fmla="*/ 4770 w 2605796"/>
                  <a:gd name="connsiteY26-2100" fmla="*/ 1444196 h 2611495"/>
                  <a:gd name="connsiteX27-2101" fmla="*/ 38361 w 2605796"/>
                  <a:gd name="connsiteY27-2102" fmla="*/ 977666 h 2611495"/>
                  <a:gd name="connsiteX28-2103" fmla="*/ 385459 w 2605796"/>
                  <a:gd name="connsiteY28-2104" fmla="*/ 1011256 h 2611495"/>
                  <a:gd name="connsiteX29-2105" fmla="*/ 534749 w 2605796"/>
                  <a:gd name="connsiteY29-2106" fmla="*/ 727605 h 2611495"/>
                  <a:gd name="connsiteX30-2107" fmla="*/ 292153 w 2605796"/>
                  <a:gd name="connsiteY30-2108" fmla="*/ 473813 h 2611495"/>
                  <a:gd name="connsiteX31-2109" fmla="*/ 635520 w 2605796"/>
                  <a:gd name="connsiteY31-2110" fmla="*/ 175233 h 2611495"/>
                  <a:gd name="connsiteX32-2111" fmla="*/ 855722 w 2605796"/>
                  <a:gd name="connsiteY32-2112" fmla="*/ 451419 h 2611495"/>
                  <a:gd name="connsiteX0-2113" fmla="*/ 855722 w 2605796"/>
                  <a:gd name="connsiteY0-2114" fmla="*/ 452941 h 2613017"/>
                  <a:gd name="connsiteX1-2115" fmla="*/ 1165499 w 2605796"/>
                  <a:gd name="connsiteY1-2116" fmla="*/ 359635 h 2613017"/>
                  <a:gd name="connsiteX2-2117" fmla="*/ 1169231 w 2605796"/>
                  <a:gd name="connsiteY2-2118" fmla="*/ 5072 h 2613017"/>
                  <a:gd name="connsiteX3-2119" fmla="*/ 1650690 w 2605796"/>
                  <a:gd name="connsiteY3-2120" fmla="*/ 46127 h 2613017"/>
                  <a:gd name="connsiteX4-2121" fmla="*/ 1587242 w 2605796"/>
                  <a:gd name="connsiteY4-2122" fmla="*/ 393225 h 2613017"/>
                  <a:gd name="connsiteX5-2123" fmla="*/ 1889554 w 2605796"/>
                  <a:gd name="connsiteY5-2124" fmla="*/ 542515 h 2613017"/>
                  <a:gd name="connsiteX6-2125" fmla="*/ 2147079 w 2605796"/>
                  <a:gd name="connsiteY6-2126" fmla="*/ 303651 h 2613017"/>
                  <a:gd name="connsiteX7-2127" fmla="*/ 2434462 w 2605796"/>
                  <a:gd name="connsiteY7-2128" fmla="*/ 661947 h 2613017"/>
                  <a:gd name="connsiteX8-2129" fmla="*/ 2150811 w 2605796"/>
                  <a:gd name="connsiteY8-2130" fmla="*/ 856024 h 2613017"/>
                  <a:gd name="connsiteX9-2131" fmla="*/ 2251582 w 2605796"/>
                  <a:gd name="connsiteY9-2132" fmla="*/ 1199390 h 2613017"/>
                  <a:gd name="connsiteX10-2133" fmla="*/ 2602413 w 2605796"/>
                  <a:gd name="connsiteY10-2134" fmla="*/ 1165800 h 2613017"/>
                  <a:gd name="connsiteX11-2135" fmla="*/ 2561358 w 2605796"/>
                  <a:gd name="connsiteY11-2136" fmla="*/ 1650992 h 2613017"/>
                  <a:gd name="connsiteX12-2137" fmla="*/ 2214259 w 2605796"/>
                  <a:gd name="connsiteY12-2138" fmla="*/ 1598740 h 2613017"/>
                  <a:gd name="connsiteX13-2139" fmla="*/ 2061237 w 2605796"/>
                  <a:gd name="connsiteY13-2140" fmla="*/ 1882391 h 2613017"/>
                  <a:gd name="connsiteX14-2141" fmla="*/ 2296369 w 2605796"/>
                  <a:gd name="connsiteY14-2142" fmla="*/ 2139916 h 2613017"/>
                  <a:gd name="connsiteX15-2143" fmla="*/ 1949270 w 2605796"/>
                  <a:gd name="connsiteY15-2144" fmla="*/ 2442228 h 2613017"/>
                  <a:gd name="connsiteX16-2145" fmla="*/ 1729068 w 2605796"/>
                  <a:gd name="connsiteY16-2146" fmla="*/ 2158577 h 2613017"/>
                  <a:gd name="connsiteX17-2147" fmla="*/ 1434220 w 2605796"/>
                  <a:gd name="connsiteY17-2148" fmla="*/ 2251883 h 2613017"/>
                  <a:gd name="connsiteX18-2149" fmla="*/ 1415559 w 2605796"/>
                  <a:gd name="connsiteY18-2150" fmla="*/ 2606447 h 2613017"/>
                  <a:gd name="connsiteX19-2151" fmla="*/ 949028 w 2605796"/>
                  <a:gd name="connsiteY19-2152" fmla="*/ 2565392 h 2613017"/>
                  <a:gd name="connsiteX20-2153" fmla="*/ 1016209 w 2605796"/>
                  <a:gd name="connsiteY20-2154" fmla="*/ 2218293 h 2613017"/>
                  <a:gd name="connsiteX21-2155" fmla="*/ 721361 w 2605796"/>
                  <a:gd name="connsiteY21-2156" fmla="*/ 2072736 h 2613017"/>
                  <a:gd name="connsiteX22-2157" fmla="*/ 463837 w 2605796"/>
                  <a:gd name="connsiteY22-2158" fmla="*/ 2304135 h 2613017"/>
                  <a:gd name="connsiteX23-2159" fmla="*/ 168989 w 2605796"/>
                  <a:gd name="connsiteY23-2160" fmla="*/ 1960768 h 2613017"/>
                  <a:gd name="connsiteX24-2161" fmla="*/ 445175 w 2605796"/>
                  <a:gd name="connsiteY24-2162" fmla="*/ 1736833 h 2613017"/>
                  <a:gd name="connsiteX25-2163" fmla="*/ 348137 w 2605796"/>
                  <a:gd name="connsiteY25-2164" fmla="*/ 1430789 h 2613017"/>
                  <a:gd name="connsiteX26-2165" fmla="*/ 4770 w 2605796"/>
                  <a:gd name="connsiteY26-2166" fmla="*/ 1445718 h 2613017"/>
                  <a:gd name="connsiteX27-2167" fmla="*/ 38361 w 2605796"/>
                  <a:gd name="connsiteY27-2168" fmla="*/ 979188 h 2613017"/>
                  <a:gd name="connsiteX28-2169" fmla="*/ 385459 w 2605796"/>
                  <a:gd name="connsiteY28-2170" fmla="*/ 1012778 h 2613017"/>
                  <a:gd name="connsiteX29-2171" fmla="*/ 534749 w 2605796"/>
                  <a:gd name="connsiteY29-2172" fmla="*/ 729127 h 2613017"/>
                  <a:gd name="connsiteX30-2173" fmla="*/ 292153 w 2605796"/>
                  <a:gd name="connsiteY30-2174" fmla="*/ 475335 h 2613017"/>
                  <a:gd name="connsiteX31-2175" fmla="*/ 635520 w 2605796"/>
                  <a:gd name="connsiteY31-2176" fmla="*/ 176755 h 2613017"/>
                  <a:gd name="connsiteX32-2177" fmla="*/ 855722 w 2605796"/>
                  <a:gd name="connsiteY32-2178" fmla="*/ 452941 h 261301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2605796" h="2613017">
                    <a:moveTo>
                      <a:pt x="855722" y="452941"/>
                    </a:moveTo>
                    <a:cubicBezTo>
                      <a:pt x="951517" y="406910"/>
                      <a:pt x="1058508" y="375808"/>
                      <a:pt x="1165499" y="359635"/>
                    </a:cubicBezTo>
                    <a:lnTo>
                      <a:pt x="1169231" y="5072"/>
                    </a:lnTo>
                    <a:cubicBezTo>
                      <a:pt x="1337182" y="-11101"/>
                      <a:pt x="1505133" y="13781"/>
                      <a:pt x="1650690" y="46127"/>
                    </a:cubicBezTo>
                    <a:lnTo>
                      <a:pt x="1587242" y="393225"/>
                    </a:lnTo>
                    <a:cubicBezTo>
                      <a:pt x="1665619" y="420595"/>
                      <a:pt x="1811177" y="485287"/>
                      <a:pt x="1889554" y="542515"/>
                    </a:cubicBezTo>
                    <a:lnTo>
                      <a:pt x="2147079" y="303651"/>
                    </a:lnTo>
                    <a:cubicBezTo>
                      <a:pt x="2242873" y="404422"/>
                      <a:pt x="2361061" y="527586"/>
                      <a:pt x="2434462" y="661947"/>
                    </a:cubicBezTo>
                    <a:lnTo>
                      <a:pt x="2150811" y="856024"/>
                    </a:lnTo>
                    <a:cubicBezTo>
                      <a:pt x="2206795" y="955550"/>
                      <a:pt x="2232921" y="1066274"/>
                      <a:pt x="2251582" y="1199390"/>
                    </a:cubicBezTo>
                    <a:lnTo>
                      <a:pt x="2602413" y="1165800"/>
                    </a:lnTo>
                    <a:cubicBezTo>
                      <a:pt x="2611122" y="1297673"/>
                      <a:pt x="2604901" y="1478065"/>
                      <a:pt x="2561358" y="1650992"/>
                    </a:cubicBezTo>
                    <a:lnTo>
                      <a:pt x="2214259" y="1598740"/>
                    </a:lnTo>
                    <a:cubicBezTo>
                      <a:pt x="2180669" y="1715683"/>
                      <a:pt x="2120952" y="1817699"/>
                      <a:pt x="2061237" y="1882391"/>
                    </a:cubicBezTo>
                    <a:lnTo>
                      <a:pt x="2296369" y="2139916"/>
                    </a:lnTo>
                    <a:cubicBezTo>
                      <a:pt x="2217992" y="2259348"/>
                      <a:pt x="2091096" y="2360119"/>
                      <a:pt x="1949270" y="2442228"/>
                    </a:cubicBezTo>
                    <a:lnTo>
                      <a:pt x="1729068" y="2158577"/>
                    </a:lnTo>
                    <a:cubicBezTo>
                      <a:pt x="1641982" y="2197143"/>
                      <a:pt x="1543699" y="2243175"/>
                      <a:pt x="1434220" y="2251883"/>
                    </a:cubicBezTo>
                    <a:lnTo>
                      <a:pt x="1415559" y="2606447"/>
                    </a:lnTo>
                    <a:cubicBezTo>
                      <a:pt x="1267513" y="2622620"/>
                      <a:pt x="1112002" y="2608935"/>
                      <a:pt x="949028" y="2565392"/>
                    </a:cubicBezTo>
                    <a:lnTo>
                      <a:pt x="1016209" y="2218293"/>
                    </a:lnTo>
                    <a:cubicBezTo>
                      <a:pt x="921658" y="2188435"/>
                      <a:pt x="804715" y="2128720"/>
                      <a:pt x="721361" y="2072736"/>
                    </a:cubicBezTo>
                    <a:lnTo>
                      <a:pt x="463837" y="2304135"/>
                    </a:lnTo>
                    <a:cubicBezTo>
                      <a:pt x="358090" y="2227002"/>
                      <a:pt x="248611" y="2064027"/>
                      <a:pt x="168989" y="1960768"/>
                    </a:cubicBezTo>
                    <a:lnTo>
                      <a:pt x="445175" y="1736833"/>
                    </a:lnTo>
                    <a:cubicBezTo>
                      <a:pt x="401632" y="1638550"/>
                      <a:pt x="373018" y="1544000"/>
                      <a:pt x="348137" y="1430789"/>
                    </a:cubicBezTo>
                    <a:lnTo>
                      <a:pt x="4770" y="1445718"/>
                    </a:lnTo>
                    <a:cubicBezTo>
                      <a:pt x="-6426" y="1293940"/>
                      <a:pt x="1038" y="1153359"/>
                      <a:pt x="38361" y="979188"/>
                    </a:cubicBezTo>
                    <a:lnTo>
                      <a:pt x="385459" y="1012778"/>
                    </a:lnTo>
                    <a:cubicBezTo>
                      <a:pt x="427757" y="921960"/>
                      <a:pt x="466325" y="819945"/>
                      <a:pt x="534749" y="729127"/>
                    </a:cubicBezTo>
                    <a:lnTo>
                      <a:pt x="292153" y="475335"/>
                    </a:lnTo>
                    <a:cubicBezTo>
                      <a:pt x="410342" y="357147"/>
                      <a:pt x="502403" y="261353"/>
                      <a:pt x="635520" y="176755"/>
                    </a:cubicBezTo>
                    <a:lnTo>
                      <a:pt x="855722" y="452941"/>
                    </a:lnTo>
                    <a:close/>
                  </a:path>
                </a:pathLst>
              </a:cu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3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 vert="horz" wrap="square" lIns="0" tIns="45720" rIns="0" bIns="45720" anchor="ctr" anchorCtr="0"/>
          <a:p>
            <a:r>
              <a:rPr lang="en-US" altLang="en-US" sz="3200" dirty="0">
                <a:latin typeface="Arial Rounded MT Bold" panose="020F0704030504030204" pitchFamily="34" charset="0"/>
                <a:ea typeface="+mj-ea"/>
                <a:cs typeface="+mj-cs"/>
              </a:rPr>
              <a:t>Example:  </a:t>
            </a:r>
            <a:r>
              <a:rPr lang="en-US" altLang="en-US" sz="2800" dirty="0">
                <a:latin typeface="Arial Rounded MT Bold" panose="020F0704030504030204" pitchFamily="34" charset="0"/>
                <a:ea typeface="+mj-ea"/>
                <a:cs typeface="+mj-cs"/>
              </a:rPr>
              <a:t>Restaurant Automation Requirements</a:t>
            </a:r>
            <a:endParaRPr lang="en-US" altLang="en-US" sz="2800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7171" name="Content Placeholder 4"/>
          <p:cNvSpPr>
            <a:spLocks noGrp="1"/>
          </p:cNvSpPr>
          <p:nvPr>
            <p:ph idx="1"/>
          </p:nvPr>
        </p:nvSpPr>
        <p:spPr>
          <a:xfrm>
            <a:off x="504825" y="1766888"/>
            <a:ext cx="8410575" cy="4291012"/>
          </a:xfrm>
        </p:spPr>
        <p:txBody>
          <a:bodyPr vert="horz" wrap="square" lIns="91440" tIns="45720" rIns="91440" bIns="45720" anchor="t" anchorCtr="0"/>
          <a:p>
            <a:pPr>
              <a:buClr>
                <a:srgbClr val="A50021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REQ-1: Support the work of </a:t>
            </a:r>
            <a:r>
              <a:rPr lang="en-US" altLang="en-US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wait &amp; floor staff</a:t>
            </a:r>
            <a:endParaRPr lang="en-US" altLang="en-US" b="1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buClr>
                <a:srgbClr val="A50021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REQ-2: Support the work of </a:t>
            </a:r>
            <a:r>
              <a:rPr lang="en-US" altLang="en-US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kitchen staff</a:t>
            </a:r>
            <a:endParaRPr lang="en-US" altLang="en-US" b="1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  <a:buClr>
                <a:srgbClr val="A50021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REQ-3: Support the work of </a:t>
            </a:r>
            <a:r>
              <a:rPr lang="en-US" altLang="en-US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management</a:t>
            </a:r>
            <a:endParaRPr lang="en-US" altLang="en-US" b="1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717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46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46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87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charRg st="87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Example:  Restaurant Automation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3200" dirty="0">
                <a:latin typeface="Arial Rounded MT Bold" panose="020F0704030504030204" pitchFamily="34" charset="0"/>
                <a:ea typeface="+mj-ea"/>
                <a:cs typeface="+mj-cs"/>
              </a:rPr>
              <a:t>Decomposition by </a:t>
            </a:r>
            <a:r>
              <a:rPr lang="en-US" altLang="en-US" sz="3200" dirty="0">
                <a:solidFill>
                  <a:srgbClr val="68000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Partitioning the Solution </a:t>
            </a:r>
            <a:endParaRPr lang="en-US" altLang="en-US" sz="3200" dirty="0">
              <a:solidFill>
                <a:srgbClr val="680000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8195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grpSp>
        <p:nvGrpSpPr>
          <p:cNvPr id="8196" name="Group 5"/>
          <p:cNvGrpSpPr>
            <a:grpSpLocks noChangeAspect="1"/>
          </p:cNvGrpSpPr>
          <p:nvPr/>
        </p:nvGrpSpPr>
        <p:grpSpPr>
          <a:xfrm>
            <a:off x="6573838" y="1851025"/>
            <a:ext cx="219075" cy="560388"/>
            <a:chOff x="2095" y="1357"/>
            <a:chExt cx="345" cy="878"/>
          </a:xfrm>
        </p:grpSpPr>
        <p:sp>
          <p:nvSpPr>
            <p:cNvPr id="15489" name="Oval 6"/>
            <p:cNvSpPr>
              <a:spLocks noChangeAspect="1" noChangeArrowheads="1"/>
            </p:cNvSpPr>
            <p:nvPr/>
          </p:nvSpPr>
          <p:spPr bwMode="auto">
            <a:xfrm>
              <a:off x="2172" y="1357"/>
              <a:ext cx="188" cy="1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p>
              <a:pPr eaLnBrk="1" hangingPunct="1">
                <a:buNone/>
              </a:pP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5490" name="Freeform 7"/>
            <p:cNvSpPr>
              <a:spLocks noChangeAspect="1"/>
            </p:cNvSpPr>
            <p:nvPr/>
          </p:nvSpPr>
          <p:spPr bwMode="auto">
            <a:xfrm>
              <a:off x="2095" y="1653"/>
              <a:ext cx="345" cy="67"/>
            </a:xfrm>
            <a:custGeom>
              <a:avLst/>
              <a:gdLst>
                <a:gd name="T0" fmla="*/ 0 w 345"/>
                <a:gd name="T1" fmla="*/ 65 h 67"/>
                <a:gd name="T2" fmla="*/ 172 w 345"/>
                <a:gd name="T3" fmla="*/ 0 h 67"/>
                <a:gd name="T4" fmla="*/ 345 w 345"/>
                <a:gd name="T5" fmla="*/ 67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91" name="Freeform 8"/>
            <p:cNvSpPr>
              <a:spLocks noChangeAspect="1"/>
            </p:cNvSpPr>
            <p:nvPr/>
          </p:nvSpPr>
          <p:spPr bwMode="auto">
            <a:xfrm>
              <a:off x="2102" y="1852"/>
              <a:ext cx="330" cy="383"/>
            </a:xfrm>
            <a:custGeom>
              <a:avLst/>
              <a:gdLst>
                <a:gd name="T0" fmla="*/ 0 w 331"/>
                <a:gd name="T1" fmla="*/ 382 h 382"/>
                <a:gd name="T2" fmla="*/ 38 w 331"/>
                <a:gd name="T3" fmla="*/ 382 h 382"/>
                <a:gd name="T4" fmla="*/ 165 w 331"/>
                <a:gd name="T5" fmla="*/ 0 h 382"/>
                <a:gd name="T6" fmla="*/ 294 w 331"/>
                <a:gd name="T7" fmla="*/ 382 h 382"/>
                <a:gd name="T8" fmla="*/ 331 w 331"/>
                <a:gd name="T9" fmla="*/ 38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92" name="Line 9"/>
            <p:cNvSpPr>
              <a:spLocks noChangeAspect="1" noChangeShapeType="1"/>
            </p:cNvSpPr>
            <p:nvPr/>
          </p:nvSpPr>
          <p:spPr bwMode="auto">
            <a:xfrm>
              <a:off x="2267" y="1544"/>
              <a:ext cx="0" cy="31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197" name="Group 10"/>
          <p:cNvGrpSpPr>
            <a:grpSpLocks noChangeAspect="1"/>
          </p:cNvGrpSpPr>
          <p:nvPr/>
        </p:nvGrpSpPr>
        <p:grpSpPr>
          <a:xfrm>
            <a:off x="7529513" y="1760538"/>
            <a:ext cx="219075" cy="560387"/>
            <a:chOff x="2699" y="1659"/>
            <a:chExt cx="392" cy="997"/>
          </a:xfrm>
        </p:grpSpPr>
        <p:sp>
          <p:nvSpPr>
            <p:cNvPr id="10" name="Oval 11"/>
            <p:cNvSpPr>
              <a:spLocks noChangeAspect="1" noChangeArrowheads="1"/>
            </p:cNvSpPr>
            <p:nvPr/>
          </p:nvSpPr>
          <p:spPr bwMode="auto"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1" name="AutoShape 12"/>
            <p:cNvCxnSpPr>
              <a:cxnSpLocks noChangeAspect="1" noChangeShapeType="1"/>
              <a:stCxn id="10" idx="4"/>
              <a:endCxn id="12" idx="1"/>
            </p:cNvCxnSpPr>
            <p:nvPr/>
          </p:nvCxnSpPr>
          <p:spPr bwMode="auto">
            <a:xfrm>
              <a:off x="2895" y="1876"/>
              <a:ext cx="0" cy="107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sp>
          <p:nvSpPr>
            <p:cNvPr id="12" name="Freeform 13"/>
            <p:cNvSpPr>
              <a:spLocks noChangeAspect="1"/>
            </p:cNvSpPr>
            <p:nvPr/>
          </p:nvSpPr>
          <p:spPr bwMode="auto">
            <a:xfrm>
              <a:off x="2699" y="1992"/>
              <a:ext cx="392" cy="79"/>
            </a:xfrm>
            <a:custGeom>
              <a:avLst/>
              <a:gdLst>
                <a:gd name="T0" fmla="*/ 0 w 159"/>
                <a:gd name="T1" fmla="*/ 31 h 32"/>
                <a:gd name="T2" fmla="*/ 80 w 159"/>
                <a:gd name="T3" fmla="*/ 0 h 32"/>
                <a:gd name="T4" fmla="*/ 159 w 159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14"/>
            <p:cNvSpPr>
              <a:spLocks noChangeAspect="1"/>
            </p:cNvSpPr>
            <p:nvPr/>
          </p:nvSpPr>
          <p:spPr bwMode="auto">
            <a:xfrm>
              <a:off x="2705" y="2475"/>
              <a:ext cx="381" cy="181"/>
            </a:xfrm>
            <a:custGeom>
              <a:avLst/>
              <a:gdLst>
                <a:gd name="T0" fmla="*/ 0 w 378"/>
                <a:gd name="T1" fmla="*/ 181 h 181"/>
                <a:gd name="T2" fmla="*/ 43 w 378"/>
                <a:gd name="T3" fmla="*/ 181 h 181"/>
                <a:gd name="T4" fmla="*/ 104 w 378"/>
                <a:gd name="T5" fmla="*/ 0 h 181"/>
                <a:gd name="T6" fmla="*/ 273 w 378"/>
                <a:gd name="T7" fmla="*/ 0 h 181"/>
                <a:gd name="T8" fmla="*/ 336 w 378"/>
                <a:gd name="T9" fmla="*/ 181 h 181"/>
                <a:gd name="T10" fmla="*/ 378 w 378"/>
                <a:gd name="T1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AutoShape 15"/>
            <p:cNvSpPr>
              <a:spLocks noChangeAspect="1" noChangeArrowheads="1"/>
            </p:cNvSpPr>
            <p:nvPr/>
          </p:nvSpPr>
          <p:spPr bwMode="auto"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Line 16"/>
            <p:cNvSpPr>
              <a:spLocks noChangeAspect="1" noChangeShapeType="1"/>
            </p:cNvSpPr>
            <p:nvPr/>
          </p:nvSpPr>
          <p:spPr bwMode="auto">
            <a:xfrm>
              <a:off x="2895" y="1871"/>
              <a:ext cx="0" cy="12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198" name="Group 55"/>
          <p:cNvGrpSpPr>
            <a:grpSpLocks noChangeAspect="1"/>
          </p:cNvGrpSpPr>
          <p:nvPr/>
        </p:nvGrpSpPr>
        <p:grpSpPr>
          <a:xfrm>
            <a:off x="1831975" y="1851025"/>
            <a:ext cx="219075" cy="560388"/>
            <a:chOff x="2095" y="1357"/>
            <a:chExt cx="345" cy="878"/>
          </a:xfrm>
        </p:grpSpPr>
        <p:sp>
          <p:nvSpPr>
            <p:cNvPr id="8315" name="Oval 5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316" name="Freeform 5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17" name="Freeform 5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18" name="Line 5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199" name="Group 60"/>
          <p:cNvGrpSpPr>
            <a:grpSpLocks noChangeAspect="1"/>
          </p:cNvGrpSpPr>
          <p:nvPr/>
        </p:nvGrpSpPr>
        <p:grpSpPr>
          <a:xfrm>
            <a:off x="1247775" y="1851025"/>
            <a:ext cx="219075" cy="560388"/>
            <a:chOff x="2095" y="1357"/>
            <a:chExt cx="345" cy="878"/>
          </a:xfrm>
        </p:grpSpPr>
        <p:sp>
          <p:nvSpPr>
            <p:cNvPr id="8311" name="Oval 61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312" name="Freeform 62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13" name="Freeform 63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14" name="Line 64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00" name="Group 65"/>
          <p:cNvGrpSpPr>
            <a:grpSpLocks noChangeAspect="1"/>
          </p:cNvGrpSpPr>
          <p:nvPr/>
        </p:nvGrpSpPr>
        <p:grpSpPr>
          <a:xfrm>
            <a:off x="2486025" y="1851025"/>
            <a:ext cx="219075" cy="560388"/>
            <a:chOff x="2095" y="1357"/>
            <a:chExt cx="345" cy="878"/>
          </a:xfrm>
        </p:grpSpPr>
        <p:sp>
          <p:nvSpPr>
            <p:cNvPr id="8307" name="Oval 6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308" name="Freeform 6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09" name="Freeform 6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310" name="Line 6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01" name="Group 75"/>
          <p:cNvGrpSpPr>
            <a:grpSpLocks noChangeAspect="1"/>
          </p:cNvGrpSpPr>
          <p:nvPr/>
        </p:nvGrpSpPr>
        <p:grpSpPr>
          <a:xfrm>
            <a:off x="6892925" y="1760538"/>
            <a:ext cx="219075" cy="560387"/>
            <a:chOff x="2699" y="1659"/>
            <a:chExt cx="392" cy="997"/>
          </a:xfrm>
        </p:grpSpPr>
        <p:sp>
          <p:nvSpPr>
            <p:cNvPr id="37" name="Oval 76"/>
            <p:cNvSpPr>
              <a:spLocks noChangeAspect="1" noChangeArrowheads="1"/>
            </p:cNvSpPr>
            <p:nvPr/>
          </p:nvSpPr>
          <p:spPr bwMode="auto"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38" name="AutoShape 77"/>
            <p:cNvCxnSpPr>
              <a:cxnSpLocks noChangeAspect="1" noChangeShapeType="1"/>
              <a:stCxn id="37" idx="4"/>
              <a:endCxn id="39" idx="1"/>
            </p:cNvCxnSpPr>
            <p:nvPr/>
          </p:nvCxnSpPr>
          <p:spPr bwMode="auto">
            <a:xfrm>
              <a:off x="2895" y="1876"/>
              <a:ext cx="0" cy="107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sp>
          <p:nvSpPr>
            <p:cNvPr id="39" name="Freeform 78"/>
            <p:cNvSpPr>
              <a:spLocks noChangeAspect="1"/>
            </p:cNvSpPr>
            <p:nvPr/>
          </p:nvSpPr>
          <p:spPr bwMode="auto">
            <a:xfrm>
              <a:off x="2699" y="1992"/>
              <a:ext cx="392" cy="79"/>
            </a:xfrm>
            <a:custGeom>
              <a:avLst/>
              <a:gdLst>
                <a:gd name="T0" fmla="*/ 0 w 159"/>
                <a:gd name="T1" fmla="*/ 31 h 32"/>
                <a:gd name="T2" fmla="*/ 80 w 159"/>
                <a:gd name="T3" fmla="*/ 0 h 32"/>
                <a:gd name="T4" fmla="*/ 159 w 159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79"/>
            <p:cNvSpPr>
              <a:spLocks noChangeAspect="1"/>
            </p:cNvSpPr>
            <p:nvPr/>
          </p:nvSpPr>
          <p:spPr bwMode="auto">
            <a:xfrm>
              <a:off x="2705" y="2475"/>
              <a:ext cx="381" cy="181"/>
            </a:xfrm>
            <a:custGeom>
              <a:avLst/>
              <a:gdLst>
                <a:gd name="T0" fmla="*/ 0 w 378"/>
                <a:gd name="T1" fmla="*/ 181 h 181"/>
                <a:gd name="T2" fmla="*/ 43 w 378"/>
                <a:gd name="T3" fmla="*/ 181 h 181"/>
                <a:gd name="T4" fmla="*/ 104 w 378"/>
                <a:gd name="T5" fmla="*/ 0 h 181"/>
                <a:gd name="T6" fmla="*/ 273 w 378"/>
                <a:gd name="T7" fmla="*/ 0 h 181"/>
                <a:gd name="T8" fmla="*/ 336 w 378"/>
                <a:gd name="T9" fmla="*/ 181 h 181"/>
                <a:gd name="T10" fmla="*/ 378 w 378"/>
                <a:gd name="T1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AutoShape 80"/>
            <p:cNvSpPr>
              <a:spLocks noChangeAspect="1" noChangeArrowheads="1"/>
            </p:cNvSpPr>
            <p:nvPr/>
          </p:nvSpPr>
          <p:spPr bwMode="auto"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2" name="Line 81"/>
            <p:cNvSpPr>
              <a:spLocks noChangeAspect="1" noChangeShapeType="1"/>
            </p:cNvSpPr>
            <p:nvPr/>
          </p:nvSpPr>
          <p:spPr bwMode="auto">
            <a:xfrm>
              <a:off x="2895" y="1871"/>
              <a:ext cx="0" cy="12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202" name="Group 89"/>
          <p:cNvGrpSpPr>
            <a:grpSpLocks noChangeAspect="1"/>
          </p:cNvGrpSpPr>
          <p:nvPr/>
        </p:nvGrpSpPr>
        <p:grpSpPr>
          <a:xfrm>
            <a:off x="6256338" y="1760538"/>
            <a:ext cx="219075" cy="560387"/>
            <a:chOff x="2699" y="1659"/>
            <a:chExt cx="392" cy="997"/>
          </a:xfrm>
        </p:grpSpPr>
        <p:sp>
          <p:nvSpPr>
            <p:cNvPr id="51" name="Oval 90"/>
            <p:cNvSpPr>
              <a:spLocks noChangeAspect="1" noChangeArrowheads="1"/>
            </p:cNvSpPr>
            <p:nvPr/>
          </p:nvSpPr>
          <p:spPr bwMode="auto"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52" name="AutoShape 91"/>
            <p:cNvCxnSpPr>
              <a:cxnSpLocks noChangeAspect="1" noChangeShapeType="1"/>
              <a:stCxn id="51" idx="4"/>
              <a:endCxn id="53" idx="1"/>
            </p:cNvCxnSpPr>
            <p:nvPr/>
          </p:nvCxnSpPr>
          <p:spPr bwMode="auto">
            <a:xfrm>
              <a:off x="2895" y="1876"/>
              <a:ext cx="0" cy="107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sp>
          <p:nvSpPr>
            <p:cNvPr id="53" name="Freeform 92"/>
            <p:cNvSpPr>
              <a:spLocks noChangeAspect="1"/>
            </p:cNvSpPr>
            <p:nvPr/>
          </p:nvSpPr>
          <p:spPr bwMode="auto">
            <a:xfrm>
              <a:off x="2699" y="1992"/>
              <a:ext cx="392" cy="79"/>
            </a:xfrm>
            <a:custGeom>
              <a:avLst/>
              <a:gdLst>
                <a:gd name="T0" fmla="*/ 0 w 159"/>
                <a:gd name="T1" fmla="*/ 31 h 32"/>
                <a:gd name="T2" fmla="*/ 80 w 159"/>
                <a:gd name="T3" fmla="*/ 0 h 32"/>
                <a:gd name="T4" fmla="*/ 159 w 159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93"/>
            <p:cNvSpPr>
              <a:spLocks noChangeAspect="1"/>
            </p:cNvSpPr>
            <p:nvPr/>
          </p:nvSpPr>
          <p:spPr bwMode="auto">
            <a:xfrm>
              <a:off x="2705" y="2475"/>
              <a:ext cx="381" cy="181"/>
            </a:xfrm>
            <a:custGeom>
              <a:avLst/>
              <a:gdLst>
                <a:gd name="T0" fmla="*/ 0 w 378"/>
                <a:gd name="T1" fmla="*/ 181 h 181"/>
                <a:gd name="T2" fmla="*/ 43 w 378"/>
                <a:gd name="T3" fmla="*/ 181 h 181"/>
                <a:gd name="T4" fmla="*/ 104 w 378"/>
                <a:gd name="T5" fmla="*/ 0 h 181"/>
                <a:gd name="T6" fmla="*/ 273 w 378"/>
                <a:gd name="T7" fmla="*/ 0 h 181"/>
                <a:gd name="T8" fmla="*/ 336 w 378"/>
                <a:gd name="T9" fmla="*/ 181 h 181"/>
                <a:gd name="T10" fmla="*/ 378 w 378"/>
                <a:gd name="T1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AutoShape 94"/>
            <p:cNvSpPr>
              <a:spLocks noChangeAspect="1" noChangeArrowheads="1"/>
            </p:cNvSpPr>
            <p:nvPr/>
          </p:nvSpPr>
          <p:spPr bwMode="auto"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95"/>
            <p:cNvSpPr>
              <a:spLocks noChangeAspect="1" noChangeShapeType="1"/>
            </p:cNvSpPr>
            <p:nvPr/>
          </p:nvSpPr>
          <p:spPr bwMode="auto">
            <a:xfrm>
              <a:off x="2895" y="1871"/>
              <a:ext cx="0" cy="12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203" name="Group 96"/>
          <p:cNvGrpSpPr>
            <a:grpSpLocks noChangeAspect="1"/>
          </p:cNvGrpSpPr>
          <p:nvPr/>
        </p:nvGrpSpPr>
        <p:grpSpPr>
          <a:xfrm>
            <a:off x="2112963" y="1760538"/>
            <a:ext cx="219075" cy="560387"/>
            <a:chOff x="2699" y="1659"/>
            <a:chExt cx="392" cy="997"/>
          </a:xfrm>
        </p:grpSpPr>
        <p:sp>
          <p:nvSpPr>
            <p:cNvPr id="8289" name="Oval 97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8290" name="AutoShape 98"/>
            <p:cNvCxnSpPr>
              <a:cxnSpLocks noChangeAspect="1"/>
              <a:stCxn id="8289" idx="4"/>
              <a:endCxn id="8291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8291" name="Freeform 99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2" name="Freeform 100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93" name="AutoShape 101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94" name="Line 102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04" name="Group 65"/>
          <p:cNvGrpSpPr>
            <a:grpSpLocks noChangeAspect="1"/>
          </p:cNvGrpSpPr>
          <p:nvPr/>
        </p:nvGrpSpPr>
        <p:grpSpPr>
          <a:xfrm>
            <a:off x="7847013" y="1851025"/>
            <a:ext cx="219075" cy="560388"/>
            <a:chOff x="2095" y="1357"/>
            <a:chExt cx="345" cy="878"/>
          </a:xfrm>
        </p:grpSpPr>
        <p:sp>
          <p:nvSpPr>
            <p:cNvPr id="2" name="Oval 66"/>
            <p:cNvSpPr>
              <a:spLocks noChangeAspect="1" noChangeArrowheads="1"/>
            </p:cNvSpPr>
            <p:nvPr/>
          </p:nvSpPr>
          <p:spPr bwMode="auto">
            <a:xfrm>
              <a:off x="2172" y="1357"/>
              <a:ext cx="188" cy="1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p>
              <a:pPr eaLnBrk="1" hangingPunct="1">
                <a:buNone/>
              </a:pP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" name="Freeform 67"/>
            <p:cNvSpPr>
              <a:spLocks noChangeAspect="1"/>
            </p:cNvSpPr>
            <p:nvPr/>
          </p:nvSpPr>
          <p:spPr bwMode="auto">
            <a:xfrm>
              <a:off x="2095" y="1653"/>
              <a:ext cx="345" cy="67"/>
            </a:xfrm>
            <a:custGeom>
              <a:avLst/>
              <a:gdLst>
                <a:gd name="T0" fmla="*/ 0 w 345"/>
                <a:gd name="T1" fmla="*/ 65 h 67"/>
                <a:gd name="T2" fmla="*/ 172 w 345"/>
                <a:gd name="T3" fmla="*/ 0 h 67"/>
                <a:gd name="T4" fmla="*/ 345 w 345"/>
                <a:gd name="T5" fmla="*/ 67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" name="Freeform 68"/>
            <p:cNvSpPr>
              <a:spLocks noChangeAspect="1"/>
            </p:cNvSpPr>
            <p:nvPr/>
          </p:nvSpPr>
          <p:spPr bwMode="auto">
            <a:xfrm>
              <a:off x="2102" y="1852"/>
              <a:ext cx="330" cy="383"/>
            </a:xfrm>
            <a:custGeom>
              <a:avLst/>
              <a:gdLst>
                <a:gd name="T0" fmla="*/ 0 w 331"/>
                <a:gd name="T1" fmla="*/ 382 h 382"/>
                <a:gd name="T2" fmla="*/ 38 w 331"/>
                <a:gd name="T3" fmla="*/ 382 h 382"/>
                <a:gd name="T4" fmla="*/ 165 w 331"/>
                <a:gd name="T5" fmla="*/ 0 h 382"/>
                <a:gd name="T6" fmla="*/ 294 w 331"/>
                <a:gd name="T7" fmla="*/ 382 h 382"/>
                <a:gd name="T8" fmla="*/ 331 w 331"/>
                <a:gd name="T9" fmla="*/ 38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Line 69"/>
            <p:cNvSpPr>
              <a:spLocks noChangeAspect="1" noChangeShapeType="1"/>
            </p:cNvSpPr>
            <p:nvPr/>
          </p:nvSpPr>
          <p:spPr bwMode="auto">
            <a:xfrm>
              <a:off x="2267" y="1544"/>
              <a:ext cx="0" cy="31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8205" name="TextBox 76"/>
          <p:cNvSpPr txBox="1"/>
          <p:nvPr/>
        </p:nvSpPr>
        <p:spPr>
          <a:xfrm>
            <a:off x="550863" y="6324600"/>
            <a:ext cx="1123950" cy="3857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User Interface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</a:rPr>
              <a:t>a.k.a. “Front end”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sp>
        <p:nvSpPr>
          <p:cNvPr id="8206" name="TextBox 77"/>
          <p:cNvSpPr txBox="1"/>
          <p:nvPr/>
        </p:nvSpPr>
        <p:spPr>
          <a:xfrm>
            <a:off x="2457450" y="6218238"/>
            <a:ext cx="1204913" cy="6000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Business Logic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and Algorithms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</a:rPr>
              <a:t>a.k.a. “Backend”</a:t>
            </a:r>
            <a:endParaRPr lang="en-US" altLang="en-US" sz="1100" dirty="0">
              <a:latin typeface="Arial" panose="020B0604020202020204" pitchFamily="34" charset="0"/>
            </a:endParaRPr>
          </a:p>
        </p:txBody>
      </p:sp>
      <p:sp>
        <p:nvSpPr>
          <p:cNvPr id="79" name="Left-Right Arrow 78"/>
          <p:cNvSpPr>
            <a:spLocks noChangeAspect="1"/>
          </p:cNvSpPr>
          <p:nvPr/>
        </p:nvSpPr>
        <p:spPr>
          <a:xfrm>
            <a:off x="1627188" y="5635625"/>
            <a:ext cx="731838" cy="290513"/>
          </a:xfrm>
          <a:prstGeom prst="leftRightArrow">
            <a:avLst>
              <a:gd name="adj1" fmla="val 35055"/>
              <a:gd name="adj2" fmla="val 50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" name="Bevel 79"/>
          <p:cNvSpPr>
            <a:spLocks noChangeAspect="1"/>
          </p:cNvSpPr>
          <p:nvPr/>
        </p:nvSpPr>
        <p:spPr>
          <a:xfrm>
            <a:off x="777875" y="5446713"/>
            <a:ext cx="668338" cy="668338"/>
          </a:xfrm>
          <a:prstGeom prst="bevel">
            <a:avLst>
              <a:gd name="adj" fmla="val 9789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Left-Right Arrow 80"/>
          <p:cNvSpPr>
            <a:spLocks noChangeAspect="1"/>
          </p:cNvSpPr>
          <p:nvPr/>
        </p:nvSpPr>
        <p:spPr>
          <a:xfrm>
            <a:off x="3529013" y="5635625"/>
            <a:ext cx="731838" cy="290513"/>
          </a:xfrm>
          <a:prstGeom prst="leftRightArrow">
            <a:avLst>
              <a:gd name="adj1" fmla="val 35055"/>
              <a:gd name="adj2" fmla="val 50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0" name="TextBox 81"/>
          <p:cNvSpPr txBox="1"/>
          <p:nvPr/>
        </p:nvSpPr>
        <p:spPr>
          <a:xfrm>
            <a:off x="4406900" y="6218238"/>
            <a:ext cx="815975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Database/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Network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grpSp>
        <p:nvGrpSpPr>
          <p:cNvPr id="8211" name="Group 20"/>
          <p:cNvGrpSpPr/>
          <p:nvPr/>
        </p:nvGrpSpPr>
        <p:grpSpPr>
          <a:xfrm>
            <a:off x="4441825" y="5497513"/>
            <a:ext cx="749300" cy="566737"/>
            <a:chOff x="521" y="2366"/>
            <a:chExt cx="1172" cy="880"/>
          </a:xfrm>
        </p:grpSpPr>
        <p:sp>
          <p:nvSpPr>
            <p:cNvPr id="8282" name="AutoShape 21"/>
            <p:cNvSpPr/>
            <p:nvPr/>
          </p:nvSpPr>
          <p:spPr>
            <a:xfrm>
              <a:off x="521" y="2366"/>
              <a:ext cx="1172" cy="880"/>
            </a:xfrm>
            <a:prstGeom prst="can">
              <a:avLst>
                <a:gd name="adj" fmla="val 26704"/>
              </a:avLst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83" name="Arc 22"/>
            <p:cNvSpPr/>
            <p:nvPr/>
          </p:nvSpPr>
          <p:spPr>
            <a:xfrm>
              <a:off x="522" y="2539"/>
              <a:ext cx="1169" cy="121"/>
            </a:xfrm>
            <a:custGeom>
              <a:avLst/>
              <a:gdLst>
                <a:gd name="txL" fmla="*/ 0 w 43200"/>
                <a:gd name="txT" fmla="*/ 0 h 21780"/>
                <a:gd name="txR" fmla="*/ 43200 w 43200"/>
                <a:gd name="txB" fmla="*/ 21780 h 2178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21780" fill="none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</a:path>
                <a:path w="43200" h="21780" stroke="0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  <a:lnTo>
                    <a:pt x="21600" y="180"/>
                  </a:lnTo>
                  <a:lnTo>
                    <a:pt x="43199" y="-1"/>
                  </a:lnTo>
                  <a:close/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84" name="Arc 23"/>
            <p:cNvSpPr/>
            <p:nvPr/>
          </p:nvSpPr>
          <p:spPr>
            <a:xfrm>
              <a:off x="522" y="2598"/>
              <a:ext cx="1169" cy="121"/>
            </a:xfrm>
            <a:custGeom>
              <a:avLst/>
              <a:gdLst>
                <a:gd name="txL" fmla="*/ 0 w 43200"/>
                <a:gd name="txT" fmla="*/ 0 h 21780"/>
                <a:gd name="txR" fmla="*/ 43200 w 43200"/>
                <a:gd name="txB" fmla="*/ 21780 h 2178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21780" fill="none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</a:path>
                <a:path w="43200" h="21780" stroke="0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  <a:lnTo>
                    <a:pt x="21600" y="180"/>
                  </a:lnTo>
                  <a:lnTo>
                    <a:pt x="43199" y="-1"/>
                  </a:lnTo>
                  <a:close/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87" name="Cross 86"/>
          <p:cNvSpPr>
            <a:spLocks noChangeAspect="1"/>
          </p:cNvSpPr>
          <p:nvPr/>
        </p:nvSpPr>
        <p:spPr>
          <a:xfrm>
            <a:off x="5741988" y="5603875"/>
            <a:ext cx="352425" cy="354013"/>
          </a:xfrm>
          <a:prstGeom prst="plus">
            <a:avLst>
              <a:gd name="adj" fmla="val 35891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3" name="TextBox 87"/>
          <p:cNvSpPr txBox="1"/>
          <p:nvPr/>
        </p:nvSpPr>
        <p:spPr>
          <a:xfrm>
            <a:off x="6310313" y="6324600"/>
            <a:ext cx="120332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Documentation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89" name="Folded Corner 88"/>
          <p:cNvSpPr>
            <a:spLocks noChangeAspect="1"/>
          </p:cNvSpPr>
          <p:nvPr/>
        </p:nvSpPr>
        <p:spPr>
          <a:xfrm>
            <a:off x="6646863" y="5395913"/>
            <a:ext cx="620713" cy="769938"/>
          </a:xfrm>
          <a:prstGeom prst="foldedCorner">
            <a:avLst>
              <a:gd name="adj" fmla="val 22608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215" name="Group 60"/>
          <p:cNvGrpSpPr>
            <a:grpSpLocks noChangeAspect="1"/>
          </p:cNvGrpSpPr>
          <p:nvPr/>
        </p:nvGrpSpPr>
        <p:grpSpPr>
          <a:xfrm>
            <a:off x="842963" y="4781550"/>
            <a:ext cx="219075" cy="560388"/>
            <a:chOff x="2095" y="1357"/>
            <a:chExt cx="345" cy="878"/>
          </a:xfrm>
        </p:grpSpPr>
        <p:sp>
          <p:nvSpPr>
            <p:cNvPr id="8278" name="Oval 61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79" name="Freeform 62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80" name="Freeform 63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81" name="Line 64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16" name="Group 5"/>
          <p:cNvGrpSpPr>
            <a:grpSpLocks noChangeAspect="1"/>
          </p:cNvGrpSpPr>
          <p:nvPr/>
        </p:nvGrpSpPr>
        <p:grpSpPr>
          <a:xfrm>
            <a:off x="2994025" y="4781550"/>
            <a:ext cx="219075" cy="560388"/>
            <a:chOff x="2095" y="1357"/>
            <a:chExt cx="345" cy="878"/>
          </a:xfrm>
        </p:grpSpPr>
        <p:sp>
          <p:nvSpPr>
            <p:cNvPr id="8274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75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76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77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17" name="Group 5"/>
          <p:cNvGrpSpPr>
            <a:grpSpLocks noChangeAspect="1"/>
          </p:cNvGrpSpPr>
          <p:nvPr/>
        </p:nvGrpSpPr>
        <p:grpSpPr>
          <a:xfrm>
            <a:off x="6796088" y="4781550"/>
            <a:ext cx="219075" cy="560388"/>
            <a:chOff x="2095" y="1357"/>
            <a:chExt cx="345" cy="878"/>
          </a:xfrm>
        </p:grpSpPr>
        <p:sp>
          <p:nvSpPr>
            <p:cNvPr id="8270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71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72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73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20" name="Freeform 119"/>
          <p:cNvSpPr/>
          <p:nvPr/>
        </p:nvSpPr>
        <p:spPr>
          <a:xfrm>
            <a:off x="769938" y="2471738"/>
            <a:ext cx="6165850" cy="1668463"/>
          </a:xfrm>
          <a:custGeom>
            <a:avLst/>
            <a:gdLst>
              <a:gd name="connsiteX0" fmla="*/ 2353901 w 6455121"/>
              <a:gd name="connsiteY0" fmla="*/ 0 h 1475715"/>
              <a:gd name="connsiteX1" fmla="*/ 4363770 w 6455121"/>
              <a:gd name="connsiteY1" fmla="*/ 0 h 1475715"/>
              <a:gd name="connsiteX2" fmla="*/ 6455121 w 6455121"/>
              <a:gd name="connsiteY2" fmla="*/ 1457608 h 1475715"/>
              <a:gd name="connsiteX3" fmla="*/ 0 w 6455121"/>
              <a:gd name="connsiteY3" fmla="*/ 1475715 h 1475715"/>
              <a:gd name="connsiteX4" fmla="*/ 2353901 w 6455121"/>
              <a:gd name="connsiteY4" fmla="*/ 0 h 1475715"/>
              <a:gd name="connsiteX0-1" fmla="*/ 461727 w 6455121"/>
              <a:gd name="connsiteY0-2" fmla="*/ 452674 h 1475715"/>
              <a:gd name="connsiteX1-3" fmla="*/ 4363770 w 6455121"/>
              <a:gd name="connsiteY1-4" fmla="*/ 0 h 1475715"/>
              <a:gd name="connsiteX2-5" fmla="*/ 6455121 w 6455121"/>
              <a:gd name="connsiteY2-6" fmla="*/ 1457608 h 1475715"/>
              <a:gd name="connsiteX3-7" fmla="*/ 0 w 6455121"/>
              <a:gd name="connsiteY3-8" fmla="*/ 1475715 h 1475715"/>
              <a:gd name="connsiteX4-9" fmla="*/ 461727 w 6455121"/>
              <a:gd name="connsiteY4-10" fmla="*/ 452674 h 1475715"/>
              <a:gd name="connsiteX0-11" fmla="*/ 461727 w 6455121"/>
              <a:gd name="connsiteY0-12" fmla="*/ 27161 h 1050202"/>
              <a:gd name="connsiteX1-13" fmla="*/ 1928388 w 6455121"/>
              <a:gd name="connsiteY1-14" fmla="*/ 0 h 1050202"/>
              <a:gd name="connsiteX2-15" fmla="*/ 6455121 w 6455121"/>
              <a:gd name="connsiteY2-16" fmla="*/ 1032095 h 1050202"/>
              <a:gd name="connsiteX3-17" fmla="*/ 0 w 6455121"/>
              <a:gd name="connsiteY3-18" fmla="*/ 1050202 h 1050202"/>
              <a:gd name="connsiteX4-19" fmla="*/ 461727 w 6455121"/>
              <a:gd name="connsiteY4-20" fmla="*/ 27161 h 1050202"/>
              <a:gd name="connsiteX0-21" fmla="*/ 461727 w 6455121"/>
              <a:gd name="connsiteY0-22" fmla="*/ 27161 h 1050202"/>
              <a:gd name="connsiteX1-23" fmla="*/ 1928388 w 6455121"/>
              <a:gd name="connsiteY1-24" fmla="*/ 0 h 1050202"/>
              <a:gd name="connsiteX2-25" fmla="*/ 6455121 w 6455121"/>
              <a:gd name="connsiteY2-26" fmla="*/ 1032095 h 1050202"/>
              <a:gd name="connsiteX3-27" fmla="*/ 0 w 6455121"/>
              <a:gd name="connsiteY3-28" fmla="*/ 1050202 h 1050202"/>
              <a:gd name="connsiteX4-29" fmla="*/ 461727 w 6455121"/>
              <a:gd name="connsiteY4-30" fmla="*/ 27161 h 1050202"/>
              <a:gd name="connsiteX0-31" fmla="*/ 0 w 6546561"/>
              <a:gd name="connsiteY0-32" fmla="*/ 1050202 h 1123535"/>
              <a:gd name="connsiteX1-33" fmla="*/ 461727 w 6546561"/>
              <a:gd name="connsiteY1-34" fmla="*/ 27161 h 1123535"/>
              <a:gd name="connsiteX2-35" fmla="*/ 1928388 w 6546561"/>
              <a:gd name="connsiteY2-36" fmla="*/ 0 h 1123535"/>
              <a:gd name="connsiteX3-37" fmla="*/ 6546561 w 6546561"/>
              <a:gd name="connsiteY3-38" fmla="*/ 1123535 h 1123535"/>
              <a:gd name="connsiteX0-39" fmla="*/ 0 w 6591828"/>
              <a:gd name="connsiteY0-40" fmla="*/ 896293 h 1123535"/>
              <a:gd name="connsiteX1-41" fmla="*/ 506994 w 6591828"/>
              <a:gd name="connsiteY1-42" fmla="*/ 27161 h 1123535"/>
              <a:gd name="connsiteX2-43" fmla="*/ 1973655 w 6591828"/>
              <a:gd name="connsiteY2-44" fmla="*/ 0 h 1123535"/>
              <a:gd name="connsiteX3-45" fmla="*/ 6591828 w 6591828"/>
              <a:gd name="connsiteY3-46" fmla="*/ 1123535 h 1123535"/>
              <a:gd name="connsiteX0-47" fmla="*/ 0 w 6102941"/>
              <a:gd name="connsiteY0-48" fmla="*/ 896293 h 942466"/>
              <a:gd name="connsiteX1-49" fmla="*/ 506994 w 6102941"/>
              <a:gd name="connsiteY1-50" fmla="*/ 27161 h 942466"/>
              <a:gd name="connsiteX2-51" fmla="*/ 1973655 w 6102941"/>
              <a:gd name="connsiteY2-52" fmla="*/ 0 h 942466"/>
              <a:gd name="connsiteX3-53" fmla="*/ 6102941 w 6102941"/>
              <a:gd name="connsiteY3-54" fmla="*/ 942466 h 942466"/>
              <a:gd name="connsiteX0-55" fmla="*/ 0 w 6102941"/>
              <a:gd name="connsiteY0-56" fmla="*/ 869132 h 915305"/>
              <a:gd name="connsiteX1-57" fmla="*/ 506994 w 6102941"/>
              <a:gd name="connsiteY1-58" fmla="*/ 0 h 915305"/>
              <a:gd name="connsiteX2-59" fmla="*/ 2055136 w 6102941"/>
              <a:gd name="connsiteY2-60" fmla="*/ 9053 h 915305"/>
              <a:gd name="connsiteX3-61" fmla="*/ 6102941 w 6102941"/>
              <a:gd name="connsiteY3-62" fmla="*/ 915305 h 915305"/>
              <a:gd name="connsiteX0-63" fmla="*/ 0 w 6166315"/>
              <a:gd name="connsiteY0-64" fmla="*/ 860079 h 915305"/>
              <a:gd name="connsiteX1-65" fmla="*/ 570368 w 6166315"/>
              <a:gd name="connsiteY1-66" fmla="*/ 0 h 915305"/>
              <a:gd name="connsiteX2-67" fmla="*/ 2118510 w 6166315"/>
              <a:gd name="connsiteY2-68" fmla="*/ 9053 h 915305"/>
              <a:gd name="connsiteX3-69" fmla="*/ 6166315 w 6166315"/>
              <a:gd name="connsiteY3-70" fmla="*/ 915305 h 9153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166315" h="915305">
                <a:moveTo>
                  <a:pt x="0" y="860079"/>
                </a:moveTo>
                <a:lnTo>
                  <a:pt x="570368" y="0"/>
                </a:lnTo>
                <a:lnTo>
                  <a:pt x="2118510" y="9053"/>
                </a:lnTo>
                <a:lnTo>
                  <a:pt x="6166315" y="915305"/>
                </a:lnTo>
              </a:path>
            </a:pathLst>
          </a:custGeom>
          <a:gradFill flip="none" rotWithShape="1">
            <a:gsLst>
              <a:gs pos="0">
                <a:schemeClr val="tx1"/>
              </a:gs>
              <a:gs pos="50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19" name="TextBox 122"/>
          <p:cNvSpPr txBox="1"/>
          <p:nvPr/>
        </p:nvSpPr>
        <p:spPr>
          <a:xfrm>
            <a:off x="1417638" y="1427163"/>
            <a:ext cx="1452562" cy="2143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Developer Team </a:t>
            </a:r>
            <a:r>
              <a:rPr lang="el-GR" altLang="en-US" sz="1400" b="1" i="1" dirty="0">
                <a:solidFill>
                  <a:srgbClr val="680000"/>
                </a:solidFill>
                <a:latin typeface="Arial" panose="020B0604020202020204" pitchFamily="34" charset="0"/>
              </a:rPr>
              <a:t>α</a:t>
            </a:r>
            <a:endParaRPr lang="en-US" altLang="en-US" sz="1400" b="1" i="1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8220" name="TextBox 123"/>
          <p:cNvSpPr txBox="1"/>
          <p:nvPr/>
        </p:nvSpPr>
        <p:spPr>
          <a:xfrm>
            <a:off x="6434138" y="1427163"/>
            <a:ext cx="1490662" cy="2143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zh-CN" sz="1400" dirty="0">
                <a:solidFill>
                  <a:srgbClr val="7F7F7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Developer Team </a:t>
            </a:r>
            <a:r>
              <a:rPr lang="el-GR" altLang="zh-CN" sz="1400" b="1" i="1" dirty="0">
                <a:solidFill>
                  <a:srgbClr val="7F7F7F"/>
                </a:solidFill>
                <a:latin typeface="Arial" panose="020B0604020202020204" pitchFamily="34" charset="0"/>
              </a:rPr>
              <a:t>β</a:t>
            </a:r>
            <a:endParaRPr lang="en-US" altLang="zh-CN" sz="1400" b="1" i="1" dirty="0">
              <a:solidFill>
                <a:srgbClr val="7F7F7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21" name="TextBox 124"/>
          <p:cNvSpPr txBox="1"/>
          <p:nvPr/>
        </p:nvSpPr>
        <p:spPr>
          <a:xfrm>
            <a:off x="425450" y="4367213"/>
            <a:ext cx="137477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Subgroup </a:t>
            </a:r>
            <a:r>
              <a:rPr lang="el-GR" altLang="en-US" sz="1400" b="1" i="1" dirty="0">
                <a:latin typeface="Arial" panose="020B0604020202020204" pitchFamily="34" charset="0"/>
              </a:rPr>
              <a:t>α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endParaRPr lang="en-US" altLang="en-US" sz="1400" b="1" dirty="0">
              <a:latin typeface="Arial" panose="020B0604020202020204" pitchFamily="34" charset="0"/>
            </a:endParaRPr>
          </a:p>
        </p:txBody>
      </p:sp>
      <p:sp>
        <p:nvSpPr>
          <p:cNvPr id="8222" name="TextBox 125"/>
          <p:cNvSpPr txBox="1"/>
          <p:nvPr/>
        </p:nvSpPr>
        <p:spPr>
          <a:xfrm>
            <a:off x="2127250" y="4368800"/>
            <a:ext cx="163512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Subgroup </a:t>
            </a:r>
            <a:r>
              <a:rPr lang="el-GR" altLang="en-US" sz="1400" b="1" i="1" dirty="0">
                <a:latin typeface="Arial" panose="020B0604020202020204" pitchFamily="34" charset="0"/>
              </a:rPr>
              <a:t>α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GREEN</a:t>
            </a:r>
            <a:endParaRPr lang="en-US" altLang="en-US" sz="1400" b="1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  <p:sp>
        <p:nvSpPr>
          <p:cNvPr id="8223" name="TextBox 126"/>
          <p:cNvSpPr txBox="1"/>
          <p:nvPr/>
        </p:nvSpPr>
        <p:spPr>
          <a:xfrm>
            <a:off x="4073525" y="4365625"/>
            <a:ext cx="1484313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Subgroup </a:t>
            </a:r>
            <a:r>
              <a:rPr lang="el-GR" altLang="en-US" sz="1400" b="1" i="1" dirty="0">
                <a:latin typeface="Arial" panose="020B0604020202020204" pitchFamily="34" charset="0"/>
              </a:rPr>
              <a:t>α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>
                <a:solidFill>
                  <a:srgbClr val="0070C0"/>
                </a:solidFill>
                <a:latin typeface="Arial" panose="020B0604020202020204" pitchFamily="34" charset="0"/>
              </a:rPr>
              <a:t>BLUE</a:t>
            </a:r>
            <a:endParaRPr lang="en-US" altLang="en-US" sz="1400" b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8224" name="TextBox 127"/>
          <p:cNvSpPr txBox="1"/>
          <p:nvPr/>
        </p:nvSpPr>
        <p:spPr>
          <a:xfrm>
            <a:off x="6048375" y="4371975"/>
            <a:ext cx="1725613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Subgroup </a:t>
            </a:r>
            <a:r>
              <a:rPr lang="el-GR" altLang="en-US" sz="1400" b="1" i="1" dirty="0">
                <a:latin typeface="Arial" panose="020B0604020202020204" pitchFamily="34" charset="0"/>
              </a:rPr>
              <a:t>α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>
                <a:solidFill>
                  <a:srgbClr val="7030A0"/>
                </a:solidFill>
                <a:latin typeface="Arial" panose="020B0604020202020204" pitchFamily="34" charset="0"/>
              </a:rPr>
              <a:t>PURPLE</a:t>
            </a:r>
            <a:endParaRPr lang="en-US" altLang="en-US" sz="1400" b="1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  <p:grpSp>
        <p:nvGrpSpPr>
          <p:cNvPr id="8225" name="Group 128"/>
          <p:cNvGrpSpPr>
            <a:grpSpLocks noChangeAspect="1"/>
          </p:cNvGrpSpPr>
          <p:nvPr/>
        </p:nvGrpSpPr>
        <p:grpSpPr>
          <a:xfrm>
            <a:off x="2478088" y="5391150"/>
            <a:ext cx="847725" cy="779463"/>
            <a:chOff x="1095681" y="1394520"/>
            <a:chExt cx="5185339" cy="4775398"/>
          </a:xfrm>
        </p:grpSpPr>
        <p:sp>
          <p:nvSpPr>
            <p:cNvPr id="130" name="Oval 129"/>
            <p:cNvSpPr>
              <a:spLocks noChangeAspect="1"/>
            </p:cNvSpPr>
            <p:nvPr/>
          </p:nvSpPr>
          <p:spPr>
            <a:xfrm>
              <a:off x="2455133" y="4059404"/>
              <a:ext cx="747696" cy="7488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1" name="Oval 130"/>
            <p:cNvSpPr>
              <a:spLocks noChangeAspect="1"/>
            </p:cNvSpPr>
            <p:nvPr/>
          </p:nvSpPr>
          <p:spPr>
            <a:xfrm>
              <a:off x="4707940" y="2425461"/>
              <a:ext cx="534067" cy="5446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2" name="Freeform 131"/>
            <p:cNvSpPr>
              <a:spLocks noChangeAspect="1"/>
            </p:cNvSpPr>
            <p:nvPr/>
          </p:nvSpPr>
          <p:spPr>
            <a:xfrm>
              <a:off x="1095681" y="2707514"/>
              <a:ext cx="3456893" cy="3462404"/>
            </a:xfrm>
            <a:custGeom>
              <a:avLst/>
              <a:gdLst>
                <a:gd name="connsiteX0" fmla="*/ 300037 w 1343025"/>
                <a:gd name="connsiteY0" fmla="*/ 326231 h 1343025"/>
                <a:gd name="connsiteX1" fmla="*/ 431006 w 1343025"/>
                <a:gd name="connsiteY1" fmla="*/ 226218 h 1343025"/>
                <a:gd name="connsiteX2" fmla="*/ 378618 w 1343025"/>
                <a:gd name="connsiteY2" fmla="*/ 61912 h 1343025"/>
                <a:gd name="connsiteX3" fmla="*/ 602456 w 1343025"/>
                <a:gd name="connsiteY3" fmla="*/ 0 h 1343025"/>
                <a:gd name="connsiteX4" fmla="*/ 652462 w 1343025"/>
                <a:gd name="connsiteY4" fmla="*/ 171450 h 1343025"/>
                <a:gd name="connsiteX5" fmla="*/ 816768 w 1343025"/>
                <a:gd name="connsiteY5" fmla="*/ 185737 h 1343025"/>
                <a:gd name="connsiteX6" fmla="*/ 900112 w 1343025"/>
                <a:gd name="connsiteY6" fmla="*/ 40481 h 1343025"/>
                <a:gd name="connsiteX7" fmla="*/ 1104900 w 1343025"/>
                <a:gd name="connsiteY7" fmla="*/ 150018 h 1343025"/>
                <a:gd name="connsiteX8" fmla="*/ 1014412 w 1343025"/>
                <a:gd name="connsiteY8" fmla="*/ 295275 h 1343025"/>
                <a:gd name="connsiteX9" fmla="*/ 1119187 w 1343025"/>
                <a:gd name="connsiteY9" fmla="*/ 431006 h 1343025"/>
                <a:gd name="connsiteX10" fmla="*/ 1281112 w 1343025"/>
                <a:gd name="connsiteY10" fmla="*/ 373856 h 1343025"/>
                <a:gd name="connsiteX11" fmla="*/ 1343025 w 1343025"/>
                <a:gd name="connsiteY11" fmla="*/ 602456 h 1343025"/>
                <a:gd name="connsiteX12" fmla="*/ 1173956 w 1343025"/>
                <a:gd name="connsiteY12" fmla="*/ 645318 h 1343025"/>
                <a:gd name="connsiteX13" fmla="*/ 1157287 w 1343025"/>
                <a:gd name="connsiteY13" fmla="*/ 812006 h 1343025"/>
                <a:gd name="connsiteX14" fmla="*/ 1307306 w 1343025"/>
                <a:gd name="connsiteY14" fmla="*/ 892968 h 1343025"/>
                <a:gd name="connsiteX15" fmla="*/ 1193006 w 1343025"/>
                <a:gd name="connsiteY15" fmla="*/ 1097756 h 1343025"/>
                <a:gd name="connsiteX16" fmla="*/ 1040606 w 1343025"/>
                <a:gd name="connsiteY16" fmla="*/ 1009650 h 1343025"/>
                <a:gd name="connsiteX17" fmla="*/ 919162 w 1343025"/>
                <a:gd name="connsiteY17" fmla="*/ 1112043 h 1343025"/>
                <a:gd name="connsiteX18" fmla="*/ 973931 w 1343025"/>
                <a:gd name="connsiteY18" fmla="*/ 1276350 h 1343025"/>
                <a:gd name="connsiteX19" fmla="*/ 745331 w 1343025"/>
                <a:gd name="connsiteY19" fmla="*/ 1343025 h 1343025"/>
                <a:gd name="connsiteX20" fmla="*/ 695325 w 1343025"/>
                <a:gd name="connsiteY20" fmla="*/ 1171575 h 1343025"/>
                <a:gd name="connsiteX21" fmla="*/ 535781 w 1343025"/>
                <a:gd name="connsiteY21" fmla="*/ 1157287 h 1343025"/>
                <a:gd name="connsiteX22" fmla="*/ 452437 w 1343025"/>
                <a:gd name="connsiteY22" fmla="*/ 1304925 h 1343025"/>
                <a:gd name="connsiteX23" fmla="*/ 245268 w 1343025"/>
                <a:gd name="connsiteY23" fmla="*/ 1193006 h 1343025"/>
                <a:gd name="connsiteX24" fmla="*/ 333375 w 1343025"/>
                <a:gd name="connsiteY24" fmla="*/ 1042987 h 1343025"/>
                <a:gd name="connsiteX25" fmla="*/ 226218 w 1343025"/>
                <a:gd name="connsiteY25" fmla="*/ 909637 h 1343025"/>
                <a:gd name="connsiteX26" fmla="*/ 59531 w 1343025"/>
                <a:gd name="connsiteY26" fmla="*/ 964406 h 1343025"/>
                <a:gd name="connsiteX27" fmla="*/ 0 w 1343025"/>
                <a:gd name="connsiteY27" fmla="*/ 733425 h 1343025"/>
                <a:gd name="connsiteX28" fmla="*/ 173831 w 1343025"/>
                <a:gd name="connsiteY28" fmla="*/ 692943 h 1343025"/>
                <a:gd name="connsiteX29" fmla="*/ 190500 w 1343025"/>
                <a:gd name="connsiteY29" fmla="*/ 521493 h 1343025"/>
                <a:gd name="connsiteX30" fmla="*/ 35718 w 1343025"/>
                <a:gd name="connsiteY30" fmla="*/ 440531 h 1343025"/>
                <a:gd name="connsiteX31" fmla="*/ 154781 w 1343025"/>
                <a:gd name="connsiteY31" fmla="*/ 242887 h 1343025"/>
                <a:gd name="connsiteX32" fmla="*/ 300037 w 1343025"/>
                <a:gd name="connsiteY32" fmla="*/ 326231 h 1343025"/>
                <a:gd name="connsiteX0-1" fmla="*/ 300037 w 1343025"/>
                <a:gd name="connsiteY0-2" fmla="*/ 326231 h 1343025"/>
                <a:gd name="connsiteX1-3" fmla="*/ 431006 w 1343025"/>
                <a:gd name="connsiteY1-4" fmla="*/ 226218 h 1343025"/>
                <a:gd name="connsiteX2-5" fmla="*/ 378618 w 1343025"/>
                <a:gd name="connsiteY2-6" fmla="*/ 61912 h 1343025"/>
                <a:gd name="connsiteX3-7" fmla="*/ 602456 w 1343025"/>
                <a:gd name="connsiteY3-8" fmla="*/ 0 h 1343025"/>
                <a:gd name="connsiteX4-9" fmla="*/ 652462 w 1343025"/>
                <a:gd name="connsiteY4-10" fmla="*/ 171450 h 1343025"/>
                <a:gd name="connsiteX5-11" fmla="*/ 816768 w 1343025"/>
                <a:gd name="connsiteY5-12" fmla="*/ 185737 h 1343025"/>
                <a:gd name="connsiteX6-13" fmla="*/ 900112 w 1343025"/>
                <a:gd name="connsiteY6-14" fmla="*/ 40481 h 1343025"/>
                <a:gd name="connsiteX7-15" fmla="*/ 1104900 w 1343025"/>
                <a:gd name="connsiteY7-16" fmla="*/ 150018 h 1343025"/>
                <a:gd name="connsiteX8-17" fmla="*/ 1014412 w 1343025"/>
                <a:gd name="connsiteY8-18" fmla="*/ 295275 h 1343025"/>
                <a:gd name="connsiteX9-19" fmla="*/ 1119187 w 1343025"/>
                <a:gd name="connsiteY9-20" fmla="*/ 431006 h 1343025"/>
                <a:gd name="connsiteX10-21" fmla="*/ 1281112 w 1343025"/>
                <a:gd name="connsiteY10-22" fmla="*/ 373856 h 1343025"/>
                <a:gd name="connsiteX11-23" fmla="*/ 1343025 w 1343025"/>
                <a:gd name="connsiteY11-24" fmla="*/ 602456 h 1343025"/>
                <a:gd name="connsiteX12-25" fmla="*/ 1173956 w 1343025"/>
                <a:gd name="connsiteY12-26" fmla="*/ 645318 h 1343025"/>
                <a:gd name="connsiteX13-27" fmla="*/ 1157287 w 1343025"/>
                <a:gd name="connsiteY13-28" fmla="*/ 812006 h 1343025"/>
                <a:gd name="connsiteX14-29" fmla="*/ 1307306 w 1343025"/>
                <a:gd name="connsiteY14-30" fmla="*/ 892968 h 1343025"/>
                <a:gd name="connsiteX15-31" fmla="*/ 1193006 w 1343025"/>
                <a:gd name="connsiteY15-32" fmla="*/ 1097756 h 1343025"/>
                <a:gd name="connsiteX16-33" fmla="*/ 1040606 w 1343025"/>
                <a:gd name="connsiteY16-34" fmla="*/ 1009650 h 1343025"/>
                <a:gd name="connsiteX17-35" fmla="*/ 919162 w 1343025"/>
                <a:gd name="connsiteY17-36" fmla="*/ 1112043 h 1343025"/>
                <a:gd name="connsiteX18-37" fmla="*/ 973931 w 1343025"/>
                <a:gd name="connsiteY18-38" fmla="*/ 1276350 h 1343025"/>
                <a:gd name="connsiteX19-39" fmla="*/ 745331 w 1343025"/>
                <a:gd name="connsiteY19-40" fmla="*/ 1343025 h 1343025"/>
                <a:gd name="connsiteX20-41" fmla="*/ 695325 w 1343025"/>
                <a:gd name="connsiteY20-42" fmla="*/ 1171575 h 1343025"/>
                <a:gd name="connsiteX21-43" fmla="*/ 535781 w 1343025"/>
                <a:gd name="connsiteY21-44" fmla="*/ 1157287 h 1343025"/>
                <a:gd name="connsiteX22-45" fmla="*/ 452437 w 1343025"/>
                <a:gd name="connsiteY22-46" fmla="*/ 1304925 h 1343025"/>
                <a:gd name="connsiteX23-47" fmla="*/ 245268 w 1343025"/>
                <a:gd name="connsiteY23-48" fmla="*/ 1193006 h 1343025"/>
                <a:gd name="connsiteX24-49" fmla="*/ 333375 w 1343025"/>
                <a:gd name="connsiteY24-50" fmla="*/ 1042987 h 1343025"/>
                <a:gd name="connsiteX25-51" fmla="*/ 226218 w 1343025"/>
                <a:gd name="connsiteY25-52" fmla="*/ 909637 h 1343025"/>
                <a:gd name="connsiteX26-53" fmla="*/ 59531 w 1343025"/>
                <a:gd name="connsiteY26-54" fmla="*/ 964406 h 1343025"/>
                <a:gd name="connsiteX27-55" fmla="*/ 0 w 1343025"/>
                <a:gd name="connsiteY27-56" fmla="*/ 733425 h 1343025"/>
                <a:gd name="connsiteX28-57" fmla="*/ 173831 w 1343025"/>
                <a:gd name="connsiteY28-58" fmla="*/ 692943 h 1343025"/>
                <a:gd name="connsiteX29-59" fmla="*/ 190500 w 1343025"/>
                <a:gd name="connsiteY29-60" fmla="*/ 521493 h 1343025"/>
                <a:gd name="connsiteX30-61" fmla="*/ 35718 w 1343025"/>
                <a:gd name="connsiteY30-62" fmla="*/ 440531 h 1343025"/>
                <a:gd name="connsiteX31-63" fmla="*/ 154781 w 1343025"/>
                <a:gd name="connsiteY31-64" fmla="*/ 242887 h 1343025"/>
                <a:gd name="connsiteX32-65" fmla="*/ 300037 w 1343025"/>
                <a:gd name="connsiteY32-66" fmla="*/ 326231 h 1343025"/>
                <a:gd name="connsiteX0-67" fmla="*/ 300037 w 1343025"/>
                <a:gd name="connsiteY0-68" fmla="*/ 326231 h 1343025"/>
                <a:gd name="connsiteX1-69" fmla="*/ 431006 w 1343025"/>
                <a:gd name="connsiteY1-70" fmla="*/ 226218 h 1343025"/>
                <a:gd name="connsiteX2-71" fmla="*/ 378618 w 1343025"/>
                <a:gd name="connsiteY2-72" fmla="*/ 61912 h 1343025"/>
                <a:gd name="connsiteX3-73" fmla="*/ 602456 w 1343025"/>
                <a:gd name="connsiteY3-74" fmla="*/ 0 h 1343025"/>
                <a:gd name="connsiteX4-75" fmla="*/ 652462 w 1343025"/>
                <a:gd name="connsiteY4-76" fmla="*/ 171450 h 1343025"/>
                <a:gd name="connsiteX5-77" fmla="*/ 816768 w 1343025"/>
                <a:gd name="connsiteY5-78" fmla="*/ 185737 h 1343025"/>
                <a:gd name="connsiteX6-79" fmla="*/ 900112 w 1343025"/>
                <a:gd name="connsiteY6-80" fmla="*/ 40481 h 1343025"/>
                <a:gd name="connsiteX7-81" fmla="*/ 1104900 w 1343025"/>
                <a:gd name="connsiteY7-82" fmla="*/ 150018 h 1343025"/>
                <a:gd name="connsiteX8-83" fmla="*/ 1014412 w 1343025"/>
                <a:gd name="connsiteY8-84" fmla="*/ 295275 h 1343025"/>
                <a:gd name="connsiteX9-85" fmla="*/ 1119187 w 1343025"/>
                <a:gd name="connsiteY9-86" fmla="*/ 431006 h 1343025"/>
                <a:gd name="connsiteX10-87" fmla="*/ 1281112 w 1343025"/>
                <a:gd name="connsiteY10-88" fmla="*/ 373856 h 1343025"/>
                <a:gd name="connsiteX11-89" fmla="*/ 1343025 w 1343025"/>
                <a:gd name="connsiteY11-90" fmla="*/ 602456 h 1343025"/>
                <a:gd name="connsiteX12-91" fmla="*/ 1173956 w 1343025"/>
                <a:gd name="connsiteY12-92" fmla="*/ 645318 h 1343025"/>
                <a:gd name="connsiteX13-93" fmla="*/ 1157287 w 1343025"/>
                <a:gd name="connsiteY13-94" fmla="*/ 812006 h 1343025"/>
                <a:gd name="connsiteX14-95" fmla="*/ 1307306 w 1343025"/>
                <a:gd name="connsiteY14-96" fmla="*/ 892968 h 1343025"/>
                <a:gd name="connsiteX15-97" fmla="*/ 1193006 w 1343025"/>
                <a:gd name="connsiteY15-98" fmla="*/ 1097756 h 1343025"/>
                <a:gd name="connsiteX16-99" fmla="*/ 1040606 w 1343025"/>
                <a:gd name="connsiteY16-100" fmla="*/ 1009650 h 1343025"/>
                <a:gd name="connsiteX17-101" fmla="*/ 919162 w 1343025"/>
                <a:gd name="connsiteY17-102" fmla="*/ 1112043 h 1343025"/>
                <a:gd name="connsiteX18-103" fmla="*/ 973931 w 1343025"/>
                <a:gd name="connsiteY18-104" fmla="*/ 1276350 h 1343025"/>
                <a:gd name="connsiteX19-105" fmla="*/ 745331 w 1343025"/>
                <a:gd name="connsiteY19-106" fmla="*/ 1343025 h 1343025"/>
                <a:gd name="connsiteX20-107" fmla="*/ 695325 w 1343025"/>
                <a:gd name="connsiteY20-108" fmla="*/ 1171575 h 1343025"/>
                <a:gd name="connsiteX21-109" fmla="*/ 535781 w 1343025"/>
                <a:gd name="connsiteY21-110" fmla="*/ 1157287 h 1343025"/>
                <a:gd name="connsiteX22-111" fmla="*/ 452437 w 1343025"/>
                <a:gd name="connsiteY22-112" fmla="*/ 1304925 h 1343025"/>
                <a:gd name="connsiteX23-113" fmla="*/ 245268 w 1343025"/>
                <a:gd name="connsiteY23-114" fmla="*/ 1193006 h 1343025"/>
                <a:gd name="connsiteX24-115" fmla="*/ 333375 w 1343025"/>
                <a:gd name="connsiteY24-116" fmla="*/ 1042987 h 1343025"/>
                <a:gd name="connsiteX25-117" fmla="*/ 226218 w 1343025"/>
                <a:gd name="connsiteY25-118" fmla="*/ 909637 h 1343025"/>
                <a:gd name="connsiteX26-119" fmla="*/ 59531 w 1343025"/>
                <a:gd name="connsiteY26-120" fmla="*/ 964406 h 1343025"/>
                <a:gd name="connsiteX27-121" fmla="*/ 0 w 1343025"/>
                <a:gd name="connsiteY27-122" fmla="*/ 733425 h 1343025"/>
                <a:gd name="connsiteX28-123" fmla="*/ 173831 w 1343025"/>
                <a:gd name="connsiteY28-124" fmla="*/ 692943 h 1343025"/>
                <a:gd name="connsiteX29-125" fmla="*/ 190500 w 1343025"/>
                <a:gd name="connsiteY29-126" fmla="*/ 521493 h 1343025"/>
                <a:gd name="connsiteX30-127" fmla="*/ 35718 w 1343025"/>
                <a:gd name="connsiteY30-128" fmla="*/ 440531 h 1343025"/>
                <a:gd name="connsiteX31-129" fmla="*/ 154781 w 1343025"/>
                <a:gd name="connsiteY31-130" fmla="*/ 242887 h 1343025"/>
                <a:gd name="connsiteX32-131" fmla="*/ 300037 w 1343025"/>
                <a:gd name="connsiteY32-132" fmla="*/ 326231 h 1343025"/>
                <a:gd name="connsiteX0-133" fmla="*/ 300037 w 1343025"/>
                <a:gd name="connsiteY0-134" fmla="*/ 326231 h 1343025"/>
                <a:gd name="connsiteX1-135" fmla="*/ 431006 w 1343025"/>
                <a:gd name="connsiteY1-136" fmla="*/ 226218 h 1343025"/>
                <a:gd name="connsiteX2-137" fmla="*/ 378618 w 1343025"/>
                <a:gd name="connsiteY2-138" fmla="*/ 61912 h 1343025"/>
                <a:gd name="connsiteX3-139" fmla="*/ 602456 w 1343025"/>
                <a:gd name="connsiteY3-140" fmla="*/ 0 h 1343025"/>
                <a:gd name="connsiteX4-141" fmla="*/ 652462 w 1343025"/>
                <a:gd name="connsiteY4-142" fmla="*/ 171450 h 1343025"/>
                <a:gd name="connsiteX5-143" fmla="*/ 816768 w 1343025"/>
                <a:gd name="connsiteY5-144" fmla="*/ 185737 h 1343025"/>
                <a:gd name="connsiteX6-145" fmla="*/ 900112 w 1343025"/>
                <a:gd name="connsiteY6-146" fmla="*/ 40481 h 1343025"/>
                <a:gd name="connsiteX7-147" fmla="*/ 1104900 w 1343025"/>
                <a:gd name="connsiteY7-148" fmla="*/ 150018 h 1343025"/>
                <a:gd name="connsiteX8-149" fmla="*/ 1014412 w 1343025"/>
                <a:gd name="connsiteY8-150" fmla="*/ 295275 h 1343025"/>
                <a:gd name="connsiteX9-151" fmla="*/ 1119187 w 1343025"/>
                <a:gd name="connsiteY9-152" fmla="*/ 431006 h 1343025"/>
                <a:gd name="connsiteX10-153" fmla="*/ 1281112 w 1343025"/>
                <a:gd name="connsiteY10-154" fmla="*/ 373856 h 1343025"/>
                <a:gd name="connsiteX11-155" fmla="*/ 1343025 w 1343025"/>
                <a:gd name="connsiteY11-156" fmla="*/ 602456 h 1343025"/>
                <a:gd name="connsiteX12-157" fmla="*/ 1173956 w 1343025"/>
                <a:gd name="connsiteY12-158" fmla="*/ 645318 h 1343025"/>
                <a:gd name="connsiteX13-159" fmla="*/ 1157287 w 1343025"/>
                <a:gd name="connsiteY13-160" fmla="*/ 812006 h 1343025"/>
                <a:gd name="connsiteX14-161" fmla="*/ 1307306 w 1343025"/>
                <a:gd name="connsiteY14-162" fmla="*/ 892968 h 1343025"/>
                <a:gd name="connsiteX15-163" fmla="*/ 1193006 w 1343025"/>
                <a:gd name="connsiteY15-164" fmla="*/ 1097756 h 1343025"/>
                <a:gd name="connsiteX16-165" fmla="*/ 1040606 w 1343025"/>
                <a:gd name="connsiteY16-166" fmla="*/ 1009650 h 1343025"/>
                <a:gd name="connsiteX17-167" fmla="*/ 919162 w 1343025"/>
                <a:gd name="connsiteY17-168" fmla="*/ 1112043 h 1343025"/>
                <a:gd name="connsiteX18-169" fmla="*/ 973931 w 1343025"/>
                <a:gd name="connsiteY18-170" fmla="*/ 1276350 h 1343025"/>
                <a:gd name="connsiteX19-171" fmla="*/ 745331 w 1343025"/>
                <a:gd name="connsiteY19-172" fmla="*/ 1343025 h 1343025"/>
                <a:gd name="connsiteX20-173" fmla="*/ 695325 w 1343025"/>
                <a:gd name="connsiteY20-174" fmla="*/ 1171575 h 1343025"/>
                <a:gd name="connsiteX21-175" fmla="*/ 535781 w 1343025"/>
                <a:gd name="connsiteY21-176" fmla="*/ 1157287 h 1343025"/>
                <a:gd name="connsiteX22-177" fmla="*/ 452437 w 1343025"/>
                <a:gd name="connsiteY22-178" fmla="*/ 1304925 h 1343025"/>
                <a:gd name="connsiteX23-179" fmla="*/ 245268 w 1343025"/>
                <a:gd name="connsiteY23-180" fmla="*/ 1193006 h 1343025"/>
                <a:gd name="connsiteX24-181" fmla="*/ 333375 w 1343025"/>
                <a:gd name="connsiteY24-182" fmla="*/ 1042987 h 1343025"/>
                <a:gd name="connsiteX25-183" fmla="*/ 226218 w 1343025"/>
                <a:gd name="connsiteY25-184" fmla="*/ 909637 h 1343025"/>
                <a:gd name="connsiteX26-185" fmla="*/ 59531 w 1343025"/>
                <a:gd name="connsiteY26-186" fmla="*/ 964406 h 1343025"/>
                <a:gd name="connsiteX27-187" fmla="*/ 0 w 1343025"/>
                <a:gd name="connsiteY27-188" fmla="*/ 733425 h 1343025"/>
                <a:gd name="connsiteX28-189" fmla="*/ 173831 w 1343025"/>
                <a:gd name="connsiteY28-190" fmla="*/ 692943 h 1343025"/>
                <a:gd name="connsiteX29-191" fmla="*/ 190500 w 1343025"/>
                <a:gd name="connsiteY29-192" fmla="*/ 521493 h 1343025"/>
                <a:gd name="connsiteX30-193" fmla="*/ 35718 w 1343025"/>
                <a:gd name="connsiteY30-194" fmla="*/ 440531 h 1343025"/>
                <a:gd name="connsiteX31-195" fmla="*/ 154781 w 1343025"/>
                <a:gd name="connsiteY31-196" fmla="*/ 242887 h 1343025"/>
                <a:gd name="connsiteX32-197" fmla="*/ 300037 w 1343025"/>
                <a:gd name="connsiteY32-198" fmla="*/ 326231 h 1343025"/>
                <a:gd name="connsiteX0-199" fmla="*/ 300037 w 1343025"/>
                <a:gd name="connsiteY0-200" fmla="*/ 326231 h 1343025"/>
                <a:gd name="connsiteX1-201" fmla="*/ 431006 w 1343025"/>
                <a:gd name="connsiteY1-202" fmla="*/ 226218 h 1343025"/>
                <a:gd name="connsiteX2-203" fmla="*/ 378618 w 1343025"/>
                <a:gd name="connsiteY2-204" fmla="*/ 61912 h 1343025"/>
                <a:gd name="connsiteX3-205" fmla="*/ 602456 w 1343025"/>
                <a:gd name="connsiteY3-206" fmla="*/ 0 h 1343025"/>
                <a:gd name="connsiteX4-207" fmla="*/ 652462 w 1343025"/>
                <a:gd name="connsiteY4-208" fmla="*/ 171450 h 1343025"/>
                <a:gd name="connsiteX5-209" fmla="*/ 816768 w 1343025"/>
                <a:gd name="connsiteY5-210" fmla="*/ 185737 h 1343025"/>
                <a:gd name="connsiteX6-211" fmla="*/ 900112 w 1343025"/>
                <a:gd name="connsiteY6-212" fmla="*/ 40481 h 1343025"/>
                <a:gd name="connsiteX7-213" fmla="*/ 1104900 w 1343025"/>
                <a:gd name="connsiteY7-214" fmla="*/ 150018 h 1343025"/>
                <a:gd name="connsiteX8-215" fmla="*/ 1014412 w 1343025"/>
                <a:gd name="connsiteY8-216" fmla="*/ 295275 h 1343025"/>
                <a:gd name="connsiteX9-217" fmla="*/ 1119187 w 1343025"/>
                <a:gd name="connsiteY9-218" fmla="*/ 431006 h 1343025"/>
                <a:gd name="connsiteX10-219" fmla="*/ 1281112 w 1343025"/>
                <a:gd name="connsiteY10-220" fmla="*/ 373856 h 1343025"/>
                <a:gd name="connsiteX11-221" fmla="*/ 1343025 w 1343025"/>
                <a:gd name="connsiteY11-222" fmla="*/ 602456 h 1343025"/>
                <a:gd name="connsiteX12-223" fmla="*/ 1173956 w 1343025"/>
                <a:gd name="connsiteY12-224" fmla="*/ 645318 h 1343025"/>
                <a:gd name="connsiteX13-225" fmla="*/ 1157287 w 1343025"/>
                <a:gd name="connsiteY13-226" fmla="*/ 812006 h 1343025"/>
                <a:gd name="connsiteX14-227" fmla="*/ 1307306 w 1343025"/>
                <a:gd name="connsiteY14-228" fmla="*/ 892968 h 1343025"/>
                <a:gd name="connsiteX15-229" fmla="*/ 1193006 w 1343025"/>
                <a:gd name="connsiteY15-230" fmla="*/ 1097756 h 1343025"/>
                <a:gd name="connsiteX16-231" fmla="*/ 1040606 w 1343025"/>
                <a:gd name="connsiteY16-232" fmla="*/ 1009650 h 1343025"/>
                <a:gd name="connsiteX17-233" fmla="*/ 919162 w 1343025"/>
                <a:gd name="connsiteY17-234" fmla="*/ 1112043 h 1343025"/>
                <a:gd name="connsiteX18-235" fmla="*/ 973931 w 1343025"/>
                <a:gd name="connsiteY18-236" fmla="*/ 1276350 h 1343025"/>
                <a:gd name="connsiteX19-237" fmla="*/ 745331 w 1343025"/>
                <a:gd name="connsiteY19-238" fmla="*/ 1343025 h 1343025"/>
                <a:gd name="connsiteX20-239" fmla="*/ 695325 w 1343025"/>
                <a:gd name="connsiteY20-240" fmla="*/ 1171575 h 1343025"/>
                <a:gd name="connsiteX21-241" fmla="*/ 535781 w 1343025"/>
                <a:gd name="connsiteY21-242" fmla="*/ 1157287 h 1343025"/>
                <a:gd name="connsiteX22-243" fmla="*/ 452437 w 1343025"/>
                <a:gd name="connsiteY22-244" fmla="*/ 1304925 h 1343025"/>
                <a:gd name="connsiteX23-245" fmla="*/ 245268 w 1343025"/>
                <a:gd name="connsiteY23-246" fmla="*/ 1193006 h 1343025"/>
                <a:gd name="connsiteX24-247" fmla="*/ 333375 w 1343025"/>
                <a:gd name="connsiteY24-248" fmla="*/ 1042987 h 1343025"/>
                <a:gd name="connsiteX25-249" fmla="*/ 226218 w 1343025"/>
                <a:gd name="connsiteY25-250" fmla="*/ 909637 h 1343025"/>
                <a:gd name="connsiteX26-251" fmla="*/ 59531 w 1343025"/>
                <a:gd name="connsiteY26-252" fmla="*/ 964406 h 1343025"/>
                <a:gd name="connsiteX27-253" fmla="*/ 0 w 1343025"/>
                <a:gd name="connsiteY27-254" fmla="*/ 733425 h 1343025"/>
                <a:gd name="connsiteX28-255" fmla="*/ 173831 w 1343025"/>
                <a:gd name="connsiteY28-256" fmla="*/ 692943 h 1343025"/>
                <a:gd name="connsiteX29-257" fmla="*/ 190500 w 1343025"/>
                <a:gd name="connsiteY29-258" fmla="*/ 521493 h 1343025"/>
                <a:gd name="connsiteX30-259" fmla="*/ 35718 w 1343025"/>
                <a:gd name="connsiteY30-260" fmla="*/ 440531 h 1343025"/>
                <a:gd name="connsiteX31-261" fmla="*/ 154781 w 1343025"/>
                <a:gd name="connsiteY31-262" fmla="*/ 242887 h 1343025"/>
                <a:gd name="connsiteX32-263" fmla="*/ 300037 w 1343025"/>
                <a:gd name="connsiteY32-264" fmla="*/ 326231 h 1343025"/>
                <a:gd name="connsiteX0-265" fmla="*/ 300037 w 1343025"/>
                <a:gd name="connsiteY0-266" fmla="*/ 326231 h 1343025"/>
                <a:gd name="connsiteX1-267" fmla="*/ 431006 w 1343025"/>
                <a:gd name="connsiteY1-268" fmla="*/ 226218 h 1343025"/>
                <a:gd name="connsiteX2-269" fmla="*/ 378618 w 1343025"/>
                <a:gd name="connsiteY2-270" fmla="*/ 61912 h 1343025"/>
                <a:gd name="connsiteX3-271" fmla="*/ 602456 w 1343025"/>
                <a:gd name="connsiteY3-272" fmla="*/ 0 h 1343025"/>
                <a:gd name="connsiteX4-273" fmla="*/ 652462 w 1343025"/>
                <a:gd name="connsiteY4-274" fmla="*/ 171450 h 1343025"/>
                <a:gd name="connsiteX5-275" fmla="*/ 816768 w 1343025"/>
                <a:gd name="connsiteY5-276" fmla="*/ 185737 h 1343025"/>
                <a:gd name="connsiteX6-277" fmla="*/ 900112 w 1343025"/>
                <a:gd name="connsiteY6-278" fmla="*/ 40481 h 1343025"/>
                <a:gd name="connsiteX7-279" fmla="*/ 1104900 w 1343025"/>
                <a:gd name="connsiteY7-280" fmla="*/ 150018 h 1343025"/>
                <a:gd name="connsiteX8-281" fmla="*/ 1014412 w 1343025"/>
                <a:gd name="connsiteY8-282" fmla="*/ 295275 h 1343025"/>
                <a:gd name="connsiteX9-283" fmla="*/ 1119187 w 1343025"/>
                <a:gd name="connsiteY9-284" fmla="*/ 431006 h 1343025"/>
                <a:gd name="connsiteX10-285" fmla="*/ 1281112 w 1343025"/>
                <a:gd name="connsiteY10-286" fmla="*/ 373856 h 1343025"/>
                <a:gd name="connsiteX11-287" fmla="*/ 1343025 w 1343025"/>
                <a:gd name="connsiteY11-288" fmla="*/ 602456 h 1343025"/>
                <a:gd name="connsiteX12-289" fmla="*/ 1173956 w 1343025"/>
                <a:gd name="connsiteY12-290" fmla="*/ 645318 h 1343025"/>
                <a:gd name="connsiteX13-291" fmla="*/ 1157287 w 1343025"/>
                <a:gd name="connsiteY13-292" fmla="*/ 812006 h 1343025"/>
                <a:gd name="connsiteX14-293" fmla="*/ 1307306 w 1343025"/>
                <a:gd name="connsiteY14-294" fmla="*/ 892968 h 1343025"/>
                <a:gd name="connsiteX15-295" fmla="*/ 1193006 w 1343025"/>
                <a:gd name="connsiteY15-296" fmla="*/ 1097756 h 1343025"/>
                <a:gd name="connsiteX16-297" fmla="*/ 1040606 w 1343025"/>
                <a:gd name="connsiteY16-298" fmla="*/ 1009650 h 1343025"/>
                <a:gd name="connsiteX17-299" fmla="*/ 919162 w 1343025"/>
                <a:gd name="connsiteY17-300" fmla="*/ 1112043 h 1343025"/>
                <a:gd name="connsiteX18-301" fmla="*/ 973931 w 1343025"/>
                <a:gd name="connsiteY18-302" fmla="*/ 1276350 h 1343025"/>
                <a:gd name="connsiteX19-303" fmla="*/ 745331 w 1343025"/>
                <a:gd name="connsiteY19-304" fmla="*/ 1343025 h 1343025"/>
                <a:gd name="connsiteX20-305" fmla="*/ 695325 w 1343025"/>
                <a:gd name="connsiteY20-306" fmla="*/ 1171575 h 1343025"/>
                <a:gd name="connsiteX21-307" fmla="*/ 535781 w 1343025"/>
                <a:gd name="connsiteY21-308" fmla="*/ 1157287 h 1343025"/>
                <a:gd name="connsiteX22-309" fmla="*/ 452437 w 1343025"/>
                <a:gd name="connsiteY22-310" fmla="*/ 1304925 h 1343025"/>
                <a:gd name="connsiteX23-311" fmla="*/ 245268 w 1343025"/>
                <a:gd name="connsiteY23-312" fmla="*/ 1193006 h 1343025"/>
                <a:gd name="connsiteX24-313" fmla="*/ 333375 w 1343025"/>
                <a:gd name="connsiteY24-314" fmla="*/ 1042987 h 1343025"/>
                <a:gd name="connsiteX25-315" fmla="*/ 226218 w 1343025"/>
                <a:gd name="connsiteY25-316" fmla="*/ 909637 h 1343025"/>
                <a:gd name="connsiteX26-317" fmla="*/ 59531 w 1343025"/>
                <a:gd name="connsiteY26-318" fmla="*/ 964406 h 1343025"/>
                <a:gd name="connsiteX27-319" fmla="*/ 0 w 1343025"/>
                <a:gd name="connsiteY27-320" fmla="*/ 733425 h 1343025"/>
                <a:gd name="connsiteX28-321" fmla="*/ 173831 w 1343025"/>
                <a:gd name="connsiteY28-322" fmla="*/ 692943 h 1343025"/>
                <a:gd name="connsiteX29-323" fmla="*/ 190500 w 1343025"/>
                <a:gd name="connsiteY29-324" fmla="*/ 521493 h 1343025"/>
                <a:gd name="connsiteX30-325" fmla="*/ 35718 w 1343025"/>
                <a:gd name="connsiteY30-326" fmla="*/ 440531 h 1343025"/>
                <a:gd name="connsiteX31-327" fmla="*/ 154781 w 1343025"/>
                <a:gd name="connsiteY31-328" fmla="*/ 242887 h 1343025"/>
                <a:gd name="connsiteX32-329" fmla="*/ 300037 w 1343025"/>
                <a:gd name="connsiteY32-330" fmla="*/ 326231 h 1343025"/>
                <a:gd name="connsiteX0-331" fmla="*/ 300037 w 1343025"/>
                <a:gd name="connsiteY0-332" fmla="*/ 326231 h 1343025"/>
                <a:gd name="connsiteX1-333" fmla="*/ 431006 w 1343025"/>
                <a:gd name="connsiteY1-334" fmla="*/ 226218 h 1343025"/>
                <a:gd name="connsiteX2-335" fmla="*/ 378618 w 1343025"/>
                <a:gd name="connsiteY2-336" fmla="*/ 61912 h 1343025"/>
                <a:gd name="connsiteX3-337" fmla="*/ 602456 w 1343025"/>
                <a:gd name="connsiteY3-338" fmla="*/ 0 h 1343025"/>
                <a:gd name="connsiteX4-339" fmla="*/ 652462 w 1343025"/>
                <a:gd name="connsiteY4-340" fmla="*/ 171450 h 1343025"/>
                <a:gd name="connsiteX5-341" fmla="*/ 816768 w 1343025"/>
                <a:gd name="connsiteY5-342" fmla="*/ 185737 h 1343025"/>
                <a:gd name="connsiteX6-343" fmla="*/ 900112 w 1343025"/>
                <a:gd name="connsiteY6-344" fmla="*/ 40481 h 1343025"/>
                <a:gd name="connsiteX7-345" fmla="*/ 1104900 w 1343025"/>
                <a:gd name="connsiteY7-346" fmla="*/ 150018 h 1343025"/>
                <a:gd name="connsiteX8-347" fmla="*/ 1014412 w 1343025"/>
                <a:gd name="connsiteY8-348" fmla="*/ 295275 h 1343025"/>
                <a:gd name="connsiteX9-349" fmla="*/ 1119187 w 1343025"/>
                <a:gd name="connsiteY9-350" fmla="*/ 431006 h 1343025"/>
                <a:gd name="connsiteX10-351" fmla="*/ 1281112 w 1343025"/>
                <a:gd name="connsiteY10-352" fmla="*/ 373856 h 1343025"/>
                <a:gd name="connsiteX11-353" fmla="*/ 1343025 w 1343025"/>
                <a:gd name="connsiteY11-354" fmla="*/ 602456 h 1343025"/>
                <a:gd name="connsiteX12-355" fmla="*/ 1173956 w 1343025"/>
                <a:gd name="connsiteY12-356" fmla="*/ 645318 h 1343025"/>
                <a:gd name="connsiteX13-357" fmla="*/ 1157287 w 1343025"/>
                <a:gd name="connsiteY13-358" fmla="*/ 812006 h 1343025"/>
                <a:gd name="connsiteX14-359" fmla="*/ 1307306 w 1343025"/>
                <a:gd name="connsiteY14-360" fmla="*/ 892968 h 1343025"/>
                <a:gd name="connsiteX15-361" fmla="*/ 1193006 w 1343025"/>
                <a:gd name="connsiteY15-362" fmla="*/ 1097756 h 1343025"/>
                <a:gd name="connsiteX16-363" fmla="*/ 1040606 w 1343025"/>
                <a:gd name="connsiteY16-364" fmla="*/ 1009650 h 1343025"/>
                <a:gd name="connsiteX17-365" fmla="*/ 919162 w 1343025"/>
                <a:gd name="connsiteY17-366" fmla="*/ 1112043 h 1343025"/>
                <a:gd name="connsiteX18-367" fmla="*/ 973931 w 1343025"/>
                <a:gd name="connsiteY18-368" fmla="*/ 1276350 h 1343025"/>
                <a:gd name="connsiteX19-369" fmla="*/ 745331 w 1343025"/>
                <a:gd name="connsiteY19-370" fmla="*/ 1343025 h 1343025"/>
                <a:gd name="connsiteX20-371" fmla="*/ 695325 w 1343025"/>
                <a:gd name="connsiteY20-372" fmla="*/ 1171575 h 1343025"/>
                <a:gd name="connsiteX21-373" fmla="*/ 535781 w 1343025"/>
                <a:gd name="connsiteY21-374" fmla="*/ 1157287 h 1343025"/>
                <a:gd name="connsiteX22-375" fmla="*/ 452437 w 1343025"/>
                <a:gd name="connsiteY22-376" fmla="*/ 1304925 h 1343025"/>
                <a:gd name="connsiteX23-377" fmla="*/ 245268 w 1343025"/>
                <a:gd name="connsiteY23-378" fmla="*/ 1193006 h 1343025"/>
                <a:gd name="connsiteX24-379" fmla="*/ 333375 w 1343025"/>
                <a:gd name="connsiteY24-380" fmla="*/ 1042987 h 1343025"/>
                <a:gd name="connsiteX25-381" fmla="*/ 226218 w 1343025"/>
                <a:gd name="connsiteY25-382" fmla="*/ 909637 h 1343025"/>
                <a:gd name="connsiteX26-383" fmla="*/ 59531 w 1343025"/>
                <a:gd name="connsiteY26-384" fmla="*/ 964406 h 1343025"/>
                <a:gd name="connsiteX27-385" fmla="*/ 0 w 1343025"/>
                <a:gd name="connsiteY27-386" fmla="*/ 733425 h 1343025"/>
                <a:gd name="connsiteX28-387" fmla="*/ 173831 w 1343025"/>
                <a:gd name="connsiteY28-388" fmla="*/ 692943 h 1343025"/>
                <a:gd name="connsiteX29-389" fmla="*/ 190500 w 1343025"/>
                <a:gd name="connsiteY29-390" fmla="*/ 521493 h 1343025"/>
                <a:gd name="connsiteX30-391" fmla="*/ 35718 w 1343025"/>
                <a:gd name="connsiteY30-392" fmla="*/ 440531 h 1343025"/>
                <a:gd name="connsiteX31-393" fmla="*/ 154781 w 1343025"/>
                <a:gd name="connsiteY31-394" fmla="*/ 242887 h 1343025"/>
                <a:gd name="connsiteX32-395" fmla="*/ 300037 w 1343025"/>
                <a:gd name="connsiteY32-396" fmla="*/ 326231 h 1343025"/>
                <a:gd name="connsiteX0-397" fmla="*/ 297656 w 1343025"/>
                <a:gd name="connsiteY0-398" fmla="*/ 330993 h 1343025"/>
                <a:gd name="connsiteX1-399" fmla="*/ 431006 w 1343025"/>
                <a:gd name="connsiteY1-400" fmla="*/ 226218 h 1343025"/>
                <a:gd name="connsiteX2-401" fmla="*/ 378618 w 1343025"/>
                <a:gd name="connsiteY2-402" fmla="*/ 61912 h 1343025"/>
                <a:gd name="connsiteX3-403" fmla="*/ 602456 w 1343025"/>
                <a:gd name="connsiteY3-404" fmla="*/ 0 h 1343025"/>
                <a:gd name="connsiteX4-405" fmla="*/ 652462 w 1343025"/>
                <a:gd name="connsiteY4-406" fmla="*/ 171450 h 1343025"/>
                <a:gd name="connsiteX5-407" fmla="*/ 816768 w 1343025"/>
                <a:gd name="connsiteY5-408" fmla="*/ 185737 h 1343025"/>
                <a:gd name="connsiteX6-409" fmla="*/ 900112 w 1343025"/>
                <a:gd name="connsiteY6-410" fmla="*/ 40481 h 1343025"/>
                <a:gd name="connsiteX7-411" fmla="*/ 1104900 w 1343025"/>
                <a:gd name="connsiteY7-412" fmla="*/ 150018 h 1343025"/>
                <a:gd name="connsiteX8-413" fmla="*/ 1014412 w 1343025"/>
                <a:gd name="connsiteY8-414" fmla="*/ 295275 h 1343025"/>
                <a:gd name="connsiteX9-415" fmla="*/ 1119187 w 1343025"/>
                <a:gd name="connsiteY9-416" fmla="*/ 431006 h 1343025"/>
                <a:gd name="connsiteX10-417" fmla="*/ 1281112 w 1343025"/>
                <a:gd name="connsiteY10-418" fmla="*/ 373856 h 1343025"/>
                <a:gd name="connsiteX11-419" fmla="*/ 1343025 w 1343025"/>
                <a:gd name="connsiteY11-420" fmla="*/ 602456 h 1343025"/>
                <a:gd name="connsiteX12-421" fmla="*/ 1173956 w 1343025"/>
                <a:gd name="connsiteY12-422" fmla="*/ 645318 h 1343025"/>
                <a:gd name="connsiteX13-423" fmla="*/ 1157287 w 1343025"/>
                <a:gd name="connsiteY13-424" fmla="*/ 812006 h 1343025"/>
                <a:gd name="connsiteX14-425" fmla="*/ 1307306 w 1343025"/>
                <a:gd name="connsiteY14-426" fmla="*/ 892968 h 1343025"/>
                <a:gd name="connsiteX15-427" fmla="*/ 1193006 w 1343025"/>
                <a:gd name="connsiteY15-428" fmla="*/ 1097756 h 1343025"/>
                <a:gd name="connsiteX16-429" fmla="*/ 1040606 w 1343025"/>
                <a:gd name="connsiteY16-430" fmla="*/ 1009650 h 1343025"/>
                <a:gd name="connsiteX17-431" fmla="*/ 919162 w 1343025"/>
                <a:gd name="connsiteY17-432" fmla="*/ 1112043 h 1343025"/>
                <a:gd name="connsiteX18-433" fmla="*/ 973931 w 1343025"/>
                <a:gd name="connsiteY18-434" fmla="*/ 1276350 h 1343025"/>
                <a:gd name="connsiteX19-435" fmla="*/ 745331 w 1343025"/>
                <a:gd name="connsiteY19-436" fmla="*/ 1343025 h 1343025"/>
                <a:gd name="connsiteX20-437" fmla="*/ 695325 w 1343025"/>
                <a:gd name="connsiteY20-438" fmla="*/ 1171575 h 1343025"/>
                <a:gd name="connsiteX21-439" fmla="*/ 535781 w 1343025"/>
                <a:gd name="connsiteY21-440" fmla="*/ 1157287 h 1343025"/>
                <a:gd name="connsiteX22-441" fmla="*/ 452437 w 1343025"/>
                <a:gd name="connsiteY22-442" fmla="*/ 1304925 h 1343025"/>
                <a:gd name="connsiteX23-443" fmla="*/ 245268 w 1343025"/>
                <a:gd name="connsiteY23-444" fmla="*/ 1193006 h 1343025"/>
                <a:gd name="connsiteX24-445" fmla="*/ 333375 w 1343025"/>
                <a:gd name="connsiteY24-446" fmla="*/ 1042987 h 1343025"/>
                <a:gd name="connsiteX25-447" fmla="*/ 226218 w 1343025"/>
                <a:gd name="connsiteY25-448" fmla="*/ 909637 h 1343025"/>
                <a:gd name="connsiteX26-449" fmla="*/ 59531 w 1343025"/>
                <a:gd name="connsiteY26-450" fmla="*/ 964406 h 1343025"/>
                <a:gd name="connsiteX27-451" fmla="*/ 0 w 1343025"/>
                <a:gd name="connsiteY27-452" fmla="*/ 733425 h 1343025"/>
                <a:gd name="connsiteX28-453" fmla="*/ 173831 w 1343025"/>
                <a:gd name="connsiteY28-454" fmla="*/ 692943 h 1343025"/>
                <a:gd name="connsiteX29-455" fmla="*/ 190500 w 1343025"/>
                <a:gd name="connsiteY29-456" fmla="*/ 521493 h 1343025"/>
                <a:gd name="connsiteX30-457" fmla="*/ 35718 w 1343025"/>
                <a:gd name="connsiteY30-458" fmla="*/ 440531 h 1343025"/>
                <a:gd name="connsiteX31-459" fmla="*/ 154781 w 1343025"/>
                <a:gd name="connsiteY31-460" fmla="*/ 242887 h 1343025"/>
                <a:gd name="connsiteX32-461" fmla="*/ 297656 w 1343025"/>
                <a:gd name="connsiteY32-462" fmla="*/ 330993 h 1343025"/>
                <a:gd name="connsiteX0-463" fmla="*/ 297656 w 1343025"/>
                <a:gd name="connsiteY0-464" fmla="*/ 330993 h 1343025"/>
                <a:gd name="connsiteX1-465" fmla="*/ 431006 w 1343025"/>
                <a:gd name="connsiteY1-466" fmla="*/ 226218 h 1343025"/>
                <a:gd name="connsiteX2-467" fmla="*/ 378618 w 1343025"/>
                <a:gd name="connsiteY2-468" fmla="*/ 61912 h 1343025"/>
                <a:gd name="connsiteX3-469" fmla="*/ 602456 w 1343025"/>
                <a:gd name="connsiteY3-470" fmla="*/ 0 h 1343025"/>
                <a:gd name="connsiteX4-471" fmla="*/ 652462 w 1343025"/>
                <a:gd name="connsiteY4-472" fmla="*/ 171450 h 1343025"/>
                <a:gd name="connsiteX5-473" fmla="*/ 816768 w 1343025"/>
                <a:gd name="connsiteY5-474" fmla="*/ 185737 h 1343025"/>
                <a:gd name="connsiteX6-475" fmla="*/ 900112 w 1343025"/>
                <a:gd name="connsiteY6-476" fmla="*/ 40481 h 1343025"/>
                <a:gd name="connsiteX7-477" fmla="*/ 1104900 w 1343025"/>
                <a:gd name="connsiteY7-478" fmla="*/ 150018 h 1343025"/>
                <a:gd name="connsiteX8-479" fmla="*/ 1014412 w 1343025"/>
                <a:gd name="connsiteY8-480" fmla="*/ 295275 h 1343025"/>
                <a:gd name="connsiteX9-481" fmla="*/ 1119187 w 1343025"/>
                <a:gd name="connsiteY9-482" fmla="*/ 431006 h 1343025"/>
                <a:gd name="connsiteX10-483" fmla="*/ 1281112 w 1343025"/>
                <a:gd name="connsiteY10-484" fmla="*/ 373856 h 1343025"/>
                <a:gd name="connsiteX11-485" fmla="*/ 1343025 w 1343025"/>
                <a:gd name="connsiteY11-486" fmla="*/ 602456 h 1343025"/>
                <a:gd name="connsiteX12-487" fmla="*/ 1173956 w 1343025"/>
                <a:gd name="connsiteY12-488" fmla="*/ 645318 h 1343025"/>
                <a:gd name="connsiteX13-489" fmla="*/ 1157287 w 1343025"/>
                <a:gd name="connsiteY13-490" fmla="*/ 812006 h 1343025"/>
                <a:gd name="connsiteX14-491" fmla="*/ 1307306 w 1343025"/>
                <a:gd name="connsiteY14-492" fmla="*/ 892968 h 1343025"/>
                <a:gd name="connsiteX15-493" fmla="*/ 1193006 w 1343025"/>
                <a:gd name="connsiteY15-494" fmla="*/ 1097756 h 1343025"/>
                <a:gd name="connsiteX16-495" fmla="*/ 1040606 w 1343025"/>
                <a:gd name="connsiteY16-496" fmla="*/ 1009650 h 1343025"/>
                <a:gd name="connsiteX17-497" fmla="*/ 919162 w 1343025"/>
                <a:gd name="connsiteY17-498" fmla="*/ 1112043 h 1343025"/>
                <a:gd name="connsiteX18-499" fmla="*/ 973931 w 1343025"/>
                <a:gd name="connsiteY18-500" fmla="*/ 1276350 h 1343025"/>
                <a:gd name="connsiteX19-501" fmla="*/ 745331 w 1343025"/>
                <a:gd name="connsiteY19-502" fmla="*/ 1343025 h 1343025"/>
                <a:gd name="connsiteX20-503" fmla="*/ 695325 w 1343025"/>
                <a:gd name="connsiteY20-504" fmla="*/ 1171575 h 1343025"/>
                <a:gd name="connsiteX21-505" fmla="*/ 535781 w 1343025"/>
                <a:gd name="connsiteY21-506" fmla="*/ 1157287 h 1343025"/>
                <a:gd name="connsiteX22-507" fmla="*/ 452437 w 1343025"/>
                <a:gd name="connsiteY22-508" fmla="*/ 1304925 h 1343025"/>
                <a:gd name="connsiteX23-509" fmla="*/ 245268 w 1343025"/>
                <a:gd name="connsiteY23-510" fmla="*/ 1193006 h 1343025"/>
                <a:gd name="connsiteX24-511" fmla="*/ 333375 w 1343025"/>
                <a:gd name="connsiteY24-512" fmla="*/ 1042987 h 1343025"/>
                <a:gd name="connsiteX25-513" fmla="*/ 226218 w 1343025"/>
                <a:gd name="connsiteY25-514" fmla="*/ 909637 h 1343025"/>
                <a:gd name="connsiteX26-515" fmla="*/ 59531 w 1343025"/>
                <a:gd name="connsiteY26-516" fmla="*/ 964406 h 1343025"/>
                <a:gd name="connsiteX27-517" fmla="*/ 0 w 1343025"/>
                <a:gd name="connsiteY27-518" fmla="*/ 733425 h 1343025"/>
                <a:gd name="connsiteX28-519" fmla="*/ 173831 w 1343025"/>
                <a:gd name="connsiteY28-520" fmla="*/ 692943 h 1343025"/>
                <a:gd name="connsiteX29-521" fmla="*/ 190500 w 1343025"/>
                <a:gd name="connsiteY29-522" fmla="*/ 521493 h 1343025"/>
                <a:gd name="connsiteX30-523" fmla="*/ 35718 w 1343025"/>
                <a:gd name="connsiteY30-524" fmla="*/ 440531 h 1343025"/>
                <a:gd name="connsiteX31-525" fmla="*/ 154781 w 1343025"/>
                <a:gd name="connsiteY31-526" fmla="*/ 242887 h 1343025"/>
                <a:gd name="connsiteX32-527" fmla="*/ 297656 w 1343025"/>
                <a:gd name="connsiteY32-528" fmla="*/ 330993 h 1343025"/>
                <a:gd name="connsiteX0-529" fmla="*/ 297656 w 1343025"/>
                <a:gd name="connsiteY0-530" fmla="*/ 330993 h 1343025"/>
                <a:gd name="connsiteX1-531" fmla="*/ 431006 w 1343025"/>
                <a:gd name="connsiteY1-532" fmla="*/ 226218 h 1343025"/>
                <a:gd name="connsiteX2-533" fmla="*/ 378618 w 1343025"/>
                <a:gd name="connsiteY2-534" fmla="*/ 61912 h 1343025"/>
                <a:gd name="connsiteX3-535" fmla="*/ 602456 w 1343025"/>
                <a:gd name="connsiteY3-536" fmla="*/ 0 h 1343025"/>
                <a:gd name="connsiteX4-537" fmla="*/ 652462 w 1343025"/>
                <a:gd name="connsiteY4-538" fmla="*/ 171450 h 1343025"/>
                <a:gd name="connsiteX5-539" fmla="*/ 816768 w 1343025"/>
                <a:gd name="connsiteY5-540" fmla="*/ 185737 h 1343025"/>
                <a:gd name="connsiteX6-541" fmla="*/ 900112 w 1343025"/>
                <a:gd name="connsiteY6-542" fmla="*/ 40481 h 1343025"/>
                <a:gd name="connsiteX7-543" fmla="*/ 1104900 w 1343025"/>
                <a:gd name="connsiteY7-544" fmla="*/ 150018 h 1343025"/>
                <a:gd name="connsiteX8-545" fmla="*/ 1014412 w 1343025"/>
                <a:gd name="connsiteY8-546" fmla="*/ 295275 h 1343025"/>
                <a:gd name="connsiteX9-547" fmla="*/ 1119187 w 1343025"/>
                <a:gd name="connsiteY9-548" fmla="*/ 431006 h 1343025"/>
                <a:gd name="connsiteX10-549" fmla="*/ 1281112 w 1343025"/>
                <a:gd name="connsiteY10-550" fmla="*/ 373856 h 1343025"/>
                <a:gd name="connsiteX11-551" fmla="*/ 1343025 w 1343025"/>
                <a:gd name="connsiteY11-552" fmla="*/ 602456 h 1343025"/>
                <a:gd name="connsiteX12-553" fmla="*/ 1173956 w 1343025"/>
                <a:gd name="connsiteY12-554" fmla="*/ 645318 h 1343025"/>
                <a:gd name="connsiteX13-555" fmla="*/ 1157287 w 1343025"/>
                <a:gd name="connsiteY13-556" fmla="*/ 812006 h 1343025"/>
                <a:gd name="connsiteX14-557" fmla="*/ 1307306 w 1343025"/>
                <a:gd name="connsiteY14-558" fmla="*/ 892968 h 1343025"/>
                <a:gd name="connsiteX15-559" fmla="*/ 1193006 w 1343025"/>
                <a:gd name="connsiteY15-560" fmla="*/ 1097756 h 1343025"/>
                <a:gd name="connsiteX16-561" fmla="*/ 1040606 w 1343025"/>
                <a:gd name="connsiteY16-562" fmla="*/ 1009650 h 1343025"/>
                <a:gd name="connsiteX17-563" fmla="*/ 919162 w 1343025"/>
                <a:gd name="connsiteY17-564" fmla="*/ 1112043 h 1343025"/>
                <a:gd name="connsiteX18-565" fmla="*/ 973931 w 1343025"/>
                <a:gd name="connsiteY18-566" fmla="*/ 1276350 h 1343025"/>
                <a:gd name="connsiteX19-567" fmla="*/ 745331 w 1343025"/>
                <a:gd name="connsiteY19-568" fmla="*/ 1343025 h 1343025"/>
                <a:gd name="connsiteX20-569" fmla="*/ 695325 w 1343025"/>
                <a:gd name="connsiteY20-570" fmla="*/ 1171575 h 1343025"/>
                <a:gd name="connsiteX21-571" fmla="*/ 535781 w 1343025"/>
                <a:gd name="connsiteY21-572" fmla="*/ 1157287 h 1343025"/>
                <a:gd name="connsiteX22-573" fmla="*/ 452437 w 1343025"/>
                <a:gd name="connsiteY22-574" fmla="*/ 1304925 h 1343025"/>
                <a:gd name="connsiteX23-575" fmla="*/ 245268 w 1343025"/>
                <a:gd name="connsiteY23-576" fmla="*/ 1193006 h 1343025"/>
                <a:gd name="connsiteX24-577" fmla="*/ 333375 w 1343025"/>
                <a:gd name="connsiteY24-578" fmla="*/ 1042987 h 1343025"/>
                <a:gd name="connsiteX25-579" fmla="*/ 226218 w 1343025"/>
                <a:gd name="connsiteY25-580" fmla="*/ 909637 h 1343025"/>
                <a:gd name="connsiteX26-581" fmla="*/ 59531 w 1343025"/>
                <a:gd name="connsiteY26-582" fmla="*/ 964406 h 1343025"/>
                <a:gd name="connsiteX27-583" fmla="*/ 0 w 1343025"/>
                <a:gd name="connsiteY27-584" fmla="*/ 733425 h 1343025"/>
                <a:gd name="connsiteX28-585" fmla="*/ 173831 w 1343025"/>
                <a:gd name="connsiteY28-586" fmla="*/ 692943 h 1343025"/>
                <a:gd name="connsiteX29-587" fmla="*/ 190500 w 1343025"/>
                <a:gd name="connsiteY29-588" fmla="*/ 521493 h 1343025"/>
                <a:gd name="connsiteX30-589" fmla="*/ 35718 w 1343025"/>
                <a:gd name="connsiteY30-590" fmla="*/ 440531 h 1343025"/>
                <a:gd name="connsiteX31-591" fmla="*/ 154781 w 1343025"/>
                <a:gd name="connsiteY31-592" fmla="*/ 242887 h 1343025"/>
                <a:gd name="connsiteX32-593" fmla="*/ 297656 w 1343025"/>
                <a:gd name="connsiteY32-594" fmla="*/ 330993 h 1343025"/>
                <a:gd name="connsiteX0-595" fmla="*/ 297656 w 1343025"/>
                <a:gd name="connsiteY0-596" fmla="*/ 330993 h 1343025"/>
                <a:gd name="connsiteX1-597" fmla="*/ 431006 w 1343025"/>
                <a:gd name="connsiteY1-598" fmla="*/ 226218 h 1343025"/>
                <a:gd name="connsiteX2-599" fmla="*/ 378618 w 1343025"/>
                <a:gd name="connsiteY2-600" fmla="*/ 61912 h 1343025"/>
                <a:gd name="connsiteX3-601" fmla="*/ 602456 w 1343025"/>
                <a:gd name="connsiteY3-602" fmla="*/ 0 h 1343025"/>
                <a:gd name="connsiteX4-603" fmla="*/ 652462 w 1343025"/>
                <a:gd name="connsiteY4-604" fmla="*/ 171450 h 1343025"/>
                <a:gd name="connsiteX5-605" fmla="*/ 816768 w 1343025"/>
                <a:gd name="connsiteY5-606" fmla="*/ 185737 h 1343025"/>
                <a:gd name="connsiteX6-607" fmla="*/ 900112 w 1343025"/>
                <a:gd name="connsiteY6-608" fmla="*/ 40481 h 1343025"/>
                <a:gd name="connsiteX7-609" fmla="*/ 1104900 w 1343025"/>
                <a:gd name="connsiteY7-610" fmla="*/ 150018 h 1343025"/>
                <a:gd name="connsiteX8-611" fmla="*/ 1014412 w 1343025"/>
                <a:gd name="connsiteY8-612" fmla="*/ 295275 h 1343025"/>
                <a:gd name="connsiteX9-613" fmla="*/ 1119187 w 1343025"/>
                <a:gd name="connsiteY9-614" fmla="*/ 431006 h 1343025"/>
                <a:gd name="connsiteX10-615" fmla="*/ 1281112 w 1343025"/>
                <a:gd name="connsiteY10-616" fmla="*/ 373856 h 1343025"/>
                <a:gd name="connsiteX11-617" fmla="*/ 1343025 w 1343025"/>
                <a:gd name="connsiteY11-618" fmla="*/ 602456 h 1343025"/>
                <a:gd name="connsiteX12-619" fmla="*/ 1173956 w 1343025"/>
                <a:gd name="connsiteY12-620" fmla="*/ 645318 h 1343025"/>
                <a:gd name="connsiteX13-621" fmla="*/ 1157287 w 1343025"/>
                <a:gd name="connsiteY13-622" fmla="*/ 812006 h 1343025"/>
                <a:gd name="connsiteX14-623" fmla="*/ 1307306 w 1343025"/>
                <a:gd name="connsiteY14-624" fmla="*/ 892968 h 1343025"/>
                <a:gd name="connsiteX15-625" fmla="*/ 1193006 w 1343025"/>
                <a:gd name="connsiteY15-626" fmla="*/ 1097756 h 1343025"/>
                <a:gd name="connsiteX16-627" fmla="*/ 1040606 w 1343025"/>
                <a:gd name="connsiteY16-628" fmla="*/ 1009650 h 1343025"/>
                <a:gd name="connsiteX17-629" fmla="*/ 919162 w 1343025"/>
                <a:gd name="connsiteY17-630" fmla="*/ 1112043 h 1343025"/>
                <a:gd name="connsiteX18-631" fmla="*/ 973931 w 1343025"/>
                <a:gd name="connsiteY18-632" fmla="*/ 1276350 h 1343025"/>
                <a:gd name="connsiteX19-633" fmla="*/ 745331 w 1343025"/>
                <a:gd name="connsiteY19-634" fmla="*/ 1343025 h 1343025"/>
                <a:gd name="connsiteX20-635" fmla="*/ 695325 w 1343025"/>
                <a:gd name="connsiteY20-636" fmla="*/ 1171575 h 1343025"/>
                <a:gd name="connsiteX21-637" fmla="*/ 535781 w 1343025"/>
                <a:gd name="connsiteY21-638" fmla="*/ 1157287 h 1343025"/>
                <a:gd name="connsiteX22-639" fmla="*/ 452437 w 1343025"/>
                <a:gd name="connsiteY22-640" fmla="*/ 1304925 h 1343025"/>
                <a:gd name="connsiteX23-641" fmla="*/ 245268 w 1343025"/>
                <a:gd name="connsiteY23-642" fmla="*/ 1193006 h 1343025"/>
                <a:gd name="connsiteX24-643" fmla="*/ 333375 w 1343025"/>
                <a:gd name="connsiteY24-644" fmla="*/ 1042987 h 1343025"/>
                <a:gd name="connsiteX25-645" fmla="*/ 226218 w 1343025"/>
                <a:gd name="connsiteY25-646" fmla="*/ 909637 h 1343025"/>
                <a:gd name="connsiteX26-647" fmla="*/ 59531 w 1343025"/>
                <a:gd name="connsiteY26-648" fmla="*/ 964406 h 1343025"/>
                <a:gd name="connsiteX27-649" fmla="*/ 0 w 1343025"/>
                <a:gd name="connsiteY27-650" fmla="*/ 733425 h 1343025"/>
                <a:gd name="connsiteX28-651" fmla="*/ 173831 w 1343025"/>
                <a:gd name="connsiteY28-652" fmla="*/ 692943 h 1343025"/>
                <a:gd name="connsiteX29-653" fmla="*/ 190500 w 1343025"/>
                <a:gd name="connsiteY29-654" fmla="*/ 521493 h 1343025"/>
                <a:gd name="connsiteX30-655" fmla="*/ 35718 w 1343025"/>
                <a:gd name="connsiteY30-656" fmla="*/ 440531 h 1343025"/>
                <a:gd name="connsiteX31-657" fmla="*/ 154781 w 1343025"/>
                <a:gd name="connsiteY31-658" fmla="*/ 242887 h 1343025"/>
                <a:gd name="connsiteX32-659" fmla="*/ 297656 w 1343025"/>
                <a:gd name="connsiteY32-660" fmla="*/ 330993 h 1343025"/>
                <a:gd name="connsiteX0-661" fmla="*/ 297656 w 1343025"/>
                <a:gd name="connsiteY0-662" fmla="*/ 330993 h 1343025"/>
                <a:gd name="connsiteX1-663" fmla="*/ 431006 w 1343025"/>
                <a:gd name="connsiteY1-664" fmla="*/ 226218 h 1343025"/>
                <a:gd name="connsiteX2-665" fmla="*/ 378618 w 1343025"/>
                <a:gd name="connsiteY2-666" fmla="*/ 61912 h 1343025"/>
                <a:gd name="connsiteX3-667" fmla="*/ 602456 w 1343025"/>
                <a:gd name="connsiteY3-668" fmla="*/ 0 h 1343025"/>
                <a:gd name="connsiteX4-669" fmla="*/ 652462 w 1343025"/>
                <a:gd name="connsiteY4-670" fmla="*/ 171450 h 1343025"/>
                <a:gd name="connsiteX5-671" fmla="*/ 816768 w 1343025"/>
                <a:gd name="connsiteY5-672" fmla="*/ 185737 h 1343025"/>
                <a:gd name="connsiteX6-673" fmla="*/ 900112 w 1343025"/>
                <a:gd name="connsiteY6-674" fmla="*/ 40481 h 1343025"/>
                <a:gd name="connsiteX7-675" fmla="*/ 1104900 w 1343025"/>
                <a:gd name="connsiteY7-676" fmla="*/ 150018 h 1343025"/>
                <a:gd name="connsiteX8-677" fmla="*/ 1014412 w 1343025"/>
                <a:gd name="connsiteY8-678" fmla="*/ 295275 h 1343025"/>
                <a:gd name="connsiteX9-679" fmla="*/ 1119187 w 1343025"/>
                <a:gd name="connsiteY9-680" fmla="*/ 431006 h 1343025"/>
                <a:gd name="connsiteX10-681" fmla="*/ 1281112 w 1343025"/>
                <a:gd name="connsiteY10-682" fmla="*/ 373856 h 1343025"/>
                <a:gd name="connsiteX11-683" fmla="*/ 1343025 w 1343025"/>
                <a:gd name="connsiteY11-684" fmla="*/ 602456 h 1343025"/>
                <a:gd name="connsiteX12-685" fmla="*/ 1173956 w 1343025"/>
                <a:gd name="connsiteY12-686" fmla="*/ 645318 h 1343025"/>
                <a:gd name="connsiteX13-687" fmla="*/ 1157287 w 1343025"/>
                <a:gd name="connsiteY13-688" fmla="*/ 812006 h 1343025"/>
                <a:gd name="connsiteX14-689" fmla="*/ 1307306 w 1343025"/>
                <a:gd name="connsiteY14-690" fmla="*/ 892968 h 1343025"/>
                <a:gd name="connsiteX15-691" fmla="*/ 1193006 w 1343025"/>
                <a:gd name="connsiteY15-692" fmla="*/ 1097756 h 1343025"/>
                <a:gd name="connsiteX16-693" fmla="*/ 1040606 w 1343025"/>
                <a:gd name="connsiteY16-694" fmla="*/ 1009650 h 1343025"/>
                <a:gd name="connsiteX17-695" fmla="*/ 919162 w 1343025"/>
                <a:gd name="connsiteY17-696" fmla="*/ 1112043 h 1343025"/>
                <a:gd name="connsiteX18-697" fmla="*/ 973931 w 1343025"/>
                <a:gd name="connsiteY18-698" fmla="*/ 1276350 h 1343025"/>
                <a:gd name="connsiteX19-699" fmla="*/ 745331 w 1343025"/>
                <a:gd name="connsiteY19-700" fmla="*/ 1343025 h 1343025"/>
                <a:gd name="connsiteX20-701" fmla="*/ 695325 w 1343025"/>
                <a:gd name="connsiteY20-702" fmla="*/ 1171575 h 1343025"/>
                <a:gd name="connsiteX21-703" fmla="*/ 535781 w 1343025"/>
                <a:gd name="connsiteY21-704" fmla="*/ 1157287 h 1343025"/>
                <a:gd name="connsiteX22-705" fmla="*/ 452437 w 1343025"/>
                <a:gd name="connsiteY22-706" fmla="*/ 1304925 h 1343025"/>
                <a:gd name="connsiteX23-707" fmla="*/ 245268 w 1343025"/>
                <a:gd name="connsiteY23-708" fmla="*/ 1193006 h 1343025"/>
                <a:gd name="connsiteX24-709" fmla="*/ 333375 w 1343025"/>
                <a:gd name="connsiteY24-710" fmla="*/ 1042987 h 1343025"/>
                <a:gd name="connsiteX25-711" fmla="*/ 226218 w 1343025"/>
                <a:gd name="connsiteY25-712" fmla="*/ 909637 h 1343025"/>
                <a:gd name="connsiteX26-713" fmla="*/ 59531 w 1343025"/>
                <a:gd name="connsiteY26-714" fmla="*/ 964406 h 1343025"/>
                <a:gd name="connsiteX27-715" fmla="*/ 0 w 1343025"/>
                <a:gd name="connsiteY27-716" fmla="*/ 733425 h 1343025"/>
                <a:gd name="connsiteX28-717" fmla="*/ 166687 w 1343025"/>
                <a:gd name="connsiteY28-718" fmla="*/ 690562 h 1343025"/>
                <a:gd name="connsiteX29-719" fmla="*/ 190500 w 1343025"/>
                <a:gd name="connsiteY29-720" fmla="*/ 521493 h 1343025"/>
                <a:gd name="connsiteX30-721" fmla="*/ 35718 w 1343025"/>
                <a:gd name="connsiteY30-722" fmla="*/ 440531 h 1343025"/>
                <a:gd name="connsiteX31-723" fmla="*/ 154781 w 1343025"/>
                <a:gd name="connsiteY31-724" fmla="*/ 242887 h 1343025"/>
                <a:gd name="connsiteX32-725" fmla="*/ 297656 w 1343025"/>
                <a:gd name="connsiteY32-726" fmla="*/ 330993 h 1343025"/>
                <a:gd name="connsiteX0-727" fmla="*/ 297656 w 1343025"/>
                <a:gd name="connsiteY0-728" fmla="*/ 330993 h 1343025"/>
                <a:gd name="connsiteX1-729" fmla="*/ 431006 w 1343025"/>
                <a:gd name="connsiteY1-730" fmla="*/ 226218 h 1343025"/>
                <a:gd name="connsiteX2-731" fmla="*/ 378618 w 1343025"/>
                <a:gd name="connsiteY2-732" fmla="*/ 61912 h 1343025"/>
                <a:gd name="connsiteX3-733" fmla="*/ 602456 w 1343025"/>
                <a:gd name="connsiteY3-734" fmla="*/ 0 h 1343025"/>
                <a:gd name="connsiteX4-735" fmla="*/ 652462 w 1343025"/>
                <a:gd name="connsiteY4-736" fmla="*/ 171450 h 1343025"/>
                <a:gd name="connsiteX5-737" fmla="*/ 816768 w 1343025"/>
                <a:gd name="connsiteY5-738" fmla="*/ 185737 h 1343025"/>
                <a:gd name="connsiteX6-739" fmla="*/ 900112 w 1343025"/>
                <a:gd name="connsiteY6-740" fmla="*/ 40481 h 1343025"/>
                <a:gd name="connsiteX7-741" fmla="*/ 1104900 w 1343025"/>
                <a:gd name="connsiteY7-742" fmla="*/ 150018 h 1343025"/>
                <a:gd name="connsiteX8-743" fmla="*/ 1014412 w 1343025"/>
                <a:gd name="connsiteY8-744" fmla="*/ 295275 h 1343025"/>
                <a:gd name="connsiteX9-745" fmla="*/ 1119187 w 1343025"/>
                <a:gd name="connsiteY9-746" fmla="*/ 431006 h 1343025"/>
                <a:gd name="connsiteX10-747" fmla="*/ 1281112 w 1343025"/>
                <a:gd name="connsiteY10-748" fmla="*/ 373856 h 1343025"/>
                <a:gd name="connsiteX11-749" fmla="*/ 1343025 w 1343025"/>
                <a:gd name="connsiteY11-750" fmla="*/ 602456 h 1343025"/>
                <a:gd name="connsiteX12-751" fmla="*/ 1173956 w 1343025"/>
                <a:gd name="connsiteY12-752" fmla="*/ 645318 h 1343025"/>
                <a:gd name="connsiteX13-753" fmla="*/ 1157287 w 1343025"/>
                <a:gd name="connsiteY13-754" fmla="*/ 812006 h 1343025"/>
                <a:gd name="connsiteX14-755" fmla="*/ 1307306 w 1343025"/>
                <a:gd name="connsiteY14-756" fmla="*/ 892968 h 1343025"/>
                <a:gd name="connsiteX15-757" fmla="*/ 1193006 w 1343025"/>
                <a:gd name="connsiteY15-758" fmla="*/ 1097756 h 1343025"/>
                <a:gd name="connsiteX16-759" fmla="*/ 1040606 w 1343025"/>
                <a:gd name="connsiteY16-760" fmla="*/ 1009650 h 1343025"/>
                <a:gd name="connsiteX17-761" fmla="*/ 919162 w 1343025"/>
                <a:gd name="connsiteY17-762" fmla="*/ 1112043 h 1343025"/>
                <a:gd name="connsiteX18-763" fmla="*/ 973931 w 1343025"/>
                <a:gd name="connsiteY18-764" fmla="*/ 1276350 h 1343025"/>
                <a:gd name="connsiteX19-765" fmla="*/ 745331 w 1343025"/>
                <a:gd name="connsiteY19-766" fmla="*/ 1343025 h 1343025"/>
                <a:gd name="connsiteX20-767" fmla="*/ 695325 w 1343025"/>
                <a:gd name="connsiteY20-768" fmla="*/ 1171575 h 1343025"/>
                <a:gd name="connsiteX21-769" fmla="*/ 535781 w 1343025"/>
                <a:gd name="connsiteY21-770" fmla="*/ 1157287 h 1343025"/>
                <a:gd name="connsiteX22-771" fmla="*/ 452437 w 1343025"/>
                <a:gd name="connsiteY22-772" fmla="*/ 1304925 h 1343025"/>
                <a:gd name="connsiteX23-773" fmla="*/ 245268 w 1343025"/>
                <a:gd name="connsiteY23-774" fmla="*/ 1193006 h 1343025"/>
                <a:gd name="connsiteX24-775" fmla="*/ 333375 w 1343025"/>
                <a:gd name="connsiteY24-776" fmla="*/ 1042987 h 1343025"/>
                <a:gd name="connsiteX25-777" fmla="*/ 226218 w 1343025"/>
                <a:gd name="connsiteY25-778" fmla="*/ 909637 h 1343025"/>
                <a:gd name="connsiteX26-779" fmla="*/ 59531 w 1343025"/>
                <a:gd name="connsiteY26-780" fmla="*/ 964406 h 1343025"/>
                <a:gd name="connsiteX27-781" fmla="*/ 0 w 1343025"/>
                <a:gd name="connsiteY27-782" fmla="*/ 733425 h 1343025"/>
                <a:gd name="connsiteX28-783" fmla="*/ 166687 w 1343025"/>
                <a:gd name="connsiteY28-784" fmla="*/ 690562 h 1343025"/>
                <a:gd name="connsiteX29-785" fmla="*/ 190500 w 1343025"/>
                <a:gd name="connsiteY29-786" fmla="*/ 521493 h 1343025"/>
                <a:gd name="connsiteX30-787" fmla="*/ 35718 w 1343025"/>
                <a:gd name="connsiteY30-788" fmla="*/ 440531 h 1343025"/>
                <a:gd name="connsiteX31-789" fmla="*/ 154781 w 1343025"/>
                <a:gd name="connsiteY31-790" fmla="*/ 242887 h 1343025"/>
                <a:gd name="connsiteX32-791" fmla="*/ 297656 w 1343025"/>
                <a:gd name="connsiteY32-792" fmla="*/ 330993 h 1343025"/>
                <a:gd name="connsiteX0-793" fmla="*/ 297656 w 1343025"/>
                <a:gd name="connsiteY0-794" fmla="*/ 330993 h 1343025"/>
                <a:gd name="connsiteX1-795" fmla="*/ 431006 w 1343025"/>
                <a:gd name="connsiteY1-796" fmla="*/ 226218 h 1343025"/>
                <a:gd name="connsiteX2-797" fmla="*/ 378618 w 1343025"/>
                <a:gd name="connsiteY2-798" fmla="*/ 61912 h 1343025"/>
                <a:gd name="connsiteX3-799" fmla="*/ 602456 w 1343025"/>
                <a:gd name="connsiteY3-800" fmla="*/ 0 h 1343025"/>
                <a:gd name="connsiteX4-801" fmla="*/ 652462 w 1343025"/>
                <a:gd name="connsiteY4-802" fmla="*/ 171450 h 1343025"/>
                <a:gd name="connsiteX5-803" fmla="*/ 816768 w 1343025"/>
                <a:gd name="connsiteY5-804" fmla="*/ 185737 h 1343025"/>
                <a:gd name="connsiteX6-805" fmla="*/ 900112 w 1343025"/>
                <a:gd name="connsiteY6-806" fmla="*/ 40481 h 1343025"/>
                <a:gd name="connsiteX7-807" fmla="*/ 1104900 w 1343025"/>
                <a:gd name="connsiteY7-808" fmla="*/ 150018 h 1343025"/>
                <a:gd name="connsiteX8-809" fmla="*/ 1014412 w 1343025"/>
                <a:gd name="connsiteY8-810" fmla="*/ 295275 h 1343025"/>
                <a:gd name="connsiteX9-811" fmla="*/ 1119187 w 1343025"/>
                <a:gd name="connsiteY9-812" fmla="*/ 431006 h 1343025"/>
                <a:gd name="connsiteX10-813" fmla="*/ 1281112 w 1343025"/>
                <a:gd name="connsiteY10-814" fmla="*/ 373856 h 1343025"/>
                <a:gd name="connsiteX11-815" fmla="*/ 1343025 w 1343025"/>
                <a:gd name="connsiteY11-816" fmla="*/ 602456 h 1343025"/>
                <a:gd name="connsiteX12-817" fmla="*/ 1173956 w 1343025"/>
                <a:gd name="connsiteY12-818" fmla="*/ 645318 h 1343025"/>
                <a:gd name="connsiteX13-819" fmla="*/ 1157287 w 1343025"/>
                <a:gd name="connsiteY13-820" fmla="*/ 812006 h 1343025"/>
                <a:gd name="connsiteX14-821" fmla="*/ 1307306 w 1343025"/>
                <a:gd name="connsiteY14-822" fmla="*/ 892968 h 1343025"/>
                <a:gd name="connsiteX15-823" fmla="*/ 1193006 w 1343025"/>
                <a:gd name="connsiteY15-824" fmla="*/ 1097756 h 1343025"/>
                <a:gd name="connsiteX16-825" fmla="*/ 1040606 w 1343025"/>
                <a:gd name="connsiteY16-826" fmla="*/ 1009650 h 1343025"/>
                <a:gd name="connsiteX17-827" fmla="*/ 919162 w 1343025"/>
                <a:gd name="connsiteY17-828" fmla="*/ 1112043 h 1343025"/>
                <a:gd name="connsiteX18-829" fmla="*/ 973931 w 1343025"/>
                <a:gd name="connsiteY18-830" fmla="*/ 1276350 h 1343025"/>
                <a:gd name="connsiteX19-831" fmla="*/ 745331 w 1343025"/>
                <a:gd name="connsiteY19-832" fmla="*/ 1343025 h 1343025"/>
                <a:gd name="connsiteX20-833" fmla="*/ 695325 w 1343025"/>
                <a:gd name="connsiteY20-834" fmla="*/ 1171575 h 1343025"/>
                <a:gd name="connsiteX21-835" fmla="*/ 535781 w 1343025"/>
                <a:gd name="connsiteY21-836" fmla="*/ 1157287 h 1343025"/>
                <a:gd name="connsiteX22-837" fmla="*/ 452437 w 1343025"/>
                <a:gd name="connsiteY22-838" fmla="*/ 1304925 h 1343025"/>
                <a:gd name="connsiteX23-839" fmla="*/ 245268 w 1343025"/>
                <a:gd name="connsiteY23-840" fmla="*/ 1193006 h 1343025"/>
                <a:gd name="connsiteX24-841" fmla="*/ 333375 w 1343025"/>
                <a:gd name="connsiteY24-842" fmla="*/ 1042987 h 1343025"/>
                <a:gd name="connsiteX25-843" fmla="*/ 226218 w 1343025"/>
                <a:gd name="connsiteY25-844" fmla="*/ 909637 h 1343025"/>
                <a:gd name="connsiteX26-845" fmla="*/ 59531 w 1343025"/>
                <a:gd name="connsiteY26-846" fmla="*/ 964406 h 1343025"/>
                <a:gd name="connsiteX27-847" fmla="*/ 0 w 1343025"/>
                <a:gd name="connsiteY27-848" fmla="*/ 733425 h 1343025"/>
                <a:gd name="connsiteX28-849" fmla="*/ 166687 w 1343025"/>
                <a:gd name="connsiteY28-850" fmla="*/ 690562 h 1343025"/>
                <a:gd name="connsiteX29-851" fmla="*/ 190500 w 1343025"/>
                <a:gd name="connsiteY29-852" fmla="*/ 521493 h 1343025"/>
                <a:gd name="connsiteX30-853" fmla="*/ 35718 w 1343025"/>
                <a:gd name="connsiteY30-854" fmla="*/ 440531 h 1343025"/>
                <a:gd name="connsiteX31-855" fmla="*/ 154781 w 1343025"/>
                <a:gd name="connsiteY31-856" fmla="*/ 242887 h 1343025"/>
                <a:gd name="connsiteX32-857" fmla="*/ 297656 w 1343025"/>
                <a:gd name="connsiteY32-858" fmla="*/ 330993 h 1343025"/>
                <a:gd name="connsiteX0-859" fmla="*/ 297656 w 1343025"/>
                <a:gd name="connsiteY0-860" fmla="*/ 330993 h 1343025"/>
                <a:gd name="connsiteX1-861" fmla="*/ 431006 w 1343025"/>
                <a:gd name="connsiteY1-862" fmla="*/ 226218 h 1343025"/>
                <a:gd name="connsiteX2-863" fmla="*/ 378618 w 1343025"/>
                <a:gd name="connsiteY2-864" fmla="*/ 61912 h 1343025"/>
                <a:gd name="connsiteX3-865" fmla="*/ 602456 w 1343025"/>
                <a:gd name="connsiteY3-866" fmla="*/ 0 h 1343025"/>
                <a:gd name="connsiteX4-867" fmla="*/ 652462 w 1343025"/>
                <a:gd name="connsiteY4-868" fmla="*/ 171450 h 1343025"/>
                <a:gd name="connsiteX5-869" fmla="*/ 816768 w 1343025"/>
                <a:gd name="connsiteY5-870" fmla="*/ 185737 h 1343025"/>
                <a:gd name="connsiteX6-871" fmla="*/ 900112 w 1343025"/>
                <a:gd name="connsiteY6-872" fmla="*/ 40481 h 1343025"/>
                <a:gd name="connsiteX7-873" fmla="*/ 1104900 w 1343025"/>
                <a:gd name="connsiteY7-874" fmla="*/ 150018 h 1343025"/>
                <a:gd name="connsiteX8-875" fmla="*/ 1014412 w 1343025"/>
                <a:gd name="connsiteY8-876" fmla="*/ 295275 h 1343025"/>
                <a:gd name="connsiteX9-877" fmla="*/ 1119187 w 1343025"/>
                <a:gd name="connsiteY9-878" fmla="*/ 431006 h 1343025"/>
                <a:gd name="connsiteX10-879" fmla="*/ 1281112 w 1343025"/>
                <a:gd name="connsiteY10-880" fmla="*/ 373856 h 1343025"/>
                <a:gd name="connsiteX11-881" fmla="*/ 1343025 w 1343025"/>
                <a:gd name="connsiteY11-882" fmla="*/ 602456 h 1343025"/>
                <a:gd name="connsiteX12-883" fmla="*/ 1173956 w 1343025"/>
                <a:gd name="connsiteY12-884" fmla="*/ 645318 h 1343025"/>
                <a:gd name="connsiteX13-885" fmla="*/ 1157287 w 1343025"/>
                <a:gd name="connsiteY13-886" fmla="*/ 812006 h 1343025"/>
                <a:gd name="connsiteX14-887" fmla="*/ 1307306 w 1343025"/>
                <a:gd name="connsiteY14-888" fmla="*/ 892968 h 1343025"/>
                <a:gd name="connsiteX15-889" fmla="*/ 1193006 w 1343025"/>
                <a:gd name="connsiteY15-890" fmla="*/ 1097756 h 1343025"/>
                <a:gd name="connsiteX16-891" fmla="*/ 1040606 w 1343025"/>
                <a:gd name="connsiteY16-892" fmla="*/ 1009650 h 1343025"/>
                <a:gd name="connsiteX17-893" fmla="*/ 919162 w 1343025"/>
                <a:gd name="connsiteY17-894" fmla="*/ 1112043 h 1343025"/>
                <a:gd name="connsiteX18-895" fmla="*/ 973931 w 1343025"/>
                <a:gd name="connsiteY18-896" fmla="*/ 1276350 h 1343025"/>
                <a:gd name="connsiteX19-897" fmla="*/ 745331 w 1343025"/>
                <a:gd name="connsiteY19-898" fmla="*/ 1343025 h 1343025"/>
                <a:gd name="connsiteX20-899" fmla="*/ 695325 w 1343025"/>
                <a:gd name="connsiteY20-900" fmla="*/ 1171575 h 1343025"/>
                <a:gd name="connsiteX21-901" fmla="*/ 535781 w 1343025"/>
                <a:gd name="connsiteY21-902" fmla="*/ 1157287 h 1343025"/>
                <a:gd name="connsiteX22-903" fmla="*/ 452437 w 1343025"/>
                <a:gd name="connsiteY22-904" fmla="*/ 1304925 h 1343025"/>
                <a:gd name="connsiteX23-905" fmla="*/ 245268 w 1343025"/>
                <a:gd name="connsiteY23-906" fmla="*/ 1193006 h 1343025"/>
                <a:gd name="connsiteX24-907" fmla="*/ 333375 w 1343025"/>
                <a:gd name="connsiteY24-908" fmla="*/ 1042987 h 1343025"/>
                <a:gd name="connsiteX25-909" fmla="*/ 226218 w 1343025"/>
                <a:gd name="connsiteY25-910" fmla="*/ 909637 h 1343025"/>
                <a:gd name="connsiteX26-911" fmla="*/ 59531 w 1343025"/>
                <a:gd name="connsiteY26-912" fmla="*/ 964406 h 1343025"/>
                <a:gd name="connsiteX27-913" fmla="*/ 0 w 1343025"/>
                <a:gd name="connsiteY27-914" fmla="*/ 733425 h 1343025"/>
                <a:gd name="connsiteX28-915" fmla="*/ 166687 w 1343025"/>
                <a:gd name="connsiteY28-916" fmla="*/ 690562 h 1343025"/>
                <a:gd name="connsiteX29-917" fmla="*/ 190500 w 1343025"/>
                <a:gd name="connsiteY29-918" fmla="*/ 521493 h 1343025"/>
                <a:gd name="connsiteX30-919" fmla="*/ 35718 w 1343025"/>
                <a:gd name="connsiteY30-920" fmla="*/ 440531 h 1343025"/>
                <a:gd name="connsiteX31-921" fmla="*/ 154781 w 1343025"/>
                <a:gd name="connsiteY31-922" fmla="*/ 242887 h 1343025"/>
                <a:gd name="connsiteX32-923" fmla="*/ 297656 w 1343025"/>
                <a:gd name="connsiteY32-924" fmla="*/ 330993 h 1343025"/>
                <a:gd name="connsiteX0-925" fmla="*/ 297656 w 1343025"/>
                <a:gd name="connsiteY0-926" fmla="*/ 330993 h 1343025"/>
                <a:gd name="connsiteX1-927" fmla="*/ 431006 w 1343025"/>
                <a:gd name="connsiteY1-928" fmla="*/ 226218 h 1343025"/>
                <a:gd name="connsiteX2-929" fmla="*/ 378618 w 1343025"/>
                <a:gd name="connsiteY2-930" fmla="*/ 61912 h 1343025"/>
                <a:gd name="connsiteX3-931" fmla="*/ 602456 w 1343025"/>
                <a:gd name="connsiteY3-932" fmla="*/ 0 h 1343025"/>
                <a:gd name="connsiteX4-933" fmla="*/ 652462 w 1343025"/>
                <a:gd name="connsiteY4-934" fmla="*/ 171450 h 1343025"/>
                <a:gd name="connsiteX5-935" fmla="*/ 816768 w 1343025"/>
                <a:gd name="connsiteY5-936" fmla="*/ 185737 h 1343025"/>
                <a:gd name="connsiteX6-937" fmla="*/ 900112 w 1343025"/>
                <a:gd name="connsiteY6-938" fmla="*/ 40481 h 1343025"/>
                <a:gd name="connsiteX7-939" fmla="*/ 1104900 w 1343025"/>
                <a:gd name="connsiteY7-940" fmla="*/ 150018 h 1343025"/>
                <a:gd name="connsiteX8-941" fmla="*/ 1014412 w 1343025"/>
                <a:gd name="connsiteY8-942" fmla="*/ 295275 h 1343025"/>
                <a:gd name="connsiteX9-943" fmla="*/ 1119187 w 1343025"/>
                <a:gd name="connsiteY9-944" fmla="*/ 431006 h 1343025"/>
                <a:gd name="connsiteX10-945" fmla="*/ 1281112 w 1343025"/>
                <a:gd name="connsiteY10-946" fmla="*/ 373856 h 1343025"/>
                <a:gd name="connsiteX11-947" fmla="*/ 1343025 w 1343025"/>
                <a:gd name="connsiteY11-948" fmla="*/ 602456 h 1343025"/>
                <a:gd name="connsiteX12-949" fmla="*/ 1173956 w 1343025"/>
                <a:gd name="connsiteY12-950" fmla="*/ 645318 h 1343025"/>
                <a:gd name="connsiteX13-951" fmla="*/ 1157287 w 1343025"/>
                <a:gd name="connsiteY13-952" fmla="*/ 812006 h 1343025"/>
                <a:gd name="connsiteX14-953" fmla="*/ 1307306 w 1343025"/>
                <a:gd name="connsiteY14-954" fmla="*/ 892968 h 1343025"/>
                <a:gd name="connsiteX15-955" fmla="*/ 1193006 w 1343025"/>
                <a:gd name="connsiteY15-956" fmla="*/ 1097756 h 1343025"/>
                <a:gd name="connsiteX16-957" fmla="*/ 1040606 w 1343025"/>
                <a:gd name="connsiteY16-958" fmla="*/ 1009650 h 1343025"/>
                <a:gd name="connsiteX17-959" fmla="*/ 919162 w 1343025"/>
                <a:gd name="connsiteY17-960" fmla="*/ 1112043 h 1343025"/>
                <a:gd name="connsiteX18-961" fmla="*/ 973931 w 1343025"/>
                <a:gd name="connsiteY18-962" fmla="*/ 1276350 h 1343025"/>
                <a:gd name="connsiteX19-963" fmla="*/ 745331 w 1343025"/>
                <a:gd name="connsiteY19-964" fmla="*/ 1343025 h 1343025"/>
                <a:gd name="connsiteX20-965" fmla="*/ 695325 w 1343025"/>
                <a:gd name="connsiteY20-966" fmla="*/ 1171575 h 1343025"/>
                <a:gd name="connsiteX21-967" fmla="*/ 535781 w 1343025"/>
                <a:gd name="connsiteY21-968" fmla="*/ 1157287 h 1343025"/>
                <a:gd name="connsiteX22-969" fmla="*/ 452437 w 1343025"/>
                <a:gd name="connsiteY22-970" fmla="*/ 1304925 h 1343025"/>
                <a:gd name="connsiteX23-971" fmla="*/ 245268 w 1343025"/>
                <a:gd name="connsiteY23-972" fmla="*/ 1193006 h 1343025"/>
                <a:gd name="connsiteX24-973" fmla="*/ 333375 w 1343025"/>
                <a:gd name="connsiteY24-974" fmla="*/ 1042987 h 1343025"/>
                <a:gd name="connsiteX25-975" fmla="*/ 226218 w 1343025"/>
                <a:gd name="connsiteY25-976" fmla="*/ 909637 h 1343025"/>
                <a:gd name="connsiteX26-977" fmla="*/ 59531 w 1343025"/>
                <a:gd name="connsiteY26-978" fmla="*/ 964406 h 1343025"/>
                <a:gd name="connsiteX27-979" fmla="*/ 0 w 1343025"/>
                <a:gd name="connsiteY27-980" fmla="*/ 733425 h 1343025"/>
                <a:gd name="connsiteX28-981" fmla="*/ 166687 w 1343025"/>
                <a:gd name="connsiteY28-982" fmla="*/ 690562 h 1343025"/>
                <a:gd name="connsiteX29-983" fmla="*/ 190500 w 1343025"/>
                <a:gd name="connsiteY29-984" fmla="*/ 521493 h 1343025"/>
                <a:gd name="connsiteX30-985" fmla="*/ 35718 w 1343025"/>
                <a:gd name="connsiteY30-986" fmla="*/ 440531 h 1343025"/>
                <a:gd name="connsiteX31-987" fmla="*/ 154781 w 1343025"/>
                <a:gd name="connsiteY31-988" fmla="*/ 242887 h 1343025"/>
                <a:gd name="connsiteX32-989" fmla="*/ 297656 w 1343025"/>
                <a:gd name="connsiteY32-990" fmla="*/ 330993 h 1343025"/>
                <a:gd name="connsiteX0-991" fmla="*/ 297656 w 1343025"/>
                <a:gd name="connsiteY0-992" fmla="*/ 330993 h 1343025"/>
                <a:gd name="connsiteX1-993" fmla="*/ 431006 w 1343025"/>
                <a:gd name="connsiteY1-994" fmla="*/ 226218 h 1343025"/>
                <a:gd name="connsiteX2-995" fmla="*/ 378618 w 1343025"/>
                <a:gd name="connsiteY2-996" fmla="*/ 61912 h 1343025"/>
                <a:gd name="connsiteX3-997" fmla="*/ 602456 w 1343025"/>
                <a:gd name="connsiteY3-998" fmla="*/ 0 h 1343025"/>
                <a:gd name="connsiteX4-999" fmla="*/ 652462 w 1343025"/>
                <a:gd name="connsiteY4-1000" fmla="*/ 171450 h 1343025"/>
                <a:gd name="connsiteX5-1001" fmla="*/ 816768 w 1343025"/>
                <a:gd name="connsiteY5-1002" fmla="*/ 185737 h 1343025"/>
                <a:gd name="connsiteX6-1003" fmla="*/ 900112 w 1343025"/>
                <a:gd name="connsiteY6-1004" fmla="*/ 40481 h 1343025"/>
                <a:gd name="connsiteX7-1005" fmla="*/ 1104900 w 1343025"/>
                <a:gd name="connsiteY7-1006" fmla="*/ 150018 h 1343025"/>
                <a:gd name="connsiteX8-1007" fmla="*/ 1014412 w 1343025"/>
                <a:gd name="connsiteY8-1008" fmla="*/ 295275 h 1343025"/>
                <a:gd name="connsiteX9-1009" fmla="*/ 1119187 w 1343025"/>
                <a:gd name="connsiteY9-1010" fmla="*/ 431006 h 1343025"/>
                <a:gd name="connsiteX10-1011" fmla="*/ 1281112 w 1343025"/>
                <a:gd name="connsiteY10-1012" fmla="*/ 373856 h 1343025"/>
                <a:gd name="connsiteX11-1013" fmla="*/ 1343025 w 1343025"/>
                <a:gd name="connsiteY11-1014" fmla="*/ 602456 h 1343025"/>
                <a:gd name="connsiteX12-1015" fmla="*/ 1173956 w 1343025"/>
                <a:gd name="connsiteY12-1016" fmla="*/ 645318 h 1343025"/>
                <a:gd name="connsiteX13-1017" fmla="*/ 1157287 w 1343025"/>
                <a:gd name="connsiteY13-1018" fmla="*/ 812006 h 1343025"/>
                <a:gd name="connsiteX14-1019" fmla="*/ 1307306 w 1343025"/>
                <a:gd name="connsiteY14-1020" fmla="*/ 892968 h 1343025"/>
                <a:gd name="connsiteX15-1021" fmla="*/ 1193006 w 1343025"/>
                <a:gd name="connsiteY15-1022" fmla="*/ 1097756 h 1343025"/>
                <a:gd name="connsiteX16-1023" fmla="*/ 1040606 w 1343025"/>
                <a:gd name="connsiteY16-1024" fmla="*/ 1009650 h 1343025"/>
                <a:gd name="connsiteX17-1025" fmla="*/ 919162 w 1343025"/>
                <a:gd name="connsiteY17-1026" fmla="*/ 1112043 h 1343025"/>
                <a:gd name="connsiteX18-1027" fmla="*/ 973931 w 1343025"/>
                <a:gd name="connsiteY18-1028" fmla="*/ 1276350 h 1343025"/>
                <a:gd name="connsiteX19-1029" fmla="*/ 745331 w 1343025"/>
                <a:gd name="connsiteY19-1030" fmla="*/ 1343025 h 1343025"/>
                <a:gd name="connsiteX20-1031" fmla="*/ 695325 w 1343025"/>
                <a:gd name="connsiteY20-1032" fmla="*/ 1171575 h 1343025"/>
                <a:gd name="connsiteX21-1033" fmla="*/ 535781 w 1343025"/>
                <a:gd name="connsiteY21-1034" fmla="*/ 1157287 h 1343025"/>
                <a:gd name="connsiteX22-1035" fmla="*/ 452437 w 1343025"/>
                <a:gd name="connsiteY22-1036" fmla="*/ 1304925 h 1343025"/>
                <a:gd name="connsiteX23-1037" fmla="*/ 245268 w 1343025"/>
                <a:gd name="connsiteY23-1038" fmla="*/ 1193006 h 1343025"/>
                <a:gd name="connsiteX24-1039" fmla="*/ 333375 w 1343025"/>
                <a:gd name="connsiteY24-1040" fmla="*/ 1042987 h 1343025"/>
                <a:gd name="connsiteX25-1041" fmla="*/ 226218 w 1343025"/>
                <a:gd name="connsiteY25-1042" fmla="*/ 909637 h 1343025"/>
                <a:gd name="connsiteX26-1043" fmla="*/ 59531 w 1343025"/>
                <a:gd name="connsiteY26-1044" fmla="*/ 964406 h 1343025"/>
                <a:gd name="connsiteX27-1045" fmla="*/ 0 w 1343025"/>
                <a:gd name="connsiteY27-1046" fmla="*/ 733425 h 1343025"/>
                <a:gd name="connsiteX28-1047" fmla="*/ 166687 w 1343025"/>
                <a:gd name="connsiteY28-1048" fmla="*/ 690562 h 1343025"/>
                <a:gd name="connsiteX29-1049" fmla="*/ 190500 w 1343025"/>
                <a:gd name="connsiteY29-1050" fmla="*/ 521493 h 1343025"/>
                <a:gd name="connsiteX30-1051" fmla="*/ 35718 w 1343025"/>
                <a:gd name="connsiteY30-1052" fmla="*/ 440531 h 1343025"/>
                <a:gd name="connsiteX31-1053" fmla="*/ 154781 w 1343025"/>
                <a:gd name="connsiteY31-1054" fmla="*/ 242887 h 1343025"/>
                <a:gd name="connsiteX32-1055" fmla="*/ 297656 w 1343025"/>
                <a:gd name="connsiteY32-1056" fmla="*/ 330993 h 1343025"/>
                <a:gd name="connsiteX0-1057" fmla="*/ 297656 w 1343025"/>
                <a:gd name="connsiteY0-1058" fmla="*/ 330993 h 1343025"/>
                <a:gd name="connsiteX1-1059" fmla="*/ 431006 w 1343025"/>
                <a:gd name="connsiteY1-1060" fmla="*/ 226218 h 1343025"/>
                <a:gd name="connsiteX2-1061" fmla="*/ 378618 w 1343025"/>
                <a:gd name="connsiteY2-1062" fmla="*/ 61912 h 1343025"/>
                <a:gd name="connsiteX3-1063" fmla="*/ 602456 w 1343025"/>
                <a:gd name="connsiteY3-1064" fmla="*/ 0 h 1343025"/>
                <a:gd name="connsiteX4-1065" fmla="*/ 652462 w 1343025"/>
                <a:gd name="connsiteY4-1066" fmla="*/ 171450 h 1343025"/>
                <a:gd name="connsiteX5-1067" fmla="*/ 816768 w 1343025"/>
                <a:gd name="connsiteY5-1068" fmla="*/ 185737 h 1343025"/>
                <a:gd name="connsiteX6-1069" fmla="*/ 900112 w 1343025"/>
                <a:gd name="connsiteY6-1070" fmla="*/ 40481 h 1343025"/>
                <a:gd name="connsiteX7-1071" fmla="*/ 1104900 w 1343025"/>
                <a:gd name="connsiteY7-1072" fmla="*/ 150018 h 1343025"/>
                <a:gd name="connsiteX8-1073" fmla="*/ 1014412 w 1343025"/>
                <a:gd name="connsiteY8-1074" fmla="*/ 295275 h 1343025"/>
                <a:gd name="connsiteX9-1075" fmla="*/ 1119187 w 1343025"/>
                <a:gd name="connsiteY9-1076" fmla="*/ 431006 h 1343025"/>
                <a:gd name="connsiteX10-1077" fmla="*/ 1281112 w 1343025"/>
                <a:gd name="connsiteY10-1078" fmla="*/ 373856 h 1343025"/>
                <a:gd name="connsiteX11-1079" fmla="*/ 1343025 w 1343025"/>
                <a:gd name="connsiteY11-1080" fmla="*/ 602456 h 1343025"/>
                <a:gd name="connsiteX12-1081" fmla="*/ 1173956 w 1343025"/>
                <a:gd name="connsiteY12-1082" fmla="*/ 645318 h 1343025"/>
                <a:gd name="connsiteX13-1083" fmla="*/ 1157287 w 1343025"/>
                <a:gd name="connsiteY13-1084" fmla="*/ 812006 h 1343025"/>
                <a:gd name="connsiteX14-1085" fmla="*/ 1307306 w 1343025"/>
                <a:gd name="connsiteY14-1086" fmla="*/ 892968 h 1343025"/>
                <a:gd name="connsiteX15-1087" fmla="*/ 1193006 w 1343025"/>
                <a:gd name="connsiteY15-1088" fmla="*/ 1097756 h 1343025"/>
                <a:gd name="connsiteX16-1089" fmla="*/ 1040606 w 1343025"/>
                <a:gd name="connsiteY16-1090" fmla="*/ 1009650 h 1343025"/>
                <a:gd name="connsiteX17-1091" fmla="*/ 919162 w 1343025"/>
                <a:gd name="connsiteY17-1092" fmla="*/ 1112043 h 1343025"/>
                <a:gd name="connsiteX18-1093" fmla="*/ 973931 w 1343025"/>
                <a:gd name="connsiteY18-1094" fmla="*/ 1276350 h 1343025"/>
                <a:gd name="connsiteX19-1095" fmla="*/ 745331 w 1343025"/>
                <a:gd name="connsiteY19-1096" fmla="*/ 1343025 h 1343025"/>
                <a:gd name="connsiteX20-1097" fmla="*/ 695325 w 1343025"/>
                <a:gd name="connsiteY20-1098" fmla="*/ 1171575 h 1343025"/>
                <a:gd name="connsiteX21-1099" fmla="*/ 535781 w 1343025"/>
                <a:gd name="connsiteY21-1100" fmla="*/ 1157287 h 1343025"/>
                <a:gd name="connsiteX22-1101" fmla="*/ 452437 w 1343025"/>
                <a:gd name="connsiteY22-1102" fmla="*/ 1304925 h 1343025"/>
                <a:gd name="connsiteX23-1103" fmla="*/ 245268 w 1343025"/>
                <a:gd name="connsiteY23-1104" fmla="*/ 1193006 h 1343025"/>
                <a:gd name="connsiteX24-1105" fmla="*/ 333375 w 1343025"/>
                <a:gd name="connsiteY24-1106" fmla="*/ 1042987 h 1343025"/>
                <a:gd name="connsiteX25-1107" fmla="*/ 226218 w 1343025"/>
                <a:gd name="connsiteY25-1108" fmla="*/ 909637 h 1343025"/>
                <a:gd name="connsiteX26-1109" fmla="*/ 59531 w 1343025"/>
                <a:gd name="connsiteY26-1110" fmla="*/ 964406 h 1343025"/>
                <a:gd name="connsiteX27-1111" fmla="*/ 0 w 1343025"/>
                <a:gd name="connsiteY27-1112" fmla="*/ 733425 h 1343025"/>
                <a:gd name="connsiteX28-1113" fmla="*/ 166687 w 1343025"/>
                <a:gd name="connsiteY28-1114" fmla="*/ 690562 h 1343025"/>
                <a:gd name="connsiteX29-1115" fmla="*/ 190500 w 1343025"/>
                <a:gd name="connsiteY29-1116" fmla="*/ 521493 h 1343025"/>
                <a:gd name="connsiteX30-1117" fmla="*/ 35718 w 1343025"/>
                <a:gd name="connsiteY30-1118" fmla="*/ 440531 h 1343025"/>
                <a:gd name="connsiteX31-1119" fmla="*/ 154781 w 1343025"/>
                <a:gd name="connsiteY31-1120" fmla="*/ 242887 h 1343025"/>
                <a:gd name="connsiteX32-1121" fmla="*/ 297656 w 1343025"/>
                <a:gd name="connsiteY32-1122" fmla="*/ 330993 h 1343025"/>
                <a:gd name="connsiteX0-1123" fmla="*/ 297656 w 1343025"/>
                <a:gd name="connsiteY0-1124" fmla="*/ 330993 h 1343025"/>
                <a:gd name="connsiteX1-1125" fmla="*/ 431006 w 1343025"/>
                <a:gd name="connsiteY1-1126" fmla="*/ 226218 h 1343025"/>
                <a:gd name="connsiteX2-1127" fmla="*/ 378618 w 1343025"/>
                <a:gd name="connsiteY2-1128" fmla="*/ 61912 h 1343025"/>
                <a:gd name="connsiteX3-1129" fmla="*/ 602456 w 1343025"/>
                <a:gd name="connsiteY3-1130" fmla="*/ 0 h 1343025"/>
                <a:gd name="connsiteX4-1131" fmla="*/ 652462 w 1343025"/>
                <a:gd name="connsiteY4-1132" fmla="*/ 171450 h 1343025"/>
                <a:gd name="connsiteX5-1133" fmla="*/ 816768 w 1343025"/>
                <a:gd name="connsiteY5-1134" fmla="*/ 185737 h 1343025"/>
                <a:gd name="connsiteX6-1135" fmla="*/ 900112 w 1343025"/>
                <a:gd name="connsiteY6-1136" fmla="*/ 40481 h 1343025"/>
                <a:gd name="connsiteX7-1137" fmla="*/ 1104900 w 1343025"/>
                <a:gd name="connsiteY7-1138" fmla="*/ 150018 h 1343025"/>
                <a:gd name="connsiteX8-1139" fmla="*/ 1014412 w 1343025"/>
                <a:gd name="connsiteY8-1140" fmla="*/ 295275 h 1343025"/>
                <a:gd name="connsiteX9-1141" fmla="*/ 1119187 w 1343025"/>
                <a:gd name="connsiteY9-1142" fmla="*/ 431006 h 1343025"/>
                <a:gd name="connsiteX10-1143" fmla="*/ 1281112 w 1343025"/>
                <a:gd name="connsiteY10-1144" fmla="*/ 373856 h 1343025"/>
                <a:gd name="connsiteX11-1145" fmla="*/ 1343025 w 1343025"/>
                <a:gd name="connsiteY11-1146" fmla="*/ 602456 h 1343025"/>
                <a:gd name="connsiteX12-1147" fmla="*/ 1173956 w 1343025"/>
                <a:gd name="connsiteY12-1148" fmla="*/ 645318 h 1343025"/>
                <a:gd name="connsiteX13-1149" fmla="*/ 1157287 w 1343025"/>
                <a:gd name="connsiteY13-1150" fmla="*/ 812006 h 1343025"/>
                <a:gd name="connsiteX14-1151" fmla="*/ 1307306 w 1343025"/>
                <a:gd name="connsiteY14-1152" fmla="*/ 892968 h 1343025"/>
                <a:gd name="connsiteX15-1153" fmla="*/ 1193006 w 1343025"/>
                <a:gd name="connsiteY15-1154" fmla="*/ 1097756 h 1343025"/>
                <a:gd name="connsiteX16-1155" fmla="*/ 1040606 w 1343025"/>
                <a:gd name="connsiteY16-1156" fmla="*/ 1009650 h 1343025"/>
                <a:gd name="connsiteX17-1157" fmla="*/ 919162 w 1343025"/>
                <a:gd name="connsiteY17-1158" fmla="*/ 1112043 h 1343025"/>
                <a:gd name="connsiteX18-1159" fmla="*/ 973931 w 1343025"/>
                <a:gd name="connsiteY18-1160" fmla="*/ 1276350 h 1343025"/>
                <a:gd name="connsiteX19-1161" fmla="*/ 745331 w 1343025"/>
                <a:gd name="connsiteY19-1162" fmla="*/ 1343025 h 1343025"/>
                <a:gd name="connsiteX20-1163" fmla="*/ 695325 w 1343025"/>
                <a:gd name="connsiteY20-1164" fmla="*/ 1171575 h 1343025"/>
                <a:gd name="connsiteX21-1165" fmla="*/ 535781 w 1343025"/>
                <a:gd name="connsiteY21-1166" fmla="*/ 1157287 h 1343025"/>
                <a:gd name="connsiteX22-1167" fmla="*/ 452437 w 1343025"/>
                <a:gd name="connsiteY22-1168" fmla="*/ 1304925 h 1343025"/>
                <a:gd name="connsiteX23-1169" fmla="*/ 245268 w 1343025"/>
                <a:gd name="connsiteY23-1170" fmla="*/ 1193006 h 1343025"/>
                <a:gd name="connsiteX24-1171" fmla="*/ 333375 w 1343025"/>
                <a:gd name="connsiteY24-1172" fmla="*/ 1042987 h 1343025"/>
                <a:gd name="connsiteX25-1173" fmla="*/ 226218 w 1343025"/>
                <a:gd name="connsiteY25-1174" fmla="*/ 909637 h 1343025"/>
                <a:gd name="connsiteX26-1175" fmla="*/ 59531 w 1343025"/>
                <a:gd name="connsiteY26-1176" fmla="*/ 964406 h 1343025"/>
                <a:gd name="connsiteX27-1177" fmla="*/ 0 w 1343025"/>
                <a:gd name="connsiteY27-1178" fmla="*/ 733425 h 1343025"/>
                <a:gd name="connsiteX28-1179" fmla="*/ 166687 w 1343025"/>
                <a:gd name="connsiteY28-1180" fmla="*/ 690562 h 1343025"/>
                <a:gd name="connsiteX29-1181" fmla="*/ 190500 w 1343025"/>
                <a:gd name="connsiteY29-1182" fmla="*/ 521493 h 1343025"/>
                <a:gd name="connsiteX30-1183" fmla="*/ 35718 w 1343025"/>
                <a:gd name="connsiteY30-1184" fmla="*/ 440531 h 1343025"/>
                <a:gd name="connsiteX31-1185" fmla="*/ 154781 w 1343025"/>
                <a:gd name="connsiteY31-1186" fmla="*/ 242887 h 1343025"/>
                <a:gd name="connsiteX32-1187" fmla="*/ 297656 w 1343025"/>
                <a:gd name="connsiteY32-1188" fmla="*/ 330993 h 1343025"/>
                <a:gd name="connsiteX0-1189" fmla="*/ 297656 w 1343025"/>
                <a:gd name="connsiteY0-1190" fmla="*/ 330993 h 1343025"/>
                <a:gd name="connsiteX1-1191" fmla="*/ 431006 w 1343025"/>
                <a:gd name="connsiteY1-1192" fmla="*/ 226218 h 1343025"/>
                <a:gd name="connsiteX2-1193" fmla="*/ 378618 w 1343025"/>
                <a:gd name="connsiteY2-1194" fmla="*/ 61912 h 1343025"/>
                <a:gd name="connsiteX3-1195" fmla="*/ 602456 w 1343025"/>
                <a:gd name="connsiteY3-1196" fmla="*/ 0 h 1343025"/>
                <a:gd name="connsiteX4-1197" fmla="*/ 652462 w 1343025"/>
                <a:gd name="connsiteY4-1198" fmla="*/ 171450 h 1343025"/>
                <a:gd name="connsiteX5-1199" fmla="*/ 816768 w 1343025"/>
                <a:gd name="connsiteY5-1200" fmla="*/ 185737 h 1343025"/>
                <a:gd name="connsiteX6-1201" fmla="*/ 900112 w 1343025"/>
                <a:gd name="connsiteY6-1202" fmla="*/ 40481 h 1343025"/>
                <a:gd name="connsiteX7-1203" fmla="*/ 1104900 w 1343025"/>
                <a:gd name="connsiteY7-1204" fmla="*/ 150018 h 1343025"/>
                <a:gd name="connsiteX8-1205" fmla="*/ 1014412 w 1343025"/>
                <a:gd name="connsiteY8-1206" fmla="*/ 295275 h 1343025"/>
                <a:gd name="connsiteX9-1207" fmla="*/ 1119187 w 1343025"/>
                <a:gd name="connsiteY9-1208" fmla="*/ 431006 h 1343025"/>
                <a:gd name="connsiteX10-1209" fmla="*/ 1281112 w 1343025"/>
                <a:gd name="connsiteY10-1210" fmla="*/ 373856 h 1343025"/>
                <a:gd name="connsiteX11-1211" fmla="*/ 1343025 w 1343025"/>
                <a:gd name="connsiteY11-1212" fmla="*/ 602456 h 1343025"/>
                <a:gd name="connsiteX12-1213" fmla="*/ 1173956 w 1343025"/>
                <a:gd name="connsiteY12-1214" fmla="*/ 645318 h 1343025"/>
                <a:gd name="connsiteX13-1215" fmla="*/ 1157287 w 1343025"/>
                <a:gd name="connsiteY13-1216" fmla="*/ 812006 h 1343025"/>
                <a:gd name="connsiteX14-1217" fmla="*/ 1307306 w 1343025"/>
                <a:gd name="connsiteY14-1218" fmla="*/ 892968 h 1343025"/>
                <a:gd name="connsiteX15-1219" fmla="*/ 1193006 w 1343025"/>
                <a:gd name="connsiteY15-1220" fmla="*/ 1097756 h 1343025"/>
                <a:gd name="connsiteX16-1221" fmla="*/ 1040606 w 1343025"/>
                <a:gd name="connsiteY16-1222" fmla="*/ 1009650 h 1343025"/>
                <a:gd name="connsiteX17-1223" fmla="*/ 919162 w 1343025"/>
                <a:gd name="connsiteY17-1224" fmla="*/ 1112043 h 1343025"/>
                <a:gd name="connsiteX18-1225" fmla="*/ 973931 w 1343025"/>
                <a:gd name="connsiteY18-1226" fmla="*/ 1276350 h 1343025"/>
                <a:gd name="connsiteX19-1227" fmla="*/ 745331 w 1343025"/>
                <a:gd name="connsiteY19-1228" fmla="*/ 1343025 h 1343025"/>
                <a:gd name="connsiteX20-1229" fmla="*/ 695325 w 1343025"/>
                <a:gd name="connsiteY20-1230" fmla="*/ 1171575 h 1343025"/>
                <a:gd name="connsiteX21-1231" fmla="*/ 535781 w 1343025"/>
                <a:gd name="connsiteY21-1232" fmla="*/ 1157287 h 1343025"/>
                <a:gd name="connsiteX22-1233" fmla="*/ 452437 w 1343025"/>
                <a:gd name="connsiteY22-1234" fmla="*/ 1304925 h 1343025"/>
                <a:gd name="connsiteX23-1235" fmla="*/ 245268 w 1343025"/>
                <a:gd name="connsiteY23-1236" fmla="*/ 1193006 h 1343025"/>
                <a:gd name="connsiteX24-1237" fmla="*/ 333375 w 1343025"/>
                <a:gd name="connsiteY24-1238" fmla="*/ 1042987 h 1343025"/>
                <a:gd name="connsiteX25-1239" fmla="*/ 226218 w 1343025"/>
                <a:gd name="connsiteY25-1240" fmla="*/ 909637 h 1343025"/>
                <a:gd name="connsiteX26-1241" fmla="*/ 59531 w 1343025"/>
                <a:gd name="connsiteY26-1242" fmla="*/ 964406 h 1343025"/>
                <a:gd name="connsiteX27-1243" fmla="*/ 0 w 1343025"/>
                <a:gd name="connsiteY27-1244" fmla="*/ 733425 h 1343025"/>
                <a:gd name="connsiteX28-1245" fmla="*/ 166687 w 1343025"/>
                <a:gd name="connsiteY28-1246" fmla="*/ 690562 h 1343025"/>
                <a:gd name="connsiteX29-1247" fmla="*/ 190500 w 1343025"/>
                <a:gd name="connsiteY29-1248" fmla="*/ 521493 h 1343025"/>
                <a:gd name="connsiteX30-1249" fmla="*/ 35718 w 1343025"/>
                <a:gd name="connsiteY30-1250" fmla="*/ 440531 h 1343025"/>
                <a:gd name="connsiteX31-1251" fmla="*/ 154781 w 1343025"/>
                <a:gd name="connsiteY31-1252" fmla="*/ 242887 h 1343025"/>
                <a:gd name="connsiteX32-1253" fmla="*/ 297656 w 1343025"/>
                <a:gd name="connsiteY32-1254" fmla="*/ 330993 h 1343025"/>
                <a:gd name="connsiteX0-1255" fmla="*/ 297656 w 1343025"/>
                <a:gd name="connsiteY0-1256" fmla="*/ 330993 h 1343025"/>
                <a:gd name="connsiteX1-1257" fmla="*/ 431006 w 1343025"/>
                <a:gd name="connsiteY1-1258" fmla="*/ 226218 h 1343025"/>
                <a:gd name="connsiteX2-1259" fmla="*/ 378618 w 1343025"/>
                <a:gd name="connsiteY2-1260" fmla="*/ 61912 h 1343025"/>
                <a:gd name="connsiteX3-1261" fmla="*/ 602456 w 1343025"/>
                <a:gd name="connsiteY3-1262" fmla="*/ 0 h 1343025"/>
                <a:gd name="connsiteX4-1263" fmla="*/ 652462 w 1343025"/>
                <a:gd name="connsiteY4-1264" fmla="*/ 171450 h 1343025"/>
                <a:gd name="connsiteX5-1265" fmla="*/ 816768 w 1343025"/>
                <a:gd name="connsiteY5-1266" fmla="*/ 185737 h 1343025"/>
                <a:gd name="connsiteX6-1267" fmla="*/ 900112 w 1343025"/>
                <a:gd name="connsiteY6-1268" fmla="*/ 40481 h 1343025"/>
                <a:gd name="connsiteX7-1269" fmla="*/ 1104900 w 1343025"/>
                <a:gd name="connsiteY7-1270" fmla="*/ 150018 h 1343025"/>
                <a:gd name="connsiteX8-1271" fmla="*/ 1014412 w 1343025"/>
                <a:gd name="connsiteY8-1272" fmla="*/ 295275 h 1343025"/>
                <a:gd name="connsiteX9-1273" fmla="*/ 1119187 w 1343025"/>
                <a:gd name="connsiteY9-1274" fmla="*/ 431006 h 1343025"/>
                <a:gd name="connsiteX10-1275" fmla="*/ 1281112 w 1343025"/>
                <a:gd name="connsiteY10-1276" fmla="*/ 373856 h 1343025"/>
                <a:gd name="connsiteX11-1277" fmla="*/ 1343025 w 1343025"/>
                <a:gd name="connsiteY11-1278" fmla="*/ 602456 h 1343025"/>
                <a:gd name="connsiteX12-1279" fmla="*/ 1173956 w 1343025"/>
                <a:gd name="connsiteY12-1280" fmla="*/ 645318 h 1343025"/>
                <a:gd name="connsiteX13-1281" fmla="*/ 1157287 w 1343025"/>
                <a:gd name="connsiteY13-1282" fmla="*/ 812006 h 1343025"/>
                <a:gd name="connsiteX14-1283" fmla="*/ 1307306 w 1343025"/>
                <a:gd name="connsiteY14-1284" fmla="*/ 892968 h 1343025"/>
                <a:gd name="connsiteX15-1285" fmla="*/ 1193006 w 1343025"/>
                <a:gd name="connsiteY15-1286" fmla="*/ 1097756 h 1343025"/>
                <a:gd name="connsiteX16-1287" fmla="*/ 1040606 w 1343025"/>
                <a:gd name="connsiteY16-1288" fmla="*/ 1009650 h 1343025"/>
                <a:gd name="connsiteX17-1289" fmla="*/ 919162 w 1343025"/>
                <a:gd name="connsiteY17-1290" fmla="*/ 1112043 h 1343025"/>
                <a:gd name="connsiteX18-1291" fmla="*/ 973931 w 1343025"/>
                <a:gd name="connsiteY18-1292" fmla="*/ 1276350 h 1343025"/>
                <a:gd name="connsiteX19-1293" fmla="*/ 745331 w 1343025"/>
                <a:gd name="connsiteY19-1294" fmla="*/ 1343025 h 1343025"/>
                <a:gd name="connsiteX20-1295" fmla="*/ 695325 w 1343025"/>
                <a:gd name="connsiteY20-1296" fmla="*/ 1171575 h 1343025"/>
                <a:gd name="connsiteX21-1297" fmla="*/ 535781 w 1343025"/>
                <a:gd name="connsiteY21-1298" fmla="*/ 1157287 h 1343025"/>
                <a:gd name="connsiteX22-1299" fmla="*/ 452437 w 1343025"/>
                <a:gd name="connsiteY22-1300" fmla="*/ 1304925 h 1343025"/>
                <a:gd name="connsiteX23-1301" fmla="*/ 245268 w 1343025"/>
                <a:gd name="connsiteY23-1302" fmla="*/ 1193006 h 1343025"/>
                <a:gd name="connsiteX24-1303" fmla="*/ 333375 w 1343025"/>
                <a:gd name="connsiteY24-1304" fmla="*/ 1042987 h 1343025"/>
                <a:gd name="connsiteX25-1305" fmla="*/ 226218 w 1343025"/>
                <a:gd name="connsiteY25-1306" fmla="*/ 909637 h 1343025"/>
                <a:gd name="connsiteX26-1307" fmla="*/ 59531 w 1343025"/>
                <a:gd name="connsiteY26-1308" fmla="*/ 964406 h 1343025"/>
                <a:gd name="connsiteX27-1309" fmla="*/ 0 w 1343025"/>
                <a:gd name="connsiteY27-1310" fmla="*/ 733425 h 1343025"/>
                <a:gd name="connsiteX28-1311" fmla="*/ 166687 w 1343025"/>
                <a:gd name="connsiteY28-1312" fmla="*/ 690562 h 1343025"/>
                <a:gd name="connsiteX29-1313" fmla="*/ 190500 w 1343025"/>
                <a:gd name="connsiteY29-1314" fmla="*/ 521493 h 1343025"/>
                <a:gd name="connsiteX30-1315" fmla="*/ 35718 w 1343025"/>
                <a:gd name="connsiteY30-1316" fmla="*/ 440531 h 1343025"/>
                <a:gd name="connsiteX31-1317" fmla="*/ 154781 w 1343025"/>
                <a:gd name="connsiteY31-1318" fmla="*/ 242887 h 1343025"/>
                <a:gd name="connsiteX32-1319" fmla="*/ 297656 w 1343025"/>
                <a:gd name="connsiteY32-1320" fmla="*/ 330993 h 1343025"/>
                <a:gd name="connsiteX0-1321" fmla="*/ 297656 w 1343025"/>
                <a:gd name="connsiteY0-1322" fmla="*/ 330993 h 1343025"/>
                <a:gd name="connsiteX1-1323" fmla="*/ 431006 w 1343025"/>
                <a:gd name="connsiteY1-1324" fmla="*/ 226218 h 1343025"/>
                <a:gd name="connsiteX2-1325" fmla="*/ 378618 w 1343025"/>
                <a:gd name="connsiteY2-1326" fmla="*/ 61912 h 1343025"/>
                <a:gd name="connsiteX3-1327" fmla="*/ 602456 w 1343025"/>
                <a:gd name="connsiteY3-1328" fmla="*/ 0 h 1343025"/>
                <a:gd name="connsiteX4-1329" fmla="*/ 652462 w 1343025"/>
                <a:gd name="connsiteY4-1330" fmla="*/ 171450 h 1343025"/>
                <a:gd name="connsiteX5-1331" fmla="*/ 816768 w 1343025"/>
                <a:gd name="connsiteY5-1332" fmla="*/ 185737 h 1343025"/>
                <a:gd name="connsiteX6-1333" fmla="*/ 900112 w 1343025"/>
                <a:gd name="connsiteY6-1334" fmla="*/ 40481 h 1343025"/>
                <a:gd name="connsiteX7-1335" fmla="*/ 1104900 w 1343025"/>
                <a:gd name="connsiteY7-1336" fmla="*/ 150018 h 1343025"/>
                <a:gd name="connsiteX8-1337" fmla="*/ 1014412 w 1343025"/>
                <a:gd name="connsiteY8-1338" fmla="*/ 295275 h 1343025"/>
                <a:gd name="connsiteX9-1339" fmla="*/ 1119187 w 1343025"/>
                <a:gd name="connsiteY9-1340" fmla="*/ 431006 h 1343025"/>
                <a:gd name="connsiteX10-1341" fmla="*/ 1281112 w 1343025"/>
                <a:gd name="connsiteY10-1342" fmla="*/ 373856 h 1343025"/>
                <a:gd name="connsiteX11-1343" fmla="*/ 1343025 w 1343025"/>
                <a:gd name="connsiteY11-1344" fmla="*/ 602456 h 1343025"/>
                <a:gd name="connsiteX12-1345" fmla="*/ 1173956 w 1343025"/>
                <a:gd name="connsiteY12-1346" fmla="*/ 645318 h 1343025"/>
                <a:gd name="connsiteX13-1347" fmla="*/ 1157287 w 1343025"/>
                <a:gd name="connsiteY13-1348" fmla="*/ 812006 h 1343025"/>
                <a:gd name="connsiteX14-1349" fmla="*/ 1307306 w 1343025"/>
                <a:gd name="connsiteY14-1350" fmla="*/ 892968 h 1343025"/>
                <a:gd name="connsiteX15-1351" fmla="*/ 1193006 w 1343025"/>
                <a:gd name="connsiteY15-1352" fmla="*/ 1097756 h 1343025"/>
                <a:gd name="connsiteX16-1353" fmla="*/ 1040606 w 1343025"/>
                <a:gd name="connsiteY16-1354" fmla="*/ 1009650 h 1343025"/>
                <a:gd name="connsiteX17-1355" fmla="*/ 919162 w 1343025"/>
                <a:gd name="connsiteY17-1356" fmla="*/ 1112043 h 1343025"/>
                <a:gd name="connsiteX18-1357" fmla="*/ 973931 w 1343025"/>
                <a:gd name="connsiteY18-1358" fmla="*/ 1276350 h 1343025"/>
                <a:gd name="connsiteX19-1359" fmla="*/ 745331 w 1343025"/>
                <a:gd name="connsiteY19-1360" fmla="*/ 1343025 h 1343025"/>
                <a:gd name="connsiteX20-1361" fmla="*/ 695325 w 1343025"/>
                <a:gd name="connsiteY20-1362" fmla="*/ 1171575 h 1343025"/>
                <a:gd name="connsiteX21-1363" fmla="*/ 535781 w 1343025"/>
                <a:gd name="connsiteY21-1364" fmla="*/ 1157287 h 1343025"/>
                <a:gd name="connsiteX22-1365" fmla="*/ 452437 w 1343025"/>
                <a:gd name="connsiteY22-1366" fmla="*/ 1304925 h 1343025"/>
                <a:gd name="connsiteX23-1367" fmla="*/ 245268 w 1343025"/>
                <a:gd name="connsiteY23-1368" fmla="*/ 1193006 h 1343025"/>
                <a:gd name="connsiteX24-1369" fmla="*/ 333375 w 1343025"/>
                <a:gd name="connsiteY24-1370" fmla="*/ 1042987 h 1343025"/>
                <a:gd name="connsiteX25-1371" fmla="*/ 226218 w 1343025"/>
                <a:gd name="connsiteY25-1372" fmla="*/ 909637 h 1343025"/>
                <a:gd name="connsiteX26-1373" fmla="*/ 59531 w 1343025"/>
                <a:gd name="connsiteY26-1374" fmla="*/ 964406 h 1343025"/>
                <a:gd name="connsiteX27-1375" fmla="*/ 0 w 1343025"/>
                <a:gd name="connsiteY27-1376" fmla="*/ 733425 h 1343025"/>
                <a:gd name="connsiteX28-1377" fmla="*/ 166687 w 1343025"/>
                <a:gd name="connsiteY28-1378" fmla="*/ 690562 h 1343025"/>
                <a:gd name="connsiteX29-1379" fmla="*/ 190500 w 1343025"/>
                <a:gd name="connsiteY29-1380" fmla="*/ 521493 h 1343025"/>
                <a:gd name="connsiteX30-1381" fmla="*/ 35718 w 1343025"/>
                <a:gd name="connsiteY30-1382" fmla="*/ 440531 h 1343025"/>
                <a:gd name="connsiteX31-1383" fmla="*/ 154781 w 1343025"/>
                <a:gd name="connsiteY31-1384" fmla="*/ 242887 h 1343025"/>
                <a:gd name="connsiteX32-1385" fmla="*/ 297656 w 1343025"/>
                <a:gd name="connsiteY32-1386" fmla="*/ 330993 h 1343025"/>
                <a:gd name="connsiteX0-1387" fmla="*/ 297656 w 1343025"/>
                <a:gd name="connsiteY0-1388" fmla="*/ 330993 h 1343025"/>
                <a:gd name="connsiteX1-1389" fmla="*/ 431006 w 1343025"/>
                <a:gd name="connsiteY1-1390" fmla="*/ 226218 h 1343025"/>
                <a:gd name="connsiteX2-1391" fmla="*/ 378618 w 1343025"/>
                <a:gd name="connsiteY2-1392" fmla="*/ 61912 h 1343025"/>
                <a:gd name="connsiteX3-1393" fmla="*/ 602456 w 1343025"/>
                <a:gd name="connsiteY3-1394" fmla="*/ 0 h 1343025"/>
                <a:gd name="connsiteX4-1395" fmla="*/ 652462 w 1343025"/>
                <a:gd name="connsiteY4-1396" fmla="*/ 171450 h 1343025"/>
                <a:gd name="connsiteX5-1397" fmla="*/ 816768 w 1343025"/>
                <a:gd name="connsiteY5-1398" fmla="*/ 185737 h 1343025"/>
                <a:gd name="connsiteX6-1399" fmla="*/ 900112 w 1343025"/>
                <a:gd name="connsiteY6-1400" fmla="*/ 40481 h 1343025"/>
                <a:gd name="connsiteX7-1401" fmla="*/ 1104900 w 1343025"/>
                <a:gd name="connsiteY7-1402" fmla="*/ 150018 h 1343025"/>
                <a:gd name="connsiteX8-1403" fmla="*/ 1014412 w 1343025"/>
                <a:gd name="connsiteY8-1404" fmla="*/ 295275 h 1343025"/>
                <a:gd name="connsiteX9-1405" fmla="*/ 1119187 w 1343025"/>
                <a:gd name="connsiteY9-1406" fmla="*/ 431006 h 1343025"/>
                <a:gd name="connsiteX10-1407" fmla="*/ 1281112 w 1343025"/>
                <a:gd name="connsiteY10-1408" fmla="*/ 373856 h 1343025"/>
                <a:gd name="connsiteX11-1409" fmla="*/ 1343025 w 1343025"/>
                <a:gd name="connsiteY11-1410" fmla="*/ 602456 h 1343025"/>
                <a:gd name="connsiteX12-1411" fmla="*/ 1173956 w 1343025"/>
                <a:gd name="connsiteY12-1412" fmla="*/ 645318 h 1343025"/>
                <a:gd name="connsiteX13-1413" fmla="*/ 1157287 w 1343025"/>
                <a:gd name="connsiteY13-1414" fmla="*/ 812006 h 1343025"/>
                <a:gd name="connsiteX14-1415" fmla="*/ 1307306 w 1343025"/>
                <a:gd name="connsiteY14-1416" fmla="*/ 892968 h 1343025"/>
                <a:gd name="connsiteX15-1417" fmla="*/ 1193006 w 1343025"/>
                <a:gd name="connsiteY15-1418" fmla="*/ 1097756 h 1343025"/>
                <a:gd name="connsiteX16-1419" fmla="*/ 1040606 w 1343025"/>
                <a:gd name="connsiteY16-1420" fmla="*/ 1009650 h 1343025"/>
                <a:gd name="connsiteX17-1421" fmla="*/ 919162 w 1343025"/>
                <a:gd name="connsiteY17-1422" fmla="*/ 1112043 h 1343025"/>
                <a:gd name="connsiteX18-1423" fmla="*/ 973931 w 1343025"/>
                <a:gd name="connsiteY18-1424" fmla="*/ 1276350 h 1343025"/>
                <a:gd name="connsiteX19-1425" fmla="*/ 745331 w 1343025"/>
                <a:gd name="connsiteY19-1426" fmla="*/ 1343025 h 1343025"/>
                <a:gd name="connsiteX20-1427" fmla="*/ 695325 w 1343025"/>
                <a:gd name="connsiteY20-1428" fmla="*/ 1171575 h 1343025"/>
                <a:gd name="connsiteX21-1429" fmla="*/ 535781 w 1343025"/>
                <a:gd name="connsiteY21-1430" fmla="*/ 1157287 h 1343025"/>
                <a:gd name="connsiteX22-1431" fmla="*/ 452437 w 1343025"/>
                <a:gd name="connsiteY22-1432" fmla="*/ 1304925 h 1343025"/>
                <a:gd name="connsiteX23-1433" fmla="*/ 245268 w 1343025"/>
                <a:gd name="connsiteY23-1434" fmla="*/ 1193006 h 1343025"/>
                <a:gd name="connsiteX24-1435" fmla="*/ 333375 w 1343025"/>
                <a:gd name="connsiteY24-1436" fmla="*/ 1042987 h 1343025"/>
                <a:gd name="connsiteX25-1437" fmla="*/ 226218 w 1343025"/>
                <a:gd name="connsiteY25-1438" fmla="*/ 909637 h 1343025"/>
                <a:gd name="connsiteX26-1439" fmla="*/ 59531 w 1343025"/>
                <a:gd name="connsiteY26-1440" fmla="*/ 964406 h 1343025"/>
                <a:gd name="connsiteX27-1441" fmla="*/ 0 w 1343025"/>
                <a:gd name="connsiteY27-1442" fmla="*/ 733425 h 1343025"/>
                <a:gd name="connsiteX28-1443" fmla="*/ 166687 w 1343025"/>
                <a:gd name="connsiteY28-1444" fmla="*/ 690562 h 1343025"/>
                <a:gd name="connsiteX29-1445" fmla="*/ 190500 w 1343025"/>
                <a:gd name="connsiteY29-1446" fmla="*/ 521493 h 1343025"/>
                <a:gd name="connsiteX30-1447" fmla="*/ 35718 w 1343025"/>
                <a:gd name="connsiteY30-1448" fmla="*/ 440531 h 1343025"/>
                <a:gd name="connsiteX31-1449" fmla="*/ 154781 w 1343025"/>
                <a:gd name="connsiteY31-1450" fmla="*/ 242887 h 1343025"/>
                <a:gd name="connsiteX32-1451" fmla="*/ 297656 w 1343025"/>
                <a:gd name="connsiteY32-1452" fmla="*/ 330993 h 1343025"/>
                <a:gd name="connsiteX0-1453" fmla="*/ 297656 w 1343025"/>
                <a:gd name="connsiteY0-1454" fmla="*/ 330993 h 1343025"/>
                <a:gd name="connsiteX1-1455" fmla="*/ 431006 w 1343025"/>
                <a:gd name="connsiteY1-1456" fmla="*/ 226218 h 1343025"/>
                <a:gd name="connsiteX2-1457" fmla="*/ 378618 w 1343025"/>
                <a:gd name="connsiteY2-1458" fmla="*/ 61912 h 1343025"/>
                <a:gd name="connsiteX3-1459" fmla="*/ 602456 w 1343025"/>
                <a:gd name="connsiteY3-1460" fmla="*/ 0 h 1343025"/>
                <a:gd name="connsiteX4-1461" fmla="*/ 652462 w 1343025"/>
                <a:gd name="connsiteY4-1462" fmla="*/ 171450 h 1343025"/>
                <a:gd name="connsiteX5-1463" fmla="*/ 816768 w 1343025"/>
                <a:gd name="connsiteY5-1464" fmla="*/ 185737 h 1343025"/>
                <a:gd name="connsiteX6-1465" fmla="*/ 900112 w 1343025"/>
                <a:gd name="connsiteY6-1466" fmla="*/ 40481 h 1343025"/>
                <a:gd name="connsiteX7-1467" fmla="*/ 1104900 w 1343025"/>
                <a:gd name="connsiteY7-1468" fmla="*/ 150018 h 1343025"/>
                <a:gd name="connsiteX8-1469" fmla="*/ 1014412 w 1343025"/>
                <a:gd name="connsiteY8-1470" fmla="*/ 295275 h 1343025"/>
                <a:gd name="connsiteX9-1471" fmla="*/ 1119187 w 1343025"/>
                <a:gd name="connsiteY9-1472" fmla="*/ 431006 h 1343025"/>
                <a:gd name="connsiteX10-1473" fmla="*/ 1281112 w 1343025"/>
                <a:gd name="connsiteY10-1474" fmla="*/ 373856 h 1343025"/>
                <a:gd name="connsiteX11-1475" fmla="*/ 1343025 w 1343025"/>
                <a:gd name="connsiteY11-1476" fmla="*/ 602456 h 1343025"/>
                <a:gd name="connsiteX12-1477" fmla="*/ 1173956 w 1343025"/>
                <a:gd name="connsiteY12-1478" fmla="*/ 645318 h 1343025"/>
                <a:gd name="connsiteX13-1479" fmla="*/ 1157287 w 1343025"/>
                <a:gd name="connsiteY13-1480" fmla="*/ 812006 h 1343025"/>
                <a:gd name="connsiteX14-1481" fmla="*/ 1307306 w 1343025"/>
                <a:gd name="connsiteY14-1482" fmla="*/ 892968 h 1343025"/>
                <a:gd name="connsiteX15-1483" fmla="*/ 1193006 w 1343025"/>
                <a:gd name="connsiteY15-1484" fmla="*/ 1097756 h 1343025"/>
                <a:gd name="connsiteX16-1485" fmla="*/ 1040606 w 1343025"/>
                <a:gd name="connsiteY16-1486" fmla="*/ 1009650 h 1343025"/>
                <a:gd name="connsiteX17-1487" fmla="*/ 919162 w 1343025"/>
                <a:gd name="connsiteY17-1488" fmla="*/ 1112043 h 1343025"/>
                <a:gd name="connsiteX18-1489" fmla="*/ 973931 w 1343025"/>
                <a:gd name="connsiteY18-1490" fmla="*/ 1276350 h 1343025"/>
                <a:gd name="connsiteX19-1491" fmla="*/ 745331 w 1343025"/>
                <a:gd name="connsiteY19-1492" fmla="*/ 1343025 h 1343025"/>
                <a:gd name="connsiteX20-1493" fmla="*/ 695325 w 1343025"/>
                <a:gd name="connsiteY20-1494" fmla="*/ 1171575 h 1343025"/>
                <a:gd name="connsiteX21-1495" fmla="*/ 535781 w 1343025"/>
                <a:gd name="connsiteY21-1496" fmla="*/ 1157287 h 1343025"/>
                <a:gd name="connsiteX22-1497" fmla="*/ 452437 w 1343025"/>
                <a:gd name="connsiteY22-1498" fmla="*/ 1304925 h 1343025"/>
                <a:gd name="connsiteX23-1499" fmla="*/ 245268 w 1343025"/>
                <a:gd name="connsiteY23-1500" fmla="*/ 1193006 h 1343025"/>
                <a:gd name="connsiteX24-1501" fmla="*/ 333375 w 1343025"/>
                <a:gd name="connsiteY24-1502" fmla="*/ 1042987 h 1343025"/>
                <a:gd name="connsiteX25-1503" fmla="*/ 226218 w 1343025"/>
                <a:gd name="connsiteY25-1504" fmla="*/ 909637 h 1343025"/>
                <a:gd name="connsiteX26-1505" fmla="*/ 59531 w 1343025"/>
                <a:gd name="connsiteY26-1506" fmla="*/ 964406 h 1343025"/>
                <a:gd name="connsiteX27-1507" fmla="*/ 0 w 1343025"/>
                <a:gd name="connsiteY27-1508" fmla="*/ 733425 h 1343025"/>
                <a:gd name="connsiteX28-1509" fmla="*/ 166687 w 1343025"/>
                <a:gd name="connsiteY28-1510" fmla="*/ 690562 h 1343025"/>
                <a:gd name="connsiteX29-1511" fmla="*/ 190500 w 1343025"/>
                <a:gd name="connsiteY29-1512" fmla="*/ 521493 h 1343025"/>
                <a:gd name="connsiteX30-1513" fmla="*/ 35718 w 1343025"/>
                <a:gd name="connsiteY30-1514" fmla="*/ 440531 h 1343025"/>
                <a:gd name="connsiteX31-1515" fmla="*/ 154781 w 1343025"/>
                <a:gd name="connsiteY31-1516" fmla="*/ 242887 h 1343025"/>
                <a:gd name="connsiteX32-1517" fmla="*/ 297656 w 1343025"/>
                <a:gd name="connsiteY32-1518" fmla="*/ 330993 h 1343025"/>
                <a:gd name="connsiteX0-1519" fmla="*/ 297656 w 1343025"/>
                <a:gd name="connsiteY0-1520" fmla="*/ 330993 h 1343025"/>
                <a:gd name="connsiteX1-1521" fmla="*/ 431006 w 1343025"/>
                <a:gd name="connsiteY1-1522" fmla="*/ 226218 h 1343025"/>
                <a:gd name="connsiteX2-1523" fmla="*/ 378618 w 1343025"/>
                <a:gd name="connsiteY2-1524" fmla="*/ 61912 h 1343025"/>
                <a:gd name="connsiteX3-1525" fmla="*/ 602456 w 1343025"/>
                <a:gd name="connsiteY3-1526" fmla="*/ 0 h 1343025"/>
                <a:gd name="connsiteX4-1527" fmla="*/ 652462 w 1343025"/>
                <a:gd name="connsiteY4-1528" fmla="*/ 171450 h 1343025"/>
                <a:gd name="connsiteX5-1529" fmla="*/ 816768 w 1343025"/>
                <a:gd name="connsiteY5-1530" fmla="*/ 185737 h 1343025"/>
                <a:gd name="connsiteX6-1531" fmla="*/ 900112 w 1343025"/>
                <a:gd name="connsiteY6-1532" fmla="*/ 40481 h 1343025"/>
                <a:gd name="connsiteX7-1533" fmla="*/ 1104900 w 1343025"/>
                <a:gd name="connsiteY7-1534" fmla="*/ 150018 h 1343025"/>
                <a:gd name="connsiteX8-1535" fmla="*/ 1014412 w 1343025"/>
                <a:gd name="connsiteY8-1536" fmla="*/ 295275 h 1343025"/>
                <a:gd name="connsiteX9-1537" fmla="*/ 1119187 w 1343025"/>
                <a:gd name="connsiteY9-1538" fmla="*/ 431006 h 1343025"/>
                <a:gd name="connsiteX10-1539" fmla="*/ 1281112 w 1343025"/>
                <a:gd name="connsiteY10-1540" fmla="*/ 373856 h 1343025"/>
                <a:gd name="connsiteX11-1541" fmla="*/ 1343025 w 1343025"/>
                <a:gd name="connsiteY11-1542" fmla="*/ 602456 h 1343025"/>
                <a:gd name="connsiteX12-1543" fmla="*/ 1173956 w 1343025"/>
                <a:gd name="connsiteY12-1544" fmla="*/ 645318 h 1343025"/>
                <a:gd name="connsiteX13-1545" fmla="*/ 1157287 w 1343025"/>
                <a:gd name="connsiteY13-1546" fmla="*/ 812006 h 1343025"/>
                <a:gd name="connsiteX14-1547" fmla="*/ 1307306 w 1343025"/>
                <a:gd name="connsiteY14-1548" fmla="*/ 892968 h 1343025"/>
                <a:gd name="connsiteX15-1549" fmla="*/ 1193006 w 1343025"/>
                <a:gd name="connsiteY15-1550" fmla="*/ 1097756 h 1343025"/>
                <a:gd name="connsiteX16-1551" fmla="*/ 1040606 w 1343025"/>
                <a:gd name="connsiteY16-1552" fmla="*/ 1009650 h 1343025"/>
                <a:gd name="connsiteX17-1553" fmla="*/ 919162 w 1343025"/>
                <a:gd name="connsiteY17-1554" fmla="*/ 1112043 h 1343025"/>
                <a:gd name="connsiteX18-1555" fmla="*/ 973931 w 1343025"/>
                <a:gd name="connsiteY18-1556" fmla="*/ 1276350 h 1343025"/>
                <a:gd name="connsiteX19-1557" fmla="*/ 745331 w 1343025"/>
                <a:gd name="connsiteY19-1558" fmla="*/ 1343025 h 1343025"/>
                <a:gd name="connsiteX20-1559" fmla="*/ 695325 w 1343025"/>
                <a:gd name="connsiteY20-1560" fmla="*/ 1171575 h 1343025"/>
                <a:gd name="connsiteX21-1561" fmla="*/ 535781 w 1343025"/>
                <a:gd name="connsiteY21-1562" fmla="*/ 1157287 h 1343025"/>
                <a:gd name="connsiteX22-1563" fmla="*/ 452437 w 1343025"/>
                <a:gd name="connsiteY22-1564" fmla="*/ 1304925 h 1343025"/>
                <a:gd name="connsiteX23-1565" fmla="*/ 245268 w 1343025"/>
                <a:gd name="connsiteY23-1566" fmla="*/ 1193006 h 1343025"/>
                <a:gd name="connsiteX24-1567" fmla="*/ 333375 w 1343025"/>
                <a:gd name="connsiteY24-1568" fmla="*/ 1042987 h 1343025"/>
                <a:gd name="connsiteX25-1569" fmla="*/ 226218 w 1343025"/>
                <a:gd name="connsiteY25-1570" fmla="*/ 909637 h 1343025"/>
                <a:gd name="connsiteX26-1571" fmla="*/ 59531 w 1343025"/>
                <a:gd name="connsiteY26-1572" fmla="*/ 964406 h 1343025"/>
                <a:gd name="connsiteX27-1573" fmla="*/ 0 w 1343025"/>
                <a:gd name="connsiteY27-1574" fmla="*/ 733425 h 1343025"/>
                <a:gd name="connsiteX28-1575" fmla="*/ 166687 w 1343025"/>
                <a:gd name="connsiteY28-1576" fmla="*/ 690562 h 1343025"/>
                <a:gd name="connsiteX29-1577" fmla="*/ 190500 w 1343025"/>
                <a:gd name="connsiteY29-1578" fmla="*/ 521493 h 1343025"/>
                <a:gd name="connsiteX30-1579" fmla="*/ 35718 w 1343025"/>
                <a:gd name="connsiteY30-1580" fmla="*/ 440531 h 1343025"/>
                <a:gd name="connsiteX31-1581" fmla="*/ 154781 w 1343025"/>
                <a:gd name="connsiteY31-1582" fmla="*/ 242887 h 1343025"/>
                <a:gd name="connsiteX32-1583" fmla="*/ 297656 w 1343025"/>
                <a:gd name="connsiteY32-1584" fmla="*/ 330993 h 1343025"/>
                <a:gd name="connsiteX0-1585" fmla="*/ 297656 w 1343025"/>
                <a:gd name="connsiteY0-1586" fmla="*/ 330993 h 1343025"/>
                <a:gd name="connsiteX1-1587" fmla="*/ 431006 w 1343025"/>
                <a:gd name="connsiteY1-1588" fmla="*/ 226218 h 1343025"/>
                <a:gd name="connsiteX2-1589" fmla="*/ 378618 w 1343025"/>
                <a:gd name="connsiteY2-1590" fmla="*/ 61912 h 1343025"/>
                <a:gd name="connsiteX3-1591" fmla="*/ 602456 w 1343025"/>
                <a:gd name="connsiteY3-1592" fmla="*/ 0 h 1343025"/>
                <a:gd name="connsiteX4-1593" fmla="*/ 652462 w 1343025"/>
                <a:gd name="connsiteY4-1594" fmla="*/ 171450 h 1343025"/>
                <a:gd name="connsiteX5-1595" fmla="*/ 816768 w 1343025"/>
                <a:gd name="connsiteY5-1596" fmla="*/ 185737 h 1343025"/>
                <a:gd name="connsiteX6-1597" fmla="*/ 900112 w 1343025"/>
                <a:gd name="connsiteY6-1598" fmla="*/ 40481 h 1343025"/>
                <a:gd name="connsiteX7-1599" fmla="*/ 1104900 w 1343025"/>
                <a:gd name="connsiteY7-1600" fmla="*/ 150018 h 1343025"/>
                <a:gd name="connsiteX8-1601" fmla="*/ 1014412 w 1343025"/>
                <a:gd name="connsiteY8-1602" fmla="*/ 295275 h 1343025"/>
                <a:gd name="connsiteX9-1603" fmla="*/ 1119187 w 1343025"/>
                <a:gd name="connsiteY9-1604" fmla="*/ 431006 h 1343025"/>
                <a:gd name="connsiteX10-1605" fmla="*/ 1281112 w 1343025"/>
                <a:gd name="connsiteY10-1606" fmla="*/ 373856 h 1343025"/>
                <a:gd name="connsiteX11-1607" fmla="*/ 1343025 w 1343025"/>
                <a:gd name="connsiteY11-1608" fmla="*/ 602456 h 1343025"/>
                <a:gd name="connsiteX12-1609" fmla="*/ 1173956 w 1343025"/>
                <a:gd name="connsiteY12-1610" fmla="*/ 645318 h 1343025"/>
                <a:gd name="connsiteX13-1611" fmla="*/ 1157287 w 1343025"/>
                <a:gd name="connsiteY13-1612" fmla="*/ 812006 h 1343025"/>
                <a:gd name="connsiteX14-1613" fmla="*/ 1307306 w 1343025"/>
                <a:gd name="connsiteY14-1614" fmla="*/ 892968 h 1343025"/>
                <a:gd name="connsiteX15-1615" fmla="*/ 1193006 w 1343025"/>
                <a:gd name="connsiteY15-1616" fmla="*/ 1097756 h 1343025"/>
                <a:gd name="connsiteX16-1617" fmla="*/ 1040606 w 1343025"/>
                <a:gd name="connsiteY16-1618" fmla="*/ 1009650 h 1343025"/>
                <a:gd name="connsiteX17-1619" fmla="*/ 919162 w 1343025"/>
                <a:gd name="connsiteY17-1620" fmla="*/ 1112043 h 1343025"/>
                <a:gd name="connsiteX18-1621" fmla="*/ 973931 w 1343025"/>
                <a:gd name="connsiteY18-1622" fmla="*/ 1276350 h 1343025"/>
                <a:gd name="connsiteX19-1623" fmla="*/ 745331 w 1343025"/>
                <a:gd name="connsiteY19-1624" fmla="*/ 1343025 h 1343025"/>
                <a:gd name="connsiteX20-1625" fmla="*/ 695325 w 1343025"/>
                <a:gd name="connsiteY20-1626" fmla="*/ 1171575 h 1343025"/>
                <a:gd name="connsiteX21-1627" fmla="*/ 535781 w 1343025"/>
                <a:gd name="connsiteY21-1628" fmla="*/ 1157287 h 1343025"/>
                <a:gd name="connsiteX22-1629" fmla="*/ 452437 w 1343025"/>
                <a:gd name="connsiteY22-1630" fmla="*/ 1304925 h 1343025"/>
                <a:gd name="connsiteX23-1631" fmla="*/ 245268 w 1343025"/>
                <a:gd name="connsiteY23-1632" fmla="*/ 1193006 h 1343025"/>
                <a:gd name="connsiteX24-1633" fmla="*/ 333375 w 1343025"/>
                <a:gd name="connsiteY24-1634" fmla="*/ 1042987 h 1343025"/>
                <a:gd name="connsiteX25-1635" fmla="*/ 226218 w 1343025"/>
                <a:gd name="connsiteY25-1636" fmla="*/ 909637 h 1343025"/>
                <a:gd name="connsiteX26-1637" fmla="*/ 59531 w 1343025"/>
                <a:gd name="connsiteY26-1638" fmla="*/ 964406 h 1343025"/>
                <a:gd name="connsiteX27-1639" fmla="*/ 0 w 1343025"/>
                <a:gd name="connsiteY27-1640" fmla="*/ 733425 h 1343025"/>
                <a:gd name="connsiteX28-1641" fmla="*/ 166687 w 1343025"/>
                <a:gd name="connsiteY28-1642" fmla="*/ 690562 h 1343025"/>
                <a:gd name="connsiteX29-1643" fmla="*/ 190500 w 1343025"/>
                <a:gd name="connsiteY29-1644" fmla="*/ 521493 h 1343025"/>
                <a:gd name="connsiteX30-1645" fmla="*/ 35718 w 1343025"/>
                <a:gd name="connsiteY30-1646" fmla="*/ 440531 h 1343025"/>
                <a:gd name="connsiteX31-1647" fmla="*/ 154781 w 1343025"/>
                <a:gd name="connsiteY31-1648" fmla="*/ 242887 h 1343025"/>
                <a:gd name="connsiteX32-1649" fmla="*/ 297656 w 1343025"/>
                <a:gd name="connsiteY32-1650" fmla="*/ 330993 h 1343025"/>
                <a:gd name="connsiteX0-1651" fmla="*/ 297656 w 1343025"/>
                <a:gd name="connsiteY0-1652" fmla="*/ 330993 h 1343025"/>
                <a:gd name="connsiteX1-1653" fmla="*/ 431006 w 1343025"/>
                <a:gd name="connsiteY1-1654" fmla="*/ 226218 h 1343025"/>
                <a:gd name="connsiteX2-1655" fmla="*/ 378618 w 1343025"/>
                <a:gd name="connsiteY2-1656" fmla="*/ 61912 h 1343025"/>
                <a:gd name="connsiteX3-1657" fmla="*/ 602456 w 1343025"/>
                <a:gd name="connsiteY3-1658" fmla="*/ 0 h 1343025"/>
                <a:gd name="connsiteX4-1659" fmla="*/ 652462 w 1343025"/>
                <a:gd name="connsiteY4-1660" fmla="*/ 171450 h 1343025"/>
                <a:gd name="connsiteX5-1661" fmla="*/ 816768 w 1343025"/>
                <a:gd name="connsiteY5-1662" fmla="*/ 185737 h 1343025"/>
                <a:gd name="connsiteX6-1663" fmla="*/ 900112 w 1343025"/>
                <a:gd name="connsiteY6-1664" fmla="*/ 40481 h 1343025"/>
                <a:gd name="connsiteX7-1665" fmla="*/ 1104900 w 1343025"/>
                <a:gd name="connsiteY7-1666" fmla="*/ 150018 h 1343025"/>
                <a:gd name="connsiteX8-1667" fmla="*/ 1014412 w 1343025"/>
                <a:gd name="connsiteY8-1668" fmla="*/ 295275 h 1343025"/>
                <a:gd name="connsiteX9-1669" fmla="*/ 1119187 w 1343025"/>
                <a:gd name="connsiteY9-1670" fmla="*/ 431006 h 1343025"/>
                <a:gd name="connsiteX10-1671" fmla="*/ 1281112 w 1343025"/>
                <a:gd name="connsiteY10-1672" fmla="*/ 373856 h 1343025"/>
                <a:gd name="connsiteX11-1673" fmla="*/ 1343025 w 1343025"/>
                <a:gd name="connsiteY11-1674" fmla="*/ 602456 h 1343025"/>
                <a:gd name="connsiteX12-1675" fmla="*/ 1173956 w 1343025"/>
                <a:gd name="connsiteY12-1676" fmla="*/ 645318 h 1343025"/>
                <a:gd name="connsiteX13-1677" fmla="*/ 1157287 w 1343025"/>
                <a:gd name="connsiteY13-1678" fmla="*/ 812006 h 1343025"/>
                <a:gd name="connsiteX14-1679" fmla="*/ 1307306 w 1343025"/>
                <a:gd name="connsiteY14-1680" fmla="*/ 892968 h 1343025"/>
                <a:gd name="connsiteX15-1681" fmla="*/ 1193006 w 1343025"/>
                <a:gd name="connsiteY15-1682" fmla="*/ 1097756 h 1343025"/>
                <a:gd name="connsiteX16-1683" fmla="*/ 1040606 w 1343025"/>
                <a:gd name="connsiteY16-1684" fmla="*/ 1009650 h 1343025"/>
                <a:gd name="connsiteX17-1685" fmla="*/ 919162 w 1343025"/>
                <a:gd name="connsiteY17-1686" fmla="*/ 1112043 h 1343025"/>
                <a:gd name="connsiteX18-1687" fmla="*/ 973931 w 1343025"/>
                <a:gd name="connsiteY18-1688" fmla="*/ 1276350 h 1343025"/>
                <a:gd name="connsiteX19-1689" fmla="*/ 745331 w 1343025"/>
                <a:gd name="connsiteY19-1690" fmla="*/ 1343025 h 1343025"/>
                <a:gd name="connsiteX20-1691" fmla="*/ 695325 w 1343025"/>
                <a:gd name="connsiteY20-1692" fmla="*/ 1171575 h 1343025"/>
                <a:gd name="connsiteX21-1693" fmla="*/ 535781 w 1343025"/>
                <a:gd name="connsiteY21-1694" fmla="*/ 1157287 h 1343025"/>
                <a:gd name="connsiteX22-1695" fmla="*/ 452437 w 1343025"/>
                <a:gd name="connsiteY22-1696" fmla="*/ 1304925 h 1343025"/>
                <a:gd name="connsiteX23-1697" fmla="*/ 245268 w 1343025"/>
                <a:gd name="connsiteY23-1698" fmla="*/ 1193006 h 1343025"/>
                <a:gd name="connsiteX24-1699" fmla="*/ 333375 w 1343025"/>
                <a:gd name="connsiteY24-1700" fmla="*/ 1042987 h 1343025"/>
                <a:gd name="connsiteX25-1701" fmla="*/ 226218 w 1343025"/>
                <a:gd name="connsiteY25-1702" fmla="*/ 909637 h 1343025"/>
                <a:gd name="connsiteX26-1703" fmla="*/ 59531 w 1343025"/>
                <a:gd name="connsiteY26-1704" fmla="*/ 964406 h 1343025"/>
                <a:gd name="connsiteX27-1705" fmla="*/ 0 w 1343025"/>
                <a:gd name="connsiteY27-1706" fmla="*/ 733425 h 1343025"/>
                <a:gd name="connsiteX28-1707" fmla="*/ 166687 w 1343025"/>
                <a:gd name="connsiteY28-1708" fmla="*/ 690562 h 1343025"/>
                <a:gd name="connsiteX29-1709" fmla="*/ 190500 w 1343025"/>
                <a:gd name="connsiteY29-1710" fmla="*/ 521493 h 1343025"/>
                <a:gd name="connsiteX30-1711" fmla="*/ 35718 w 1343025"/>
                <a:gd name="connsiteY30-1712" fmla="*/ 440531 h 1343025"/>
                <a:gd name="connsiteX31-1713" fmla="*/ 154781 w 1343025"/>
                <a:gd name="connsiteY31-1714" fmla="*/ 242887 h 1343025"/>
                <a:gd name="connsiteX32-1715" fmla="*/ 297656 w 1343025"/>
                <a:gd name="connsiteY32-1716" fmla="*/ 330993 h 1343025"/>
                <a:gd name="connsiteX0-1717" fmla="*/ 297656 w 1343025"/>
                <a:gd name="connsiteY0-1718" fmla="*/ 330993 h 1343025"/>
                <a:gd name="connsiteX1-1719" fmla="*/ 431006 w 1343025"/>
                <a:gd name="connsiteY1-1720" fmla="*/ 226218 h 1343025"/>
                <a:gd name="connsiteX2-1721" fmla="*/ 378618 w 1343025"/>
                <a:gd name="connsiteY2-1722" fmla="*/ 61912 h 1343025"/>
                <a:gd name="connsiteX3-1723" fmla="*/ 602456 w 1343025"/>
                <a:gd name="connsiteY3-1724" fmla="*/ 0 h 1343025"/>
                <a:gd name="connsiteX4-1725" fmla="*/ 652462 w 1343025"/>
                <a:gd name="connsiteY4-1726" fmla="*/ 171450 h 1343025"/>
                <a:gd name="connsiteX5-1727" fmla="*/ 816768 w 1343025"/>
                <a:gd name="connsiteY5-1728" fmla="*/ 185737 h 1343025"/>
                <a:gd name="connsiteX6-1729" fmla="*/ 900112 w 1343025"/>
                <a:gd name="connsiteY6-1730" fmla="*/ 40481 h 1343025"/>
                <a:gd name="connsiteX7-1731" fmla="*/ 1104900 w 1343025"/>
                <a:gd name="connsiteY7-1732" fmla="*/ 150018 h 1343025"/>
                <a:gd name="connsiteX8-1733" fmla="*/ 1014412 w 1343025"/>
                <a:gd name="connsiteY8-1734" fmla="*/ 295275 h 1343025"/>
                <a:gd name="connsiteX9-1735" fmla="*/ 1119187 w 1343025"/>
                <a:gd name="connsiteY9-1736" fmla="*/ 431006 h 1343025"/>
                <a:gd name="connsiteX10-1737" fmla="*/ 1281112 w 1343025"/>
                <a:gd name="connsiteY10-1738" fmla="*/ 373856 h 1343025"/>
                <a:gd name="connsiteX11-1739" fmla="*/ 1343025 w 1343025"/>
                <a:gd name="connsiteY11-1740" fmla="*/ 602456 h 1343025"/>
                <a:gd name="connsiteX12-1741" fmla="*/ 1173956 w 1343025"/>
                <a:gd name="connsiteY12-1742" fmla="*/ 645318 h 1343025"/>
                <a:gd name="connsiteX13-1743" fmla="*/ 1157287 w 1343025"/>
                <a:gd name="connsiteY13-1744" fmla="*/ 812006 h 1343025"/>
                <a:gd name="connsiteX14-1745" fmla="*/ 1307306 w 1343025"/>
                <a:gd name="connsiteY14-1746" fmla="*/ 892968 h 1343025"/>
                <a:gd name="connsiteX15-1747" fmla="*/ 1193006 w 1343025"/>
                <a:gd name="connsiteY15-1748" fmla="*/ 1097756 h 1343025"/>
                <a:gd name="connsiteX16-1749" fmla="*/ 1040606 w 1343025"/>
                <a:gd name="connsiteY16-1750" fmla="*/ 1009650 h 1343025"/>
                <a:gd name="connsiteX17-1751" fmla="*/ 919162 w 1343025"/>
                <a:gd name="connsiteY17-1752" fmla="*/ 1112043 h 1343025"/>
                <a:gd name="connsiteX18-1753" fmla="*/ 973931 w 1343025"/>
                <a:gd name="connsiteY18-1754" fmla="*/ 1276350 h 1343025"/>
                <a:gd name="connsiteX19-1755" fmla="*/ 745331 w 1343025"/>
                <a:gd name="connsiteY19-1756" fmla="*/ 1343025 h 1343025"/>
                <a:gd name="connsiteX20-1757" fmla="*/ 695325 w 1343025"/>
                <a:gd name="connsiteY20-1758" fmla="*/ 1171575 h 1343025"/>
                <a:gd name="connsiteX21-1759" fmla="*/ 535781 w 1343025"/>
                <a:gd name="connsiteY21-1760" fmla="*/ 1157287 h 1343025"/>
                <a:gd name="connsiteX22-1761" fmla="*/ 452437 w 1343025"/>
                <a:gd name="connsiteY22-1762" fmla="*/ 1304925 h 1343025"/>
                <a:gd name="connsiteX23-1763" fmla="*/ 245268 w 1343025"/>
                <a:gd name="connsiteY23-1764" fmla="*/ 1193006 h 1343025"/>
                <a:gd name="connsiteX24-1765" fmla="*/ 333375 w 1343025"/>
                <a:gd name="connsiteY24-1766" fmla="*/ 1042987 h 1343025"/>
                <a:gd name="connsiteX25-1767" fmla="*/ 226218 w 1343025"/>
                <a:gd name="connsiteY25-1768" fmla="*/ 909637 h 1343025"/>
                <a:gd name="connsiteX26-1769" fmla="*/ 59531 w 1343025"/>
                <a:gd name="connsiteY26-1770" fmla="*/ 964406 h 1343025"/>
                <a:gd name="connsiteX27-1771" fmla="*/ 0 w 1343025"/>
                <a:gd name="connsiteY27-1772" fmla="*/ 733425 h 1343025"/>
                <a:gd name="connsiteX28-1773" fmla="*/ 166687 w 1343025"/>
                <a:gd name="connsiteY28-1774" fmla="*/ 690562 h 1343025"/>
                <a:gd name="connsiteX29-1775" fmla="*/ 190500 w 1343025"/>
                <a:gd name="connsiteY29-1776" fmla="*/ 521493 h 1343025"/>
                <a:gd name="connsiteX30-1777" fmla="*/ 35718 w 1343025"/>
                <a:gd name="connsiteY30-1778" fmla="*/ 440531 h 1343025"/>
                <a:gd name="connsiteX31-1779" fmla="*/ 154781 w 1343025"/>
                <a:gd name="connsiteY31-1780" fmla="*/ 242887 h 1343025"/>
                <a:gd name="connsiteX32-1781" fmla="*/ 297656 w 1343025"/>
                <a:gd name="connsiteY32-1782" fmla="*/ 330993 h 1343025"/>
                <a:gd name="connsiteX0-1783" fmla="*/ 297656 w 1343025"/>
                <a:gd name="connsiteY0-1784" fmla="*/ 330993 h 1343025"/>
                <a:gd name="connsiteX1-1785" fmla="*/ 431006 w 1343025"/>
                <a:gd name="connsiteY1-1786" fmla="*/ 226218 h 1343025"/>
                <a:gd name="connsiteX2-1787" fmla="*/ 378618 w 1343025"/>
                <a:gd name="connsiteY2-1788" fmla="*/ 61912 h 1343025"/>
                <a:gd name="connsiteX3-1789" fmla="*/ 602456 w 1343025"/>
                <a:gd name="connsiteY3-1790" fmla="*/ 0 h 1343025"/>
                <a:gd name="connsiteX4-1791" fmla="*/ 652462 w 1343025"/>
                <a:gd name="connsiteY4-1792" fmla="*/ 171450 h 1343025"/>
                <a:gd name="connsiteX5-1793" fmla="*/ 816768 w 1343025"/>
                <a:gd name="connsiteY5-1794" fmla="*/ 185737 h 1343025"/>
                <a:gd name="connsiteX6-1795" fmla="*/ 900112 w 1343025"/>
                <a:gd name="connsiteY6-1796" fmla="*/ 40481 h 1343025"/>
                <a:gd name="connsiteX7-1797" fmla="*/ 1104900 w 1343025"/>
                <a:gd name="connsiteY7-1798" fmla="*/ 150018 h 1343025"/>
                <a:gd name="connsiteX8-1799" fmla="*/ 1014412 w 1343025"/>
                <a:gd name="connsiteY8-1800" fmla="*/ 295275 h 1343025"/>
                <a:gd name="connsiteX9-1801" fmla="*/ 1119187 w 1343025"/>
                <a:gd name="connsiteY9-1802" fmla="*/ 431006 h 1343025"/>
                <a:gd name="connsiteX10-1803" fmla="*/ 1281112 w 1343025"/>
                <a:gd name="connsiteY10-1804" fmla="*/ 373856 h 1343025"/>
                <a:gd name="connsiteX11-1805" fmla="*/ 1343025 w 1343025"/>
                <a:gd name="connsiteY11-1806" fmla="*/ 602456 h 1343025"/>
                <a:gd name="connsiteX12-1807" fmla="*/ 1173956 w 1343025"/>
                <a:gd name="connsiteY12-1808" fmla="*/ 645318 h 1343025"/>
                <a:gd name="connsiteX13-1809" fmla="*/ 1157287 w 1343025"/>
                <a:gd name="connsiteY13-1810" fmla="*/ 812006 h 1343025"/>
                <a:gd name="connsiteX14-1811" fmla="*/ 1307306 w 1343025"/>
                <a:gd name="connsiteY14-1812" fmla="*/ 892968 h 1343025"/>
                <a:gd name="connsiteX15-1813" fmla="*/ 1193006 w 1343025"/>
                <a:gd name="connsiteY15-1814" fmla="*/ 1097756 h 1343025"/>
                <a:gd name="connsiteX16-1815" fmla="*/ 1040606 w 1343025"/>
                <a:gd name="connsiteY16-1816" fmla="*/ 1009650 h 1343025"/>
                <a:gd name="connsiteX17-1817" fmla="*/ 919162 w 1343025"/>
                <a:gd name="connsiteY17-1818" fmla="*/ 1112043 h 1343025"/>
                <a:gd name="connsiteX18-1819" fmla="*/ 973931 w 1343025"/>
                <a:gd name="connsiteY18-1820" fmla="*/ 1276350 h 1343025"/>
                <a:gd name="connsiteX19-1821" fmla="*/ 745331 w 1343025"/>
                <a:gd name="connsiteY19-1822" fmla="*/ 1343025 h 1343025"/>
                <a:gd name="connsiteX20-1823" fmla="*/ 695325 w 1343025"/>
                <a:gd name="connsiteY20-1824" fmla="*/ 1171575 h 1343025"/>
                <a:gd name="connsiteX21-1825" fmla="*/ 535781 w 1343025"/>
                <a:gd name="connsiteY21-1826" fmla="*/ 1157287 h 1343025"/>
                <a:gd name="connsiteX22-1827" fmla="*/ 452437 w 1343025"/>
                <a:gd name="connsiteY22-1828" fmla="*/ 1304925 h 1343025"/>
                <a:gd name="connsiteX23-1829" fmla="*/ 245268 w 1343025"/>
                <a:gd name="connsiteY23-1830" fmla="*/ 1193006 h 1343025"/>
                <a:gd name="connsiteX24-1831" fmla="*/ 333375 w 1343025"/>
                <a:gd name="connsiteY24-1832" fmla="*/ 1042987 h 1343025"/>
                <a:gd name="connsiteX25-1833" fmla="*/ 226218 w 1343025"/>
                <a:gd name="connsiteY25-1834" fmla="*/ 909637 h 1343025"/>
                <a:gd name="connsiteX26-1835" fmla="*/ 59531 w 1343025"/>
                <a:gd name="connsiteY26-1836" fmla="*/ 964406 h 1343025"/>
                <a:gd name="connsiteX27-1837" fmla="*/ 0 w 1343025"/>
                <a:gd name="connsiteY27-1838" fmla="*/ 733425 h 1343025"/>
                <a:gd name="connsiteX28-1839" fmla="*/ 166687 w 1343025"/>
                <a:gd name="connsiteY28-1840" fmla="*/ 690562 h 1343025"/>
                <a:gd name="connsiteX29-1841" fmla="*/ 190500 w 1343025"/>
                <a:gd name="connsiteY29-1842" fmla="*/ 521493 h 1343025"/>
                <a:gd name="connsiteX30-1843" fmla="*/ 35718 w 1343025"/>
                <a:gd name="connsiteY30-1844" fmla="*/ 440531 h 1343025"/>
                <a:gd name="connsiteX31-1845" fmla="*/ 154781 w 1343025"/>
                <a:gd name="connsiteY31-1846" fmla="*/ 242887 h 1343025"/>
                <a:gd name="connsiteX32-1847" fmla="*/ 297656 w 1343025"/>
                <a:gd name="connsiteY32-1848" fmla="*/ 330993 h 1343025"/>
                <a:gd name="connsiteX0-1849" fmla="*/ 297656 w 1343025"/>
                <a:gd name="connsiteY0-1850" fmla="*/ 330993 h 1343025"/>
                <a:gd name="connsiteX1-1851" fmla="*/ 431006 w 1343025"/>
                <a:gd name="connsiteY1-1852" fmla="*/ 226218 h 1343025"/>
                <a:gd name="connsiteX2-1853" fmla="*/ 378618 w 1343025"/>
                <a:gd name="connsiteY2-1854" fmla="*/ 61912 h 1343025"/>
                <a:gd name="connsiteX3-1855" fmla="*/ 602456 w 1343025"/>
                <a:gd name="connsiteY3-1856" fmla="*/ 0 h 1343025"/>
                <a:gd name="connsiteX4-1857" fmla="*/ 652462 w 1343025"/>
                <a:gd name="connsiteY4-1858" fmla="*/ 171450 h 1343025"/>
                <a:gd name="connsiteX5-1859" fmla="*/ 816768 w 1343025"/>
                <a:gd name="connsiteY5-1860" fmla="*/ 185737 h 1343025"/>
                <a:gd name="connsiteX6-1861" fmla="*/ 900112 w 1343025"/>
                <a:gd name="connsiteY6-1862" fmla="*/ 40481 h 1343025"/>
                <a:gd name="connsiteX7-1863" fmla="*/ 1104900 w 1343025"/>
                <a:gd name="connsiteY7-1864" fmla="*/ 150018 h 1343025"/>
                <a:gd name="connsiteX8-1865" fmla="*/ 1014412 w 1343025"/>
                <a:gd name="connsiteY8-1866" fmla="*/ 295275 h 1343025"/>
                <a:gd name="connsiteX9-1867" fmla="*/ 1119187 w 1343025"/>
                <a:gd name="connsiteY9-1868" fmla="*/ 431006 h 1343025"/>
                <a:gd name="connsiteX10-1869" fmla="*/ 1281112 w 1343025"/>
                <a:gd name="connsiteY10-1870" fmla="*/ 373856 h 1343025"/>
                <a:gd name="connsiteX11-1871" fmla="*/ 1343025 w 1343025"/>
                <a:gd name="connsiteY11-1872" fmla="*/ 602456 h 1343025"/>
                <a:gd name="connsiteX12-1873" fmla="*/ 1173956 w 1343025"/>
                <a:gd name="connsiteY12-1874" fmla="*/ 645318 h 1343025"/>
                <a:gd name="connsiteX13-1875" fmla="*/ 1157287 w 1343025"/>
                <a:gd name="connsiteY13-1876" fmla="*/ 812006 h 1343025"/>
                <a:gd name="connsiteX14-1877" fmla="*/ 1307306 w 1343025"/>
                <a:gd name="connsiteY14-1878" fmla="*/ 892968 h 1343025"/>
                <a:gd name="connsiteX15-1879" fmla="*/ 1193006 w 1343025"/>
                <a:gd name="connsiteY15-1880" fmla="*/ 1097756 h 1343025"/>
                <a:gd name="connsiteX16-1881" fmla="*/ 1040606 w 1343025"/>
                <a:gd name="connsiteY16-1882" fmla="*/ 1009650 h 1343025"/>
                <a:gd name="connsiteX17-1883" fmla="*/ 919162 w 1343025"/>
                <a:gd name="connsiteY17-1884" fmla="*/ 1112043 h 1343025"/>
                <a:gd name="connsiteX18-1885" fmla="*/ 973931 w 1343025"/>
                <a:gd name="connsiteY18-1886" fmla="*/ 1276350 h 1343025"/>
                <a:gd name="connsiteX19-1887" fmla="*/ 745331 w 1343025"/>
                <a:gd name="connsiteY19-1888" fmla="*/ 1343025 h 1343025"/>
                <a:gd name="connsiteX20-1889" fmla="*/ 695325 w 1343025"/>
                <a:gd name="connsiteY20-1890" fmla="*/ 1171575 h 1343025"/>
                <a:gd name="connsiteX21-1891" fmla="*/ 535781 w 1343025"/>
                <a:gd name="connsiteY21-1892" fmla="*/ 1157287 h 1343025"/>
                <a:gd name="connsiteX22-1893" fmla="*/ 452437 w 1343025"/>
                <a:gd name="connsiteY22-1894" fmla="*/ 1304925 h 1343025"/>
                <a:gd name="connsiteX23-1895" fmla="*/ 245268 w 1343025"/>
                <a:gd name="connsiteY23-1896" fmla="*/ 1193006 h 1343025"/>
                <a:gd name="connsiteX24-1897" fmla="*/ 333375 w 1343025"/>
                <a:gd name="connsiteY24-1898" fmla="*/ 1042987 h 1343025"/>
                <a:gd name="connsiteX25-1899" fmla="*/ 226218 w 1343025"/>
                <a:gd name="connsiteY25-1900" fmla="*/ 909637 h 1343025"/>
                <a:gd name="connsiteX26-1901" fmla="*/ 59531 w 1343025"/>
                <a:gd name="connsiteY26-1902" fmla="*/ 964406 h 1343025"/>
                <a:gd name="connsiteX27-1903" fmla="*/ 0 w 1343025"/>
                <a:gd name="connsiteY27-1904" fmla="*/ 733425 h 1343025"/>
                <a:gd name="connsiteX28-1905" fmla="*/ 166687 w 1343025"/>
                <a:gd name="connsiteY28-1906" fmla="*/ 690562 h 1343025"/>
                <a:gd name="connsiteX29-1907" fmla="*/ 190500 w 1343025"/>
                <a:gd name="connsiteY29-1908" fmla="*/ 521493 h 1343025"/>
                <a:gd name="connsiteX30-1909" fmla="*/ 35718 w 1343025"/>
                <a:gd name="connsiteY30-1910" fmla="*/ 440531 h 1343025"/>
                <a:gd name="connsiteX31-1911" fmla="*/ 154781 w 1343025"/>
                <a:gd name="connsiteY31-1912" fmla="*/ 242887 h 1343025"/>
                <a:gd name="connsiteX32-1913" fmla="*/ 297656 w 1343025"/>
                <a:gd name="connsiteY32-1914" fmla="*/ 330993 h 1343025"/>
                <a:gd name="connsiteX0-1915" fmla="*/ 297656 w 1343025"/>
                <a:gd name="connsiteY0-1916" fmla="*/ 330993 h 1343025"/>
                <a:gd name="connsiteX1-1917" fmla="*/ 431006 w 1343025"/>
                <a:gd name="connsiteY1-1918" fmla="*/ 226218 h 1343025"/>
                <a:gd name="connsiteX2-1919" fmla="*/ 378618 w 1343025"/>
                <a:gd name="connsiteY2-1920" fmla="*/ 61912 h 1343025"/>
                <a:gd name="connsiteX3-1921" fmla="*/ 602456 w 1343025"/>
                <a:gd name="connsiteY3-1922" fmla="*/ 0 h 1343025"/>
                <a:gd name="connsiteX4-1923" fmla="*/ 652462 w 1343025"/>
                <a:gd name="connsiteY4-1924" fmla="*/ 171450 h 1343025"/>
                <a:gd name="connsiteX5-1925" fmla="*/ 816768 w 1343025"/>
                <a:gd name="connsiteY5-1926" fmla="*/ 185737 h 1343025"/>
                <a:gd name="connsiteX6-1927" fmla="*/ 900112 w 1343025"/>
                <a:gd name="connsiteY6-1928" fmla="*/ 40481 h 1343025"/>
                <a:gd name="connsiteX7-1929" fmla="*/ 1104900 w 1343025"/>
                <a:gd name="connsiteY7-1930" fmla="*/ 150018 h 1343025"/>
                <a:gd name="connsiteX8-1931" fmla="*/ 1014412 w 1343025"/>
                <a:gd name="connsiteY8-1932" fmla="*/ 295275 h 1343025"/>
                <a:gd name="connsiteX9-1933" fmla="*/ 1119187 w 1343025"/>
                <a:gd name="connsiteY9-1934" fmla="*/ 431006 h 1343025"/>
                <a:gd name="connsiteX10-1935" fmla="*/ 1281112 w 1343025"/>
                <a:gd name="connsiteY10-1936" fmla="*/ 373856 h 1343025"/>
                <a:gd name="connsiteX11-1937" fmla="*/ 1343025 w 1343025"/>
                <a:gd name="connsiteY11-1938" fmla="*/ 602456 h 1343025"/>
                <a:gd name="connsiteX12-1939" fmla="*/ 1173956 w 1343025"/>
                <a:gd name="connsiteY12-1940" fmla="*/ 645318 h 1343025"/>
                <a:gd name="connsiteX13-1941" fmla="*/ 1157287 w 1343025"/>
                <a:gd name="connsiteY13-1942" fmla="*/ 812006 h 1343025"/>
                <a:gd name="connsiteX14-1943" fmla="*/ 1307306 w 1343025"/>
                <a:gd name="connsiteY14-1944" fmla="*/ 892968 h 1343025"/>
                <a:gd name="connsiteX15-1945" fmla="*/ 1193006 w 1343025"/>
                <a:gd name="connsiteY15-1946" fmla="*/ 1097756 h 1343025"/>
                <a:gd name="connsiteX16-1947" fmla="*/ 1040606 w 1343025"/>
                <a:gd name="connsiteY16-1948" fmla="*/ 1009650 h 1343025"/>
                <a:gd name="connsiteX17-1949" fmla="*/ 919162 w 1343025"/>
                <a:gd name="connsiteY17-1950" fmla="*/ 1112043 h 1343025"/>
                <a:gd name="connsiteX18-1951" fmla="*/ 973931 w 1343025"/>
                <a:gd name="connsiteY18-1952" fmla="*/ 1276350 h 1343025"/>
                <a:gd name="connsiteX19-1953" fmla="*/ 745331 w 1343025"/>
                <a:gd name="connsiteY19-1954" fmla="*/ 1343025 h 1343025"/>
                <a:gd name="connsiteX20-1955" fmla="*/ 695325 w 1343025"/>
                <a:gd name="connsiteY20-1956" fmla="*/ 1171575 h 1343025"/>
                <a:gd name="connsiteX21-1957" fmla="*/ 535781 w 1343025"/>
                <a:gd name="connsiteY21-1958" fmla="*/ 1157287 h 1343025"/>
                <a:gd name="connsiteX22-1959" fmla="*/ 452437 w 1343025"/>
                <a:gd name="connsiteY22-1960" fmla="*/ 1304925 h 1343025"/>
                <a:gd name="connsiteX23-1961" fmla="*/ 245268 w 1343025"/>
                <a:gd name="connsiteY23-1962" fmla="*/ 1193006 h 1343025"/>
                <a:gd name="connsiteX24-1963" fmla="*/ 333375 w 1343025"/>
                <a:gd name="connsiteY24-1964" fmla="*/ 1042987 h 1343025"/>
                <a:gd name="connsiteX25-1965" fmla="*/ 226218 w 1343025"/>
                <a:gd name="connsiteY25-1966" fmla="*/ 909637 h 1343025"/>
                <a:gd name="connsiteX26-1967" fmla="*/ 59531 w 1343025"/>
                <a:gd name="connsiteY26-1968" fmla="*/ 964406 h 1343025"/>
                <a:gd name="connsiteX27-1969" fmla="*/ 0 w 1343025"/>
                <a:gd name="connsiteY27-1970" fmla="*/ 733425 h 1343025"/>
                <a:gd name="connsiteX28-1971" fmla="*/ 166687 w 1343025"/>
                <a:gd name="connsiteY28-1972" fmla="*/ 690562 h 1343025"/>
                <a:gd name="connsiteX29-1973" fmla="*/ 190500 w 1343025"/>
                <a:gd name="connsiteY29-1974" fmla="*/ 521493 h 1343025"/>
                <a:gd name="connsiteX30-1975" fmla="*/ 35718 w 1343025"/>
                <a:gd name="connsiteY30-1976" fmla="*/ 440531 h 1343025"/>
                <a:gd name="connsiteX31-1977" fmla="*/ 154781 w 1343025"/>
                <a:gd name="connsiteY31-1978" fmla="*/ 242887 h 1343025"/>
                <a:gd name="connsiteX32-1979" fmla="*/ 297656 w 1343025"/>
                <a:gd name="connsiteY32-1980" fmla="*/ 330993 h 1343025"/>
                <a:gd name="connsiteX0-1981" fmla="*/ 297656 w 1343025"/>
                <a:gd name="connsiteY0-1982" fmla="*/ 330993 h 1343025"/>
                <a:gd name="connsiteX1-1983" fmla="*/ 431006 w 1343025"/>
                <a:gd name="connsiteY1-1984" fmla="*/ 226218 h 1343025"/>
                <a:gd name="connsiteX2-1985" fmla="*/ 378618 w 1343025"/>
                <a:gd name="connsiteY2-1986" fmla="*/ 61912 h 1343025"/>
                <a:gd name="connsiteX3-1987" fmla="*/ 602456 w 1343025"/>
                <a:gd name="connsiteY3-1988" fmla="*/ 0 h 1343025"/>
                <a:gd name="connsiteX4-1989" fmla="*/ 652462 w 1343025"/>
                <a:gd name="connsiteY4-1990" fmla="*/ 171450 h 1343025"/>
                <a:gd name="connsiteX5-1991" fmla="*/ 816768 w 1343025"/>
                <a:gd name="connsiteY5-1992" fmla="*/ 185737 h 1343025"/>
                <a:gd name="connsiteX6-1993" fmla="*/ 900112 w 1343025"/>
                <a:gd name="connsiteY6-1994" fmla="*/ 40481 h 1343025"/>
                <a:gd name="connsiteX7-1995" fmla="*/ 1104900 w 1343025"/>
                <a:gd name="connsiteY7-1996" fmla="*/ 150018 h 1343025"/>
                <a:gd name="connsiteX8-1997" fmla="*/ 1014412 w 1343025"/>
                <a:gd name="connsiteY8-1998" fmla="*/ 295275 h 1343025"/>
                <a:gd name="connsiteX9-1999" fmla="*/ 1119187 w 1343025"/>
                <a:gd name="connsiteY9-2000" fmla="*/ 431006 h 1343025"/>
                <a:gd name="connsiteX10-2001" fmla="*/ 1281112 w 1343025"/>
                <a:gd name="connsiteY10-2002" fmla="*/ 373856 h 1343025"/>
                <a:gd name="connsiteX11-2003" fmla="*/ 1343025 w 1343025"/>
                <a:gd name="connsiteY11-2004" fmla="*/ 602456 h 1343025"/>
                <a:gd name="connsiteX12-2005" fmla="*/ 1173956 w 1343025"/>
                <a:gd name="connsiteY12-2006" fmla="*/ 645318 h 1343025"/>
                <a:gd name="connsiteX13-2007" fmla="*/ 1157287 w 1343025"/>
                <a:gd name="connsiteY13-2008" fmla="*/ 812006 h 1343025"/>
                <a:gd name="connsiteX14-2009" fmla="*/ 1307306 w 1343025"/>
                <a:gd name="connsiteY14-2010" fmla="*/ 892968 h 1343025"/>
                <a:gd name="connsiteX15-2011" fmla="*/ 1193006 w 1343025"/>
                <a:gd name="connsiteY15-2012" fmla="*/ 1097756 h 1343025"/>
                <a:gd name="connsiteX16-2013" fmla="*/ 1040606 w 1343025"/>
                <a:gd name="connsiteY16-2014" fmla="*/ 1009650 h 1343025"/>
                <a:gd name="connsiteX17-2015" fmla="*/ 919162 w 1343025"/>
                <a:gd name="connsiteY17-2016" fmla="*/ 1112043 h 1343025"/>
                <a:gd name="connsiteX18-2017" fmla="*/ 973931 w 1343025"/>
                <a:gd name="connsiteY18-2018" fmla="*/ 1276350 h 1343025"/>
                <a:gd name="connsiteX19-2019" fmla="*/ 745331 w 1343025"/>
                <a:gd name="connsiteY19-2020" fmla="*/ 1343025 h 1343025"/>
                <a:gd name="connsiteX20-2021" fmla="*/ 695325 w 1343025"/>
                <a:gd name="connsiteY20-2022" fmla="*/ 1171575 h 1343025"/>
                <a:gd name="connsiteX21-2023" fmla="*/ 535781 w 1343025"/>
                <a:gd name="connsiteY21-2024" fmla="*/ 1157287 h 1343025"/>
                <a:gd name="connsiteX22-2025" fmla="*/ 452437 w 1343025"/>
                <a:gd name="connsiteY22-2026" fmla="*/ 1304925 h 1343025"/>
                <a:gd name="connsiteX23-2027" fmla="*/ 245268 w 1343025"/>
                <a:gd name="connsiteY23-2028" fmla="*/ 1193006 h 1343025"/>
                <a:gd name="connsiteX24-2029" fmla="*/ 333375 w 1343025"/>
                <a:gd name="connsiteY24-2030" fmla="*/ 1042987 h 1343025"/>
                <a:gd name="connsiteX25-2031" fmla="*/ 226218 w 1343025"/>
                <a:gd name="connsiteY25-2032" fmla="*/ 909637 h 1343025"/>
                <a:gd name="connsiteX26-2033" fmla="*/ 59531 w 1343025"/>
                <a:gd name="connsiteY26-2034" fmla="*/ 964406 h 1343025"/>
                <a:gd name="connsiteX27-2035" fmla="*/ 0 w 1343025"/>
                <a:gd name="connsiteY27-2036" fmla="*/ 733425 h 1343025"/>
                <a:gd name="connsiteX28-2037" fmla="*/ 166687 w 1343025"/>
                <a:gd name="connsiteY28-2038" fmla="*/ 690562 h 1343025"/>
                <a:gd name="connsiteX29-2039" fmla="*/ 190500 w 1343025"/>
                <a:gd name="connsiteY29-2040" fmla="*/ 521493 h 1343025"/>
                <a:gd name="connsiteX30-2041" fmla="*/ 35718 w 1343025"/>
                <a:gd name="connsiteY30-2042" fmla="*/ 440531 h 1343025"/>
                <a:gd name="connsiteX31-2043" fmla="*/ 154781 w 1343025"/>
                <a:gd name="connsiteY31-2044" fmla="*/ 242887 h 1343025"/>
                <a:gd name="connsiteX32-2045" fmla="*/ 297656 w 1343025"/>
                <a:gd name="connsiteY32-2046" fmla="*/ 330993 h 1343025"/>
                <a:gd name="connsiteX0-2047" fmla="*/ 297656 w 1343025"/>
                <a:gd name="connsiteY0-2048" fmla="*/ 330993 h 1343025"/>
                <a:gd name="connsiteX1-2049" fmla="*/ 431006 w 1343025"/>
                <a:gd name="connsiteY1-2050" fmla="*/ 226218 h 1343025"/>
                <a:gd name="connsiteX2-2051" fmla="*/ 378618 w 1343025"/>
                <a:gd name="connsiteY2-2052" fmla="*/ 61912 h 1343025"/>
                <a:gd name="connsiteX3-2053" fmla="*/ 602456 w 1343025"/>
                <a:gd name="connsiteY3-2054" fmla="*/ 0 h 1343025"/>
                <a:gd name="connsiteX4-2055" fmla="*/ 652462 w 1343025"/>
                <a:gd name="connsiteY4-2056" fmla="*/ 171450 h 1343025"/>
                <a:gd name="connsiteX5-2057" fmla="*/ 816768 w 1343025"/>
                <a:gd name="connsiteY5-2058" fmla="*/ 185737 h 1343025"/>
                <a:gd name="connsiteX6-2059" fmla="*/ 900112 w 1343025"/>
                <a:gd name="connsiteY6-2060" fmla="*/ 40481 h 1343025"/>
                <a:gd name="connsiteX7-2061" fmla="*/ 1104900 w 1343025"/>
                <a:gd name="connsiteY7-2062" fmla="*/ 150018 h 1343025"/>
                <a:gd name="connsiteX8-2063" fmla="*/ 1014412 w 1343025"/>
                <a:gd name="connsiteY8-2064" fmla="*/ 295275 h 1343025"/>
                <a:gd name="connsiteX9-2065" fmla="*/ 1119187 w 1343025"/>
                <a:gd name="connsiteY9-2066" fmla="*/ 431006 h 1343025"/>
                <a:gd name="connsiteX10-2067" fmla="*/ 1281112 w 1343025"/>
                <a:gd name="connsiteY10-2068" fmla="*/ 373856 h 1343025"/>
                <a:gd name="connsiteX11-2069" fmla="*/ 1343025 w 1343025"/>
                <a:gd name="connsiteY11-2070" fmla="*/ 602456 h 1343025"/>
                <a:gd name="connsiteX12-2071" fmla="*/ 1173956 w 1343025"/>
                <a:gd name="connsiteY12-2072" fmla="*/ 645318 h 1343025"/>
                <a:gd name="connsiteX13-2073" fmla="*/ 1157287 w 1343025"/>
                <a:gd name="connsiteY13-2074" fmla="*/ 812006 h 1343025"/>
                <a:gd name="connsiteX14-2075" fmla="*/ 1307306 w 1343025"/>
                <a:gd name="connsiteY14-2076" fmla="*/ 892968 h 1343025"/>
                <a:gd name="connsiteX15-2077" fmla="*/ 1193006 w 1343025"/>
                <a:gd name="connsiteY15-2078" fmla="*/ 1097756 h 1343025"/>
                <a:gd name="connsiteX16-2079" fmla="*/ 1040606 w 1343025"/>
                <a:gd name="connsiteY16-2080" fmla="*/ 1009650 h 1343025"/>
                <a:gd name="connsiteX17-2081" fmla="*/ 919162 w 1343025"/>
                <a:gd name="connsiteY17-2082" fmla="*/ 1112043 h 1343025"/>
                <a:gd name="connsiteX18-2083" fmla="*/ 973931 w 1343025"/>
                <a:gd name="connsiteY18-2084" fmla="*/ 1276350 h 1343025"/>
                <a:gd name="connsiteX19-2085" fmla="*/ 745331 w 1343025"/>
                <a:gd name="connsiteY19-2086" fmla="*/ 1343025 h 1343025"/>
                <a:gd name="connsiteX20-2087" fmla="*/ 695325 w 1343025"/>
                <a:gd name="connsiteY20-2088" fmla="*/ 1171575 h 1343025"/>
                <a:gd name="connsiteX21-2089" fmla="*/ 535781 w 1343025"/>
                <a:gd name="connsiteY21-2090" fmla="*/ 1157287 h 1343025"/>
                <a:gd name="connsiteX22-2091" fmla="*/ 452437 w 1343025"/>
                <a:gd name="connsiteY22-2092" fmla="*/ 1304925 h 1343025"/>
                <a:gd name="connsiteX23-2093" fmla="*/ 245268 w 1343025"/>
                <a:gd name="connsiteY23-2094" fmla="*/ 1193006 h 1343025"/>
                <a:gd name="connsiteX24-2095" fmla="*/ 333375 w 1343025"/>
                <a:gd name="connsiteY24-2096" fmla="*/ 1042987 h 1343025"/>
                <a:gd name="connsiteX25-2097" fmla="*/ 226218 w 1343025"/>
                <a:gd name="connsiteY25-2098" fmla="*/ 909637 h 1343025"/>
                <a:gd name="connsiteX26-2099" fmla="*/ 59531 w 1343025"/>
                <a:gd name="connsiteY26-2100" fmla="*/ 964406 h 1343025"/>
                <a:gd name="connsiteX27-2101" fmla="*/ 0 w 1343025"/>
                <a:gd name="connsiteY27-2102" fmla="*/ 733425 h 1343025"/>
                <a:gd name="connsiteX28-2103" fmla="*/ 166687 w 1343025"/>
                <a:gd name="connsiteY28-2104" fmla="*/ 690562 h 1343025"/>
                <a:gd name="connsiteX29-2105" fmla="*/ 190500 w 1343025"/>
                <a:gd name="connsiteY29-2106" fmla="*/ 521493 h 1343025"/>
                <a:gd name="connsiteX30-2107" fmla="*/ 35718 w 1343025"/>
                <a:gd name="connsiteY30-2108" fmla="*/ 440531 h 1343025"/>
                <a:gd name="connsiteX31-2109" fmla="*/ 154781 w 1343025"/>
                <a:gd name="connsiteY31-2110" fmla="*/ 242887 h 1343025"/>
                <a:gd name="connsiteX32-2111" fmla="*/ 297656 w 1343025"/>
                <a:gd name="connsiteY32-2112" fmla="*/ 330993 h 1343025"/>
                <a:gd name="connsiteX0-2113" fmla="*/ 297656 w 1343025"/>
                <a:gd name="connsiteY0-2114" fmla="*/ 330993 h 1343025"/>
                <a:gd name="connsiteX1-2115" fmla="*/ 431006 w 1343025"/>
                <a:gd name="connsiteY1-2116" fmla="*/ 226218 h 1343025"/>
                <a:gd name="connsiteX2-2117" fmla="*/ 378618 w 1343025"/>
                <a:gd name="connsiteY2-2118" fmla="*/ 61912 h 1343025"/>
                <a:gd name="connsiteX3-2119" fmla="*/ 602456 w 1343025"/>
                <a:gd name="connsiteY3-2120" fmla="*/ 0 h 1343025"/>
                <a:gd name="connsiteX4-2121" fmla="*/ 652462 w 1343025"/>
                <a:gd name="connsiteY4-2122" fmla="*/ 171450 h 1343025"/>
                <a:gd name="connsiteX5-2123" fmla="*/ 816768 w 1343025"/>
                <a:gd name="connsiteY5-2124" fmla="*/ 185737 h 1343025"/>
                <a:gd name="connsiteX6-2125" fmla="*/ 900112 w 1343025"/>
                <a:gd name="connsiteY6-2126" fmla="*/ 40481 h 1343025"/>
                <a:gd name="connsiteX7-2127" fmla="*/ 1104900 w 1343025"/>
                <a:gd name="connsiteY7-2128" fmla="*/ 150018 h 1343025"/>
                <a:gd name="connsiteX8-2129" fmla="*/ 1014412 w 1343025"/>
                <a:gd name="connsiteY8-2130" fmla="*/ 295275 h 1343025"/>
                <a:gd name="connsiteX9-2131" fmla="*/ 1119187 w 1343025"/>
                <a:gd name="connsiteY9-2132" fmla="*/ 431006 h 1343025"/>
                <a:gd name="connsiteX10-2133" fmla="*/ 1281112 w 1343025"/>
                <a:gd name="connsiteY10-2134" fmla="*/ 373856 h 1343025"/>
                <a:gd name="connsiteX11-2135" fmla="*/ 1343025 w 1343025"/>
                <a:gd name="connsiteY11-2136" fmla="*/ 602456 h 1343025"/>
                <a:gd name="connsiteX12-2137" fmla="*/ 1173956 w 1343025"/>
                <a:gd name="connsiteY12-2138" fmla="*/ 645318 h 1343025"/>
                <a:gd name="connsiteX13-2139" fmla="*/ 1157287 w 1343025"/>
                <a:gd name="connsiteY13-2140" fmla="*/ 812006 h 1343025"/>
                <a:gd name="connsiteX14-2141" fmla="*/ 1307306 w 1343025"/>
                <a:gd name="connsiteY14-2142" fmla="*/ 892968 h 1343025"/>
                <a:gd name="connsiteX15-2143" fmla="*/ 1193006 w 1343025"/>
                <a:gd name="connsiteY15-2144" fmla="*/ 1097756 h 1343025"/>
                <a:gd name="connsiteX16-2145" fmla="*/ 1040606 w 1343025"/>
                <a:gd name="connsiteY16-2146" fmla="*/ 1009650 h 1343025"/>
                <a:gd name="connsiteX17-2147" fmla="*/ 919162 w 1343025"/>
                <a:gd name="connsiteY17-2148" fmla="*/ 1112043 h 1343025"/>
                <a:gd name="connsiteX18-2149" fmla="*/ 973931 w 1343025"/>
                <a:gd name="connsiteY18-2150" fmla="*/ 1276350 h 1343025"/>
                <a:gd name="connsiteX19-2151" fmla="*/ 745331 w 1343025"/>
                <a:gd name="connsiteY19-2152" fmla="*/ 1343025 h 1343025"/>
                <a:gd name="connsiteX20-2153" fmla="*/ 695325 w 1343025"/>
                <a:gd name="connsiteY20-2154" fmla="*/ 1171575 h 1343025"/>
                <a:gd name="connsiteX21-2155" fmla="*/ 535781 w 1343025"/>
                <a:gd name="connsiteY21-2156" fmla="*/ 1157287 h 1343025"/>
                <a:gd name="connsiteX22-2157" fmla="*/ 452437 w 1343025"/>
                <a:gd name="connsiteY22-2158" fmla="*/ 1304925 h 1343025"/>
                <a:gd name="connsiteX23-2159" fmla="*/ 245268 w 1343025"/>
                <a:gd name="connsiteY23-2160" fmla="*/ 1193006 h 1343025"/>
                <a:gd name="connsiteX24-2161" fmla="*/ 333375 w 1343025"/>
                <a:gd name="connsiteY24-2162" fmla="*/ 1042987 h 1343025"/>
                <a:gd name="connsiteX25-2163" fmla="*/ 226218 w 1343025"/>
                <a:gd name="connsiteY25-2164" fmla="*/ 909637 h 1343025"/>
                <a:gd name="connsiteX26-2165" fmla="*/ 59531 w 1343025"/>
                <a:gd name="connsiteY26-2166" fmla="*/ 964406 h 1343025"/>
                <a:gd name="connsiteX27-2167" fmla="*/ 0 w 1343025"/>
                <a:gd name="connsiteY27-2168" fmla="*/ 733425 h 1343025"/>
                <a:gd name="connsiteX28-2169" fmla="*/ 166687 w 1343025"/>
                <a:gd name="connsiteY28-2170" fmla="*/ 690562 h 1343025"/>
                <a:gd name="connsiteX29-2171" fmla="*/ 190500 w 1343025"/>
                <a:gd name="connsiteY29-2172" fmla="*/ 521493 h 1343025"/>
                <a:gd name="connsiteX30-2173" fmla="*/ 35718 w 1343025"/>
                <a:gd name="connsiteY30-2174" fmla="*/ 440531 h 1343025"/>
                <a:gd name="connsiteX31-2175" fmla="*/ 154781 w 1343025"/>
                <a:gd name="connsiteY31-2176" fmla="*/ 242887 h 1343025"/>
                <a:gd name="connsiteX32-2177" fmla="*/ 297656 w 1343025"/>
                <a:gd name="connsiteY32-2178" fmla="*/ 330993 h 1343025"/>
                <a:gd name="connsiteX0-2179" fmla="*/ 297656 w 1343025"/>
                <a:gd name="connsiteY0-2180" fmla="*/ 330993 h 1343025"/>
                <a:gd name="connsiteX1-2181" fmla="*/ 431006 w 1343025"/>
                <a:gd name="connsiteY1-2182" fmla="*/ 226218 h 1343025"/>
                <a:gd name="connsiteX2-2183" fmla="*/ 378618 w 1343025"/>
                <a:gd name="connsiteY2-2184" fmla="*/ 61912 h 1343025"/>
                <a:gd name="connsiteX3-2185" fmla="*/ 602456 w 1343025"/>
                <a:gd name="connsiteY3-2186" fmla="*/ 0 h 1343025"/>
                <a:gd name="connsiteX4-2187" fmla="*/ 652462 w 1343025"/>
                <a:gd name="connsiteY4-2188" fmla="*/ 171450 h 1343025"/>
                <a:gd name="connsiteX5-2189" fmla="*/ 816768 w 1343025"/>
                <a:gd name="connsiteY5-2190" fmla="*/ 185737 h 1343025"/>
                <a:gd name="connsiteX6-2191" fmla="*/ 900112 w 1343025"/>
                <a:gd name="connsiteY6-2192" fmla="*/ 40481 h 1343025"/>
                <a:gd name="connsiteX7-2193" fmla="*/ 1104900 w 1343025"/>
                <a:gd name="connsiteY7-2194" fmla="*/ 150018 h 1343025"/>
                <a:gd name="connsiteX8-2195" fmla="*/ 1014412 w 1343025"/>
                <a:gd name="connsiteY8-2196" fmla="*/ 295275 h 1343025"/>
                <a:gd name="connsiteX9-2197" fmla="*/ 1119187 w 1343025"/>
                <a:gd name="connsiteY9-2198" fmla="*/ 431006 h 1343025"/>
                <a:gd name="connsiteX10-2199" fmla="*/ 1281112 w 1343025"/>
                <a:gd name="connsiteY10-2200" fmla="*/ 373856 h 1343025"/>
                <a:gd name="connsiteX11-2201" fmla="*/ 1343025 w 1343025"/>
                <a:gd name="connsiteY11-2202" fmla="*/ 602456 h 1343025"/>
                <a:gd name="connsiteX12-2203" fmla="*/ 1173956 w 1343025"/>
                <a:gd name="connsiteY12-2204" fmla="*/ 645318 h 1343025"/>
                <a:gd name="connsiteX13-2205" fmla="*/ 1157287 w 1343025"/>
                <a:gd name="connsiteY13-2206" fmla="*/ 812006 h 1343025"/>
                <a:gd name="connsiteX14-2207" fmla="*/ 1307306 w 1343025"/>
                <a:gd name="connsiteY14-2208" fmla="*/ 892968 h 1343025"/>
                <a:gd name="connsiteX15-2209" fmla="*/ 1193006 w 1343025"/>
                <a:gd name="connsiteY15-2210" fmla="*/ 1097756 h 1343025"/>
                <a:gd name="connsiteX16-2211" fmla="*/ 1040606 w 1343025"/>
                <a:gd name="connsiteY16-2212" fmla="*/ 1009650 h 1343025"/>
                <a:gd name="connsiteX17-2213" fmla="*/ 919162 w 1343025"/>
                <a:gd name="connsiteY17-2214" fmla="*/ 1112043 h 1343025"/>
                <a:gd name="connsiteX18-2215" fmla="*/ 973931 w 1343025"/>
                <a:gd name="connsiteY18-2216" fmla="*/ 1276350 h 1343025"/>
                <a:gd name="connsiteX19-2217" fmla="*/ 745331 w 1343025"/>
                <a:gd name="connsiteY19-2218" fmla="*/ 1343025 h 1343025"/>
                <a:gd name="connsiteX20-2219" fmla="*/ 695325 w 1343025"/>
                <a:gd name="connsiteY20-2220" fmla="*/ 1171575 h 1343025"/>
                <a:gd name="connsiteX21-2221" fmla="*/ 535781 w 1343025"/>
                <a:gd name="connsiteY21-2222" fmla="*/ 1157287 h 1343025"/>
                <a:gd name="connsiteX22-2223" fmla="*/ 452437 w 1343025"/>
                <a:gd name="connsiteY22-2224" fmla="*/ 1304925 h 1343025"/>
                <a:gd name="connsiteX23-2225" fmla="*/ 245268 w 1343025"/>
                <a:gd name="connsiteY23-2226" fmla="*/ 1193006 h 1343025"/>
                <a:gd name="connsiteX24-2227" fmla="*/ 333375 w 1343025"/>
                <a:gd name="connsiteY24-2228" fmla="*/ 1042987 h 1343025"/>
                <a:gd name="connsiteX25-2229" fmla="*/ 226218 w 1343025"/>
                <a:gd name="connsiteY25-2230" fmla="*/ 909637 h 1343025"/>
                <a:gd name="connsiteX26-2231" fmla="*/ 59531 w 1343025"/>
                <a:gd name="connsiteY26-2232" fmla="*/ 964406 h 1343025"/>
                <a:gd name="connsiteX27-2233" fmla="*/ 0 w 1343025"/>
                <a:gd name="connsiteY27-2234" fmla="*/ 733425 h 1343025"/>
                <a:gd name="connsiteX28-2235" fmla="*/ 166687 w 1343025"/>
                <a:gd name="connsiteY28-2236" fmla="*/ 690562 h 1343025"/>
                <a:gd name="connsiteX29-2237" fmla="*/ 190500 w 1343025"/>
                <a:gd name="connsiteY29-2238" fmla="*/ 521493 h 1343025"/>
                <a:gd name="connsiteX30-2239" fmla="*/ 35718 w 1343025"/>
                <a:gd name="connsiteY30-2240" fmla="*/ 440531 h 1343025"/>
                <a:gd name="connsiteX31-2241" fmla="*/ 154781 w 1343025"/>
                <a:gd name="connsiteY31-2242" fmla="*/ 242887 h 1343025"/>
                <a:gd name="connsiteX32-2243" fmla="*/ 297656 w 1343025"/>
                <a:gd name="connsiteY32-2244" fmla="*/ 330993 h 1343025"/>
                <a:gd name="connsiteX0-2245" fmla="*/ 297656 w 1343025"/>
                <a:gd name="connsiteY0-2246" fmla="*/ 330993 h 1343025"/>
                <a:gd name="connsiteX1-2247" fmla="*/ 431006 w 1343025"/>
                <a:gd name="connsiteY1-2248" fmla="*/ 226218 h 1343025"/>
                <a:gd name="connsiteX2-2249" fmla="*/ 378618 w 1343025"/>
                <a:gd name="connsiteY2-2250" fmla="*/ 61912 h 1343025"/>
                <a:gd name="connsiteX3-2251" fmla="*/ 602456 w 1343025"/>
                <a:gd name="connsiteY3-2252" fmla="*/ 0 h 1343025"/>
                <a:gd name="connsiteX4-2253" fmla="*/ 652462 w 1343025"/>
                <a:gd name="connsiteY4-2254" fmla="*/ 171450 h 1343025"/>
                <a:gd name="connsiteX5-2255" fmla="*/ 816768 w 1343025"/>
                <a:gd name="connsiteY5-2256" fmla="*/ 185737 h 1343025"/>
                <a:gd name="connsiteX6-2257" fmla="*/ 900112 w 1343025"/>
                <a:gd name="connsiteY6-2258" fmla="*/ 40481 h 1343025"/>
                <a:gd name="connsiteX7-2259" fmla="*/ 1104900 w 1343025"/>
                <a:gd name="connsiteY7-2260" fmla="*/ 150018 h 1343025"/>
                <a:gd name="connsiteX8-2261" fmla="*/ 1014412 w 1343025"/>
                <a:gd name="connsiteY8-2262" fmla="*/ 295275 h 1343025"/>
                <a:gd name="connsiteX9-2263" fmla="*/ 1119187 w 1343025"/>
                <a:gd name="connsiteY9-2264" fmla="*/ 431006 h 1343025"/>
                <a:gd name="connsiteX10-2265" fmla="*/ 1281112 w 1343025"/>
                <a:gd name="connsiteY10-2266" fmla="*/ 373856 h 1343025"/>
                <a:gd name="connsiteX11-2267" fmla="*/ 1343025 w 1343025"/>
                <a:gd name="connsiteY11-2268" fmla="*/ 602456 h 1343025"/>
                <a:gd name="connsiteX12-2269" fmla="*/ 1173956 w 1343025"/>
                <a:gd name="connsiteY12-2270" fmla="*/ 645318 h 1343025"/>
                <a:gd name="connsiteX13-2271" fmla="*/ 1157287 w 1343025"/>
                <a:gd name="connsiteY13-2272" fmla="*/ 812006 h 1343025"/>
                <a:gd name="connsiteX14-2273" fmla="*/ 1307306 w 1343025"/>
                <a:gd name="connsiteY14-2274" fmla="*/ 892968 h 1343025"/>
                <a:gd name="connsiteX15-2275" fmla="*/ 1193006 w 1343025"/>
                <a:gd name="connsiteY15-2276" fmla="*/ 1097756 h 1343025"/>
                <a:gd name="connsiteX16-2277" fmla="*/ 1040606 w 1343025"/>
                <a:gd name="connsiteY16-2278" fmla="*/ 1009650 h 1343025"/>
                <a:gd name="connsiteX17-2279" fmla="*/ 919162 w 1343025"/>
                <a:gd name="connsiteY17-2280" fmla="*/ 1112043 h 1343025"/>
                <a:gd name="connsiteX18-2281" fmla="*/ 973931 w 1343025"/>
                <a:gd name="connsiteY18-2282" fmla="*/ 1276350 h 1343025"/>
                <a:gd name="connsiteX19-2283" fmla="*/ 745331 w 1343025"/>
                <a:gd name="connsiteY19-2284" fmla="*/ 1343025 h 1343025"/>
                <a:gd name="connsiteX20-2285" fmla="*/ 695325 w 1343025"/>
                <a:gd name="connsiteY20-2286" fmla="*/ 1171575 h 1343025"/>
                <a:gd name="connsiteX21-2287" fmla="*/ 535781 w 1343025"/>
                <a:gd name="connsiteY21-2288" fmla="*/ 1157287 h 1343025"/>
                <a:gd name="connsiteX22-2289" fmla="*/ 452437 w 1343025"/>
                <a:gd name="connsiteY22-2290" fmla="*/ 1304925 h 1343025"/>
                <a:gd name="connsiteX23-2291" fmla="*/ 245268 w 1343025"/>
                <a:gd name="connsiteY23-2292" fmla="*/ 1193006 h 1343025"/>
                <a:gd name="connsiteX24-2293" fmla="*/ 333375 w 1343025"/>
                <a:gd name="connsiteY24-2294" fmla="*/ 1042987 h 1343025"/>
                <a:gd name="connsiteX25-2295" fmla="*/ 226218 w 1343025"/>
                <a:gd name="connsiteY25-2296" fmla="*/ 909637 h 1343025"/>
                <a:gd name="connsiteX26-2297" fmla="*/ 59531 w 1343025"/>
                <a:gd name="connsiteY26-2298" fmla="*/ 964406 h 1343025"/>
                <a:gd name="connsiteX27-2299" fmla="*/ 0 w 1343025"/>
                <a:gd name="connsiteY27-2300" fmla="*/ 733425 h 1343025"/>
                <a:gd name="connsiteX28-2301" fmla="*/ 166687 w 1343025"/>
                <a:gd name="connsiteY28-2302" fmla="*/ 690562 h 1343025"/>
                <a:gd name="connsiteX29-2303" fmla="*/ 190500 w 1343025"/>
                <a:gd name="connsiteY29-2304" fmla="*/ 521493 h 1343025"/>
                <a:gd name="connsiteX30-2305" fmla="*/ 35718 w 1343025"/>
                <a:gd name="connsiteY30-2306" fmla="*/ 440531 h 1343025"/>
                <a:gd name="connsiteX31-2307" fmla="*/ 154781 w 1343025"/>
                <a:gd name="connsiteY31-2308" fmla="*/ 242887 h 1343025"/>
                <a:gd name="connsiteX32-2309" fmla="*/ 297656 w 1343025"/>
                <a:gd name="connsiteY32-2310" fmla="*/ 330993 h 1343025"/>
                <a:gd name="connsiteX0-2311" fmla="*/ 297656 w 1343025"/>
                <a:gd name="connsiteY0-2312" fmla="*/ 330993 h 1343025"/>
                <a:gd name="connsiteX1-2313" fmla="*/ 431006 w 1343025"/>
                <a:gd name="connsiteY1-2314" fmla="*/ 226218 h 1343025"/>
                <a:gd name="connsiteX2-2315" fmla="*/ 378618 w 1343025"/>
                <a:gd name="connsiteY2-2316" fmla="*/ 61912 h 1343025"/>
                <a:gd name="connsiteX3-2317" fmla="*/ 602456 w 1343025"/>
                <a:gd name="connsiteY3-2318" fmla="*/ 0 h 1343025"/>
                <a:gd name="connsiteX4-2319" fmla="*/ 652462 w 1343025"/>
                <a:gd name="connsiteY4-2320" fmla="*/ 171450 h 1343025"/>
                <a:gd name="connsiteX5-2321" fmla="*/ 816768 w 1343025"/>
                <a:gd name="connsiteY5-2322" fmla="*/ 185737 h 1343025"/>
                <a:gd name="connsiteX6-2323" fmla="*/ 900112 w 1343025"/>
                <a:gd name="connsiteY6-2324" fmla="*/ 40481 h 1343025"/>
                <a:gd name="connsiteX7-2325" fmla="*/ 1104900 w 1343025"/>
                <a:gd name="connsiteY7-2326" fmla="*/ 150018 h 1343025"/>
                <a:gd name="connsiteX8-2327" fmla="*/ 1014412 w 1343025"/>
                <a:gd name="connsiteY8-2328" fmla="*/ 295275 h 1343025"/>
                <a:gd name="connsiteX9-2329" fmla="*/ 1119187 w 1343025"/>
                <a:gd name="connsiteY9-2330" fmla="*/ 431006 h 1343025"/>
                <a:gd name="connsiteX10-2331" fmla="*/ 1281112 w 1343025"/>
                <a:gd name="connsiteY10-2332" fmla="*/ 373856 h 1343025"/>
                <a:gd name="connsiteX11-2333" fmla="*/ 1343025 w 1343025"/>
                <a:gd name="connsiteY11-2334" fmla="*/ 602456 h 1343025"/>
                <a:gd name="connsiteX12-2335" fmla="*/ 1173956 w 1343025"/>
                <a:gd name="connsiteY12-2336" fmla="*/ 645318 h 1343025"/>
                <a:gd name="connsiteX13-2337" fmla="*/ 1157287 w 1343025"/>
                <a:gd name="connsiteY13-2338" fmla="*/ 812006 h 1343025"/>
                <a:gd name="connsiteX14-2339" fmla="*/ 1307306 w 1343025"/>
                <a:gd name="connsiteY14-2340" fmla="*/ 892968 h 1343025"/>
                <a:gd name="connsiteX15-2341" fmla="*/ 1193006 w 1343025"/>
                <a:gd name="connsiteY15-2342" fmla="*/ 1097756 h 1343025"/>
                <a:gd name="connsiteX16-2343" fmla="*/ 1040606 w 1343025"/>
                <a:gd name="connsiteY16-2344" fmla="*/ 1009650 h 1343025"/>
                <a:gd name="connsiteX17-2345" fmla="*/ 919162 w 1343025"/>
                <a:gd name="connsiteY17-2346" fmla="*/ 1112043 h 1343025"/>
                <a:gd name="connsiteX18-2347" fmla="*/ 973931 w 1343025"/>
                <a:gd name="connsiteY18-2348" fmla="*/ 1276350 h 1343025"/>
                <a:gd name="connsiteX19-2349" fmla="*/ 745331 w 1343025"/>
                <a:gd name="connsiteY19-2350" fmla="*/ 1343025 h 1343025"/>
                <a:gd name="connsiteX20-2351" fmla="*/ 695325 w 1343025"/>
                <a:gd name="connsiteY20-2352" fmla="*/ 1171575 h 1343025"/>
                <a:gd name="connsiteX21-2353" fmla="*/ 535781 w 1343025"/>
                <a:gd name="connsiteY21-2354" fmla="*/ 1157287 h 1343025"/>
                <a:gd name="connsiteX22-2355" fmla="*/ 452437 w 1343025"/>
                <a:gd name="connsiteY22-2356" fmla="*/ 1304925 h 1343025"/>
                <a:gd name="connsiteX23-2357" fmla="*/ 245268 w 1343025"/>
                <a:gd name="connsiteY23-2358" fmla="*/ 1193006 h 1343025"/>
                <a:gd name="connsiteX24-2359" fmla="*/ 333375 w 1343025"/>
                <a:gd name="connsiteY24-2360" fmla="*/ 1042987 h 1343025"/>
                <a:gd name="connsiteX25-2361" fmla="*/ 226218 w 1343025"/>
                <a:gd name="connsiteY25-2362" fmla="*/ 909637 h 1343025"/>
                <a:gd name="connsiteX26-2363" fmla="*/ 59531 w 1343025"/>
                <a:gd name="connsiteY26-2364" fmla="*/ 964406 h 1343025"/>
                <a:gd name="connsiteX27-2365" fmla="*/ 0 w 1343025"/>
                <a:gd name="connsiteY27-2366" fmla="*/ 733425 h 1343025"/>
                <a:gd name="connsiteX28-2367" fmla="*/ 166687 w 1343025"/>
                <a:gd name="connsiteY28-2368" fmla="*/ 690562 h 1343025"/>
                <a:gd name="connsiteX29-2369" fmla="*/ 190500 w 1343025"/>
                <a:gd name="connsiteY29-2370" fmla="*/ 521493 h 1343025"/>
                <a:gd name="connsiteX30-2371" fmla="*/ 35718 w 1343025"/>
                <a:gd name="connsiteY30-2372" fmla="*/ 440531 h 1343025"/>
                <a:gd name="connsiteX31-2373" fmla="*/ 154781 w 1343025"/>
                <a:gd name="connsiteY31-2374" fmla="*/ 242887 h 1343025"/>
                <a:gd name="connsiteX32-2375" fmla="*/ 297656 w 1343025"/>
                <a:gd name="connsiteY32-2376" fmla="*/ 330993 h 1343025"/>
                <a:gd name="connsiteX0-2377" fmla="*/ 297656 w 1343025"/>
                <a:gd name="connsiteY0-2378" fmla="*/ 330993 h 1343025"/>
                <a:gd name="connsiteX1-2379" fmla="*/ 431006 w 1343025"/>
                <a:gd name="connsiteY1-2380" fmla="*/ 226218 h 1343025"/>
                <a:gd name="connsiteX2-2381" fmla="*/ 378618 w 1343025"/>
                <a:gd name="connsiteY2-2382" fmla="*/ 61912 h 1343025"/>
                <a:gd name="connsiteX3-2383" fmla="*/ 602456 w 1343025"/>
                <a:gd name="connsiteY3-2384" fmla="*/ 0 h 1343025"/>
                <a:gd name="connsiteX4-2385" fmla="*/ 652462 w 1343025"/>
                <a:gd name="connsiteY4-2386" fmla="*/ 171450 h 1343025"/>
                <a:gd name="connsiteX5-2387" fmla="*/ 816768 w 1343025"/>
                <a:gd name="connsiteY5-2388" fmla="*/ 185737 h 1343025"/>
                <a:gd name="connsiteX6-2389" fmla="*/ 900112 w 1343025"/>
                <a:gd name="connsiteY6-2390" fmla="*/ 40481 h 1343025"/>
                <a:gd name="connsiteX7-2391" fmla="*/ 1104900 w 1343025"/>
                <a:gd name="connsiteY7-2392" fmla="*/ 150018 h 1343025"/>
                <a:gd name="connsiteX8-2393" fmla="*/ 1014412 w 1343025"/>
                <a:gd name="connsiteY8-2394" fmla="*/ 295275 h 1343025"/>
                <a:gd name="connsiteX9-2395" fmla="*/ 1119187 w 1343025"/>
                <a:gd name="connsiteY9-2396" fmla="*/ 431006 h 1343025"/>
                <a:gd name="connsiteX10-2397" fmla="*/ 1281112 w 1343025"/>
                <a:gd name="connsiteY10-2398" fmla="*/ 373856 h 1343025"/>
                <a:gd name="connsiteX11-2399" fmla="*/ 1343025 w 1343025"/>
                <a:gd name="connsiteY11-2400" fmla="*/ 602456 h 1343025"/>
                <a:gd name="connsiteX12-2401" fmla="*/ 1173956 w 1343025"/>
                <a:gd name="connsiteY12-2402" fmla="*/ 645318 h 1343025"/>
                <a:gd name="connsiteX13-2403" fmla="*/ 1157287 w 1343025"/>
                <a:gd name="connsiteY13-2404" fmla="*/ 812006 h 1343025"/>
                <a:gd name="connsiteX14-2405" fmla="*/ 1307306 w 1343025"/>
                <a:gd name="connsiteY14-2406" fmla="*/ 892968 h 1343025"/>
                <a:gd name="connsiteX15-2407" fmla="*/ 1193006 w 1343025"/>
                <a:gd name="connsiteY15-2408" fmla="*/ 1097756 h 1343025"/>
                <a:gd name="connsiteX16-2409" fmla="*/ 1040606 w 1343025"/>
                <a:gd name="connsiteY16-2410" fmla="*/ 1009650 h 1343025"/>
                <a:gd name="connsiteX17-2411" fmla="*/ 919162 w 1343025"/>
                <a:gd name="connsiteY17-2412" fmla="*/ 1112043 h 1343025"/>
                <a:gd name="connsiteX18-2413" fmla="*/ 973931 w 1343025"/>
                <a:gd name="connsiteY18-2414" fmla="*/ 1276350 h 1343025"/>
                <a:gd name="connsiteX19-2415" fmla="*/ 745331 w 1343025"/>
                <a:gd name="connsiteY19-2416" fmla="*/ 1343025 h 1343025"/>
                <a:gd name="connsiteX20-2417" fmla="*/ 695325 w 1343025"/>
                <a:gd name="connsiteY20-2418" fmla="*/ 1171575 h 1343025"/>
                <a:gd name="connsiteX21-2419" fmla="*/ 535781 w 1343025"/>
                <a:gd name="connsiteY21-2420" fmla="*/ 1157287 h 1343025"/>
                <a:gd name="connsiteX22-2421" fmla="*/ 452437 w 1343025"/>
                <a:gd name="connsiteY22-2422" fmla="*/ 1304925 h 1343025"/>
                <a:gd name="connsiteX23-2423" fmla="*/ 245268 w 1343025"/>
                <a:gd name="connsiteY23-2424" fmla="*/ 1193006 h 1343025"/>
                <a:gd name="connsiteX24-2425" fmla="*/ 333375 w 1343025"/>
                <a:gd name="connsiteY24-2426" fmla="*/ 1042987 h 1343025"/>
                <a:gd name="connsiteX25-2427" fmla="*/ 226218 w 1343025"/>
                <a:gd name="connsiteY25-2428" fmla="*/ 909637 h 1343025"/>
                <a:gd name="connsiteX26-2429" fmla="*/ 59531 w 1343025"/>
                <a:gd name="connsiteY26-2430" fmla="*/ 964406 h 1343025"/>
                <a:gd name="connsiteX27-2431" fmla="*/ 0 w 1343025"/>
                <a:gd name="connsiteY27-2432" fmla="*/ 733425 h 1343025"/>
                <a:gd name="connsiteX28-2433" fmla="*/ 166687 w 1343025"/>
                <a:gd name="connsiteY28-2434" fmla="*/ 690562 h 1343025"/>
                <a:gd name="connsiteX29-2435" fmla="*/ 190500 w 1343025"/>
                <a:gd name="connsiteY29-2436" fmla="*/ 521493 h 1343025"/>
                <a:gd name="connsiteX30-2437" fmla="*/ 35718 w 1343025"/>
                <a:gd name="connsiteY30-2438" fmla="*/ 440531 h 1343025"/>
                <a:gd name="connsiteX31-2439" fmla="*/ 154781 w 1343025"/>
                <a:gd name="connsiteY31-2440" fmla="*/ 242887 h 1343025"/>
                <a:gd name="connsiteX32-2441" fmla="*/ 297656 w 1343025"/>
                <a:gd name="connsiteY32-2442" fmla="*/ 330993 h 1343025"/>
                <a:gd name="connsiteX0-2443" fmla="*/ 297656 w 1343025"/>
                <a:gd name="connsiteY0-2444" fmla="*/ 330993 h 1343025"/>
                <a:gd name="connsiteX1-2445" fmla="*/ 431006 w 1343025"/>
                <a:gd name="connsiteY1-2446" fmla="*/ 226218 h 1343025"/>
                <a:gd name="connsiteX2-2447" fmla="*/ 378618 w 1343025"/>
                <a:gd name="connsiteY2-2448" fmla="*/ 61912 h 1343025"/>
                <a:gd name="connsiteX3-2449" fmla="*/ 602456 w 1343025"/>
                <a:gd name="connsiteY3-2450" fmla="*/ 0 h 1343025"/>
                <a:gd name="connsiteX4-2451" fmla="*/ 652462 w 1343025"/>
                <a:gd name="connsiteY4-2452" fmla="*/ 171450 h 1343025"/>
                <a:gd name="connsiteX5-2453" fmla="*/ 816768 w 1343025"/>
                <a:gd name="connsiteY5-2454" fmla="*/ 185737 h 1343025"/>
                <a:gd name="connsiteX6-2455" fmla="*/ 900112 w 1343025"/>
                <a:gd name="connsiteY6-2456" fmla="*/ 40481 h 1343025"/>
                <a:gd name="connsiteX7-2457" fmla="*/ 1104900 w 1343025"/>
                <a:gd name="connsiteY7-2458" fmla="*/ 150018 h 1343025"/>
                <a:gd name="connsiteX8-2459" fmla="*/ 1012031 w 1343025"/>
                <a:gd name="connsiteY8-2460" fmla="*/ 297656 h 1343025"/>
                <a:gd name="connsiteX9-2461" fmla="*/ 1119187 w 1343025"/>
                <a:gd name="connsiteY9-2462" fmla="*/ 431006 h 1343025"/>
                <a:gd name="connsiteX10-2463" fmla="*/ 1281112 w 1343025"/>
                <a:gd name="connsiteY10-2464" fmla="*/ 373856 h 1343025"/>
                <a:gd name="connsiteX11-2465" fmla="*/ 1343025 w 1343025"/>
                <a:gd name="connsiteY11-2466" fmla="*/ 602456 h 1343025"/>
                <a:gd name="connsiteX12-2467" fmla="*/ 1173956 w 1343025"/>
                <a:gd name="connsiteY12-2468" fmla="*/ 645318 h 1343025"/>
                <a:gd name="connsiteX13-2469" fmla="*/ 1157287 w 1343025"/>
                <a:gd name="connsiteY13-2470" fmla="*/ 812006 h 1343025"/>
                <a:gd name="connsiteX14-2471" fmla="*/ 1307306 w 1343025"/>
                <a:gd name="connsiteY14-2472" fmla="*/ 892968 h 1343025"/>
                <a:gd name="connsiteX15-2473" fmla="*/ 1193006 w 1343025"/>
                <a:gd name="connsiteY15-2474" fmla="*/ 1097756 h 1343025"/>
                <a:gd name="connsiteX16-2475" fmla="*/ 1040606 w 1343025"/>
                <a:gd name="connsiteY16-2476" fmla="*/ 1009650 h 1343025"/>
                <a:gd name="connsiteX17-2477" fmla="*/ 919162 w 1343025"/>
                <a:gd name="connsiteY17-2478" fmla="*/ 1112043 h 1343025"/>
                <a:gd name="connsiteX18-2479" fmla="*/ 973931 w 1343025"/>
                <a:gd name="connsiteY18-2480" fmla="*/ 1276350 h 1343025"/>
                <a:gd name="connsiteX19-2481" fmla="*/ 745331 w 1343025"/>
                <a:gd name="connsiteY19-2482" fmla="*/ 1343025 h 1343025"/>
                <a:gd name="connsiteX20-2483" fmla="*/ 695325 w 1343025"/>
                <a:gd name="connsiteY20-2484" fmla="*/ 1171575 h 1343025"/>
                <a:gd name="connsiteX21-2485" fmla="*/ 535781 w 1343025"/>
                <a:gd name="connsiteY21-2486" fmla="*/ 1157287 h 1343025"/>
                <a:gd name="connsiteX22-2487" fmla="*/ 452437 w 1343025"/>
                <a:gd name="connsiteY22-2488" fmla="*/ 1304925 h 1343025"/>
                <a:gd name="connsiteX23-2489" fmla="*/ 245268 w 1343025"/>
                <a:gd name="connsiteY23-2490" fmla="*/ 1193006 h 1343025"/>
                <a:gd name="connsiteX24-2491" fmla="*/ 333375 w 1343025"/>
                <a:gd name="connsiteY24-2492" fmla="*/ 1042987 h 1343025"/>
                <a:gd name="connsiteX25-2493" fmla="*/ 226218 w 1343025"/>
                <a:gd name="connsiteY25-2494" fmla="*/ 909637 h 1343025"/>
                <a:gd name="connsiteX26-2495" fmla="*/ 59531 w 1343025"/>
                <a:gd name="connsiteY26-2496" fmla="*/ 964406 h 1343025"/>
                <a:gd name="connsiteX27-2497" fmla="*/ 0 w 1343025"/>
                <a:gd name="connsiteY27-2498" fmla="*/ 733425 h 1343025"/>
                <a:gd name="connsiteX28-2499" fmla="*/ 166687 w 1343025"/>
                <a:gd name="connsiteY28-2500" fmla="*/ 690562 h 1343025"/>
                <a:gd name="connsiteX29-2501" fmla="*/ 190500 w 1343025"/>
                <a:gd name="connsiteY29-2502" fmla="*/ 521493 h 1343025"/>
                <a:gd name="connsiteX30-2503" fmla="*/ 35718 w 1343025"/>
                <a:gd name="connsiteY30-2504" fmla="*/ 440531 h 1343025"/>
                <a:gd name="connsiteX31-2505" fmla="*/ 154781 w 1343025"/>
                <a:gd name="connsiteY31-2506" fmla="*/ 242887 h 1343025"/>
                <a:gd name="connsiteX32-2507" fmla="*/ 297656 w 1343025"/>
                <a:gd name="connsiteY32-2508" fmla="*/ 330993 h 1343025"/>
                <a:gd name="connsiteX0-2509" fmla="*/ 297656 w 1343025"/>
                <a:gd name="connsiteY0-2510" fmla="*/ 330993 h 1343025"/>
                <a:gd name="connsiteX1-2511" fmla="*/ 431006 w 1343025"/>
                <a:gd name="connsiteY1-2512" fmla="*/ 226218 h 1343025"/>
                <a:gd name="connsiteX2-2513" fmla="*/ 378618 w 1343025"/>
                <a:gd name="connsiteY2-2514" fmla="*/ 61912 h 1343025"/>
                <a:gd name="connsiteX3-2515" fmla="*/ 602456 w 1343025"/>
                <a:gd name="connsiteY3-2516" fmla="*/ 0 h 1343025"/>
                <a:gd name="connsiteX4-2517" fmla="*/ 652462 w 1343025"/>
                <a:gd name="connsiteY4-2518" fmla="*/ 171450 h 1343025"/>
                <a:gd name="connsiteX5-2519" fmla="*/ 816768 w 1343025"/>
                <a:gd name="connsiteY5-2520" fmla="*/ 185737 h 1343025"/>
                <a:gd name="connsiteX6-2521" fmla="*/ 900112 w 1343025"/>
                <a:gd name="connsiteY6-2522" fmla="*/ 40481 h 1343025"/>
                <a:gd name="connsiteX7-2523" fmla="*/ 1104900 w 1343025"/>
                <a:gd name="connsiteY7-2524" fmla="*/ 150018 h 1343025"/>
                <a:gd name="connsiteX8-2525" fmla="*/ 1012031 w 1343025"/>
                <a:gd name="connsiteY8-2526" fmla="*/ 297656 h 1343025"/>
                <a:gd name="connsiteX9-2527" fmla="*/ 1119187 w 1343025"/>
                <a:gd name="connsiteY9-2528" fmla="*/ 431006 h 1343025"/>
                <a:gd name="connsiteX10-2529" fmla="*/ 1281112 w 1343025"/>
                <a:gd name="connsiteY10-2530" fmla="*/ 373856 h 1343025"/>
                <a:gd name="connsiteX11-2531" fmla="*/ 1343025 w 1343025"/>
                <a:gd name="connsiteY11-2532" fmla="*/ 602456 h 1343025"/>
                <a:gd name="connsiteX12-2533" fmla="*/ 1173956 w 1343025"/>
                <a:gd name="connsiteY12-2534" fmla="*/ 645318 h 1343025"/>
                <a:gd name="connsiteX13-2535" fmla="*/ 1157287 w 1343025"/>
                <a:gd name="connsiteY13-2536" fmla="*/ 812006 h 1343025"/>
                <a:gd name="connsiteX14-2537" fmla="*/ 1307306 w 1343025"/>
                <a:gd name="connsiteY14-2538" fmla="*/ 892968 h 1343025"/>
                <a:gd name="connsiteX15-2539" fmla="*/ 1193006 w 1343025"/>
                <a:gd name="connsiteY15-2540" fmla="*/ 1097756 h 1343025"/>
                <a:gd name="connsiteX16-2541" fmla="*/ 1040606 w 1343025"/>
                <a:gd name="connsiteY16-2542" fmla="*/ 1009650 h 1343025"/>
                <a:gd name="connsiteX17-2543" fmla="*/ 919162 w 1343025"/>
                <a:gd name="connsiteY17-2544" fmla="*/ 1112043 h 1343025"/>
                <a:gd name="connsiteX18-2545" fmla="*/ 973931 w 1343025"/>
                <a:gd name="connsiteY18-2546" fmla="*/ 1276350 h 1343025"/>
                <a:gd name="connsiteX19-2547" fmla="*/ 745331 w 1343025"/>
                <a:gd name="connsiteY19-2548" fmla="*/ 1343025 h 1343025"/>
                <a:gd name="connsiteX20-2549" fmla="*/ 695325 w 1343025"/>
                <a:gd name="connsiteY20-2550" fmla="*/ 1171575 h 1343025"/>
                <a:gd name="connsiteX21-2551" fmla="*/ 535781 w 1343025"/>
                <a:gd name="connsiteY21-2552" fmla="*/ 1157287 h 1343025"/>
                <a:gd name="connsiteX22-2553" fmla="*/ 452437 w 1343025"/>
                <a:gd name="connsiteY22-2554" fmla="*/ 1304925 h 1343025"/>
                <a:gd name="connsiteX23-2555" fmla="*/ 245268 w 1343025"/>
                <a:gd name="connsiteY23-2556" fmla="*/ 1193006 h 1343025"/>
                <a:gd name="connsiteX24-2557" fmla="*/ 333375 w 1343025"/>
                <a:gd name="connsiteY24-2558" fmla="*/ 1042987 h 1343025"/>
                <a:gd name="connsiteX25-2559" fmla="*/ 226218 w 1343025"/>
                <a:gd name="connsiteY25-2560" fmla="*/ 909637 h 1343025"/>
                <a:gd name="connsiteX26-2561" fmla="*/ 59531 w 1343025"/>
                <a:gd name="connsiteY26-2562" fmla="*/ 964406 h 1343025"/>
                <a:gd name="connsiteX27-2563" fmla="*/ 0 w 1343025"/>
                <a:gd name="connsiteY27-2564" fmla="*/ 733425 h 1343025"/>
                <a:gd name="connsiteX28-2565" fmla="*/ 166687 w 1343025"/>
                <a:gd name="connsiteY28-2566" fmla="*/ 690562 h 1343025"/>
                <a:gd name="connsiteX29-2567" fmla="*/ 190500 w 1343025"/>
                <a:gd name="connsiteY29-2568" fmla="*/ 521493 h 1343025"/>
                <a:gd name="connsiteX30-2569" fmla="*/ 35718 w 1343025"/>
                <a:gd name="connsiteY30-2570" fmla="*/ 440531 h 1343025"/>
                <a:gd name="connsiteX31-2571" fmla="*/ 154781 w 1343025"/>
                <a:gd name="connsiteY31-2572" fmla="*/ 242887 h 1343025"/>
                <a:gd name="connsiteX32-2573" fmla="*/ 297656 w 1343025"/>
                <a:gd name="connsiteY32-2574" fmla="*/ 330993 h 1343025"/>
                <a:gd name="connsiteX0-2575" fmla="*/ 297656 w 1343025"/>
                <a:gd name="connsiteY0-2576" fmla="*/ 330993 h 1343025"/>
                <a:gd name="connsiteX1-2577" fmla="*/ 431006 w 1343025"/>
                <a:gd name="connsiteY1-2578" fmla="*/ 226218 h 1343025"/>
                <a:gd name="connsiteX2-2579" fmla="*/ 378618 w 1343025"/>
                <a:gd name="connsiteY2-2580" fmla="*/ 61912 h 1343025"/>
                <a:gd name="connsiteX3-2581" fmla="*/ 602456 w 1343025"/>
                <a:gd name="connsiteY3-2582" fmla="*/ 0 h 1343025"/>
                <a:gd name="connsiteX4-2583" fmla="*/ 652462 w 1343025"/>
                <a:gd name="connsiteY4-2584" fmla="*/ 171450 h 1343025"/>
                <a:gd name="connsiteX5-2585" fmla="*/ 816768 w 1343025"/>
                <a:gd name="connsiteY5-2586" fmla="*/ 185737 h 1343025"/>
                <a:gd name="connsiteX6-2587" fmla="*/ 900112 w 1343025"/>
                <a:gd name="connsiteY6-2588" fmla="*/ 40481 h 1343025"/>
                <a:gd name="connsiteX7-2589" fmla="*/ 1104900 w 1343025"/>
                <a:gd name="connsiteY7-2590" fmla="*/ 150018 h 1343025"/>
                <a:gd name="connsiteX8-2591" fmla="*/ 1012031 w 1343025"/>
                <a:gd name="connsiteY8-2592" fmla="*/ 297656 h 1343025"/>
                <a:gd name="connsiteX9-2593" fmla="*/ 1119187 w 1343025"/>
                <a:gd name="connsiteY9-2594" fmla="*/ 431006 h 1343025"/>
                <a:gd name="connsiteX10-2595" fmla="*/ 1281112 w 1343025"/>
                <a:gd name="connsiteY10-2596" fmla="*/ 373856 h 1343025"/>
                <a:gd name="connsiteX11-2597" fmla="*/ 1343025 w 1343025"/>
                <a:gd name="connsiteY11-2598" fmla="*/ 602456 h 1343025"/>
                <a:gd name="connsiteX12-2599" fmla="*/ 1173956 w 1343025"/>
                <a:gd name="connsiteY12-2600" fmla="*/ 645318 h 1343025"/>
                <a:gd name="connsiteX13-2601" fmla="*/ 1157287 w 1343025"/>
                <a:gd name="connsiteY13-2602" fmla="*/ 812006 h 1343025"/>
                <a:gd name="connsiteX14-2603" fmla="*/ 1307306 w 1343025"/>
                <a:gd name="connsiteY14-2604" fmla="*/ 892968 h 1343025"/>
                <a:gd name="connsiteX15-2605" fmla="*/ 1193006 w 1343025"/>
                <a:gd name="connsiteY15-2606" fmla="*/ 1097756 h 1343025"/>
                <a:gd name="connsiteX16-2607" fmla="*/ 1040606 w 1343025"/>
                <a:gd name="connsiteY16-2608" fmla="*/ 1009650 h 1343025"/>
                <a:gd name="connsiteX17-2609" fmla="*/ 919162 w 1343025"/>
                <a:gd name="connsiteY17-2610" fmla="*/ 1112043 h 1343025"/>
                <a:gd name="connsiteX18-2611" fmla="*/ 973931 w 1343025"/>
                <a:gd name="connsiteY18-2612" fmla="*/ 1276350 h 1343025"/>
                <a:gd name="connsiteX19-2613" fmla="*/ 745331 w 1343025"/>
                <a:gd name="connsiteY19-2614" fmla="*/ 1343025 h 1343025"/>
                <a:gd name="connsiteX20-2615" fmla="*/ 695325 w 1343025"/>
                <a:gd name="connsiteY20-2616" fmla="*/ 1171575 h 1343025"/>
                <a:gd name="connsiteX21-2617" fmla="*/ 535781 w 1343025"/>
                <a:gd name="connsiteY21-2618" fmla="*/ 1157287 h 1343025"/>
                <a:gd name="connsiteX22-2619" fmla="*/ 452437 w 1343025"/>
                <a:gd name="connsiteY22-2620" fmla="*/ 1304925 h 1343025"/>
                <a:gd name="connsiteX23-2621" fmla="*/ 245268 w 1343025"/>
                <a:gd name="connsiteY23-2622" fmla="*/ 1193006 h 1343025"/>
                <a:gd name="connsiteX24-2623" fmla="*/ 333375 w 1343025"/>
                <a:gd name="connsiteY24-2624" fmla="*/ 1042987 h 1343025"/>
                <a:gd name="connsiteX25-2625" fmla="*/ 226218 w 1343025"/>
                <a:gd name="connsiteY25-2626" fmla="*/ 909637 h 1343025"/>
                <a:gd name="connsiteX26-2627" fmla="*/ 59531 w 1343025"/>
                <a:gd name="connsiteY26-2628" fmla="*/ 964406 h 1343025"/>
                <a:gd name="connsiteX27-2629" fmla="*/ 0 w 1343025"/>
                <a:gd name="connsiteY27-2630" fmla="*/ 733425 h 1343025"/>
                <a:gd name="connsiteX28-2631" fmla="*/ 166687 w 1343025"/>
                <a:gd name="connsiteY28-2632" fmla="*/ 690562 h 1343025"/>
                <a:gd name="connsiteX29-2633" fmla="*/ 190500 w 1343025"/>
                <a:gd name="connsiteY29-2634" fmla="*/ 521493 h 1343025"/>
                <a:gd name="connsiteX30-2635" fmla="*/ 35718 w 1343025"/>
                <a:gd name="connsiteY30-2636" fmla="*/ 440531 h 1343025"/>
                <a:gd name="connsiteX31-2637" fmla="*/ 154781 w 1343025"/>
                <a:gd name="connsiteY31-2638" fmla="*/ 242887 h 1343025"/>
                <a:gd name="connsiteX32-2639" fmla="*/ 297656 w 1343025"/>
                <a:gd name="connsiteY32-2640" fmla="*/ 330993 h 1343025"/>
                <a:gd name="connsiteX0-2641" fmla="*/ 297656 w 1343025"/>
                <a:gd name="connsiteY0-2642" fmla="*/ 330993 h 1343025"/>
                <a:gd name="connsiteX1-2643" fmla="*/ 431006 w 1343025"/>
                <a:gd name="connsiteY1-2644" fmla="*/ 226218 h 1343025"/>
                <a:gd name="connsiteX2-2645" fmla="*/ 378618 w 1343025"/>
                <a:gd name="connsiteY2-2646" fmla="*/ 61912 h 1343025"/>
                <a:gd name="connsiteX3-2647" fmla="*/ 602456 w 1343025"/>
                <a:gd name="connsiteY3-2648" fmla="*/ 0 h 1343025"/>
                <a:gd name="connsiteX4-2649" fmla="*/ 652462 w 1343025"/>
                <a:gd name="connsiteY4-2650" fmla="*/ 171450 h 1343025"/>
                <a:gd name="connsiteX5-2651" fmla="*/ 816768 w 1343025"/>
                <a:gd name="connsiteY5-2652" fmla="*/ 185737 h 1343025"/>
                <a:gd name="connsiteX6-2653" fmla="*/ 900112 w 1343025"/>
                <a:gd name="connsiteY6-2654" fmla="*/ 40481 h 1343025"/>
                <a:gd name="connsiteX7-2655" fmla="*/ 1104900 w 1343025"/>
                <a:gd name="connsiteY7-2656" fmla="*/ 150018 h 1343025"/>
                <a:gd name="connsiteX8-2657" fmla="*/ 1012031 w 1343025"/>
                <a:gd name="connsiteY8-2658" fmla="*/ 297656 h 1343025"/>
                <a:gd name="connsiteX9-2659" fmla="*/ 1119187 w 1343025"/>
                <a:gd name="connsiteY9-2660" fmla="*/ 431006 h 1343025"/>
                <a:gd name="connsiteX10-2661" fmla="*/ 1281112 w 1343025"/>
                <a:gd name="connsiteY10-2662" fmla="*/ 373856 h 1343025"/>
                <a:gd name="connsiteX11-2663" fmla="*/ 1343025 w 1343025"/>
                <a:gd name="connsiteY11-2664" fmla="*/ 602456 h 1343025"/>
                <a:gd name="connsiteX12-2665" fmla="*/ 1173956 w 1343025"/>
                <a:gd name="connsiteY12-2666" fmla="*/ 645318 h 1343025"/>
                <a:gd name="connsiteX13-2667" fmla="*/ 1157287 w 1343025"/>
                <a:gd name="connsiteY13-2668" fmla="*/ 812006 h 1343025"/>
                <a:gd name="connsiteX14-2669" fmla="*/ 1307306 w 1343025"/>
                <a:gd name="connsiteY14-2670" fmla="*/ 892968 h 1343025"/>
                <a:gd name="connsiteX15-2671" fmla="*/ 1193006 w 1343025"/>
                <a:gd name="connsiteY15-2672" fmla="*/ 1097756 h 1343025"/>
                <a:gd name="connsiteX16-2673" fmla="*/ 1040606 w 1343025"/>
                <a:gd name="connsiteY16-2674" fmla="*/ 1009650 h 1343025"/>
                <a:gd name="connsiteX17-2675" fmla="*/ 919162 w 1343025"/>
                <a:gd name="connsiteY17-2676" fmla="*/ 1112043 h 1343025"/>
                <a:gd name="connsiteX18-2677" fmla="*/ 973931 w 1343025"/>
                <a:gd name="connsiteY18-2678" fmla="*/ 1276350 h 1343025"/>
                <a:gd name="connsiteX19-2679" fmla="*/ 745331 w 1343025"/>
                <a:gd name="connsiteY19-2680" fmla="*/ 1343025 h 1343025"/>
                <a:gd name="connsiteX20-2681" fmla="*/ 695325 w 1343025"/>
                <a:gd name="connsiteY20-2682" fmla="*/ 1171575 h 1343025"/>
                <a:gd name="connsiteX21-2683" fmla="*/ 535781 w 1343025"/>
                <a:gd name="connsiteY21-2684" fmla="*/ 1157287 h 1343025"/>
                <a:gd name="connsiteX22-2685" fmla="*/ 452437 w 1343025"/>
                <a:gd name="connsiteY22-2686" fmla="*/ 1304925 h 1343025"/>
                <a:gd name="connsiteX23-2687" fmla="*/ 245268 w 1343025"/>
                <a:gd name="connsiteY23-2688" fmla="*/ 1193006 h 1343025"/>
                <a:gd name="connsiteX24-2689" fmla="*/ 333375 w 1343025"/>
                <a:gd name="connsiteY24-2690" fmla="*/ 1042987 h 1343025"/>
                <a:gd name="connsiteX25-2691" fmla="*/ 226218 w 1343025"/>
                <a:gd name="connsiteY25-2692" fmla="*/ 909637 h 1343025"/>
                <a:gd name="connsiteX26-2693" fmla="*/ 59531 w 1343025"/>
                <a:gd name="connsiteY26-2694" fmla="*/ 964406 h 1343025"/>
                <a:gd name="connsiteX27-2695" fmla="*/ 0 w 1343025"/>
                <a:gd name="connsiteY27-2696" fmla="*/ 733425 h 1343025"/>
                <a:gd name="connsiteX28-2697" fmla="*/ 166687 w 1343025"/>
                <a:gd name="connsiteY28-2698" fmla="*/ 690562 h 1343025"/>
                <a:gd name="connsiteX29-2699" fmla="*/ 190500 w 1343025"/>
                <a:gd name="connsiteY29-2700" fmla="*/ 521493 h 1343025"/>
                <a:gd name="connsiteX30-2701" fmla="*/ 35718 w 1343025"/>
                <a:gd name="connsiteY30-2702" fmla="*/ 440531 h 1343025"/>
                <a:gd name="connsiteX31-2703" fmla="*/ 154781 w 1343025"/>
                <a:gd name="connsiteY31-2704" fmla="*/ 242887 h 1343025"/>
                <a:gd name="connsiteX32-2705" fmla="*/ 297656 w 1343025"/>
                <a:gd name="connsiteY32-2706" fmla="*/ 330993 h 1343025"/>
                <a:gd name="connsiteX0-2707" fmla="*/ 297656 w 1343025"/>
                <a:gd name="connsiteY0-2708" fmla="*/ 330993 h 1343025"/>
                <a:gd name="connsiteX1-2709" fmla="*/ 431006 w 1343025"/>
                <a:gd name="connsiteY1-2710" fmla="*/ 226218 h 1343025"/>
                <a:gd name="connsiteX2-2711" fmla="*/ 378618 w 1343025"/>
                <a:gd name="connsiteY2-2712" fmla="*/ 61912 h 1343025"/>
                <a:gd name="connsiteX3-2713" fmla="*/ 602456 w 1343025"/>
                <a:gd name="connsiteY3-2714" fmla="*/ 0 h 1343025"/>
                <a:gd name="connsiteX4-2715" fmla="*/ 652462 w 1343025"/>
                <a:gd name="connsiteY4-2716" fmla="*/ 171450 h 1343025"/>
                <a:gd name="connsiteX5-2717" fmla="*/ 816768 w 1343025"/>
                <a:gd name="connsiteY5-2718" fmla="*/ 185737 h 1343025"/>
                <a:gd name="connsiteX6-2719" fmla="*/ 900112 w 1343025"/>
                <a:gd name="connsiteY6-2720" fmla="*/ 40481 h 1343025"/>
                <a:gd name="connsiteX7-2721" fmla="*/ 1104900 w 1343025"/>
                <a:gd name="connsiteY7-2722" fmla="*/ 150018 h 1343025"/>
                <a:gd name="connsiteX8-2723" fmla="*/ 1012031 w 1343025"/>
                <a:gd name="connsiteY8-2724" fmla="*/ 297656 h 1343025"/>
                <a:gd name="connsiteX9-2725" fmla="*/ 1119187 w 1343025"/>
                <a:gd name="connsiteY9-2726" fmla="*/ 431006 h 1343025"/>
                <a:gd name="connsiteX10-2727" fmla="*/ 1281112 w 1343025"/>
                <a:gd name="connsiteY10-2728" fmla="*/ 373856 h 1343025"/>
                <a:gd name="connsiteX11-2729" fmla="*/ 1343025 w 1343025"/>
                <a:gd name="connsiteY11-2730" fmla="*/ 602456 h 1343025"/>
                <a:gd name="connsiteX12-2731" fmla="*/ 1173956 w 1343025"/>
                <a:gd name="connsiteY12-2732" fmla="*/ 645318 h 1343025"/>
                <a:gd name="connsiteX13-2733" fmla="*/ 1157287 w 1343025"/>
                <a:gd name="connsiteY13-2734" fmla="*/ 812006 h 1343025"/>
                <a:gd name="connsiteX14-2735" fmla="*/ 1307306 w 1343025"/>
                <a:gd name="connsiteY14-2736" fmla="*/ 892968 h 1343025"/>
                <a:gd name="connsiteX15-2737" fmla="*/ 1193006 w 1343025"/>
                <a:gd name="connsiteY15-2738" fmla="*/ 1097756 h 1343025"/>
                <a:gd name="connsiteX16-2739" fmla="*/ 1040606 w 1343025"/>
                <a:gd name="connsiteY16-2740" fmla="*/ 1009650 h 1343025"/>
                <a:gd name="connsiteX17-2741" fmla="*/ 919162 w 1343025"/>
                <a:gd name="connsiteY17-2742" fmla="*/ 1112043 h 1343025"/>
                <a:gd name="connsiteX18-2743" fmla="*/ 973931 w 1343025"/>
                <a:gd name="connsiteY18-2744" fmla="*/ 1276350 h 1343025"/>
                <a:gd name="connsiteX19-2745" fmla="*/ 745331 w 1343025"/>
                <a:gd name="connsiteY19-2746" fmla="*/ 1343025 h 1343025"/>
                <a:gd name="connsiteX20-2747" fmla="*/ 695325 w 1343025"/>
                <a:gd name="connsiteY20-2748" fmla="*/ 1171575 h 1343025"/>
                <a:gd name="connsiteX21-2749" fmla="*/ 535781 w 1343025"/>
                <a:gd name="connsiteY21-2750" fmla="*/ 1157287 h 1343025"/>
                <a:gd name="connsiteX22-2751" fmla="*/ 452437 w 1343025"/>
                <a:gd name="connsiteY22-2752" fmla="*/ 1304925 h 1343025"/>
                <a:gd name="connsiteX23-2753" fmla="*/ 245268 w 1343025"/>
                <a:gd name="connsiteY23-2754" fmla="*/ 1193006 h 1343025"/>
                <a:gd name="connsiteX24-2755" fmla="*/ 333375 w 1343025"/>
                <a:gd name="connsiteY24-2756" fmla="*/ 1042987 h 1343025"/>
                <a:gd name="connsiteX25-2757" fmla="*/ 226218 w 1343025"/>
                <a:gd name="connsiteY25-2758" fmla="*/ 909637 h 1343025"/>
                <a:gd name="connsiteX26-2759" fmla="*/ 59531 w 1343025"/>
                <a:gd name="connsiteY26-2760" fmla="*/ 964406 h 1343025"/>
                <a:gd name="connsiteX27-2761" fmla="*/ 0 w 1343025"/>
                <a:gd name="connsiteY27-2762" fmla="*/ 733425 h 1343025"/>
                <a:gd name="connsiteX28-2763" fmla="*/ 166687 w 1343025"/>
                <a:gd name="connsiteY28-2764" fmla="*/ 690562 h 1343025"/>
                <a:gd name="connsiteX29-2765" fmla="*/ 190500 w 1343025"/>
                <a:gd name="connsiteY29-2766" fmla="*/ 521493 h 1343025"/>
                <a:gd name="connsiteX30-2767" fmla="*/ 35718 w 1343025"/>
                <a:gd name="connsiteY30-2768" fmla="*/ 440531 h 1343025"/>
                <a:gd name="connsiteX31-2769" fmla="*/ 154781 w 1343025"/>
                <a:gd name="connsiteY31-2770" fmla="*/ 242887 h 1343025"/>
                <a:gd name="connsiteX32-2771" fmla="*/ 297656 w 1343025"/>
                <a:gd name="connsiteY32-2772" fmla="*/ 330993 h 1343025"/>
                <a:gd name="connsiteX0-2773" fmla="*/ 297656 w 1343025"/>
                <a:gd name="connsiteY0-2774" fmla="*/ 330993 h 1343025"/>
                <a:gd name="connsiteX1-2775" fmla="*/ 431006 w 1343025"/>
                <a:gd name="connsiteY1-2776" fmla="*/ 226218 h 1343025"/>
                <a:gd name="connsiteX2-2777" fmla="*/ 378618 w 1343025"/>
                <a:gd name="connsiteY2-2778" fmla="*/ 61912 h 1343025"/>
                <a:gd name="connsiteX3-2779" fmla="*/ 602456 w 1343025"/>
                <a:gd name="connsiteY3-2780" fmla="*/ 0 h 1343025"/>
                <a:gd name="connsiteX4-2781" fmla="*/ 652462 w 1343025"/>
                <a:gd name="connsiteY4-2782" fmla="*/ 171450 h 1343025"/>
                <a:gd name="connsiteX5-2783" fmla="*/ 816768 w 1343025"/>
                <a:gd name="connsiteY5-2784" fmla="*/ 185737 h 1343025"/>
                <a:gd name="connsiteX6-2785" fmla="*/ 901561 w 1343025"/>
                <a:gd name="connsiteY6-2786" fmla="*/ 36133 h 1343025"/>
                <a:gd name="connsiteX7-2787" fmla="*/ 1104900 w 1343025"/>
                <a:gd name="connsiteY7-2788" fmla="*/ 150018 h 1343025"/>
                <a:gd name="connsiteX8-2789" fmla="*/ 1012031 w 1343025"/>
                <a:gd name="connsiteY8-2790" fmla="*/ 297656 h 1343025"/>
                <a:gd name="connsiteX9-2791" fmla="*/ 1119187 w 1343025"/>
                <a:gd name="connsiteY9-2792" fmla="*/ 431006 h 1343025"/>
                <a:gd name="connsiteX10-2793" fmla="*/ 1281112 w 1343025"/>
                <a:gd name="connsiteY10-2794" fmla="*/ 373856 h 1343025"/>
                <a:gd name="connsiteX11-2795" fmla="*/ 1343025 w 1343025"/>
                <a:gd name="connsiteY11-2796" fmla="*/ 602456 h 1343025"/>
                <a:gd name="connsiteX12-2797" fmla="*/ 1173956 w 1343025"/>
                <a:gd name="connsiteY12-2798" fmla="*/ 645318 h 1343025"/>
                <a:gd name="connsiteX13-2799" fmla="*/ 1157287 w 1343025"/>
                <a:gd name="connsiteY13-2800" fmla="*/ 812006 h 1343025"/>
                <a:gd name="connsiteX14-2801" fmla="*/ 1307306 w 1343025"/>
                <a:gd name="connsiteY14-2802" fmla="*/ 892968 h 1343025"/>
                <a:gd name="connsiteX15-2803" fmla="*/ 1193006 w 1343025"/>
                <a:gd name="connsiteY15-2804" fmla="*/ 1097756 h 1343025"/>
                <a:gd name="connsiteX16-2805" fmla="*/ 1040606 w 1343025"/>
                <a:gd name="connsiteY16-2806" fmla="*/ 1009650 h 1343025"/>
                <a:gd name="connsiteX17-2807" fmla="*/ 919162 w 1343025"/>
                <a:gd name="connsiteY17-2808" fmla="*/ 1112043 h 1343025"/>
                <a:gd name="connsiteX18-2809" fmla="*/ 973931 w 1343025"/>
                <a:gd name="connsiteY18-2810" fmla="*/ 1276350 h 1343025"/>
                <a:gd name="connsiteX19-2811" fmla="*/ 745331 w 1343025"/>
                <a:gd name="connsiteY19-2812" fmla="*/ 1343025 h 1343025"/>
                <a:gd name="connsiteX20-2813" fmla="*/ 695325 w 1343025"/>
                <a:gd name="connsiteY20-2814" fmla="*/ 1171575 h 1343025"/>
                <a:gd name="connsiteX21-2815" fmla="*/ 535781 w 1343025"/>
                <a:gd name="connsiteY21-2816" fmla="*/ 1157287 h 1343025"/>
                <a:gd name="connsiteX22-2817" fmla="*/ 452437 w 1343025"/>
                <a:gd name="connsiteY22-2818" fmla="*/ 1304925 h 1343025"/>
                <a:gd name="connsiteX23-2819" fmla="*/ 245268 w 1343025"/>
                <a:gd name="connsiteY23-2820" fmla="*/ 1193006 h 1343025"/>
                <a:gd name="connsiteX24-2821" fmla="*/ 333375 w 1343025"/>
                <a:gd name="connsiteY24-2822" fmla="*/ 1042987 h 1343025"/>
                <a:gd name="connsiteX25-2823" fmla="*/ 226218 w 1343025"/>
                <a:gd name="connsiteY25-2824" fmla="*/ 909637 h 1343025"/>
                <a:gd name="connsiteX26-2825" fmla="*/ 59531 w 1343025"/>
                <a:gd name="connsiteY26-2826" fmla="*/ 964406 h 1343025"/>
                <a:gd name="connsiteX27-2827" fmla="*/ 0 w 1343025"/>
                <a:gd name="connsiteY27-2828" fmla="*/ 733425 h 1343025"/>
                <a:gd name="connsiteX28-2829" fmla="*/ 166687 w 1343025"/>
                <a:gd name="connsiteY28-2830" fmla="*/ 690562 h 1343025"/>
                <a:gd name="connsiteX29-2831" fmla="*/ 190500 w 1343025"/>
                <a:gd name="connsiteY29-2832" fmla="*/ 521493 h 1343025"/>
                <a:gd name="connsiteX30-2833" fmla="*/ 35718 w 1343025"/>
                <a:gd name="connsiteY30-2834" fmla="*/ 440531 h 1343025"/>
                <a:gd name="connsiteX31-2835" fmla="*/ 154781 w 1343025"/>
                <a:gd name="connsiteY31-2836" fmla="*/ 242887 h 1343025"/>
                <a:gd name="connsiteX32-2837" fmla="*/ 297656 w 1343025"/>
                <a:gd name="connsiteY32-2838" fmla="*/ 330993 h 1343025"/>
                <a:gd name="connsiteX0-2839" fmla="*/ 297656 w 1343025"/>
                <a:gd name="connsiteY0-2840" fmla="*/ 330993 h 1343025"/>
                <a:gd name="connsiteX1-2841" fmla="*/ 431006 w 1343025"/>
                <a:gd name="connsiteY1-2842" fmla="*/ 226218 h 1343025"/>
                <a:gd name="connsiteX2-2843" fmla="*/ 378618 w 1343025"/>
                <a:gd name="connsiteY2-2844" fmla="*/ 61912 h 1343025"/>
                <a:gd name="connsiteX3-2845" fmla="*/ 602456 w 1343025"/>
                <a:gd name="connsiteY3-2846" fmla="*/ 0 h 1343025"/>
                <a:gd name="connsiteX4-2847" fmla="*/ 652462 w 1343025"/>
                <a:gd name="connsiteY4-2848" fmla="*/ 171450 h 1343025"/>
                <a:gd name="connsiteX5-2849" fmla="*/ 816768 w 1343025"/>
                <a:gd name="connsiteY5-2850" fmla="*/ 185737 h 1343025"/>
                <a:gd name="connsiteX6-2851" fmla="*/ 901561 w 1343025"/>
                <a:gd name="connsiteY6-2852" fmla="*/ 36133 h 1343025"/>
                <a:gd name="connsiteX7-2853" fmla="*/ 1104900 w 1343025"/>
                <a:gd name="connsiteY7-2854" fmla="*/ 150018 h 1343025"/>
                <a:gd name="connsiteX8-2855" fmla="*/ 1012031 w 1343025"/>
                <a:gd name="connsiteY8-2856" fmla="*/ 297656 h 1343025"/>
                <a:gd name="connsiteX9-2857" fmla="*/ 1119187 w 1343025"/>
                <a:gd name="connsiteY9-2858" fmla="*/ 431006 h 1343025"/>
                <a:gd name="connsiteX10-2859" fmla="*/ 1275315 w 1343025"/>
                <a:gd name="connsiteY10-2860" fmla="*/ 373856 h 1343025"/>
                <a:gd name="connsiteX11-2861" fmla="*/ 1343025 w 1343025"/>
                <a:gd name="connsiteY11-2862" fmla="*/ 602456 h 1343025"/>
                <a:gd name="connsiteX12-2863" fmla="*/ 1173956 w 1343025"/>
                <a:gd name="connsiteY12-2864" fmla="*/ 645318 h 1343025"/>
                <a:gd name="connsiteX13-2865" fmla="*/ 1157287 w 1343025"/>
                <a:gd name="connsiteY13-2866" fmla="*/ 812006 h 1343025"/>
                <a:gd name="connsiteX14-2867" fmla="*/ 1307306 w 1343025"/>
                <a:gd name="connsiteY14-2868" fmla="*/ 892968 h 1343025"/>
                <a:gd name="connsiteX15-2869" fmla="*/ 1193006 w 1343025"/>
                <a:gd name="connsiteY15-2870" fmla="*/ 1097756 h 1343025"/>
                <a:gd name="connsiteX16-2871" fmla="*/ 1040606 w 1343025"/>
                <a:gd name="connsiteY16-2872" fmla="*/ 1009650 h 1343025"/>
                <a:gd name="connsiteX17-2873" fmla="*/ 919162 w 1343025"/>
                <a:gd name="connsiteY17-2874" fmla="*/ 1112043 h 1343025"/>
                <a:gd name="connsiteX18-2875" fmla="*/ 973931 w 1343025"/>
                <a:gd name="connsiteY18-2876" fmla="*/ 1276350 h 1343025"/>
                <a:gd name="connsiteX19-2877" fmla="*/ 745331 w 1343025"/>
                <a:gd name="connsiteY19-2878" fmla="*/ 1343025 h 1343025"/>
                <a:gd name="connsiteX20-2879" fmla="*/ 695325 w 1343025"/>
                <a:gd name="connsiteY20-2880" fmla="*/ 1171575 h 1343025"/>
                <a:gd name="connsiteX21-2881" fmla="*/ 535781 w 1343025"/>
                <a:gd name="connsiteY21-2882" fmla="*/ 1157287 h 1343025"/>
                <a:gd name="connsiteX22-2883" fmla="*/ 452437 w 1343025"/>
                <a:gd name="connsiteY22-2884" fmla="*/ 1304925 h 1343025"/>
                <a:gd name="connsiteX23-2885" fmla="*/ 245268 w 1343025"/>
                <a:gd name="connsiteY23-2886" fmla="*/ 1193006 h 1343025"/>
                <a:gd name="connsiteX24-2887" fmla="*/ 333375 w 1343025"/>
                <a:gd name="connsiteY24-2888" fmla="*/ 1042987 h 1343025"/>
                <a:gd name="connsiteX25-2889" fmla="*/ 226218 w 1343025"/>
                <a:gd name="connsiteY25-2890" fmla="*/ 909637 h 1343025"/>
                <a:gd name="connsiteX26-2891" fmla="*/ 59531 w 1343025"/>
                <a:gd name="connsiteY26-2892" fmla="*/ 964406 h 1343025"/>
                <a:gd name="connsiteX27-2893" fmla="*/ 0 w 1343025"/>
                <a:gd name="connsiteY27-2894" fmla="*/ 733425 h 1343025"/>
                <a:gd name="connsiteX28-2895" fmla="*/ 166687 w 1343025"/>
                <a:gd name="connsiteY28-2896" fmla="*/ 690562 h 1343025"/>
                <a:gd name="connsiteX29-2897" fmla="*/ 190500 w 1343025"/>
                <a:gd name="connsiteY29-2898" fmla="*/ 521493 h 1343025"/>
                <a:gd name="connsiteX30-2899" fmla="*/ 35718 w 1343025"/>
                <a:gd name="connsiteY30-2900" fmla="*/ 440531 h 1343025"/>
                <a:gd name="connsiteX31-2901" fmla="*/ 154781 w 1343025"/>
                <a:gd name="connsiteY31-2902" fmla="*/ 242887 h 1343025"/>
                <a:gd name="connsiteX32-2903" fmla="*/ 297656 w 1343025"/>
                <a:gd name="connsiteY32-2904" fmla="*/ 330993 h 1343025"/>
                <a:gd name="connsiteX0-2905" fmla="*/ 297656 w 1343025"/>
                <a:gd name="connsiteY0-2906" fmla="*/ 330993 h 1343025"/>
                <a:gd name="connsiteX1-2907" fmla="*/ 431006 w 1343025"/>
                <a:gd name="connsiteY1-2908" fmla="*/ 226218 h 1343025"/>
                <a:gd name="connsiteX2-2909" fmla="*/ 378618 w 1343025"/>
                <a:gd name="connsiteY2-2910" fmla="*/ 61912 h 1343025"/>
                <a:gd name="connsiteX3-2911" fmla="*/ 602456 w 1343025"/>
                <a:gd name="connsiteY3-2912" fmla="*/ 0 h 1343025"/>
                <a:gd name="connsiteX4-2913" fmla="*/ 652462 w 1343025"/>
                <a:gd name="connsiteY4-2914" fmla="*/ 171450 h 1343025"/>
                <a:gd name="connsiteX5-2915" fmla="*/ 816768 w 1343025"/>
                <a:gd name="connsiteY5-2916" fmla="*/ 185737 h 1343025"/>
                <a:gd name="connsiteX6-2917" fmla="*/ 901561 w 1343025"/>
                <a:gd name="connsiteY6-2918" fmla="*/ 36133 h 1343025"/>
                <a:gd name="connsiteX7-2919" fmla="*/ 1104900 w 1343025"/>
                <a:gd name="connsiteY7-2920" fmla="*/ 150018 h 1343025"/>
                <a:gd name="connsiteX8-2921" fmla="*/ 1012031 w 1343025"/>
                <a:gd name="connsiteY8-2922" fmla="*/ 297656 h 1343025"/>
                <a:gd name="connsiteX9-2923" fmla="*/ 1119187 w 1343025"/>
                <a:gd name="connsiteY9-2924" fmla="*/ 431006 h 1343025"/>
                <a:gd name="connsiteX10-2925" fmla="*/ 1276765 w 1343025"/>
                <a:gd name="connsiteY10-2926" fmla="*/ 372406 h 1343025"/>
                <a:gd name="connsiteX11-2927" fmla="*/ 1343025 w 1343025"/>
                <a:gd name="connsiteY11-2928" fmla="*/ 602456 h 1343025"/>
                <a:gd name="connsiteX12-2929" fmla="*/ 1173956 w 1343025"/>
                <a:gd name="connsiteY12-2930" fmla="*/ 645318 h 1343025"/>
                <a:gd name="connsiteX13-2931" fmla="*/ 1157287 w 1343025"/>
                <a:gd name="connsiteY13-2932" fmla="*/ 812006 h 1343025"/>
                <a:gd name="connsiteX14-2933" fmla="*/ 1307306 w 1343025"/>
                <a:gd name="connsiteY14-2934" fmla="*/ 892968 h 1343025"/>
                <a:gd name="connsiteX15-2935" fmla="*/ 1193006 w 1343025"/>
                <a:gd name="connsiteY15-2936" fmla="*/ 1097756 h 1343025"/>
                <a:gd name="connsiteX16-2937" fmla="*/ 1040606 w 1343025"/>
                <a:gd name="connsiteY16-2938" fmla="*/ 1009650 h 1343025"/>
                <a:gd name="connsiteX17-2939" fmla="*/ 919162 w 1343025"/>
                <a:gd name="connsiteY17-2940" fmla="*/ 1112043 h 1343025"/>
                <a:gd name="connsiteX18-2941" fmla="*/ 973931 w 1343025"/>
                <a:gd name="connsiteY18-2942" fmla="*/ 1276350 h 1343025"/>
                <a:gd name="connsiteX19-2943" fmla="*/ 745331 w 1343025"/>
                <a:gd name="connsiteY19-2944" fmla="*/ 1343025 h 1343025"/>
                <a:gd name="connsiteX20-2945" fmla="*/ 695325 w 1343025"/>
                <a:gd name="connsiteY20-2946" fmla="*/ 1171575 h 1343025"/>
                <a:gd name="connsiteX21-2947" fmla="*/ 535781 w 1343025"/>
                <a:gd name="connsiteY21-2948" fmla="*/ 1157287 h 1343025"/>
                <a:gd name="connsiteX22-2949" fmla="*/ 452437 w 1343025"/>
                <a:gd name="connsiteY22-2950" fmla="*/ 1304925 h 1343025"/>
                <a:gd name="connsiteX23-2951" fmla="*/ 245268 w 1343025"/>
                <a:gd name="connsiteY23-2952" fmla="*/ 1193006 h 1343025"/>
                <a:gd name="connsiteX24-2953" fmla="*/ 333375 w 1343025"/>
                <a:gd name="connsiteY24-2954" fmla="*/ 1042987 h 1343025"/>
                <a:gd name="connsiteX25-2955" fmla="*/ 226218 w 1343025"/>
                <a:gd name="connsiteY25-2956" fmla="*/ 909637 h 1343025"/>
                <a:gd name="connsiteX26-2957" fmla="*/ 59531 w 1343025"/>
                <a:gd name="connsiteY26-2958" fmla="*/ 964406 h 1343025"/>
                <a:gd name="connsiteX27-2959" fmla="*/ 0 w 1343025"/>
                <a:gd name="connsiteY27-2960" fmla="*/ 733425 h 1343025"/>
                <a:gd name="connsiteX28-2961" fmla="*/ 166687 w 1343025"/>
                <a:gd name="connsiteY28-2962" fmla="*/ 690562 h 1343025"/>
                <a:gd name="connsiteX29-2963" fmla="*/ 190500 w 1343025"/>
                <a:gd name="connsiteY29-2964" fmla="*/ 521493 h 1343025"/>
                <a:gd name="connsiteX30-2965" fmla="*/ 35718 w 1343025"/>
                <a:gd name="connsiteY30-2966" fmla="*/ 440531 h 1343025"/>
                <a:gd name="connsiteX31-2967" fmla="*/ 154781 w 1343025"/>
                <a:gd name="connsiteY31-2968" fmla="*/ 242887 h 1343025"/>
                <a:gd name="connsiteX32-2969" fmla="*/ 297656 w 1343025"/>
                <a:gd name="connsiteY32-2970" fmla="*/ 330993 h 1343025"/>
                <a:gd name="connsiteX0-2971" fmla="*/ 297656 w 1343025"/>
                <a:gd name="connsiteY0-2972" fmla="*/ 330993 h 1343025"/>
                <a:gd name="connsiteX1-2973" fmla="*/ 431006 w 1343025"/>
                <a:gd name="connsiteY1-2974" fmla="*/ 226218 h 1343025"/>
                <a:gd name="connsiteX2-2975" fmla="*/ 378618 w 1343025"/>
                <a:gd name="connsiteY2-2976" fmla="*/ 61912 h 1343025"/>
                <a:gd name="connsiteX3-2977" fmla="*/ 602456 w 1343025"/>
                <a:gd name="connsiteY3-2978" fmla="*/ 0 h 1343025"/>
                <a:gd name="connsiteX4-2979" fmla="*/ 652462 w 1343025"/>
                <a:gd name="connsiteY4-2980" fmla="*/ 171450 h 1343025"/>
                <a:gd name="connsiteX5-2981" fmla="*/ 816768 w 1343025"/>
                <a:gd name="connsiteY5-2982" fmla="*/ 185737 h 1343025"/>
                <a:gd name="connsiteX6-2983" fmla="*/ 901561 w 1343025"/>
                <a:gd name="connsiteY6-2984" fmla="*/ 36133 h 1343025"/>
                <a:gd name="connsiteX7-2985" fmla="*/ 1104900 w 1343025"/>
                <a:gd name="connsiteY7-2986" fmla="*/ 150018 h 1343025"/>
                <a:gd name="connsiteX8-2987" fmla="*/ 1012031 w 1343025"/>
                <a:gd name="connsiteY8-2988" fmla="*/ 297656 h 1343025"/>
                <a:gd name="connsiteX9-2989" fmla="*/ 1119187 w 1343025"/>
                <a:gd name="connsiteY9-2990" fmla="*/ 431006 h 1343025"/>
                <a:gd name="connsiteX10-2991" fmla="*/ 1276765 w 1343025"/>
                <a:gd name="connsiteY10-2992" fmla="*/ 372406 h 1343025"/>
                <a:gd name="connsiteX11-2993" fmla="*/ 1343025 w 1343025"/>
                <a:gd name="connsiteY11-2994" fmla="*/ 602456 h 1343025"/>
                <a:gd name="connsiteX12-2995" fmla="*/ 1173956 w 1343025"/>
                <a:gd name="connsiteY12-2996" fmla="*/ 645318 h 1343025"/>
                <a:gd name="connsiteX13-2997" fmla="*/ 1157287 w 1343025"/>
                <a:gd name="connsiteY13-2998" fmla="*/ 812006 h 1343025"/>
                <a:gd name="connsiteX14-2999" fmla="*/ 1307306 w 1343025"/>
                <a:gd name="connsiteY14-3000" fmla="*/ 892968 h 1343025"/>
                <a:gd name="connsiteX15-3001" fmla="*/ 1193006 w 1343025"/>
                <a:gd name="connsiteY15-3002" fmla="*/ 1097756 h 1343025"/>
                <a:gd name="connsiteX16-3003" fmla="*/ 1040606 w 1343025"/>
                <a:gd name="connsiteY16-3004" fmla="*/ 1009650 h 1343025"/>
                <a:gd name="connsiteX17-3005" fmla="*/ 919162 w 1343025"/>
                <a:gd name="connsiteY17-3006" fmla="*/ 1112043 h 1343025"/>
                <a:gd name="connsiteX18-3007" fmla="*/ 973931 w 1343025"/>
                <a:gd name="connsiteY18-3008" fmla="*/ 1276350 h 1343025"/>
                <a:gd name="connsiteX19-3009" fmla="*/ 745331 w 1343025"/>
                <a:gd name="connsiteY19-3010" fmla="*/ 1343025 h 1343025"/>
                <a:gd name="connsiteX20-3011" fmla="*/ 695325 w 1343025"/>
                <a:gd name="connsiteY20-3012" fmla="*/ 1171575 h 1343025"/>
                <a:gd name="connsiteX21-3013" fmla="*/ 535781 w 1343025"/>
                <a:gd name="connsiteY21-3014" fmla="*/ 1157287 h 1343025"/>
                <a:gd name="connsiteX22-3015" fmla="*/ 452437 w 1343025"/>
                <a:gd name="connsiteY22-3016" fmla="*/ 1304925 h 1343025"/>
                <a:gd name="connsiteX23-3017" fmla="*/ 245268 w 1343025"/>
                <a:gd name="connsiteY23-3018" fmla="*/ 1193006 h 1343025"/>
                <a:gd name="connsiteX24-3019" fmla="*/ 333375 w 1343025"/>
                <a:gd name="connsiteY24-3020" fmla="*/ 1042987 h 1343025"/>
                <a:gd name="connsiteX25-3021" fmla="*/ 226218 w 1343025"/>
                <a:gd name="connsiteY25-3022" fmla="*/ 909637 h 1343025"/>
                <a:gd name="connsiteX26-3023" fmla="*/ 59531 w 1343025"/>
                <a:gd name="connsiteY26-3024" fmla="*/ 964406 h 1343025"/>
                <a:gd name="connsiteX27-3025" fmla="*/ 0 w 1343025"/>
                <a:gd name="connsiteY27-3026" fmla="*/ 733425 h 1343025"/>
                <a:gd name="connsiteX28-3027" fmla="*/ 166687 w 1343025"/>
                <a:gd name="connsiteY28-3028" fmla="*/ 690562 h 1343025"/>
                <a:gd name="connsiteX29-3029" fmla="*/ 190500 w 1343025"/>
                <a:gd name="connsiteY29-3030" fmla="*/ 521493 h 1343025"/>
                <a:gd name="connsiteX30-3031" fmla="*/ 35718 w 1343025"/>
                <a:gd name="connsiteY30-3032" fmla="*/ 440531 h 1343025"/>
                <a:gd name="connsiteX31-3033" fmla="*/ 154781 w 1343025"/>
                <a:gd name="connsiteY31-3034" fmla="*/ 242887 h 1343025"/>
                <a:gd name="connsiteX32-3035" fmla="*/ 297656 w 1343025"/>
                <a:gd name="connsiteY32-3036" fmla="*/ 330993 h 1343025"/>
                <a:gd name="connsiteX0-3037" fmla="*/ 297656 w 1343025"/>
                <a:gd name="connsiteY0-3038" fmla="*/ 330993 h 1343025"/>
                <a:gd name="connsiteX1-3039" fmla="*/ 431006 w 1343025"/>
                <a:gd name="connsiteY1-3040" fmla="*/ 226218 h 1343025"/>
                <a:gd name="connsiteX2-3041" fmla="*/ 378618 w 1343025"/>
                <a:gd name="connsiteY2-3042" fmla="*/ 61912 h 1343025"/>
                <a:gd name="connsiteX3-3043" fmla="*/ 602456 w 1343025"/>
                <a:gd name="connsiteY3-3044" fmla="*/ 0 h 1343025"/>
                <a:gd name="connsiteX4-3045" fmla="*/ 652462 w 1343025"/>
                <a:gd name="connsiteY4-3046" fmla="*/ 171450 h 1343025"/>
                <a:gd name="connsiteX5-3047" fmla="*/ 816768 w 1343025"/>
                <a:gd name="connsiteY5-3048" fmla="*/ 185737 h 1343025"/>
                <a:gd name="connsiteX6-3049" fmla="*/ 901561 w 1343025"/>
                <a:gd name="connsiteY6-3050" fmla="*/ 36133 h 1343025"/>
                <a:gd name="connsiteX7-3051" fmla="*/ 1104900 w 1343025"/>
                <a:gd name="connsiteY7-3052" fmla="*/ 150018 h 1343025"/>
                <a:gd name="connsiteX8-3053" fmla="*/ 1012031 w 1343025"/>
                <a:gd name="connsiteY8-3054" fmla="*/ 297656 h 1343025"/>
                <a:gd name="connsiteX9-3055" fmla="*/ 1119187 w 1343025"/>
                <a:gd name="connsiteY9-3056" fmla="*/ 431006 h 1343025"/>
                <a:gd name="connsiteX10-3057" fmla="*/ 1276765 w 1343025"/>
                <a:gd name="connsiteY10-3058" fmla="*/ 372406 h 1343025"/>
                <a:gd name="connsiteX11-3059" fmla="*/ 1343025 w 1343025"/>
                <a:gd name="connsiteY11-3060" fmla="*/ 602456 h 1343025"/>
                <a:gd name="connsiteX12-3061" fmla="*/ 1173956 w 1343025"/>
                <a:gd name="connsiteY12-3062" fmla="*/ 645318 h 1343025"/>
                <a:gd name="connsiteX13-3063" fmla="*/ 1157287 w 1343025"/>
                <a:gd name="connsiteY13-3064" fmla="*/ 812006 h 1343025"/>
                <a:gd name="connsiteX14-3065" fmla="*/ 1307306 w 1343025"/>
                <a:gd name="connsiteY14-3066" fmla="*/ 892968 h 1343025"/>
                <a:gd name="connsiteX15-3067" fmla="*/ 1193006 w 1343025"/>
                <a:gd name="connsiteY15-3068" fmla="*/ 1097756 h 1343025"/>
                <a:gd name="connsiteX16-3069" fmla="*/ 1040606 w 1343025"/>
                <a:gd name="connsiteY16-3070" fmla="*/ 1009650 h 1343025"/>
                <a:gd name="connsiteX17-3071" fmla="*/ 919162 w 1343025"/>
                <a:gd name="connsiteY17-3072" fmla="*/ 1112043 h 1343025"/>
                <a:gd name="connsiteX18-3073" fmla="*/ 973931 w 1343025"/>
                <a:gd name="connsiteY18-3074" fmla="*/ 1276350 h 1343025"/>
                <a:gd name="connsiteX19-3075" fmla="*/ 738084 w 1343025"/>
                <a:gd name="connsiteY19-3076" fmla="*/ 1343025 h 1343025"/>
                <a:gd name="connsiteX20-3077" fmla="*/ 695325 w 1343025"/>
                <a:gd name="connsiteY20-3078" fmla="*/ 1171575 h 1343025"/>
                <a:gd name="connsiteX21-3079" fmla="*/ 535781 w 1343025"/>
                <a:gd name="connsiteY21-3080" fmla="*/ 1157287 h 1343025"/>
                <a:gd name="connsiteX22-3081" fmla="*/ 452437 w 1343025"/>
                <a:gd name="connsiteY22-3082" fmla="*/ 1304925 h 1343025"/>
                <a:gd name="connsiteX23-3083" fmla="*/ 245268 w 1343025"/>
                <a:gd name="connsiteY23-3084" fmla="*/ 1193006 h 1343025"/>
                <a:gd name="connsiteX24-3085" fmla="*/ 333375 w 1343025"/>
                <a:gd name="connsiteY24-3086" fmla="*/ 1042987 h 1343025"/>
                <a:gd name="connsiteX25-3087" fmla="*/ 226218 w 1343025"/>
                <a:gd name="connsiteY25-3088" fmla="*/ 909637 h 1343025"/>
                <a:gd name="connsiteX26-3089" fmla="*/ 59531 w 1343025"/>
                <a:gd name="connsiteY26-3090" fmla="*/ 964406 h 1343025"/>
                <a:gd name="connsiteX27-3091" fmla="*/ 0 w 1343025"/>
                <a:gd name="connsiteY27-3092" fmla="*/ 733425 h 1343025"/>
                <a:gd name="connsiteX28-3093" fmla="*/ 166687 w 1343025"/>
                <a:gd name="connsiteY28-3094" fmla="*/ 690562 h 1343025"/>
                <a:gd name="connsiteX29-3095" fmla="*/ 190500 w 1343025"/>
                <a:gd name="connsiteY29-3096" fmla="*/ 521493 h 1343025"/>
                <a:gd name="connsiteX30-3097" fmla="*/ 35718 w 1343025"/>
                <a:gd name="connsiteY30-3098" fmla="*/ 440531 h 1343025"/>
                <a:gd name="connsiteX31-3099" fmla="*/ 154781 w 1343025"/>
                <a:gd name="connsiteY31-3100" fmla="*/ 242887 h 1343025"/>
                <a:gd name="connsiteX32-3101" fmla="*/ 297656 w 1343025"/>
                <a:gd name="connsiteY32-3102" fmla="*/ 330993 h 1343025"/>
                <a:gd name="connsiteX0-3103" fmla="*/ 297656 w 1343025"/>
                <a:gd name="connsiteY0-3104" fmla="*/ 330993 h 1343025"/>
                <a:gd name="connsiteX1-3105" fmla="*/ 431006 w 1343025"/>
                <a:gd name="connsiteY1-3106" fmla="*/ 226218 h 1343025"/>
                <a:gd name="connsiteX2-3107" fmla="*/ 378618 w 1343025"/>
                <a:gd name="connsiteY2-3108" fmla="*/ 61912 h 1343025"/>
                <a:gd name="connsiteX3-3109" fmla="*/ 602456 w 1343025"/>
                <a:gd name="connsiteY3-3110" fmla="*/ 0 h 1343025"/>
                <a:gd name="connsiteX4-3111" fmla="*/ 652462 w 1343025"/>
                <a:gd name="connsiteY4-3112" fmla="*/ 171450 h 1343025"/>
                <a:gd name="connsiteX5-3113" fmla="*/ 816768 w 1343025"/>
                <a:gd name="connsiteY5-3114" fmla="*/ 185737 h 1343025"/>
                <a:gd name="connsiteX6-3115" fmla="*/ 901561 w 1343025"/>
                <a:gd name="connsiteY6-3116" fmla="*/ 36133 h 1343025"/>
                <a:gd name="connsiteX7-3117" fmla="*/ 1104900 w 1343025"/>
                <a:gd name="connsiteY7-3118" fmla="*/ 150018 h 1343025"/>
                <a:gd name="connsiteX8-3119" fmla="*/ 1012031 w 1343025"/>
                <a:gd name="connsiteY8-3120" fmla="*/ 297656 h 1343025"/>
                <a:gd name="connsiteX9-3121" fmla="*/ 1119187 w 1343025"/>
                <a:gd name="connsiteY9-3122" fmla="*/ 431006 h 1343025"/>
                <a:gd name="connsiteX10-3123" fmla="*/ 1276765 w 1343025"/>
                <a:gd name="connsiteY10-3124" fmla="*/ 372406 h 1343025"/>
                <a:gd name="connsiteX11-3125" fmla="*/ 1343025 w 1343025"/>
                <a:gd name="connsiteY11-3126" fmla="*/ 602456 h 1343025"/>
                <a:gd name="connsiteX12-3127" fmla="*/ 1173956 w 1343025"/>
                <a:gd name="connsiteY12-3128" fmla="*/ 645318 h 1343025"/>
                <a:gd name="connsiteX13-3129" fmla="*/ 1157287 w 1343025"/>
                <a:gd name="connsiteY13-3130" fmla="*/ 812006 h 1343025"/>
                <a:gd name="connsiteX14-3131" fmla="*/ 1307306 w 1343025"/>
                <a:gd name="connsiteY14-3132" fmla="*/ 892968 h 1343025"/>
                <a:gd name="connsiteX15-3133" fmla="*/ 1193006 w 1343025"/>
                <a:gd name="connsiteY15-3134" fmla="*/ 1097756 h 1343025"/>
                <a:gd name="connsiteX16-3135" fmla="*/ 1040606 w 1343025"/>
                <a:gd name="connsiteY16-3136" fmla="*/ 1009650 h 1343025"/>
                <a:gd name="connsiteX17-3137" fmla="*/ 919162 w 1343025"/>
                <a:gd name="connsiteY17-3138" fmla="*/ 1112043 h 1343025"/>
                <a:gd name="connsiteX18-3139" fmla="*/ 973931 w 1343025"/>
                <a:gd name="connsiteY18-3140" fmla="*/ 1276350 h 1343025"/>
                <a:gd name="connsiteX19-3141" fmla="*/ 738084 w 1343025"/>
                <a:gd name="connsiteY19-3142" fmla="*/ 1343025 h 1343025"/>
                <a:gd name="connsiteX20-3143" fmla="*/ 695325 w 1343025"/>
                <a:gd name="connsiteY20-3144" fmla="*/ 1171575 h 1343025"/>
                <a:gd name="connsiteX21-3145" fmla="*/ 535781 w 1343025"/>
                <a:gd name="connsiteY21-3146" fmla="*/ 1154388 h 1343025"/>
                <a:gd name="connsiteX22-3147" fmla="*/ 452437 w 1343025"/>
                <a:gd name="connsiteY22-3148" fmla="*/ 1304925 h 1343025"/>
                <a:gd name="connsiteX23-3149" fmla="*/ 245268 w 1343025"/>
                <a:gd name="connsiteY23-3150" fmla="*/ 1193006 h 1343025"/>
                <a:gd name="connsiteX24-3151" fmla="*/ 333375 w 1343025"/>
                <a:gd name="connsiteY24-3152" fmla="*/ 1042987 h 1343025"/>
                <a:gd name="connsiteX25-3153" fmla="*/ 226218 w 1343025"/>
                <a:gd name="connsiteY25-3154" fmla="*/ 909637 h 1343025"/>
                <a:gd name="connsiteX26-3155" fmla="*/ 59531 w 1343025"/>
                <a:gd name="connsiteY26-3156" fmla="*/ 964406 h 1343025"/>
                <a:gd name="connsiteX27-3157" fmla="*/ 0 w 1343025"/>
                <a:gd name="connsiteY27-3158" fmla="*/ 733425 h 1343025"/>
                <a:gd name="connsiteX28-3159" fmla="*/ 166687 w 1343025"/>
                <a:gd name="connsiteY28-3160" fmla="*/ 690562 h 1343025"/>
                <a:gd name="connsiteX29-3161" fmla="*/ 190500 w 1343025"/>
                <a:gd name="connsiteY29-3162" fmla="*/ 521493 h 1343025"/>
                <a:gd name="connsiteX30-3163" fmla="*/ 35718 w 1343025"/>
                <a:gd name="connsiteY30-3164" fmla="*/ 440531 h 1343025"/>
                <a:gd name="connsiteX31-3165" fmla="*/ 154781 w 1343025"/>
                <a:gd name="connsiteY31-3166" fmla="*/ 242887 h 1343025"/>
                <a:gd name="connsiteX32-3167" fmla="*/ 297656 w 1343025"/>
                <a:gd name="connsiteY32-3168" fmla="*/ 330993 h 1343025"/>
                <a:gd name="connsiteX0-3169" fmla="*/ 297656 w 1343025"/>
                <a:gd name="connsiteY0-3170" fmla="*/ 330993 h 1343025"/>
                <a:gd name="connsiteX1-3171" fmla="*/ 431006 w 1343025"/>
                <a:gd name="connsiteY1-3172" fmla="*/ 226218 h 1343025"/>
                <a:gd name="connsiteX2-3173" fmla="*/ 378618 w 1343025"/>
                <a:gd name="connsiteY2-3174" fmla="*/ 61912 h 1343025"/>
                <a:gd name="connsiteX3-3175" fmla="*/ 602456 w 1343025"/>
                <a:gd name="connsiteY3-3176" fmla="*/ 0 h 1343025"/>
                <a:gd name="connsiteX4-3177" fmla="*/ 652462 w 1343025"/>
                <a:gd name="connsiteY4-3178" fmla="*/ 171450 h 1343025"/>
                <a:gd name="connsiteX5-3179" fmla="*/ 816768 w 1343025"/>
                <a:gd name="connsiteY5-3180" fmla="*/ 185737 h 1343025"/>
                <a:gd name="connsiteX6-3181" fmla="*/ 901561 w 1343025"/>
                <a:gd name="connsiteY6-3182" fmla="*/ 36133 h 1343025"/>
                <a:gd name="connsiteX7-3183" fmla="*/ 1104900 w 1343025"/>
                <a:gd name="connsiteY7-3184" fmla="*/ 150018 h 1343025"/>
                <a:gd name="connsiteX8-3185" fmla="*/ 1012031 w 1343025"/>
                <a:gd name="connsiteY8-3186" fmla="*/ 297656 h 1343025"/>
                <a:gd name="connsiteX9-3187" fmla="*/ 1119187 w 1343025"/>
                <a:gd name="connsiteY9-3188" fmla="*/ 431006 h 1343025"/>
                <a:gd name="connsiteX10-3189" fmla="*/ 1276765 w 1343025"/>
                <a:gd name="connsiteY10-3190" fmla="*/ 372406 h 1343025"/>
                <a:gd name="connsiteX11-3191" fmla="*/ 1343025 w 1343025"/>
                <a:gd name="connsiteY11-3192" fmla="*/ 602456 h 1343025"/>
                <a:gd name="connsiteX12-3193" fmla="*/ 1173956 w 1343025"/>
                <a:gd name="connsiteY12-3194" fmla="*/ 645318 h 1343025"/>
                <a:gd name="connsiteX13-3195" fmla="*/ 1157287 w 1343025"/>
                <a:gd name="connsiteY13-3196" fmla="*/ 812006 h 1343025"/>
                <a:gd name="connsiteX14-3197" fmla="*/ 1307306 w 1343025"/>
                <a:gd name="connsiteY14-3198" fmla="*/ 892968 h 1343025"/>
                <a:gd name="connsiteX15-3199" fmla="*/ 1193006 w 1343025"/>
                <a:gd name="connsiteY15-3200" fmla="*/ 1097756 h 1343025"/>
                <a:gd name="connsiteX16-3201" fmla="*/ 1040606 w 1343025"/>
                <a:gd name="connsiteY16-3202" fmla="*/ 1009650 h 1343025"/>
                <a:gd name="connsiteX17-3203" fmla="*/ 919162 w 1343025"/>
                <a:gd name="connsiteY17-3204" fmla="*/ 1112043 h 1343025"/>
                <a:gd name="connsiteX18-3205" fmla="*/ 973931 w 1343025"/>
                <a:gd name="connsiteY18-3206" fmla="*/ 1276350 h 1343025"/>
                <a:gd name="connsiteX19-3207" fmla="*/ 738084 w 1343025"/>
                <a:gd name="connsiteY19-3208" fmla="*/ 1343025 h 1343025"/>
                <a:gd name="connsiteX20-3209" fmla="*/ 695325 w 1343025"/>
                <a:gd name="connsiteY20-3210" fmla="*/ 1171575 h 1343025"/>
                <a:gd name="connsiteX21-3211" fmla="*/ 535781 w 1343025"/>
                <a:gd name="connsiteY21-3212" fmla="*/ 1154388 h 1343025"/>
                <a:gd name="connsiteX22-3213" fmla="*/ 452437 w 1343025"/>
                <a:gd name="connsiteY22-3214" fmla="*/ 1304925 h 1343025"/>
                <a:gd name="connsiteX23-3215" fmla="*/ 245268 w 1343025"/>
                <a:gd name="connsiteY23-3216" fmla="*/ 1193006 h 1343025"/>
                <a:gd name="connsiteX24-3217" fmla="*/ 333375 w 1343025"/>
                <a:gd name="connsiteY24-3218" fmla="*/ 1042987 h 1343025"/>
                <a:gd name="connsiteX25-3219" fmla="*/ 226218 w 1343025"/>
                <a:gd name="connsiteY25-3220" fmla="*/ 909637 h 1343025"/>
                <a:gd name="connsiteX26-3221" fmla="*/ 66778 w 1343025"/>
                <a:gd name="connsiteY26-3222" fmla="*/ 960058 h 1343025"/>
                <a:gd name="connsiteX27-3223" fmla="*/ 0 w 1343025"/>
                <a:gd name="connsiteY27-3224" fmla="*/ 733425 h 1343025"/>
                <a:gd name="connsiteX28-3225" fmla="*/ 166687 w 1343025"/>
                <a:gd name="connsiteY28-3226" fmla="*/ 690562 h 1343025"/>
                <a:gd name="connsiteX29-3227" fmla="*/ 190500 w 1343025"/>
                <a:gd name="connsiteY29-3228" fmla="*/ 521493 h 1343025"/>
                <a:gd name="connsiteX30-3229" fmla="*/ 35718 w 1343025"/>
                <a:gd name="connsiteY30-3230" fmla="*/ 440531 h 1343025"/>
                <a:gd name="connsiteX31-3231" fmla="*/ 154781 w 1343025"/>
                <a:gd name="connsiteY31-3232" fmla="*/ 242887 h 1343025"/>
                <a:gd name="connsiteX32-3233" fmla="*/ 297656 w 1343025"/>
                <a:gd name="connsiteY32-3234" fmla="*/ 330993 h 1343025"/>
                <a:gd name="connsiteX0-3235" fmla="*/ 297656 w 1343025"/>
                <a:gd name="connsiteY0-3236" fmla="*/ 330993 h 1343025"/>
                <a:gd name="connsiteX1-3237" fmla="*/ 431006 w 1343025"/>
                <a:gd name="connsiteY1-3238" fmla="*/ 226218 h 1343025"/>
                <a:gd name="connsiteX2-3239" fmla="*/ 378618 w 1343025"/>
                <a:gd name="connsiteY2-3240" fmla="*/ 61912 h 1343025"/>
                <a:gd name="connsiteX3-3241" fmla="*/ 602456 w 1343025"/>
                <a:gd name="connsiteY3-3242" fmla="*/ 0 h 1343025"/>
                <a:gd name="connsiteX4-3243" fmla="*/ 652462 w 1343025"/>
                <a:gd name="connsiteY4-3244" fmla="*/ 171450 h 1343025"/>
                <a:gd name="connsiteX5-3245" fmla="*/ 816768 w 1343025"/>
                <a:gd name="connsiteY5-3246" fmla="*/ 185737 h 1343025"/>
                <a:gd name="connsiteX6-3247" fmla="*/ 901561 w 1343025"/>
                <a:gd name="connsiteY6-3248" fmla="*/ 36133 h 1343025"/>
                <a:gd name="connsiteX7-3249" fmla="*/ 1104900 w 1343025"/>
                <a:gd name="connsiteY7-3250" fmla="*/ 150018 h 1343025"/>
                <a:gd name="connsiteX8-3251" fmla="*/ 1012031 w 1343025"/>
                <a:gd name="connsiteY8-3252" fmla="*/ 297656 h 1343025"/>
                <a:gd name="connsiteX9-3253" fmla="*/ 1119187 w 1343025"/>
                <a:gd name="connsiteY9-3254" fmla="*/ 431006 h 1343025"/>
                <a:gd name="connsiteX10-3255" fmla="*/ 1276765 w 1343025"/>
                <a:gd name="connsiteY10-3256" fmla="*/ 372406 h 1343025"/>
                <a:gd name="connsiteX11-3257" fmla="*/ 1343025 w 1343025"/>
                <a:gd name="connsiteY11-3258" fmla="*/ 602456 h 1343025"/>
                <a:gd name="connsiteX12-3259" fmla="*/ 1173956 w 1343025"/>
                <a:gd name="connsiteY12-3260" fmla="*/ 645318 h 1343025"/>
                <a:gd name="connsiteX13-3261" fmla="*/ 1157287 w 1343025"/>
                <a:gd name="connsiteY13-3262" fmla="*/ 812006 h 1343025"/>
                <a:gd name="connsiteX14-3263" fmla="*/ 1307306 w 1343025"/>
                <a:gd name="connsiteY14-3264" fmla="*/ 892968 h 1343025"/>
                <a:gd name="connsiteX15-3265" fmla="*/ 1193006 w 1343025"/>
                <a:gd name="connsiteY15-3266" fmla="*/ 1097756 h 1343025"/>
                <a:gd name="connsiteX16-3267" fmla="*/ 1040606 w 1343025"/>
                <a:gd name="connsiteY16-3268" fmla="*/ 1009650 h 1343025"/>
                <a:gd name="connsiteX17-3269" fmla="*/ 919162 w 1343025"/>
                <a:gd name="connsiteY17-3270" fmla="*/ 1112043 h 1343025"/>
                <a:gd name="connsiteX18-3271" fmla="*/ 973931 w 1343025"/>
                <a:gd name="connsiteY18-3272" fmla="*/ 1276350 h 1343025"/>
                <a:gd name="connsiteX19-3273" fmla="*/ 738084 w 1343025"/>
                <a:gd name="connsiteY19-3274" fmla="*/ 1343025 h 1343025"/>
                <a:gd name="connsiteX20-3275" fmla="*/ 695325 w 1343025"/>
                <a:gd name="connsiteY20-3276" fmla="*/ 1171575 h 1343025"/>
                <a:gd name="connsiteX21-3277" fmla="*/ 535781 w 1343025"/>
                <a:gd name="connsiteY21-3278" fmla="*/ 1154388 h 1343025"/>
                <a:gd name="connsiteX22-3279" fmla="*/ 452437 w 1343025"/>
                <a:gd name="connsiteY22-3280" fmla="*/ 1304925 h 1343025"/>
                <a:gd name="connsiteX23-3281" fmla="*/ 245268 w 1343025"/>
                <a:gd name="connsiteY23-3282" fmla="*/ 1193006 h 1343025"/>
                <a:gd name="connsiteX24-3283" fmla="*/ 333375 w 1343025"/>
                <a:gd name="connsiteY24-3284" fmla="*/ 1042987 h 1343025"/>
                <a:gd name="connsiteX25-3285" fmla="*/ 226218 w 1343025"/>
                <a:gd name="connsiteY25-3286" fmla="*/ 909637 h 1343025"/>
                <a:gd name="connsiteX26-3287" fmla="*/ 63879 w 1343025"/>
                <a:gd name="connsiteY26-3288" fmla="*/ 962957 h 1343025"/>
                <a:gd name="connsiteX27-3289" fmla="*/ 0 w 1343025"/>
                <a:gd name="connsiteY27-3290" fmla="*/ 733425 h 1343025"/>
                <a:gd name="connsiteX28-3291" fmla="*/ 166687 w 1343025"/>
                <a:gd name="connsiteY28-3292" fmla="*/ 690562 h 1343025"/>
                <a:gd name="connsiteX29-3293" fmla="*/ 190500 w 1343025"/>
                <a:gd name="connsiteY29-3294" fmla="*/ 521493 h 1343025"/>
                <a:gd name="connsiteX30-3295" fmla="*/ 35718 w 1343025"/>
                <a:gd name="connsiteY30-3296" fmla="*/ 440531 h 1343025"/>
                <a:gd name="connsiteX31-3297" fmla="*/ 154781 w 1343025"/>
                <a:gd name="connsiteY31-3298" fmla="*/ 242887 h 1343025"/>
                <a:gd name="connsiteX32-3299" fmla="*/ 297656 w 1343025"/>
                <a:gd name="connsiteY32-3300" fmla="*/ 330993 h 1343025"/>
                <a:gd name="connsiteX0-3301" fmla="*/ 297656 w 1343025"/>
                <a:gd name="connsiteY0-3302" fmla="*/ 330993 h 1343025"/>
                <a:gd name="connsiteX1-3303" fmla="*/ 431006 w 1343025"/>
                <a:gd name="connsiteY1-3304" fmla="*/ 226218 h 1343025"/>
                <a:gd name="connsiteX2-3305" fmla="*/ 378618 w 1343025"/>
                <a:gd name="connsiteY2-3306" fmla="*/ 61912 h 1343025"/>
                <a:gd name="connsiteX3-3307" fmla="*/ 602456 w 1343025"/>
                <a:gd name="connsiteY3-3308" fmla="*/ 0 h 1343025"/>
                <a:gd name="connsiteX4-3309" fmla="*/ 652462 w 1343025"/>
                <a:gd name="connsiteY4-3310" fmla="*/ 171450 h 1343025"/>
                <a:gd name="connsiteX5-3311" fmla="*/ 816768 w 1343025"/>
                <a:gd name="connsiteY5-3312" fmla="*/ 185737 h 1343025"/>
                <a:gd name="connsiteX6-3313" fmla="*/ 901561 w 1343025"/>
                <a:gd name="connsiteY6-3314" fmla="*/ 36133 h 1343025"/>
                <a:gd name="connsiteX7-3315" fmla="*/ 1104900 w 1343025"/>
                <a:gd name="connsiteY7-3316" fmla="*/ 150018 h 1343025"/>
                <a:gd name="connsiteX8-3317" fmla="*/ 1012031 w 1343025"/>
                <a:gd name="connsiteY8-3318" fmla="*/ 297656 h 1343025"/>
                <a:gd name="connsiteX9-3319" fmla="*/ 1119187 w 1343025"/>
                <a:gd name="connsiteY9-3320" fmla="*/ 431006 h 1343025"/>
                <a:gd name="connsiteX10-3321" fmla="*/ 1276765 w 1343025"/>
                <a:gd name="connsiteY10-3322" fmla="*/ 372406 h 1343025"/>
                <a:gd name="connsiteX11-3323" fmla="*/ 1343025 w 1343025"/>
                <a:gd name="connsiteY11-3324" fmla="*/ 602456 h 1343025"/>
                <a:gd name="connsiteX12-3325" fmla="*/ 1173956 w 1343025"/>
                <a:gd name="connsiteY12-3326" fmla="*/ 645318 h 1343025"/>
                <a:gd name="connsiteX13-3327" fmla="*/ 1157287 w 1343025"/>
                <a:gd name="connsiteY13-3328" fmla="*/ 812006 h 1343025"/>
                <a:gd name="connsiteX14-3329" fmla="*/ 1307306 w 1343025"/>
                <a:gd name="connsiteY14-3330" fmla="*/ 892968 h 1343025"/>
                <a:gd name="connsiteX15-3331" fmla="*/ 1193006 w 1343025"/>
                <a:gd name="connsiteY15-3332" fmla="*/ 1097756 h 1343025"/>
                <a:gd name="connsiteX16-3333" fmla="*/ 1040606 w 1343025"/>
                <a:gd name="connsiteY16-3334" fmla="*/ 1009650 h 1343025"/>
                <a:gd name="connsiteX17-3335" fmla="*/ 919162 w 1343025"/>
                <a:gd name="connsiteY17-3336" fmla="*/ 1112043 h 1343025"/>
                <a:gd name="connsiteX18-3337" fmla="*/ 973931 w 1343025"/>
                <a:gd name="connsiteY18-3338" fmla="*/ 1276350 h 1343025"/>
                <a:gd name="connsiteX19-3339" fmla="*/ 738084 w 1343025"/>
                <a:gd name="connsiteY19-3340" fmla="*/ 1343025 h 1343025"/>
                <a:gd name="connsiteX20-3341" fmla="*/ 695325 w 1343025"/>
                <a:gd name="connsiteY20-3342" fmla="*/ 1171575 h 1343025"/>
                <a:gd name="connsiteX21-3343" fmla="*/ 535781 w 1343025"/>
                <a:gd name="connsiteY21-3344" fmla="*/ 1154388 h 1343025"/>
                <a:gd name="connsiteX22-3345" fmla="*/ 452437 w 1343025"/>
                <a:gd name="connsiteY22-3346" fmla="*/ 1304925 h 1343025"/>
                <a:gd name="connsiteX23-3347" fmla="*/ 245268 w 1343025"/>
                <a:gd name="connsiteY23-3348" fmla="*/ 1193006 h 1343025"/>
                <a:gd name="connsiteX24-3349" fmla="*/ 333375 w 1343025"/>
                <a:gd name="connsiteY24-3350" fmla="*/ 1042987 h 1343025"/>
                <a:gd name="connsiteX25-3351" fmla="*/ 226218 w 1343025"/>
                <a:gd name="connsiteY25-3352" fmla="*/ 909637 h 1343025"/>
                <a:gd name="connsiteX26-3353" fmla="*/ 63879 w 1343025"/>
                <a:gd name="connsiteY26-3354" fmla="*/ 962957 h 1343025"/>
                <a:gd name="connsiteX27-3355" fmla="*/ 0 w 1343025"/>
                <a:gd name="connsiteY27-3356" fmla="*/ 733425 h 1343025"/>
                <a:gd name="connsiteX28-3357" fmla="*/ 166687 w 1343025"/>
                <a:gd name="connsiteY28-3358" fmla="*/ 690562 h 1343025"/>
                <a:gd name="connsiteX29-3359" fmla="*/ 190500 w 1343025"/>
                <a:gd name="connsiteY29-3360" fmla="*/ 521493 h 1343025"/>
                <a:gd name="connsiteX30-3361" fmla="*/ 35718 w 1343025"/>
                <a:gd name="connsiteY30-3362" fmla="*/ 440531 h 1343025"/>
                <a:gd name="connsiteX31-3363" fmla="*/ 154781 w 1343025"/>
                <a:gd name="connsiteY31-3364" fmla="*/ 242887 h 1343025"/>
                <a:gd name="connsiteX32-3365" fmla="*/ 297656 w 1343025"/>
                <a:gd name="connsiteY32-3366" fmla="*/ 330993 h 1343025"/>
                <a:gd name="connsiteX0-3367" fmla="*/ 297656 w 1343025"/>
                <a:gd name="connsiteY0-3368" fmla="*/ 330993 h 1343025"/>
                <a:gd name="connsiteX1-3369" fmla="*/ 431006 w 1343025"/>
                <a:gd name="connsiteY1-3370" fmla="*/ 226218 h 1343025"/>
                <a:gd name="connsiteX2-3371" fmla="*/ 378618 w 1343025"/>
                <a:gd name="connsiteY2-3372" fmla="*/ 61912 h 1343025"/>
                <a:gd name="connsiteX3-3373" fmla="*/ 602456 w 1343025"/>
                <a:gd name="connsiteY3-3374" fmla="*/ 0 h 1343025"/>
                <a:gd name="connsiteX4-3375" fmla="*/ 652462 w 1343025"/>
                <a:gd name="connsiteY4-3376" fmla="*/ 171450 h 1343025"/>
                <a:gd name="connsiteX5-3377" fmla="*/ 816768 w 1343025"/>
                <a:gd name="connsiteY5-3378" fmla="*/ 185737 h 1343025"/>
                <a:gd name="connsiteX6-3379" fmla="*/ 901561 w 1343025"/>
                <a:gd name="connsiteY6-3380" fmla="*/ 36133 h 1343025"/>
                <a:gd name="connsiteX7-3381" fmla="*/ 1104900 w 1343025"/>
                <a:gd name="connsiteY7-3382" fmla="*/ 150018 h 1343025"/>
                <a:gd name="connsiteX8-3383" fmla="*/ 1012031 w 1343025"/>
                <a:gd name="connsiteY8-3384" fmla="*/ 297656 h 1343025"/>
                <a:gd name="connsiteX9-3385" fmla="*/ 1119187 w 1343025"/>
                <a:gd name="connsiteY9-3386" fmla="*/ 431006 h 1343025"/>
                <a:gd name="connsiteX10-3387" fmla="*/ 1276765 w 1343025"/>
                <a:gd name="connsiteY10-3388" fmla="*/ 372406 h 1343025"/>
                <a:gd name="connsiteX11-3389" fmla="*/ 1343025 w 1343025"/>
                <a:gd name="connsiteY11-3390" fmla="*/ 602456 h 1343025"/>
                <a:gd name="connsiteX12-3391" fmla="*/ 1173956 w 1343025"/>
                <a:gd name="connsiteY12-3392" fmla="*/ 645318 h 1343025"/>
                <a:gd name="connsiteX13-3393" fmla="*/ 1157287 w 1343025"/>
                <a:gd name="connsiteY13-3394" fmla="*/ 812006 h 1343025"/>
                <a:gd name="connsiteX14-3395" fmla="*/ 1307306 w 1343025"/>
                <a:gd name="connsiteY14-3396" fmla="*/ 892968 h 1343025"/>
                <a:gd name="connsiteX15-3397" fmla="*/ 1193006 w 1343025"/>
                <a:gd name="connsiteY15-3398" fmla="*/ 1097756 h 1343025"/>
                <a:gd name="connsiteX16-3399" fmla="*/ 1040606 w 1343025"/>
                <a:gd name="connsiteY16-3400" fmla="*/ 1009650 h 1343025"/>
                <a:gd name="connsiteX17-3401" fmla="*/ 919162 w 1343025"/>
                <a:gd name="connsiteY17-3402" fmla="*/ 1112043 h 1343025"/>
                <a:gd name="connsiteX18-3403" fmla="*/ 973931 w 1343025"/>
                <a:gd name="connsiteY18-3404" fmla="*/ 1276350 h 1343025"/>
                <a:gd name="connsiteX19-3405" fmla="*/ 738084 w 1343025"/>
                <a:gd name="connsiteY19-3406" fmla="*/ 1343025 h 1343025"/>
                <a:gd name="connsiteX20-3407" fmla="*/ 695325 w 1343025"/>
                <a:gd name="connsiteY20-3408" fmla="*/ 1171575 h 1343025"/>
                <a:gd name="connsiteX21-3409" fmla="*/ 535781 w 1343025"/>
                <a:gd name="connsiteY21-3410" fmla="*/ 1154388 h 1343025"/>
                <a:gd name="connsiteX22-3411" fmla="*/ 452437 w 1343025"/>
                <a:gd name="connsiteY22-3412" fmla="*/ 1304925 h 1343025"/>
                <a:gd name="connsiteX23-3413" fmla="*/ 245268 w 1343025"/>
                <a:gd name="connsiteY23-3414" fmla="*/ 1193006 h 1343025"/>
                <a:gd name="connsiteX24-3415" fmla="*/ 333375 w 1343025"/>
                <a:gd name="connsiteY24-3416" fmla="*/ 1042987 h 1343025"/>
                <a:gd name="connsiteX25-3417" fmla="*/ 226218 w 1343025"/>
                <a:gd name="connsiteY25-3418" fmla="*/ 909637 h 1343025"/>
                <a:gd name="connsiteX26-3419" fmla="*/ 63879 w 1343025"/>
                <a:gd name="connsiteY26-3420" fmla="*/ 962957 h 1343025"/>
                <a:gd name="connsiteX27-3421" fmla="*/ 0 w 1343025"/>
                <a:gd name="connsiteY27-3422" fmla="*/ 733425 h 1343025"/>
                <a:gd name="connsiteX28-3423" fmla="*/ 166687 w 1343025"/>
                <a:gd name="connsiteY28-3424" fmla="*/ 690562 h 1343025"/>
                <a:gd name="connsiteX29-3425" fmla="*/ 190500 w 1343025"/>
                <a:gd name="connsiteY29-3426" fmla="*/ 521493 h 1343025"/>
                <a:gd name="connsiteX30-3427" fmla="*/ 35718 w 1343025"/>
                <a:gd name="connsiteY30-3428" fmla="*/ 440531 h 1343025"/>
                <a:gd name="connsiteX31-3429" fmla="*/ 154781 w 1343025"/>
                <a:gd name="connsiteY31-3430" fmla="*/ 242887 h 1343025"/>
                <a:gd name="connsiteX32-3431" fmla="*/ 297656 w 1343025"/>
                <a:gd name="connsiteY32-3432" fmla="*/ 330993 h 1343025"/>
                <a:gd name="connsiteX0-3433" fmla="*/ 297656 w 1343025"/>
                <a:gd name="connsiteY0-3434" fmla="*/ 330993 h 1343025"/>
                <a:gd name="connsiteX1-3435" fmla="*/ 431006 w 1343025"/>
                <a:gd name="connsiteY1-3436" fmla="*/ 226218 h 1343025"/>
                <a:gd name="connsiteX2-3437" fmla="*/ 378618 w 1343025"/>
                <a:gd name="connsiteY2-3438" fmla="*/ 61912 h 1343025"/>
                <a:gd name="connsiteX3-3439" fmla="*/ 602456 w 1343025"/>
                <a:gd name="connsiteY3-3440" fmla="*/ 0 h 1343025"/>
                <a:gd name="connsiteX4-3441" fmla="*/ 652462 w 1343025"/>
                <a:gd name="connsiteY4-3442" fmla="*/ 171450 h 1343025"/>
                <a:gd name="connsiteX5-3443" fmla="*/ 816768 w 1343025"/>
                <a:gd name="connsiteY5-3444" fmla="*/ 185737 h 1343025"/>
                <a:gd name="connsiteX6-3445" fmla="*/ 901561 w 1343025"/>
                <a:gd name="connsiteY6-3446" fmla="*/ 36133 h 1343025"/>
                <a:gd name="connsiteX7-3447" fmla="*/ 1104900 w 1343025"/>
                <a:gd name="connsiteY7-3448" fmla="*/ 150018 h 1343025"/>
                <a:gd name="connsiteX8-3449" fmla="*/ 1012031 w 1343025"/>
                <a:gd name="connsiteY8-3450" fmla="*/ 297656 h 1343025"/>
                <a:gd name="connsiteX9-3451" fmla="*/ 1119187 w 1343025"/>
                <a:gd name="connsiteY9-3452" fmla="*/ 431006 h 1343025"/>
                <a:gd name="connsiteX10-3453" fmla="*/ 1276765 w 1343025"/>
                <a:gd name="connsiteY10-3454" fmla="*/ 372406 h 1343025"/>
                <a:gd name="connsiteX11-3455" fmla="*/ 1343025 w 1343025"/>
                <a:gd name="connsiteY11-3456" fmla="*/ 602456 h 1343025"/>
                <a:gd name="connsiteX12-3457" fmla="*/ 1173956 w 1343025"/>
                <a:gd name="connsiteY12-3458" fmla="*/ 645318 h 1343025"/>
                <a:gd name="connsiteX13-3459" fmla="*/ 1157287 w 1343025"/>
                <a:gd name="connsiteY13-3460" fmla="*/ 812006 h 1343025"/>
                <a:gd name="connsiteX14-3461" fmla="*/ 1307306 w 1343025"/>
                <a:gd name="connsiteY14-3462" fmla="*/ 892968 h 1343025"/>
                <a:gd name="connsiteX15-3463" fmla="*/ 1193006 w 1343025"/>
                <a:gd name="connsiteY15-3464" fmla="*/ 1097756 h 1343025"/>
                <a:gd name="connsiteX16-3465" fmla="*/ 1040606 w 1343025"/>
                <a:gd name="connsiteY16-3466" fmla="*/ 1009650 h 1343025"/>
                <a:gd name="connsiteX17-3467" fmla="*/ 919162 w 1343025"/>
                <a:gd name="connsiteY17-3468" fmla="*/ 1112043 h 1343025"/>
                <a:gd name="connsiteX18-3469" fmla="*/ 973931 w 1343025"/>
                <a:gd name="connsiteY18-3470" fmla="*/ 1276350 h 1343025"/>
                <a:gd name="connsiteX19-3471" fmla="*/ 738084 w 1343025"/>
                <a:gd name="connsiteY19-3472" fmla="*/ 1343025 h 1343025"/>
                <a:gd name="connsiteX20-3473" fmla="*/ 695325 w 1343025"/>
                <a:gd name="connsiteY20-3474" fmla="*/ 1171575 h 1343025"/>
                <a:gd name="connsiteX21-3475" fmla="*/ 535781 w 1343025"/>
                <a:gd name="connsiteY21-3476" fmla="*/ 1154388 h 1343025"/>
                <a:gd name="connsiteX22-3477" fmla="*/ 452437 w 1343025"/>
                <a:gd name="connsiteY22-3478" fmla="*/ 1304925 h 1343025"/>
                <a:gd name="connsiteX23-3479" fmla="*/ 245268 w 1343025"/>
                <a:gd name="connsiteY23-3480" fmla="*/ 1193006 h 1343025"/>
                <a:gd name="connsiteX24-3481" fmla="*/ 333375 w 1343025"/>
                <a:gd name="connsiteY24-3482" fmla="*/ 1042987 h 1343025"/>
                <a:gd name="connsiteX25-3483" fmla="*/ 226218 w 1343025"/>
                <a:gd name="connsiteY25-3484" fmla="*/ 909637 h 1343025"/>
                <a:gd name="connsiteX26-3485" fmla="*/ 63879 w 1343025"/>
                <a:gd name="connsiteY26-3486" fmla="*/ 962957 h 1343025"/>
                <a:gd name="connsiteX27-3487" fmla="*/ 0 w 1343025"/>
                <a:gd name="connsiteY27-3488" fmla="*/ 733425 h 1343025"/>
                <a:gd name="connsiteX28-3489" fmla="*/ 166687 w 1343025"/>
                <a:gd name="connsiteY28-3490" fmla="*/ 690562 h 1343025"/>
                <a:gd name="connsiteX29-3491" fmla="*/ 190500 w 1343025"/>
                <a:gd name="connsiteY29-3492" fmla="*/ 521493 h 1343025"/>
                <a:gd name="connsiteX30-3493" fmla="*/ 35718 w 1343025"/>
                <a:gd name="connsiteY30-3494" fmla="*/ 440531 h 1343025"/>
                <a:gd name="connsiteX31-3495" fmla="*/ 154781 w 1343025"/>
                <a:gd name="connsiteY31-3496" fmla="*/ 242887 h 1343025"/>
                <a:gd name="connsiteX32-3497" fmla="*/ 297656 w 1343025"/>
                <a:gd name="connsiteY32-3498" fmla="*/ 330993 h 1343025"/>
                <a:gd name="connsiteX0-3499" fmla="*/ 297656 w 1343025"/>
                <a:gd name="connsiteY0-3500" fmla="*/ 330993 h 1343025"/>
                <a:gd name="connsiteX1-3501" fmla="*/ 431006 w 1343025"/>
                <a:gd name="connsiteY1-3502" fmla="*/ 226218 h 1343025"/>
                <a:gd name="connsiteX2-3503" fmla="*/ 378618 w 1343025"/>
                <a:gd name="connsiteY2-3504" fmla="*/ 61912 h 1343025"/>
                <a:gd name="connsiteX3-3505" fmla="*/ 602456 w 1343025"/>
                <a:gd name="connsiteY3-3506" fmla="*/ 0 h 1343025"/>
                <a:gd name="connsiteX4-3507" fmla="*/ 652462 w 1343025"/>
                <a:gd name="connsiteY4-3508" fmla="*/ 171450 h 1343025"/>
                <a:gd name="connsiteX5-3509" fmla="*/ 816768 w 1343025"/>
                <a:gd name="connsiteY5-3510" fmla="*/ 185737 h 1343025"/>
                <a:gd name="connsiteX6-3511" fmla="*/ 901561 w 1343025"/>
                <a:gd name="connsiteY6-3512" fmla="*/ 36133 h 1343025"/>
                <a:gd name="connsiteX7-3513" fmla="*/ 1104900 w 1343025"/>
                <a:gd name="connsiteY7-3514" fmla="*/ 150018 h 1343025"/>
                <a:gd name="connsiteX8-3515" fmla="*/ 1012031 w 1343025"/>
                <a:gd name="connsiteY8-3516" fmla="*/ 297656 h 1343025"/>
                <a:gd name="connsiteX9-3517" fmla="*/ 1119187 w 1343025"/>
                <a:gd name="connsiteY9-3518" fmla="*/ 431006 h 1343025"/>
                <a:gd name="connsiteX10-3519" fmla="*/ 1276765 w 1343025"/>
                <a:gd name="connsiteY10-3520" fmla="*/ 372406 h 1343025"/>
                <a:gd name="connsiteX11-3521" fmla="*/ 1343025 w 1343025"/>
                <a:gd name="connsiteY11-3522" fmla="*/ 602456 h 1343025"/>
                <a:gd name="connsiteX12-3523" fmla="*/ 1173956 w 1343025"/>
                <a:gd name="connsiteY12-3524" fmla="*/ 645318 h 1343025"/>
                <a:gd name="connsiteX13-3525" fmla="*/ 1157287 w 1343025"/>
                <a:gd name="connsiteY13-3526" fmla="*/ 812006 h 1343025"/>
                <a:gd name="connsiteX14-3527" fmla="*/ 1307306 w 1343025"/>
                <a:gd name="connsiteY14-3528" fmla="*/ 892968 h 1343025"/>
                <a:gd name="connsiteX15-3529" fmla="*/ 1193006 w 1343025"/>
                <a:gd name="connsiteY15-3530" fmla="*/ 1097756 h 1343025"/>
                <a:gd name="connsiteX16-3531" fmla="*/ 1040606 w 1343025"/>
                <a:gd name="connsiteY16-3532" fmla="*/ 1009650 h 1343025"/>
                <a:gd name="connsiteX17-3533" fmla="*/ 919162 w 1343025"/>
                <a:gd name="connsiteY17-3534" fmla="*/ 1112043 h 1343025"/>
                <a:gd name="connsiteX18-3535" fmla="*/ 973931 w 1343025"/>
                <a:gd name="connsiteY18-3536" fmla="*/ 1276350 h 1343025"/>
                <a:gd name="connsiteX19-3537" fmla="*/ 738084 w 1343025"/>
                <a:gd name="connsiteY19-3538" fmla="*/ 1343025 h 1343025"/>
                <a:gd name="connsiteX20-3539" fmla="*/ 695325 w 1343025"/>
                <a:gd name="connsiteY20-3540" fmla="*/ 1171575 h 1343025"/>
                <a:gd name="connsiteX21-3541" fmla="*/ 535781 w 1343025"/>
                <a:gd name="connsiteY21-3542" fmla="*/ 1154388 h 1343025"/>
                <a:gd name="connsiteX22-3543" fmla="*/ 452437 w 1343025"/>
                <a:gd name="connsiteY22-3544" fmla="*/ 1304925 h 1343025"/>
                <a:gd name="connsiteX23-3545" fmla="*/ 245268 w 1343025"/>
                <a:gd name="connsiteY23-3546" fmla="*/ 1193006 h 1343025"/>
                <a:gd name="connsiteX24-3547" fmla="*/ 333375 w 1343025"/>
                <a:gd name="connsiteY24-3548" fmla="*/ 1042987 h 1343025"/>
                <a:gd name="connsiteX25-3549" fmla="*/ 226218 w 1343025"/>
                <a:gd name="connsiteY25-3550" fmla="*/ 909637 h 1343025"/>
                <a:gd name="connsiteX26-3551" fmla="*/ 63879 w 1343025"/>
                <a:gd name="connsiteY26-3552" fmla="*/ 962957 h 1343025"/>
                <a:gd name="connsiteX27-3553" fmla="*/ 0 w 1343025"/>
                <a:gd name="connsiteY27-3554" fmla="*/ 733425 h 1343025"/>
                <a:gd name="connsiteX28-3555" fmla="*/ 166687 w 1343025"/>
                <a:gd name="connsiteY28-3556" fmla="*/ 690562 h 1343025"/>
                <a:gd name="connsiteX29-3557" fmla="*/ 190500 w 1343025"/>
                <a:gd name="connsiteY29-3558" fmla="*/ 521493 h 1343025"/>
                <a:gd name="connsiteX30-3559" fmla="*/ 35718 w 1343025"/>
                <a:gd name="connsiteY30-3560" fmla="*/ 440531 h 1343025"/>
                <a:gd name="connsiteX31-3561" fmla="*/ 154781 w 1343025"/>
                <a:gd name="connsiteY31-3562" fmla="*/ 242887 h 1343025"/>
                <a:gd name="connsiteX32-3563" fmla="*/ 297656 w 1343025"/>
                <a:gd name="connsiteY32-3564" fmla="*/ 330993 h 1343025"/>
                <a:gd name="connsiteX0-3565" fmla="*/ 297656 w 1343025"/>
                <a:gd name="connsiteY0-3566" fmla="*/ 330993 h 1343025"/>
                <a:gd name="connsiteX1-3567" fmla="*/ 431006 w 1343025"/>
                <a:gd name="connsiteY1-3568" fmla="*/ 226218 h 1343025"/>
                <a:gd name="connsiteX2-3569" fmla="*/ 378618 w 1343025"/>
                <a:gd name="connsiteY2-3570" fmla="*/ 61912 h 1343025"/>
                <a:gd name="connsiteX3-3571" fmla="*/ 602456 w 1343025"/>
                <a:gd name="connsiteY3-3572" fmla="*/ 0 h 1343025"/>
                <a:gd name="connsiteX4-3573" fmla="*/ 652462 w 1343025"/>
                <a:gd name="connsiteY4-3574" fmla="*/ 168551 h 1343025"/>
                <a:gd name="connsiteX5-3575" fmla="*/ 816768 w 1343025"/>
                <a:gd name="connsiteY5-3576" fmla="*/ 185737 h 1343025"/>
                <a:gd name="connsiteX6-3577" fmla="*/ 901561 w 1343025"/>
                <a:gd name="connsiteY6-3578" fmla="*/ 36133 h 1343025"/>
                <a:gd name="connsiteX7-3579" fmla="*/ 1104900 w 1343025"/>
                <a:gd name="connsiteY7-3580" fmla="*/ 150018 h 1343025"/>
                <a:gd name="connsiteX8-3581" fmla="*/ 1012031 w 1343025"/>
                <a:gd name="connsiteY8-3582" fmla="*/ 297656 h 1343025"/>
                <a:gd name="connsiteX9-3583" fmla="*/ 1119187 w 1343025"/>
                <a:gd name="connsiteY9-3584" fmla="*/ 431006 h 1343025"/>
                <a:gd name="connsiteX10-3585" fmla="*/ 1276765 w 1343025"/>
                <a:gd name="connsiteY10-3586" fmla="*/ 372406 h 1343025"/>
                <a:gd name="connsiteX11-3587" fmla="*/ 1343025 w 1343025"/>
                <a:gd name="connsiteY11-3588" fmla="*/ 602456 h 1343025"/>
                <a:gd name="connsiteX12-3589" fmla="*/ 1173956 w 1343025"/>
                <a:gd name="connsiteY12-3590" fmla="*/ 645318 h 1343025"/>
                <a:gd name="connsiteX13-3591" fmla="*/ 1157287 w 1343025"/>
                <a:gd name="connsiteY13-3592" fmla="*/ 812006 h 1343025"/>
                <a:gd name="connsiteX14-3593" fmla="*/ 1307306 w 1343025"/>
                <a:gd name="connsiteY14-3594" fmla="*/ 892968 h 1343025"/>
                <a:gd name="connsiteX15-3595" fmla="*/ 1193006 w 1343025"/>
                <a:gd name="connsiteY15-3596" fmla="*/ 1097756 h 1343025"/>
                <a:gd name="connsiteX16-3597" fmla="*/ 1040606 w 1343025"/>
                <a:gd name="connsiteY16-3598" fmla="*/ 1009650 h 1343025"/>
                <a:gd name="connsiteX17-3599" fmla="*/ 919162 w 1343025"/>
                <a:gd name="connsiteY17-3600" fmla="*/ 1112043 h 1343025"/>
                <a:gd name="connsiteX18-3601" fmla="*/ 973931 w 1343025"/>
                <a:gd name="connsiteY18-3602" fmla="*/ 1276350 h 1343025"/>
                <a:gd name="connsiteX19-3603" fmla="*/ 738084 w 1343025"/>
                <a:gd name="connsiteY19-3604" fmla="*/ 1343025 h 1343025"/>
                <a:gd name="connsiteX20-3605" fmla="*/ 695325 w 1343025"/>
                <a:gd name="connsiteY20-3606" fmla="*/ 1171575 h 1343025"/>
                <a:gd name="connsiteX21-3607" fmla="*/ 535781 w 1343025"/>
                <a:gd name="connsiteY21-3608" fmla="*/ 1154388 h 1343025"/>
                <a:gd name="connsiteX22-3609" fmla="*/ 452437 w 1343025"/>
                <a:gd name="connsiteY22-3610" fmla="*/ 1304925 h 1343025"/>
                <a:gd name="connsiteX23-3611" fmla="*/ 245268 w 1343025"/>
                <a:gd name="connsiteY23-3612" fmla="*/ 1193006 h 1343025"/>
                <a:gd name="connsiteX24-3613" fmla="*/ 333375 w 1343025"/>
                <a:gd name="connsiteY24-3614" fmla="*/ 1042987 h 1343025"/>
                <a:gd name="connsiteX25-3615" fmla="*/ 226218 w 1343025"/>
                <a:gd name="connsiteY25-3616" fmla="*/ 909637 h 1343025"/>
                <a:gd name="connsiteX26-3617" fmla="*/ 63879 w 1343025"/>
                <a:gd name="connsiteY26-3618" fmla="*/ 962957 h 1343025"/>
                <a:gd name="connsiteX27-3619" fmla="*/ 0 w 1343025"/>
                <a:gd name="connsiteY27-3620" fmla="*/ 733425 h 1343025"/>
                <a:gd name="connsiteX28-3621" fmla="*/ 166687 w 1343025"/>
                <a:gd name="connsiteY28-3622" fmla="*/ 690562 h 1343025"/>
                <a:gd name="connsiteX29-3623" fmla="*/ 190500 w 1343025"/>
                <a:gd name="connsiteY29-3624" fmla="*/ 521493 h 1343025"/>
                <a:gd name="connsiteX30-3625" fmla="*/ 35718 w 1343025"/>
                <a:gd name="connsiteY30-3626" fmla="*/ 440531 h 1343025"/>
                <a:gd name="connsiteX31-3627" fmla="*/ 154781 w 1343025"/>
                <a:gd name="connsiteY31-3628" fmla="*/ 242887 h 1343025"/>
                <a:gd name="connsiteX32-3629" fmla="*/ 297656 w 1343025"/>
                <a:gd name="connsiteY32-3630" fmla="*/ 330993 h 1343025"/>
                <a:gd name="connsiteX0-3631" fmla="*/ 297656 w 1343025"/>
                <a:gd name="connsiteY0-3632" fmla="*/ 330993 h 1343025"/>
                <a:gd name="connsiteX1-3633" fmla="*/ 431006 w 1343025"/>
                <a:gd name="connsiteY1-3634" fmla="*/ 226218 h 1343025"/>
                <a:gd name="connsiteX2-3635" fmla="*/ 378618 w 1343025"/>
                <a:gd name="connsiteY2-3636" fmla="*/ 61912 h 1343025"/>
                <a:gd name="connsiteX3-3637" fmla="*/ 602456 w 1343025"/>
                <a:gd name="connsiteY3-3638" fmla="*/ 0 h 1343025"/>
                <a:gd name="connsiteX4-3639" fmla="*/ 652462 w 1343025"/>
                <a:gd name="connsiteY4-3640" fmla="*/ 168551 h 1343025"/>
                <a:gd name="connsiteX5-3641" fmla="*/ 816768 w 1343025"/>
                <a:gd name="connsiteY5-3642" fmla="*/ 185737 h 1343025"/>
                <a:gd name="connsiteX6-3643" fmla="*/ 901561 w 1343025"/>
                <a:gd name="connsiteY6-3644" fmla="*/ 36133 h 1343025"/>
                <a:gd name="connsiteX7-3645" fmla="*/ 1104900 w 1343025"/>
                <a:gd name="connsiteY7-3646" fmla="*/ 150018 h 1343025"/>
                <a:gd name="connsiteX8-3647" fmla="*/ 1012031 w 1343025"/>
                <a:gd name="connsiteY8-3648" fmla="*/ 297656 h 1343025"/>
                <a:gd name="connsiteX9-3649" fmla="*/ 1119187 w 1343025"/>
                <a:gd name="connsiteY9-3650" fmla="*/ 431006 h 1343025"/>
                <a:gd name="connsiteX10-3651" fmla="*/ 1276765 w 1343025"/>
                <a:gd name="connsiteY10-3652" fmla="*/ 372406 h 1343025"/>
                <a:gd name="connsiteX11-3653" fmla="*/ 1343025 w 1343025"/>
                <a:gd name="connsiteY11-3654" fmla="*/ 602456 h 1343025"/>
                <a:gd name="connsiteX12-3655" fmla="*/ 1173956 w 1343025"/>
                <a:gd name="connsiteY12-3656" fmla="*/ 645318 h 1343025"/>
                <a:gd name="connsiteX13-3657" fmla="*/ 1157287 w 1343025"/>
                <a:gd name="connsiteY13-3658" fmla="*/ 812006 h 1343025"/>
                <a:gd name="connsiteX14-3659" fmla="*/ 1307306 w 1343025"/>
                <a:gd name="connsiteY14-3660" fmla="*/ 892968 h 1343025"/>
                <a:gd name="connsiteX15-3661" fmla="*/ 1193006 w 1343025"/>
                <a:gd name="connsiteY15-3662" fmla="*/ 1097756 h 1343025"/>
                <a:gd name="connsiteX16-3663" fmla="*/ 1040606 w 1343025"/>
                <a:gd name="connsiteY16-3664" fmla="*/ 1009650 h 1343025"/>
                <a:gd name="connsiteX17-3665" fmla="*/ 919162 w 1343025"/>
                <a:gd name="connsiteY17-3666" fmla="*/ 1112043 h 1343025"/>
                <a:gd name="connsiteX18-3667" fmla="*/ 973931 w 1343025"/>
                <a:gd name="connsiteY18-3668" fmla="*/ 1276350 h 1343025"/>
                <a:gd name="connsiteX19-3669" fmla="*/ 738084 w 1343025"/>
                <a:gd name="connsiteY19-3670" fmla="*/ 1343025 h 1343025"/>
                <a:gd name="connsiteX20-3671" fmla="*/ 695325 w 1343025"/>
                <a:gd name="connsiteY20-3672" fmla="*/ 1171575 h 1343025"/>
                <a:gd name="connsiteX21-3673" fmla="*/ 535781 w 1343025"/>
                <a:gd name="connsiteY21-3674" fmla="*/ 1154388 h 1343025"/>
                <a:gd name="connsiteX22-3675" fmla="*/ 452437 w 1343025"/>
                <a:gd name="connsiteY22-3676" fmla="*/ 1304925 h 1343025"/>
                <a:gd name="connsiteX23-3677" fmla="*/ 245268 w 1343025"/>
                <a:gd name="connsiteY23-3678" fmla="*/ 1193006 h 1343025"/>
                <a:gd name="connsiteX24-3679" fmla="*/ 333375 w 1343025"/>
                <a:gd name="connsiteY24-3680" fmla="*/ 1042987 h 1343025"/>
                <a:gd name="connsiteX25-3681" fmla="*/ 226218 w 1343025"/>
                <a:gd name="connsiteY25-3682" fmla="*/ 909637 h 1343025"/>
                <a:gd name="connsiteX26-3683" fmla="*/ 63879 w 1343025"/>
                <a:gd name="connsiteY26-3684" fmla="*/ 962957 h 1343025"/>
                <a:gd name="connsiteX27-3685" fmla="*/ 0 w 1343025"/>
                <a:gd name="connsiteY27-3686" fmla="*/ 733425 h 1343025"/>
                <a:gd name="connsiteX28-3687" fmla="*/ 166687 w 1343025"/>
                <a:gd name="connsiteY28-3688" fmla="*/ 690562 h 1343025"/>
                <a:gd name="connsiteX29-3689" fmla="*/ 190500 w 1343025"/>
                <a:gd name="connsiteY29-3690" fmla="*/ 521493 h 1343025"/>
                <a:gd name="connsiteX30-3691" fmla="*/ 35718 w 1343025"/>
                <a:gd name="connsiteY30-3692" fmla="*/ 440531 h 1343025"/>
                <a:gd name="connsiteX31-3693" fmla="*/ 154781 w 1343025"/>
                <a:gd name="connsiteY31-3694" fmla="*/ 242887 h 1343025"/>
                <a:gd name="connsiteX32-3695" fmla="*/ 297656 w 1343025"/>
                <a:gd name="connsiteY32-3696" fmla="*/ 330993 h 1343025"/>
                <a:gd name="connsiteX0-3697" fmla="*/ 297656 w 1343025"/>
                <a:gd name="connsiteY0-3698" fmla="*/ 330993 h 1343025"/>
                <a:gd name="connsiteX1-3699" fmla="*/ 431006 w 1343025"/>
                <a:gd name="connsiteY1-3700" fmla="*/ 226218 h 1343025"/>
                <a:gd name="connsiteX2-3701" fmla="*/ 378618 w 1343025"/>
                <a:gd name="connsiteY2-3702" fmla="*/ 61912 h 1343025"/>
                <a:gd name="connsiteX3-3703" fmla="*/ 602456 w 1343025"/>
                <a:gd name="connsiteY3-3704" fmla="*/ 0 h 1343025"/>
                <a:gd name="connsiteX4-3705" fmla="*/ 652462 w 1343025"/>
                <a:gd name="connsiteY4-3706" fmla="*/ 168551 h 1343025"/>
                <a:gd name="connsiteX5-3707" fmla="*/ 816768 w 1343025"/>
                <a:gd name="connsiteY5-3708" fmla="*/ 185737 h 1343025"/>
                <a:gd name="connsiteX6-3709" fmla="*/ 901561 w 1343025"/>
                <a:gd name="connsiteY6-3710" fmla="*/ 36133 h 1343025"/>
                <a:gd name="connsiteX7-3711" fmla="*/ 1104900 w 1343025"/>
                <a:gd name="connsiteY7-3712" fmla="*/ 150018 h 1343025"/>
                <a:gd name="connsiteX8-3713" fmla="*/ 1012031 w 1343025"/>
                <a:gd name="connsiteY8-3714" fmla="*/ 297656 h 1343025"/>
                <a:gd name="connsiteX9-3715" fmla="*/ 1119187 w 1343025"/>
                <a:gd name="connsiteY9-3716" fmla="*/ 431006 h 1343025"/>
                <a:gd name="connsiteX10-3717" fmla="*/ 1276765 w 1343025"/>
                <a:gd name="connsiteY10-3718" fmla="*/ 372406 h 1343025"/>
                <a:gd name="connsiteX11-3719" fmla="*/ 1343025 w 1343025"/>
                <a:gd name="connsiteY11-3720" fmla="*/ 602456 h 1343025"/>
                <a:gd name="connsiteX12-3721" fmla="*/ 1173956 w 1343025"/>
                <a:gd name="connsiteY12-3722" fmla="*/ 645318 h 1343025"/>
                <a:gd name="connsiteX13-3723" fmla="*/ 1157287 w 1343025"/>
                <a:gd name="connsiteY13-3724" fmla="*/ 812006 h 1343025"/>
                <a:gd name="connsiteX14-3725" fmla="*/ 1307306 w 1343025"/>
                <a:gd name="connsiteY14-3726" fmla="*/ 892968 h 1343025"/>
                <a:gd name="connsiteX15-3727" fmla="*/ 1193006 w 1343025"/>
                <a:gd name="connsiteY15-3728" fmla="*/ 1097756 h 1343025"/>
                <a:gd name="connsiteX16-3729" fmla="*/ 1040606 w 1343025"/>
                <a:gd name="connsiteY16-3730" fmla="*/ 1009650 h 1343025"/>
                <a:gd name="connsiteX17-3731" fmla="*/ 919162 w 1343025"/>
                <a:gd name="connsiteY17-3732" fmla="*/ 1112043 h 1343025"/>
                <a:gd name="connsiteX18-3733" fmla="*/ 973931 w 1343025"/>
                <a:gd name="connsiteY18-3734" fmla="*/ 1276350 h 1343025"/>
                <a:gd name="connsiteX19-3735" fmla="*/ 738084 w 1343025"/>
                <a:gd name="connsiteY19-3736" fmla="*/ 1343025 h 1343025"/>
                <a:gd name="connsiteX20-3737" fmla="*/ 695325 w 1343025"/>
                <a:gd name="connsiteY20-3738" fmla="*/ 1171575 h 1343025"/>
                <a:gd name="connsiteX21-3739" fmla="*/ 535781 w 1343025"/>
                <a:gd name="connsiteY21-3740" fmla="*/ 1154388 h 1343025"/>
                <a:gd name="connsiteX22-3741" fmla="*/ 452437 w 1343025"/>
                <a:gd name="connsiteY22-3742" fmla="*/ 1304925 h 1343025"/>
                <a:gd name="connsiteX23-3743" fmla="*/ 245268 w 1343025"/>
                <a:gd name="connsiteY23-3744" fmla="*/ 1193006 h 1343025"/>
                <a:gd name="connsiteX24-3745" fmla="*/ 333375 w 1343025"/>
                <a:gd name="connsiteY24-3746" fmla="*/ 1042987 h 1343025"/>
                <a:gd name="connsiteX25-3747" fmla="*/ 226218 w 1343025"/>
                <a:gd name="connsiteY25-3748" fmla="*/ 909637 h 1343025"/>
                <a:gd name="connsiteX26-3749" fmla="*/ 63879 w 1343025"/>
                <a:gd name="connsiteY26-3750" fmla="*/ 962957 h 1343025"/>
                <a:gd name="connsiteX27-3751" fmla="*/ 0 w 1343025"/>
                <a:gd name="connsiteY27-3752" fmla="*/ 733425 h 1343025"/>
                <a:gd name="connsiteX28-3753" fmla="*/ 166687 w 1343025"/>
                <a:gd name="connsiteY28-3754" fmla="*/ 690562 h 1343025"/>
                <a:gd name="connsiteX29-3755" fmla="*/ 190500 w 1343025"/>
                <a:gd name="connsiteY29-3756" fmla="*/ 521493 h 1343025"/>
                <a:gd name="connsiteX30-3757" fmla="*/ 35718 w 1343025"/>
                <a:gd name="connsiteY30-3758" fmla="*/ 440531 h 1343025"/>
                <a:gd name="connsiteX31-3759" fmla="*/ 154781 w 1343025"/>
                <a:gd name="connsiteY31-3760" fmla="*/ 242887 h 1343025"/>
                <a:gd name="connsiteX32-3761" fmla="*/ 297656 w 1343025"/>
                <a:gd name="connsiteY32-3762" fmla="*/ 330993 h 1343025"/>
                <a:gd name="connsiteX0-3763" fmla="*/ 297656 w 1343025"/>
                <a:gd name="connsiteY0-3764" fmla="*/ 330993 h 1343025"/>
                <a:gd name="connsiteX1-3765" fmla="*/ 431006 w 1343025"/>
                <a:gd name="connsiteY1-3766" fmla="*/ 226218 h 1343025"/>
                <a:gd name="connsiteX2-3767" fmla="*/ 378618 w 1343025"/>
                <a:gd name="connsiteY2-3768" fmla="*/ 61912 h 1343025"/>
                <a:gd name="connsiteX3-3769" fmla="*/ 602456 w 1343025"/>
                <a:gd name="connsiteY3-3770" fmla="*/ 0 h 1343025"/>
                <a:gd name="connsiteX4-3771" fmla="*/ 652462 w 1343025"/>
                <a:gd name="connsiteY4-3772" fmla="*/ 168551 h 1343025"/>
                <a:gd name="connsiteX5-3773" fmla="*/ 816768 w 1343025"/>
                <a:gd name="connsiteY5-3774" fmla="*/ 185737 h 1343025"/>
                <a:gd name="connsiteX6-3775" fmla="*/ 901561 w 1343025"/>
                <a:gd name="connsiteY6-3776" fmla="*/ 36133 h 1343025"/>
                <a:gd name="connsiteX7-3777" fmla="*/ 1104900 w 1343025"/>
                <a:gd name="connsiteY7-3778" fmla="*/ 150018 h 1343025"/>
                <a:gd name="connsiteX8-3779" fmla="*/ 1012031 w 1343025"/>
                <a:gd name="connsiteY8-3780" fmla="*/ 297656 h 1343025"/>
                <a:gd name="connsiteX9-3781" fmla="*/ 1119187 w 1343025"/>
                <a:gd name="connsiteY9-3782" fmla="*/ 431006 h 1343025"/>
                <a:gd name="connsiteX10-3783" fmla="*/ 1276765 w 1343025"/>
                <a:gd name="connsiteY10-3784" fmla="*/ 372406 h 1343025"/>
                <a:gd name="connsiteX11-3785" fmla="*/ 1343025 w 1343025"/>
                <a:gd name="connsiteY11-3786" fmla="*/ 602456 h 1343025"/>
                <a:gd name="connsiteX12-3787" fmla="*/ 1173956 w 1343025"/>
                <a:gd name="connsiteY12-3788" fmla="*/ 645318 h 1343025"/>
                <a:gd name="connsiteX13-3789" fmla="*/ 1157287 w 1343025"/>
                <a:gd name="connsiteY13-3790" fmla="*/ 812006 h 1343025"/>
                <a:gd name="connsiteX14-3791" fmla="*/ 1307306 w 1343025"/>
                <a:gd name="connsiteY14-3792" fmla="*/ 892968 h 1343025"/>
                <a:gd name="connsiteX15-3793" fmla="*/ 1193006 w 1343025"/>
                <a:gd name="connsiteY15-3794" fmla="*/ 1097756 h 1343025"/>
                <a:gd name="connsiteX16-3795" fmla="*/ 1040606 w 1343025"/>
                <a:gd name="connsiteY16-3796" fmla="*/ 1009650 h 1343025"/>
                <a:gd name="connsiteX17-3797" fmla="*/ 919162 w 1343025"/>
                <a:gd name="connsiteY17-3798" fmla="*/ 1112043 h 1343025"/>
                <a:gd name="connsiteX18-3799" fmla="*/ 973931 w 1343025"/>
                <a:gd name="connsiteY18-3800" fmla="*/ 1276350 h 1343025"/>
                <a:gd name="connsiteX19-3801" fmla="*/ 738084 w 1343025"/>
                <a:gd name="connsiteY19-3802" fmla="*/ 1343025 h 1343025"/>
                <a:gd name="connsiteX20-3803" fmla="*/ 695325 w 1343025"/>
                <a:gd name="connsiteY20-3804" fmla="*/ 1171575 h 1343025"/>
                <a:gd name="connsiteX21-3805" fmla="*/ 535781 w 1343025"/>
                <a:gd name="connsiteY21-3806" fmla="*/ 1154388 h 1343025"/>
                <a:gd name="connsiteX22-3807" fmla="*/ 452437 w 1343025"/>
                <a:gd name="connsiteY22-3808" fmla="*/ 1304925 h 1343025"/>
                <a:gd name="connsiteX23-3809" fmla="*/ 245268 w 1343025"/>
                <a:gd name="connsiteY23-3810" fmla="*/ 1193006 h 1343025"/>
                <a:gd name="connsiteX24-3811" fmla="*/ 333375 w 1343025"/>
                <a:gd name="connsiteY24-3812" fmla="*/ 1042987 h 1343025"/>
                <a:gd name="connsiteX25-3813" fmla="*/ 226218 w 1343025"/>
                <a:gd name="connsiteY25-3814" fmla="*/ 909637 h 1343025"/>
                <a:gd name="connsiteX26-3815" fmla="*/ 63879 w 1343025"/>
                <a:gd name="connsiteY26-3816" fmla="*/ 962957 h 1343025"/>
                <a:gd name="connsiteX27-3817" fmla="*/ 0 w 1343025"/>
                <a:gd name="connsiteY27-3818" fmla="*/ 733425 h 1343025"/>
                <a:gd name="connsiteX28-3819" fmla="*/ 166687 w 1343025"/>
                <a:gd name="connsiteY28-3820" fmla="*/ 690562 h 1343025"/>
                <a:gd name="connsiteX29-3821" fmla="*/ 190500 w 1343025"/>
                <a:gd name="connsiteY29-3822" fmla="*/ 521493 h 1343025"/>
                <a:gd name="connsiteX30-3823" fmla="*/ 35718 w 1343025"/>
                <a:gd name="connsiteY30-3824" fmla="*/ 440531 h 1343025"/>
                <a:gd name="connsiteX31-3825" fmla="*/ 154781 w 1343025"/>
                <a:gd name="connsiteY31-3826" fmla="*/ 242887 h 1343025"/>
                <a:gd name="connsiteX32-3827" fmla="*/ 297656 w 1343025"/>
                <a:gd name="connsiteY32-3828" fmla="*/ 330993 h 1343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</a:cxnLst>
              <a:rect l="l" t="t" r="r" b="b"/>
              <a:pathLst>
                <a:path w="1343025" h="1343025">
                  <a:moveTo>
                    <a:pt x="297656" y="330993"/>
                  </a:moveTo>
                  <a:cubicBezTo>
                    <a:pt x="346075" y="285749"/>
                    <a:pt x="380206" y="254793"/>
                    <a:pt x="431006" y="226218"/>
                  </a:cubicBezTo>
                  <a:lnTo>
                    <a:pt x="378618" y="61912"/>
                  </a:lnTo>
                  <a:cubicBezTo>
                    <a:pt x="441325" y="31750"/>
                    <a:pt x="527843" y="11112"/>
                    <a:pt x="602456" y="0"/>
                  </a:cubicBezTo>
                  <a:lnTo>
                    <a:pt x="652462" y="168551"/>
                  </a:lnTo>
                  <a:cubicBezTo>
                    <a:pt x="695636" y="169172"/>
                    <a:pt x="766761" y="173831"/>
                    <a:pt x="816768" y="185737"/>
                  </a:cubicBezTo>
                  <a:lnTo>
                    <a:pt x="901561" y="36133"/>
                  </a:lnTo>
                  <a:cubicBezTo>
                    <a:pt x="965579" y="60221"/>
                    <a:pt x="1043781" y="101600"/>
                    <a:pt x="1104900" y="150018"/>
                  </a:cubicBezTo>
                  <a:lnTo>
                    <a:pt x="1012031" y="297656"/>
                  </a:lnTo>
                  <a:cubicBezTo>
                    <a:pt x="1054100" y="338137"/>
                    <a:pt x="1089024" y="378618"/>
                    <a:pt x="1119187" y="431006"/>
                  </a:cubicBezTo>
                  <a:lnTo>
                    <a:pt x="1276765" y="372406"/>
                  </a:lnTo>
                  <a:cubicBezTo>
                    <a:pt x="1311690" y="446224"/>
                    <a:pt x="1334293" y="523875"/>
                    <a:pt x="1343025" y="602456"/>
                  </a:cubicBezTo>
                  <a:lnTo>
                    <a:pt x="1173956" y="645318"/>
                  </a:lnTo>
                  <a:cubicBezTo>
                    <a:pt x="1175544" y="693737"/>
                    <a:pt x="1177130" y="744537"/>
                    <a:pt x="1157287" y="812006"/>
                  </a:cubicBezTo>
                  <a:lnTo>
                    <a:pt x="1307306" y="892968"/>
                  </a:lnTo>
                  <a:cubicBezTo>
                    <a:pt x="1290637" y="958850"/>
                    <a:pt x="1246740" y="1034255"/>
                    <a:pt x="1193006" y="1097756"/>
                  </a:cubicBezTo>
                  <a:lnTo>
                    <a:pt x="1040606" y="1009650"/>
                  </a:lnTo>
                  <a:cubicBezTo>
                    <a:pt x="1014413" y="1043781"/>
                    <a:pt x="964406" y="1087437"/>
                    <a:pt x="919162" y="1112043"/>
                  </a:cubicBezTo>
                  <a:lnTo>
                    <a:pt x="973931" y="1276350"/>
                  </a:lnTo>
                  <a:cubicBezTo>
                    <a:pt x="900112" y="1310481"/>
                    <a:pt x="828571" y="1330325"/>
                    <a:pt x="738084" y="1343025"/>
                  </a:cubicBezTo>
                  <a:lnTo>
                    <a:pt x="695325" y="1171575"/>
                  </a:lnTo>
                  <a:cubicBezTo>
                    <a:pt x="651669" y="1176337"/>
                    <a:pt x="586580" y="1168676"/>
                    <a:pt x="535781" y="1154388"/>
                  </a:cubicBezTo>
                  <a:lnTo>
                    <a:pt x="452437" y="1304925"/>
                  </a:lnTo>
                  <a:cubicBezTo>
                    <a:pt x="392906" y="1293812"/>
                    <a:pt x="302417" y="1239837"/>
                    <a:pt x="245268" y="1193006"/>
                  </a:cubicBezTo>
                  <a:lnTo>
                    <a:pt x="333375" y="1042987"/>
                  </a:lnTo>
                  <a:cubicBezTo>
                    <a:pt x="293204" y="1012721"/>
                    <a:pt x="255311" y="954500"/>
                    <a:pt x="226218" y="909637"/>
                  </a:cubicBezTo>
                  <a:lnTo>
                    <a:pt x="63879" y="962957"/>
                  </a:lnTo>
                  <a:cubicBezTo>
                    <a:pt x="34406" y="902528"/>
                    <a:pt x="7938" y="815181"/>
                    <a:pt x="0" y="733425"/>
                  </a:cubicBezTo>
                  <a:lnTo>
                    <a:pt x="166687" y="690562"/>
                  </a:lnTo>
                  <a:cubicBezTo>
                    <a:pt x="172243" y="621506"/>
                    <a:pt x="173037" y="583406"/>
                    <a:pt x="190500" y="521493"/>
                  </a:cubicBezTo>
                  <a:lnTo>
                    <a:pt x="35718" y="440531"/>
                  </a:lnTo>
                  <a:cubicBezTo>
                    <a:pt x="65881" y="367506"/>
                    <a:pt x="100806" y="296862"/>
                    <a:pt x="154781" y="242887"/>
                  </a:cubicBezTo>
                  <a:lnTo>
                    <a:pt x="297656" y="330993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3678640" y="1394520"/>
              <a:ext cx="2602380" cy="2616258"/>
            </a:xfrm>
            <a:custGeom>
              <a:avLst/>
              <a:gdLst>
                <a:gd name="connsiteX0" fmla="*/ 850952 w 2597643"/>
                <a:gd name="connsiteY0" fmla="*/ 447869 h 2601375"/>
                <a:gd name="connsiteX1" fmla="*/ 1160729 w 2597643"/>
                <a:gd name="connsiteY1" fmla="*/ 354563 h 2601375"/>
                <a:gd name="connsiteX2" fmla="*/ 1164461 w 2597643"/>
                <a:gd name="connsiteY2" fmla="*/ 0 h 2601375"/>
                <a:gd name="connsiteX3" fmla="*/ 1645920 w 2597643"/>
                <a:gd name="connsiteY3" fmla="*/ 41055 h 2601375"/>
                <a:gd name="connsiteX4" fmla="*/ 1582472 w 2597643"/>
                <a:gd name="connsiteY4" fmla="*/ 388153 h 2601375"/>
                <a:gd name="connsiteX5" fmla="*/ 1884784 w 2597643"/>
                <a:gd name="connsiteY5" fmla="*/ 537443 h 2601375"/>
                <a:gd name="connsiteX6" fmla="*/ 2142309 w 2597643"/>
                <a:gd name="connsiteY6" fmla="*/ 298579 h 2601375"/>
                <a:gd name="connsiteX7" fmla="*/ 2429692 w 2597643"/>
                <a:gd name="connsiteY7" fmla="*/ 656875 h 2601375"/>
                <a:gd name="connsiteX8" fmla="*/ 2146041 w 2597643"/>
                <a:gd name="connsiteY8" fmla="*/ 850952 h 2601375"/>
                <a:gd name="connsiteX9" fmla="*/ 2246812 w 2597643"/>
                <a:gd name="connsiteY9" fmla="*/ 1194318 h 2601375"/>
                <a:gd name="connsiteX10" fmla="*/ 2597643 w 2597643"/>
                <a:gd name="connsiteY10" fmla="*/ 1160728 h 2601375"/>
                <a:gd name="connsiteX11" fmla="*/ 2556588 w 2597643"/>
                <a:gd name="connsiteY11" fmla="*/ 1645920 h 2601375"/>
                <a:gd name="connsiteX12" fmla="*/ 2209489 w 2597643"/>
                <a:gd name="connsiteY12" fmla="*/ 1593668 h 2601375"/>
                <a:gd name="connsiteX13" fmla="*/ 2052735 w 2597643"/>
                <a:gd name="connsiteY13" fmla="*/ 1877319 h 2601375"/>
                <a:gd name="connsiteX14" fmla="*/ 2291599 w 2597643"/>
                <a:gd name="connsiteY14" fmla="*/ 2134844 h 2601375"/>
                <a:gd name="connsiteX15" fmla="*/ 1944500 w 2597643"/>
                <a:gd name="connsiteY15" fmla="*/ 2437156 h 2601375"/>
                <a:gd name="connsiteX16" fmla="*/ 1724298 w 2597643"/>
                <a:gd name="connsiteY16" fmla="*/ 2153505 h 2601375"/>
                <a:gd name="connsiteX17" fmla="*/ 1429450 w 2597643"/>
                <a:gd name="connsiteY17" fmla="*/ 2246811 h 2601375"/>
                <a:gd name="connsiteX18" fmla="*/ 1410789 w 2597643"/>
                <a:gd name="connsiteY18" fmla="*/ 2601375 h 2601375"/>
                <a:gd name="connsiteX19" fmla="*/ 944258 w 2597643"/>
                <a:gd name="connsiteY19" fmla="*/ 2560320 h 2601375"/>
                <a:gd name="connsiteX20" fmla="*/ 1011439 w 2597643"/>
                <a:gd name="connsiteY20" fmla="*/ 2213221 h 2601375"/>
                <a:gd name="connsiteX21" fmla="*/ 716591 w 2597643"/>
                <a:gd name="connsiteY21" fmla="*/ 2067664 h 2601375"/>
                <a:gd name="connsiteX22" fmla="*/ 459067 w 2597643"/>
                <a:gd name="connsiteY22" fmla="*/ 2299063 h 2601375"/>
                <a:gd name="connsiteX23" fmla="*/ 164219 w 2597643"/>
                <a:gd name="connsiteY23" fmla="*/ 1955696 h 2601375"/>
                <a:gd name="connsiteX24" fmla="*/ 440405 w 2597643"/>
                <a:gd name="connsiteY24" fmla="*/ 1731761 h 2601375"/>
                <a:gd name="connsiteX25" fmla="*/ 343367 w 2597643"/>
                <a:gd name="connsiteY25" fmla="*/ 1425717 h 2601375"/>
                <a:gd name="connsiteX26" fmla="*/ 0 w 2597643"/>
                <a:gd name="connsiteY26" fmla="*/ 1440646 h 2601375"/>
                <a:gd name="connsiteX27" fmla="*/ 33591 w 2597643"/>
                <a:gd name="connsiteY27" fmla="*/ 974116 h 2601375"/>
                <a:gd name="connsiteX28" fmla="*/ 380689 w 2597643"/>
                <a:gd name="connsiteY28" fmla="*/ 1007706 h 2601375"/>
                <a:gd name="connsiteX29" fmla="*/ 529979 w 2597643"/>
                <a:gd name="connsiteY29" fmla="*/ 724055 h 2601375"/>
                <a:gd name="connsiteX30" fmla="*/ 287383 w 2597643"/>
                <a:gd name="connsiteY30" fmla="*/ 470263 h 2601375"/>
                <a:gd name="connsiteX31" fmla="*/ 630750 w 2597643"/>
                <a:gd name="connsiteY31" fmla="*/ 171683 h 2601375"/>
                <a:gd name="connsiteX32" fmla="*/ 850952 w 2597643"/>
                <a:gd name="connsiteY32" fmla="*/ 447869 h 2601375"/>
                <a:gd name="connsiteX0-1" fmla="*/ 850952 w 2597643"/>
                <a:gd name="connsiteY0-2" fmla="*/ 447869 h 2601375"/>
                <a:gd name="connsiteX1-3" fmla="*/ 1160729 w 2597643"/>
                <a:gd name="connsiteY1-4" fmla="*/ 354563 h 2601375"/>
                <a:gd name="connsiteX2-5" fmla="*/ 1164461 w 2597643"/>
                <a:gd name="connsiteY2-6" fmla="*/ 0 h 2601375"/>
                <a:gd name="connsiteX3-7" fmla="*/ 1645920 w 2597643"/>
                <a:gd name="connsiteY3-8" fmla="*/ 41055 h 2601375"/>
                <a:gd name="connsiteX4-9" fmla="*/ 1582472 w 2597643"/>
                <a:gd name="connsiteY4-10" fmla="*/ 388153 h 2601375"/>
                <a:gd name="connsiteX5-11" fmla="*/ 1884784 w 2597643"/>
                <a:gd name="connsiteY5-12" fmla="*/ 537443 h 2601375"/>
                <a:gd name="connsiteX6-13" fmla="*/ 2142309 w 2597643"/>
                <a:gd name="connsiteY6-14" fmla="*/ 298579 h 2601375"/>
                <a:gd name="connsiteX7-15" fmla="*/ 2429692 w 2597643"/>
                <a:gd name="connsiteY7-16" fmla="*/ 656875 h 2601375"/>
                <a:gd name="connsiteX8-17" fmla="*/ 2146041 w 2597643"/>
                <a:gd name="connsiteY8-18" fmla="*/ 850952 h 2601375"/>
                <a:gd name="connsiteX9-19" fmla="*/ 2246812 w 2597643"/>
                <a:gd name="connsiteY9-20" fmla="*/ 1194318 h 2601375"/>
                <a:gd name="connsiteX10-21" fmla="*/ 2597643 w 2597643"/>
                <a:gd name="connsiteY10-22" fmla="*/ 1160728 h 2601375"/>
                <a:gd name="connsiteX11-23" fmla="*/ 2556588 w 2597643"/>
                <a:gd name="connsiteY11-24" fmla="*/ 1645920 h 2601375"/>
                <a:gd name="connsiteX12-25" fmla="*/ 2209489 w 2597643"/>
                <a:gd name="connsiteY12-26" fmla="*/ 1593668 h 2601375"/>
                <a:gd name="connsiteX13-27" fmla="*/ 2052735 w 2597643"/>
                <a:gd name="connsiteY13-28" fmla="*/ 1877319 h 2601375"/>
                <a:gd name="connsiteX14-29" fmla="*/ 2291599 w 2597643"/>
                <a:gd name="connsiteY14-30" fmla="*/ 2134844 h 2601375"/>
                <a:gd name="connsiteX15-31" fmla="*/ 1944500 w 2597643"/>
                <a:gd name="connsiteY15-32" fmla="*/ 2437156 h 2601375"/>
                <a:gd name="connsiteX16-33" fmla="*/ 1724298 w 2597643"/>
                <a:gd name="connsiteY16-34" fmla="*/ 2153505 h 2601375"/>
                <a:gd name="connsiteX17-35" fmla="*/ 1429450 w 2597643"/>
                <a:gd name="connsiteY17-36" fmla="*/ 2246811 h 2601375"/>
                <a:gd name="connsiteX18-37" fmla="*/ 1410789 w 2597643"/>
                <a:gd name="connsiteY18-38" fmla="*/ 2601375 h 2601375"/>
                <a:gd name="connsiteX19-39" fmla="*/ 944258 w 2597643"/>
                <a:gd name="connsiteY19-40" fmla="*/ 2560320 h 2601375"/>
                <a:gd name="connsiteX20-41" fmla="*/ 1011439 w 2597643"/>
                <a:gd name="connsiteY20-42" fmla="*/ 2213221 h 2601375"/>
                <a:gd name="connsiteX21-43" fmla="*/ 716591 w 2597643"/>
                <a:gd name="connsiteY21-44" fmla="*/ 2067664 h 2601375"/>
                <a:gd name="connsiteX22-45" fmla="*/ 459067 w 2597643"/>
                <a:gd name="connsiteY22-46" fmla="*/ 2299063 h 2601375"/>
                <a:gd name="connsiteX23-47" fmla="*/ 164219 w 2597643"/>
                <a:gd name="connsiteY23-48" fmla="*/ 1955696 h 2601375"/>
                <a:gd name="connsiteX24-49" fmla="*/ 440405 w 2597643"/>
                <a:gd name="connsiteY24-50" fmla="*/ 1731761 h 2601375"/>
                <a:gd name="connsiteX25-51" fmla="*/ 343367 w 2597643"/>
                <a:gd name="connsiteY25-52" fmla="*/ 1425717 h 2601375"/>
                <a:gd name="connsiteX26-53" fmla="*/ 0 w 2597643"/>
                <a:gd name="connsiteY26-54" fmla="*/ 1440646 h 2601375"/>
                <a:gd name="connsiteX27-55" fmla="*/ 33591 w 2597643"/>
                <a:gd name="connsiteY27-56" fmla="*/ 974116 h 2601375"/>
                <a:gd name="connsiteX28-57" fmla="*/ 380689 w 2597643"/>
                <a:gd name="connsiteY28-58" fmla="*/ 1007706 h 2601375"/>
                <a:gd name="connsiteX29-59" fmla="*/ 529979 w 2597643"/>
                <a:gd name="connsiteY29-60" fmla="*/ 724055 h 2601375"/>
                <a:gd name="connsiteX30-61" fmla="*/ 287383 w 2597643"/>
                <a:gd name="connsiteY30-62" fmla="*/ 470263 h 2601375"/>
                <a:gd name="connsiteX31-63" fmla="*/ 630750 w 2597643"/>
                <a:gd name="connsiteY31-64" fmla="*/ 171683 h 2601375"/>
                <a:gd name="connsiteX32-65" fmla="*/ 850952 w 2597643"/>
                <a:gd name="connsiteY32-66" fmla="*/ 447869 h 2601375"/>
                <a:gd name="connsiteX0-67" fmla="*/ 850952 w 2597643"/>
                <a:gd name="connsiteY0-68" fmla="*/ 447869 h 2601375"/>
                <a:gd name="connsiteX1-69" fmla="*/ 1160729 w 2597643"/>
                <a:gd name="connsiteY1-70" fmla="*/ 354563 h 2601375"/>
                <a:gd name="connsiteX2-71" fmla="*/ 1164461 w 2597643"/>
                <a:gd name="connsiteY2-72" fmla="*/ 0 h 2601375"/>
                <a:gd name="connsiteX3-73" fmla="*/ 1645920 w 2597643"/>
                <a:gd name="connsiteY3-74" fmla="*/ 41055 h 2601375"/>
                <a:gd name="connsiteX4-75" fmla="*/ 1582472 w 2597643"/>
                <a:gd name="connsiteY4-76" fmla="*/ 388153 h 2601375"/>
                <a:gd name="connsiteX5-77" fmla="*/ 1884784 w 2597643"/>
                <a:gd name="connsiteY5-78" fmla="*/ 537443 h 2601375"/>
                <a:gd name="connsiteX6-79" fmla="*/ 2142309 w 2597643"/>
                <a:gd name="connsiteY6-80" fmla="*/ 298579 h 2601375"/>
                <a:gd name="connsiteX7-81" fmla="*/ 2429692 w 2597643"/>
                <a:gd name="connsiteY7-82" fmla="*/ 656875 h 2601375"/>
                <a:gd name="connsiteX8-83" fmla="*/ 2146041 w 2597643"/>
                <a:gd name="connsiteY8-84" fmla="*/ 850952 h 2601375"/>
                <a:gd name="connsiteX9-85" fmla="*/ 2246812 w 2597643"/>
                <a:gd name="connsiteY9-86" fmla="*/ 1194318 h 2601375"/>
                <a:gd name="connsiteX10-87" fmla="*/ 2597643 w 2597643"/>
                <a:gd name="connsiteY10-88" fmla="*/ 1160728 h 2601375"/>
                <a:gd name="connsiteX11-89" fmla="*/ 2556588 w 2597643"/>
                <a:gd name="connsiteY11-90" fmla="*/ 1645920 h 2601375"/>
                <a:gd name="connsiteX12-91" fmla="*/ 2209489 w 2597643"/>
                <a:gd name="connsiteY12-92" fmla="*/ 1593668 h 2601375"/>
                <a:gd name="connsiteX13-93" fmla="*/ 2052735 w 2597643"/>
                <a:gd name="connsiteY13-94" fmla="*/ 1877319 h 2601375"/>
                <a:gd name="connsiteX14-95" fmla="*/ 2291599 w 2597643"/>
                <a:gd name="connsiteY14-96" fmla="*/ 2134844 h 2601375"/>
                <a:gd name="connsiteX15-97" fmla="*/ 1944500 w 2597643"/>
                <a:gd name="connsiteY15-98" fmla="*/ 2437156 h 2601375"/>
                <a:gd name="connsiteX16-99" fmla="*/ 1724298 w 2597643"/>
                <a:gd name="connsiteY16-100" fmla="*/ 2153505 h 2601375"/>
                <a:gd name="connsiteX17-101" fmla="*/ 1429450 w 2597643"/>
                <a:gd name="connsiteY17-102" fmla="*/ 2246811 h 2601375"/>
                <a:gd name="connsiteX18-103" fmla="*/ 1410789 w 2597643"/>
                <a:gd name="connsiteY18-104" fmla="*/ 2601375 h 2601375"/>
                <a:gd name="connsiteX19-105" fmla="*/ 944258 w 2597643"/>
                <a:gd name="connsiteY19-106" fmla="*/ 2560320 h 2601375"/>
                <a:gd name="connsiteX20-107" fmla="*/ 1011439 w 2597643"/>
                <a:gd name="connsiteY20-108" fmla="*/ 2213221 h 2601375"/>
                <a:gd name="connsiteX21-109" fmla="*/ 716591 w 2597643"/>
                <a:gd name="connsiteY21-110" fmla="*/ 2067664 h 2601375"/>
                <a:gd name="connsiteX22-111" fmla="*/ 459067 w 2597643"/>
                <a:gd name="connsiteY22-112" fmla="*/ 2299063 h 2601375"/>
                <a:gd name="connsiteX23-113" fmla="*/ 164219 w 2597643"/>
                <a:gd name="connsiteY23-114" fmla="*/ 1955696 h 2601375"/>
                <a:gd name="connsiteX24-115" fmla="*/ 440405 w 2597643"/>
                <a:gd name="connsiteY24-116" fmla="*/ 1731761 h 2601375"/>
                <a:gd name="connsiteX25-117" fmla="*/ 343367 w 2597643"/>
                <a:gd name="connsiteY25-118" fmla="*/ 1425717 h 2601375"/>
                <a:gd name="connsiteX26-119" fmla="*/ 0 w 2597643"/>
                <a:gd name="connsiteY26-120" fmla="*/ 1440646 h 2601375"/>
                <a:gd name="connsiteX27-121" fmla="*/ 33591 w 2597643"/>
                <a:gd name="connsiteY27-122" fmla="*/ 974116 h 2601375"/>
                <a:gd name="connsiteX28-123" fmla="*/ 380689 w 2597643"/>
                <a:gd name="connsiteY28-124" fmla="*/ 1007706 h 2601375"/>
                <a:gd name="connsiteX29-125" fmla="*/ 529979 w 2597643"/>
                <a:gd name="connsiteY29-126" fmla="*/ 724055 h 2601375"/>
                <a:gd name="connsiteX30-127" fmla="*/ 287383 w 2597643"/>
                <a:gd name="connsiteY30-128" fmla="*/ 470263 h 2601375"/>
                <a:gd name="connsiteX31-129" fmla="*/ 630750 w 2597643"/>
                <a:gd name="connsiteY31-130" fmla="*/ 171683 h 2601375"/>
                <a:gd name="connsiteX32-131" fmla="*/ 850952 w 2597643"/>
                <a:gd name="connsiteY32-132" fmla="*/ 447869 h 2601375"/>
                <a:gd name="connsiteX0-133" fmla="*/ 850952 w 2597643"/>
                <a:gd name="connsiteY0-134" fmla="*/ 447869 h 2601375"/>
                <a:gd name="connsiteX1-135" fmla="*/ 1160729 w 2597643"/>
                <a:gd name="connsiteY1-136" fmla="*/ 354563 h 2601375"/>
                <a:gd name="connsiteX2-137" fmla="*/ 1164461 w 2597643"/>
                <a:gd name="connsiteY2-138" fmla="*/ 0 h 2601375"/>
                <a:gd name="connsiteX3-139" fmla="*/ 1645920 w 2597643"/>
                <a:gd name="connsiteY3-140" fmla="*/ 41055 h 2601375"/>
                <a:gd name="connsiteX4-141" fmla="*/ 1582472 w 2597643"/>
                <a:gd name="connsiteY4-142" fmla="*/ 388153 h 2601375"/>
                <a:gd name="connsiteX5-143" fmla="*/ 1884784 w 2597643"/>
                <a:gd name="connsiteY5-144" fmla="*/ 537443 h 2601375"/>
                <a:gd name="connsiteX6-145" fmla="*/ 2142309 w 2597643"/>
                <a:gd name="connsiteY6-146" fmla="*/ 298579 h 2601375"/>
                <a:gd name="connsiteX7-147" fmla="*/ 2429692 w 2597643"/>
                <a:gd name="connsiteY7-148" fmla="*/ 656875 h 2601375"/>
                <a:gd name="connsiteX8-149" fmla="*/ 2146041 w 2597643"/>
                <a:gd name="connsiteY8-150" fmla="*/ 850952 h 2601375"/>
                <a:gd name="connsiteX9-151" fmla="*/ 2246812 w 2597643"/>
                <a:gd name="connsiteY9-152" fmla="*/ 1194318 h 2601375"/>
                <a:gd name="connsiteX10-153" fmla="*/ 2597643 w 2597643"/>
                <a:gd name="connsiteY10-154" fmla="*/ 1160728 h 2601375"/>
                <a:gd name="connsiteX11-155" fmla="*/ 2556588 w 2597643"/>
                <a:gd name="connsiteY11-156" fmla="*/ 1645920 h 2601375"/>
                <a:gd name="connsiteX12-157" fmla="*/ 2209489 w 2597643"/>
                <a:gd name="connsiteY12-158" fmla="*/ 1593668 h 2601375"/>
                <a:gd name="connsiteX13-159" fmla="*/ 2052735 w 2597643"/>
                <a:gd name="connsiteY13-160" fmla="*/ 1877319 h 2601375"/>
                <a:gd name="connsiteX14-161" fmla="*/ 2291599 w 2597643"/>
                <a:gd name="connsiteY14-162" fmla="*/ 2134844 h 2601375"/>
                <a:gd name="connsiteX15-163" fmla="*/ 1944500 w 2597643"/>
                <a:gd name="connsiteY15-164" fmla="*/ 2437156 h 2601375"/>
                <a:gd name="connsiteX16-165" fmla="*/ 1724298 w 2597643"/>
                <a:gd name="connsiteY16-166" fmla="*/ 2153505 h 2601375"/>
                <a:gd name="connsiteX17-167" fmla="*/ 1429450 w 2597643"/>
                <a:gd name="connsiteY17-168" fmla="*/ 2246811 h 2601375"/>
                <a:gd name="connsiteX18-169" fmla="*/ 1410789 w 2597643"/>
                <a:gd name="connsiteY18-170" fmla="*/ 2601375 h 2601375"/>
                <a:gd name="connsiteX19-171" fmla="*/ 944258 w 2597643"/>
                <a:gd name="connsiteY19-172" fmla="*/ 2560320 h 2601375"/>
                <a:gd name="connsiteX20-173" fmla="*/ 1011439 w 2597643"/>
                <a:gd name="connsiteY20-174" fmla="*/ 2213221 h 2601375"/>
                <a:gd name="connsiteX21-175" fmla="*/ 716591 w 2597643"/>
                <a:gd name="connsiteY21-176" fmla="*/ 2067664 h 2601375"/>
                <a:gd name="connsiteX22-177" fmla="*/ 459067 w 2597643"/>
                <a:gd name="connsiteY22-178" fmla="*/ 2299063 h 2601375"/>
                <a:gd name="connsiteX23-179" fmla="*/ 164219 w 2597643"/>
                <a:gd name="connsiteY23-180" fmla="*/ 1955696 h 2601375"/>
                <a:gd name="connsiteX24-181" fmla="*/ 440405 w 2597643"/>
                <a:gd name="connsiteY24-182" fmla="*/ 1731761 h 2601375"/>
                <a:gd name="connsiteX25-183" fmla="*/ 343367 w 2597643"/>
                <a:gd name="connsiteY25-184" fmla="*/ 1425717 h 2601375"/>
                <a:gd name="connsiteX26-185" fmla="*/ 0 w 2597643"/>
                <a:gd name="connsiteY26-186" fmla="*/ 1440646 h 2601375"/>
                <a:gd name="connsiteX27-187" fmla="*/ 33591 w 2597643"/>
                <a:gd name="connsiteY27-188" fmla="*/ 974116 h 2601375"/>
                <a:gd name="connsiteX28-189" fmla="*/ 380689 w 2597643"/>
                <a:gd name="connsiteY28-190" fmla="*/ 1007706 h 2601375"/>
                <a:gd name="connsiteX29-191" fmla="*/ 529979 w 2597643"/>
                <a:gd name="connsiteY29-192" fmla="*/ 724055 h 2601375"/>
                <a:gd name="connsiteX30-193" fmla="*/ 287383 w 2597643"/>
                <a:gd name="connsiteY30-194" fmla="*/ 470263 h 2601375"/>
                <a:gd name="connsiteX31-195" fmla="*/ 630750 w 2597643"/>
                <a:gd name="connsiteY31-196" fmla="*/ 171683 h 2601375"/>
                <a:gd name="connsiteX32-197" fmla="*/ 850952 w 2597643"/>
                <a:gd name="connsiteY32-198" fmla="*/ 447869 h 2601375"/>
                <a:gd name="connsiteX0-199" fmla="*/ 850952 w 2597643"/>
                <a:gd name="connsiteY0-200" fmla="*/ 447869 h 2601375"/>
                <a:gd name="connsiteX1-201" fmla="*/ 1160729 w 2597643"/>
                <a:gd name="connsiteY1-202" fmla="*/ 354563 h 2601375"/>
                <a:gd name="connsiteX2-203" fmla="*/ 1164461 w 2597643"/>
                <a:gd name="connsiteY2-204" fmla="*/ 0 h 2601375"/>
                <a:gd name="connsiteX3-205" fmla="*/ 1645920 w 2597643"/>
                <a:gd name="connsiteY3-206" fmla="*/ 41055 h 2601375"/>
                <a:gd name="connsiteX4-207" fmla="*/ 1582472 w 2597643"/>
                <a:gd name="connsiteY4-208" fmla="*/ 388153 h 2601375"/>
                <a:gd name="connsiteX5-209" fmla="*/ 1884784 w 2597643"/>
                <a:gd name="connsiteY5-210" fmla="*/ 537443 h 2601375"/>
                <a:gd name="connsiteX6-211" fmla="*/ 2142309 w 2597643"/>
                <a:gd name="connsiteY6-212" fmla="*/ 298579 h 2601375"/>
                <a:gd name="connsiteX7-213" fmla="*/ 2429692 w 2597643"/>
                <a:gd name="connsiteY7-214" fmla="*/ 656875 h 2601375"/>
                <a:gd name="connsiteX8-215" fmla="*/ 2146041 w 2597643"/>
                <a:gd name="connsiteY8-216" fmla="*/ 850952 h 2601375"/>
                <a:gd name="connsiteX9-217" fmla="*/ 2246812 w 2597643"/>
                <a:gd name="connsiteY9-218" fmla="*/ 1194318 h 2601375"/>
                <a:gd name="connsiteX10-219" fmla="*/ 2597643 w 2597643"/>
                <a:gd name="connsiteY10-220" fmla="*/ 1160728 h 2601375"/>
                <a:gd name="connsiteX11-221" fmla="*/ 2556588 w 2597643"/>
                <a:gd name="connsiteY11-222" fmla="*/ 1645920 h 2601375"/>
                <a:gd name="connsiteX12-223" fmla="*/ 2209489 w 2597643"/>
                <a:gd name="connsiteY12-224" fmla="*/ 1593668 h 2601375"/>
                <a:gd name="connsiteX13-225" fmla="*/ 2052735 w 2597643"/>
                <a:gd name="connsiteY13-226" fmla="*/ 1877319 h 2601375"/>
                <a:gd name="connsiteX14-227" fmla="*/ 2291599 w 2597643"/>
                <a:gd name="connsiteY14-228" fmla="*/ 2134844 h 2601375"/>
                <a:gd name="connsiteX15-229" fmla="*/ 1944500 w 2597643"/>
                <a:gd name="connsiteY15-230" fmla="*/ 2437156 h 2601375"/>
                <a:gd name="connsiteX16-231" fmla="*/ 1724298 w 2597643"/>
                <a:gd name="connsiteY16-232" fmla="*/ 2153505 h 2601375"/>
                <a:gd name="connsiteX17-233" fmla="*/ 1429450 w 2597643"/>
                <a:gd name="connsiteY17-234" fmla="*/ 2246811 h 2601375"/>
                <a:gd name="connsiteX18-235" fmla="*/ 1410789 w 2597643"/>
                <a:gd name="connsiteY18-236" fmla="*/ 2601375 h 2601375"/>
                <a:gd name="connsiteX19-237" fmla="*/ 944258 w 2597643"/>
                <a:gd name="connsiteY19-238" fmla="*/ 2560320 h 2601375"/>
                <a:gd name="connsiteX20-239" fmla="*/ 1011439 w 2597643"/>
                <a:gd name="connsiteY20-240" fmla="*/ 2213221 h 2601375"/>
                <a:gd name="connsiteX21-241" fmla="*/ 716591 w 2597643"/>
                <a:gd name="connsiteY21-242" fmla="*/ 2067664 h 2601375"/>
                <a:gd name="connsiteX22-243" fmla="*/ 459067 w 2597643"/>
                <a:gd name="connsiteY22-244" fmla="*/ 2299063 h 2601375"/>
                <a:gd name="connsiteX23-245" fmla="*/ 164219 w 2597643"/>
                <a:gd name="connsiteY23-246" fmla="*/ 1955696 h 2601375"/>
                <a:gd name="connsiteX24-247" fmla="*/ 440405 w 2597643"/>
                <a:gd name="connsiteY24-248" fmla="*/ 1731761 h 2601375"/>
                <a:gd name="connsiteX25-249" fmla="*/ 343367 w 2597643"/>
                <a:gd name="connsiteY25-250" fmla="*/ 1425717 h 2601375"/>
                <a:gd name="connsiteX26-251" fmla="*/ 0 w 2597643"/>
                <a:gd name="connsiteY26-252" fmla="*/ 1440646 h 2601375"/>
                <a:gd name="connsiteX27-253" fmla="*/ 33591 w 2597643"/>
                <a:gd name="connsiteY27-254" fmla="*/ 974116 h 2601375"/>
                <a:gd name="connsiteX28-255" fmla="*/ 380689 w 2597643"/>
                <a:gd name="connsiteY28-256" fmla="*/ 1007706 h 2601375"/>
                <a:gd name="connsiteX29-257" fmla="*/ 529979 w 2597643"/>
                <a:gd name="connsiteY29-258" fmla="*/ 724055 h 2601375"/>
                <a:gd name="connsiteX30-259" fmla="*/ 287383 w 2597643"/>
                <a:gd name="connsiteY30-260" fmla="*/ 470263 h 2601375"/>
                <a:gd name="connsiteX31-261" fmla="*/ 630750 w 2597643"/>
                <a:gd name="connsiteY31-262" fmla="*/ 171683 h 2601375"/>
                <a:gd name="connsiteX32-263" fmla="*/ 850952 w 2597643"/>
                <a:gd name="connsiteY32-264" fmla="*/ 447869 h 2601375"/>
                <a:gd name="connsiteX0-265" fmla="*/ 850952 w 2601026"/>
                <a:gd name="connsiteY0-266" fmla="*/ 447869 h 2601375"/>
                <a:gd name="connsiteX1-267" fmla="*/ 1160729 w 2601026"/>
                <a:gd name="connsiteY1-268" fmla="*/ 354563 h 2601375"/>
                <a:gd name="connsiteX2-269" fmla="*/ 1164461 w 2601026"/>
                <a:gd name="connsiteY2-270" fmla="*/ 0 h 2601375"/>
                <a:gd name="connsiteX3-271" fmla="*/ 1645920 w 2601026"/>
                <a:gd name="connsiteY3-272" fmla="*/ 41055 h 2601375"/>
                <a:gd name="connsiteX4-273" fmla="*/ 1582472 w 2601026"/>
                <a:gd name="connsiteY4-274" fmla="*/ 388153 h 2601375"/>
                <a:gd name="connsiteX5-275" fmla="*/ 1884784 w 2601026"/>
                <a:gd name="connsiteY5-276" fmla="*/ 537443 h 2601375"/>
                <a:gd name="connsiteX6-277" fmla="*/ 2142309 w 2601026"/>
                <a:gd name="connsiteY6-278" fmla="*/ 298579 h 2601375"/>
                <a:gd name="connsiteX7-279" fmla="*/ 2429692 w 2601026"/>
                <a:gd name="connsiteY7-280" fmla="*/ 656875 h 2601375"/>
                <a:gd name="connsiteX8-281" fmla="*/ 2146041 w 2601026"/>
                <a:gd name="connsiteY8-282" fmla="*/ 850952 h 2601375"/>
                <a:gd name="connsiteX9-283" fmla="*/ 2246812 w 2601026"/>
                <a:gd name="connsiteY9-284" fmla="*/ 1194318 h 2601375"/>
                <a:gd name="connsiteX10-285" fmla="*/ 2597643 w 2601026"/>
                <a:gd name="connsiteY10-286" fmla="*/ 1160728 h 2601375"/>
                <a:gd name="connsiteX11-287" fmla="*/ 2556588 w 2601026"/>
                <a:gd name="connsiteY11-288" fmla="*/ 1645920 h 2601375"/>
                <a:gd name="connsiteX12-289" fmla="*/ 2209489 w 2601026"/>
                <a:gd name="connsiteY12-290" fmla="*/ 1593668 h 2601375"/>
                <a:gd name="connsiteX13-291" fmla="*/ 2052735 w 2601026"/>
                <a:gd name="connsiteY13-292" fmla="*/ 1877319 h 2601375"/>
                <a:gd name="connsiteX14-293" fmla="*/ 2291599 w 2601026"/>
                <a:gd name="connsiteY14-294" fmla="*/ 2134844 h 2601375"/>
                <a:gd name="connsiteX15-295" fmla="*/ 1944500 w 2601026"/>
                <a:gd name="connsiteY15-296" fmla="*/ 2437156 h 2601375"/>
                <a:gd name="connsiteX16-297" fmla="*/ 1724298 w 2601026"/>
                <a:gd name="connsiteY16-298" fmla="*/ 2153505 h 2601375"/>
                <a:gd name="connsiteX17-299" fmla="*/ 1429450 w 2601026"/>
                <a:gd name="connsiteY17-300" fmla="*/ 2246811 h 2601375"/>
                <a:gd name="connsiteX18-301" fmla="*/ 1410789 w 2601026"/>
                <a:gd name="connsiteY18-302" fmla="*/ 2601375 h 2601375"/>
                <a:gd name="connsiteX19-303" fmla="*/ 944258 w 2601026"/>
                <a:gd name="connsiteY19-304" fmla="*/ 2560320 h 2601375"/>
                <a:gd name="connsiteX20-305" fmla="*/ 1011439 w 2601026"/>
                <a:gd name="connsiteY20-306" fmla="*/ 2213221 h 2601375"/>
                <a:gd name="connsiteX21-307" fmla="*/ 716591 w 2601026"/>
                <a:gd name="connsiteY21-308" fmla="*/ 2067664 h 2601375"/>
                <a:gd name="connsiteX22-309" fmla="*/ 459067 w 2601026"/>
                <a:gd name="connsiteY22-310" fmla="*/ 2299063 h 2601375"/>
                <a:gd name="connsiteX23-311" fmla="*/ 164219 w 2601026"/>
                <a:gd name="connsiteY23-312" fmla="*/ 1955696 h 2601375"/>
                <a:gd name="connsiteX24-313" fmla="*/ 440405 w 2601026"/>
                <a:gd name="connsiteY24-314" fmla="*/ 1731761 h 2601375"/>
                <a:gd name="connsiteX25-315" fmla="*/ 343367 w 2601026"/>
                <a:gd name="connsiteY25-316" fmla="*/ 1425717 h 2601375"/>
                <a:gd name="connsiteX26-317" fmla="*/ 0 w 2601026"/>
                <a:gd name="connsiteY26-318" fmla="*/ 1440646 h 2601375"/>
                <a:gd name="connsiteX27-319" fmla="*/ 33591 w 2601026"/>
                <a:gd name="connsiteY27-320" fmla="*/ 974116 h 2601375"/>
                <a:gd name="connsiteX28-321" fmla="*/ 380689 w 2601026"/>
                <a:gd name="connsiteY28-322" fmla="*/ 1007706 h 2601375"/>
                <a:gd name="connsiteX29-323" fmla="*/ 529979 w 2601026"/>
                <a:gd name="connsiteY29-324" fmla="*/ 724055 h 2601375"/>
                <a:gd name="connsiteX30-325" fmla="*/ 287383 w 2601026"/>
                <a:gd name="connsiteY30-326" fmla="*/ 470263 h 2601375"/>
                <a:gd name="connsiteX31-327" fmla="*/ 630750 w 2601026"/>
                <a:gd name="connsiteY31-328" fmla="*/ 171683 h 2601375"/>
                <a:gd name="connsiteX32-329" fmla="*/ 850952 w 2601026"/>
                <a:gd name="connsiteY32-330" fmla="*/ 447869 h 2601375"/>
                <a:gd name="connsiteX0-331" fmla="*/ 850952 w 2601026"/>
                <a:gd name="connsiteY0-332" fmla="*/ 447869 h 2601375"/>
                <a:gd name="connsiteX1-333" fmla="*/ 1160729 w 2601026"/>
                <a:gd name="connsiteY1-334" fmla="*/ 354563 h 2601375"/>
                <a:gd name="connsiteX2-335" fmla="*/ 1164461 w 2601026"/>
                <a:gd name="connsiteY2-336" fmla="*/ 0 h 2601375"/>
                <a:gd name="connsiteX3-337" fmla="*/ 1645920 w 2601026"/>
                <a:gd name="connsiteY3-338" fmla="*/ 41055 h 2601375"/>
                <a:gd name="connsiteX4-339" fmla="*/ 1582472 w 2601026"/>
                <a:gd name="connsiteY4-340" fmla="*/ 388153 h 2601375"/>
                <a:gd name="connsiteX5-341" fmla="*/ 1884784 w 2601026"/>
                <a:gd name="connsiteY5-342" fmla="*/ 537443 h 2601375"/>
                <a:gd name="connsiteX6-343" fmla="*/ 2142309 w 2601026"/>
                <a:gd name="connsiteY6-344" fmla="*/ 298579 h 2601375"/>
                <a:gd name="connsiteX7-345" fmla="*/ 2429692 w 2601026"/>
                <a:gd name="connsiteY7-346" fmla="*/ 656875 h 2601375"/>
                <a:gd name="connsiteX8-347" fmla="*/ 2146041 w 2601026"/>
                <a:gd name="connsiteY8-348" fmla="*/ 850952 h 2601375"/>
                <a:gd name="connsiteX9-349" fmla="*/ 2246812 w 2601026"/>
                <a:gd name="connsiteY9-350" fmla="*/ 1194318 h 2601375"/>
                <a:gd name="connsiteX10-351" fmla="*/ 2597643 w 2601026"/>
                <a:gd name="connsiteY10-352" fmla="*/ 1160728 h 2601375"/>
                <a:gd name="connsiteX11-353" fmla="*/ 2556588 w 2601026"/>
                <a:gd name="connsiteY11-354" fmla="*/ 1645920 h 2601375"/>
                <a:gd name="connsiteX12-355" fmla="*/ 2209489 w 2601026"/>
                <a:gd name="connsiteY12-356" fmla="*/ 1593668 h 2601375"/>
                <a:gd name="connsiteX13-357" fmla="*/ 2052735 w 2601026"/>
                <a:gd name="connsiteY13-358" fmla="*/ 1877319 h 2601375"/>
                <a:gd name="connsiteX14-359" fmla="*/ 2291599 w 2601026"/>
                <a:gd name="connsiteY14-360" fmla="*/ 2134844 h 2601375"/>
                <a:gd name="connsiteX15-361" fmla="*/ 1944500 w 2601026"/>
                <a:gd name="connsiteY15-362" fmla="*/ 2437156 h 2601375"/>
                <a:gd name="connsiteX16-363" fmla="*/ 1724298 w 2601026"/>
                <a:gd name="connsiteY16-364" fmla="*/ 2153505 h 2601375"/>
                <a:gd name="connsiteX17-365" fmla="*/ 1429450 w 2601026"/>
                <a:gd name="connsiteY17-366" fmla="*/ 2246811 h 2601375"/>
                <a:gd name="connsiteX18-367" fmla="*/ 1410789 w 2601026"/>
                <a:gd name="connsiteY18-368" fmla="*/ 2601375 h 2601375"/>
                <a:gd name="connsiteX19-369" fmla="*/ 944258 w 2601026"/>
                <a:gd name="connsiteY19-370" fmla="*/ 2560320 h 2601375"/>
                <a:gd name="connsiteX20-371" fmla="*/ 1011439 w 2601026"/>
                <a:gd name="connsiteY20-372" fmla="*/ 2213221 h 2601375"/>
                <a:gd name="connsiteX21-373" fmla="*/ 716591 w 2601026"/>
                <a:gd name="connsiteY21-374" fmla="*/ 2067664 h 2601375"/>
                <a:gd name="connsiteX22-375" fmla="*/ 459067 w 2601026"/>
                <a:gd name="connsiteY22-376" fmla="*/ 2299063 h 2601375"/>
                <a:gd name="connsiteX23-377" fmla="*/ 164219 w 2601026"/>
                <a:gd name="connsiteY23-378" fmla="*/ 1955696 h 2601375"/>
                <a:gd name="connsiteX24-379" fmla="*/ 440405 w 2601026"/>
                <a:gd name="connsiteY24-380" fmla="*/ 1731761 h 2601375"/>
                <a:gd name="connsiteX25-381" fmla="*/ 343367 w 2601026"/>
                <a:gd name="connsiteY25-382" fmla="*/ 1425717 h 2601375"/>
                <a:gd name="connsiteX26-383" fmla="*/ 0 w 2601026"/>
                <a:gd name="connsiteY26-384" fmla="*/ 1440646 h 2601375"/>
                <a:gd name="connsiteX27-385" fmla="*/ 33591 w 2601026"/>
                <a:gd name="connsiteY27-386" fmla="*/ 974116 h 2601375"/>
                <a:gd name="connsiteX28-387" fmla="*/ 380689 w 2601026"/>
                <a:gd name="connsiteY28-388" fmla="*/ 1007706 h 2601375"/>
                <a:gd name="connsiteX29-389" fmla="*/ 529979 w 2601026"/>
                <a:gd name="connsiteY29-390" fmla="*/ 724055 h 2601375"/>
                <a:gd name="connsiteX30-391" fmla="*/ 287383 w 2601026"/>
                <a:gd name="connsiteY30-392" fmla="*/ 470263 h 2601375"/>
                <a:gd name="connsiteX31-393" fmla="*/ 630750 w 2601026"/>
                <a:gd name="connsiteY31-394" fmla="*/ 171683 h 2601375"/>
                <a:gd name="connsiteX32-395" fmla="*/ 850952 w 2601026"/>
                <a:gd name="connsiteY32-396" fmla="*/ 447869 h 2601375"/>
                <a:gd name="connsiteX0-397" fmla="*/ 850952 w 2601026"/>
                <a:gd name="connsiteY0-398" fmla="*/ 447869 h 2601375"/>
                <a:gd name="connsiteX1-399" fmla="*/ 1160729 w 2601026"/>
                <a:gd name="connsiteY1-400" fmla="*/ 354563 h 2601375"/>
                <a:gd name="connsiteX2-401" fmla="*/ 1164461 w 2601026"/>
                <a:gd name="connsiteY2-402" fmla="*/ 0 h 2601375"/>
                <a:gd name="connsiteX3-403" fmla="*/ 1645920 w 2601026"/>
                <a:gd name="connsiteY3-404" fmla="*/ 41055 h 2601375"/>
                <a:gd name="connsiteX4-405" fmla="*/ 1582472 w 2601026"/>
                <a:gd name="connsiteY4-406" fmla="*/ 388153 h 2601375"/>
                <a:gd name="connsiteX5-407" fmla="*/ 1884784 w 2601026"/>
                <a:gd name="connsiteY5-408" fmla="*/ 537443 h 2601375"/>
                <a:gd name="connsiteX6-409" fmla="*/ 2142309 w 2601026"/>
                <a:gd name="connsiteY6-410" fmla="*/ 298579 h 2601375"/>
                <a:gd name="connsiteX7-411" fmla="*/ 2429692 w 2601026"/>
                <a:gd name="connsiteY7-412" fmla="*/ 656875 h 2601375"/>
                <a:gd name="connsiteX8-413" fmla="*/ 2146041 w 2601026"/>
                <a:gd name="connsiteY8-414" fmla="*/ 850952 h 2601375"/>
                <a:gd name="connsiteX9-415" fmla="*/ 2246812 w 2601026"/>
                <a:gd name="connsiteY9-416" fmla="*/ 1194318 h 2601375"/>
                <a:gd name="connsiteX10-417" fmla="*/ 2597643 w 2601026"/>
                <a:gd name="connsiteY10-418" fmla="*/ 1160728 h 2601375"/>
                <a:gd name="connsiteX11-419" fmla="*/ 2556588 w 2601026"/>
                <a:gd name="connsiteY11-420" fmla="*/ 1645920 h 2601375"/>
                <a:gd name="connsiteX12-421" fmla="*/ 2209489 w 2601026"/>
                <a:gd name="connsiteY12-422" fmla="*/ 1593668 h 2601375"/>
                <a:gd name="connsiteX13-423" fmla="*/ 2052735 w 2601026"/>
                <a:gd name="connsiteY13-424" fmla="*/ 1877319 h 2601375"/>
                <a:gd name="connsiteX14-425" fmla="*/ 2291599 w 2601026"/>
                <a:gd name="connsiteY14-426" fmla="*/ 2134844 h 2601375"/>
                <a:gd name="connsiteX15-427" fmla="*/ 1944500 w 2601026"/>
                <a:gd name="connsiteY15-428" fmla="*/ 2437156 h 2601375"/>
                <a:gd name="connsiteX16-429" fmla="*/ 1724298 w 2601026"/>
                <a:gd name="connsiteY16-430" fmla="*/ 2153505 h 2601375"/>
                <a:gd name="connsiteX17-431" fmla="*/ 1429450 w 2601026"/>
                <a:gd name="connsiteY17-432" fmla="*/ 2246811 h 2601375"/>
                <a:gd name="connsiteX18-433" fmla="*/ 1410789 w 2601026"/>
                <a:gd name="connsiteY18-434" fmla="*/ 2601375 h 2601375"/>
                <a:gd name="connsiteX19-435" fmla="*/ 944258 w 2601026"/>
                <a:gd name="connsiteY19-436" fmla="*/ 2560320 h 2601375"/>
                <a:gd name="connsiteX20-437" fmla="*/ 1011439 w 2601026"/>
                <a:gd name="connsiteY20-438" fmla="*/ 2213221 h 2601375"/>
                <a:gd name="connsiteX21-439" fmla="*/ 716591 w 2601026"/>
                <a:gd name="connsiteY21-440" fmla="*/ 2067664 h 2601375"/>
                <a:gd name="connsiteX22-441" fmla="*/ 459067 w 2601026"/>
                <a:gd name="connsiteY22-442" fmla="*/ 2299063 h 2601375"/>
                <a:gd name="connsiteX23-443" fmla="*/ 164219 w 2601026"/>
                <a:gd name="connsiteY23-444" fmla="*/ 1955696 h 2601375"/>
                <a:gd name="connsiteX24-445" fmla="*/ 440405 w 2601026"/>
                <a:gd name="connsiteY24-446" fmla="*/ 1731761 h 2601375"/>
                <a:gd name="connsiteX25-447" fmla="*/ 343367 w 2601026"/>
                <a:gd name="connsiteY25-448" fmla="*/ 1425717 h 2601375"/>
                <a:gd name="connsiteX26-449" fmla="*/ 0 w 2601026"/>
                <a:gd name="connsiteY26-450" fmla="*/ 1440646 h 2601375"/>
                <a:gd name="connsiteX27-451" fmla="*/ 33591 w 2601026"/>
                <a:gd name="connsiteY27-452" fmla="*/ 974116 h 2601375"/>
                <a:gd name="connsiteX28-453" fmla="*/ 380689 w 2601026"/>
                <a:gd name="connsiteY28-454" fmla="*/ 1007706 h 2601375"/>
                <a:gd name="connsiteX29-455" fmla="*/ 529979 w 2601026"/>
                <a:gd name="connsiteY29-456" fmla="*/ 724055 h 2601375"/>
                <a:gd name="connsiteX30-457" fmla="*/ 287383 w 2601026"/>
                <a:gd name="connsiteY30-458" fmla="*/ 470263 h 2601375"/>
                <a:gd name="connsiteX31-459" fmla="*/ 630750 w 2601026"/>
                <a:gd name="connsiteY31-460" fmla="*/ 171683 h 2601375"/>
                <a:gd name="connsiteX32-461" fmla="*/ 850952 w 2601026"/>
                <a:gd name="connsiteY32-462" fmla="*/ 447869 h 2601375"/>
                <a:gd name="connsiteX0-463" fmla="*/ 850952 w 2601026"/>
                <a:gd name="connsiteY0-464" fmla="*/ 447869 h 2601375"/>
                <a:gd name="connsiteX1-465" fmla="*/ 1160729 w 2601026"/>
                <a:gd name="connsiteY1-466" fmla="*/ 354563 h 2601375"/>
                <a:gd name="connsiteX2-467" fmla="*/ 1164461 w 2601026"/>
                <a:gd name="connsiteY2-468" fmla="*/ 0 h 2601375"/>
                <a:gd name="connsiteX3-469" fmla="*/ 1645920 w 2601026"/>
                <a:gd name="connsiteY3-470" fmla="*/ 41055 h 2601375"/>
                <a:gd name="connsiteX4-471" fmla="*/ 1582472 w 2601026"/>
                <a:gd name="connsiteY4-472" fmla="*/ 388153 h 2601375"/>
                <a:gd name="connsiteX5-473" fmla="*/ 1884784 w 2601026"/>
                <a:gd name="connsiteY5-474" fmla="*/ 537443 h 2601375"/>
                <a:gd name="connsiteX6-475" fmla="*/ 2142309 w 2601026"/>
                <a:gd name="connsiteY6-476" fmla="*/ 298579 h 2601375"/>
                <a:gd name="connsiteX7-477" fmla="*/ 2429692 w 2601026"/>
                <a:gd name="connsiteY7-478" fmla="*/ 656875 h 2601375"/>
                <a:gd name="connsiteX8-479" fmla="*/ 2146041 w 2601026"/>
                <a:gd name="connsiteY8-480" fmla="*/ 850952 h 2601375"/>
                <a:gd name="connsiteX9-481" fmla="*/ 2246812 w 2601026"/>
                <a:gd name="connsiteY9-482" fmla="*/ 1194318 h 2601375"/>
                <a:gd name="connsiteX10-483" fmla="*/ 2597643 w 2601026"/>
                <a:gd name="connsiteY10-484" fmla="*/ 1160728 h 2601375"/>
                <a:gd name="connsiteX11-485" fmla="*/ 2556588 w 2601026"/>
                <a:gd name="connsiteY11-486" fmla="*/ 1645920 h 2601375"/>
                <a:gd name="connsiteX12-487" fmla="*/ 2209489 w 2601026"/>
                <a:gd name="connsiteY12-488" fmla="*/ 1593668 h 2601375"/>
                <a:gd name="connsiteX13-489" fmla="*/ 2052735 w 2601026"/>
                <a:gd name="connsiteY13-490" fmla="*/ 1877319 h 2601375"/>
                <a:gd name="connsiteX14-491" fmla="*/ 2291599 w 2601026"/>
                <a:gd name="connsiteY14-492" fmla="*/ 2134844 h 2601375"/>
                <a:gd name="connsiteX15-493" fmla="*/ 1944500 w 2601026"/>
                <a:gd name="connsiteY15-494" fmla="*/ 2437156 h 2601375"/>
                <a:gd name="connsiteX16-495" fmla="*/ 1724298 w 2601026"/>
                <a:gd name="connsiteY16-496" fmla="*/ 2153505 h 2601375"/>
                <a:gd name="connsiteX17-497" fmla="*/ 1429450 w 2601026"/>
                <a:gd name="connsiteY17-498" fmla="*/ 2246811 h 2601375"/>
                <a:gd name="connsiteX18-499" fmla="*/ 1410789 w 2601026"/>
                <a:gd name="connsiteY18-500" fmla="*/ 2601375 h 2601375"/>
                <a:gd name="connsiteX19-501" fmla="*/ 944258 w 2601026"/>
                <a:gd name="connsiteY19-502" fmla="*/ 2560320 h 2601375"/>
                <a:gd name="connsiteX20-503" fmla="*/ 1011439 w 2601026"/>
                <a:gd name="connsiteY20-504" fmla="*/ 2213221 h 2601375"/>
                <a:gd name="connsiteX21-505" fmla="*/ 716591 w 2601026"/>
                <a:gd name="connsiteY21-506" fmla="*/ 2067664 h 2601375"/>
                <a:gd name="connsiteX22-507" fmla="*/ 459067 w 2601026"/>
                <a:gd name="connsiteY22-508" fmla="*/ 2299063 h 2601375"/>
                <a:gd name="connsiteX23-509" fmla="*/ 164219 w 2601026"/>
                <a:gd name="connsiteY23-510" fmla="*/ 1955696 h 2601375"/>
                <a:gd name="connsiteX24-511" fmla="*/ 440405 w 2601026"/>
                <a:gd name="connsiteY24-512" fmla="*/ 1731761 h 2601375"/>
                <a:gd name="connsiteX25-513" fmla="*/ 343367 w 2601026"/>
                <a:gd name="connsiteY25-514" fmla="*/ 1425717 h 2601375"/>
                <a:gd name="connsiteX26-515" fmla="*/ 0 w 2601026"/>
                <a:gd name="connsiteY26-516" fmla="*/ 1440646 h 2601375"/>
                <a:gd name="connsiteX27-517" fmla="*/ 33591 w 2601026"/>
                <a:gd name="connsiteY27-518" fmla="*/ 974116 h 2601375"/>
                <a:gd name="connsiteX28-519" fmla="*/ 380689 w 2601026"/>
                <a:gd name="connsiteY28-520" fmla="*/ 1007706 h 2601375"/>
                <a:gd name="connsiteX29-521" fmla="*/ 529979 w 2601026"/>
                <a:gd name="connsiteY29-522" fmla="*/ 724055 h 2601375"/>
                <a:gd name="connsiteX30-523" fmla="*/ 287383 w 2601026"/>
                <a:gd name="connsiteY30-524" fmla="*/ 470263 h 2601375"/>
                <a:gd name="connsiteX31-525" fmla="*/ 630750 w 2601026"/>
                <a:gd name="connsiteY31-526" fmla="*/ 171683 h 2601375"/>
                <a:gd name="connsiteX32-527" fmla="*/ 850952 w 2601026"/>
                <a:gd name="connsiteY32-528" fmla="*/ 447869 h 2601375"/>
                <a:gd name="connsiteX0-529" fmla="*/ 850952 w 2601026"/>
                <a:gd name="connsiteY0-530" fmla="*/ 447869 h 2601375"/>
                <a:gd name="connsiteX1-531" fmla="*/ 1160729 w 2601026"/>
                <a:gd name="connsiteY1-532" fmla="*/ 354563 h 2601375"/>
                <a:gd name="connsiteX2-533" fmla="*/ 1164461 w 2601026"/>
                <a:gd name="connsiteY2-534" fmla="*/ 0 h 2601375"/>
                <a:gd name="connsiteX3-535" fmla="*/ 1645920 w 2601026"/>
                <a:gd name="connsiteY3-536" fmla="*/ 41055 h 2601375"/>
                <a:gd name="connsiteX4-537" fmla="*/ 1582472 w 2601026"/>
                <a:gd name="connsiteY4-538" fmla="*/ 388153 h 2601375"/>
                <a:gd name="connsiteX5-539" fmla="*/ 1884784 w 2601026"/>
                <a:gd name="connsiteY5-540" fmla="*/ 537443 h 2601375"/>
                <a:gd name="connsiteX6-541" fmla="*/ 2142309 w 2601026"/>
                <a:gd name="connsiteY6-542" fmla="*/ 298579 h 2601375"/>
                <a:gd name="connsiteX7-543" fmla="*/ 2429692 w 2601026"/>
                <a:gd name="connsiteY7-544" fmla="*/ 656875 h 2601375"/>
                <a:gd name="connsiteX8-545" fmla="*/ 2146041 w 2601026"/>
                <a:gd name="connsiteY8-546" fmla="*/ 850952 h 2601375"/>
                <a:gd name="connsiteX9-547" fmla="*/ 2246812 w 2601026"/>
                <a:gd name="connsiteY9-548" fmla="*/ 1194318 h 2601375"/>
                <a:gd name="connsiteX10-549" fmla="*/ 2597643 w 2601026"/>
                <a:gd name="connsiteY10-550" fmla="*/ 1160728 h 2601375"/>
                <a:gd name="connsiteX11-551" fmla="*/ 2556588 w 2601026"/>
                <a:gd name="connsiteY11-552" fmla="*/ 1645920 h 2601375"/>
                <a:gd name="connsiteX12-553" fmla="*/ 2209489 w 2601026"/>
                <a:gd name="connsiteY12-554" fmla="*/ 1593668 h 2601375"/>
                <a:gd name="connsiteX13-555" fmla="*/ 2052735 w 2601026"/>
                <a:gd name="connsiteY13-556" fmla="*/ 1877319 h 2601375"/>
                <a:gd name="connsiteX14-557" fmla="*/ 2291599 w 2601026"/>
                <a:gd name="connsiteY14-558" fmla="*/ 2134844 h 2601375"/>
                <a:gd name="connsiteX15-559" fmla="*/ 1944500 w 2601026"/>
                <a:gd name="connsiteY15-560" fmla="*/ 2437156 h 2601375"/>
                <a:gd name="connsiteX16-561" fmla="*/ 1724298 w 2601026"/>
                <a:gd name="connsiteY16-562" fmla="*/ 2153505 h 2601375"/>
                <a:gd name="connsiteX17-563" fmla="*/ 1429450 w 2601026"/>
                <a:gd name="connsiteY17-564" fmla="*/ 2246811 h 2601375"/>
                <a:gd name="connsiteX18-565" fmla="*/ 1410789 w 2601026"/>
                <a:gd name="connsiteY18-566" fmla="*/ 2601375 h 2601375"/>
                <a:gd name="connsiteX19-567" fmla="*/ 944258 w 2601026"/>
                <a:gd name="connsiteY19-568" fmla="*/ 2560320 h 2601375"/>
                <a:gd name="connsiteX20-569" fmla="*/ 1011439 w 2601026"/>
                <a:gd name="connsiteY20-570" fmla="*/ 2213221 h 2601375"/>
                <a:gd name="connsiteX21-571" fmla="*/ 716591 w 2601026"/>
                <a:gd name="connsiteY21-572" fmla="*/ 2067664 h 2601375"/>
                <a:gd name="connsiteX22-573" fmla="*/ 459067 w 2601026"/>
                <a:gd name="connsiteY22-574" fmla="*/ 2299063 h 2601375"/>
                <a:gd name="connsiteX23-575" fmla="*/ 164219 w 2601026"/>
                <a:gd name="connsiteY23-576" fmla="*/ 1955696 h 2601375"/>
                <a:gd name="connsiteX24-577" fmla="*/ 440405 w 2601026"/>
                <a:gd name="connsiteY24-578" fmla="*/ 1731761 h 2601375"/>
                <a:gd name="connsiteX25-579" fmla="*/ 343367 w 2601026"/>
                <a:gd name="connsiteY25-580" fmla="*/ 1425717 h 2601375"/>
                <a:gd name="connsiteX26-581" fmla="*/ 0 w 2601026"/>
                <a:gd name="connsiteY26-582" fmla="*/ 1440646 h 2601375"/>
                <a:gd name="connsiteX27-583" fmla="*/ 33591 w 2601026"/>
                <a:gd name="connsiteY27-584" fmla="*/ 974116 h 2601375"/>
                <a:gd name="connsiteX28-585" fmla="*/ 380689 w 2601026"/>
                <a:gd name="connsiteY28-586" fmla="*/ 1007706 h 2601375"/>
                <a:gd name="connsiteX29-587" fmla="*/ 529979 w 2601026"/>
                <a:gd name="connsiteY29-588" fmla="*/ 724055 h 2601375"/>
                <a:gd name="connsiteX30-589" fmla="*/ 287383 w 2601026"/>
                <a:gd name="connsiteY30-590" fmla="*/ 470263 h 2601375"/>
                <a:gd name="connsiteX31-591" fmla="*/ 630750 w 2601026"/>
                <a:gd name="connsiteY31-592" fmla="*/ 171683 h 2601375"/>
                <a:gd name="connsiteX32-593" fmla="*/ 850952 w 2601026"/>
                <a:gd name="connsiteY32-594" fmla="*/ 447869 h 2601375"/>
                <a:gd name="connsiteX0-595" fmla="*/ 850952 w 2601026"/>
                <a:gd name="connsiteY0-596" fmla="*/ 447869 h 2601375"/>
                <a:gd name="connsiteX1-597" fmla="*/ 1160729 w 2601026"/>
                <a:gd name="connsiteY1-598" fmla="*/ 354563 h 2601375"/>
                <a:gd name="connsiteX2-599" fmla="*/ 1164461 w 2601026"/>
                <a:gd name="connsiteY2-600" fmla="*/ 0 h 2601375"/>
                <a:gd name="connsiteX3-601" fmla="*/ 1645920 w 2601026"/>
                <a:gd name="connsiteY3-602" fmla="*/ 41055 h 2601375"/>
                <a:gd name="connsiteX4-603" fmla="*/ 1582472 w 2601026"/>
                <a:gd name="connsiteY4-604" fmla="*/ 388153 h 2601375"/>
                <a:gd name="connsiteX5-605" fmla="*/ 1884784 w 2601026"/>
                <a:gd name="connsiteY5-606" fmla="*/ 537443 h 2601375"/>
                <a:gd name="connsiteX6-607" fmla="*/ 2142309 w 2601026"/>
                <a:gd name="connsiteY6-608" fmla="*/ 298579 h 2601375"/>
                <a:gd name="connsiteX7-609" fmla="*/ 2429692 w 2601026"/>
                <a:gd name="connsiteY7-610" fmla="*/ 656875 h 2601375"/>
                <a:gd name="connsiteX8-611" fmla="*/ 2146041 w 2601026"/>
                <a:gd name="connsiteY8-612" fmla="*/ 850952 h 2601375"/>
                <a:gd name="connsiteX9-613" fmla="*/ 2246812 w 2601026"/>
                <a:gd name="connsiteY9-614" fmla="*/ 1194318 h 2601375"/>
                <a:gd name="connsiteX10-615" fmla="*/ 2597643 w 2601026"/>
                <a:gd name="connsiteY10-616" fmla="*/ 1160728 h 2601375"/>
                <a:gd name="connsiteX11-617" fmla="*/ 2556588 w 2601026"/>
                <a:gd name="connsiteY11-618" fmla="*/ 1645920 h 2601375"/>
                <a:gd name="connsiteX12-619" fmla="*/ 2209489 w 2601026"/>
                <a:gd name="connsiteY12-620" fmla="*/ 1593668 h 2601375"/>
                <a:gd name="connsiteX13-621" fmla="*/ 2052735 w 2601026"/>
                <a:gd name="connsiteY13-622" fmla="*/ 1877319 h 2601375"/>
                <a:gd name="connsiteX14-623" fmla="*/ 2291599 w 2601026"/>
                <a:gd name="connsiteY14-624" fmla="*/ 2134844 h 2601375"/>
                <a:gd name="connsiteX15-625" fmla="*/ 1944500 w 2601026"/>
                <a:gd name="connsiteY15-626" fmla="*/ 2437156 h 2601375"/>
                <a:gd name="connsiteX16-627" fmla="*/ 1724298 w 2601026"/>
                <a:gd name="connsiteY16-628" fmla="*/ 2153505 h 2601375"/>
                <a:gd name="connsiteX17-629" fmla="*/ 1429450 w 2601026"/>
                <a:gd name="connsiteY17-630" fmla="*/ 2246811 h 2601375"/>
                <a:gd name="connsiteX18-631" fmla="*/ 1410789 w 2601026"/>
                <a:gd name="connsiteY18-632" fmla="*/ 2601375 h 2601375"/>
                <a:gd name="connsiteX19-633" fmla="*/ 944258 w 2601026"/>
                <a:gd name="connsiteY19-634" fmla="*/ 2560320 h 2601375"/>
                <a:gd name="connsiteX20-635" fmla="*/ 1011439 w 2601026"/>
                <a:gd name="connsiteY20-636" fmla="*/ 2213221 h 2601375"/>
                <a:gd name="connsiteX21-637" fmla="*/ 716591 w 2601026"/>
                <a:gd name="connsiteY21-638" fmla="*/ 2067664 h 2601375"/>
                <a:gd name="connsiteX22-639" fmla="*/ 459067 w 2601026"/>
                <a:gd name="connsiteY22-640" fmla="*/ 2299063 h 2601375"/>
                <a:gd name="connsiteX23-641" fmla="*/ 164219 w 2601026"/>
                <a:gd name="connsiteY23-642" fmla="*/ 1955696 h 2601375"/>
                <a:gd name="connsiteX24-643" fmla="*/ 440405 w 2601026"/>
                <a:gd name="connsiteY24-644" fmla="*/ 1731761 h 2601375"/>
                <a:gd name="connsiteX25-645" fmla="*/ 343367 w 2601026"/>
                <a:gd name="connsiteY25-646" fmla="*/ 1425717 h 2601375"/>
                <a:gd name="connsiteX26-647" fmla="*/ 0 w 2601026"/>
                <a:gd name="connsiteY26-648" fmla="*/ 1440646 h 2601375"/>
                <a:gd name="connsiteX27-649" fmla="*/ 33591 w 2601026"/>
                <a:gd name="connsiteY27-650" fmla="*/ 974116 h 2601375"/>
                <a:gd name="connsiteX28-651" fmla="*/ 380689 w 2601026"/>
                <a:gd name="connsiteY28-652" fmla="*/ 1007706 h 2601375"/>
                <a:gd name="connsiteX29-653" fmla="*/ 529979 w 2601026"/>
                <a:gd name="connsiteY29-654" fmla="*/ 724055 h 2601375"/>
                <a:gd name="connsiteX30-655" fmla="*/ 287383 w 2601026"/>
                <a:gd name="connsiteY30-656" fmla="*/ 470263 h 2601375"/>
                <a:gd name="connsiteX31-657" fmla="*/ 630750 w 2601026"/>
                <a:gd name="connsiteY31-658" fmla="*/ 171683 h 2601375"/>
                <a:gd name="connsiteX32-659" fmla="*/ 850952 w 2601026"/>
                <a:gd name="connsiteY32-660" fmla="*/ 447869 h 2601375"/>
                <a:gd name="connsiteX0-661" fmla="*/ 850952 w 2601026"/>
                <a:gd name="connsiteY0-662" fmla="*/ 447869 h 2601375"/>
                <a:gd name="connsiteX1-663" fmla="*/ 1160729 w 2601026"/>
                <a:gd name="connsiteY1-664" fmla="*/ 354563 h 2601375"/>
                <a:gd name="connsiteX2-665" fmla="*/ 1164461 w 2601026"/>
                <a:gd name="connsiteY2-666" fmla="*/ 0 h 2601375"/>
                <a:gd name="connsiteX3-667" fmla="*/ 1645920 w 2601026"/>
                <a:gd name="connsiteY3-668" fmla="*/ 41055 h 2601375"/>
                <a:gd name="connsiteX4-669" fmla="*/ 1582472 w 2601026"/>
                <a:gd name="connsiteY4-670" fmla="*/ 388153 h 2601375"/>
                <a:gd name="connsiteX5-671" fmla="*/ 1884784 w 2601026"/>
                <a:gd name="connsiteY5-672" fmla="*/ 537443 h 2601375"/>
                <a:gd name="connsiteX6-673" fmla="*/ 2142309 w 2601026"/>
                <a:gd name="connsiteY6-674" fmla="*/ 298579 h 2601375"/>
                <a:gd name="connsiteX7-675" fmla="*/ 2429692 w 2601026"/>
                <a:gd name="connsiteY7-676" fmla="*/ 656875 h 2601375"/>
                <a:gd name="connsiteX8-677" fmla="*/ 2146041 w 2601026"/>
                <a:gd name="connsiteY8-678" fmla="*/ 850952 h 2601375"/>
                <a:gd name="connsiteX9-679" fmla="*/ 2246812 w 2601026"/>
                <a:gd name="connsiteY9-680" fmla="*/ 1194318 h 2601375"/>
                <a:gd name="connsiteX10-681" fmla="*/ 2597643 w 2601026"/>
                <a:gd name="connsiteY10-682" fmla="*/ 1160728 h 2601375"/>
                <a:gd name="connsiteX11-683" fmla="*/ 2556588 w 2601026"/>
                <a:gd name="connsiteY11-684" fmla="*/ 1645920 h 2601375"/>
                <a:gd name="connsiteX12-685" fmla="*/ 2209489 w 2601026"/>
                <a:gd name="connsiteY12-686" fmla="*/ 1593668 h 2601375"/>
                <a:gd name="connsiteX13-687" fmla="*/ 2052735 w 2601026"/>
                <a:gd name="connsiteY13-688" fmla="*/ 1877319 h 2601375"/>
                <a:gd name="connsiteX14-689" fmla="*/ 2291599 w 2601026"/>
                <a:gd name="connsiteY14-690" fmla="*/ 2134844 h 2601375"/>
                <a:gd name="connsiteX15-691" fmla="*/ 1944500 w 2601026"/>
                <a:gd name="connsiteY15-692" fmla="*/ 2437156 h 2601375"/>
                <a:gd name="connsiteX16-693" fmla="*/ 1724298 w 2601026"/>
                <a:gd name="connsiteY16-694" fmla="*/ 2153505 h 2601375"/>
                <a:gd name="connsiteX17-695" fmla="*/ 1429450 w 2601026"/>
                <a:gd name="connsiteY17-696" fmla="*/ 2246811 h 2601375"/>
                <a:gd name="connsiteX18-697" fmla="*/ 1410789 w 2601026"/>
                <a:gd name="connsiteY18-698" fmla="*/ 2601375 h 2601375"/>
                <a:gd name="connsiteX19-699" fmla="*/ 944258 w 2601026"/>
                <a:gd name="connsiteY19-700" fmla="*/ 2560320 h 2601375"/>
                <a:gd name="connsiteX20-701" fmla="*/ 1011439 w 2601026"/>
                <a:gd name="connsiteY20-702" fmla="*/ 2213221 h 2601375"/>
                <a:gd name="connsiteX21-703" fmla="*/ 716591 w 2601026"/>
                <a:gd name="connsiteY21-704" fmla="*/ 2067664 h 2601375"/>
                <a:gd name="connsiteX22-705" fmla="*/ 459067 w 2601026"/>
                <a:gd name="connsiteY22-706" fmla="*/ 2299063 h 2601375"/>
                <a:gd name="connsiteX23-707" fmla="*/ 164219 w 2601026"/>
                <a:gd name="connsiteY23-708" fmla="*/ 1955696 h 2601375"/>
                <a:gd name="connsiteX24-709" fmla="*/ 440405 w 2601026"/>
                <a:gd name="connsiteY24-710" fmla="*/ 1731761 h 2601375"/>
                <a:gd name="connsiteX25-711" fmla="*/ 343367 w 2601026"/>
                <a:gd name="connsiteY25-712" fmla="*/ 1425717 h 2601375"/>
                <a:gd name="connsiteX26-713" fmla="*/ 0 w 2601026"/>
                <a:gd name="connsiteY26-714" fmla="*/ 1440646 h 2601375"/>
                <a:gd name="connsiteX27-715" fmla="*/ 33591 w 2601026"/>
                <a:gd name="connsiteY27-716" fmla="*/ 974116 h 2601375"/>
                <a:gd name="connsiteX28-717" fmla="*/ 380689 w 2601026"/>
                <a:gd name="connsiteY28-718" fmla="*/ 1007706 h 2601375"/>
                <a:gd name="connsiteX29-719" fmla="*/ 529979 w 2601026"/>
                <a:gd name="connsiteY29-720" fmla="*/ 724055 h 2601375"/>
                <a:gd name="connsiteX30-721" fmla="*/ 287383 w 2601026"/>
                <a:gd name="connsiteY30-722" fmla="*/ 470263 h 2601375"/>
                <a:gd name="connsiteX31-723" fmla="*/ 630750 w 2601026"/>
                <a:gd name="connsiteY31-724" fmla="*/ 171683 h 2601375"/>
                <a:gd name="connsiteX32-725" fmla="*/ 850952 w 2601026"/>
                <a:gd name="connsiteY32-726" fmla="*/ 447869 h 2601375"/>
                <a:gd name="connsiteX0-727" fmla="*/ 850952 w 2601026"/>
                <a:gd name="connsiteY0-728" fmla="*/ 447869 h 2601375"/>
                <a:gd name="connsiteX1-729" fmla="*/ 1160729 w 2601026"/>
                <a:gd name="connsiteY1-730" fmla="*/ 354563 h 2601375"/>
                <a:gd name="connsiteX2-731" fmla="*/ 1164461 w 2601026"/>
                <a:gd name="connsiteY2-732" fmla="*/ 0 h 2601375"/>
                <a:gd name="connsiteX3-733" fmla="*/ 1645920 w 2601026"/>
                <a:gd name="connsiteY3-734" fmla="*/ 41055 h 2601375"/>
                <a:gd name="connsiteX4-735" fmla="*/ 1582472 w 2601026"/>
                <a:gd name="connsiteY4-736" fmla="*/ 388153 h 2601375"/>
                <a:gd name="connsiteX5-737" fmla="*/ 1884784 w 2601026"/>
                <a:gd name="connsiteY5-738" fmla="*/ 537443 h 2601375"/>
                <a:gd name="connsiteX6-739" fmla="*/ 2142309 w 2601026"/>
                <a:gd name="connsiteY6-740" fmla="*/ 298579 h 2601375"/>
                <a:gd name="connsiteX7-741" fmla="*/ 2429692 w 2601026"/>
                <a:gd name="connsiteY7-742" fmla="*/ 656875 h 2601375"/>
                <a:gd name="connsiteX8-743" fmla="*/ 2146041 w 2601026"/>
                <a:gd name="connsiteY8-744" fmla="*/ 850952 h 2601375"/>
                <a:gd name="connsiteX9-745" fmla="*/ 2246812 w 2601026"/>
                <a:gd name="connsiteY9-746" fmla="*/ 1194318 h 2601375"/>
                <a:gd name="connsiteX10-747" fmla="*/ 2597643 w 2601026"/>
                <a:gd name="connsiteY10-748" fmla="*/ 1160728 h 2601375"/>
                <a:gd name="connsiteX11-749" fmla="*/ 2556588 w 2601026"/>
                <a:gd name="connsiteY11-750" fmla="*/ 1645920 h 2601375"/>
                <a:gd name="connsiteX12-751" fmla="*/ 2209489 w 2601026"/>
                <a:gd name="connsiteY12-752" fmla="*/ 1593668 h 2601375"/>
                <a:gd name="connsiteX13-753" fmla="*/ 2052735 w 2601026"/>
                <a:gd name="connsiteY13-754" fmla="*/ 1877319 h 2601375"/>
                <a:gd name="connsiteX14-755" fmla="*/ 2291599 w 2601026"/>
                <a:gd name="connsiteY14-756" fmla="*/ 2134844 h 2601375"/>
                <a:gd name="connsiteX15-757" fmla="*/ 1944500 w 2601026"/>
                <a:gd name="connsiteY15-758" fmla="*/ 2437156 h 2601375"/>
                <a:gd name="connsiteX16-759" fmla="*/ 1724298 w 2601026"/>
                <a:gd name="connsiteY16-760" fmla="*/ 2153505 h 2601375"/>
                <a:gd name="connsiteX17-761" fmla="*/ 1429450 w 2601026"/>
                <a:gd name="connsiteY17-762" fmla="*/ 2246811 h 2601375"/>
                <a:gd name="connsiteX18-763" fmla="*/ 1410789 w 2601026"/>
                <a:gd name="connsiteY18-764" fmla="*/ 2601375 h 2601375"/>
                <a:gd name="connsiteX19-765" fmla="*/ 944258 w 2601026"/>
                <a:gd name="connsiteY19-766" fmla="*/ 2560320 h 2601375"/>
                <a:gd name="connsiteX20-767" fmla="*/ 1011439 w 2601026"/>
                <a:gd name="connsiteY20-768" fmla="*/ 2213221 h 2601375"/>
                <a:gd name="connsiteX21-769" fmla="*/ 716591 w 2601026"/>
                <a:gd name="connsiteY21-770" fmla="*/ 2067664 h 2601375"/>
                <a:gd name="connsiteX22-771" fmla="*/ 459067 w 2601026"/>
                <a:gd name="connsiteY22-772" fmla="*/ 2299063 h 2601375"/>
                <a:gd name="connsiteX23-773" fmla="*/ 164219 w 2601026"/>
                <a:gd name="connsiteY23-774" fmla="*/ 1955696 h 2601375"/>
                <a:gd name="connsiteX24-775" fmla="*/ 440405 w 2601026"/>
                <a:gd name="connsiteY24-776" fmla="*/ 1731761 h 2601375"/>
                <a:gd name="connsiteX25-777" fmla="*/ 343367 w 2601026"/>
                <a:gd name="connsiteY25-778" fmla="*/ 1425717 h 2601375"/>
                <a:gd name="connsiteX26-779" fmla="*/ 0 w 2601026"/>
                <a:gd name="connsiteY26-780" fmla="*/ 1440646 h 2601375"/>
                <a:gd name="connsiteX27-781" fmla="*/ 33591 w 2601026"/>
                <a:gd name="connsiteY27-782" fmla="*/ 974116 h 2601375"/>
                <a:gd name="connsiteX28-783" fmla="*/ 380689 w 2601026"/>
                <a:gd name="connsiteY28-784" fmla="*/ 1007706 h 2601375"/>
                <a:gd name="connsiteX29-785" fmla="*/ 529979 w 2601026"/>
                <a:gd name="connsiteY29-786" fmla="*/ 724055 h 2601375"/>
                <a:gd name="connsiteX30-787" fmla="*/ 287383 w 2601026"/>
                <a:gd name="connsiteY30-788" fmla="*/ 470263 h 2601375"/>
                <a:gd name="connsiteX31-789" fmla="*/ 630750 w 2601026"/>
                <a:gd name="connsiteY31-790" fmla="*/ 171683 h 2601375"/>
                <a:gd name="connsiteX32-791" fmla="*/ 850952 w 2601026"/>
                <a:gd name="connsiteY32-792" fmla="*/ 447869 h 2601375"/>
                <a:gd name="connsiteX0-793" fmla="*/ 850952 w 2601026"/>
                <a:gd name="connsiteY0-794" fmla="*/ 447869 h 2601375"/>
                <a:gd name="connsiteX1-795" fmla="*/ 1160729 w 2601026"/>
                <a:gd name="connsiteY1-796" fmla="*/ 354563 h 2601375"/>
                <a:gd name="connsiteX2-797" fmla="*/ 1164461 w 2601026"/>
                <a:gd name="connsiteY2-798" fmla="*/ 0 h 2601375"/>
                <a:gd name="connsiteX3-799" fmla="*/ 1645920 w 2601026"/>
                <a:gd name="connsiteY3-800" fmla="*/ 41055 h 2601375"/>
                <a:gd name="connsiteX4-801" fmla="*/ 1582472 w 2601026"/>
                <a:gd name="connsiteY4-802" fmla="*/ 388153 h 2601375"/>
                <a:gd name="connsiteX5-803" fmla="*/ 1884784 w 2601026"/>
                <a:gd name="connsiteY5-804" fmla="*/ 537443 h 2601375"/>
                <a:gd name="connsiteX6-805" fmla="*/ 2142309 w 2601026"/>
                <a:gd name="connsiteY6-806" fmla="*/ 298579 h 2601375"/>
                <a:gd name="connsiteX7-807" fmla="*/ 2429692 w 2601026"/>
                <a:gd name="connsiteY7-808" fmla="*/ 656875 h 2601375"/>
                <a:gd name="connsiteX8-809" fmla="*/ 2146041 w 2601026"/>
                <a:gd name="connsiteY8-810" fmla="*/ 850952 h 2601375"/>
                <a:gd name="connsiteX9-811" fmla="*/ 2246812 w 2601026"/>
                <a:gd name="connsiteY9-812" fmla="*/ 1194318 h 2601375"/>
                <a:gd name="connsiteX10-813" fmla="*/ 2597643 w 2601026"/>
                <a:gd name="connsiteY10-814" fmla="*/ 1160728 h 2601375"/>
                <a:gd name="connsiteX11-815" fmla="*/ 2556588 w 2601026"/>
                <a:gd name="connsiteY11-816" fmla="*/ 1645920 h 2601375"/>
                <a:gd name="connsiteX12-817" fmla="*/ 2209489 w 2601026"/>
                <a:gd name="connsiteY12-818" fmla="*/ 1593668 h 2601375"/>
                <a:gd name="connsiteX13-819" fmla="*/ 2056467 w 2601026"/>
                <a:gd name="connsiteY13-820" fmla="*/ 1877319 h 2601375"/>
                <a:gd name="connsiteX14-821" fmla="*/ 2291599 w 2601026"/>
                <a:gd name="connsiteY14-822" fmla="*/ 2134844 h 2601375"/>
                <a:gd name="connsiteX15-823" fmla="*/ 1944500 w 2601026"/>
                <a:gd name="connsiteY15-824" fmla="*/ 2437156 h 2601375"/>
                <a:gd name="connsiteX16-825" fmla="*/ 1724298 w 2601026"/>
                <a:gd name="connsiteY16-826" fmla="*/ 2153505 h 2601375"/>
                <a:gd name="connsiteX17-827" fmla="*/ 1429450 w 2601026"/>
                <a:gd name="connsiteY17-828" fmla="*/ 2246811 h 2601375"/>
                <a:gd name="connsiteX18-829" fmla="*/ 1410789 w 2601026"/>
                <a:gd name="connsiteY18-830" fmla="*/ 2601375 h 2601375"/>
                <a:gd name="connsiteX19-831" fmla="*/ 944258 w 2601026"/>
                <a:gd name="connsiteY19-832" fmla="*/ 2560320 h 2601375"/>
                <a:gd name="connsiteX20-833" fmla="*/ 1011439 w 2601026"/>
                <a:gd name="connsiteY20-834" fmla="*/ 2213221 h 2601375"/>
                <a:gd name="connsiteX21-835" fmla="*/ 716591 w 2601026"/>
                <a:gd name="connsiteY21-836" fmla="*/ 2067664 h 2601375"/>
                <a:gd name="connsiteX22-837" fmla="*/ 459067 w 2601026"/>
                <a:gd name="connsiteY22-838" fmla="*/ 2299063 h 2601375"/>
                <a:gd name="connsiteX23-839" fmla="*/ 164219 w 2601026"/>
                <a:gd name="connsiteY23-840" fmla="*/ 1955696 h 2601375"/>
                <a:gd name="connsiteX24-841" fmla="*/ 440405 w 2601026"/>
                <a:gd name="connsiteY24-842" fmla="*/ 1731761 h 2601375"/>
                <a:gd name="connsiteX25-843" fmla="*/ 343367 w 2601026"/>
                <a:gd name="connsiteY25-844" fmla="*/ 1425717 h 2601375"/>
                <a:gd name="connsiteX26-845" fmla="*/ 0 w 2601026"/>
                <a:gd name="connsiteY26-846" fmla="*/ 1440646 h 2601375"/>
                <a:gd name="connsiteX27-847" fmla="*/ 33591 w 2601026"/>
                <a:gd name="connsiteY27-848" fmla="*/ 974116 h 2601375"/>
                <a:gd name="connsiteX28-849" fmla="*/ 380689 w 2601026"/>
                <a:gd name="connsiteY28-850" fmla="*/ 1007706 h 2601375"/>
                <a:gd name="connsiteX29-851" fmla="*/ 529979 w 2601026"/>
                <a:gd name="connsiteY29-852" fmla="*/ 724055 h 2601375"/>
                <a:gd name="connsiteX30-853" fmla="*/ 287383 w 2601026"/>
                <a:gd name="connsiteY30-854" fmla="*/ 470263 h 2601375"/>
                <a:gd name="connsiteX31-855" fmla="*/ 630750 w 2601026"/>
                <a:gd name="connsiteY31-856" fmla="*/ 171683 h 2601375"/>
                <a:gd name="connsiteX32-857" fmla="*/ 850952 w 2601026"/>
                <a:gd name="connsiteY32-858" fmla="*/ 447869 h 2601375"/>
                <a:gd name="connsiteX0-859" fmla="*/ 850952 w 2601026"/>
                <a:gd name="connsiteY0-860" fmla="*/ 447869 h 2601375"/>
                <a:gd name="connsiteX1-861" fmla="*/ 1160729 w 2601026"/>
                <a:gd name="connsiteY1-862" fmla="*/ 354563 h 2601375"/>
                <a:gd name="connsiteX2-863" fmla="*/ 1164461 w 2601026"/>
                <a:gd name="connsiteY2-864" fmla="*/ 0 h 2601375"/>
                <a:gd name="connsiteX3-865" fmla="*/ 1645920 w 2601026"/>
                <a:gd name="connsiteY3-866" fmla="*/ 41055 h 2601375"/>
                <a:gd name="connsiteX4-867" fmla="*/ 1582472 w 2601026"/>
                <a:gd name="connsiteY4-868" fmla="*/ 388153 h 2601375"/>
                <a:gd name="connsiteX5-869" fmla="*/ 1884784 w 2601026"/>
                <a:gd name="connsiteY5-870" fmla="*/ 537443 h 2601375"/>
                <a:gd name="connsiteX6-871" fmla="*/ 2142309 w 2601026"/>
                <a:gd name="connsiteY6-872" fmla="*/ 298579 h 2601375"/>
                <a:gd name="connsiteX7-873" fmla="*/ 2429692 w 2601026"/>
                <a:gd name="connsiteY7-874" fmla="*/ 656875 h 2601375"/>
                <a:gd name="connsiteX8-875" fmla="*/ 2146041 w 2601026"/>
                <a:gd name="connsiteY8-876" fmla="*/ 850952 h 2601375"/>
                <a:gd name="connsiteX9-877" fmla="*/ 2246812 w 2601026"/>
                <a:gd name="connsiteY9-878" fmla="*/ 1194318 h 2601375"/>
                <a:gd name="connsiteX10-879" fmla="*/ 2597643 w 2601026"/>
                <a:gd name="connsiteY10-880" fmla="*/ 1160728 h 2601375"/>
                <a:gd name="connsiteX11-881" fmla="*/ 2556588 w 2601026"/>
                <a:gd name="connsiteY11-882" fmla="*/ 1645920 h 2601375"/>
                <a:gd name="connsiteX12-883" fmla="*/ 2209489 w 2601026"/>
                <a:gd name="connsiteY12-884" fmla="*/ 1593668 h 2601375"/>
                <a:gd name="connsiteX13-885" fmla="*/ 2056467 w 2601026"/>
                <a:gd name="connsiteY13-886" fmla="*/ 1877319 h 2601375"/>
                <a:gd name="connsiteX14-887" fmla="*/ 2291599 w 2601026"/>
                <a:gd name="connsiteY14-888" fmla="*/ 2134844 h 2601375"/>
                <a:gd name="connsiteX15-889" fmla="*/ 1944500 w 2601026"/>
                <a:gd name="connsiteY15-890" fmla="*/ 2437156 h 2601375"/>
                <a:gd name="connsiteX16-891" fmla="*/ 1724298 w 2601026"/>
                <a:gd name="connsiteY16-892" fmla="*/ 2153505 h 2601375"/>
                <a:gd name="connsiteX17-893" fmla="*/ 1429450 w 2601026"/>
                <a:gd name="connsiteY17-894" fmla="*/ 2246811 h 2601375"/>
                <a:gd name="connsiteX18-895" fmla="*/ 1410789 w 2601026"/>
                <a:gd name="connsiteY18-896" fmla="*/ 2601375 h 2601375"/>
                <a:gd name="connsiteX19-897" fmla="*/ 944258 w 2601026"/>
                <a:gd name="connsiteY19-898" fmla="*/ 2560320 h 2601375"/>
                <a:gd name="connsiteX20-899" fmla="*/ 1011439 w 2601026"/>
                <a:gd name="connsiteY20-900" fmla="*/ 2213221 h 2601375"/>
                <a:gd name="connsiteX21-901" fmla="*/ 716591 w 2601026"/>
                <a:gd name="connsiteY21-902" fmla="*/ 2067664 h 2601375"/>
                <a:gd name="connsiteX22-903" fmla="*/ 459067 w 2601026"/>
                <a:gd name="connsiteY22-904" fmla="*/ 2299063 h 2601375"/>
                <a:gd name="connsiteX23-905" fmla="*/ 164219 w 2601026"/>
                <a:gd name="connsiteY23-906" fmla="*/ 1955696 h 2601375"/>
                <a:gd name="connsiteX24-907" fmla="*/ 440405 w 2601026"/>
                <a:gd name="connsiteY24-908" fmla="*/ 1731761 h 2601375"/>
                <a:gd name="connsiteX25-909" fmla="*/ 343367 w 2601026"/>
                <a:gd name="connsiteY25-910" fmla="*/ 1425717 h 2601375"/>
                <a:gd name="connsiteX26-911" fmla="*/ 0 w 2601026"/>
                <a:gd name="connsiteY26-912" fmla="*/ 1440646 h 2601375"/>
                <a:gd name="connsiteX27-913" fmla="*/ 33591 w 2601026"/>
                <a:gd name="connsiteY27-914" fmla="*/ 974116 h 2601375"/>
                <a:gd name="connsiteX28-915" fmla="*/ 380689 w 2601026"/>
                <a:gd name="connsiteY28-916" fmla="*/ 1007706 h 2601375"/>
                <a:gd name="connsiteX29-917" fmla="*/ 529979 w 2601026"/>
                <a:gd name="connsiteY29-918" fmla="*/ 724055 h 2601375"/>
                <a:gd name="connsiteX30-919" fmla="*/ 287383 w 2601026"/>
                <a:gd name="connsiteY30-920" fmla="*/ 470263 h 2601375"/>
                <a:gd name="connsiteX31-921" fmla="*/ 630750 w 2601026"/>
                <a:gd name="connsiteY31-922" fmla="*/ 171683 h 2601375"/>
                <a:gd name="connsiteX32-923" fmla="*/ 850952 w 2601026"/>
                <a:gd name="connsiteY32-924" fmla="*/ 447869 h 2601375"/>
                <a:gd name="connsiteX0-925" fmla="*/ 850952 w 2601026"/>
                <a:gd name="connsiteY0-926" fmla="*/ 447869 h 2601375"/>
                <a:gd name="connsiteX1-927" fmla="*/ 1160729 w 2601026"/>
                <a:gd name="connsiteY1-928" fmla="*/ 354563 h 2601375"/>
                <a:gd name="connsiteX2-929" fmla="*/ 1164461 w 2601026"/>
                <a:gd name="connsiteY2-930" fmla="*/ 0 h 2601375"/>
                <a:gd name="connsiteX3-931" fmla="*/ 1645920 w 2601026"/>
                <a:gd name="connsiteY3-932" fmla="*/ 41055 h 2601375"/>
                <a:gd name="connsiteX4-933" fmla="*/ 1582472 w 2601026"/>
                <a:gd name="connsiteY4-934" fmla="*/ 388153 h 2601375"/>
                <a:gd name="connsiteX5-935" fmla="*/ 1884784 w 2601026"/>
                <a:gd name="connsiteY5-936" fmla="*/ 537443 h 2601375"/>
                <a:gd name="connsiteX6-937" fmla="*/ 2142309 w 2601026"/>
                <a:gd name="connsiteY6-938" fmla="*/ 298579 h 2601375"/>
                <a:gd name="connsiteX7-939" fmla="*/ 2429692 w 2601026"/>
                <a:gd name="connsiteY7-940" fmla="*/ 656875 h 2601375"/>
                <a:gd name="connsiteX8-941" fmla="*/ 2146041 w 2601026"/>
                <a:gd name="connsiteY8-942" fmla="*/ 850952 h 2601375"/>
                <a:gd name="connsiteX9-943" fmla="*/ 2246812 w 2601026"/>
                <a:gd name="connsiteY9-944" fmla="*/ 1194318 h 2601375"/>
                <a:gd name="connsiteX10-945" fmla="*/ 2597643 w 2601026"/>
                <a:gd name="connsiteY10-946" fmla="*/ 1160728 h 2601375"/>
                <a:gd name="connsiteX11-947" fmla="*/ 2556588 w 2601026"/>
                <a:gd name="connsiteY11-948" fmla="*/ 1645920 h 2601375"/>
                <a:gd name="connsiteX12-949" fmla="*/ 2209489 w 2601026"/>
                <a:gd name="connsiteY12-950" fmla="*/ 1593668 h 2601375"/>
                <a:gd name="connsiteX13-951" fmla="*/ 2056467 w 2601026"/>
                <a:gd name="connsiteY13-952" fmla="*/ 1877319 h 2601375"/>
                <a:gd name="connsiteX14-953" fmla="*/ 2291599 w 2601026"/>
                <a:gd name="connsiteY14-954" fmla="*/ 2134844 h 2601375"/>
                <a:gd name="connsiteX15-955" fmla="*/ 1944500 w 2601026"/>
                <a:gd name="connsiteY15-956" fmla="*/ 2437156 h 2601375"/>
                <a:gd name="connsiteX16-957" fmla="*/ 1724298 w 2601026"/>
                <a:gd name="connsiteY16-958" fmla="*/ 2153505 h 2601375"/>
                <a:gd name="connsiteX17-959" fmla="*/ 1429450 w 2601026"/>
                <a:gd name="connsiteY17-960" fmla="*/ 2246811 h 2601375"/>
                <a:gd name="connsiteX18-961" fmla="*/ 1410789 w 2601026"/>
                <a:gd name="connsiteY18-962" fmla="*/ 2601375 h 2601375"/>
                <a:gd name="connsiteX19-963" fmla="*/ 944258 w 2601026"/>
                <a:gd name="connsiteY19-964" fmla="*/ 2560320 h 2601375"/>
                <a:gd name="connsiteX20-965" fmla="*/ 1011439 w 2601026"/>
                <a:gd name="connsiteY20-966" fmla="*/ 2213221 h 2601375"/>
                <a:gd name="connsiteX21-967" fmla="*/ 716591 w 2601026"/>
                <a:gd name="connsiteY21-968" fmla="*/ 2067664 h 2601375"/>
                <a:gd name="connsiteX22-969" fmla="*/ 459067 w 2601026"/>
                <a:gd name="connsiteY22-970" fmla="*/ 2299063 h 2601375"/>
                <a:gd name="connsiteX23-971" fmla="*/ 164219 w 2601026"/>
                <a:gd name="connsiteY23-972" fmla="*/ 1955696 h 2601375"/>
                <a:gd name="connsiteX24-973" fmla="*/ 440405 w 2601026"/>
                <a:gd name="connsiteY24-974" fmla="*/ 1731761 h 2601375"/>
                <a:gd name="connsiteX25-975" fmla="*/ 343367 w 2601026"/>
                <a:gd name="connsiteY25-976" fmla="*/ 1425717 h 2601375"/>
                <a:gd name="connsiteX26-977" fmla="*/ 0 w 2601026"/>
                <a:gd name="connsiteY26-978" fmla="*/ 1440646 h 2601375"/>
                <a:gd name="connsiteX27-979" fmla="*/ 33591 w 2601026"/>
                <a:gd name="connsiteY27-980" fmla="*/ 974116 h 2601375"/>
                <a:gd name="connsiteX28-981" fmla="*/ 380689 w 2601026"/>
                <a:gd name="connsiteY28-982" fmla="*/ 1007706 h 2601375"/>
                <a:gd name="connsiteX29-983" fmla="*/ 529979 w 2601026"/>
                <a:gd name="connsiteY29-984" fmla="*/ 724055 h 2601375"/>
                <a:gd name="connsiteX30-985" fmla="*/ 287383 w 2601026"/>
                <a:gd name="connsiteY30-986" fmla="*/ 470263 h 2601375"/>
                <a:gd name="connsiteX31-987" fmla="*/ 630750 w 2601026"/>
                <a:gd name="connsiteY31-988" fmla="*/ 171683 h 2601375"/>
                <a:gd name="connsiteX32-989" fmla="*/ 850952 w 2601026"/>
                <a:gd name="connsiteY32-990" fmla="*/ 447869 h 2601375"/>
                <a:gd name="connsiteX0-991" fmla="*/ 850952 w 2601026"/>
                <a:gd name="connsiteY0-992" fmla="*/ 447869 h 2601375"/>
                <a:gd name="connsiteX1-993" fmla="*/ 1160729 w 2601026"/>
                <a:gd name="connsiteY1-994" fmla="*/ 354563 h 2601375"/>
                <a:gd name="connsiteX2-995" fmla="*/ 1164461 w 2601026"/>
                <a:gd name="connsiteY2-996" fmla="*/ 0 h 2601375"/>
                <a:gd name="connsiteX3-997" fmla="*/ 1645920 w 2601026"/>
                <a:gd name="connsiteY3-998" fmla="*/ 41055 h 2601375"/>
                <a:gd name="connsiteX4-999" fmla="*/ 1582472 w 2601026"/>
                <a:gd name="connsiteY4-1000" fmla="*/ 388153 h 2601375"/>
                <a:gd name="connsiteX5-1001" fmla="*/ 1884784 w 2601026"/>
                <a:gd name="connsiteY5-1002" fmla="*/ 537443 h 2601375"/>
                <a:gd name="connsiteX6-1003" fmla="*/ 2142309 w 2601026"/>
                <a:gd name="connsiteY6-1004" fmla="*/ 298579 h 2601375"/>
                <a:gd name="connsiteX7-1005" fmla="*/ 2429692 w 2601026"/>
                <a:gd name="connsiteY7-1006" fmla="*/ 656875 h 2601375"/>
                <a:gd name="connsiteX8-1007" fmla="*/ 2146041 w 2601026"/>
                <a:gd name="connsiteY8-1008" fmla="*/ 850952 h 2601375"/>
                <a:gd name="connsiteX9-1009" fmla="*/ 2246812 w 2601026"/>
                <a:gd name="connsiteY9-1010" fmla="*/ 1194318 h 2601375"/>
                <a:gd name="connsiteX10-1011" fmla="*/ 2597643 w 2601026"/>
                <a:gd name="connsiteY10-1012" fmla="*/ 1160728 h 2601375"/>
                <a:gd name="connsiteX11-1013" fmla="*/ 2556588 w 2601026"/>
                <a:gd name="connsiteY11-1014" fmla="*/ 1645920 h 2601375"/>
                <a:gd name="connsiteX12-1015" fmla="*/ 2209489 w 2601026"/>
                <a:gd name="connsiteY12-1016" fmla="*/ 1593668 h 2601375"/>
                <a:gd name="connsiteX13-1017" fmla="*/ 2056467 w 2601026"/>
                <a:gd name="connsiteY13-1018" fmla="*/ 1877319 h 2601375"/>
                <a:gd name="connsiteX14-1019" fmla="*/ 2291599 w 2601026"/>
                <a:gd name="connsiteY14-1020" fmla="*/ 2134844 h 2601375"/>
                <a:gd name="connsiteX15-1021" fmla="*/ 1944500 w 2601026"/>
                <a:gd name="connsiteY15-1022" fmla="*/ 2437156 h 2601375"/>
                <a:gd name="connsiteX16-1023" fmla="*/ 1724298 w 2601026"/>
                <a:gd name="connsiteY16-1024" fmla="*/ 2153505 h 2601375"/>
                <a:gd name="connsiteX17-1025" fmla="*/ 1429450 w 2601026"/>
                <a:gd name="connsiteY17-1026" fmla="*/ 2246811 h 2601375"/>
                <a:gd name="connsiteX18-1027" fmla="*/ 1410789 w 2601026"/>
                <a:gd name="connsiteY18-1028" fmla="*/ 2601375 h 2601375"/>
                <a:gd name="connsiteX19-1029" fmla="*/ 944258 w 2601026"/>
                <a:gd name="connsiteY19-1030" fmla="*/ 2560320 h 2601375"/>
                <a:gd name="connsiteX20-1031" fmla="*/ 1011439 w 2601026"/>
                <a:gd name="connsiteY20-1032" fmla="*/ 2213221 h 2601375"/>
                <a:gd name="connsiteX21-1033" fmla="*/ 716591 w 2601026"/>
                <a:gd name="connsiteY21-1034" fmla="*/ 2067664 h 2601375"/>
                <a:gd name="connsiteX22-1035" fmla="*/ 459067 w 2601026"/>
                <a:gd name="connsiteY22-1036" fmla="*/ 2299063 h 2601375"/>
                <a:gd name="connsiteX23-1037" fmla="*/ 164219 w 2601026"/>
                <a:gd name="connsiteY23-1038" fmla="*/ 1955696 h 2601375"/>
                <a:gd name="connsiteX24-1039" fmla="*/ 440405 w 2601026"/>
                <a:gd name="connsiteY24-1040" fmla="*/ 1731761 h 2601375"/>
                <a:gd name="connsiteX25-1041" fmla="*/ 343367 w 2601026"/>
                <a:gd name="connsiteY25-1042" fmla="*/ 1425717 h 2601375"/>
                <a:gd name="connsiteX26-1043" fmla="*/ 0 w 2601026"/>
                <a:gd name="connsiteY26-1044" fmla="*/ 1440646 h 2601375"/>
                <a:gd name="connsiteX27-1045" fmla="*/ 33591 w 2601026"/>
                <a:gd name="connsiteY27-1046" fmla="*/ 974116 h 2601375"/>
                <a:gd name="connsiteX28-1047" fmla="*/ 380689 w 2601026"/>
                <a:gd name="connsiteY28-1048" fmla="*/ 1007706 h 2601375"/>
                <a:gd name="connsiteX29-1049" fmla="*/ 529979 w 2601026"/>
                <a:gd name="connsiteY29-1050" fmla="*/ 724055 h 2601375"/>
                <a:gd name="connsiteX30-1051" fmla="*/ 287383 w 2601026"/>
                <a:gd name="connsiteY30-1052" fmla="*/ 470263 h 2601375"/>
                <a:gd name="connsiteX31-1053" fmla="*/ 630750 w 2601026"/>
                <a:gd name="connsiteY31-1054" fmla="*/ 171683 h 2601375"/>
                <a:gd name="connsiteX32-1055" fmla="*/ 850952 w 2601026"/>
                <a:gd name="connsiteY32-1056" fmla="*/ 447869 h 2601375"/>
                <a:gd name="connsiteX0-1057" fmla="*/ 850952 w 2601026"/>
                <a:gd name="connsiteY0-1058" fmla="*/ 447869 h 2604925"/>
                <a:gd name="connsiteX1-1059" fmla="*/ 1160729 w 2601026"/>
                <a:gd name="connsiteY1-1060" fmla="*/ 354563 h 2604925"/>
                <a:gd name="connsiteX2-1061" fmla="*/ 1164461 w 2601026"/>
                <a:gd name="connsiteY2-1062" fmla="*/ 0 h 2604925"/>
                <a:gd name="connsiteX3-1063" fmla="*/ 1645920 w 2601026"/>
                <a:gd name="connsiteY3-1064" fmla="*/ 41055 h 2604925"/>
                <a:gd name="connsiteX4-1065" fmla="*/ 1582472 w 2601026"/>
                <a:gd name="connsiteY4-1066" fmla="*/ 388153 h 2604925"/>
                <a:gd name="connsiteX5-1067" fmla="*/ 1884784 w 2601026"/>
                <a:gd name="connsiteY5-1068" fmla="*/ 537443 h 2604925"/>
                <a:gd name="connsiteX6-1069" fmla="*/ 2142309 w 2601026"/>
                <a:gd name="connsiteY6-1070" fmla="*/ 298579 h 2604925"/>
                <a:gd name="connsiteX7-1071" fmla="*/ 2429692 w 2601026"/>
                <a:gd name="connsiteY7-1072" fmla="*/ 656875 h 2604925"/>
                <a:gd name="connsiteX8-1073" fmla="*/ 2146041 w 2601026"/>
                <a:gd name="connsiteY8-1074" fmla="*/ 850952 h 2604925"/>
                <a:gd name="connsiteX9-1075" fmla="*/ 2246812 w 2601026"/>
                <a:gd name="connsiteY9-1076" fmla="*/ 1194318 h 2604925"/>
                <a:gd name="connsiteX10-1077" fmla="*/ 2597643 w 2601026"/>
                <a:gd name="connsiteY10-1078" fmla="*/ 1160728 h 2604925"/>
                <a:gd name="connsiteX11-1079" fmla="*/ 2556588 w 2601026"/>
                <a:gd name="connsiteY11-1080" fmla="*/ 1645920 h 2604925"/>
                <a:gd name="connsiteX12-1081" fmla="*/ 2209489 w 2601026"/>
                <a:gd name="connsiteY12-1082" fmla="*/ 1593668 h 2604925"/>
                <a:gd name="connsiteX13-1083" fmla="*/ 2056467 w 2601026"/>
                <a:gd name="connsiteY13-1084" fmla="*/ 1877319 h 2604925"/>
                <a:gd name="connsiteX14-1085" fmla="*/ 2291599 w 2601026"/>
                <a:gd name="connsiteY14-1086" fmla="*/ 2134844 h 2604925"/>
                <a:gd name="connsiteX15-1087" fmla="*/ 1944500 w 2601026"/>
                <a:gd name="connsiteY15-1088" fmla="*/ 2437156 h 2604925"/>
                <a:gd name="connsiteX16-1089" fmla="*/ 1724298 w 2601026"/>
                <a:gd name="connsiteY16-1090" fmla="*/ 2153505 h 2604925"/>
                <a:gd name="connsiteX17-1091" fmla="*/ 1429450 w 2601026"/>
                <a:gd name="connsiteY17-1092" fmla="*/ 2246811 h 2604925"/>
                <a:gd name="connsiteX18-1093" fmla="*/ 1410789 w 2601026"/>
                <a:gd name="connsiteY18-1094" fmla="*/ 2601375 h 2604925"/>
                <a:gd name="connsiteX19-1095" fmla="*/ 944258 w 2601026"/>
                <a:gd name="connsiteY19-1096" fmla="*/ 2560320 h 2604925"/>
                <a:gd name="connsiteX20-1097" fmla="*/ 1011439 w 2601026"/>
                <a:gd name="connsiteY20-1098" fmla="*/ 2213221 h 2604925"/>
                <a:gd name="connsiteX21-1099" fmla="*/ 716591 w 2601026"/>
                <a:gd name="connsiteY21-1100" fmla="*/ 2067664 h 2604925"/>
                <a:gd name="connsiteX22-1101" fmla="*/ 459067 w 2601026"/>
                <a:gd name="connsiteY22-1102" fmla="*/ 2299063 h 2604925"/>
                <a:gd name="connsiteX23-1103" fmla="*/ 164219 w 2601026"/>
                <a:gd name="connsiteY23-1104" fmla="*/ 1955696 h 2604925"/>
                <a:gd name="connsiteX24-1105" fmla="*/ 440405 w 2601026"/>
                <a:gd name="connsiteY24-1106" fmla="*/ 1731761 h 2604925"/>
                <a:gd name="connsiteX25-1107" fmla="*/ 343367 w 2601026"/>
                <a:gd name="connsiteY25-1108" fmla="*/ 1425717 h 2604925"/>
                <a:gd name="connsiteX26-1109" fmla="*/ 0 w 2601026"/>
                <a:gd name="connsiteY26-1110" fmla="*/ 1440646 h 2604925"/>
                <a:gd name="connsiteX27-1111" fmla="*/ 33591 w 2601026"/>
                <a:gd name="connsiteY27-1112" fmla="*/ 974116 h 2604925"/>
                <a:gd name="connsiteX28-1113" fmla="*/ 380689 w 2601026"/>
                <a:gd name="connsiteY28-1114" fmla="*/ 1007706 h 2604925"/>
                <a:gd name="connsiteX29-1115" fmla="*/ 529979 w 2601026"/>
                <a:gd name="connsiteY29-1116" fmla="*/ 724055 h 2604925"/>
                <a:gd name="connsiteX30-1117" fmla="*/ 287383 w 2601026"/>
                <a:gd name="connsiteY30-1118" fmla="*/ 470263 h 2604925"/>
                <a:gd name="connsiteX31-1119" fmla="*/ 630750 w 2601026"/>
                <a:gd name="connsiteY31-1120" fmla="*/ 171683 h 2604925"/>
                <a:gd name="connsiteX32-1121" fmla="*/ 850952 w 2601026"/>
                <a:gd name="connsiteY32-1122" fmla="*/ 447869 h 2604925"/>
                <a:gd name="connsiteX0-1123" fmla="*/ 850952 w 2601026"/>
                <a:gd name="connsiteY0-1124" fmla="*/ 447869 h 2607945"/>
                <a:gd name="connsiteX1-1125" fmla="*/ 1160729 w 2601026"/>
                <a:gd name="connsiteY1-1126" fmla="*/ 354563 h 2607945"/>
                <a:gd name="connsiteX2-1127" fmla="*/ 1164461 w 2601026"/>
                <a:gd name="connsiteY2-1128" fmla="*/ 0 h 2607945"/>
                <a:gd name="connsiteX3-1129" fmla="*/ 1645920 w 2601026"/>
                <a:gd name="connsiteY3-1130" fmla="*/ 41055 h 2607945"/>
                <a:gd name="connsiteX4-1131" fmla="*/ 1582472 w 2601026"/>
                <a:gd name="connsiteY4-1132" fmla="*/ 388153 h 2607945"/>
                <a:gd name="connsiteX5-1133" fmla="*/ 1884784 w 2601026"/>
                <a:gd name="connsiteY5-1134" fmla="*/ 537443 h 2607945"/>
                <a:gd name="connsiteX6-1135" fmla="*/ 2142309 w 2601026"/>
                <a:gd name="connsiteY6-1136" fmla="*/ 298579 h 2607945"/>
                <a:gd name="connsiteX7-1137" fmla="*/ 2429692 w 2601026"/>
                <a:gd name="connsiteY7-1138" fmla="*/ 656875 h 2607945"/>
                <a:gd name="connsiteX8-1139" fmla="*/ 2146041 w 2601026"/>
                <a:gd name="connsiteY8-1140" fmla="*/ 850952 h 2607945"/>
                <a:gd name="connsiteX9-1141" fmla="*/ 2246812 w 2601026"/>
                <a:gd name="connsiteY9-1142" fmla="*/ 1194318 h 2607945"/>
                <a:gd name="connsiteX10-1143" fmla="*/ 2597643 w 2601026"/>
                <a:gd name="connsiteY10-1144" fmla="*/ 1160728 h 2607945"/>
                <a:gd name="connsiteX11-1145" fmla="*/ 2556588 w 2601026"/>
                <a:gd name="connsiteY11-1146" fmla="*/ 1645920 h 2607945"/>
                <a:gd name="connsiteX12-1147" fmla="*/ 2209489 w 2601026"/>
                <a:gd name="connsiteY12-1148" fmla="*/ 1593668 h 2607945"/>
                <a:gd name="connsiteX13-1149" fmla="*/ 2056467 w 2601026"/>
                <a:gd name="connsiteY13-1150" fmla="*/ 1877319 h 2607945"/>
                <a:gd name="connsiteX14-1151" fmla="*/ 2291599 w 2601026"/>
                <a:gd name="connsiteY14-1152" fmla="*/ 2134844 h 2607945"/>
                <a:gd name="connsiteX15-1153" fmla="*/ 1944500 w 2601026"/>
                <a:gd name="connsiteY15-1154" fmla="*/ 2437156 h 2607945"/>
                <a:gd name="connsiteX16-1155" fmla="*/ 1724298 w 2601026"/>
                <a:gd name="connsiteY16-1156" fmla="*/ 2153505 h 2607945"/>
                <a:gd name="connsiteX17-1157" fmla="*/ 1429450 w 2601026"/>
                <a:gd name="connsiteY17-1158" fmla="*/ 2246811 h 2607945"/>
                <a:gd name="connsiteX18-1159" fmla="*/ 1410789 w 2601026"/>
                <a:gd name="connsiteY18-1160" fmla="*/ 2601375 h 2607945"/>
                <a:gd name="connsiteX19-1161" fmla="*/ 944258 w 2601026"/>
                <a:gd name="connsiteY19-1162" fmla="*/ 2560320 h 2607945"/>
                <a:gd name="connsiteX20-1163" fmla="*/ 1011439 w 2601026"/>
                <a:gd name="connsiteY20-1164" fmla="*/ 2213221 h 2607945"/>
                <a:gd name="connsiteX21-1165" fmla="*/ 716591 w 2601026"/>
                <a:gd name="connsiteY21-1166" fmla="*/ 2067664 h 2607945"/>
                <a:gd name="connsiteX22-1167" fmla="*/ 459067 w 2601026"/>
                <a:gd name="connsiteY22-1168" fmla="*/ 2299063 h 2607945"/>
                <a:gd name="connsiteX23-1169" fmla="*/ 164219 w 2601026"/>
                <a:gd name="connsiteY23-1170" fmla="*/ 1955696 h 2607945"/>
                <a:gd name="connsiteX24-1171" fmla="*/ 440405 w 2601026"/>
                <a:gd name="connsiteY24-1172" fmla="*/ 1731761 h 2607945"/>
                <a:gd name="connsiteX25-1173" fmla="*/ 343367 w 2601026"/>
                <a:gd name="connsiteY25-1174" fmla="*/ 1425717 h 2607945"/>
                <a:gd name="connsiteX26-1175" fmla="*/ 0 w 2601026"/>
                <a:gd name="connsiteY26-1176" fmla="*/ 1440646 h 2607945"/>
                <a:gd name="connsiteX27-1177" fmla="*/ 33591 w 2601026"/>
                <a:gd name="connsiteY27-1178" fmla="*/ 974116 h 2607945"/>
                <a:gd name="connsiteX28-1179" fmla="*/ 380689 w 2601026"/>
                <a:gd name="connsiteY28-1180" fmla="*/ 1007706 h 2607945"/>
                <a:gd name="connsiteX29-1181" fmla="*/ 529979 w 2601026"/>
                <a:gd name="connsiteY29-1182" fmla="*/ 724055 h 2607945"/>
                <a:gd name="connsiteX30-1183" fmla="*/ 287383 w 2601026"/>
                <a:gd name="connsiteY30-1184" fmla="*/ 470263 h 2607945"/>
                <a:gd name="connsiteX31-1185" fmla="*/ 630750 w 2601026"/>
                <a:gd name="connsiteY31-1186" fmla="*/ 171683 h 2607945"/>
                <a:gd name="connsiteX32-1187" fmla="*/ 850952 w 2601026"/>
                <a:gd name="connsiteY32-1188" fmla="*/ 447869 h 2607945"/>
                <a:gd name="connsiteX0-1189" fmla="*/ 850952 w 2601026"/>
                <a:gd name="connsiteY0-1190" fmla="*/ 447869 h 2607945"/>
                <a:gd name="connsiteX1-1191" fmla="*/ 1160729 w 2601026"/>
                <a:gd name="connsiteY1-1192" fmla="*/ 354563 h 2607945"/>
                <a:gd name="connsiteX2-1193" fmla="*/ 1164461 w 2601026"/>
                <a:gd name="connsiteY2-1194" fmla="*/ 0 h 2607945"/>
                <a:gd name="connsiteX3-1195" fmla="*/ 1645920 w 2601026"/>
                <a:gd name="connsiteY3-1196" fmla="*/ 41055 h 2607945"/>
                <a:gd name="connsiteX4-1197" fmla="*/ 1582472 w 2601026"/>
                <a:gd name="connsiteY4-1198" fmla="*/ 388153 h 2607945"/>
                <a:gd name="connsiteX5-1199" fmla="*/ 1884784 w 2601026"/>
                <a:gd name="connsiteY5-1200" fmla="*/ 537443 h 2607945"/>
                <a:gd name="connsiteX6-1201" fmla="*/ 2142309 w 2601026"/>
                <a:gd name="connsiteY6-1202" fmla="*/ 298579 h 2607945"/>
                <a:gd name="connsiteX7-1203" fmla="*/ 2429692 w 2601026"/>
                <a:gd name="connsiteY7-1204" fmla="*/ 656875 h 2607945"/>
                <a:gd name="connsiteX8-1205" fmla="*/ 2146041 w 2601026"/>
                <a:gd name="connsiteY8-1206" fmla="*/ 850952 h 2607945"/>
                <a:gd name="connsiteX9-1207" fmla="*/ 2246812 w 2601026"/>
                <a:gd name="connsiteY9-1208" fmla="*/ 1194318 h 2607945"/>
                <a:gd name="connsiteX10-1209" fmla="*/ 2597643 w 2601026"/>
                <a:gd name="connsiteY10-1210" fmla="*/ 1160728 h 2607945"/>
                <a:gd name="connsiteX11-1211" fmla="*/ 2556588 w 2601026"/>
                <a:gd name="connsiteY11-1212" fmla="*/ 1645920 h 2607945"/>
                <a:gd name="connsiteX12-1213" fmla="*/ 2209489 w 2601026"/>
                <a:gd name="connsiteY12-1214" fmla="*/ 1593668 h 2607945"/>
                <a:gd name="connsiteX13-1215" fmla="*/ 2056467 w 2601026"/>
                <a:gd name="connsiteY13-1216" fmla="*/ 1877319 h 2607945"/>
                <a:gd name="connsiteX14-1217" fmla="*/ 2291599 w 2601026"/>
                <a:gd name="connsiteY14-1218" fmla="*/ 2134844 h 2607945"/>
                <a:gd name="connsiteX15-1219" fmla="*/ 1944500 w 2601026"/>
                <a:gd name="connsiteY15-1220" fmla="*/ 2437156 h 2607945"/>
                <a:gd name="connsiteX16-1221" fmla="*/ 1724298 w 2601026"/>
                <a:gd name="connsiteY16-1222" fmla="*/ 2153505 h 2607945"/>
                <a:gd name="connsiteX17-1223" fmla="*/ 1429450 w 2601026"/>
                <a:gd name="connsiteY17-1224" fmla="*/ 2246811 h 2607945"/>
                <a:gd name="connsiteX18-1225" fmla="*/ 1410789 w 2601026"/>
                <a:gd name="connsiteY18-1226" fmla="*/ 2601375 h 2607945"/>
                <a:gd name="connsiteX19-1227" fmla="*/ 944258 w 2601026"/>
                <a:gd name="connsiteY19-1228" fmla="*/ 2560320 h 2607945"/>
                <a:gd name="connsiteX20-1229" fmla="*/ 1011439 w 2601026"/>
                <a:gd name="connsiteY20-1230" fmla="*/ 2213221 h 2607945"/>
                <a:gd name="connsiteX21-1231" fmla="*/ 716591 w 2601026"/>
                <a:gd name="connsiteY21-1232" fmla="*/ 2067664 h 2607945"/>
                <a:gd name="connsiteX22-1233" fmla="*/ 459067 w 2601026"/>
                <a:gd name="connsiteY22-1234" fmla="*/ 2299063 h 2607945"/>
                <a:gd name="connsiteX23-1235" fmla="*/ 164219 w 2601026"/>
                <a:gd name="connsiteY23-1236" fmla="*/ 1955696 h 2607945"/>
                <a:gd name="connsiteX24-1237" fmla="*/ 440405 w 2601026"/>
                <a:gd name="connsiteY24-1238" fmla="*/ 1731761 h 2607945"/>
                <a:gd name="connsiteX25-1239" fmla="*/ 343367 w 2601026"/>
                <a:gd name="connsiteY25-1240" fmla="*/ 1425717 h 2607945"/>
                <a:gd name="connsiteX26-1241" fmla="*/ 0 w 2601026"/>
                <a:gd name="connsiteY26-1242" fmla="*/ 1440646 h 2607945"/>
                <a:gd name="connsiteX27-1243" fmla="*/ 33591 w 2601026"/>
                <a:gd name="connsiteY27-1244" fmla="*/ 974116 h 2607945"/>
                <a:gd name="connsiteX28-1245" fmla="*/ 380689 w 2601026"/>
                <a:gd name="connsiteY28-1246" fmla="*/ 1007706 h 2607945"/>
                <a:gd name="connsiteX29-1247" fmla="*/ 529979 w 2601026"/>
                <a:gd name="connsiteY29-1248" fmla="*/ 724055 h 2607945"/>
                <a:gd name="connsiteX30-1249" fmla="*/ 287383 w 2601026"/>
                <a:gd name="connsiteY30-1250" fmla="*/ 470263 h 2607945"/>
                <a:gd name="connsiteX31-1251" fmla="*/ 630750 w 2601026"/>
                <a:gd name="connsiteY31-1252" fmla="*/ 171683 h 2607945"/>
                <a:gd name="connsiteX32-1253" fmla="*/ 850952 w 2601026"/>
                <a:gd name="connsiteY32-1254" fmla="*/ 447869 h 2607945"/>
                <a:gd name="connsiteX0-1255" fmla="*/ 850952 w 2601026"/>
                <a:gd name="connsiteY0-1256" fmla="*/ 447869 h 2607945"/>
                <a:gd name="connsiteX1-1257" fmla="*/ 1160729 w 2601026"/>
                <a:gd name="connsiteY1-1258" fmla="*/ 354563 h 2607945"/>
                <a:gd name="connsiteX2-1259" fmla="*/ 1164461 w 2601026"/>
                <a:gd name="connsiteY2-1260" fmla="*/ 0 h 2607945"/>
                <a:gd name="connsiteX3-1261" fmla="*/ 1645920 w 2601026"/>
                <a:gd name="connsiteY3-1262" fmla="*/ 41055 h 2607945"/>
                <a:gd name="connsiteX4-1263" fmla="*/ 1582472 w 2601026"/>
                <a:gd name="connsiteY4-1264" fmla="*/ 388153 h 2607945"/>
                <a:gd name="connsiteX5-1265" fmla="*/ 1884784 w 2601026"/>
                <a:gd name="connsiteY5-1266" fmla="*/ 537443 h 2607945"/>
                <a:gd name="connsiteX6-1267" fmla="*/ 2142309 w 2601026"/>
                <a:gd name="connsiteY6-1268" fmla="*/ 298579 h 2607945"/>
                <a:gd name="connsiteX7-1269" fmla="*/ 2429692 w 2601026"/>
                <a:gd name="connsiteY7-1270" fmla="*/ 656875 h 2607945"/>
                <a:gd name="connsiteX8-1271" fmla="*/ 2146041 w 2601026"/>
                <a:gd name="connsiteY8-1272" fmla="*/ 850952 h 2607945"/>
                <a:gd name="connsiteX9-1273" fmla="*/ 2246812 w 2601026"/>
                <a:gd name="connsiteY9-1274" fmla="*/ 1194318 h 2607945"/>
                <a:gd name="connsiteX10-1275" fmla="*/ 2597643 w 2601026"/>
                <a:gd name="connsiteY10-1276" fmla="*/ 1160728 h 2607945"/>
                <a:gd name="connsiteX11-1277" fmla="*/ 2556588 w 2601026"/>
                <a:gd name="connsiteY11-1278" fmla="*/ 1645920 h 2607945"/>
                <a:gd name="connsiteX12-1279" fmla="*/ 2209489 w 2601026"/>
                <a:gd name="connsiteY12-1280" fmla="*/ 1593668 h 2607945"/>
                <a:gd name="connsiteX13-1281" fmla="*/ 2056467 w 2601026"/>
                <a:gd name="connsiteY13-1282" fmla="*/ 1877319 h 2607945"/>
                <a:gd name="connsiteX14-1283" fmla="*/ 2291599 w 2601026"/>
                <a:gd name="connsiteY14-1284" fmla="*/ 2134844 h 2607945"/>
                <a:gd name="connsiteX15-1285" fmla="*/ 1944500 w 2601026"/>
                <a:gd name="connsiteY15-1286" fmla="*/ 2437156 h 2607945"/>
                <a:gd name="connsiteX16-1287" fmla="*/ 1724298 w 2601026"/>
                <a:gd name="connsiteY16-1288" fmla="*/ 2153505 h 2607945"/>
                <a:gd name="connsiteX17-1289" fmla="*/ 1429450 w 2601026"/>
                <a:gd name="connsiteY17-1290" fmla="*/ 2246811 h 2607945"/>
                <a:gd name="connsiteX18-1291" fmla="*/ 1410789 w 2601026"/>
                <a:gd name="connsiteY18-1292" fmla="*/ 2601375 h 2607945"/>
                <a:gd name="connsiteX19-1293" fmla="*/ 944258 w 2601026"/>
                <a:gd name="connsiteY19-1294" fmla="*/ 2560320 h 2607945"/>
                <a:gd name="connsiteX20-1295" fmla="*/ 1011439 w 2601026"/>
                <a:gd name="connsiteY20-1296" fmla="*/ 2213221 h 2607945"/>
                <a:gd name="connsiteX21-1297" fmla="*/ 716591 w 2601026"/>
                <a:gd name="connsiteY21-1298" fmla="*/ 2067664 h 2607945"/>
                <a:gd name="connsiteX22-1299" fmla="*/ 459067 w 2601026"/>
                <a:gd name="connsiteY22-1300" fmla="*/ 2299063 h 2607945"/>
                <a:gd name="connsiteX23-1301" fmla="*/ 164219 w 2601026"/>
                <a:gd name="connsiteY23-1302" fmla="*/ 1955696 h 2607945"/>
                <a:gd name="connsiteX24-1303" fmla="*/ 440405 w 2601026"/>
                <a:gd name="connsiteY24-1304" fmla="*/ 1731761 h 2607945"/>
                <a:gd name="connsiteX25-1305" fmla="*/ 343367 w 2601026"/>
                <a:gd name="connsiteY25-1306" fmla="*/ 1425717 h 2607945"/>
                <a:gd name="connsiteX26-1307" fmla="*/ 0 w 2601026"/>
                <a:gd name="connsiteY26-1308" fmla="*/ 1440646 h 2607945"/>
                <a:gd name="connsiteX27-1309" fmla="*/ 33591 w 2601026"/>
                <a:gd name="connsiteY27-1310" fmla="*/ 974116 h 2607945"/>
                <a:gd name="connsiteX28-1311" fmla="*/ 380689 w 2601026"/>
                <a:gd name="connsiteY28-1312" fmla="*/ 1007706 h 2607945"/>
                <a:gd name="connsiteX29-1313" fmla="*/ 529979 w 2601026"/>
                <a:gd name="connsiteY29-1314" fmla="*/ 724055 h 2607945"/>
                <a:gd name="connsiteX30-1315" fmla="*/ 287383 w 2601026"/>
                <a:gd name="connsiteY30-1316" fmla="*/ 470263 h 2607945"/>
                <a:gd name="connsiteX31-1317" fmla="*/ 630750 w 2601026"/>
                <a:gd name="connsiteY31-1318" fmla="*/ 171683 h 2607945"/>
                <a:gd name="connsiteX32-1319" fmla="*/ 850952 w 2601026"/>
                <a:gd name="connsiteY32-1320" fmla="*/ 447869 h 2607945"/>
                <a:gd name="connsiteX0-1321" fmla="*/ 850952 w 2601026"/>
                <a:gd name="connsiteY0-1322" fmla="*/ 447869 h 2607945"/>
                <a:gd name="connsiteX1-1323" fmla="*/ 1160729 w 2601026"/>
                <a:gd name="connsiteY1-1324" fmla="*/ 354563 h 2607945"/>
                <a:gd name="connsiteX2-1325" fmla="*/ 1164461 w 2601026"/>
                <a:gd name="connsiteY2-1326" fmla="*/ 0 h 2607945"/>
                <a:gd name="connsiteX3-1327" fmla="*/ 1645920 w 2601026"/>
                <a:gd name="connsiteY3-1328" fmla="*/ 41055 h 2607945"/>
                <a:gd name="connsiteX4-1329" fmla="*/ 1582472 w 2601026"/>
                <a:gd name="connsiteY4-1330" fmla="*/ 388153 h 2607945"/>
                <a:gd name="connsiteX5-1331" fmla="*/ 1884784 w 2601026"/>
                <a:gd name="connsiteY5-1332" fmla="*/ 537443 h 2607945"/>
                <a:gd name="connsiteX6-1333" fmla="*/ 2142309 w 2601026"/>
                <a:gd name="connsiteY6-1334" fmla="*/ 298579 h 2607945"/>
                <a:gd name="connsiteX7-1335" fmla="*/ 2429692 w 2601026"/>
                <a:gd name="connsiteY7-1336" fmla="*/ 656875 h 2607945"/>
                <a:gd name="connsiteX8-1337" fmla="*/ 2146041 w 2601026"/>
                <a:gd name="connsiteY8-1338" fmla="*/ 850952 h 2607945"/>
                <a:gd name="connsiteX9-1339" fmla="*/ 2246812 w 2601026"/>
                <a:gd name="connsiteY9-1340" fmla="*/ 1194318 h 2607945"/>
                <a:gd name="connsiteX10-1341" fmla="*/ 2597643 w 2601026"/>
                <a:gd name="connsiteY10-1342" fmla="*/ 1160728 h 2607945"/>
                <a:gd name="connsiteX11-1343" fmla="*/ 2556588 w 2601026"/>
                <a:gd name="connsiteY11-1344" fmla="*/ 1645920 h 2607945"/>
                <a:gd name="connsiteX12-1345" fmla="*/ 2209489 w 2601026"/>
                <a:gd name="connsiteY12-1346" fmla="*/ 1593668 h 2607945"/>
                <a:gd name="connsiteX13-1347" fmla="*/ 2056467 w 2601026"/>
                <a:gd name="connsiteY13-1348" fmla="*/ 1877319 h 2607945"/>
                <a:gd name="connsiteX14-1349" fmla="*/ 2291599 w 2601026"/>
                <a:gd name="connsiteY14-1350" fmla="*/ 2134844 h 2607945"/>
                <a:gd name="connsiteX15-1351" fmla="*/ 1944500 w 2601026"/>
                <a:gd name="connsiteY15-1352" fmla="*/ 2437156 h 2607945"/>
                <a:gd name="connsiteX16-1353" fmla="*/ 1724298 w 2601026"/>
                <a:gd name="connsiteY16-1354" fmla="*/ 2153505 h 2607945"/>
                <a:gd name="connsiteX17-1355" fmla="*/ 1429450 w 2601026"/>
                <a:gd name="connsiteY17-1356" fmla="*/ 2246811 h 2607945"/>
                <a:gd name="connsiteX18-1357" fmla="*/ 1410789 w 2601026"/>
                <a:gd name="connsiteY18-1358" fmla="*/ 2601375 h 2607945"/>
                <a:gd name="connsiteX19-1359" fmla="*/ 944258 w 2601026"/>
                <a:gd name="connsiteY19-1360" fmla="*/ 2560320 h 2607945"/>
                <a:gd name="connsiteX20-1361" fmla="*/ 1011439 w 2601026"/>
                <a:gd name="connsiteY20-1362" fmla="*/ 2213221 h 2607945"/>
                <a:gd name="connsiteX21-1363" fmla="*/ 716591 w 2601026"/>
                <a:gd name="connsiteY21-1364" fmla="*/ 2067664 h 2607945"/>
                <a:gd name="connsiteX22-1365" fmla="*/ 459067 w 2601026"/>
                <a:gd name="connsiteY22-1366" fmla="*/ 2299063 h 2607945"/>
                <a:gd name="connsiteX23-1367" fmla="*/ 164219 w 2601026"/>
                <a:gd name="connsiteY23-1368" fmla="*/ 1955696 h 2607945"/>
                <a:gd name="connsiteX24-1369" fmla="*/ 440405 w 2601026"/>
                <a:gd name="connsiteY24-1370" fmla="*/ 1731761 h 2607945"/>
                <a:gd name="connsiteX25-1371" fmla="*/ 343367 w 2601026"/>
                <a:gd name="connsiteY25-1372" fmla="*/ 1425717 h 2607945"/>
                <a:gd name="connsiteX26-1373" fmla="*/ 0 w 2601026"/>
                <a:gd name="connsiteY26-1374" fmla="*/ 1440646 h 2607945"/>
                <a:gd name="connsiteX27-1375" fmla="*/ 33591 w 2601026"/>
                <a:gd name="connsiteY27-1376" fmla="*/ 974116 h 2607945"/>
                <a:gd name="connsiteX28-1377" fmla="*/ 380689 w 2601026"/>
                <a:gd name="connsiteY28-1378" fmla="*/ 1007706 h 2607945"/>
                <a:gd name="connsiteX29-1379" fmla="*/ 529979 w 2601026"/>
                <a:gd name="connsiteY29-1380" fmla="*/ 724055 h 2607945"/>
                <a:gd name="connsiteX30-1381" fmla="*/ 287383 w 2601026"/>
                <a:gd name="connsiteY30-1382" fmla="*/ 470263 h 2607945"/>
                <a:gd name="connsiteX31-1383" fmla="*/ 630750 w 2601026"/>
                <a:gd name="connsiteY31-1384" fmla="*/ 171683 h 2607945"/>
                <a:gd name="connsiteX32-1385" fmla="*/ 850952 w 2601026"/>
                <a:gd name="connsiteY32-1386" fmla="*/ 447869 h 2607945"/>
                <a:gd name="connsiteX0-1387" fmla="*/ 850952 w 2601026"/>
                <a:gd name="connsiteY0-1388" fmla="*/ 447869 h 2607945"/>
                <a:gd name="connsiteX1-1389" fmla="*/ 1160729 w 2601026"/>
                <a:gd name="connsiteY1-1390" fmla="*/ 354563 h 2607945"/>
                <a:gd name="connsiteX2-1391" fmla="*/ 1164461 w 2601026"/>
                <a:gd name="connsiteY2-1392" fmla="*/ 0 h 2607945"/>
                <a:gd name="connsiteX3-1393" fmla="*/ 1645920 w 2601026"/>
                <a:gd name="connsiteY3-1394" fmla="*/ 41055 h 2607945"/>
                <a:gd name="connsiteX4-1395" fmla="*/ 1582472 w 2601026"/>
                <a:gd name="connsiteY4-1396" fmla="*/ 388153 h 2607945"/>
                <a:gd name="connsiteX5-1397" fmla="*/ 1884784 w 2601026"/>
                <a:gd name="connsiteY5-1398" fmla="*/ 537443 h 2607945"/>
                <a:gd name="connsiteX6-1399" fmla="*/ 2142309 w 2601026"/>
                <a:gd name="connsiteY6-1400" fmla="*/ 298579 h 2607945"/>
                <a:gd name="connsiteX7-1401" fmla="*/ 2429692 w 2601026"/>
                <a:gd name="connsiteY7-1402" fmla="*/ 656875 h 2607945"/>
                <a:gd name="connsiteX8-1403" fmla="*/ 2146041 w 2601026"/>
                <a:gd name="connsiteY8-1404" fmla="*/ 850952 h 2607945"/>
                <a:gd name="connsiteX9-1405" fmla="*/ 2246812 w 2601026"/>
                <a:gd name="connsiteY9-1406" fmla="*/ 1194318 h 2607945"/>
                <a:gd name="connsiteX10-1407" fmla="*/ 2597643 w 2601026"/>
                <a:gd name="connsiteY10-1408" fmla="*/ 1160728 h 2607945"/>
                <a:gd name="connsiteX11-1409" fmla="*/ 2556588 w 2601026"/>
                <a:gd name="connsiteY11-1410" fmla="*/ 1645920 h 2607945"/>
                <a:gd name="connsiteX12-1411" fmla="*/ 2209489 w 2601026"/>
                <a:gd name="connsiteY12-1412" fmla="*/ 1593668 h 2607945"/>
                <a:gd name="connsiteX13-1413" fmla="*/ 2056467 w 2601026"/>
                <a:gd name="connsiteY13-1414" fmla="*/ 1877319 h 2607945"/>
                <a:gd name="connsiteX14-1415" fmla="*/ 2291599 w 2601026"/>
                <a:gd name="connsiteY14-1416" fmla="*/ 2134844 h 2607945"/>
                <a:gd name="connsiteX15-1417" fmla="*/ 1944500 w 2601026"/>
                <a:gd name="connsiteY15-1418" fmla="*/ 2437156 h 2607945"/>
                <a:gd name="connsiteX16-1419" fmla="*/ 1724298 w 2601026"/>
                <a:gd name="connsiteY16-1420" fmla="*/ 2153505 h 2607945"/>
                <a:gd name="connsiteX17-1421" fmla="*/ 1429450 w 2601026"/>
                <a:gd name="connsiteY17-1422" fmla="*/ 2246811 h 2607945"/>
                <a:gd name="connsiteX18-1423" fmla="*/ 1410789 w 2601026"/>
                <a:gd name="connsiteY18-1424" fmla="*/ 2601375 h 2607945"/>
                <a:gd name="connsiteX19-1425" fmla="*/ 944258 w 2601026"/>
                <a:gd name="connsiteY19-1426" fmla="*/ 2560320 h 2607945"/>
                <a:gd name="connsiteX20-1427" fmla="*/ 1011439 w 2601026"/>
                <a:gd name="connsiteY20-1428" fmla="*/ 2213221 h 2607945"/>
                <a:gd name="connsiteX21-1429" fmla="*/ 716591 w 2601026"/>
                <a:gd name="connsiteY21-1430" fmla="*/ 2067664 h 2607945"/>
                <a:gd name="connsiteX22-1431" fmla="*/ 459067 w 2601026"/>
                <a:gd name="connsiteY22-1432" fmla="*/ 2299063 h 2607945"/>
                <a:gd name="connsiteX23-1433" fmla="*/ 164219 w 2601026"/>
                <a:gd name="connsiteY23-1434" fmla="*/ 1955696 h 2607945"/>
                <a:gd name="connsiteX24-1435" fmla="*/ 440405 w 2601026"/>
                <a:gd name="connsiteY24-1436" fmla="*/ 1731761 h 2607945"/>
                <a:gd name="connsiteX25-1437" fmla="*/ 343367 w 2601026"/>
                <a:gd name="connsiteY25-1438" fmla="*/ 1425717 h 2607945"/>
                <a:gd name="connsiteX26-1439" fmla="*/ 0 w 2601026"/>
                <a:gd name="connsiteY26-1440" fmla="*/ 1440646 h 2607945"/>
                <a:gd name="connsiteX27-1441" fmla="*/ 33591 w 2601026"/>
                <a:gd name="connsiteY27-1442" fmla="*/ 974116 h 2607945"/>
                <a:gd name="connsiteX28-1443" fmla="*/ 380689 w 2601026"/>
                <a:gd name="connsiteY28-1444" fmla="*/ 1007706 h 2607945"/>
                <a:gd name="connsiteX29-1445" fmla="*/ 529979 w 2601026"/>
                <a:gd name="connsiteY29-1446" fmla="*/ 724055 h 2607945"/>
                <a:gd name="connsiteX30-1447" fmla="*/ 287383 w 2601026"/>
                <a:gd name="connsiteY30-1448" fmla="*/ 470263 h 2607945"/>
                <a:gd name="connsiteX31-1449" fmla="*/ 630750 w 2601026"/>
                <a:gd name="connsiteY31-1450" fmla="*/ 171683 h 2607945"/>
                <a:gd name="connsiteX32-1451" fmla="*/ 850952 w 2601026"/>
                <a:gd name="connsiteY32-1452" fmla="*/ 447869 h 2607945"/>
                <a:gd name="connsiteX0-1453" fmla="*/ 850952 w 2601026"/>
                <a:gd name="connsiteY0-1454" fmla="*/ 447869 h 2607945"/>
                <a:gd name="connsiteX1-1455" fmla="*/ 1160729 w 2601026"/>
                <a:gd name="connsiteY1-1456" fmla="*/ 354563 h 2607945"/>
                <a:gd name="connsiteX2-1457" fmla="*/ 1164461 w 2601026"/>
                <a:gd name="connsiteY2-1458" fmla="*/ 0 h 2607945"/>
                <a:gd name="connsiteX3-1459" fmla="*/ 1645920 w 2601026"/>
                <a:gd name="connsiteY3-1460" fmla="*/ 41055 h 2607945"/>
                <a:gd name="connsiteX4-1461" fmla="*/ 1582472 w 2601026"/>
                <a:gd name="connsiteY4-1462" fmla="*/ 388153 h 2607945"/>
                <a:gd name="connsiteX5-1463" fmla="*/ 1884784 w 2601026"/>
                <a:gd name="connsiteY5-1464" fmla="*/ 537443 h 2607945"/>
                <a:gd name="connsiteX6-1465" fmla="*/ 2142309 w 2601026"/>
                <a:gd name="connsiteY6-1466" fmla="*/ 298579 h 2607945"/>
                <a:gd name="connsiteX7-1467" fmla="*/ 2429692 w 2601026"/>
                <a:gd name="connsiteY7-1468" fmla="*/ 656875 h 2607945"/>
                <a:gd name="connsiteX8-1469" fmla="*/ 2146041 w 2601026"/>
                <a:gd name="connsiteY8-1470" fmla="*/ 850952 h 2607945"/>
                <a:gd name="connsiteX9-1471" fmla="*/ 2246812 w 2601026"/>
                <a:gd name="connsiteY9-1472" fmla="*/ 1194318 h 2607945"/>
                <a:gd name="connsiteX10-1473" fmla="*/ 2597643 w 2601026"/>
                <a:gd name="connsiteY10-1474" fmla="*/ 1160728 h 2607945"/>
                <a:gd name="connsiteX11-1475" fmla="*/ 2556588 w 2601026"/>
                <a:gd name="connsiteY11-1476" fmla="*/ 1645920 h 2607945"/>
                <a:gd name="connsiteX12-1477" fmla="*/ 2209489 w 2601026"/>
                <a:gd name="connsiteY12-1478" fmla="*/ 1593668 h 2607945"/>
                <a:gd name="connsiteX13-1479" fmla="*/ 2056467 w 2601026"/>
                <a:gd name="connsiteY13-1480" fmla="*/ 1877319 h 2607945"/>
                <a:gd name="connsiteX14-1481" fmla="*/ 2291599 w 2601026"/>
                <a:gd name="connsiteY14-1482" fmla="*/ 2134844 h 2607945"/>
                <a:gd name="connsiteX15-1483" fmla="*/ 1944500 w 2601026"/>
                <a:gd name="connsiteY15-1484" fmla="*/ 2437156 h 2607945"/>
                <a:gd name="connsiteX16-1485" fmla="*/ 1724298 w 2601026"/>
                <a:gd name="connsiteY16-1486" fmla="*/ 2153505 h 2607945"/>
                <a:gd name="connsiteX17-1487" fmla="*/ 1429450 w 2601026"/>
                <a:gd name="connsiteY17-1488" fmla="*/ 2246811 h 2607945"/>
                <a:gd name="connsiteX18-1489" fmla="*/ 1410789 w 2601026"/>
                <a:gd name="connsiteY18-1490" fmla="*/ 2601375 h 2607945"/>
                <a:gd name="connsiteX19-1491" fmla="*/ 944258 w 2601026"/>
                <a:gd name="connsiteY19-1492" fmla="*/ 2560320 h 2607945"/>
                <a:gd name="connsiteX20-1493" fmla="*/ 1011439 w 2601026"/>
                <a:gd name="connsiteY20-1494" fmla="*/ 2213221 h 2607945"/>
                <a:gd name="connsiteX21-1495" fmla="*/ 716591 w 2601026"/>
                <a:gd name="connsiteY21-1496" fmla="*/ 2067664 h 2607945"/>
                <a:gd name="connsiteX22-1497" fmla="*/ 459067 w 2601026"/>
                <a:gd name="connsiteY22-1498" fmla="*/ 2299063 h 2607945"/>
                <a:gd name="connsiteX23-1499" fmla="*/ 164219 w 2601026"/>
                <a:gd name="connsiteY23-1500" fmla="*/ 1955696 h 2607945"/>
                <a:gd name="connsiteX24-1501" fmla="*/ 440405 w 2601026"/>
                <a:gd name="connsiteY24-1502" fmla="*/ 1731761 h 2607945"/>
                <a:gd name="connsiteX25-1503" fmla="*/ 343367 w 2601026"/>
                <a:gd name="connsiteY25-1504" fmla="*/ 1425717 h 2607945"/>
                <a:gd name="connsiteX26-1505" fmla="*/ 0 w 2601026"/>
                <a:gd name="connsiteY26-1506" fmla="*/ 1440646 h 2607945"/>
                <a:gd name="connsiteX27-1507" fmla="*/ 33591 w 2601026"/>
                <a:gd name="connsiteY27-1508" fmla="*/ 974116 h 2607945"/>
                <a:gd name="connsiteX28-1509" fmla="*/ 380689 w 2601026"/>
                <a:gd name="connsiteY28-1510" fmla="*/ 1007706 h 2607945"/>
                <a:gd name="connsiteX29-1511" fmla="*/ 529979 w 2601026"/>
                <a:gd name="connsiteY29-1512" fmla="*/ 724055 h 2607945"/>
                <a:gd name="connsiteX30-1513" fmla="*/ 287383 w 2601026"/>
                <a:gd name="connsiteY30-1514" fmla="*/ 470263 h 2607945"/>
                <a:gd name="connsiteX31-1515" fmla="*/ 630750 w 2601026"/>
                <a:gd name="connsiteY31-1516" fmla="*/ 171683 h 2607945"/>
                <a:gd name="connsiteX32-1517" fmla="*/ 850952 w 2601026"/>
                <a:gd name="connsiteY32-1518" fmla="*/ 447869 h 2607945"/>
                <a:gd name="connsiteX0-1519" fmla="*/ 850952 w 2601026"/>
                <a:gd name="connsiteY0-1520" fmla="*/ 447869 h 2607945"/>
                <a:gd name="connsiteX1-1521" fmla="*/ 1160729 w 2601026"/>
                <a:gd name="connsiteY1-1522" fmla="*/ 354563 h 2607945"/>
                <a:gd name="connsiteX2-1523" fmla="*/ 1164461 w 2601026"/>
                <a:gd name="connsiteY2-1524" fmla="*/ 0 h 2607945"/>
                <a:gd name="connsiteX3-1525" fmla="*/ 1645920 w 2601026"/>
                <a:gd name="connsiteY3-1526" fmla="*/ 41055 h 2607945"/>
                <a:gd name="connsiteX4-1527" fmla="*/ 1582472 w 2601026"/>
                <a:gd name="connsiteY4-1528" fmla="*/ 388153 h 2607945"/>
                <a:gd name="connsiteX5-1529" fmla="*/ 1884784 w 2601026"/>
                <a:gd name="connsiteY5-1530" fmla="*/ 537443 h 2607945"/>
                <a:gd name="connsiteX6-1531" fmla="*/ 2142309 w 2601026"/>
                <a:gd name="connsiteY6-1532" fmla="*/ 298579 h 2607945"/>
                <a:gd name="connsiteX7-1533" fmla="*/ 2429692 w 2601026"/>
                <a:gd name="connsiteY7-1534" fmla="*/ 656875 h 2607945"/>
                <a:gd name="connsiteX8-1535" fmla="*/ 2146041 w 2601026"/>
                <a:gd name="connsiteY8-1536" fmla="*/ 850952 h 2607945"/>
                <a:gd name="connsiteX9-1537" fmla="*/ 2246812 w 2601026"/>
                <a:gd name="connsiteY9-1538" fmla="*/ 1194318 h 2607945"/>
                <a:gd name="connsiteX10-1539" fmla="*/ 2597643 w 2601026"/>
                <a:gd name="connsiteY10-1540" fmla="*/ 1160728 h 2607945"/>
                <a:gd name="connsiteX11-1541" fmla="*/ 2556588 w 2601026"/>
                <a:gd name="connsiteY11-1542" fmla="*/ 1645920 h 2607945"/>
                <a:gd name="connsiteX12-1543" fmla="*/ 2209489 w 2601026"/>
                <a:gd name="connsiteY12-1544" fmla="*/ 1593668 h 2607945"/>
                <a:gd name="connsiteX13-1545" fmla="*/ 2056467 w 2601026"/>
                <a:gd name="connsiteY13-1546" fmla="*/ 1877319 h 2607945"/>
                <a:gd name="connsiteX14-1547" fmla="*/ 2291599 w 2601026"/>
                <a:gd name="connsiteY14-1548" fmla="*/ 2134844 h 2607945"/>
                <a:gd name="connsiteX15-1549" fmla="*/ 1944500 w 2601026"/>
                <a:gd name="connsiteY15-1550" fmla="*/ 2437156 h 2607945"/>
                <a:gd name="connsiteX16-1551" fmla="*/ 1724298 w 2601026"/>
                <a:gd name="connsiteY16-1552" fmla="*/ 2153505 h 2607945"/>
                <a:gd name="connsiteX17-1553" fmla="*/ 1429450 w 2601026"/>
                <a:gd name="connsiteY17-1554" fmla="*/ 2246811 h 2607945"/>
                <a:gd name="connsiteX18-1555" fmla="*/ 1410789 w 2601026"/>
                <a:gd name="connsiteY18-1556" fmla="*/ 2601375 h 2607945"/>
                <a:gd name="connsiteX19-1557" fmla="*/ 944258 w 2601026"/>
                <a:gd name="connsiteY19-1558" fmla="*/ 2560320 h 2607945"/>
                <a:gd name="connsiteX20-1559" fmla="*/ 1011439 w 2601026"/>
                <a:gd name="connsiteY20-1560" fmla="*/ 2213221 h 2607945"/>
                <a:gd name="connsiteX21-1561" fmla="*/ 716591 w 2601026"/>
                <a:gd name="connsiteY21-1562" fmla="*/ 2067664 h 2607945"/>
                <a:gd name="connsiteX22-1563" fmla="*/ 459067 w 2601026"/>
                <a:gd name="connsiteY22-1564" fmla="*/ 2299063 h 2607945"/>
                <a:gd name="connsiteX23-1565" fmla="*/ 164219 w 2601026"/>
                <a:gd name="connsiteY23-1566" fmla="*/ 1955696 h 2607945"/>
                <a:gd name="connsiteX24-1567" fmla="*/ 440405 w 2601026"/>
                <a:gd name="connsiteY24-1568" fmla="*/ 1731761 h 2607945"/>
                <a:gd name="connsiteX25-1569" fmla="*/ 343367 w 2601026"/>
                <a:gd name="connsiteY25-1570" fmla="*/ 1425717 h 2607945"/>
                <a:gd name="connsiteX26-1571" fmla="*/ 0 w 2601026"/>
                <a:gd name="connsiteY26-1572" fmla="*/ 1440646 h 2607945"/>
                <a:gd name="connsiteX27-1573" fmla="*/ 33591 w 2601026"/>
                <a:gd name="connsiteY27-1574" fmla="*/ 974116 h 2607945"/>
                <a:gd name="connsiteX28-1575" fmla="*/ 380689 w 2601026"/>
                <a:gd name="connsiteY28-1576" fmla="*/ 1007706 h 2607945"/>
                <a:gd name="connsiteX29-1577" fmla="*/ 529979 w 2601026"/>
                <a:gd name="connsiteY29-1578" fmla="*/ 724055 h 2607945"/>
                <a:gd name="connsiteX30-1579" fmla="*/ 287383 w 2601026"/>
                <a:gd name="connsiteY30-1580" fmla="*/ 470263 h 2607945"/>
                <a:gd name="connsiteX31-1581" fmla="*/ 630750 w 2601026"/>
                <a:gd name="connsiteY31-1582" fmla="*/ 171683 h 2607945"/>
                <a:gd name="connsiteX32-1583" fmla="*/ 850952 w 2601026"/>
                <a:gd name="connsiteY32-1584" fmla="*/ 447869 h 2607945"/>
                <a:gd name="connsiteX0-1585" fmla="*/ 850952 w 2601026"/>
                <a:gd name="connsiteY0-1586" fmla="*/ 447869 h 2607945"/>
                <a:gd name="connsiteX1-1587" fmla="*/ 1160729 w 2601026"/>
                <a:gd name="connsiteY1-1588" fmla="*/ 354563 h 2607945"/>
                <a:gd name="connsiteX2-1589" fmla="*/ 1164461 w 2601026"/>
                <a:gd name="connsiteY2-1590" fmla="*/ 0 h 2607945"/>
                <a:gd name="connsiteX3-1591" fmla="*/ 1645920 w 2601026"/>
                <a:gd name="connsiteY3-1592" fmla="*/ 41055 h 2607945"/>
                <a:gd name="connsiteX4-1593" fmla="*/ 1582472 w 2601026"/>
                <a:gd name="connsiteY4-1594" fmla="*/ 388153 h 2607945"/>
                <a:gd name="connsiteX5-1595" fmla="*/ 1884784 w 2601026"/>
                <a:gd name="connsiteY5-1596" fmla="*/ 537443 h 2607945"/>
                <a:gd name="connsiteX6-1597" fmla="*/ 2142309 w 2601026"/>
                <a:gd name="connsiteY6-1598" fmla="*/ 298579 h 2607945"/>
                <a:gd name="connsiteX7-1599" fmla="*/ 2429692 w 2601026"/>
                <a:gd name="connsiteY7-1600" fmla="*/ 656875 h 2607945"/>
                <a:gd name="connsiteX8-1601" fmla="*/ 2146041 w 2601026"/>
                <a:gd name="connsiteY8-1602" fmla="*/ 850952 h 2607945"/>
                <a:gd name="connsiteX9-1603" fmla="*/ 2246812 w 2601026"/>
                <a:gd name="connsiteY9-1604" fmla="*/ 1194318 h 2607945"/>
                <a:gd name="connsiteX10-1605" fmla="*/ 2597643 w 2601026"/>
                <a:gd name="connsiteY10-1606" fmla="*/ 1160728 h 2607945"/>
                <a:gd name="connsiteX11-1607" fmla="*/ 2556588 w 2601026"/>
                <a:gd name="connsiteY11-1608" fmla="*/ 1645920 h 2607945"/>
                <a:gd name="connsiteX12-1609" fmla="*/ 2209489 w 2601026"/>
                <a:gd name="connsiteY12-1610" fmla="*/ 1593668 h 2607945"/>
                <a:gd name="connsiteX13-1611" fmla="*/ 2056467 w 2601026"/>
                <a:gd name="connsiteY13-1612" fmla="*/ 1877319 h 2607945"/>
                <a:gd name="connsiteX14-1613" fmla="*/ 2291599 w 2601026"/>
                <a:gd name="connsiteY14-1614" fmla="*/ 2134844 h 2607945"/>
                <a:gd name="connsiteX15-1615" fmla="*/ 1944500 w 2601026"/>
                <a:gd name="connsiteY15-1616" fmla="*/ 2437156 h 2607945"/>
                <a:gd name="connsiteX16-1617" fmla="*/ 1724298 w 2601026"/>
                <a:gd name="connsiteY16-1618" fmla="*/ 2153505 h 2607945"/>
                <a:gd name="connsiteX17-1619" fmla="*/ 1429450 w 2601026"/>
                <a:gd name="connsiteY17-1620" fmla="*/ 2246811 h 2607945"/>
                <a:gd name="connsiteX18-1621" fmla="*/ 1410789 w 2601026"/>
                <a:gd name="connsiteY18-1622" fmla="*/ 2601375 h 2607945"/>
                <a:gd name="connsiteX19-1623" fmla="*/ 944258 w 2601026"/>
                <a:gd name="connsiteY19-1624" fmla="*/ 2560320 h 2607945"/>
                <a:gd name="connsiteX20-1625" fmla="*/ 1011439 w 2601026"/>
                <a:gd name="connsiteY20-1626" fmla="*/ 2213221 h 2607945"/>
                <a:gd name="connsiteX21-1627" fmla="*/ 716591 w 2601026"/>
                <a:gd name="connsiteY21-1628" fmla="*/ 2067664 h 2607945"/>
                <a:gd name="connsiteX22-1629" fmla="*/ 459067 w 2601026"/>
                <a:gd name="connsiteY22-1630" fmla="*/ 2299063 h 2607945"/>
                <a:gd name="connsiteX23-1631" fmla="*/ 164219 w 2601026"/>
                <a:gd name="connsiteY23-1632" fmla="*/ 1955696 h 2607945"/>
                <a:gd name="connsiteX24-1633" fmla="*/ 440405 w 2601026"/>
                <a:gd name="connsiteY24-1634" fmla="*/ 1731761 h 2607945"/>
                <a:gd name="connsiteX25-1635" fmla="*/ 343367 w 2601026"/>
                <a:gd name="connsiteY25-1636" fmla="*/ 1425717 h 2607945"/>
                <a:gd name="connsiteX26-1637" fmla="*/ 0 w 2601026"/>
                <a:gd name="connsiteY26-1638" fmla="*/ 1440646 h 2607945"/>
                <a:gd name="connsiteX27-1639" fmla="*/ 33591 w 2601026"/>
                <a:gd name="connsiteY27-1640" fmla="*/ 974116 h 2607945"/>
                <a:gd name="connsiteX28-1641" fmla="*/ 380689 w 2601026"/>
                <a:gd name="connsiteY28-1642" fmla="*/ 1007706 h 2607945"/>
                <a:gd name="connsiteX29-1643" fmla="*/ 529979 w 2601026"/>
                <a:gd name="connsiteY29-1644" fmla="*/ 724055 h 2607945"/>
                <a:gd name="connsiteX30-1645" fmla="*/ 287383 w 2601026"/>
                <a:gd name="connsiteY30-1646" fmla="*/ 470263 h 2607945"/>
                <a:gd name="connsiteX31-1647" fmla="*/ 630750 w 2601026"/>
                <a:gd name="connsiteY31-1648" fmla="*/ 171683 h 2607945"/>
                <a:gd name="connsiteX32-1649" fmla="*/ 850952 w 2601026"/>
                <a:gd name="connsiteY32-1650" fmla="*/ 447869 h 2607945"/>
                <a:gd name="connsiteX0-1651" fmla="*/ 850952 w 2601026"/>
                <a:gd name="connsiteY0-1652" fmla="*/ 447869 h 2607945"/>
                <a:gd name="connsiteX1-1653" fmla="*/ 1160729 w 2601026"/>
                <a:gd name="connsiteY1-1654" fmla="*/ 354563 h 2607945"/>
                <a:gd name="connsiteX2-1655" fmla="*/ 1164461 w 2601026"/>
                <a:gd name="connsiteY2-1656" fmla="*/ 0 h 2607945"/>
                <a:gd name="connsiteX3-1657" fmla="*/ 1645920 w 2601026"/>
                <a:gd name="connsiteY3-1658" fmla="*/ 41055 h 2607945"/>
                <a:gd name="connsiteX4-1659" fmla="*/ 1582472 w 2601026"/>
                <a:gd name="connsiteY4-1660" fmla="*/ 388153 h 2607945"/>
                <a:gd name="connsiteX5-1661" fmla="*/ 1884784 w 2601026"/>
                <a:gd name="connsiteY5-1662" fmla="*/ 537443 h 2607945"/>
                <a:gd name="connsiteX6-1663" fmla="*/ 2142309 w 2601026"/>
                <a:gd name="connsiteY6-1664" fmla="*/ 298579 h 2607945"/>
                <a:gd name="connsiteX7-1665" fmla="*/ 2429692 w 2601026"/>
                <a:gd name="connsiteY7-1666" fmla="*/ 656875 h 2607945"/>
                <a:gd name="connsiteX8-1667" fmla="*/ 2146041 w 2601026"/>
                <a:gd name="connsiteY8-1668" fmla="*/ 850952 h 2607945"/>
                <a:gd name="connsiteX9-1669" fmla="*/ 2246812 w 2601026"/>
                <a:gd name="connsiteY9-1670" fmla="*/ 1194318 h 2607945"/>
                <a:gd name="connsiteX10-1671" fmla="*/ 2597643 w 2601026"/>
                <a:gd name="connsiteY10-1672" fmla="*/ 1160728 h 2607945"/>
                <a:gd name="connsiteX11-1673" fmla="*/ 2556588 w 2601026"/>
                <a:gd name="connsiteY11-1674" fmla="*/ 1645920 h 2607945"/>
                <a:gd name="connsiteX12-1675" fmla="*/ 2209489 w 2601026"/>
                <a:gd name="connsiteY12-1676" fmla="*/ 1593668 h 2607945"/>
                <a:gd name="connsiteX13-1677" fmla="*/ 2056467 w 2601026"/>
                <a:gd name="connsiteY13-1678" fmla="*/ 1877319 h 2607945"/>
                <a:gd name="connsiteX14-1679" fmla="*/ 2291599 w 2601026"/>
                <a:gd name="connsiteY14-1680" fmla="*/ 2134844 h 2607945"/>
                <a:gd name="connsiteX15-1681" fmla="*/ 1944500 w 2601026"/>
                <a:gd name="connsiteY15-1682" fmla="*/ 2437156 h 2607945"/>
                <a:gd name="connsiteX16-1683" fmla="*/ 1724298 w 2601026"/>
                <a:gd name="connsiteY16-1684" fmla="*/ 2153505 h 2607945"/>
                <a:gd name="connsiteX17-1685" fmla="*/ 1429450 w 2601026"/>
                <a:gd name="connsiteY17-1686" fmla="*/ 2246811 h 2607945"/>
                <a:gd name="connsiteX18-1687" fmla="*/ 1410789 w 2601026"/>
                <a:gd name="connsiteY18-1688" fmla="*/ 2601375 h 2607945"/>
                <a:gd name="connsiteX19-1689" fmla="*/ 944258 w 2601026"/>
                <a:gd name="connsiteY19-1690" fmla="*/ 2560320 h 2607945"/>
                <a:gd name="connsiteX20-1691" fmla="*/ 1011439 w 2601026"/>
                <a:gd name="connsiteY20-1692" fmla="*/ 2213221 h 2607945"/>
                <a:gd name="connsiteX21-1693" fmla="*/ 716591 w 2601026"/>
                <a:gd name="connsiteY21-1694" fmla="*/ 2067664 h 2607945"/>
                <a:gd name="connsiteX22-1695" fmla="*/ 459067 w 2601026"/>
                <a:gd name="connsiteY22-1696" fmla="*/ 2299063 h 2607945"/>
                <a:gd name="connsiteX23-1697" fmla="*/ 164219 w 2601026"/>
                <a:gd name="connsiteY23-1698" fmla="*/ 1955696 h 2607945"/>
                <a:gd name="connsiteX24-1699" fmla="*/ 440405 w 2601026"/>
                <a:gd name="connsiteY24-1700" fmla="*/ 1731761 h 2607945"/>
                <a:gd name="connsiteX25-1701" fmla="*/ 343367 w 2601026"/>
                <a:gd name="connsiteY25-1702" fmla="*/ 1425717 h 2607945"/>
                <a:gd name="connsiteX26-1703" fmla="*/ 0 w 2601026"/>
                <a:gd name="connsiteY26-1704" fmla="*/ 1440646 h 2607945"/>
                <a:gd name="connsiteX27-1705" fmla="*/ 33591 w 2601026"/>
                <a:gd name="connsiteY27-1706" fmla="*/ 974116 h 2607945"/>
                <a:gd name="connsiteX28-1707" fmla="*/ 380689 w 2601026"/>
                <a:gd name="connsiteY28-1708" fmla="*/ 1007706 h 2607945"/>
                <a:gd name="connsiteX29-1709" fmla="*/ 529979 w 2601026"/>
                <a:gd name="connsiteY29-1710" fmla="*/ 724055 h 2607945"/>
                <a:gd name="connsiteX30-1711" fmla="*/ 287383 w 2601026"/>
                <a:gd name="connsiteY30-1712" fmla="*/ 470263 h 2607945"/>
                <a:gd name="connsiteX31-1713" fmla="*/ 630750 w 2601026"/>
                <a:gd name="connsiteY31-1714" fmla="*/ 171683 h 2607945"/>
                <a:gd name="connsiteX32-1715" fmla="*/ 850952 w 2601026"/>
                <a:gd name="connsiteY32-1716" fmla="*/ 447869 h 2607945"/>
                <a:gd name="connsiteX0-1717" fmla="*/ 855722 w 2605796"/>
                <a:gd name="connsiteY0-1718" fmla="*/ 447869 h 2607945"/>
                <a:gd name="connsiteX1-1719" fmla="*/ 1165499 w 2605796"/>
                <a:gd name="connsiteY1-1720" fmla="*/ 354563 h 2607945"/>
                <a:gd name="connsiteX2-1721" fmla="*/ 1169231 w 2605796"/>
                <a:gd name="connsiteY2-1722" fmla="*/ 0 h 2607945"/>
                <a:gd name="connsiteX3-1723" fmla="*/ 1650690 w 2605796"/>
                <a:gd name="connsiteY3-1724" fmla="*/ 41055 h 2607945"/>
                <a:gd name="connsiteX4-1725" fmla="*/ 1587242 w 2605796"/>
                <a:gd name="connsiteY4-1726" fmla="*/ 388153 h 2607945"/>
                <a:gd name="connsiteX5-1727" fmla="*/ 1889554 w 2605796"/>
                <a:gd name="connsiteY5-1728" fmla="*/ 537443 h 2607945"/>
                <a:gd name="connsiteX6-1729" fmla="*/ 2147079 w 2605796"/>
                <a:gd name="connsiteY6-1730" fmla="*/ 298579 h 2607945"/>
                <a:gd name="connsiteX7-1731" fmla="*/ 2434462 w 2605796"/>
                <a:gd name="connsiteY7-1732" fmla="*/ 656875 h 2607945"/>
                <a:gd name="connsiteX8-1733" fmla="*/ 2150811 w 2605796"/>
                <a:gd name="connsiteY8-1734" fmla="*/ 850952 h 2607945"/>
                <a:gd name="connsiteX9-1735" fmla="*/ 2251582 w 2605796"/>
                <a:gd name="connsiteY9-1736" fmla="*/ 1194318 h 2607945"/>
                <a:gd name="connsiteX10-1737" fmla="*/ 2602413 w 2605796"/>
                <a:gd name="connsiteY10-1738" fmla="*/ 1160728 h 2607945"/>
                <a:gd name="connsiteX11-1739" fmla="*/ 2561358 w 2605796"/>
                <a:gd name="connsiteY11-1740" fmla="*/ 1645920 h 2607945"/>
                <a:gd name="connsiteX12-1741" fmla="*/ 2214259 w 2605796"/>
                <a:gd name="connsiteY12-1742" fmla="*/ 1593668 h 2607945"/>
                <a:gd name="connsiteX13-1743" fmla="*/ 2061237 w 2605796"/>
                <a:gd name="connsiteY13-1744" fmla="*/ 1877319 h 2607945"/>
                <a:gd name="connsiteX14-1745" fmla="*/ 2296369 w 2605796"/>
                <a:gd name="connsiteY14-1746" fmla="*/ 2134844 h 2607945"/>
                <a:gd name="connsiteX15-1747" fmla="*/ 1949270 w 2605796"/>
                <a:gd name="connsiteY15-1748" fmla="*/ 2437156 h 2607945"/>
                <a:gd name="connsiteX16-1749" fmla="*/ 1729068 w 2605796"/>
                <a:gd name="connsiteY16-1750" fmla="*/ 2153505 h 2607945"/>
                <a:gd name="connsiteX17-1751" fmla="*/ 1434220 w 2605796"/>
                <a:gd name="connsiteY17-1752" fmla="*/ 2246811 h 2607945"/>
                <a:gd name="connsiteX18-1753" fmla="*/ 1415559 w 2605796"/>
                <a:gd name="connsiteY18-1754" fmla="*/ 2601375 h 2607945"/>
                <a:gd name="connsiteX19-1755" fmla="*/ 949028 w 2605796"/>
                <a:gd name="connsiteY19-1756" fmla="*/ 2560320 h 2607945"/>
                <a:gd name="connsiteX20-1757" fmla="*/ 1016209 w 2605796"/>
                <a:gd name="connsiteY20-1758" fmla="*/ 2213221 h 2607945"/>
                <a:gd name="connsiteX21-1759" fmla="*/ 721361 w 2605796"/>
                <a:gd name="connsiteY21-1760" fmla="*/ 2067664 h 2607945"/>
                <a:gd name="connsiteX22-1761" fmla="*/ 463837 w 2605796"/>
                <a:gd name="connsiteY22-1762" fmla="*/ 2299063 h 2607945"/>
                <a:gd name="connsiteX23-1763" fmla="*/ 168989 w 2605796"/>
                <a:gd name="connsiteY23-1764" fmla="*/ 1955696 h 2607945"/>
                <a:gd name="connsiteX24-1765" fmla="*/ 445175 w 2605796"/>
                <a:gd name="connsiteY24-1766" fmla="*/ 1731761 h 2607945"/>
                <a:gd name="connsiteX25-1767" fmla="*/ 348137 w 2605796"/>
                <a:gd name="connsiteY25-1768" fmla="*/ 1425717 h 2607945"/>
                <a:gd name="connsiteX26-1769" fmla="*/ 4770 w 2605796"/>
                <a:gd name="connsiteY26-1770" fmla="*/ 1440646 h 2607945"/>
                <a:gd name="connsiteX27-1771" fmla="*/ 38361 w 2605796"/>
                <a:gd name="connsiteY27-1772" fmla="*/ 974116 h 2607945"/>
                <a:gd name="connsiteX28-1773" fmla="*/ 385459 w 2605796"/>
                <a:gd name="connsiteY28-1774" fmla="*/ 1007706 h 2607945"/>
                <a:gd name="connsiteX29-1775" fmla="*/ 534749 w 2605796"/>
                <a:gd name="connsiteY29-1776" fmla="*/ 724055 h 2607945"/>
                <a:gd name="connsiteX30-1777" fmla="*/ 292153 w 2605796"/>
                <a:gd name="connsiteY30-1778" fmla="*/ 470263 h 2607945"/>
                <a:gd name="connsiteX31-1779" fmla="*/ 635520 w 2605796"/>
                <a:gd name="connsiteY31-1780" fmla="*/ 171683 h 2607945"/>
                <a:gd name="connsiteX32-1781" fmla="*/ 855722 w 2605796"/>
                <a:gd name="connsiteY32-1782" fmla="*/ 447869 h 2607945"/>
                <a:gd name="connsiteX0-1783" fmla="*/ 855722 w 2605796"/>
                <a:gd name="connsiteY0-1784" fmla="*/ 447869 h 2607945"/>
                <a:gd name="connsiteX1-1785" fmla="*/ 1165499 w 2605796"/>
                <a:gd name="connsiteY1-1786" fmla="*/ 354563 h 2607945"/>
                <a:gd name="connsiteX2-1787" fmla="*/ 1169231 w 2605796"/>
                <a:gd name="connsiteY2-1788" fmla="*/ 0 h 2607945"/>
                <a:gd name="connsiteX3-1789" fmla="*/ 1650690 w 2605796"/>
                <a:gd name="connsiteY3-1790" fmla="*/ 41055 h 2607945"/>
                <a:gd name="connsiteX4-1791" fmla="*/ 1587242 w 2605796"/>
                <a:gd name="connsiteY4-1792" fmla="*/ 388153 h 2607945"/>
                <a:gd name="connsiteX5-1793" fmla="*/ 1889554 w 2605796"/>
                <a:gd name="connsiteY5-1794" fmla="*/ 537443 h 2607945"/>
                <a:gd name="connsiteX6-1795" fmla="*/ 2147079 w 2605796"/>
                <a:gd name="connsiteY6-1796" fmla="*/ 298579 h 2607945"/>
                <a:gd name="connsiteX7-1797" fmla="*/ 2434462 w 2605796"/>
                <a:gd name="connsiteY7-1798" fmla="*/ 656875 h 2607945"/>
                <a:gd name="connsiteX8-1799" fmla="*/ 2150811 w 2605796"/>
                <a:gd name="connsiteY8-1800" fmla="*/ 850952 h 2607945"/>
                <a:gd name="connsiteX9-1801" fmla="*/ 2251582 w 2605796"/>
                <a:gd name="connsiteY9-1802" fmla="*/ 1194318 h 2607945"/>
                <a:gd name="connsiteX10-1803" fmla="*/ 2602413 w 2605796"/>
                <a:gd name="connsiteY10-1804" fmla="*/ 1160728 h 2607945"/>
                <a:gd name="connsiteX11-1805" fmla="*/ 2561358 w 2605796"/>
                <a:gd name="connsiteY11-1806" fmla="*/ 1645920 h 2607945"/>
                <a:gd name="connsiteX12-1807" fmla="*/ 2214259 w 2605796"/>
                <a:gd name="connsiteY12-1808" fmla="*/ 1593668 h 2607945"/>
                <a:gd name="connsiteX13-1809" fmla="*/ 2061237 w 2605796"/>
                <a:gd name="connsiteY13-1810" fmla="*/ 1877319 h 2607945"/>
                <a:gd name="connsiteX14-1811" fmla="*/ 2296369 w 2605796"/>
                <a:gd name="connsiteY14-1812" fmla="*/ 2134844 h 2607945"/>
                <a:gd name="connsiteX15-1813" fmla="*/ 1949270 w 2605796"/>
                <a:gd name="connsiteY15-1814" fmla="*/ 2437156 h 2607945"/>
                <a:gd name="connsiteX16-1815" fmla="*/ 1729068 w 2605796"/>
                <a:gd name="connsiteY16-1816" fmla="*/ 2153505 h 2607945"/>
                <a:gd name="connsiteX17-1817" fmla="*/ 1434220 w 2605796"/>
                <a:gd name="connsiteY17-1818" fmla="*/ 2246811 h 2607945"/>
                <a:gd name="connsiteX18-1819" fmla="*/ 1415559 w 2605796"/>
                <a:gd name="connsiteY18-1820" fmla="*/ 2601375 h 2607945"/>
                <a:gd name="connsiteX19-1821" fmla="*/ 949028 w 2605796"/>
                <a:gd name="connsiteY19-1822" fmla="*/ 2560320 h 2607945"/>
                <a:gd name="connsiteX20-1823" fmla="*/ 1016209 w 2605796"/>
                <a:gd name="connsiteY20-1824" fmla="*/ 2213221 h 2607945"/>
                <a:gd name="connsiteX21-1825" fmla="*/ 721361 w 2605796"/>
                <a:gd name="connsiteY21-1826" fmla="*/ 2067664 h 2607945"/>
                <a:gd name="connsiteX22-1827" fmla="*/ 463837 w 2605796"/>
                <a:gd name="connsiteY22-1828" fmla="*/ 2299063 h 2607945"/>
                <a:gd name="connsiteX23-1829" fmla="*/ 168989 w 2605796"/>
                <a:gd name="connsiteY23-1830" fmla="*/ 1955696 h 2607945"/>
                <a:gd name="connsiteX24-1831" fmla="*/ 445175 w 2605796"/>
                <a:gd name="connsiteY24-1832" fmla="*/ 1731761 h 2607945"/>
                <a:gd name="connsiteX25-1833" fmla="*/ 348137 w 2605796"/>
                <a:gd name="connsiteY25-1834" fmla="*/ 1425717 h 2607945"/>
                <a:gd name="connsiteX26-1835" fmla="*/ 4770 w 2605796"/>
                <a:gd name="connsiteY26-1836" fmla="*/ 1440646 h 2607945"/>
                <a:gd name="connsiteX27-1837" fmla="*/ 38361 w 2605796"/>
                <a:gd name="connsiteY27-1838" fmla="*/ 974116 h 2607945"/>
                <a:gd name="connsiteX28-1839" fmla="*/ 385459 w 2605796"/>
                <a:gd name="connsiteY28-1840" fmla="*/ 1007706 h 2607945"/>
                <a:gd name="connsiteX29-1841" fmla="*/ 534749 w 2605796"/>
                <a:gd name="connsiteY29-1842" fmla="*/ 724055 h 2607945"/>
                <a:gd name="connsiteX30-1843" fmla="*/ 292153 w 2605796"/>
                <a:gd name="connsiteY30-1844" fmla="*/ 470263 h 2607945"/>
                <a:gd name="connsiteX31-1845" fmla="*/ 635520 w 2605796"/>
                <a:gd name="connsiteY31-1846" fmla="*/ 171683 h 2607945"/>
                <a:gd name="connsiteX32-1847" fmla="*/ 855722 w 2605796"/>
                <a:gd name="connsiteY32-1848" fmla="*/ 447869 h 2607945"/>
                <a:gd name="connsiteX0-1849" fmla="*/ 855722 w 2605796"/>
                <a:gd name="connsiteY0-1850" fmla="*/ 447869 h 2607945"/>
                <a:gd name="connsiteX1-1851" fmla="*/ 1165499 w 2605796"/>
                <a:gd name="connsiteY1-1852" fmla="*/ 354563 h 2607945"/>
                <a:gd name="connsiteX2-1853" fmla="*/ 1169231 w 2605796"/>
                <a:gd name="connsiteY2-1854" fmla="*/ 0 h 2607945"/>
                <a:gd name="connsiteX3-1855" fmla="*/ 1650690 w 2605796"/>
                <a:gd name="connsiteY3-1856" fmla="*/ 41055 h 2607945"/>
                <a:gd name="connsiteX4-1857" fmla="*/ 1587242 w 2605796"/>
                <a:gd name="connsiteY4-1858" fmla="*/ 388153 h 2607945"/>
                <a:gd name="connsiteX5-1859" fmla="*/ 1889554 w 2605796"/>
                <a:gd name="connsiteY5-1860" fmla="*/ 537443 h 2607945"/>
                <a:gd name="connsiteX6-1861" fmla="*/ 2147079 w 2605796"/>
                <a:gd name="connsiteY6-1862" fmla="*/ 298579 h 2607945"/>
                <a:gd name="connsiteX7-1863" fmla="*/ 2434462 w 2605796"/>
                <a:gd name="connsiteY7-1864" fmla="*/ 656875 h 2607945"/>
                <a:gd name="connsiteX8-1865" fmla="*/ 2150811 w 2605796"/>
                <a:gd name="connsiteY8-1866" fmla="*/ 850952 h 2607945"/>
                <a:gd name="connsiteX9-1867" fmla="*/ 2251582 w 2605796"/>
                <a:gd name="connsiteY9-1868" fmla="*/ 1194318 h 2607945"/>
                <a:gd name="connsiteX10-1869" fmla="*/ 2602413 w 2605796"/>
                <a:gd name="connsiteY10-1870" fmla="*/ 1160728 h 2607945"/>
                <a:gd name="connsiteX11-1871" fmla="*/ 2561358 w 2605796"/>
                <a:gd name="connsiteY11-1872" fmla="*/ 1645920 h 2607945"/>
                <a:gd name="connsiteX12-1873" fmla="*/ 2214259 w 2605796"/>
                <a:gd name="connsiteY12-1874" fmla="*/ 1593668 h 2607945"/>
                <a:gd name="connsiteX13-1875" fmla="*/ 2061237 w 2605796"/>
                <a:gd name="connsiteY13-1876" fmla="*/ 1877319 h 2607945"/>
                <a:gd name="connsiteX14-1877" fmla="*/ 2296369 w 2605796"/>
                <a:gd name="connsiteY14-1878" fmla="*/ 2134844 h 2607945"/>
                <a:gd name="connsiteX15-1879" fmla="*/ 1949270 w 2605796"/>
                <a:gd name="connsiteY15-1880" fmla="*/ 2437156 h 2607945"/>
                <a:gd name="connsiteX16-1881" fmla="*/ 1729068 w 2605796"/>
                <a:gd name="connsiteY16-1882" fmla="*/ 2153505 h 2607945"/>
                <a:gd name="connsiteX17-1883" fmla="*/ 1434220 w 2605796"/>
                <a:gd name="connsiteY17-1884" fmla="*/ 2246811 h 2607945"/>
                <a:gd name="connsiteX18-1885" fmla="*/ 1415559 w 2605796"/>
                <a:gd name="connsiteY18-1886" fmla="*/ 2601375 h 2607945"/>
                <a:gd name="connsiteX19-1887" fmla="*/ 949028 w 2605796"/>
                <a:gd name="connsiteY19-1888" fmla="*/ 2560320 h 2607945"/>
                <a:gd name="connsiteX20-1889" fmla="*/ 1016209 w 2605796"/>
                <a:gd name="connsiteY20-1890" fmla="*/ 2213221 h 2607945"/>
                <a:gd name="connsiteX21-1891" fmla="*/ 721361 w 2605796"/>
                <a:gd name="connsiteY21-1892" fmla="*/ 2067664 h 2607945"/>
                <a:gd name="connsiteX22-1893" fmla="*/ 463837 w 2605796"/>
                <a:gd name="connsiteY22-1894" fmla="*/ 2299063 h 2607945"/>
                <a:gd name="connsiteX23-1895" fmla="*/ 168989 w 2605796"/>
                <a:gd name="connsiteY23-1896" fmla="*/ 1955696 h 2607945"/>
                <a:gd name="connsiteX24-1897" fmla="*/ 445175 w 2605796"/>
                <a:gd name="connsiteY24-1898" fmla="*/ 1731761 h 2607945"/>
                <a:gd name="connsiteX25-1899" fmla="*/ 348137 w 2605796"/>
                <a:gd name="connsiteY25-1900" fmla="*/ 1425717 h 2607945"/>
                <a:gd name="connsiteX26-1901" fmla="*/ 4770 w 2605796"/>
                <a:gd name="connsiteY26-1902" fmla="*/ 1440646 h 2607945"/>
                <a:gd name="connsiteX27-1903" fmla="*/ 38361 w 2605796"/>
                <a:gd name="connsiteY27-1904" fmla="*/ 974116 h 2607945"/>
                <a:gd name="connsiteX28-1905" fmla="*/ 385459 w 2605796"/>
                <a:gd name="connsiteY28-1906" fmla="*/ 1007706 h 2607945"/>
                <a:gd name="connsiteX29-1907" fmla="*/ 534749 w 2605796"/>
                <a:gd name="connsiteY29-1908" fmla="*/ 724055 h 2607945"/>
                <a:gd name="connsiteX30-1909" fmla="*/ 292153 w 2605796"/>
                <a:gd name="connsiteY30-1910" fmla="*/ 470263 h 2607945"/>
                <a:gd name="connsiteX31-1911" fmla="*/ 635520 w 2605796"/>
                <a:gd name="connsiteY31-1912" fmla="*/ 171683 h 2607945"/>
                <a:gd name="connsiteX32-1913" fmla="*/ 855722 w 2605796"/>
                <a:gd name="connsiteY32-1914" fmla="*/ 447869 h 2607945"/>
                <a:gd name="connsiteX0-1915" fmla="*/ 855722 w 2605796"/>
                <a:gd name="connsiteY0-1916" fmla="*/ 447869 h 2607945"/>
                <a:gd name="connsiteX1-1917" fmla="*/ 1165499 w 2605796"/>
                <a:gd name="connsiteY1-1918" fmla="*/ 354563 h 2607945"/>
                <a:gd name="connsiteX2-1919" fmla="*/ 1169231 w 2605796"/>
                <a:gd name="connsiteY2-1920" fmla="*/ 0 h 2607945"/>
                <a:gd name="connsiteX3-1921" fmla="*/ 1650690 w 2605796"/>
                <a:gd name="connsiteY3-1922" fmla="*/ 41055 h 2607945"/>
                <a:gd name="connsiteX4-1923" fmla="*/ 1587242 w 2605796"/>
                <a:gd name="connsiteY4-1924" fmla="*/ 388153 h 2607945"/>
                <a:gd name="connsiteX5-1925" fmla="*/ 1889554 w 2605796"/>
                <a:gd name="connsiteY5-1926" fmla="*/ 537443 h 2607945"/>
                <a:gd name="connsiteX6-1927" fmla="*/ 2147079 w 2605796"/>
                <a:gd name="connsiteY6-1928" fmla="*/ 298579 h 2607945"/>
                <a:gd name="connsiteX7-1929" fmla="*/ 2434462 w 2605796"/>
                <a:gd name="connsiteY7-1930" fmla="*/ 656875 h 2607945"/>
                <a:gd name="connsiteX8-1931" fmla="*/ 2150811 w 2605796"/>
                <a:gd name="connsiteY8-1932" fmla="*/ 850952 h 2607945"/>
                <a:gd name="connsiteX9-1933" fmla="*/ 2251582 w 2605796"/>
                <a:gd name="connsiteY9-1934" fmla="*/ 1194318 h 2607945"/>
                <a:gd name="connsiteX10-1935" fmla="*/ 2602413 w 2605796"/>
                <a:gd name="connsiteY10-1936" fmla="*/ 1160728 h 2607945"/>
                <a:gd name="connsiteX11-1937" fmla="*/ 2561358 w 2605796"/>
                <a:gd name="connsiteY11-1938" fmla="*/ 1645920 h 2607945"/>
                <a:gd name="connsiteX12-1939" fmla="*/ 2214259 w 2605796"/>
                <a:gd name="connsiteY12-1940" fmla="*/ 1593668 h 2607945"/>
                <a:gd name="connsiteX13-1941" fmla="*/ 2061237 w 2605796"/>
                <a:gd name="connsiteY13-1942" fmla="*/ 1877319 h 2607945"/>
                <a:gd name="connsiteX14-1943" fmla="*/ 2296369 w 2605796"/>
                <a:gd name="connsiteY14-1944" fmla="*/ 2134844 h 2607945"/>
                <a:gd name="connsiteX15-1945" fmla="*/ 1949270 w 2605796"/>
                <a:gd name="connsiteY15-1946" fmla="*/ 2437156 h 2607945"/>
                <a:gd name="connsiteX16-1947" fmla="*/ 1729068 w 2605796"/>
                <a:gd name="connsiteY16-1948" fmla="*/ 2153505 h 2607945"/>
                <a:gd name="connsiteX17-1949" fmla="*/ 1434220 w 2605796"/>
                <a:gd name="connsiteY17-1950" fmla="*/ 2246811 h 2607945"/>
                <a:gd name="connsiteX18-1951" fmla="*/ 1415559 w 2605796"/>
                <a:gd name="connsiteY18-1952" fmla="*/ 2601375 h 2607945"/>
                <a:gd name="connsiteX19-1953" fmla="*/ 949028 w 2605796"/>
                <a:gd name="connsiteY19-1954" fmla="*/ 2560320 h 2607945"/>
                <a:gd name="connsiteX20-1955" fmla="*/ 1016209 w 2605796"/>
                <a:gd name="connsiteY20-1956" fmla="*/ 2213221 h 2607945"/>
                <a:gd name="connsiteX21-1957" fmla="*/ 721361 w 2605796"/>
                <a:gd name="connsiteY21-1958" fmla="*/ 2067664 h 2607945"/>
                <a:gd name="connsiteX22-1959" fmla="*/ 463837 w 2605796"/>
                <a:gd name="connsiteY22-1960" fmla="*/ 2299063 h 2607945"/>
                <a:gd name="connsiteX23-1961" fmla="*/ 168989 w 2605796"/>
                <a:gd name="connsiteY23-1962" fmla="*/ 1955696 h 2607945"/>
                <a:gd name="connsiteX24-1963" fmla="*/ 445175 w 2605796"/>
                <a:gd name="connsiteY24-1964" fmla="*/ 1731761 h 2607945"/>
                <a:gd name="connsiteX25-1965" fmla="*/ 348137 w 2605796"/>
                <a:gd name="connsiteY25-1966" fmla="*/ 1425717 h 2607945"/>
                <a:gd name="connsiteX26-1967" fmla="*/ 4770 w 2605796"/>
                <a:gd name="connsiteY26-1968" fmla="*/ 1440646 h 2607945"/>
                <a:gd name="connsiteX27-1969" fmla="*/ 38361 w 2605796"/>
                <a:gd name="connsiteY27-1970" fmla="*/ 974116 h 2607945"/>
                <a:gd name="connsiteX28-1971" fmla="*/ 385459 w 2605796"/>
                <a:gd name="connsiteY28-1972" fmla="*/ 1007706 h 2607945"/>
                <a:gd name="connsiteX29-1973" fmla="*/ 534749 w 2605796"/>
                <a:gd name="connsiteY29-1974" fmla="*/ 724055 h 2607945"/>
                <a:gd name="connsiteX30-1975" fmla="*/ 292153 w 2605796"/>
                <a:gd name="connsiteY30-1976" fmla="*/ 470263 h 2607945"/>
                <a:gd name="connsiteX31-1977" fmla="*/ 635520 w 2605796"/>
                <a:gd name="connsiteY31-1978" fmla="*/ 171683 h 2607945"/>
                <a:gd name="connsiteX32-1979" fmla="*/ 855722 w 2605796"/>
                <a:gd name="connsiteY32-1980" fmla="*/ 447869 h 2607945"/>
                <a:gd name="connsiteX0-1981" fmla="*/ 855722 w 2605796"/>
                <a:gd name="connsiteY0-1982" fmla="*/ 447869 h 2607945"/>
                <a:gd name="connsiteX1-1983" fmla="*/ 1165499 w 2605796"/>
                <a:gd name="connsiteY1-1984" fmla="*/ 354563 h 2607945"/>
                <a:gd name="connsiteX2-1985" fmla="*/ 1169231 w 2605796"/>
                <a:gd name="connsiteY2-1986" fmla="*/ 0 h 2607945"/>
                <a:gd name="connsiteX3-1987" fmla="*/ 1650690 w 2605796"/>
                <a:gd name="connsiteY3-1988" fmla="*/ 41055 h 2607945"/>
                <a:gd name="connsiteX4-1989" fmla="*/ 1587242 w 2605796"/>
                <a:gd name="connsiteY4-1990" fmla="*/ 388153 h 2607945"/>
                <a:gd name="connsiteX5-1991" fmla="*/ 1889554 w 2605796"/>
                <a:gd name="connsiteY5-1992" fmla="*/ 537443 h 2607945"/>
                <a:gd name="connsiteX6-1993" fmla="*/ 2147079 w 2605796"/>
                <a:gd name="connsiteY6-1994" fmla="*/ 298579 h 2607945"/>
                <a:gd name="connsiteX7-1995" fmla="*/ 2434462 w 2605796"/>
                <a:gd name="connsiteY7-1996" fmla="*/ 656875 h 2607945"/>
                <a:gd name="connsiteX8-1997" fmla="*/ 2150811 w 2605796"/>
                <a:gd name="connsiteY8-1998" fmla="*/ 850952 h 2607945"/>
                <a:gd name="connsiteX9-1999" fmla="*/ 2251582 w 2605796"/>
                <a:gd name="connsiteY9-2000" fmla="*/ 1194318 h 2607945"/>
                <a:gd name="connsiteX10-2001" fmla="*/ 2602413 w 2605796"/>
                <a:gd name="connsiteY10-2002" fmla="*/ 1160728 h 2607945"/>
                <a:gd name="connsiteX11-2003" fmla="*/ 2561358 w 2605796"/>
                <a:gd name="connsiteY11-2004" fmla="*/ 1645920 h 2607945"/>
                <a:gd name="connsiteX12-2005" fmla="*/ 2214259 w 2605796"/>
                <a:gd name="connsiteY12-2006" fmla="*/ 1593668 h 2607945"/>
                <a:gd name="connsiteX13-2007" fmla="*/ 2061237 w 2605796"/>
                <a:gd name="connsiteY13-2008" fmla="*/ 1877319 h 2607945"/>
                <a:gd name="connsiteX14-2009" fmla="*/ 2296369 w 2605796"/>
                <a:gd name="connsiteY14-2010" fmla="*/ 2134844 h 2607945"/>
                <a:gd name="connsiteX15-2011" fmla="*/ 1949270 w 2605796"/>
                <a:gd name="connsiteY15-2012" fmla="*/ 2437156 h 2607945"/>
                <a:gd name="connsiteX16-2013" fmla="*/ 1729068 w 2605796"/>
                <a:gd name="connsiteY16-2014" fmla="*/ 2153505 h 2607945"/>
                <a:gd name="connsiteX17-2015" fmla="*/ 1434220 w 2605796"/>
                <a:gd name="connsiteY17-2016" fmla="*/ 2246811 h 2607945"/>
                <a:gd name="connsiteX18-2017" fmla="*/ 1415559 w 2605796"/>
                <a:gd name="connsiteY18-2018" fmla="*/ 2601375 h 2607945"/>
                <a:gd name="connsiteX19-2019" fmla="*/ 949028 w 2605796"/>
                <a:gd name="connsiteY19-2020" fmla="*/ 2560320 h 2607945"/>
                <a:gd name="connsiteX20-2021" fmla="*/ 1016209 w 2605796"/>
                <a:gd name="connsiteY20-2022" fmla="*/ 2213221 h 2607945"/>
                <a:gd name="connsiteX21-2023" fmla="*/ 721361 w 2605796"/>
                <a:gd name="connsiteY21-2024" fmla="*/ 2067664 h 2607945"/>
                <a:gd name="connsiteX22-2025" fmla="*/ 463837 w 2605796"/>
                <a:gd name="connsiteY22-2026" fmla="*/ 2299063 h 2607945"/>
                <a:gd name="connsiteX23-2027" fmla="*/ 168989 w 2605796"/>
                <a:gd name="connsiteY23-2028" fmla="*/ 1955696 h 2607945"/>
                <a:gd name="connsiteX24-2029" fmla="*/ 445175 w 2605796"/>
                <a:gd name="connsiteY24-2030" fmla="*/ 1731761 h 2607945"/>
                <a:gd name="connsiteX25-2031" fmla="*/ 348137 w 2605796"/>
                <a:gd name="connsiteY25-2032" fmla="*/ 1425717 h 2607945"/>
                <a:gd name="connsiteX26-2033" fmla="*/ 4770 w 2605796"/>
                <a:gd name="connsiteY26-2034" fmla="*/ 1440646 h 2607945"/>
                <a:gd name="connsiteX27-2035" fmla="*/ 38361 w 2605796"/>
                <a:gd name="connsiteY27-2036" fmla="*/ 974116 h 2607945"/>
                <a:gd name="connsiteX28-2037" fmla="*/ 385459 w 2605796"/>
                <a:gd name="connsiteY28-2038" fmla="*/ 1007706 h 2607945"/>
                <a:gd name="connsiteX29-2039" fmla="*/ 534749 w 2605796"/>
                <a:gd name="connsiteY29-2040" fmla="*/ 724055 h 2607945"/>
                <a:gd name="connsiteX30-2041" fmla="*/ 292153 w 2605796"/>
                <a:gd name="connsiteY30-2042" fmla="*/ 470263 h 2607945"/>
                <a:gd name="connsiteX31-2043" fmla="*/ 635520 w 2605796"/>
                <a:gd name="connsiteY31-2044" fmla="*/ 171683 h 2607945"/>
                <a:gd name="connsiteX32-2045" fmla="*/ 855722 w 2605796"/>
                <a:gd name="connsiteY32-2046" fmla="*/ 447869 h 2607945"/>
                <a:gd name="connsiteX0-2047" fmla="*/ 855722 w 2605796"/>
                <a:gd name="connsiteY0-2048" fmla="*/ 451419 h 2611495"/>
                <a:gd name="connsiteX1-2049" fmla="*/ 1165499 w 2605796"/>
                <a:gd name="connsiteY1-2050" fmla="*/ 358113 h 2611495"/>
                <a:gd name="connsiteX2-2051" fmla="*/ 1169231 w 2605796"/>
                <a:gd name="connsiteY2-2052" fmla="*/ 3550 h 2611495"/>
                <a:gd name="connsiteX3-2053" fmla="*/ 1650690 w 2605796"/>
                <a:gd name="connsiteY3-2054" fmla="*/ 44605 h 2611495"/>
                <a:gd name="connsiteX4-2055" fmla="*/ 1587242 w 2605796"/>
                <a:gd name="connsiteY4-2056" fmla="*/ 391703 h 2611495"/>
                <a:gd name="connsiteX5-2057" fmla="*/ 1889554 w 2605796"/>
                <a:gd name="connsiteY5-2058" fmla="*/ 540993 h 2611495"/>
                <a:gd name="connsiteX6-2059" fmla="*/ 2147079 w 2605796"/>
                <a:gd name="connsiteY6-2060" fmla="*/ 302129 h 2611495"/>
                <a:gd name="connsiteX7-2061" fmla="*/ 2434462 w 2605796"/>
                <a:gd name="connsiteY7-2062" fmla="*/ 660425 h 2611495"/>
                <a:gd name="connsiteX8-2063" fmla="*/ 2150811 w 2605796"/>
                <a:gd name="connsiteY8-2064" fmla="*/ 854502 h 2611495"/>
                <a:gd name="connsiteX9-2065" fmla="*/ 2251582 w 2605796"/>
                <a:gd name="connsiteY9-2066" fmla="*/ 1197868 h 2611495"/>
                <a:gd name="connsiteX10-2067" fmla="*/ 2602413 w 2605796"/>
                <a:gd name="connsiteY10-2068" fmla="*/ 1164278 h 2611495"/>
                <a:gd name="connsiteX11-2069" fmla="*/ 2561358 w 2605796"/>
                <a:gd name="connsiteY11-2070" fmla="*/ 1649470 h 2611495"/>
                <a:gd name="connsiteX12-2071" fmla="*/ 2214259 w 2605796"/>
                <a:gd name="connsiteY12-2072" fmla="*/ 1597218 h 2611495"/>
                <a:gd name="connsiteX13-2073" fmla="*/ 2061237 w 2605796"/>
                <a:gd name="connsiteY13-2074" fmla="*/ 1880869 h 2611495"/>
                <a:gd name="connsiteX14-2075" fmla="*/ 2296369 w 2605796"/>
                <a:gd name="connsiteY14-2076" fmla="*/ 2138394 h 2611495"/>
                <a:gd name="connsiteX15-2077" fmla="*/ 1949270 w 2605796"/>
                <a:gd name="connsiteY15-2078" fmla="*/ 2440706 h 2611495"/>
                <a:gd name="connsiteX16-2079" fmla="*/ 1729068 w 2605796"/>
                <a:gd name="connsiteY16-2080" fmla="*/ 2157055 h 2611495"/>
                <a:gd name="connsiteX17-2081" fmla="*/ 1434220 w 2605796"/>
                <a:gd name="connsiteY17-2082" fmla="*/ 2250361 h 2611495"/>
                <a:gd name="connsiteX18-2083" fmla="*/ 1415559 w 2605796"/>
                <a:gd name="connsiteY18-2084" fmla="*/ 2604925 h 2611495"/>
                <a:gd name="connsiteX19-2085" fmla="*/ 949028 w 2605796"/>
                <a:gd name="connsiteY19-2086" fmla="*/ 2563870 h 2611495"/>
                <a:gd name="connsiteX20-2087" fmla="*/ 1016209 w 2605796"/>
                <a:gd name="connsiteY20-2088" fmla="*/ 2216771 h 2611495"/>
                <a:gd name="connsiteX21-2089" fmla="*/ 721361 w 2605796"/>
                <a:gd name="connsiteY21-2090" fmla="*/ 2071214 h 2611495"/>
                <a:gd name="connsiteX22-2091" fmla="*/ 463837 w 2605796"/>
                <a:gd name="connsiteY22-2092" fmla="*/ 2302613 h 2611495"/>
                <a:gd name="connsiteX23-2093" fmla="*/ 168989 w 2605796"/>
                <a:gd name="connsiteY23-2094" fmla="*/ 1959246 h 2611495"/>
                <a:gd name="connsiteX24-2095" fmla="*/ 445175 w 2605796"/>
                <a:gd name="connsiteY24-2096" fmla="*/ 1735311 h 2611495"/>
                <a:gd name="connsiteX25-2097" fmla="*/ 348137 w 2605796"/>
                <a:gd name="connsiteY25-2098" fmla="*/ 1429267 h 2611495"/>
                <a:gd name="connsiteX26-2099" fmla="*/ 4770 w 2605796"/>
                <a:gd name="connsiteY26-2100" fmla="*/ 1444196 h 2611495"/>
                <a:gd name="connsiteX27-2101" fmla="*/ 38361 w 2605796"/>
                <a:gd name="connsiteY27-2102" fmla="*/ 977666 h 2611495"/>
                <a:gd name="connsiteX28-2103" fmla="*/ 385459 w 2605796"/>
                <a:gd name="connsiteY28-2104" fmla="*/ 1011256 h 2611495"/>
                <a:gd name="connsiteX29-2105" fmla="*/ 534749 w 2605796"/>
                <a:gd name="connsiteY29-2106" fmla="*/ 727605 h 2611495"/>
                <a:gd name="connsiteX30-2107" fmla="*/ 292153 w 2605796"/>
                <a:gd name="connsiteY30-2108" fmla="*/ 473813 h 2611495"/>
                <a:gd name="connsiteX31-2109" fmla="*/ 635520 w 2605796"/>
                <a:gd name="connsiteY31-2110" fmla="*/ 175233 h 2611495"/>
                <a:gd name="connsiteX32-2111" fmla="*/ 855722 w 2605796"/>
                <a:gd name="connsiteY32-2112" fmla="*/ 451419 h 2611495"/>
                <a:gd name="connsiteX0-2113" fmla="*/ 855722 w 2605796"/>
                <a:gd name="connsiteY0-2114" fmla="*/ 452941 h 2613017"/>
                <a:gd name="connsiteX1-2115" fmla="*/ 1165499 w 2605796"/>
                <a:gd name="connsiteY1-2116" fmla="*/ 359635 h 2613017"/>
                <a:gd name="connsiteX2-2117" fmla="*/ 1169231 w 2605796"/>
                <a:gd name="connsiteY2-2118" fmla="*/ 5072 h 2613017"/>
                <a:gd name="connsiteX3-2119" fmla="*/ 1650690 w 2605796"/>
                <a:gd name="connsiteY3-2120" fmla="*/ 46127 h 2613017"/>
                <a:gd name="connsiteX4-2121" fmla="*/ 1587242 w 2605796"/>
                <a:gd name="connsiteY4-2122" fmla="*/ 393225 h 2613017"/>
                <a:gd name="connsiteX5-2123" fmla="*/ 1889554 w 2605796"/>
                <a:gd name="connsiteY5-2124" fmla="*/ 542515 h 2613017"/>
                <a:gd name="connsiteX6-2125" fmla="*/ 2147079 w 2605796"/>
                <a:gd name="connsiteY6-2126" fmla="*/ 303651 h 2613017"/>
                <a:gd name="connsiteX7-2127" fmla="*/ 2434462 w 2605796"/>
                <a:gd name="connsiteY7-2128" fmla="*/ 661947 h 2613017"/>
                <a:gd name="connsiteX8-2129" fmla="*/ 2150811 w 2605796"/>
                <a:gd name="connsiteY8-2130" fmla="*/ 856024 h 2613017"/>
                <a:gd name="connsiteX9-2131" fmla="*/ 2251582 w 2605796"/>
                <a:gd name="connsiteY9-2132" fmla="*/ 1199390 h 2613017"/>
                <a:gd name="connsiteX10-2133" fmla="*/ 2602413 w 2605796"/>
                <a:gd name="connsiteY10-2134" fmla="*/ 1165800 h 2613017"/>
                <a:gd name="connsiteX11-2135" fmla="*/ 2561358 w 2605796"/>
                <a:gd name="connsiteY11-2136" fmla="*/ 1650992 h 2613017"/>
                <a:gd name="connsiteX12-2137" fmla="*/ 2214259 w 2605796"/>
                <a:gd name="connsiteY12-2138" fmla="*/ 1598740 h 2613017"/>
                <a:gd name="connsiteX13-2139" fmla="*/ 2061237 w 2605796"/>
                <a:gd name="connsiteY13-2140" fmla="*/ 1882391 h 2613017"/>
                <a:gd name="connsiteX14-2141" fmla="*/ 2296369 w 2605796"/>
                <a:gd name="connsiteY14-2142" fmla="*/ 2139916 h 2613017"/>
                <a:gd name="connsiteX15-2143" fmla="*/ 1949270 w 2605796"/>
                <a:gd name="connsiteY15-2144" fmla="*/ 2442228 h 2613017"/>
                <a:gd name="connsiteX16-2145" fmla="*/ 1729068 w 2605796"/>
                <a:gd name="connsiteY16-2146" fmla="*/ 2158577 h 2613017"/>
                <a:gd name="connsiteX17-2147" fmla="*/ 1434220 w 2605796"/>
                <a:gd name="connsiteY17-2148" fmla="*/ 2251883 h 2613017"/>
                <a:gd name="connsiteX18-2149" fmla="*/ 1415559 w 2605796"/>
                <a:gd name="connsiteY18-2150" fmla="*/ 2606447 h 2613017"/>
                <a:gd name="connsiteX19-2151" fmla="*/ 949028 w 2605796"/>
                <a:gd name="connsiteY19-2152" fmla="*/ 2565392 h 2613017"/>
                <a:gd name="connsiteX20-2153" fmla="*/ 1016209 w 2605796"/>
                <a:gd name="connsiteY20-2154" fmla="*/ 2218293 h 2613017"/>
                <a:gd name="connsiteX21-2155" fmla="*/ 721361 w 2605796"/>
                <a:gd name="connsiteY21-2156" fmla="*/ 2072736 h 2613017"/>
                <a:gd name="connsiteX22-2157" fmla="*/ 463837 w 2605796"/>
                <a:gd name="connsiteY22-2158" fmla="*/ 2304135 h 2613017"/>
                <a:gd name="connsiteX23-2159" fmla="*/ 168989 w 2605796"/>
                <a:gd name="connsiteY23-2160" fmla="*/ 1960768 h 2613017"/>
                <a:gd name="connsiteX24-2161" fmla="*/ 445175 w 2605796"/>
                <a:gd name="connsiteY24-2162" fmla="*/ 1736833 h 2613017"/>
                <a:gd name="connsiteX25-2163" fmla="*/ 348137 w 2605796"/>
                <a:gd name="connsiteY25-2164" fmla="*/ 1430789 h 2613017"/>
                <a:gd name="connsiteX26-2165" fmla="*/ 4770 w 2605796"/>
                <a:gd name="connsiteY26-2166" fmla="*/ 1445718 h 2613017"/>
                <a:gd name="connsiteX27-2167" fmla="*/ 38361 w 2605796"/>
                <a:gd name="connsiteY27-2168" fmla="*/ 979188 h 2613017"/>
                <a:gd name="connsiteX28-2169" fmla="*/ 385459 w 2605796"/>
                <a:gd name="connsiteY28-2170" fmla="*/ 1012778 h 2613017"/>
                <a:gd name="connsiteX29-2171" fmla="*/ 534749 w 2605796"/>
                <a:gd name="connsiteY29-2172" fmla="*/ 729127 h 2613017"/>
                <a:gd name="connsiteX30-2173" fmla="*/ 292153 w 2605796"/>
                <a:gd name="connsiteY30-2174" fmla="*/ 475335 h 2613017"/>
                <a:gd name="connsiteX31-2175" fmla="*/ 635520 w 2605796"/>
                <a:gd name="connsiteY31-2176" fmla="*/ 176755 h 2613017"/>
                <a:gd name="connsiteX32-2177" fmla="*/ 855722 w 2605796"/>
                <a:gd name="connsiteY32-2178" fmla="*/ 452941 h 261301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</a:cxnLst>
              <a:rect l="l" t="t" r="r" b="b"/>
              <a:pathLst>
                <a:path w="2605796" h="2613017">
                  <a:moveTo>
                    <a:pt x="855722" y="452941"/>
                  </a:moveTo>
                  <a:cubicBezTo>
                    <a:pt x="951517" y="406910"/>
                    <a:pt x="1058508" y="375808"/>
                    <a:pt x="1165499" y="359635"/>
                  </a:cubicBezTo>
                  <a:lnTo>
                    <a:pt x="1169231" y="5072"/>
                  </a:lnTo>
                  <a:cubicBezTo>
                    <a:pt x="1337182" y="-11101"/>
                    <a:pt x="1505133" y="13781"/>
                    <a:pt x="1650690" y="46127"/>
                  </a:cubicBezTo>
                  <a:lnTo>
                    <a:pt x="1587242" y="393225"/>
                  </a:lnTo>
                  <a:cubicBezTo>
                    <a:pt x="1665619" y="420595"/>
                    <a:pt x="1811177" y="485287"/>
                    <a:pt x="1889554" y="542515"/>
                  </a:cubicBezTo>
                  <a:lnTo>
                    <a:pt x="2147079" y="303651"/>
                  </a:lnTo>
                  <a:cubicBezTo>
                    <a:pt x="2242873" y="404422"/>
                    <a:pt x="2361061" y="527586"/>
                    <a:pt x="2434462" y="661947"/>
                  </a:cubicBezTo>
                  <a:lnTo>
                    <a:pt x="2150811" y="856024"/>
                  </a:lnTo>
                  <a:cubicBezTo>
                    <a:pt x="2206795" y="955550"/>
                    <a:pt x="2232921" y="1066274"/>
                    <a:pt x="2251582" y="1199390"/>
                  </a:cubicBezTo>
                  <a:lnTo>
                    <a:pt x="2602413" y="1165800"/>
                  </a:lnTo>
                  <a:cubicBezTo>
                    <a:pt x="2611122" y="1297673"/>
                    <a:pt x="2604901" y="1478065"/>
                    <a:pt x="2561358" y="1650992"/>
                  </a:cubicBezTo>
                  <a:lnTo>
                    <a:pt x="2214259" y="1598740"/>
                  </a:lnTo>
                  <a:cubicBezTo>
                    <a:pt x="2180669" y="1715683"/>
                    <a:pt x="2120952" y="1817699"/>
                    <a:pt x="2061237" y="1882391"/>
                  </a:cubicBezTo>
                  <a:lnTo>
                    <a:pt x="2296369" y="2139916"/>
                  </a:lnTo>
                  <a:cubicBezTo>
                    <a:pt x="2217992" y="2259348"/>
                    <a:pt x="2091096" y="2360119"/>
                    <a:pt x="1949270" y="2442228"/>
                  </a:cubicBezTo>
                  <a:lnTo>
                    <a:pt x="1729068" y="2158577"/>
                  </a:lnTo>
                  <a:cubicBezTo>
                    <a:pt x="1641982" y="2197143"/>
                    <a:pt x="1543699" y="2243175"/>
                    <a:pt x="1434220" y="2251883"/>
                  </a:cubicBezTo>
                  <a:lnTo>
                    <a:pt x="1415559" y="2606447"/>
                  </a:lnTo>
                  <a:cubicBezTo>
                    <a:pt x="1267513" y="2622620"/>
                    <a:pt x="1112002" y="2608935"/>
                    <a:pt x="949028" y="2565392"/>
                  </a:cubicBezTo>
                  <a:lnTo>
                    <a:pt x="1016209" y="2218293"/>
                  </a:lnTo>
                  <a:cubicBezTo>
                    <a:pt x="921658" y="2188435"/>
                    <a:pt x="804715" y="2128720"/>
                    <a:pt x="721361" y="2072736"/>
                  </a:cubicBezTo>
                  <a:lnTo>
                    <a:pt x="463837" y="2304135"/>
                  </a:lnTo>
                  <a:cubicBezTo>
                    <a:pt x="358090" y="2227002"/>
                    <a:pt x="248611" y="2064027"/>
                    <a:pt x="168989" y="1960768"/>
                  </a:cubicBezTo>
                  <a:lnTo>
                    <a:pt x="445175" y="1736833"/>
                  </a:lnTo>
                  <a:cubicBezTo>
                    <a:pt x="401632" y="1638550"/>
                    <a:pt x="373018" y="1544000"/>
                    <a:pt x="348137" y="1430789"/>
                  </a:cubicBezTo>
                  <a:lnTo>
                    <a:pt x="4770" y="1445718"/>
                  </a:lnTo>
                  <a:cubicBezTo>
                    <a:pt x="-6426" y="1293940"/>
                    <a:pt x="1038" y="1153359"/>
                    <a:pt x="38361" y="979188"/>
                  </a:cubicBezTo>
                  <a:lnTo>
                    <a:pt x="385459" y="1012778"/>
                  </a:lnTo>
                  <a:cubicBezTo>
                    <a:pt x="427757" y="921960"/>
                    <a:pt x="466325" y="819945"/>
                    <a:pt x="534749" y="729127"/>
                  </a:cubicBezTo>
                  <a:lnTo>
                    <a:pt x="292153" y="475335"/>
                  </a:lnTo>
                  <a:cubicBezTo>
                    <a:pt x="410342" y="357147"/>
                    <a:pt x="502403" y="261353"/>
                    <a:pt x="635520" y="176755"/>
                  </a:cubicBezTo>
                  <a:lnTo>
                    <a:pt x="855722" y="45294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226" name="Group 82"/>
          <p:cNvGrpSpPr>
            <a:grpSpLocks noChangeAspect="1"/>
          </p:cNvGrpSpPr>
          <p:nvPr/>
        </p:nvGrpSpPr>
        <p:grpSpPr>
          <a:xfrm>
            <a:off x="1565275" y="1760538"/>
            <a:ext cx="219075" cy="560387"/>
            <a:chOff x="2699" y="1659"/>
            <a:chExt cx="392" cy="997"/>
          </a:xfrm>
        </p:grpSpPr>
        <p:sp>
          <p:nvSpPr>
            <p:cNvPr id="8260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8261" name="AutoShape 84"/>
            <p:cNvCxnSpPr>
              <a:cxnSpLocks noChangeAspect="1"/>
              <a:stCxn id="8260" idx="4"/>
              <a:endCxn id="8262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8262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63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64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65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27" name="Group 5"/>
          <p:cNvGrpSpPr>
            <a:grpSpLocks noChangeAspect="1"/>
          </p:cNvGrpSpPr>
          <p:nvPr/>
        </p:nvGrpSpPr>
        <p:grpSpPr>
          <a:xfrm>
            <a:off x="7210425" y="1851025"/>
            <a:ext cx="219075" cy="560388"/>
            <a:chOff x="2095" y="1357"/>
            <a:chExt cx="345" cy="878"/>
          </a:xfrm>
        </p:grpSpPr>
        <p:sp>
          <p:nvSpPr>
            <p:cNvPr id="142" name="Oval 6"/>
            <p:cNvSpPr>
              <a:spLocks noChangeAspect="1" noChangeArrowheads="1"/>
            </p:cNvSpPr>
            <p:nvPr/>
          </p:nvSpPr>
          <p:spPr bwMode="auto"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p>
              <a:pPr eaLnBrk="1" hangingPunct="1">
                <a:buNone/>
              </a:pP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" name="Freeform 7"/>
            <p:cNvSpPr>
              <a:spLocks noChangeAspect="1"/>
            </p:cNvSpPr>
            <p:nvPr/>
          </p:nvSpPr>
          <p:spPr bwMode="auto">
            <a:xfrm>
              <a:off x="2095" y="1653"/>
              <a:ext cx="345" cy="67"/>
            </a:xfrm>
            <a:custGeom>
              <a:avLst/>
              <a:gdLst>
                <a:gd name="T0" fmla="*/ 0 w 345"/>
                <a:gd name="T1" fmla="*/ 65 h 67"/>
                <a:gd name="T2" fmla="*/ 172 w 345"/>
                <a:gd name="T3" fmla="*/ 0 h 67"/>
                <a:gd name="T4" fmla="*/ 345 w 345"/>
                <a:gd name="T5" fmla="*/ 67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8"/>
            <p:cNvSpPr>
              <a:spLocks noChangeAspect="1"/>
            </p:cNvSpPr>
            <p:nvPr/>
          </p:nvSpPr>
          <p:spPr bwMode="auto">
            <a:xfrm>
              <a:off x="2103" y="1852"/>
              <a:ext cx="330" cy="383"/>
            </a:xfrm>
            <a:custGeom>
              <a:avLst/>
              <a:gdLst>
                <a:gd name="T0" fmla="*/ 0 w 331"/>
                <a:gd name="T1" fmla="*/ 382 h 382"/>
                <a:gd name="T2" fmla="*/ 38 w 331"/>
                <a:gd name="T3" fmla="*/ 382 h 382"/>
                <a:gd name="T4" fmla="*/ 165 w 331"/>
                <a:gd name="T5" fmla="*/ 0 h 382"/>
                <a:gd name="T6" fmla="*/ 294 w 331"/>
                <a:gd name="T7" fmla="*/ 382 h 382"/>
                <a:gd name="T8" fmla="*/ 331 w 331"/>
                <a:gd name="T9" fmla="*/ 38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Line 9"/>
            <p:cNvSpPr>
              <a:spLocks noChangeAspect="1" noChangeShapeType="1"/>
            </p:cNvSpPr>
            <p:nvPr/>
          </p:nvSpPr>
          <p:spPr bwMode="auto">
            <a:xfrm>
              <a:off x="2268" y="1544"/>
              <a:ext cx="0" cy="31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8228" name="Group 96"/>
          <p:cNvGrpSpPr>
            <a:grpSpLocks noChangeAspect="1"/>
          </p:cNvGrpSpPr>
          <p:nvPr/>
        </p:nvGrpSpPr>
        <p:grpSpPr>
          <a:xfrm>
            <a:off x="2765425" y="1760538"/>
            <a:ext cx="219075" cy="560387"/>
            <a:chOff x="2699" y="1659"/>
            <a:chExt cx="392" cy="997"/>
          </a:xfrm>
        </p:grpSpPr>
        <p:sp>
          <p:nvSpPr>
            <p:cNvPr id="8250" name="Oval 97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8251" name="AutoShape 98"/>
            <p:cNvCxnSpPr>
              <a:cxnSpLocks noChangeAspect="1"/>
              <a:stCxn id="8250" idx="4"/>
              <a:endCxn id="8252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8252" name="Freeform 99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53" name="Freeform 100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54" name="AutoShape 101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55" name="Line 102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29" name="Group 82"/>
          <p:cNvGrpSpPr>
            <a:grpSpLocks noChangeAspect="1"/>
          </p:cNvGrpSpPr>
          <p:nvPr/>
        </p:nvGrpSpPr>
        <p:grpSpPr>
          <a:xfrm>
            <a:off x="1160463" y="4781550"/>
            <a:ext cx="219075" cy="560388"/>
            <a:chOff x="2699" y="1659"/>
            <a:chExt cx="392" cy="997"/>
          </a:xfrm>
        </p:grpSpPr>
        <p:sp>
          <p:nvSpPr>
            <p:cNvPr id="8244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8245" name="AutoShape 84"/>
            <p:cNvCxnSpPr>
              <a:cxnSpLocks noChangeAspect="1"/>
              <a:stCxn id="8244" idx="4"/>
              <a:endCxn id="8246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8246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47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48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49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30" name="Group 82"/>
          <p:cNvGrpSpPr>
            <a:grpSpLocks noChangeAspect="1"/>
          </p:cNvGrpSpPr>
          <p:nvPr/>
        </p:nvGrpSpPr>
        <p:grpSpPr>
          <a:xfrm>
            <a:off x="4706938" y="4781550"/>
            <a:ext cx="219075" cy="560388"/>
            <a:chOff x="2699" y="1659"/>
            <a:chExt cx="392" cy="997"/>
          </a:xfrm>
        </p:grpSpPr>
        <p:sp>
          <p:nvSpPr>
            <p:cNvPr id="8238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8239" name="AutoShape 84"/>
            <p:cNvCxnSpPr>
              <a:cxnSpLocks noChangeAspect="1"/>
              <a:stCxn id="8238" idx="4"/>
              <a:endCxn id="8240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8240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41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42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43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231" name="Group 82"/>
          <p:cNvGrpSpPr>
            <a:grpSpLocks noChangeAspect="1"/>
          </p:cNvGrpSpPr>
          <p:nvPr/>
        </p:nvGrpSpPr>
        <p:grpSpPr>
          <a:xfrm>
            <a:off x="2676525" y="4781550"/>
            <a:ext cx="219075" cy="560388"/>
            <a:chOff x="2699" y="1659"/>
            <a:chExt cx="392" cy="997"/>
          </a:xfrm>
        </p:grpSpPr>
        <p:sp>
          <p:nvSpPr>
            <p:cNvPr id="8232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8233" name="AutoShape 84"/>
            <p:cNvCxnSpPr>
              <a:cxnSpLocks noChangeAspect="1"/>
              <a:stCxn id="8232" idx="4"/>
              <a:endCxn id="8234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8234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35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236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237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Example:  Restaurant Automation</a:t>
            </a:r>
            <a:b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Communication Overhead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9219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9220" name="TextBox 76"/>
          <p:cNvSpPr txBox="1"/>
          <p:nvPr/>
        </p:nvSpPr>
        <p:spPr>
          <a:xfrm>
            <a:off x="550863" y="6343650"/>
            <a:ext cx="1123950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User Interface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9221" name="TextBox 77"/>
          <p:cNvSpPr txBox="1"/>
          <p:nvPr/>
        </p:nvSpPr>
        <p:spPr>
          <a:xfrm>
            <a:off x="2457450" y="6237288"/>
            <a:ext cx="1204913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Business Logic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and Algorithms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79" name="Left-Right Arrow 78"/>
          <p:cNvSpPr>
            <a:spLocks noChangeAspect="1"/>
          </p:cNvSpPr>
          <p:nvPr/>
        </p:nvSpPr>
        <p:spPr>
          <a:xfrm>
            <a:off x="1627188" y="5654675"/>
            <a:ext cx="731838" cy="290513"/>
          </a:xfrm>
          <a:prstGeom prst="leftRightArrow">
            <a:avLst>
              <a:gd name="adj1" fmla="val 35055"/>
              <a:gd name="adj2" fmla="val 50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" name="Bevel 79"/>
          <p:cNvSpPr>
            <a:spLocks noChangeAspect="1"/>
          </p:cNvSpPr>
          <p:nvPr/>
        </p:nvSpPr>
        <p:spPr>
          <a:xfrm>
            <a:off x="777875" y="5465763"/>
            <a:ext cx="668338" cy="668338"/>
          </a:xfrm>
          <a:prstGeom prst="bevel">
            <a:avLst>
              <a:gd name="adj" fmla="val 9789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Left-Right Arrow 80"/>
          <p:cNvSpPr>
            <a:spLocks noChangeAspect="1"/>
          </p:cNvSpPr>
          <p:nvPr/>
        </p:nvSpPr>
        <p:spPr>
          <a:xfrm>
            <a:off x="3529013" y="5654675"/>
            <a:ext cx="731838" cy="290513"/>
          </a:xfrm>
          <a:prstGeom prst="leftRightArrow">
            <a:avLst>
              <a:gd name="adj1" fmla="val 35055"/>
              <a:gd name="adj2" fmla="val 50000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5" name="TextBox 81"/>
          <p:cNvSpPr txBox="1"/>
          <p:nvPr/>
        </p:nvSpPr>
        <p:spPr>
          <a:xfrm>
            <a:off x="4406900" y="6237288"/>
            <a:ext cx="815975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Database/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Network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grpSp>
        <p:nvGrpSpPr>
          <p:cNvPr id="9226" name="Group 20"/>
          <p:cNvGrpSpPr/>
          <p:nvPr/>
        </p:nvGrpSpPr>
        <p:grpSpPr>
          <a:xfrm>
            <a:off x="4441825" y="5516563"/>
            <a:ext cx="749300" cy="566737"/>
            <a:chOff x="521" y="2366"/>
            <a:chExt cx="1172" cy="880"/>
          </a:xfrm>
        </p:grpSpPr>
        <p:sp>
          <p:nvSpPr>
            <p:cNvPr id="9354" name="AutoShape 21"/>
            <p:cNvSpPr/>
            <p:nvPr/>
          </p:nvSpPr>
          <p:spPr>
            <a:xfrm>
              <a:off x="521" y="2366"/>
              <a:ext cx="1172" cy="880"/>
            </a:xfrm>
            <a:prstGeom prst="can">
              <a:avLst>
                <a:gd name="adj" fmla="val 26704"/>
              </a:avLst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55" name="Arc 22"/>
            <p:cNvSpPr/>
            <p:nvPr/>
          </p:nvSpPr>
          <p:spPr>
            <a:xfrm>
              <a:off x="522" y="2539"/>
              <a:ext cx="1169" cy="121"/>
            </a:xfrm>
            <a:custGeom>
              <a:avLst/>
              <a:gdLst>
                <a:gd name="txL" fmla="*/ 0 w 43200"/>
                <a:gd name="txT" fmla="*/ 0 h 21780"/>
                <a:gd name="txR" fmla="*/ 43200 w 43200"/>
                <a:gd name="txB" fmla="*/ 21780 h 2178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21780" fill="none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</a:path>
                <a:path w="43200" h="21780" stroke="0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  <a:lnTo>
                    <a:pt x="21600" y="180"/>
                  </a:lnTo>
                  <a:lnTo>
                    <a:pt x="43199" y="-1"/>
                  </a:lnTo>
                  <a:close/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56" name="Arc 23"/>
            <p:cNvSpPr/>
            <p:nvPr/>
          </p:nvSpPr>
          <p:spPr>
            <a:xfrm>
              <a:off x="522" y="2598"/>
              <a:ext cx="1169" cy="121"/>
            </a:xfrm>
            <a:custGeom>
              <a:avLst/>
              <a:gdLst>
                <a:gd name="txL" fmla="*/ 0 w 43200"/>
                <a:gd name="txT" fmla="*/ 0 h 21780"/>
                <a:gd name="txR" fmla="*/ 43200 w 43200"/>
                <a:gd name="txB" fmla="*/ 21780 h 2178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43200" h="21780" fill="none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</a:path>
                <a:path w="43200" h="21780" stroke="0">
                  <a:moveTo>
                    <a:pt x="43199" y="-1"/>
                  </a:moveTo>
                  <a:cubicBezTo>
                    <a:pt x="43199" y="59"/>
                    <a:pt x="43200" y="119"/>
                    <a:pt x="43200" y="180"/>
                  </a:cubicBezTo>
                  <a:cubicBezTo>
                    <a:pt x="43200" y="12109"/>
                    <a:pt x="33529" y="21780"/>
                    <a:pt x="21600" y="21780"/>
                  </a:cubicBezTo>
                  <a:cubicBezTo>
                    <a:pt x="9705" y="21779"/>
                    <a:pt x="49" y="12164"/>
                    <a:pt x="0" y="269"/>
                  </a:cubicBezTo>
                  <a:lnTo>
                    <a:pt x="21600" y="180"/>
                  </a:lnTo>
                  <a:lnTo>
                    <a:pt x="43199" y="-1"/>
                  </a:lnTo>
                  <a:close/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87" name="Cross 86"/>
          <p:cNvSpPr>
            <a:spLocks noChangeAspect="1"/>
          </p:cNvSpPr>
          <p:nvPr/>
        </p:nvSpPr>
        <p:spPr>
          <a:xfrm>
            <a:off x="5741988" y="5622925"/>
            <a:ext cx="352425" cy="354013"/>
          </a:xfrm>
          <a:prstGeom prst="plus">
            <a:avLst>
              <a:gd name="adj" fmla="val 35891"/>
            </a:avLst>
          </a:prstGeom>
          <a:solidFill>
            <a:schemeClr val="bg2">
              <a:lumMod val="60000"/>
              <a:lumOff val="4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8" name="TextBox 87"/>
          <p:cNvSpPr txBox="1"/>
          <p:nvPr/>
        </p:nvSpPr>
        <p:spPr>
          <a:xfrm>
            <a:off x="6310313" y="6343650"/>
            <a:ext cx="120332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Documentation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89" name="Folded Corner 88"/>
          <p:cNvSpPr>
            <a:spLocks noChangeAspect="1"/>
          </p:cNvSpPr>
          <p:nvPr/>
        </p:nvSpPr>
        <p:spPr>
          <a:xfrm>
            <a:off x="6646863" y="5414963"/>
            <a:ext cx="620713" cy="769938"/>
          </a:xfrm>
          <a:prstGeom prst="foldedCorner">
            <a:avLst>
              <a:gd name="adj" fmla="val 22608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0" name="Freeform 119"/>
          <p:cNvSpPr/>
          <p:nvPr/>
        </p:nvSpPr>
        <p:spPr>
          <a:xfrm>
            <a:off x="1112838" y="2559050"/>
            <a:ext cx="6165850" cy="915988"/>
          </a:xfrm>
          <a:custGeom>
            <a:avLst/>
            <a:gdLst>
              <a:gd name="connsiteX0" fmla="*/ 2353901 w 6455121"/>
              <a:gd name="connsiteY0" fmla="*/ 0 h 1475715"/>
              <a:gd name="connsiteX1" fmla="*/ 4363770 w 6455121"/>
              <a:gd name="connsiteY1" fmla="*/ 0 h 1475715"/>
              <a:gd name="connsiteX2" fmla="*/ 6455121 w 6455121"/>
              <a:gd name="connsiteY2" fmla="*/ 1457608 h 1475715"/>
              <a:gd name="connsiteX3" fmla="*/ 0 w 6455121"/>
              <a:gd name="connsiteY3" fmla="*/ 1475715 h 1475715"/>
              <a:gd name="connsiteX4" fmla="*/ 2353901 w 6455121"/>
              <a:gd name="connsiteY4" fmla="*/ 0 h 1475715"/>
              <a:gd name="connsiteX0-1" fmla="*/ 461727 w 6455121"/>
              <a:gd name="connsiteY0-2" fmla="*/ 452674 h 1475715"/>
              <a:gd name="connsiteX1-3" fmla="*/ 4363770 w 6455121"/>
              <a:gd name="connsiteY1-4" fmla="*/ 0 h 1475715"/>
              <a:gd name="connsiteX2-5" fmla="*/ 6455121 w 6455121"/>
              <a:gd name="connsiteY2-6" fmla="*/ 1457608 h 1475715"/>
              <a:gd name="connsiteX3-7" fmla="*/ 0 w 6455121"/>
              <a:gd name="connsiteY3-8" fmla="*/ 1475715 h 1475715"/>
              <a:gd name="connsiteX4-9" fmla="*/ 461727 w 6455121"/>
              <a:gd name="connsiteY4-10" fmla="*/ 452674 h 1475715"/>
              <a:gd name="connsiteX0-11" fmla="*/ 461727 w 6455121"/>
              <a:gd name="connsiteY0-12" fmla="*/ 27161 h 1050202"/>
              <a:gd name="connsiteX1-13" fmla="*/ 1928388 w 6455121"/>
              <a:gd name="connsiteY1-14" fmla="*/ 0 h 1050202"/>
              <a:gd name="connsiteX2-15" fmla="*/ 6455121 w 6455121"/>
              <a:gd name="connsiteY2-16" fmla="*/ 1032095 h 1050202"/>
              <a:gd name="connsiteX3-17" fmla="*/ 0 w 6455121"/>
              <a:gd name="connsiteY3-18" fmla="*/ 1050202 h 1050202"/>
              <a:gd name="connsiteX4-19" fmla="*/ 461727 w 6455121"/>
              <a:gd name="connsiteY4-20" fmla="*/ 27161 h 1050202"/>
              <a:gd name="connsiteX0-21" fmla="*/ 461727 w 6455121"/>
              <a:gd name="connsiteY0-22" fmla="*/ 27161 h 1050202"/>
              <a:gd name="connsiteX1-23" fmla="*/ 1928388 w 6455121"/>
              <a:gd name="connsiteY1-24" fmla="*/ 0 h 1050202"/>
              <a:gd name="connsiteX2-25" fmla="*/ 6455121 w 6455121"/>
              <a:gd name="connsiteY2-26" fmla="*/ 1032095 h 1050202"/>
              <a:gd name="connsiteX3-27" fmla="*/ 0 w 6455121"/>
              <a:gd name="connsiteY3-28" fmla="*/ 1050202 h 1050202"/>
              <a:gd name="connsiteX4-29" fmla="*/ 461727 w 6455121"/>
              <a:gd name="connsiteY4-30" fmla="*/ 27161 h 1050202"/>
              <a:gd name="connsiteX0-31" fmla="*/ 0 w 6546561"/>
              <a:gd name="connsiteY0-32" fmla="*/ 1050202 h 1123535"/>
              <a:gd name="connsiteX1-33" fmla="*/ 461727 w 6546561"/>
              <a:gd name="connsiteY1-34" fmla="*/ 27161 h 1123535"/>
              <a:gd name="connsiteX2-35" fmla="*/ 1928388 w 6546561"/>
              <a:gd name="connsiteY2-36" fmla="*/ 0 h 1123535"/>
              <a:gd name="connsiteX3-37" fmla="*/ 6546561 w 6546561"/>
              <a:gd name="connsiteY3-38" fmla="*/ 1123535 h 1123535"/>
              <a:gd name="connsiteX0-39" fmla="*/ 0 w 6591828"/>
              <a:gd name="connsiteY0-40" fmla="*/ 896293 h 1123535"/>
              <a:gd name="connsiteX1-41" fmla="*/ 506994 w 6591828"/>
              <a:gd name="connsiteY1-42" fmla="*/ 27161 h 1123535"/>
              <a:gd name="connsiteX2-43" fmla="*/ 1973655 w 6591828"/>
              <a:gd name="connsiteY2-44" fmla="*/ 0 h 1123535"/>
              <a:gd name="connsiteX3-45" fmla="*/ 6591828 w 6591828"/>
              <a:gd name="connsiteY3-46" fmla="*/ 1123535 h 1123535"/>
              <a:gd name="connsiteX0-47" fmla="*/ 0 w 6102941"/>
              <a:gd name="connsiteY0-48" fmla="*/ 896293 h 942466"/>
              <a:gd name="connsiteX1-49" fmla="*/ 506994 w 6102941"/>
              <a:gd name="connsiteY1-50" fmla="*/ 27161 h 942466"/>
              <a:gd name="connsiteX2-51" fmla="*/ 1973655 w 6102941"/>
              <a:gd name="connsiteY2-52" fmla="*/ 0 h 942466"/>
              <a:gd name="connsiteX3-53" fmla="*/ 6102941 w 6102941"/>
              <a:gd name="connsiteY3-54" fmla="*/ 942466 h 942466"/>
              <a:gd name="connsiteX0-55" fmla="*/ 0 w 6102941"/>
              <a:gd name="connsiteY0-56" fmla="*/ 869132 h 915305"/>
              <a:gd name="connsiteX1-57" fmla="*/ 506994 w 6102941"/>
              <a:gd name="connsiteY1-58" fmla="*/ 0 h 915305"/>
              <a:gd name="connsiteX2-59" fmla="*/ 2055136 w 6102941"/>
              <a:gd name="connsiteY2-60" fmla="*/ 9053 h 915305"/>
              <a:gd name="connsiteX3-61" fmla="*/ 6102941 w 6102941"/>
              <a:gd name="connsiteY3-62" fmla="*/ 915305 h 915305"/>
              <a:gd name="connsiteX0-63" fmla="*/ 0 w 6166315"/>
              <a:gd name="connsiteY0-64" fmla="*/ 860079 h 915305"/>
              <a:gd name="connsiteX1-65" fmla="*/ 570368 w 6166315"/>
              <a:gd name="connsiteY1-66" fmla="*/ 0 h 915305"/>
              <a:gd name="connsiteX2-67" fmla="*/ 2118510 w 6166315"/>
              <a:gd name="connsiteY2-68" fmla="*/ 9053 h 915305"/>
              <a:gd name="connsiteX3-69" fmla="*/ 6166315 w 6166315"/>
              <a:gd name="connsiteY3-70" fmla="*/ 915305 h 91530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6166315" h="915305">
                <a:moveTo>
                  <a:pt x="0" y="860079"/>
                </a:moveTo>
                <a:lnTo>
                  <a:pt x="570368" y="0"/>
                </a:lnTo>
                <a:lnTo>
                  <a:pt x="2118510" y="9053"/>
                </a:lnTo>
                <a:lnTo>
                  <a:pt x="6166315" y="915305"/>
                </a:lnTo>
              </a:path>
            </a:pathLst>
          </a:custGeom>
          <a:gradFill flip="none" rotWithShape="1">
            <a:gsLst>
              <a:gs pos="0">
                <a:schemeClr val="tx1"/>
              </a:gs>
              <a:gs pos="50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31" name="Freeform 71"/>
          <p:cNvSpPr>
            <a:spLocks noChangeAspect="1"/>
          </p:cNvSpPr>
          <p:nvPr/>
        </p:nvSpPr>
        <p:spPr>
          <a:xfrm flipH="1">
            <a:off x="5873750" y="4321175"/>
            <a:ext cx="923925" cy="585788"/>
          </a:xfrm>
          <a:custGeom>
            <a:avLst/>
            <a:gdLst>
              <a:gd name="txL" fmla="*/ 0 w 1089"/>
              <a:gd name="txT" fmla="*/ 0 h 780"/>
              <a:gd name="txR" fmla="*/ 1089 w 1089"/>
              <a:gd name="txB" fmla="*/ 780 h 78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9" h="780">
                <a:moveTo>
                  <a:pt x="302" y="660"/>
                </a:moveTo>
                <a:cubicBezTo>
                  <a:pt x="292" y="714"/>
                  <a:pt x="238" y="753"/>
                  <a:pt x="149" y="780"/>
                </a:cubicBezTo>
                <a:cubicBezTo>
                  <a:pt x="292" y="780"/>
                  <a:pt x="337" y="738"/>
                  <a:pt x="393" y="681"/>
                </a:cubicBezTo>
                <a:cubicBezTo>
                  <a:pt x="832" y="738"/>
                  <a:pt x="1047" y="531"/>
                  <a:pt x="1068" y="369"/>
                </a:cubicBezTo>
                <a:cubicBezTo>
                  <a:pt x="1089" y="207"/>
                  <a:pt x="891" y="0"/>
                  <a:pt x="532" y="1"/>
                </a:cubicBezTo>
                <a:cubicBezTo>
                  <a:pt x="173" y="2"/>
                  <a:pt x="2" y="209"/>
                  <a:pt x="1" y="330"/>
                </a:cubicBezTo>
                <a:cubicBezTo>
                  <a:pt x="0" y="451"/>
                  <a:pt x="62" y="573"/>
                  <a:pt x="302" y="660"/>
                </a:cubicBez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32" name="Text Box 74"/>
          <p:cNvSpPr txBox="1">
            <a:spLocks noChangeAspect="1"/>
          </p:cNvSpPr>
          <p:nvPr/>
        </p:nvSpPr>
        <p:spPr>
          <a:xfrm>
            <a:off x="1006475" y="4244975"/>
            <a:ext cx="844550" cy="277813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Interface for </a:t>
            </a:r>
            <a:r>
              <a:rPr lang="en-US" altLang="en-US" sz="900" i="1" dirty="0">
                <a:latin typeface="Arial" panose="020B0604020202020204" pitchFamily="34" charset="0"/>
              </a:rPr>
              <a:t>what</a:t>
            </a:r>
            <a:r>
              <a:rPr lang="en-US" altLang="en-US" sz="900" dirty="0">
                <a:latin typeface="Arial" panose="020B0604020202020204" pitchFamily="34" charset="0"/>
              </a:rPr>
              <a:t> functions?</a:t>
            </a: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9233" name="Text Box 88"/>
          <p:cNvSpPr txBox="1">
            <a:spLocks noChangeAspect="1"/>
          </p:cNvSpPr>
          <p:nvPr/>
        </p:nvSpPr>
        <p:spPr>
          <a:xfrm>
            <a:off x="6010275" y="4440238"/>
            <a:ext cx="652463" cy="276225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</a:rPr>
              <a:t>What to write about?</a:t>
            </a: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9234" name="Freeform 70"/>
          <p:cNvSpPr>
            <a:spLocks noChangeAspect="1"/>
          </p:cNvSpPr>
          <p:nvPr/>
        </p:nvSpPr>
        <p:spPr>
          <a:xfrm flipH="1">
            <a:off x="1897063" y="3810000"/>
            <a:ext cx="1546225" cy="990600"/>
          </a:xfrm>
          <a:custGeom>
            <a:avLst/>
            <a:gdLst>
              <a:gd name="txL" fmla="*/ 0 w 1094"/>
              <a:gd name="txT" fmla="*/ 0 h 832"/>
              <a:gd name="txR" fmla="*/ 1094 w 1094"/>
              <a:gd name="txB" fmla="*/ 832 h 832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94" h="832">
                <a:moveTo>
                  <a:pt x="497" y="691"/>
                </a:moveTo>
                <a:cubicBezTo>
                  <a:pt x="444" y="765"/>
                  <a:pt x="438" y="767"/>
                  <a:pt x="340" y="832"/>
                </a:cubicBezTo>
                <a:cubicBezTo>
                  <a:pt x="461" y="789"/>
                  <a:pt x="489" y="777"/>
                  <a:pt x="566" y="694"/>
                </a:cubicBezTo>
                <a:cubicBezTo>
                  <a:pt x="1061" y="694"/>
                  <a:pt x="1094" y="443"/>
                  <a:pt x="1078" y="297"/>
                </a:cubicBezTo>
                <a:cubicBezTo>
                  <a:pt x="1062" y="151"/>
                  <a:pt x="903" y="0"/>
                  <a:pt x="534" y="0"/>
                </a:cubicBezTo>
                <a:cubicBezTo>
                  <a:pt x="165" y="0"/>
                  <a:pt x="30" y="165"/>
                  <a:pt x="15" y="301"/>
                </a:cubicBezTo>
                <a:cubicBezTo>
                  <a:pt x="0" y="437"/>
                  <a:pt x="23" y="691"/>
                  <a:pt x="497" y="691"/>
                </a:cubicBez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35" name="Text Box 74"/>
          <p:cNvSpPr txBox="1">
            <a:spLocks noChangeAspect="1"/>
          </p:cNvSpPr>
          <p:nvPr/>
        </p:nvSpPr>
        <p:spPr>
          <a:xfrm>
            <a:off x="2246313" y="3878263"/>
            <a:ext cx="909637" cy="692150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Function-1: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     { description }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Function-2: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     { description }</a:t>
            </a:r>
            <a:endParaRPr lang="en-US" altLang="en-US" sz="900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…</a:t>
            </a: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9236" name="Freeform 71"/>
          <p:cNvSpPr>
            <a:spLocks noChangeAspect="1"/>
          </p:cNvSpPr>
          <p:nvPr/>
        </p:nvSpPr>
        <p:spPr>
          <a:xfrm>
            <a:off x="930275" y="4121150"/>
            <a:ext cx="923925" cy="585788"/>
          </a:xfrm>
          <a:custGeom>
            <a:avLst/>
            <a:gdLst>
              <a:gd name="txL" fmla="*/ 0 w 1089"/>
              <a:gd name="txT" fmla="*/ 0 h 780"/>
              <a:gd name="txR" fmla="*/ 1089 w 1089"/>
              <a:gd name="txB" fmla="*/ 780 h 78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9" h="780">
                <a:moveTo>
                  <a:pt x="302" y="660"/>
                </a:moveTo>
                <a:cubicBezTo>
                  <a:pt x="292" y="714"/>
                  <a:pt x="238" y="753"/>
                  <a:pt x="149" y="780"/>
                </a:cubicBezTo>
                <a:cubicBezTo>
                  <a:pt x="292" y="780"/>
                  <a:pt x="337" y="738"/>
                  <a:pt x="393" y="681"/>
                </a:cubicBezTo>
                <a:cubicBezTo>
                  <a:pt x="832" y="738"/>
                  <a:pt x="1047" y="531"/>
                  <a:pt x="1068" y="369"/>
                </a:cubicBezTo>
                <a:cubicBezTo>
                  <a:pt x="1089" y="207"/>
                  <a:pt x="891" y="0"/>
                  <a:pt x="532" y="1"/>
                </a:cubicBezTo>
                <a:cubicBezTo>
                  <a:pt x="173" y="2"/>
                  <a:pt x="2" y="209"/>
                  <a:pt x="1" y="330"/>
                </a:cubicBezTo>
                <a:cubicBezTo>
                  <a:pt x="0" y="451"/>
                  <a:pt x="62" y="573"/>
                  <a:pt x="302" y="660"/>
                </a:cubicBez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9237" name="Text Box 74"/>
          <p:cNvSpPr txBox="1">
            <a:spLocks noChangeAspect="1"/>
          </p:cNvSpPr>
          <p:nvPr/>
        </p:nvSpPr>
        <p:spPr>
          <a:xfrm>
            <a:off x="4054475" y="4233863"/>
            <a:ext cx="603250" cy="277812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Tables for </a:t>
            </a:r>
            <a:r>
              <a:rPr lang="en-US" altLang="en-US" sz="900" i="1" dirty="0">
                <a:latin typeface="Arial" panose="020B0604020202020204" pitchFamily="34" charset="0"/>
              </a:rPr>
              <a:t>what</a:t>
            </a:r>
            <a:r>
              <a:rPr lang="en-US" altLang="en-US" sz="900" dirty="0">
                <a:latin typeface="Arial" panose="020B0604020202020204" pitchFamily="34" charset="0"/>
              </a:rPr>
              <a:t> data?</a:t>
            </a: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9238" name="Freeform 71"/>
          <p:cNvSpPr>
            <a:spLocks noChangeAspect="1"/>
          </p:cNvSpPr>
          <p:nvPr/>
        </p:nvSpPr>
        <p:spPr>
          <a:xfrm flipH="1">
            <a:off x="3894138" y="4119563"/>
            <a:ext cx="923925" cy="585787"/>
          </a:xfrm>
          <a:custGeom>
            <a:avLst/>
            <a:gdLst>
              <a:gd name="txL" fmla="*/ 0 w 1089"/>
              <a:gd name="txT" fmla="*/ 0 h 780"/>
              <a:gd name="txR" fmla="*/ 1089 w 1089"/>
              <a:gd name="txB" fmla="*/ 780 h 78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9" h="780">
                <a:moveTo>
                  <a:pt x="302" y="660"/>
                </a:moveTo>
                <a:cubicBezTo>
                  <a:pt x="292" y="714"/>
                  <a:pt x="238" y="753"/>
                  <a:pt x="149" y="780"/>
                </a:cubicBezTo>
                <a:cubicBezTo>
                  <a:pt x="292" y="780"/>
                  <a:pt x="337" y="738"/>
                  <a:pt x="393" y="681"/>
                </a:cubicBezTo>
                <a:cubicBezTo>
                  <a:pt x="832" y="738"/>
                  <a:pt x="1047" y="531"/>
                  <a:pt x="1068" y="369"/>
                </a:cubicBezTo>
                <a:cubicBezTo>
                  <a:pt x="1089" y="207"/>
                  <a:pt x="891" y="0"/>
                  <a:pt x="532" y="1"/>
                </a:cubicBezTo>
                <a:cubicBezTo>
                  <a:pt x="173" y="2"/>
                  <a:pt x="2" y="209"/>
                  <a:pt x="1" y="330"/>
                </a:cubicBezTo>
                <a:cubicBezTo>
                  <a:pt x="0" y="451"/>
                  <a:pt x="62" y="573"/>
                  <a:pt x="302" y="660"/>
                </a:cubicBez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9239" name="Group 137"/>
          <p:cNvGrpSpPr>
            <a:grpSpLocks noChangeAspect="1"/>
          </p:cNvGrpSpPr>
          <p:nvPr/>
        </p:nvGrpSpPr>
        <p:grpSpPr>
          <a:xfrm>
            <a:off x="2478088" y="5410200"/>
            <a:ext cx="847725" cy="779463"/>
            <a:chOff x="1095681" y="1394520"/>
            <a:chExt cx="5185339" cy="4775398"/>
          </a:xfrm>
        </p:grpSpPr>
        <p:sp>
          <p:nvSpPr>
            <p:cNvPr id="139" name="Oval 138"/>
            <p:cNvSpPr>
              <a:spLocks noChangeAspect="1"/>
            </p:cNvSpPr>
            <p:nvPr/>
          </p:nvSpPr>
          <p:spPr>
            <a:xfrm>
              <a:off x="2455133" y="4059404"/>
              <a:ext cx="747696" cy="74889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0" name="Oval 139"/>
            <p:cNvSpPr>
              <a:spLocks noChangeAspect="1"/>
            </p:cNvSpPr>
            <p:nvPr/>
          </p:nvSpPr>
          <p:spPr>
            <a:xfrm>
              <a:off x="4707940" y="2425461"/>
              <a:ext cx="534067" cy="54464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Freeform 140"/>
            <p:cNvSpPr>
              <a:spLocks noChangeAspect="1"/>
            </p:cNvSpPr>
            <p:nvPr/>
          </p:nvSpPr>
          <p:spPr>
            <a:xfrm>
              <a:off x="1095681" y="2707514"/>
              <a:ext cx="3456893" cy="3462404"/>
            </a:xfrm>
            <a:custGeom>
              <a:avLst/>
              <a:gdLst>
                <a:gd name="connsiteX0" fmla="*/ 300037 w 1343025"/>
                <a:gd name="connsiteY0" fmla="*/ 326231 h 1343025"/>
                <a:gd name="connsiteX1" fmla="*/ 431006 w 1343025"/>
                <a:gd name="connsiteY1" fmla="*/ 226218 h 1343025"/>
                <a:gd name="connsiteX2" fmla="*/ 378618 w 1343025"/>
                <a:gd name="connsiteY2" fmla="*/ 61912 h 1343025"/>
                <a:gd name="connsiteX3" fmla="*/ 602456 w 1343025"/>
                <a:gd name="connsiteY3" fmla="*/ 0 h 1343025"/>
                <a:gd name="connsiteX4" fmla="*/ 652462 w 1343025"/>
                <a:gd name="connsiteY4" fmla="*/ 171450 h 1343025"/>
                <a:gd name="connsiteX5" fmla="*/ 816768 w 1343025"/>
                <a:gd name="connsiteY5" fmla="*/ 185737 h 1343025"/>
                <a:gd name="connsiteX6" fmla="*/ 900112 w 1343025"/>
                <a:gd name="connsiteY6" fmla="*/ 40481 h 1343025"/>
                <a:gd name="connsiteX7" fmla="*/ 1104900 w 1343025"/>
                <a:gd name="connsiteY7" fmla="*/ 150018 h 1343025"/>
                <a:gd name="connsiteX8" fmla="*/ 1014412 w 1343025"/>
                <a:gd name="connsiteY8" fmla="*/ 295275 h 1343025"/>
                <a:gd name="connsiteX9" fmla="*/ 1119187 w 1343025"/>
                <a:gd name="connsiteY9" fmla="*/ 431006 h 1343025"/>
                <a:gd name="connsiteX10" fmla="*/ 1281112 w 1343025"/>
                <a:gd name="connsiteY10" fmla="*/ 373856 h 1343025"/>
                <a:gd name="connsiteX11" fmla="*/ 1343025 w 1343025"/>
                <a:gd name="connsiteY11" fmla="*/ 602456 h 1343025"/>
                <a:gd name="connsiteX12" fmla="*/ 1173956 w 1343025"/>
                <a:gd name="connsiteY12" fmla="*/ 645318 h 1343025"/>
                <a:gd name="connsiteX13" fmla="*/ 1157287 w 1343025"/>
                <a:gd name="connsiteY13" fmla="*/ 812006 h 1343025"/>
                <a:gd name="connsiteX14" fmla="*/ 1307306 w 1343025"/>
                <a:gd name="connsiteY14" fmla="*/ 892968 h 1343025"/>
                <a:gd name="connsiteX15" fmla="*/ 1193006 w 1343025"/>
                <a:gd name="connsiteY15" fmla="*/ 1097756 h 1343025"/>
                <a:gd name="connsiteX16" fmla="*/ 1040606 w 1343025"/>
                <a:gd name="connsiteY16" fmla="*/ 1009650 h 1343025"/>
                <a:gd name="connsiteX17" fmla="*/ 919162 w 1343025"/>
                <a:gd name="connsiteY17" fmla="*/ 1112043 h 1343025"/>
                <a:gd name="connsiteX18" fmla="*/ 973931 w 1343025"/>
                <a:gd name="connsiteY18" fmla="*/ 1276350 h 1343025"/>
                <a:gd name="connsiteX19" fmla="*/ 745331 w 1343025"/>
                <a:gd name="connsiteY19" fmla="*/ 1343025 h 1343025"/>
                <a:gd name="connsiteX20" fmla="*/ 695325 w 1343025"/>
                <a:gd name="connsiteY20" fmla="*/ 1171575 h 1343025"/>
                <a:gd name="connsiteX21" fmla="*/ 535781 w 1343025"/>
                <a:gd name="connsiteY21" fmla="*/ 1157287 h 1343025"/>
                <a:gd name="connsiteX22" fmla="*/ 452437 w 1343025"/>
                <a:gd name="connsiteY22" fmla="*/ 1304925 h 1343025"/>
                <a:gd name="connsiteX23" fmla="*/ 245268 w 1343025"/>
                <a:gd name="connsiteY23" fmla="*/ 1193006 h 1343025"/>
                <a:gd name="connsiteX24" fmla="*/ 333375 w 1343025"/>
                <a:gd name="connsiteY24" fmla="*/ 1042987 h 1343025"/>
                <a:gd name="connsiteX25" fmla="*/ 226218 w 1343025"/>
                <a:gd name="connsiteY25" fmla="*/ 909637 h 1343025"/>
                <a:gd name="connsiteX26" fmla="*/ 59531 w 1343025"/>
                <a:gd name="connsiteY26" fmla="*/ 964406 h 1343025"/>
                <a:gd name="connsiteX27" fmla="*/ 0 w 1343025"/>
                <a:gd name="connsiteY27" fmla="*/ 733425 h 1343025"/>
                <a:gd name="connsiteX28" fmla="*/ 173831 w 1343025"/>
                <a:gd name="connsiteY28" fmla="*/ 692943 h 1343025"/>
                <a:gd name="connsiteX29" fmla="*/ 190500 w 1343025"/>
                <a:gd name="connsiteY29" fmla="*/ 521493 h 1343025"/>
                <a:gd name="connsiteX30" fmla="*/ 35718 w 1343025"/>
                <a:gd name="connsiteY30" fmla="*/ 440531 h 1343025"/>
                <a:gd name="connsiteX31" fmla="*/ 154781 w 1343025"/>
                <a:gd name="connsiteY31" fmla="*/ 242887 h 1343025"/>
                <a:gd name="connsiteX32" fmla="*/ 300037 w 1343025"/>
                <a:gd name="connsiteY32" fmla="*/ 326231 h 1343025"/>
                <a:gd name="connsiteX0-1" fmla="*/ 300037 w 1343025"/>
                <a:gd name="connsiteY0-2" fmla="*/ 326231 h 1343025"/>
                <a:gd name="connsiteX1-3" fmla="*/ 431006 w 1343025"/>
                <a:gd name="connsiteY1-4" fmla="*/ 226218 h 1343025"/>
                <a:gd name="connsiteX2-5" fmla="*/ 378618 w 1343025"/>
                <a:gd name="connsiteY2-6" fmla="*/ 61912 h 1343025"/>
                <a:gd name="connsiteX3-7" fmla="*/ 602456 w 1343025"/>
                <a:gd name="connsiteY3-8" fmla="*/ 0 h 1343025"/>
                <a:gd name="connsiteX4-9" fmla="*/ 652462 w 1343025"/>
                <a:gd name="connsiteY4-10" fmla="*/ 171450 h 1343025"/>
                <a:gd name="connsiteX5-11" fmla="*/ 816768 w 1343025"/>
                <a:gd name="connsiteY5-12" fmla="*/ 185737 h 1343025"/>
                <a:gd name="connsiteX6-13" fmla="*/ 900112 w 1343025"/>
                <a:gd name="connsiteY6-14" fmla="*/ 40481 h 1343025"/>
                <a:gd name="connsiteX7-15" fmla="*/ 1104900 w 1343025"/>
                <a:gd name="connsiteY7-16" fmla="*/ 150018 h 1343025"/>
                <a:gd name="connsiteX8-17" fmla="*/ 1014412 w 1343025"/>
                <a:gd name="connsiteY8-18" fmla="*/ 295275 h 1343025"/>
                <a:gd name="connsiteX9-19" fmla="*/ 1119187 w 1343025"/>
                <a:gd name="connsiteY9-20" fmla="*/ 431006 h 1343025"/>
                <a:gd name="connsiteX10-21" fmla="*/ 1281112 w 1343025"/>
                <a:gd name="connsiteY10-22" fmla="*/ 373856 h 1343025"/>
                <a:gd name="connsiteX11-23" fmla="*/ 1343025 w 1343025"/>
                <a:gd name="connsiteY11-24" fmla="*/ 602456 h 1343025"/>
                <a:gd name="connsiteX12-25" fmla="*/ 1173956 w 1343025"/>
                <a:gd name="connsiteY12-26" fmla="*/ 645318 h 1343025"/>
                <a:gd name="connsiteX13-27" fmla="*/ 1157287 w 1343025"/>
                <a:gd name="connsiteY13-28" fmla="*/ 812006 h 1343025"/>
                <a:gd name="connsiteX14-29" fmla="*/ 1307306 w 1343025"/>
                <a:gd name="connsiteY14-30" fmla="*/ 892968 h 1343025"/>
                <a:gd name="connsiteX15-31" fmla="*/ 1193006 w 1343025"/>
                <a:gd name="connsiteY15-32" fmla="*/ 1097756 h 1343025"/>
                <a:gd name="connsiteX16-33" fmla="*/ 1040606 w 1343025"/>
                <a:gd name="connsiteY16-34" fmla="*/ 1009650 h 1343025"/>
                <a:gd name="connsiteX17-35" fmla="*/ 919162 w 1343025"/>
                <a:gd name="connsiteY17-36" fmla="*/ 1112043 h 1343025"/>
                <a:gd name="connsiteX18-37" fmla="*/ 973931 w 1343025"/>
                <a:gd name="connsiteY18-38" fmla="*/ 1276350 h 1343025"/>
                <a:gd name="connsiteX19-39" fmla="*/ 745331 w 1343025"/>
                <a:gd name="connsiteY19-40" fmla="*/ 1343025 h 1343025"/>
                <a:gd name="connsiteX20-41" fmla="*/ 695325 w 1343025"/>
                <a:gd name="connsiteY20-42" fmla="*/ 1171575 h 1343025"/>
                <a:gd name="connsiteX21-43" fmla="*/ 535781 w 1343025"/>
                <a:gd name="connsiteY21-44" fmla="*/ 1157287 h 1343025"/>
                <a:gd name="connsiteX22-45" fmla="*/ 452437 w 1343025"/>
                <a:gd name="connsiteY22-46" fmla="*/ 1304925 h 1343025"/>
                <a:gd name="connsiteX23-47" fmla="*/ 245268 w 1343025"/>
                <a:gd name="connsiteY23-48" fmla="*/ 1193006 h 1343025"/>
                <a:gd name="connsiteX24-49" fmla="*/ 333375 w 1343025"/>
                <a:gd name="connsiteY24-50" fmla="*/ 1042987 h 1343025"/>
                <a:gd name="connsiteX25-51" fmla="*/ 226218 w 1343025"/>
                <a:gd name="connsiteY25-52" fmla="*/ 909637 h 1343025"/>
                <a:gd name="connsiteX26-53" fmla="*/ 59531 w 1343025"/>
                <a:gd name="connsiteY26-54" fmla="*/ 964406 h 1343025"/>
                <a:gd name="connsiteX27-55" fmla="*/ 0 w 1343025"/>
                <a:gd name="connsiteY27-56" fmla="*/ 733425 h 1343025"/>
                <a:gd name="connsiteX28-57" fmla="*/ 173831 w 1343025"/>
                <a:gd name="connsiteY28-58" fmla="*/ 692943 h 1343025"/>
                <a:gd name="connsiteX29-59" fmla="*/ 190500 w 1343025"/>
                <a:gd name="connsiteY29-60" fmla="*/ 521493 h 1343025"/>
                <a:gd name="connsiteX30-61" fmla="*/ 35718 w 1343025"/>
                <a:gd name="connsiteY30-62" fmla="*/ 440531 h 1343025"/>
                <a:gd name="connsiteX31-63" fmla="*/ 154781 w 1343025"/>
                <a:gd name="connsiteY31-64" fmla="*/ 242887 h 1343025"/>
                <a:gd name="connsiteX32-65" fmla="*/ 300037 w 1343025"/>
                <a:gd name="connsiteY32-66" fmla="*/ 326231 h 1343025"/>
                <a:gd name="connsiteX0-67" fmla="*/ 300037 w 1343025"/>
                <a:gd name="connsiteY0-68" fmla="*/ 326231 h 1343025"/>
                <a:gd name="connsiteX1-69" fmla="*/ 431006 w 1343025"/>
                <a:gd name="connsiteY1-70" fmla="*/ 226218 h 1343025"/>
                <a:gd name="connsiteX2-71" fmla="*/ 378618 w 1343025"/>
                <a:gd name="connsiteY2-72" fmla="*/ 61912 h 1343025"/>
                <a:gd name="connsiteX3-73" fmla="*/ 602456 w 1343025"/>
                <a:gd name="connsiteY3-74" fmla="*/ 0 h 1343025"/>
                <a:gd name="connsiteX4-75" fmla="*/ 652462 w 1343025"/>
                <a:gd name="connsiteY4-76" fmla="*/ 171450 h 1343025"/>
                <a:gd name="connsiteX5-77" fmla="*/ 816768 w 1343025"/>
                <a:gd name="connsiteY5-78" fmla="*/ 185737 h 1343025"/>
                <a:gd name="connsiteX6-79" fmla="*/ 900112 w 1343025"/>
                <a:gd name="connsiteY6-80" fmla="*/ 40481 h 1343025"/>
                <a:gd name="connsiteX7-81" fmla="*/ 1104900 w 1343025"/>
                <a:gd name="connsiteY7-82" fmla="*/ 150018 h 1343025"/>
                <a:gd name="connsiteX8-83" fmla="*/ 1014412 w 1343025"/>
                <a:gd name="connsiteY8-84" fmla="*/ 295275 h 1343025"/>
                <a:gd name="connsiteX9-85" fmla="*/ 1119187 w 1343025"/>
                <a:gd name="connsiteY9-86" fmla="*/ 431006 h 1343025"/>
                <a:gd name="connsiteX10-87" fmla="*/ 1281112 w 1343025"/>
                <a:gd name="connsiteY10-88" fmla="*/ 373856 h 1343025"/>
                <a:gd name="connsiteX11-89" fmla="*/ 1343025 w 1343025"/>
                <a:gd name="connsiteY11-90" fmla="*/ 602456 h 1343025"/>
                <a:gd name="connsiteX12-91" fmla="*/ 1173956 w 1343025"/>
                <a:gd name="connsiteY12-92" fmla="*/ 645318 h 1343025"/>
                <a:gd name="connsiteX13-93" fmla="*/ 1157287 w 1343025"/>
                <a:gd name="connsiteY13-94" fmla="*/ 812006 h 1343025"/>
                <a:gd name="connsiteX14-95" fmla="*/ 1307306 w 1343025"/>
                <a:gd name="connsiteY14-96" fmla="*/ 892968 h 1343025"/>
                <a:gd name="connsiteX15-97" fmla="*/ 1193006 w 1343025"/>
                <a:gd name="connsiteY15-98" fmla="*/ 1097756 h 1343025"/>
                <a:gd name="connsiteX16-99" fmla="*/ 1040606 w 1343025"/>
                <a:gd name="connsiteY16-100" fmla="*/ 1009650 h 1343025"/>
                <a:gd name="connsiteX17-101" fmla="*/ 919162 w 1343025"/>
                <a:gd name="connsiteY17-102" fmla="*/ 1112043 h 1343025"/>
                <a:gd name="connsiteX18-103" fmla="*/ 973931 w 1343025"/>
                <a:gd name="connsiteY18-104" fmla="*/ 1276350 h 1343025"/>
                <a:gd name="connsiteX19-105" fmla="*/ 745331 w 1343025"/>
                <a:gd name="connsiteY19-106" fmla="*/ 1343025 h 1343025"/>
                <a:gd name="connsiteX20-107" fmla="*/ 695325 w 1343025"/>
                <a:gd name="connsiteY20-108" fmla="*/ 1171575 h 1343025"/>
                <a:gd name="connsiteX21-109" fmla="*/ 535781 w 1343025"/>
                <a:gd name="connsiteY21-110" fmla="*/ 1157287 h 1343025"/>
                <a:gd name="connsiteX22-111" fmla="*/ 452437 w 1343025"/>
                <a:gd name="connsiteY22-112" fmla="*/ 1304925 h 1343025"/>
                <a:gd name="connsiteX23-113" fmla="*/ 245268 w 1343025"/>
                <a:gd name="connsiteY23-114" fmla="*/ 1193006 h 1343025"/>
                <a:gd name="connsiteX24-115" fmla="*/ 333375 w 1343025"/>
                <a:gd name="connsiteY24-116" fmla="*/ 1042987 h 1343025"/>
                <a:gd name="connsiteX25-117" fmla="*/ 226218 w 1343025"/>
                <a:gd name="connsiteY25-118" fmla="*/ 909637 h 1343025"/>
                <a:gd name="connsiteX26-119" fmla="*/ 59531 w 1343025"/>
                <a:gd name="connsiteY26-120" fmla="*/ 964406 h 1343025"/>
                <a:gd name="connsiteX27-121" fmla="*/ 0 w 1343025"/>
                <a:gd name="connsiteY27-122" fmla="*/ 733425 h 1343025"/>
                <a:gd name="connsiteX28-123" fmla="*/ 173831 w 1343025"/>
                <a:gd name="connsiteY28-124" fmla="*/ 692943 h 1343025"/>
                <a:gd name="connsiteX29-125" fmla="*/ 190500 w 1343025"/>
                <a:gd name="connsiteY29-126" fmla="*/ 521493 h 1343025"/>
                <a:gd name="connsiteX30-127" fmla="*/ 35718 w 1343025"/>
                <a:gd name="connsiteY30-128" fmla="*/ 440531 h 1343025"/>
                <a:gd name="connsiteX31-129" fmla="*/ 154781 w 1343025"/>
                <a:gd name="connsiteY31-130" fmla="*/ 242887 h 1343025"/>
                <a:gd name="connsiteX32-131" fmla="*/ 300037 w 1343025"/>
                <a:gd name="connsiteY32-132" fmla="*/ 326231 h 1343025"/>
                <a:gd name="connsiteX0-133" fmla="*/ 300037 w 1343025"/>
                <a:gd name="connsiteY0-134" fmla="*/ 326231 h 1343025"/>
                <a:gd name="connsiteX1-135" fmla="*/ 431006 w 1343025"/>
                <a:gd name="connsiteY1-136" fmla="*/ 226218 h 1343025"/>
                <a:gd name="connsiteX2-137" fmla="*/ 378618 w 1343025"/>
                <a:gd name="connsiteY2-138" fmla="*/ 61912 h 1343025"/>
                <a:gd name="connsiteX3-139" fmla="*/ 602456 w 1343025"/>
                <a:gd name="connsiteY3-140" fmla="*/ 0 h 1343025"/>
                <a:gd name="connsiteX4-141" fmla="*/ 652462 w 1343025"/>
                <a:gd name="connsiteY4-142" fmla="*/ 171450 h 1343025"/>
                <a:gd name="connsiteX5-143" fmla="*/ 816768 w 1343025"/>
                <a:gd name="connsiteY5-144" fmla="*/ 185737 h 1343025"/>
                <a:gd name="connsiteX6-145" fmla="*/ 900112 w 1343025"/>
                <a:gd name="connsiteY6-146" fmla="*/ 40481 h 1343025"/>
                <a:gd name="connsiteX7-147" fmla="*/ 1104900 w 1343025"/>
                <a:gd name="connsiteY7-148" fmla="*/ 150018 h 1343025"/>
                <a:gd name="connsiteX8-149" fmla="*/ 1014412 w 1343025"/>
                <a:gd name="connsiteY8-150" fmla="*/ 295275 h 1343025"/>
                <a:gd name="connsiteX9-151" fmla="*/ 1119187 w 1343025"/>
                <a:gd name="connsiteY9-152" fmla="*/ 431006 h 1343025"/>
                <a:gd name="connsiteX10-153" fmla="*/ 1281112 w 1343025"/>
                <a:gd name="connsiteY10-154" fmla="*/ 373856 h 1343025"/>
                <a:gd name="connsiteX11-155" fmla="*/ 1343025 w 1343025"/>
                <a:gd name="connsiteY11-156" fmla="*/ 602456 h 1343025"/>
                <a:gd name="connsiteX12-157" fmla="*/ 1173956 w 1343025"/>
                <a:gd name="connsiteY12-158" fmla="*/ 645318 h 1343025"/>
                <a:gd name="connsiteX13-159" fmla="*/ 1157287 w 1343025"/>
                <a:gd name="connsiteY13-160" fmla="*/ 812006 h 1343025"/>
                <a:gd name="connsiteX14-161" fmla="*/ 1307306 w 1343025"/>
                <a:gd name="connsiteY14-162" fmla="*/ 892968 h 1343025"/>
                <a:gd name="connsiteX15-163" fmla="*/ 1193006 w 1343025"/>
                <a:gd name="connsiteY15-164" fmla="*/ 1097756 h 1343025"/>
                <a:gd name="connsiteX16-165" fmla="*/ 1040606 w 1343025"/>
                <a:gd name="connsiteY16-166" fmla="*/ 1009650 h 1343025"/>
                <a:gd name="connsiteX17-167" fmla="*/ 919162 w 1343025"/>
                <a:gd name="connsiteY17-168" fmla="*/ 1112043 h 1343025"/>
                <a:gd name="connsiteX18-169" fmla="*/ 973931 w 1343025"/>
                <a:gd name="connsiteY18-170" fmla="*/ 1276350 h 1343025"/>
                <a:gd name="connsiteX19-171" fmla="*/ 745331 w 1343025"/>
                <a:gd name="connsiteY19-172" fmla="*/ 1343025 h 1343025"/>
                <a:gd name="connsiteX20-173" fmla="*/ 695325 w 1343025"/>
                <a:gd name="connsiteY20-174" fmla="*/ 1171575 h 1343025"/>
                <a:gd name="connsiteX21-175" fmla="*/ 535781 w 1343025"/>
                <a:gd name="connsiteY21-176" fmla="*/ 1157287 h 1343025"/>
                <a:gd name="connsiteX22-177" fmla="*/ 452437 w 1343025"/>
                <a:gd name="connsiteY22-178" fmla="*/ 1304925 h 1343025"/>
                <a:gd name="connsiteX23-179" fmla="*/ 245268 w 1343025"/>
                <a:gd name="connsiteY23-180" fmla="*/ 1193006 h 1343025"/>
                <a:gd name="connsiteX24-181" fmla="*/ 333375 w 1343025"/>
                <a:gd name="connsiteY24-182" fmla="*/ 1042987 h 1343025"/>
                <a:gd name="connsiteX25-183" fmla="*/ 226218 w 1343025"/>
                <a:gd name="connsiteY25-184" fmla="*/ 909637 h 1343025"/>
                <a:gd name="connsiteX26-185" fmla="*/ 59531 w 1343025"/>
                <a:gd name="connsiteY26-186" fmla="*/ 964406 h 1343025"/>
                <a:gd name="connsiteX27-187" fmla="*/ 0 w 1343025"/>
                <a:gd name="connsiteY27-188" fmla="*/ 733425 h 1343025"/>
                <a:gd name="connsiteX28-189" fmla="*/ 173831 w 1343025"/>
                <a:gd name="connsiteY28-190" fmla="*/ 692943 h 1343025"/>
                <a:gd name="connsiteX29-191" fmla="*/ 190500 w 1343025"/>
                <a:gd name="connsiteY29-192" fmla="*/ 521493 h 1343025"/>
                <a:gd name="connsiteX30-193" fmla="*/ 35718 w 1343025"/>
                <a:gd name="connsiteY30-194" fmla="*/ 440531 h 1343025"/>
                <a:gd name="connsiteX31-195" fmla="*/ 154781 w 1343025"/>
                <a:gd name="connsiteY31-196" fmla="*/ 242887 h 1343025"/>
                <a:gd name="connsiteX32-197" fmla="*/ 300037 w 1343025"/>
                <a:gd name="connsiteY32-198" fmla="*/ 326231 h 1343025"/>
                <a:gd name="connsiteX0-199" fmla="*/ 300037 w 1343025"/>
                <a:gd name="connsiteY0-200" fmla="*/ 326231 h 1343025"/>
                <a:gd name="connsiteX1-201" fmla="*/ 431006 w 1343025"/>
                <a:gd name="connsiteY1-202" fmla="*/ 226218 h 1343025"/>
                <a:gd name="connsiteX2-203" fmla="*/ 378618 w 1343025"/>
                <a:gd name="connsiteY2-204" fmla="*/ 61912 h 1343025"/>
                <a:gd name="connsiteX3-205" fmla="*/ 602456 w 1343025"/>
                <a:gd name="connsiteY3-206" fmla="*/ 0 h 1343025"/>
                <a:gd name="connsiteX4-207" fmla="*/ 652462 w 1343025"/>
                <a:gd name="connsiteY4-208" fmla="*/ 171450 h 1343025"/>
                <a:gd name="connsiteX5-209" fmla="*/ 816768 w 1343025"/>
                <a:gd name="connsiteY5-210" fmla="*/ 185737 h 1343025"/>
                <a:gd name="connsiteX6-211" fmla="*/ 900112 w 1343025"/>
                <a:gd name="connsiteY6-212" fmla="*/ 40481 h 1343025"/>
                <a:gd name="connsiteX7-213" fmla="*/ 1104900 w 1343025"/>
                <a:gd name="connsiteY7-214" fmla="*/ 150018 h 1343025"/>
                <a:gd name="connsiteX8-215" fmla="*/ 1014412 w 1343025"/>
                <a:gd name="connsiteY8-216" fmla="*/ 295275 h 1343025"/>
                <a:gd name="connsiteX9-217" fmla="*/ 1119187 w 1343025"/>
                <a:gd name="connsiteY9-218" fmla="*/ 431006 h 1343025"/>
                <a:gd name="connsiteX10-219" fmla="*/ 1281112 w 1343025"/>
                <a:gd name="connsiteY10-220" fmla="*/ 373856 h 1343025"/>
                <a:gd name="connsiteX11-221" fmla="*/ 1343025 w 1343025"/>
                <a:gd name="connsiteY11-222" fmla="*/ 602456 h 1343025"/>
                <a:gd name="connsiteX12-223" fmla="*/ 1173956 w 1343025"/>
                <a:gd name="connsiteY12-224" fmla="*/ 645318 h 1343025"/>
                <a:gd name="connsiteX13-225" fmla="*/ 1157287 w 1343025"/>
                <a:gd name="connsiteY13-226" fmla="*/ 812006 h 1343025"/>
                <a:gd name="connsiteX14-227" fmla="*/ 1307306 w 1343025"/>
                <a:gd name="connsiteY14-228" fmla="*/ 892968 h 1343025"/>
                <a:gd name="connsiteX15-229" fmla="*/ 1193006 w 1343025"/>
                <a:gd name="connsiteY15-230" fmla="*/ 1097756 h 1343025"/>
                <a:gd name="connsiteX16-231" fmla="*/ 1040606 w 1343025"/>
                <a:gd name="connsiteY16-232" fmla="*/ 1009650 h 1343025"/>
                <a:gd name="connsiteX17-233" fmla="*/ 919162 w 1343025"/>
                <a:gd name="connsiteY17-234" fmla="*/ 1112043 h 1343025"/>
                <a:gd name="connsiteX18-235" fmla="*/ 973931 w 1343025"/>
                <a:gd name="connsiteY18-236" fmla="*/ 1276350 h 1343025"/>
                <a:gd name="connsiteX19-237" fmla="*/ 745331 w 1343025"/>
                <a:gd name="connsiteY19-238" fmla="*/ 1343025 h 1343025"/>
                <a:gd name="connsiteX20-239" fmla="*/ 695325 w 1343025"/>
                <a:gd name="connsiteY20-240" fmla="*/ 1171575 h 1343025"/>
                <a:gd name="connsiteX21-241" fmla="*/ 535781 w 1343025"/>
                <a:gd name="connsiteY21-242" fmla="*/ 1157287 h 1343025"/>
                <a:gd name="connsiteX22-243" fmla="*/ 452437 w 1343025"/>
                <a:gd name="connsiteY22-244" fmla="*/ 1304925 h 1343025"/>
                <a:gd name="connsiteX23-245" fmla="*/ 245268 w 1343025"/>
                <a:gd name="connsiteY23-246" fmla="*/ 1193006 h 1343025"/>
                <a:gd name="connsiteX24-247" fmla="*/ 333375 w 1343025"/>
                <a:gd name="connsiteY24-248" fmla="*/ 1042987 h 1343025"/>
                <a:gd name="connsiteX25-249" fmla="*/ 226218 w 1343025"/>
                <a:gd name="connsiteY25-250" fmla="*/ 909637 h 1343025"/>
                <a:gd name="connsiteX26-251" fmla="*/ 59531 w 1343025"/>
                <a:gd name="connsiteY26-252" fmla="*/ 964406 h 1343025"/>
                <a:gd name="connsiteX27-253" fmla="*/ 0 w 1343025"/>
                <a:gd name="connsiteY27-254" fmla="*/ 733425 h 1343025"/>
                <a:gd name="connsiteX28-255" fmla="*/ 173831 w 1343025"/>
                <a:gd name="connsiteY28-256" fmla="*/ 692943 h 1343025"/>
                <a:gd name="connsiteX29-257" fmla="*/ 190500 w 1343025"/>
                <a:gd name="connsiteY29-258" fmla="*/ 521493 h 1343025"/>
                <a:gd name="connsiteX30-259" fmla="*/ 35718 w 1343025"/>
                <a:gd name="connsiteY30-260" fmla="*/ 440531 h 1343025"/>
                <a:gd name="connsiteX31-261" fmla="*/ 154781 w 1343025"/>
                <a:gd name="connsiteY31-262" fmla="*/ 242887 h 1343025"/>
                <a:gd name="connsiteX32-263" fmla="*/ 300037 w 1343025"/>
                <a:gd name="connsiteY32-264" fmla="*/ 326231 h 1343025"/>
                <a:gd name="connsiteX0-265" fmla="*/ 300037 w 1343025"/>
                <a:gd name="connsiteY0-266" fmla="*/ 326231 h 1343025"/>
                <a:gd name="connsiteX1-267" fmla="*/ 431006 w 1343025"/>
                <a:gd name="connsiteY1-268" fmla="*/ 226218 h 1343025"/>
                <a:gd name="connsiteX2-269" fmla="*/ 378618 w 1343025"/>
                <a:gd name="connsiteY2-270" fmla="*/ 61912 h 1343025"/>
                <a:gd name="connsiteX3-271" fmla="*/ 602456 w 1343025"/>
                <a:gd name="connsiteY3-272" fmla="*/ 0 h 1343025"/>
                <a:gd name="connsiteX4-273" fmla="*/ 652462 w 1343025"/>
                <a:gd name="connsiteY4-274" fmla="*/ 171450 h 1343025"/>
                <a:gd name="connsiteX5-275" fmla="*/ 816768 w 1343025"/>
                <a:gd name="connsiteY5-276" fmla="*/ 185737 h 1343025"/>
                <a:gd name="connsiteX6-277" fmla="*/ 900112 w 1343025"/>
                <a:gd name="connsiteY6-278" fmla="*/ 40481 h 1343025"/>
                <a:gd name="connsiteX7-279" fmla="*/ 1104900 w 1343025"/>
                <a:gd name="connsiteY7-280" fmla="*/ 150018 h 1343025"/>
                <a:gd name="connsiteX8-281" fmla="*/ 1014412 w 1343025"/>
                <a:gd name="connsiteY8-282" fmla="*/ 295275 h 1343025"/>
                <a:gd name="connsiteX9-283" fmla="*/ 1119187 w 1343025"/>
                <a:gd name="connsiteY9-284" fmla="*/ 431006 h 1343025"/>
                <a:gd name="connsiteX10-285" fmla="*/ 1281112 w 1343025"/>
                <a:gd name="connsiteY10-286" fmla="*/ 373856 h 1343025"/>
                <a:gd name="connsiteX11-287" fmla="*/ 1343025 w 1343025"/>
                <a:gd name="connsiteY11-288" fmla="*/ 602456 h 1343025"/>
                <a:gd name="connsiteX12-289" fmla="*/ 1173956 w 1343025"/>
                <a:gd name="connsiteY12-290" fmla="*/ 645318 h 1343025"/>
                <a:gd name="connsiteX13-291" fmla="*/ 1157287 w 1343025"/>
                <a:gd name="connsiteY13-292" fmla="*/ 812006 h 1343025"/>
                <a:gd name="connsiteX14-293" fmla="*/ 1307306 w 1343025"/>
                <a:gd name="connsiteY14-294" fmla="*/ 892968 h 1343025"/>
                <a:gd name="connsiteX15-295" fmla="*/ 1193006 w 1343025"/>
                <a:gd name="connsiteY15-296" fmla="*/ 1097756 h 1343025"/>
                <a:gd name="connsiteX16-297" fmla="*/ 1040606 w 1343025"/>
                <a:gd name="connsiteY16-298" fmla="*/ 1009650 h 1343025"/>
                <a:gd name="connsiteX17-299" fmla="*/ 919162 w 1343025"/>
                <a:gd name="connsiteY17-300" fmla="*/ 1112043 h 1343025"/>
                <a:gd name="connsiteX18-301" fmla="*/ 973931 w 1343025"/>
                <a:gd name="connsiteY18-302" fmla="*/ 1276350 h 1343025"/>
                <a:gd name="connsiteX19-303" fmla="*/ 745331 w 1343025"/>
                <a:gd name="connsiteY19-304" fmla="*/ 1343025 h 1343025"/>
                <a:gd name="connsiteX20-305" fmla="*/ 695325 w 1343025"/>
                <a:gd name="connsiteY20-306" fmla="*/ 1171575 h 1343025"/>
                <a:gd name="connsiteX21-307" fmla="*/ 535781 w 1343025"/>
                <a:gd name="connsiteY21-308" fmla="*/ 1157287 h 1343025"/>
                <a:gd name="connsiteX22-309" fmla="*/ 452437 w 1343025"/>
                <a:gd name="connsiteY22-310" fmla="*/ 1304925 h 1343025"/>
                <a:gd name="connsiteX23-311" fmla="*/ 245268 w 1343025"/>
                <a:gd name="connsiteY23-312" fmla="*/ 1193006 h 1343025"/>
                <a:gd name="connsiteX24-313" fmla="*/ 333375 w 1343025"/>
                <a:gd name="connsiteY24-314" fmla="*/ 1042987 h 1343025"/>
                <a:gd name="connsiteX25-315" fmla="*/ 226218 w 1343025"/>
                <a:gd name="connsiteY25-316" fmla="*/ 909637 h 1343025"/>
                <a:gd name="connsiteX26-317" fmla="*/ 59531 w 1343025"/>
                <a:gd name="connsiteY26-318" fmla="*/ 964406 h 1343025"/>
                <a:gd name="connsiteX27-319" fmla="*/ 0 w 1343025"/>
                <a:gd name="connsiteY27-320" fmla="*/ 733425 h 1343025"/>
                <a:gd name="connsiteX28-321" fmla="*/ 173831 w 1343025"/>
                <a:gd name="connsiteY28-322" fmla="*/ 692943 h 1343025"/>
                <a:gd name="connsiteX29-323" fmla="*/ 190500 w 1343025"/>
                <a:gd name="connsiteY29-324" fmla="*/ 521493 h 1343025"/>
                <a:gd name="connsiteX30-325" fmla="*/ 35718 w 1343025"/>
                <a:gd name="connsiteY30-326" fmla="*/ 440531 h 1343025"/>
                <a:gd name="connsiteX31-327" fmla="*/ 154781 w 1343025"/>
                <a:gd name="connsiteY31-328" fmla="*/ 242887 h 1343025"/>
                <a:gd name="connsiteX32-329" fmla="*/ 300037 w 1343025"/>
                <a:gd name="connsiteY32-330" fmla="*/ 326231 h 1343025"/>
                <a:gd name="connsiteX0-331" fmla="*/ 300037 w 1343025"/>
                <a:gd name="connsiteY0-332" fmla="*/ 326231 h 1343025"/>
                <a:gd name="connsiteX1-333" fmla="*/ 431006 w 1343025"/>
                <a:gd name="connsiteY1-334" fmla="*/ 226218 h 1343025"/>
                <a:gd name="connsiteX2-335" fmla="*/ 378618 w 1343025"/>
                <a:gd name="connsiteY2-336" fmla="*/ 61912 h 1343025"/>
                <a:gd name="connsiteX3-337" fmla="*/ 602456 w 1343025"/>
                <a:gd name="connsiteY3-338" fmla="*/ 0 h 1343025"/>
                <a:gd name="connsiteX4-339" fmla="*/ 652462 w 1343025"/>
                <a:gd name="connsiteY4-340" fmla="*/ 171450 h 1343025"/>
                <a:gd name="connsiteX5-341" fmla="*/ 816768 w 1343025"/>
                <a:gd name="connsiteY5-342" fmla="*/ 185737 h 1343025"/>
                <a:gd name="connsiteX6-343" fmla="*/ 900112 w 1343025"/>
                <a:gd name="connsiteY6-344" fmla="*/ 40481 h 1343025"/>
                <a:gd name="connsiteX7-345" fmla="*/ 1104900 w 1343025"/>
                <a:gd name="connsiteY7-346" fmla="*/ 150018 h 1343025"/>
                <a:gd name="connsiteX8-347" fmla="*/ 1014412 w 1343025"/>
                <a:gd name="connsiteY8-348" fmla="*/ 295275 h 1343025"/>
                <a:gd name="connsiteX9-349" fmla="*/ 1119187 w 1343025"/>
                <a:gd name="connsiteY9-350" fmla="*/ 431006 h 1343025"/>
                <a:gd name="connsiteX10-351" fmla="*/ 1281112 w 1343025"/>
                <a:gd name="connsiteY10-352" fmla="*/ 373856 h 1343025"/>
                <a:gd name="connsiteX11-353" fmla="*/ 1343025 w 1343025"/>
                <a:gd name="connsiteY11-354" fmla="*/ 602456 h 1343025"/>
                <a:gd name="connsiteX12-355" fmla="*/ 1173956 w 1343025"/>
                <a:gd name="connsiteY12-356" fmla="*/ 645318 h 1343025"/>
                <a:gd name="connsiteX13-357" fmla="*/ 1157287 w 1343025"/>
                <a:gd name="connsiteY13-358" fmla="*/ 812006 h 1343025"/>
                <a:gd name="connsiteX14-359" fmla="*/ 1307306 w 1343025"/>
                <a:gd name="connsiteY14-360" fmla="*/ 892968 h 1343025"/>
                <a:gd name="connsiteX15-361" fmla="*/ 1193006 w 1343025"/>
                <a:gd name="connsiteY15-362" fmla="*/ 1097756 h 1343025"/>
                <a:gd name="connsiteX16-363" fmla="*/ 1040606 w 1343025"/>
                <a:gd name="connsiteY16-364" fmla="*/ 1009650 h 1343025"/>
                <a:gd name="connsiteX17-365" fmla="*/ 919162 w 1343025"/>
                <a:gd name="connsiteY17-366" fmla="*/ 1112043 h 1343025"/>
                <a:gd name="connsiteX18-367" fmla="*/ 973931 w 1343025"/>
                <a:gd name="connsiteY18-368" fmla="*/ 1276350 h 1343025"/>
                <a:gd name="connsiteX19-369" fmla="*/ 745331 w 1343025"/>
                <a:gd name="connsiteY19-370" fmla="*/ 1343025 h 1343025"/>
                <a:gd name="connsiteX20-371" fmla="*/ 695325 w 1343025"/>
                <a:gd name="connsiteY20-372" fmla="*/ 1171575 h 1343025"/>
                <a:gd name="connsiteX21-373" fmla="*/ 535781 w 1343025"/>
                <a:gd name="connsiteY21-374" fmla="*/ 1157287 h 1343025"/>
                <a:gd name="connsiteX22-375" fmla="*/ 452437 w 1343025"/>
                <a:gd name="connsiteY22-376" fmla="*/ 1304925 h 1343025"/>
                <a:gd name="connsiteX23-377" fmla="*/ 245268 w 1343025"/>
                <a:gd name="connsiteY23-378" fmla="*/ 1193006 h 1343025"/>
                <a:gd name="connsiteX24-379" fmla="*/ 333375 w 1343025"/>
                <a:gd name="connsiteY24-380" fmla="*/ 1042987 h 1343025"/>
                <a:gd name="connsiteX25-381" fmla="*/ 226218 w 1343025"/>
                <a:gd name="connsiteY25-382" fmla="*/ 909637 h 1343025"/>
                <a:gd name="connsiteX26-383" fmla="*/ 59531 w 1343025"/>
                <a:gd name="connsiteY26-384" fmla="*/ 964406 h 1343025"/>
                <a:gd name="connsiteX27-385" fmla="*/ 0 w 1343025"/>
                <a:gd name="connsiteY27-386" fmla="*/ 733425 h 1343025"/>
                <a:gd name="connsiteX28-387" fmla="*/ 173831 w 1343025"/>
                <a:gd name="connsiteY28-388" fmla="*/ 692943 h 1343025"/>
                <a:gd name="connsiteX29-389" fmla="*/ 190500 w 1343025"/>
                <a:gd name="connsiteY29-390" fmla="*/ 521493 h 1343025"/>
                <a:gd name="connsiteX30-391" fmla="*/ 35718 w 1343025"/>
                <a:gd name="connsiteY30-392" fmla="*/ 440531 h 1343025"/>
                <a:gd name="connsiteX31-393" fmla="*/ 154781 w 1343025"/>
                <a:gd name="connsiteY31-394" fmla="*/ 242887 h 1343025"/>
                <a:gd name="connsiteX32-395" fmla="*/ 300037 w 1343025"/>
                <a:gd name="connsiteY32-396" fmla="*/ 326231 h 1343025"/>
                <a:gd name="connsiteX0-397" fmla="*/ 297656 w 1343025"/>
                <a:gd name="connsiteY0-398" fmla="*/ 330993 h 1343025"/>
                <a:gd name="connsiteX1-399" fmla="*/ 431006 w 1343025"/>
                <a:gd name="connsiteY1-400" fmla="*/ 226218 h 1343025"/>
                <a:gd name="connsiteX2-401" fmla="*/ 378618 w 1343025"/>
                <a:gd name="connsiteY2-402" fmla="*/ 61912 h 1343025"/>
                <a:gd name="connsiteX3-403" fmla="*/ 602456 w 1343025"/>
                <a:gd name="connsiteY3-404" fmla="*/ 0 h 1343025"/>
                <a:gd name="connsiteX4-405" fmla="*/ 652462 w 1343025"/>
                <a:gd name="connsiteY4-406" fmla="*/ 171450 h 1343025"/>
                <a:gd name="connsiteX5-407" fmla="*/ 816768 w 1343025"/>
                <a:gd name="connsiteY5-408" fmla="*/ 185737 h 1343025"/>
                <a:gd name="connsiteX6-409" fmla="*/ 900112 w 1343025"/>
                <a:gd name="connsiteY6-410" fmla="*/ 40481 h 1343025"/>
                <a:gd name="connsiteX7-411" fmla="*/ 1104900 w 1343025"/>
                <a:gd name="connsiteY7-412" fmla="*/ 150018 h 1343025"/>
                <a:gd name="connsiteX8-413" fmla="*/ 1014412 w 1343025"/>
                <a:gd name="connsiteY8-414" fmla="*/ 295275 h 1343025"/>
                <a:gd name="connsiteX9-415" fmla="*/ 1119187 w 1343025"/>
                <a:gd name="connsiteY9-416" fmla="*/ 431006 h 1343025"/>
                <a:gd name="connsiteX10-417" fmla="*/ 1281112 w 1343025"/>
                <a:gd name="connsiteY10-418" fmla="*/ 373856 h 1343025"/>
                <a:gd name="connsiteX11-419" fmla="*/ 1343025 w 1343025"/>
                <a:gd name="connsiteY11-420" fmla="*/ 602456 h 1343025"/>
                <a:gd name="connsiteX12-421" fmla="*/ 1173956 w 1343025"/>
                <a:gd name="connsiteY12-422" fmla="*/ 645318 h 1343025"/>
                <a:gd name="connsiteX13-423" fmla="*/ 1157287 w 1343025"/>
                <a:gd name="connsiteY13-424" fmla="*/ 812006 h 1343025"/>
                <a:gd name="connsiteX14-425" fmla="*/ 1307306 w 1343025"/>
                <a:gd name="connsiteY14-426" fmla="*/ 892968 h 1343025"/>
                <a:gd name="connsiteX15-427" fmla="*/ 1193006 w 1343025"/>
                <a:gd name="connsiteY15-428" fmla="*/ 1097756 h 1343025"/>
                <a:gd name="connsiteX16-429" fmla="*/ 1040606 w 1343025"/>
                <a:gd name="connsiteY16-430" fmla="*/ 1009650 h 1343025"/>
                <a:gd name="connsiteX17-431" fmla="*/ 919162 w 1343025"/>
                <a:gd name="connsiteY17-432" fmla="*/ 1112043 h 1343025"/>
                <a:gd name="connsiteX18-433" fmla="*/ 973931 w 1343025"/>
                <a:gd name="connsiteY18-434" fmla="*/ 1276350 h 1343025"/>
                <a:gd name="connsiteX19-435" fmla="*/ 745331 w 1343025"/>
                <a:gd name="connsiteY19-436" fmla="*/ 1343025 h 1343025"/>
                <a:gd name="connsiteX20-437" fmla="*/ 695325 w 1343025"/>
                <a:gd name="connsiteY20-438" fmla="*/ 1171575 h 1343025"/>
                <a:gd name="connsiteX21-439" fmla="*/ 535781 w 1343025"/>
                <a:gd name="connsiteY21-440" fmla="*/ 1157287 h 1343025"/>
                <a:gd name="connsiteX22-441" fmla="*/ 452437 w 1343025"/>
                <a:gd name="connsiteY22-442" fmla="*/ 1304925 h 1343025"/>
                <a:gd name="connsiteX23-443" fmla="*/ 245268 w 1343025"/>
                <a:gd name="connsiteY23-444" fmla="*/ 1193006 h 1343025"/>
                <a:gd name="connsiteX24-445" fmla="*/ 333375 w 1343025"/>
                <a:gd name="connsiteY24-446" fmla="*/ 1042987 h 1343025"/>
                <a:gd name="connsiteX25-447" fmla="*/ 226218 w 1343025"/>
                <a:gd name="connsiteY25-448" fmla="*/ 909637 h 1343025"/>
                <a:gd name="connsiteX26-449" fmla="*/ 59531 w 1343025"/>
                <a:gd name="connsiteY26-450" fmla="*/ 964406 h 1343025"/>
                <a:gd name="connsiteX27-451" fmla="*/ 0 w 1343025"/>
                <a:gd name="connsiteY27-452" fmla="*/ 733425 h 1343025"/>
                <a:gd name="connsiteX28-453" fmla="*/ 173831 w 1343025"/>
                <a:gd name="connsiteY28-454" fmla="*/ 692943 h 1343025"/>
                <a:gd name="connsiteX29-455" fmla="*/ 190500 w 1343025"/>
                <a:gd name="connsiteY29-456" fmla="*/ 521493 h 1343025"/>
                <a:gd name="connsiteX30-457" fmla="*/ 35718 w 1343025"/>
                <a:gd name="connsiteY30-458" fmla="*/ 440531 h 1343025"/>
                <a:gd name="connsiteX31-459" fmla="*/ 154781 w 1343025"/>
                <a:gd name="connsiteY31-460" fmla="*/ 242887 h 1343025"/>
                <a:gd name="connsiteX32-461" fmla="*/ 297656 w 1343025"/>
                <a:gd name="connsiteY32-462" fmla="*/ 330993 h 1343025"/>
                <a:gd name="connsiteX0-463" fmla="*/ 297656 w 1343025"/>
                <a:gd name="connsiteY0-464" fmla="*/ 330993 h 1343025"/>
                <a:gd name="connsiteX1-465" fmla="*/ 431006 w 1343025"/>
                <a:gd name="connsiteY1-466" fmla="*/ 226218 h 1343025"/>
                <a:gd name="connsiteX2-467" fmla="*/ 378618 w 1343025"/>
                <a:gd name="connsiteY2-468" fmla="*/ 61912 h 1343025"/>
                <a:gd name="connsiteX3-469" fmla="*/ 602456 w 1343025"/>
                <a:gd name="connsiteY3-470" fmla="*/ 0 h 1343025"/>
                <a:gd name="connsiteX4-471" fmla="*/ 652462 w 1343025"/>
                <a:gd name="connsiteY4-472" fmla="*/ 171450 h 1343025"/>
                <a:gd name="connsiteX5-473" fmla="*/ 816768 w 1343025"/>
                <a:gd name="connsiteY5-474" fmla="*/ 185737 h 1343025"/>
                <a:gd name="connsiteX6-475" fmla="*/ 900112 w 1343025"/>
                <a:gd name="connsiteY6-476" fmla="*/ 40481 h 1343025"/>
                <a:gd name="connsiteX7-477" fmla="*/ 1104900 w 1343025"/>
                <a:gd name="connsiteY7-478" fmla="*/ 150018 h 1343025"/>
                <a:gd name="connsiteX8-479" fmla="*/ 1014412 w 1343025"/>
                <a:gd name="connsiteY8-480" fmla="*/ 295275 h 1343025"/>
                <a:gd name="connsiteX9-481" fmla="*/ 1119187 w 1343025"/>
                <a:gd name="connsiteY9-482" fmla="*/ 431006 h 1343025"/>
                <a:gd name="connsiteX10-483" fmla="*/ 1281112 w 1343025"/>
                <a:gd name="connsiteY10-484" fmla="*/ 373856 h 1343025"/>
                <a:gd name="connsiteX11-485" fmla="*/ 1343025 w 1343025"/>
                <a:gd name="connsiteY11-486" fmla="*/ 602456 h 1343025"/>
                <a:gd name="connsiteX12-487" fmla="*/ 1173956 w 1343025"/>
                <a:gd name="connsiteY12-488" fmla="*/ 645318 h 1343025"/>
                <a:gd name="connsiteX13-489" fmla="*/ 1157287 w 1343025"/>
                <a:gd name="connsiteY13-490" fmla="*/ 812006 h 1343025"/>
                <a:gd name="connsiteX14-491" fmla="*/ 1307306 w 1343025"/>
                <a:gd name="connsiteY14-492" fmla="*/ 892968 h 1343025"/>
                <a:gd name="connsiteX15-493" fmla="*/ 1193006 w 1343025"/>
                <a:gd name="connsiteY15-494" fmla="*/ 1097756 h 1343025"/>
                <a:gd name="connsiteX16-495" fmla="*/ 1040606 w 1343025"/>
                <a:gd name="connsiteY16-496" fmla="*/ 1009650 h 1343025"/>
                <a:gd name="connsiteX17-497" fmla="*/ 919162 w 1343025"/>
                <a:gd name="connsiteY17-498" fmla="*/ 1112043 h 1343025"/>
                <a:gd name="connsiteX18-499" fmla="*/ 973931 w 1343025"/>
                <a:gd name="connsiteY18-500" fmla="*/ 1276350 h 1343025"/>
                <a:gd name="connsiteX19-501" fmla="*/ 745331 w 1343025"/>
                <a:gd name="connsiteY19-502" fmla="*/ 1343025 h 1343025"/>
                <a:gd name="connsiteX20-503" fmla="*/ 695325 w 1343025"/>
                <a:gd name="connsiteY20-504" fmla="*/ 1171575 h 1343025"/>
                <a:gd name="connsiteX21-505" fmla="*/ 535781 w 1343025"/>
                <a:gd name="connsiteY21-506" fmla="*/ 1157287 h 1343025"/>
                <a:gd name="connsiteX22-507" fmla="*/ 452437 w 1343025"/>
                <a:gd name="connsiteY22-508" fmla="*/ 1304925 h 1343025"/>
                <a:gd name="connsiteX23-509" fmla="*/ 245268 w 1343025"/>
                <a:gd name="connsiteY23-510" fmla="*/ 1193006 h 1343025"/>
                <a:gd name="connsiteX24-511" fmla="*/ 333375 w 1343025"/>
                <a:gd name="connsiteY24-512" fmla="*/ 1042987 h 1343025"/>
                <a:gd name="connsiteX25-513" fmla="*/ 226218 w 1343025"/>
                <a:gd name="connsiteY25-514" fmla="*/ 909637 h 1343025"/>
                <a:gd name="connsiteX26-515" fmla="*/ 59531 w 1343025"/>
                <a:gd name="connsiteY26-516" fmla="*/ 964406 h 1343025"/>
                <a:gd name="connsiteX27-517" fmla="*/ 0 w 1343025"/>
                <a:gd name="connsiteY27-518" fmla="*/ 733425 h 1343025"/>
                <a:gd name="connsiteX28-519" fmla="*/ 173831 w 1343025"/>
                <a:gd name="connsiteY28-520" fmla="*/ 692943 h 1343025"/>
                <a:gd name="connsiteX29-521" fmla="*/ 190500 w 1343025"/>
                <a:gd name="connsiteY29-522" fmla="*/ 521493 h 1343025"/>
                <a:gd name="connsiteX30-523" fmla="*/ 35718 w 1343025"/>
                <a:gd name="connsiteY30-524" fmla="*/ 440531 h 1343025"/>
                <a:gd name="connsiteX31-525" fmla="*/ 154781 w 1343025"/>
                <a:gd name="connsiteY31-526" fmla="*/ 242887 h 1343025"/>
                <a:gd name="connsiteX32-527" fmla="*/ 297656 w 1343025"/>
                <a:gd name="connsiteY32-528" fmla="*/ 330993 h 1343025"/>
                <a:gd name="connsiteX0-529" fmla="*/ 297656 w 1343025"/>
                <a:gd name="connsiteY0-530" fmla="*/ 330993 h 1343025"/>
                <a:gd name="connsiteX1-531" fmla="*/ 431006 w 1343025"/>
                <a:gd name="connsiteY1-532" fmla="*/ 226218 h 1343025"/>
                <a:gd name="connsiteX2-533" fmla="*/ 378618 w 1343025"/>
                <a:gd name="connsiteY2-534" fmla="*/ 61912 h 1343025"/>
                <a:gd name="connsiteX3-535" fmla="*/ 602456 w 1343025"/>
                <a:gd name="connsiteY3-536" fmla="*/ 0 h 1343025"/>
                <a:gd name="connsiteX4-537" fmla="*/ 652462 w 1343025"/>
                <a:gd name="connsiteY4-538" fmla="*/ 171450 h 1343025"/>
                <a:gd name="connsiteX5-539" fmla="*/ 816768 w 1343025"/>
                <a:gd name="connsiteY5-540" fmla="*/ 185737 h 1343025"/>
                <a:gd name="connsiteX6-541" fmla="*/ 900112 w 1343025"/>
                <a:gd name="connsiteY6-542" fmla="*/ 40481 h 1343025"/>
                <a:gd name="connsiteX7-543" fmla="*/ 1104900 w 1343025"/>
                <a:gd name="connsiteY7-544" fmla="*/ 150018 h 1343025"/>
                <a:gd name="connsiteX8-545" fmla="*/ 1014412 w 1343025"/>
                <a:gd name="connsiteY8-546" fmla="*/ 295275 h 1343025"/>
                <a:gd name="connsiteX9-547" fmla="*/ 1119187 w 1343025"/>
                <a:gd name="connsiteY9-548" fmla="*/ 431006 h 1343025"/>
                <a:gd name="connsiteX10-549" fmla="*/ 1281112 w 1343025"/>
                <a:gd name="connsiteY10-550" fmla="*/ 373856 h 1343025"/>
                <a:gd name="connsiteX11-551" fmla="*/ 1343025 w 1343025"/>
                <a:gd name="connsiteY11-552" fmla="*/ 602456 h 1343025"/>
                <a:gd name="connsiteX12-553" fmla="*/ 1173956 w 1343025"/>
                <a:gd name="connsiteY12-554" fmla="*/ 645318 h 1343025"/>
                <a:gd name="connsiteX13-555" fmla="*/ 1157287 w 1343025"/>
                <a:gd name="connsiteY13-556" fmla="*/ 812006 h 1343025"/>
                <a:gd name="connsiteX14-557" fmla="*/ 1307306 w 1343025"/>
                <a:gd name="connsiteY14-558" fmla="*/ 892968 h 1343025"/>
                <a:gd name="connsiteX15-559" fmla="*/ 1193006 w 1343025"/>
                <a:gd name="connsiteY15-560" fmla="*/ 1097756 h 1343025"/>
                <a:gd name="connsiteX16-561" fmla="*/ 1040606 w 1343025"/>
                <a:gd name="connsiteY16-562" fmla="*/ 1009650 h 1343025"/>
                <a:gd name="connsiteX17-563" fmla="*/ 919162 w 1343025"/>
                <a:gd name="connsiteY17-564" fmla="*/ 1112043 h 1343025"/>
                <a:gd name="connsiteX18-565" fmla="*/ 973931 w 1343025"/>
                <a:gd name="connsiteY18-566" fmla="*/ 1276350 h 1343025"/>
                <a:gd name="connsiteX19-567" fmla="*/ 745331 w 1343025"/>
                <a:gd name="connsiteY19-568" fmla="*/ 1343025 h 1343025"/>
                <a:gd name="connsiteX20-569" fmla="*/ 695325 w 1343025"/>
                <a:gd name="connsiteY20-570" fmla="*/ 1171575 h 1343025"/>
                <a:gd name="connsiteX21-571" fmla="*/ 535781 w 1343025"/>
                <a:gd name="connsiteY21-572" fmla="*/ 1157287 h 1343025"/>
                <a:gd name="connsiteX22-573" fmla="*/ 452437 w 1343025"/>
                <a:gd name="connsiteY22-574" fmla="*/ 1304925 h 1343025"/>
                <a:gd name="connsiteX23-575" fmla="*/ 245268 w 1343025"/>
                <a:gd name="connsiteY23-576" fmla="*/ 1193006 h 1343025"/>
                <a:gd name="connsiteX24-577" fmla="*/ 333375 w 1343025"/>
                <a:gd name="connsiteY24-578" fmla="*/ 1042987 h 1343025"/>
                <a:gd name="connsiteX25-579" fmla="*/ 226218 w 1343025"/>
                <a:gd name="connsiteY25-580" fmla="*/ 909637 h 1343025"/>
                <a:gd name="connsiteX26-581" fmla="*/ 59531 w 1343025"/>
                <a:gd name="connsiteY26-582" fmla="*/ 964406 h 1343025"/>
                <a:gd name="connsiteX27-583" fmla="*/ 0 w 1343025"/>
                <a:gd name="connsiteY27-584" fmla="*/ 733425 h 1343025"/>
                <a:gd name="connsiteX28-585" fmla="*/ 173831 w 1343025"/>
                <a:gd name="connsiteY28-586" fmla="*/ 692943 h 1343025"/>
                <a:gd name="connsiteX29-587" fmla="*/ 190500 w 1343025"/>
                <a:gd name="connsiteY29-588" fmla="*/ 521493 h 1343025"/>
                <a:gd name="connsiteX30-589" fmla="*/ 35718 w 1343025"/>
                <a:gd name="connsiteY30-590" fmla="*/ 440531 h 1343025"/>
                <a:gd name="connsiteX31-591" fmla="*/ 154781 w 1343025"/>
                <a:gd name="connsiteY31-592" fmla="*/ 242887 h 1343025"/>
                <a:gd name="connsiteX32-593" fmla="*/ 297656 w 1343025"/>
                <a:gd name="connsiteY32-594" fmla="*/ 330993 h 1343025"/>
                <a:gd name="connsiteX0-595" fmla="*/ 297656 w 1343025"/>
                <a:gd name="connsiteY0-596" fmla="*/ 330993 h 1343025"/>
                <a:gd name="connsiteX1-597" fmla="*/ 431006 w 1343025"/>
                <a:gd name="connsiteY1-598" fmla="*/ 226218 h 1343025"/>
                <a:gd name="connsiteX2-599" fmla="*/ 378618 w 1343025"/>
                <a:gd name="connsiteY2-600" fmla="*/ 61912 h 1343025"/>
                <a:gd name="connsiteX3-601" fmla="*/ 602456 w 1343025"/>
                <a:gd name="connsiteY3-602" fmla="*/ 0 h 1343025"/>
                <a:gd name="connsiteX4-603" fmla="*/ 652462 w 1343025"/>
                <a:gd name="connsiteY4-604" fmla="*/ 171450 h 1343025"/>
                <a:gd name="connsiteX5-605" fmla="*/ 816768 w 1343025"/>
                <a:gd name="connsiteY5-606" fmla="*/ 185737 h 1343025"/>
                <a:gd name="connsiteX6-607" fmla="*/ 900112 w 1343025"/>
                <a:gd name="connsiteY6-608" fmla="*/ 40481 h 1343025"/>
                <a:gd name="connsiteX7-609" fmla="*/ 1104900 w 1343025"/>
                <a:gd name="connsiteY7-610" fmla="*/ 150018 h 1343025"/>
                <a:gd name="connsiteX8-611" fmla="*/ 1014412 w 1343025"/>
                <a:gd name="connsiteY8-612" fmla="*/ 295275 h 1343025"/>
                <a:gd name="connsiteX9-613" fmla="*/ 1119187 w 1343025"/>
                <a:gd name="connsiteY9-614" fmla="*/ 431006 h 1343025"/>
                <a:gd name="connsiteX10-615" fmla="*/ 1281112 w 1343025"/>
                <a:gd name="connsiteY10-616" fmla="*/ 373856 h 1343025"/>
                <a:gd name="connsiteX11-617" fmla="*/ 1343025 w 1343025"/>
                <a:gd name="connsiteY11-618" fmla="*/ 602456 h 1343025"/>
                <a:gd name="connsiteX12-619" fmla="*/ 1173956 w 1343025"/>
                <a:gd name="connsiteY12-620" fmla="*/ 645318 h 1343025"/>
                <a:gd name="connsiteX13-621" fmla="*/ 1157287 w 1343025"/>
                <a:gd name="connsiteY13-622" fmla="*/ 812006 h 1343025"/>
                <a:gd name="connsiteX14-623" fmla="*/ 1307306 w 1343025"/>
                <a:gd name="connsiteY14-624" fmla="*/ 892968 h 1343025"/>
                <a:gd name="connsiteX15-625" fmla="*/ 1193006 w 1343025"/>
                <a:gd name="connsiteY15-626" fmla="*/ 1097756 h 1343025"/>
                <a:gd name="connsiteX16-627" fmla="*/ 1040606 w 1343025"/>
                <a:gd name="connsiteY16-628" fmla="*/ 1009650 h 1343025"/>
                <a:gd name="connsiteX17-629" fmla="*/ 919162 w 1343025"/>
                <a:gd name="connsiteY17-630" fmla="*/ 1112043 h 1343025"/>
                <a:gd name="connsiteX18-631" fmla="*/ 973931 w 1343025"/>
                <a:gd name="connsiteY18-632" fmla="*/ 1276350 h 1343025"/>
                <a:gd name="connsiteX19-633" fmla="*/ 745331 w 1343025"/>
                <a:gd name="connsiteY19-634" fmla="*/ 1343025 h 1343025"/>
                <a:gd name="connsiteX20-635" fmla="*/ 695325 w 1343025"/>
                <a:gd name="connsiteY20-636" fmla="*/ 1171575 h 1343025"/>
                <a:gd name="connsiteX21-637" fmla="*/ 535781 w 1343025"/>
                <a:gd name="connsiteY21-638" fmla="*/ 1157287 h 1343025"/>
                <a:gd name="connsiteX22-639" fmla="*/ 452437 w 1343025"/>
                <a:gd name="connsiteY22-640" fmla="*/ 1304925 h 1343025"/>
                <a:gd name="connsiteX23-641" fmla="*/ 245268 w 1343025"/>
                <a:gd name="connsiteY23-642" fmla="*/ 1193006 h 1343025"/>
                <a:gd name="connsiteX24-643" fmla="*/ 333375 w 1343025"/>
                <a:gd name="connsiteY24-644" fmla="*/ 1042987 h 1343025"/>
                <a:gd name="connsiteX25-645" fmla="*/ 226218 w 1343025"/>
                <a:gd name="connsiteY25-646" fmla="*/ 909637 h 1343025"/>
                <a:gd name="connsiteX26-647" fmla="*/ 59531 w 1343025"/>
                <a:gd name="connsiteY26-648" fmla="*/ 964406 h 1343025"/>
                <a:gd name="connsiteX27-649" fmla="*/ 0 w 1343025"/>
                <a:gd name="connsiteY27-650" fmla="*/ 733425 h 1343025"/>
                <a:gd name="connsiteX28-651" fmla="*/ 173831 w 1343025"/>
                <a:gd name="connsiteY28-652" fmla="*/ 692943 h 1343025"/>
                <a:gd name="connsiteX29-653" fmla="*/ 190500 w 1343025"/>
                <a:gd name="connsiteY29-654" fmla="*/ 521493 h 1343025"/>
                <a:gd name="connsiteX30-655" fmla="*/ 35718 w 1343025"/>
                <a:gd name="connsiteY30-656" fmla="*/ 440531 h 1343025"/>
                <a:gd name="connsiteX31-657" fmla="*/ 154781 w 1343025"/>
                <a:gd name="connsiteY31-658" fmla="*/ 242887 h 1343025"/>
                <a:gd name="connsiteX32-659" fmla="*/ 297656 w 1343025"/>
                <a:gd name="connsiteY32-660" fmla="*/ 330993 h 1343025"/>
                <a:gd name="connsiteX0-661" fmla="*/ 297656 w 1343025"/>
                <a:gd name="connsiteY0-662" fmla="*/ 330993 h 1343025"/>
                <a:gd name="connsiteX1-663" fmla="*/ 431006 w 1343025"/>
                <a:gd name="connsiteY1-664" fmla="*/ 226218 h 1343025"/>
                <a:gd name="connsiteX2-665" fmla="*/ 378618 w 1343025"/>
                <a:gd name="connsiteY2-666" fmla="*/ 61912 h 1343025"/>
                <a:gd name="connsiteX3-667" fmla="*/ 602456 w 1343025"/>
                <a:gd name="connsiteY3-668" fmla="*/ 0 h 1343025"/>
                <a:gd name="connsiteX4-669" fmla="*/ 652462 w 1343025"/>
                <a:gd name="connsiteY4-670" fmla="*/ 171450 h 1343025"/>
                <a:gd name="connsiteX5-671" fmla="*/ 816768 w 1343025"/>
                <a:gd name="connsiteY5-672" fmla="*/ 185737 h 1343025"/>
                <a:gd name="connsiteX6-673" fmla="*/ 900112 w 1343025"/>
                <a:gd name="connsiteY6-674" fmla="*/ 40481 h 1343025"/>
                <a:gd name="connsiteX7-675" fmla="*/ 1104900 w 1343025"/>
                <a:gd name="connsiteY7-676" fmla="*/ 150018 h 1343025"/>
                <a:gd name="connsiteX8-677" fmla="*/ 1014412 w 1343025"/>
                <a:gd name="connsiteY8-678" fmla="*/ 295275 h 1343025"/>
                <a:gd name="connsiteX9-679" fmla="*/ 1119187 w 1343025"/>
                <a:gd name="connsiteY9-680" fmla="*/ 431006 h 1343025"/>
                <a:gd name="connsiteX10-681" fmla="*/ 1281112 w 1343025"/>
                <a:gd name="connsiteY10-682" fmla="*/ 373856 h 1343025"/>
                <a:gd name="connsiteX11-683" fmla="*/ 1343025 w 1343025"/>
                <a:gd name="connsiteY11-684" fmla="*/ 602456 h 1343025"/>
                <a:gd name="connsiteX12-685" fmla="*/ 1173956 w 1343025"/>
                <a:gd name="connsiteY12-686" fmla="*/ 645318 h 1343025"/>
                <a:gd name="connsiteX13-687" fmla="*/ 1157287 w 1343025"/>
                <a:gd name="connsiteY13-688" fmla="*/ 812006 h 1343025"/>
                <a:gd name="connsiteX14-689" fmla="*/ 1307306 w 1343025"/>
                <a:gd name="connsiteY14-690" fmla="*/ 892968 h 1343025"/>
                <a:gd name="connsiteX15-691" fmla="*/ 1193006 w 1343025"/>
                <a:gd name="connsiteY15-692" fmla="*/ 1097756 h 1343025"/>
                <a:gd name="connsiteX16-693" fmla="*/ 1040606 w 1343025"/>
                <a:gd name="connsiteY16-694" fmla="*/ 1009650 h 1343025"/>
                <a:gd name="connsiteX17-695" fmla="*/ 919162 w 1343025"/>
                <a:gd name="connsiteY17-696" fmla="*/ 1112043 h 1343025"/>
                <a:gd name="connsiteX18-697" fmla="*/ 973931 w 1343025"/>
                <a:gd name="connsiteY18-698" fmla="*/ 1276350 h 1343025"/>
                <a:gd name="connsiteX19-699" fmla="*/ 745331 w 1343025"/>
                <a:gd name="connsiteY19-700" fmla="*/ 1343025 h 1343025"/>
                <a:gd name="connsiteX20-701" fmla="*/ 695325 w 1343025"/>
                <a:gd name="connsiteY20-702" fmla="*/ 1171575 h 1343025"/>
                <a:gd name="connsiteX21-703" fmla="*/ 535781 w 1343025"/>
                <a:gd name="connsiteY21-704" fmla="*/ 1157287 h 1343025"/>
                <a:gd name="connsiteX22-705" fmla="*/ 452437 w 1343025"/>
                <a:gd name="connsiteY22-706" fmla="*/ 1304925 h 1343025"/>
                <a:gd name="connsiteX23-707" fmla="*/ 245268 w 1343025"/>
                <a:gd name="connsiteY23-708" fmla="*/ 1193006 h 1343025"/>
                <a:gd name="connsiteX24-709" fmla="*/ 333375 w 1343025"/>
                <a:gd name="connsiteY24-710" fmla="*/ 1042987 h 1343025"/>
                <a:gd name="connsiteX25-711" fmla="*/ 226218 w 1343025"/>
                <a:gd name="connsiteY25-712" fmla="*/ 909637 h 1343025"/>
                <a:gd name="connsiteX26-713" fmla="*/ 59531 w 1343025"/>
                <a:gd name="connsiteY26-714" fmla="*/ 964406 h 1343025"/>
                <a:gd name="connsiteX27-715" fmla="*/ 0 w 1343025"/>
                <a:gd name="connsiteY27-716" fmla="*/ 733425 h 1343025"/>
                <a:gd name="connsiteX28-717" fmla="*/ 166687 w 1343025"/>
                <a:gd name="connsiteY28-718" fmla="*/ 690562 h 1343025"/>
                <a:gd name="connsiteX29-719" fmla="*/ 190500 w 1343025"/>
                <a:gd name="connsiteY29-720" fmla="*/ 521493 h 1343025"/>
                <a:gd name="connsiteX30-721" fmla="*/ 35718 w 1343025"/>
                <a:gd name="connsiteY30-722" fmla="*/ 440531 h 1343025"/>
                <a:gd name="connsiteX31-723" fmla="*/ 154781 w 1343025"/>
                <a:gd name="connsiteY31-724" fmla="*/ 242887 h 1343025"/>
                <a:gd name="connsiteX32-725" fmla="*/ 297656 w 1343025"/>
                <a:gd name="connsiteY32-726" fmla="*/ 330993 h 1343025"/>
                <a:gd name="connsiteX0-727" fmla="*/ 297656 w 1343025"/>
                <a:gd name="connsiteY0-728" fmla="*/ 330993 h 1343025"/>
                <a:gd name="connsiteX1-729" fmla="*/ 431006 w 1343025"/>
                <a:gd name="connsiteY1-730" fmla="*/ 226218 h 1343025"/>
                <a:gd name="connsiteX2-731" fmla="*/ 378618 w 1343025"/>
                <a:gd name="connsiteY2-732" fmla="*/ 61912 h 1343025"/>
                <a:gd name="connsiteX3-733" fmla="*/ 602456 w 1343025"/>
                <a:gd name="connsiteY3-734" fmla="*/ 0 h 1343025"/>
                <a:gd name="connsiteX4-735" fmla="*/ 652462 w 1343025"/>
                <a:gd name="connsiteY4-736" fmla="*/ 171450 h 1343025"/>
                <a:gd name="connsiteX5-737" fmla="*/ 816768 w 1343025"/>
                <a:gd name="connsiteY5-738" fmla="*/ 185737 h 1343025"/>
                <a:gd name="connsiteX6-739" fmla="*/ 900112 w 1343025"/>
                <a:gd name="connsiteY6-740" fmla="*/ 40481 h 1343025"/>
                <a:gd name="connsiteX7-741" fmla="*/ 1104900 w 1343025"/>
                <a:gd name="connsiteY7-742" fmla="*/ 150018 h 1343025"/>
                <a:gd name="connsiteX8-743" fmla="*/ 1014412 w 1343025"/>
                <a:gd name="connsiteY8-744" fmla="*/ 295275 h 1343025"/>
                <a:gd name="connsiteX9-745" fmla="*/ 1119187 w 1343025"/>
                <a:gd name="connsiteY9-746" fmla="*/ 431006 h 1343025"/>
                <a:gd name="connsiteX10-747" fmla="*/ 1281112 w 1343025"/>
                <a:gd name="connsiteY10-748" fmla="*/ 373856 h 1343025"/>
                <a:gd name="connsiteX11-749" fmla="*/ 1343025 w 1343025"/>
                <a:gd name="connsiteY11-750" fmla="*/ 602456 h 1343025"/>
                <a:gd name="connsiteX12-751" fmla="*/ 1173956 w 1343025"/>
                <a:gd name="connsiteY12-752" fmla="*/ 645318 h 1343025"/>
                <a:gd name="connsiteX13-753" fmla="*/ 1157287 w 1343025"/>
                <a:gd name="connsiteY13-754" fmla="*/ 812006 h 1343025"/>
                <a:gd name="connsiteX14-755" fmla="*/ 1307306 w 1343025"/>
                <a:gd name="connsiteY14-756" fmla="*/ 892968 h 1343025"/>
                <a:gd name="connsiteX15-757" fmla="*/ 1193006 w 1343025"/>
                <a:gd name="connsiteY15-758" fmla="*/ 1097756 h 1343025"/>
                <a:gd name="connsiteX16-759" fmla="*/ 1040606 w 1343025"/>
                <a:gd name="connsiteY16-760" fmla="*/ 1009650 h 1343025"/>
                <a:gd name="connsiteX17-761" fmla="*/ 919162 w 1343025"/>
                <a:gd name="connsiteY17-762" fmla="*/ 1112043 h 1343025"/>
                <a:gd name="connsiteX18-763" fmla="*/ 973931 w 1343025"/>
                <a:gd name="connsiteY18-764" fmla="*/ 1276350 h 1343025"/>
                <a:gd name="connsiteX19-765" fmla="*/ 745331 w 1343025"/>
                <a:gd name="connsiteY19-766" fmla="*/ 1343025 h 1343025"/>
                <a:gd name="connsiteX20-767" fmla="*/ 695325 w 1343025"/>
                <a:gd name="connsiteY20-768" fmla="*/ 1171575 h 1343025"/>
                <a:gd name="connsiteX21-769" fmla="*/ 535781 w 1343025"/>
                <a:gd name="connsiteY21-770" fmla="*/ 1157287 h 1343025"/>
                <a:gd name="connsiteX22-771" fmla="*/ 452437 w 1343025"/>
                <a:gd name="connsiteY22-772" fmla="*/ 1304925 h 1343025"/>
                <a:gd name="connsiteX23-773" fmla="*/ 245268 w 1343025"/>
                <a:gd name="connsiteY23-774" fmla="*/ 1193006 h 1343025"/>
                <a:gd name="connsiteX24-775" fmla="*/ 333375 w 1343025"/>
                <a:gd name="connsiteY24-776" fmla="*/ 1042987 h 1343025"/>
                <a:gd name="connsiteX25-777" fmla="*/ 226218 w 1343025"/>
                <a:gd name="connsiteY25-778" fmla="*/ 909637 h 1343025"/>
                <a:gd name="connsiteX26-779" fmla="*/ 59531 w 1343025"/>
                <a:gd name="connsiteY26-780" fmla="*/ 964406 h 1343025"/>
                <a:gd name="connsiteX27-781" fmla="*/ 0 w 1343025"/>
                <a:gd name="connsiteY27-782" fmla="*/ 733425 h 1343025"/>
                <a:gd name="connsiteX28-783" fmla="*/ 166687 w 1343025"/>
                <a:gd name="connsiteY28-784" fmla="*/ 690562 h 1343025"/>
                <a:gd name="connsiteX29-785" fmla="*/ 190500 w 1343025"/>
                <a:gd name="connsiteY29-786" fmla="*/ 521493 h 1343025"/>
                <a:gd name="connsiteX30-787" fmla="*/ 35718 w 1343025"/>
                <a:gd name="connsiteY30-788" fmla="*/ 440531 h 1343025"/>
                <a:gd name="connsiteX31-789" fmla="*/ 154781 w 1343025"/>
                <a:gd name="connsiteY31-790" fmla="*/ 242887 h 1343025"/>
                <a:gd name="connsiteX32-791" fmla="*/ 297656 w 1343025"/>
                <a:gd name="connsiteY32-792" fmla="*/ 330993 h 1343025"/>
                <a:gd name="connsiteX0-793" fmla="*/ 297656 w 1343025"/>
                <a:gd name="connsiteY0-794" fmla="*/ 330993 h 1343025"/>
                <a:gd name="connsiteX1-795" fmla="*/ 431006 w 1343025"/>
                <a:gd name="connsiteY1-796" fmla="*/ 226218 h 1343025"/>
                <a:gd name="connsiteX2-797" fmla="*/ 378618 w 1343025"/>
                <a:gd name="connsiteY2-798" fmla="*/ 61912 h 1343025"/>
                <a:gd name="connsiteX3-799" fmla="*/ 602456 w 1343025"/>
                <a:gd name="connsiteY3-800" fmla="*/ 0 h 1343025"/>
                <a:gd name="connsiteX4-801" fmla="*/ 652462 w 1343025"/>
                <a:gd name="connsiteY4-802" fmla="*/ 171450 h 1343025"/>
                <a:gd name="connsiteX5-803" fmla="*/ 816768 w 1343025"/>
                <a:gd name="connsiteY5-804" fmla="*/ 185737 h 1343025"/>
                <a:gd name="connsiteX6-805" fmla="*/ 900112 w 1343025"/>
                <a:gd name="connsiteY6-806" fmla="*/ 40481 h 1343025"/>
                <a:gd name="connsiteX7-807" fmla="*/ 1104900 w 1343025"/>
                <a:gd name="connsiteY7-808" fmla="*/ 150018 h 1343025"/>
                <a:gd name="connsiteX8-809" fmla="*/ 1014412 w 1343025"/>
                <a:gd name="connsiteY8-810" fmla="*/ 295275 h 1343025"/>
                <a:gd name="connsiteX9-811" fmla="*/ 1119187 w 1343025"/>
                <a:gd name="connsiteY9-812" fmla="*/ 431006 h 1343025"/>
                <a:gd name="connsiteX10-813" fmla="*/ 1281112 w 1343025"/>
                <a:gd name="connsiteY10-814" fmla="*/ 373856 h 1343025"/>
                <a:gd name="connsiteX11-815" fmla="*/ 1343025 w 1343025"/>
                <a:gd name="connsiteY11-816" fmla="*/ 602456 h 1343025"/>
                <a:gd name="connsiteX12-817" fmla="*/ 1173956 w 1343025"/>
                <a:gd name="connsiteY12-818" fmla="*/ 645318 h 1343025"/>
                <a:gd name="connsiteX13-819" fmla="*/ 1157287 w 1343025"/>
                <a:gd name="connsiteY13-820" fmla="*/ 812006 h 1343025"/>
                <a:gd name="connsiteX14-821" fmla="*/ 1307306 w 1343025"/>
                <a:gd name="connsiteY14-822" fmla="*/ 892968 h 1343025"/>
                <a:gd name="connsiteX15-823" fmla="*/ 1193006 w 1343025"/>
                <a:gd name="connsiteY15-824" fmla="*/ 1097756 h 1343025"/>
                <a:gd name="connsiteX16-825" fmla="*/ 1040606 w 1343025"/>
                <a:gd name="connsiteY16-826" fmla="*/ 1009650 h 1343025"/>
                <a:gd name="connsiteX17-827" fmla="*/ 919162 w 1343025"/>
                <a:gd name="connsiteY17-828" fmla="*/ 1112043 h 1343025"/>
                <a:gd name="connsiteX18-829" fmla="*/ 973931 w 1343025"/>
                <a:gd name="connsiteY18-830" fmla="*/ 1276350 h 1343025"/>
                <a:gd name="connsiteX19-831" fmla="*/ 745331 w 1343025"/>
                <a:gd name="connsiteY19-832" fmla="*/ 1343025 h 1343025"/>
                <a:gd name="connsiteX20-833" fmla="*/ 695325 w 1343025"/>
                <a:gd name="connsiteY20-834" fmla="*/ 1171575 h 1343025"/>
                <a:gd name="connsiteX21-835" fmla="*/ 535781 w 1343025"/>
                <a:gd name="connsiteY21-836" fmla="*/ 1157287 h 1343025"/>
                <a:gd name="connsiteX22-837" fmla="*/ 452437 w 1343025"/>
                <a:gd name="connsiteY22-838" fmla="*/ 1304925 h 1343025"/>
                <a:gd name="connsiteX23-839" fmla="*/ 245268 w 1343025"/>
                <a:gd name="connsiteY23-840" fmla="*/ 1193006 h 1343025"/>
                <a:gd name="connsiteX24-841" fmla="*/ 333375 w 1343025"/>
                <a:gd name="connsiteY24-842" fmla="*/ 1042987 h 1343025"/>
                <a:gd name="connsiteX25-843" fmla="*/ 226218 w 1343025"/>
                <a:gd name="connsiteY25-844" fmla="*/ 909637 h 1343025"/>
                <a:gd name="connsiteX26-845" fmla="*/ 59531 w 1343025"/>
                <a:gd name="connsiteY26-846" fmla="*/ 964406 h 1343025"/>
                <a:gd name="connsiteX27-847" fmla="*/ 0 w 1343025"/>
                <a:gd name="connsiteY27-848" fmla="*/ 733425 h 1343025"/>
                <a:gd name="connsiteX28-849" fmla="*/ 166687 w 1343025"/>
                <a:gd name="connsiteY28-850" fmla="*/ 690562 h 1343025"/>
                <a:gd name="connsiteX29-851" fmla="*/ 190500 w 1343025"/>
                <a:gd name="connsiteY29-852" fmla="*/ 521493 h 1343025"/>
                <a:gd name="connsiteX30-853" fmla="*/ 35718 w 1343025"/>
                <a:gd name="connsiteY30-854" fmla="*/ 440531 h 1343025"/>
                <a:gd name="connsiteX31-855" fmla="*/ 154781 w 1343025"/>
                <a:gd name="connsiteY31-856" fmla="*/ 242887 h 1343025"/>
                <a:gd name="connsiteX32-857" fmla="*/ 297656 w 1343025"/>
                <a:gd name="connsiteY32-858" fmla="*/ 330993 h 1343025"/>
                <a:gd name="connsiteX0-859" fmla="*/ 297656 w 1343025"/>
                <a:gd name="connsiteY0-860" fmla="*/ 330993 h 1343025"/>
                <a:gd name="connsiteX1-861" fmla="*/ 431006 w 1343025"/>
                <a:gd name="connsiteY1-862" fmla="*/ 226218 h 1343025"/>
                <a:gd name="connsiteX2-863" fmla="*/ 378618 w 1343025"/>
                <a:gd name="connsiteY2-864" fmla="*/ 61912 h 1343025"/>
                <a:gd name="connsiteX3-865" fmla="*/ 602456 w 1343025"/>
                <a:gd name="connsiteY3-866" fmla="*/ 0 h 1343025"/>
                <a:gd name="connsiteX4-867" fmla="*/ 652462 w 1343025"/>
                <a:gd name="connsiteY4-868" fmla="*/ 171450 h 1343025"/>
                <a:gd name="connsiteX5-869" fmla="*/ 816768 w 1343025"/>
                <a:gd name="connsiteY5-870" fmla="*/ 185737 h 1343025"/>
                <a:gd name="connsiteX6-871" fmla="*/ 900112 w 1343025"/>
                <a:gd name="connsiteY6-872" fmla="*/ 40481 h 1343025"/>
                <a:gd name="connsiteX7-873" fmla="*/ 1104900 w 1343025"/>
                <a:gd name="connsiteY7-874" fmla="*/ 150018 h 1343025"/>
                <a:gd name="connsiteX8-875" fmla="*/ 1014412 w 1343025"/>
                <a:gd name="connsiteY8-876" fmla="*/ 295275 h 1343025"/>
                <a:gd name="connsiteX9-877" fmla="*/ 1119187 w 1343025"/>
                <a:gd name="connsiteY9-878" fmla="*/ 431006 h 1343025"/>
                <a:gd name="connsiteX10-879" fmla="*/ 1281112 w 1343025"/>
                <a:gd name="connsiteY10-880" fmla="*/ 373856 h 1343025"/>
                <a:gd name="connsiteX11-881" fmla="*/ 1343025 w 1343025"/>
                <a:gd name="connsiteY11-882" fmla="*/ 602456 h 1343025"/>
                <a:gd name="connsiteX12-883" fmla="*/ 1173956 w 1343025"/>
                <a:gd name="connsiteY12-884" fmla="*/ 645318 h 1343025"/>
                <a:gd name="connsiteX13-885" fmla="*/ 1157287 w 1343025"/>
                <a:gd name="connsiteY13-886" fmla="*/ 812006 h 1343025"/>
                <a:gd name="connsiteX14-887" fmla="*/ 1307306 w 1343025"/>
                <a:gd name="connsiteY14-888" fmla="*/ 892968 h 1343025"/>
                <a:gd name="connsiteX15-889" fmla="*/ 1193006 w 1343025"/>
                <a:gd name="connsiteY15-890" fmla="*/ 1097756 h 1343025"/>
                <a:gd name="connsiteX16-891" fmla="*/ 1040606 w 1343025"/>
                <a:gd name="connsiteY16-892" fmla="*/ 1009650 h 1343025"/>
                <a:gd name="connsiteX17-893" fmla="*/ 919162 w 1343025"/>
                <a:gd name="connsiteY17-894" fmla="*/ 1112043 h 1343025"/>
                <a:gd name="connsiteX18-895" fmla="*/ 973931 w 1343025"/>
                <a:gd name="connsiteY18-896" fmla="*/ 1276350 h 1343025"/>
                <a:gd name="connsiteX19-897" fmla="*/ 745331 w 1343025"/>
                <a:gd name="connsiteY19-898" fmla="*/ 1343025 h 1343025"/>
                <a:gd name="connsiteX20-899" fmla="*/ 695325 w 1343025"/>
                <a:gd name="connsiteY20-900" fmla="*/ 1171575 h 1343025"/>
                <a:gd name="connsiteX21-901" fmla="*/ 535781 w 1343025"/>
                <a:gd name="connsiteY21-902" fmla="*/ 1157287 h 1343025"/>
                <a:gd name="connsiteX22-903" fmla="*/ 452437 w 1343025"/>
                <a:gd name="connsiteY22-904" fmla="*/ 1304925 h 1343025"/>
                <a:gd name="connsiteX23-905" fmla="*/ 245268 w 1343025"/>
                <a:gd name="connsiteY23-906" fmla="*/ 1193006 h 1343025"/>
                <a:gd name="connsiteX24-907" fmla="*/ 333375 w 1343025"/>
                <a:gd name="connsiteY24-908" fmla="*/ 1042987 h 1343025"/>
                <a:gd name="connsiteX25-909" fmla="*/ 226218 w 1343025"/>
                <a:gd name="connsiteY25-910" fmla="*/ 909637 h 1343025"/>
                <a:gd name="connsiteX26-911" fmla="*/ 59531 w 1343025"/>
                <a:gd name="connsiteY26-912" fmla="*/ 964406 h 1343025"/>
                <a:gd name="connsiteX27-913" fmla="*/ 0 w 1343025"/>
                <a:gd name="connsiteY27-914" fmla="*/ 733425 h 1343025"/>
                <a:gd name="connsiteX28-915" fmla="*/ 166687 w 1343025"/>
                <a:gd name="connsiteY28-916" fmla="*/ 690562 h 1343025"/>
                <a:gd name="connsiteX29-917" fmla="*/ 190500 w 1343025"/>
                <a:gd name="connsiteY29-918" fmla="*/ 521493 h 1343025"/>
                <a:gd name="connsiteX30-919" fmla="*/ 35718 w 1343025"/>
                <a:gd name="connsiteY30-920" fmla="*/ 440531 h 1343025"/>
                <a:gd name="connsiteX31-921" fmla="*/ 154781 w 1343025"/>
                <a:gd name="connsiteY31-922" fmla="*/ 242887 h 1343025"/>
                <a:gd name="connsiteX32-923" fmla="*/ 297656 w 1343025"/>
                <a:gd name="connsiteY32-924" fmla="*/ 330993 h 1343025"/>
                <a:gd name="connsiteX0-925" fmla="*/ 297656 w 1343025"/>
                <a:gd name="connsiteY0-926" fmla="*/ 330993 h 1343025"/>
                <a:gd name="connsiteX1-927" fmla="*/ 431006 w 1343025"/>
                <a:gd name="connsiteY1-928" fmla="*/ 226218 h 1343025"/>
                <a:gd name="connsiteX2-929" fmla="*/ 378618 w 1343025"/>
                <a:gd name="connsiteY2-930" fmla="*/ 61912 h 1343025"/>
                <a:gd name="connsiteX3-931" fmla="*/ 602456 w 1343025"/>
                <a:gd name="connsiteY3-932" fmla="*/ 0 h 1343025"/>
                <a:gd name="connsiteX4-933" fmla="*/ 652462 w 1343025"/>
                <a:gd name="connsiteY4-934" fmla="*/ 171450 h 1343025"/>
                <a:gd name="connsiteX5-935" fmla="*/ 816768 w 1343025"/>
                <a:gd name="connsiteY5-936" fmla="*/ 185737 h 1343025"/>
                <a:gd name="connsiteX6-937" fmla="*/ 900112 w 1343025"/>
                <a:gd name="connsiteY6-938" fmla="*/ 40481 h 1343025"/>
                <a:gd name="connsiteX7-939" fmla="*/ 1104900 w 1343025"/>
                <a:gd name="connsiteY7-940" fmla="*/ 150018 h 1343025"/>
                <a:gd name="connsiteX8-941" fmla="*/ 1014412 w 1343025"/>
                <a:gd name="connsiteY8-942" fmla="*/ 295275 h 1343025"/>
                <a:gd name="connsiteX9-943" fmla="*/ 1119187 w 1343025"/>
                <a:gd name="connsiteY9-944" fmla="*/ 431006 h 1343025"/>
                <a:gd name="connsiteX10-945" fmla="*/ 1281112 w 1343025"/>
                <a:gd name="connsiteY10-946" fmla="*/ 373856 h 1343025"/>
                <a:gd name="connsiteX11-947" fmla="*/ 1343025 w 1343025"/>
                <a:gd name="connsiteY11-948" fmla="*/ 602456 h 1343025"/>
                <a:gd name="connsiteX12-949" fmla="*/ 1173956 w 1343025"/>
                <a:gd name="connsiteY12-950" fmla="*/ 645318 h 1343025"/>
                <a:gd name="connsiteX13-951" fmla="*/ 1157287 w 1343025"/>
                <a:gd name="connsiteY13-952" fmla="*/ 812006 h 1343025"/>
                <a:gd name="connsiteX14-953" fmla="*/ 1307306 w 1343025"/>
                <a:gd name="connsiteY14-954" fmla="*/ 892968 h 1343025"/>
                <a:gd name="connsiteX15-955" fmla="*/ 1193006 w 1343025"/>
                <a:gd name="connsiteY15-956" fmla="*/ 1097756 h 1343025"/>
                <a:gd name="connsiteX16-957" fmla="*/ 1040606 w 1343025"/>
                <a:gd name="connsiteY16-958" fmla="*/ 1009650 h 1343025"/>
                <a:gd name="connsiteX17-959" fmla="*/ 919162 w 1343025"/>
                <a:gd name="connsiteY17-960" fmla="*/ 1112043 h 1343025"/>
                <a:gd name="connsiteX18-961" fmla="*/ 973931 w 1343025"/>
                <a:gd name="connsiteY18-962" fmla="*/ 1276350 h 1343025"/>
                <a:gd name="connsiteX19-963" fmla="*/ 745331 w 1343025"/>
                <a:gd name="connsiteY19-964" fmla="*/ 1343025 h 1343025"/>
                <a:gd name="connsiteX20-965" fmla="*/ 695325 w 1343025"/>
                <a:gd name="connsiteY20-966" fmla="*/ 1171575 h 1343025"/>
                <a:gd name="connsiteX21-967" fmla="*/ 535781 w 1343025"/>
                <a:gd name="connsiteY21-968" fmla="*/ 1157287 h 1343025"/>
                <a:gd name="connsiteX22-969" fmla="*/ 452437 w 1343025"/>
                <a:gd name="connsiteY22-970" fmla="*/ 1304925 h 1343025"/>
                <a:gd name="connsiteX23-971" fmla="*/ 245268 w 1343025"/>
                <a:gd name="connsiteY23-972" fmla="*/ 1193006 h 1343025"/>
                <a:gd name="connsiteX24-973" fmla="*/ 333375 w 1343025"/>
                <a:gd name="connsiteY24-974" fmla="*/ 1042987 h 1343025"/>
                <a:gd name="connsiteX25-975" fmla="*/ 226218 w 1343025"/>
                <a:gd name="connsiteY25-976" fmla="*/ 909637 h 1343025"/>
                <a:gd name="connsiteX26-977" fmla="*/ 59531 w 1343025"/>
                <a:gd name="connsiteY26-978" fmla="*/ 964406 h 1343025"/>
                <a:gd name="connsiteX27-979" fmla="*/ 0 w 1343025"/>
                <a:gd name="connsiteY27-980" fmla="*/ 733425 h 1343025"/>
                <a:gd name="connsiteX28-981" fmla="*/ 166687 w 1343025"/>
                <a:gd name="connsiteY28-982" fmla="*/ 690562 h 1343025"/>
                <a:gd name="connsiteX29-983" fmla="*/ 190500 w 1343025"/>
                <a:gd name="connsiteY29-984" fmla="*/ 521493 h 1343025"/>
                <a:gd name="connsiteX30-985" fmla="*/ 35718 w 1343025"/>
                <a:gd name="connsiteY30-986" fmla="*/ 440531 h 1343025"/>
                <a:gd name="connsiteX31-987" fmla="*/ 154781 w 1343025"/>
                <a:gd name="connsiteY31-988" fmla="*/ 242887 h 1343025"/>
                <a:gd name="connsiteX32-989" fmla="*/ 297656 w 1343025"/>
                <a:gd name="connsiteY32-990" fmla="*/ 330993 h 1343025"/>
                <a:gd name="connsiteX0-991" fmla="*/ 297656 w 1343025"/>
                <a:gd name="connsiteY0-992" fmla="*/ 330993 h 1343025"/>
                <a:gd name="connsiteX1-993" fmla="*/ 431006 w 1343025"/>
                <a:gd name="connsiteY1-994" fmla="*/ 226218 h 1343025"/>
                <a:gd name="connsiteX2-995" fmla="*/ 378618 w 1343025"/>
                <a:gd name="connsiteY2-996" fmla="*/ 61912 h 1343025"/>
                <a:gd name="connsiteX3-997" fmla="*/ 602456 w 1343025"/>
                <a:gd name="connsiteY3-998" fmla="*/ 0 h 1343025"/>
                <a:gd name="connsiteX4-999" fmla="*/ 652462 w 1343025"/>
                <a:gd name="connsiteY4-1000" fmla="*/ 171450 h 1343025"/>
                <a:gd name="connsiteX5-1001" fmla="*/ 816768 w 1343025"/>
                <a:gd name="connsiteY5-1002" fmla="*/ 185737 h 1343025"/>
                <a:gd name="connsiteX6-1003" fmla="*/ 900112 w 1343025"/>
                <a:gd name="connsiteY6-1004" fmla="*/ 40481 h 1343025"/>
                <a:gd name="connsiteX7-1005" fmla="*/ 1104900 w 1343025"/>
                <a:gd name="connsiteY7-1006" fmla="*/ 150018 h 1343025"/>
                <a:gd name="connsiteX8-1007" fmla="*/ 1014412 w 1343025"/>
                <a:gd name="connsiteY8-1008" fmla="*/ 295275 h 1343025"/>
                <a:gd name="connsiteX9-1009" fmla="*/ 1119187 w 1343025"/>
                <a:gd name="connsiteY9-1010" fmla="*/ 431006 h 1343025"/>
                <a:gd name="connsiteX10-1011" fmla="*/ 1281112 w 1343025"/>
                <a:gd name="connsiteY10-1012" fmla="*/ 373856 h 1343025"/>
                <a:gd name="connsiteX11-1013" fmla="*/ 1343025 w 1343025"/>
                <a:gd name="connsiteY11-1014" fmla="*/ 602456 h 1343025"/>
                <a:gd name="connsiteX12-1015" fmla="*/ 1173956 w 1343025"/>
                <a:gd name="connsiteY12-1016" fmla="*/ 645318 h 1343025"/>
                <a:gd name="connsiteX13-1017" fmla="*/ 1157287 w 1343025"/>
                <a:gd name="connsiteY13-1018" fmla="*/ 812006 h 1343025"/>
                <a:gd name="connsiteX14-1019" fmla="*/ 1307306 w 1343025"/>
                <a:gd name="connsiteY14-1020" fmla="*/ 892968 h 1343025"/>
                <a:gd name="connsiteX15-1021" fmla="*/ 1193006 w 1343025"/>
                <a:gd name="connsiteY15-1022" fmla="*/ 1097756 h 1343025"/>
                <a:gd name="connsiteX16-1023" fmla="*/ 1040606 w 1343025"/>
                <a:gd name="connsiteY16-1024" fmla="*/ 1009650 h 1343025"/>
                <a:gd name="connsiteX17-1025" fmla="*/ 919162 w 1343025"/>
                <a:gd name="connsiteY17-1026" fmla="*/ 1112043 h 1343025"/>
                <a:gd name="connsiteX18-1027" fmla="*/ 973931 w 1343025"/>
                <a:gd name="connsiteY18-1028" fmla="*/ 1276350 h 1343025"/>
                <a:gd name="connsiteX19-1029" fmla="*/ 745331 w 1343025"/>
                <a:gd name="connsiteY19-1030" fmla="*/ 1343025 h 1343025"/>
                <a:gd name="connsiteX20-1031" fmla="*/ 695325 w 1343025"/>
                <a:gd name="connsiteY20-1032" fmla="*/ 1171575 h 1343025"/>
                <a:gd name="connsiteX21-1033" fmla="*/ 535781 w 1343025"/>
                <a:gd name="connsiteY21-1034" fmla="*/ 1157287 h 1343025"/>
                <a:gd name="connsiteX22-1035" fmla="*/ 452437 w 1343025"/>
                <a:gd name="connsiteY22-1036" fmla="*/ 1304925 h 1343025"/>
                <a:gd name="connsiteX23-1037" fmla="*/ 245268 w 1343025"/>
                <a:gd name="connsiteY23-1038" fmla="*/ 1193006 h 1343025"/>
                <a:gd name="connsiteX24-1039" fmla="*/ 333375 w 1343025"/>
                <a:gd name="connsiteY24-1040" fmla="*/ 1042987 h 1343025"/>
                <a:gd name="connsiteX25-1041" fmla="*/ 226218 w 1343025"/>
                <a:gd name="connsiteY25-1042" fmla="*/ 909637 h 1343025"/>
                <a:gd name="connsiteX26-1043" fmla="*/ 59531 w 1343025"/>
                <a:gd name="connsiteY26-1044" fmla="*/ 964406 h 1343025"/>
                <a:gd name="connsiteX27-1045" fmla="*/ 0 w 1343025"/>
                <a:gd name="connsiteY27-1046" fmla="*/ 733425 h 1343025"/>
                <a:gd name="connsiteX28-1047" fmla="*/ 166687 w 1343025"/>
                <a:gd name="connsiteY28-1048" fmla="*/ 690562 h 1343025"/>
                <a:gd name="connsiteX29-1049" fmla="*/ 190500 w 1343025"/>
                <a:gd name="connsiteY29-1050" fmla="*/ 521493 h 1343025"/>
                <a:gd name="connsiteX30-1051" fmla="*/ 35718 w 1343025"/>
                <a:gd name="connsiteY30-1052" fmla="*/ 440531 h 1343025"/>
                <a:gd name="connsiteX31-1053" fmla="*/ 154781 w 1343025"/>
                <a:gd name="connsiteY31-1054" fmla="*/ 242887 h 1343025"/>
                <a:gd name="connsiteX32-1055" fmla="*/ 297656 w 1343025"/>
                <a:gd name="connsiteY32-1056" fmla="*/ 330993 h 1343025"/>
                <a:gd name="connsiteX0-1057" fmla="*/ 297656 w 1343025"/>
                <a:gd name="connsiteY0-1058" fmla="*/ 330993 h 1343025"/>
                <a:gd name="connsiteX1-1059" fmla="*/ 431006 w 1343025"/>
                <a:gd name="connsiteY1-1060" fmla="*/ 226218 h 1343025"/>
                <a:gd name="connsiteX2-1061" fmla="*/ 378618 w 1343025"/>
                <a:gd name="connsiteY2-1062" fmla="*/ 61912 h 1343025"/>
                <a:gd name="connsiteX3-1063" fmla="*/ 602456 w 1343025"/>
                <a:gd name="connsiteY3-1064" fmla="*/ 0 h 1343025"/>
                <a:gd name="connsiteX4-1065" fmla="*/ 652462 w 1343025"/>
                <a:gd name="connsiteY4-1066" fmla="*/ 171450 h 1343025"/>
                <a:gd name="connsiteX5-1067" fmla="*/ 816768 w 1343025"/>
                <a:gd name="connsiteY5-1068" fmla="*/ 185737 h 1343025"/>
                <a:gd name="connsiteX6-1069" fmla="*/ 900112 w 1343025"/>
                <a:gd name="connsiteY6-1070" fmla="*/ 40481 h 1343025"/>
                <a:gd name="connsiteX7-1071" fmla="*/ 1104900 w 1343025"/>
                <a:gd name="connsiteY7-1072" fmla="*/ 150018 h 1343025"/>
                <a:gd name="connsiteX8-1073" fmla="*/ 1014412 w 1343025"/>
                <a:gd name="connsiteY8-1074" fmla="*/ 295275 h 1343025"/>
                <a:gd name="connsiteX9-1075" fmla="*/ 1119187 w 1343025"/>
                <a:gd name="connsiteY9-1076" fmla="*/ 431006 h 1343025"/>
                <a:gd name="connsiteX10-1077" fmla="*/ 1281112 w 1343025"/>
                <a:gd name="connsiteY10-1078" fmla="*/ 373856 h 1343025"/>
                <a:gd name="connsiteX11-1079" fmla="*/ 1343025 w 1343025"/>
                <a:gd name="connsiteY11-1080" fmla="*/ 602456 h 1343025"/>
                <a:gd name="connsiteX12-1081" fmla="*/ 1173956 w 1343025"/>
                <a:gd name="connsiteY12-1082" fmla="*/ 645318 h 1343025"/>
                <a:gd name="connsiteX13-1083" fmla="*/ 1157287 w 1343025"/>
                <a:gd name="connsiteY13-1084" fmla="*/ 812006 h 1343025"/>
                <a:gd name="connsiteX14-1085" fmla="*/ 1307306 w 1343025"/>
                <a:gd name="connsiteY14-1086" fmla="*/ 892968 h 1343025"/>
                <a:gd name="connsiteX15-1087" fmla="*/ 1193006 w 1343025"/>
                <a:gd name="connsiteY15-1088" fmla="*/ 1097756 h 1343025"/>
                <a:gd name="connsiteX16-1089" fmla="*/ 1040606 w 1343025"/>
                <a:gd name="connsiteY16-1090" fmla="*/ 1009650 h 1343025"/>
                <a:gd name="connsiteX17-1091" fmla="*/ 919162 w 1343025"/>
                <a:gd name="connsiteY17-1092" fmla="*/ 1112043 h 1343025"/>
                <a:gd name="connsiteX18-1093" fmla="*/ 973931 w 1343025"/>
                <a:gd name="connsiteY18-1094" fmla="*/ 1276350 h 1343025"/>
                <a:gd name="connsiteX19-1095" fmla="*/ 745331 w 1343025"/>
                <a:gd name="connsiteY19-1096" fmla="*/ 1343025 h 1343025"/>
                <a:gd name="connsiteX20-1097" fmla="*/ 695325 w 1343025"/>
                <a:gd name="connsiteY20-1098" fmla="*/ 1171575 h 1343025"/>
                <a:gd name="connsiteX21-1099" fmla="*/ 535781 w 1343025"/>
                <a:gd name="connsiteY21-1100" fmla="*/ 1157287 h 1343025"/>
                <a:gd name="connsiteX22-1101" fmla="*/ 452437 w 1343025"/>
                <a:gd name="connsiteY22-1102" fmla="*/ 1304925 h 1343025"/>
                <a:gd name="connsiteX23-1103" fmla="*/ 245268 w 1343025"/>
                <a:gd name="connsiteY23-1104" fmla="*/ 1193006 h 1343025"/>
                <a:gd name="connsiteX24-1105" fmla="*/ 333375 w 1343025"/>
                <a:gd name="connsiteY24-1106" fmla="*/ 1042987 h 1343025"/>
                <a:gd name="connsiteX25-1107" fmla="*/ 226218 w 1343025"/>
                <a:gd name="connsiteY25-1108" fmla="*/ 909637 h 1343025"/>
                <a:gd name="connsiteX26-1109" fmla="*/ 59531 w 1343025"/>
                <a:gd name="connsiteY26-1110" fmla="*/ 964406 h 1343025"/>
                <a:gd name="connsiteX27-1111" fmla="*/ 0 w 1343025"/>
                <a:gd name="connsiteY27-1112" fmla="*/ 733425 h 1343025"/>
                <a:gd name="connsiteX28-1113" fmla="*/ 166687 w 1343025"/>
                <a:gd name="connsiteY28-1114" fmla="*/ 690562 h 1343025"/>
                <a:gd name="connsiteX29-1115" fmla="*/ 190500 w 1343025"/>
                <a:gd name="connsiteY29-1116" fmla="*/ 521493 h 1343025"/>
                <a:gd name="connsiteX30-1117" fmla="*/ 35718 w 1343025"/>
                <a:gd name="connsiteY30-1118" fmla="*/ 440531 h 1343025"/>
                <a:gd name="connsiteX31-1119" fmla="*/ 154781 w 1343025"/>
                <a:gd name="connsiteY31-1120" fmla="*/ 242887 h 1343025"/>
                <a:gd name="connsiteX32-1121" fmla="*/ 297656 w 1343025"/>
                <a:gd name="connsiteY32-1122" fmla="*/ 330993 h 1343025"/>
                <a:gd name="connsiteX0-1123" fmla="*/ 297656 w 1343025"/>
                <a:gd name="connsiteY0-1124" fmla="*/ 330993 h 1343025"/>
                <a:gd name="connsiteX1-1125" fmla="*/ 431006 w 1343025"/>
                <a:gd name="connsiteY1-1126" fmla="*/ 226218 h 1343025"/>
                <a:gd name="connsiteX2-1127" fmla="*/ 378618 w 1343025"/>
                <a:gd name="connsiteY2-1128" fmla="*/ 61912 h 1343025"/>
                <a:gd name="connsiteX3-1129" fmla="*/ 602456 w 1343025"/>
                <a:gd name="connsiteY3-1130" fmla="*/ 0 h 1343025"/>
                <a:gd name="connsiteX4-1131" fmla="*/ 652462 w 1343025"/>
                <a:gd name="connsiteY4-1132" fmla="*/ 171450 h 1343025"/>
                <a:gd name="connsiteX5-1133" fmla="*/ 816768 w 1343025"/>
                <a:gd name="connsiteY5-1134" fmla="*/ 185737 h 1343025"/>
                <a:gd name="connsiteX6-1135" fmla="*/ 900112 w 1343025"/>
                <a:gd name="connsiteY6-1136" fmla="*/ 40481 h 1343025"/>
                <a:gd name="connsiteX7-1137" fmla="*/ 1104900 w 1343025"/>
                <a:gd name="connsiteY7-1138" fmla="*/ 150018 h 1343025"/>
                <a:gd name="connsiteX8-1139" fmla="*/ 1014412 w 1343025"/>
                <a:gd name="connsiteY8-1140" fmla="*/ 295275 h 1343025"/>
                <a:gd name="connsiteX9-1141" fmla="*/ 1119187 w 1343025"/>
                <a:gd name="connsiteY9-1142" fmla="*/ 431006 h 1343025"/>
                <a:gd name="connsiteX10-1143" fmla="*/ 1281112 w 1343025"/>
                <a:gd name="connsiteY10-1144" fmla="*/ 373856 h 1343025"/>
                <a:gd name="connsiteX11-1145" fmla="*/ 1343025 w 1343025"/>
                <a:gd name="connsiteY11-1146" fmla="*/ 602456 h 1343025"/>
                <a:gd name="connsiteX12-1147" fmla="*/ 1173956 w 1343025"/>
                <a:gd name="connsiteY12-1148" fmla="*/ 645318 h 1343025"/>
                <a:gd name="connsiteX13-1149" fmla="*/ 1157287 w 1343025"/>
                <a:gd name="connsiteY13-1150" fmla="*/ 812006 h 1343025"/>
                <a:gd name="connsiteX14-1151" fmla="*/ 1307306 w 1343025"/>
                <a:gd name="connsiteY14-1152" fmla="*/ 892968 h 1343025"/>
                <a:gd name="connsiteX15-1153" fmla="*/ 1193006 w 1343025"/>
                <a:gd name="connsiteY15-1154" fmla="*/ 1097756 h 1343025"/>
                <a:gd name="connsiteX16-1155" fmla="*/ 1040606 w 1343025"/>
                <a:gd name="connsiteY16-1156" fmla="*/ 1009650 h 1343025"/>
                <a:gd name="connsiteX17-1157" fmla="*/ 919162 w 1343025"/>
                <a:gd name="connsiteY17-1158" fmla="*/ 1112043 h 1343025"/>
                <a:gd name="connsiteX18-1159" fmla="*/ 973931 w 1343025"/>
                <a:gd name="connsiteY18-1160" fmla="*/ 1276350 h 1343025"/>
                <a:gd name="connsiteX19-1161" fmla="*/ 745331 w 1343025"/>
                <a:gd name="connsiteY19-1162" fmla="*/ 1343025 h 1343025"/>
                <a:gd name="connsiteX20-1163" fmla="*/ 695325 w 1343025"/>
                <a:gd name="connsiteY20-1164" fmla="*/ 1171575 h 1343025"/>
                <a:gd name="connsiteX21-1165" fmla="*/ 535781 w 1343025"/>
                <a:gd name="connsiteY21-1166" fmla="*/ 1157287 h 1343025"/>
                <a:gd name="connsiteX22-1167" fmla="*/ 452437 w 1343025"/>
                <a:gd name="connsiteY22-1168" fmla="*/ 1304925 h 1343025"/>
                <a:gd name="connsiteX23-1169" fmla="*/ 245268 w 1343025"/>
                <a:gd name="connsiteY23-1170" fmla="*/ 1193006 h 1343025"/>
                <a:gd name="connsiteX24-1171" fmla="*/ 333375 w 1343025"/>
                <a:gd name="connsiteY24-1172" fmla="*/ 1042987 h 1343025"/>
                <a:gd name="connsiteX25-1173" fmla="*/ 226218 w 1343025"/>
                <a:gd name="connsiteY25-1174" fmla="*/ 909637 h 1343025"/>
                <a:gd name="connsiteX26-1175" fmla="*/ 59531 w 1343025"/>
                <a:gd name="connsiteY26-1176" fmla="*/ 964406 h 1343025"/>
                <a:gd name="connsiteX27-1177" fmla="*/ 0 w 1343025"/>
                <a:gd name="connsiteY27-1178" fmla="*/ 733425 h 1343025"/>
                <a:gd name="connsiteX28-1179" fmla="*/ 166687 w 1343025"/>
                <a:gd name="connsiteY28-1180" fmla="*/ 690562 h 1343025"/>
                <a:gd name="connsiteX29-1181" fmla="*/ 190500 w 1343025"/>
                <a:gd name="connsiteY29-1182" fmla="*/ 521493 h 1343025"/>
                <a:gd name="connsiteX30-1183" fmla="*/ 35718 w 1343025"/>
                <a:gd name="connsiteY30-1184" fmla="*/ 440531 h 1343025"/>
                <a:gd name="connsiteX31-1185" fmla="*/ 154781 w 1343025"/>
                <a:gd name="connsiteY31-1186" fmla="*/ 242887 h 1343025"/>
                <a:gd name="connsiteX32-1187" fmla="*/ 297656 w 1343025"/>
                <a:gd name="connsiteY32-1188" fmla="*/ 330993 h 1343025"/>
                <a:gd name="connsiteX0-1189" fmla="*/ 297656 w 1343025"/>
                <a:gd name="connsiteY0-1190" fmla="*/ 330993 h 1343025"/>
                <a:gd name="connsiteX1-1191" fmla="*/ 431006 w 1343025"/>
                <a:gd name="connsiteY1-1192" fmla="*/ 226218 h 1343025"/>
                <a:gd name="connsiteX2-1193" fmla="*/ 378618 w 1343025"/>
                <a:gd name="connsiteY2-1194" fmla="*/ 61912 h 1343025"/>
                <a:gd name="connsiteX3-1195" fmla="*/ 602456 w 1343025"/>
                <a:gd name="connsiteY3-1196" fmla="*/ 0 h 1343025"/>
                <a:gd name="connsiteX4-1197" fmla="*/ 652462 w 1343025"/>
                <a:gd name="connsiteY4-1198" fmla="*/ 171450 h 1343025"/>
                <a:gd name="connsiteX5-1199" fmla="*/ 816768 w 1343025"/>
                <a:gd name="connsiteY5-1200" fmla="*/ 185737 h 1343025"/>
                <a:gd name="connsiteX6-1201" fmla="*/ 900112 w 1343025"/>
                <a:gd name="connsiteY6-1202" fmla="*/ 40481 h 1343025"/>
                <a:gd name="connsiteX7-1203" fmla="*/ 1104900 w 1343025"/>
                <a:gd name="connsiteY7-1204" fmla="*/ 150018 h 1343025"/>
                <a:gd name="connsiteX8-1205" fmla="*/ 1014412 w 1343025"/>
                <a:gd name="connsiteY8-1206" fmla="*/ 295275 h 1343025"/>
                <a:gd name="connsiteX9-1207" fmla="*/ 1119187 w 1343025"/>
                <a:gd name="connsiteY9-1208" fmla="*/ 431006 h 1343025"/>
                <a:gd name="connsiteX10-1209" fmla="*/ 1281112 w 1343025"/>
                <a:gd name="connsiteY10-1210" fmla="*/ 373856 h 1343025"/>
                <a:gd name="connsiteX11-1211" fmla="*/ 1343025 w 1343025"/>
                <a:gd name="connsiteY11-1212" fmla="*/ 602456 h 1343025"/>
                <a:gd name="connsiteX12-1213" fmla="*/ 1173956 w 1343025"/>
                <a:gd name="connsiteY12-1214" fmla="*/ 645318 h 1343025"/>
                <a:gd name="connsiteX13-1215" fmla="*/ 1157287 w 1343025"/>
                <a:gd name="connsiteY13-1216" fmla="*/ 812006 h 1343025"/>
                <a:gd name="connsiteX14-1217" fmla="*/ 1307306 w 1343025"/>
                <a:gd name="connsiteY14-1218" fmla="*/ 892968 h 1343025"/>
                <a:gd name="connsiteX15-1219" fmla="*/ 1193006 w 1343025"/>
                <a:gd name="connsiteY15-1220" fmla="*/ 1097756 h 1343025"/>
                <a:gd name="connsiteX16-1221" fmla="*/ 1040606 w 1343025"/>
                <a:gd name="connsiteY16-1222" fmla="*/ 1009650 h 1343025"/>
                <a:gd name="connsiteX17-1223" fmla="*/ 919162 w 1343025"/>
                <a:gd name="connsiteY17-1224" fmla="*/ 1112043 h 1343025"/>
                <a:gd name="connsiteX18-1225" fmla="*/ 973931 w 1343025"/>
                <a:gd name="connsiteY18-1226" fmla="*/ 1276350 h 1343025"/>
                <a:gd name="connsiteX19-1227" fmla="*/ 745331 w 1343025"/>
                <a:gd name="connsiteY19-1228" fmla="*/ 1343025 h 1343025"/>
                <a:gd name="connsiteX20-1229" fmla="*/ 695325 w 1343025"/>
                <a:gd name="connsiteY20-1230" fmla="*/ 1171575 h 1343025"/>
                <a:gd name="connsiteX21-1231" fmla="*/ 535781 w 1343025"/>
                <a:gd name="connsiteY21-1232" fmla="*/ 1157287 h 1343025"/>
                <a:gd name="connsiteX22-1233" fmla="*/ 452437 w 1343025"/>
                <a:gd name="connsiteY22-1234" fmla="*/ 1304925 h 1343025"/>
                <a:gd name="connsiteX23-1235" fmla="*/ 245268 w 1343025"/>
                <a:gd name="connsiteY23-1236" fmla="*/ 1193006 h 1343025"/>
                <a:gd name="connsiteX24-1237" fmla="*/ 333375 w 1343025"/>
                <a:gd name="connsiteY24-1238" fmla="*/ 1042987 h 1343025"/>
                <a:gd name="connsiteX25-1239" fmla="*/ 226218 w 1343025"/>
                <a:gd name="connsiteY25-1240" fmla="*/ 909637 h 1343025"/>
                <a:gd name="connsiteX26-1241" fmla="*/ 59531 w 1343025"/>
                <a:gd name="connsiteY26-1242" fmla="*/ 964406 h 1343025"/>
                <a:gd name="connsiteX27-1243" fmla="*/ 0 w 1343025"/>
                <a:gd name="connsiteY27-1244" fmla="*/ 733425 h 1343025"/>
                <a:gd name="connsiteX28-1245" fmla="*/ 166687 w 1343025"/>
                <a:gd name="connsiteY28-1246" fmla="*/ 690562 h 1343025"/>
                <a:gd name="connsiteX29-1247" fmla="*/ 190500 w 1343025"/>
                <a:gd name="connsiteY29-1248" fmla="*/ 521493 h 1343025"/>
                <a:gd name="connsiteX30-1249" fmla="*/ 35718 w 1343025"/>
                <a:gd name="connsiteY30-1250" fmla="*/ 440531 h 1343025"/>
                <a:gd name="connsiteX31-1251" fmla="*/ 154781 w 1343025"/>
                <a:gd name="connsiteY31-1252" fmla="*/ 242887 h 1343025"/>
                <a:gd name="connsiteX32-1253" fmla="*/ 297656 w 1343025"/>
                <a:gd name="connsiteY32-1254" fmla="*/ 330993 h 1343025"/>
                <a:gd name="connsiteX0-1255" fmla="*/ 297656 w 1343025"/>
                <a:gd name="connsiteY0-1256" fmla="*/ 330993 h 1343025"/>
                <a:gd name="connsiteX1-1257" fmla="*/ 431006 w 1343025"/>
                <a:gd name="connsiteY1-1258" fmla="*/ 226218 h 1343025"/>
                <a:gd name="connsiteX2-1259" fmla="*/ 378618 w 1343025"/>
                <a:gd name="connsiteY2-1260" fmla="*/ 61912 h 1343025"/>
                <a:gd name="connsiteX3-1261" fmla="*/ 602456 w 1343025"/>
                <a:gd name="connsiteY3-1262" fmla="*/ 0 h 1343025"/>
                <a:gd name="connsiteX4-1263" fmla="*/ 652462 w 1343025"/>
                <a:gd name="connsiteY4-1264" fmla="*/ 171450 h 1343025"/>
                <a:gd name="connsiteX5-1265" fmla="*/ 816768 w 1343025"/>
                <a:gd name="connsiteY5-1266" fmla="*/ 185737 h 1343025"/>
                <a:gd name="connsiteX6-1267" fmla="*/ 900112 w 1343025"/>
                <a:gd name="connsiteY6-1268" fmla="*/ 40481 h 1343025"/>
                <a:gd name="connsiteX7-1269" fmla="*/ 1104900 w 1343025"/>
                <a:gd name="connsiteY7-1270" fmla="*/ 150018 h 1343025"/>
                <a:gd name="connsiteX8-1271" fmla="*/ 1014412 w 1343025"/>
                <a:gd name="connsiteY8-1272" fmla="*/ 295275 h 1343025"/>
                <a:gd name="connsiteX9-1273" fmla="*/ 1119187 w 1343025"/>
                <a:gd name="connsiteY9-1274" fmla="*/ 431006 h 1343025"/>
                <a:gd name="connsiteX10-1275" fmla="*/ 1281112 w 1343025"/>
                <a:gd name="connsiteY10-1276" fmla="*/ 373856 h 1343025"/>
                <a:gd name="connsiteX11-1277" fmla="*/ 1343025 w 1343025"/>
                <a:gd name="connsiteY11-1278" fmla="*/ 602456 h 1343025"/>
                <a:gd name="connsiteX12-1279" fmla="*/ 1173956 w 1343025"/>
                <a:gd name="connsiteY12-1280" fmla="*/ 645318 h 1343025"/>
                <a:gd name="connsiteX13-1281" fmla="*/ 1157287 w 1343025"/>
                <a:gd name="connsiteY13-1282" fmla="*/ 812006 h 1343025"/>
                <a:gd name="connsiteX14-1283" fmla="*/ 1307306 w 1343025"/>
                <a:gd name="connsiteY14-1284" fmla="*/ 892968 h 1343025"/>
                <a:gd name="connsiteX15-1285" fmla="*/ 1193006 w 1343025"/>
                <a:gd name="connsiteY15-1286" fmla="*/ 1097756 h 1343025"/>
                <a:gd name="connsiteX16-1287" fmla="*/ 1040606 w 1343025"/>
                <a:gd name="connsiteY16-1288" fmla="*/ 1009650 h 1343025"/>
                <a:gd name="connsiteX17-1289" fmla="*/ 919162 w 1343025"/>
                <a:gd name="connsiteY17-1290" fmla="*/ 1112043 h 1343025"/>
                <a:gd name="connsiteX18-1291" fmla="*/ 973931 w 1343025"/>
                <a:gd name="connsiteY18-1292" fmla="*/ 1276350 h 1343025"/>
                <a:gd name="connsiteX19-1293" fmla="*/ 745331 w 1343025"/>
                <a:gd name="connsiteY19-1294" fmla="*/ 1343025 h 1343025"/>
                <a:gd name="connsiteX20-1295" fmla="*/ 695325 w 1343025"/>
                <a:gd name="connsiteY20-1296" fmla="*/ 1171575 h 1343025"/>
                <a:gd name="connsiteX21-1297" fmla="*/ 535781 w 1343025"/>
                <a:gd name="connsiteY21-1298" fmla="*/ 1157287 h 1343025"/>
                <a:gd name="connsiteX22-1299" fmla="*/ 452437 w 1343025"/>
                <a:gd name="connsiteY22-1300" fmla="*/ 1304925 h 1343025"/>
                <a:gd name="connsiteX23-1301" fmla="*/ 245268 w 1343025"/>
                <a:gd name="connsiteY23-1302" fmla="*/ 1193006 h 1343025"/>
                <a:gd name="connsiteX24-1303" fmla="*/ 333375 w 1343025"/>
                <a:gd name="connsiteY24-1304" fmla="*/ 1042987 h 1343025"/>
                <a:gd name="connsiteX25-1305" fmla="*/ 226218 w 1343025"/>
                <a:gd name="connsiteY25-1306" fmla="*/ 909637 h 1343025"/>
                <a:gd name="connsiteX26-1307" fmla="*/ 59531 w 1343025"/>
                <a:gd name="connsiteY26-1308" fmla="*/ 964406 h 1343025"/>
                <a:gd name="connsiteX27-1309" fmla="*/ 0 w 1343025"/>
                <a:gd name="connsiteY27-1310" fmla="*/ 733425 h 1343025"/>
                <a:gd name="connsiteX28-1311" fmla="*/ 166687 w 1343025"/>
                <a:gd name="connsiteY28-1312" fmla="*/ 690562 h 1343025"/>
                <a:gd name="connsiteX29-1313" fmla="*/ 190500 w 1343025"/>
                <a:gd name="connsiteY29-1314" fmla="*/ 521493 h 1343025"/>
                <a:gd name="connsiteX30-1315" fmla="*/ 35718 w 1343025"/>
                <a:gd name="connsiteY30-1316" fmla="*/ 440531 h 1343025"/>
                <a:gd name="connsiteX31-1317" fmla="*/ 154781 w 1343025"/>
                <a:gd name="connsiteY31-1318" fmla="*/ 242887 h 1343025"/>
                <a:gd name="connsiteX32-1319" fmla="*/ 297656 w 1343025"/>
                <a:gd name="connsiteY32-1320" fmla="*/ 330993 h 1343025"/>
                <a:gd name="connsiteX0-1321" fmla="*/ 297656 w 1343025"/>
                <a:gd name="connsiteY0-1322" fmla="*/ 330993 h 1343025"/>
                <a:gd name="connsiteX1-1323" fmla="*/ 431006 w 1343025"/>
                <a:gd name="connsiteY1-1324" fmla="*/ 226218 h 1343025"/>
                <a:gd name="connsiteX2-1325" fmla="*/ 378618 w 1343025"/>
                <a:gd name="connsiteY2-1326" fmla="*/ 61912 h 1343025"/>
                <a:gd name="connsiteX3-1327" fmla="*/ 602456 w 1343025"/>
                <a:gd name="connsiteY3-1328" fmla="*/ 0 h 1343025"/>
                <a:gd name="connsiteX4-1329" fmla="*/ 652462 w 1343025"/>
                <a:gd name="connsiteY4-1330" fmla="*/ 171450 h 1343025"/>
                <a:gd name="connsiteX5-1331" fmla="*/ 816768 w 1343025"/>
                <a:gd name="connsiteY5-1332" fmla="*/ 185737 h 1343025"/>
                <a:gd name="connsiteX6-1333" fmla="*/ 900112 w 1343025"/>
                <a:gd name="connsiteY6-1334" fmla="*/ 40481 h 1343025"/>
                <a:gd name="connsiteX7-1335" fmla="*/ 1104900 w 1343025"/>
                <a:gd name="connsiteY7-1336" fmla="*/ 150018 h 1343025"/>
                <a:gd name="connsiteX8-1337" fmla="*/ 1014412 w 1343025"/>
                <a:gd name="connsiteY8-1338" fmla="*/ 295275 h 1343025"/>
                <a:gd name="connsiteX9-1339" fmla="*/ 1119187 w 1343025"/>
                <a:gd name="connsiteY9-1340" fmla="*/ 431006 h 1343025"/>
                <a:gd name="connsiteX10-1341" fmla="*/ 1281112 w 1343025"/>
                <a:gd name="connsiteY10-1342" fmla="*/ 373856 h 1343025"/>
                <a:gd name="connsiteX11-1343" fmla="*/ 1343025 w 1343025"/>
                <a:gd name="connsiteY11-1344" fmla="*/ 602456 h 1343025"/>
                <a:gd name="connsiteX12-1345" fmla="*/ 1173956 w 1343025"/>
                <a:gd name="connsiteY12-1346" fmla="*/ 645318 h 1343025"/>
                <a:gd name="connsiteX13-1347" fmla="*/ 1157287 w 1343025"/>
                <a:gd name="connsiteY13-1348" fmla="*/ 812006 h 1343025"/>
                <a:gd name="connsiteX14-1349" fmla="*/ 1307306 w 1343025"/>
                <a:gd name="connsiteY14-1350" fmla="*/ 892968 h 1343025"/>
                <a:gd name="connsiteX15-1351" fmla="*/ 1193006 w 1343025"/>
                <a:gd name="connsiteY15-1352" fmla="*/ 1097756 h 1343025"/>
                <a:gd name="connsiteX16-1353" fmla="*/ 1040606 w 1343025"/>
                <a:gd name="connsiteY16-1354" fmla="*/ 1009650 h 1343025"/>
                <a:gd name="connsiteX17-1355" fmla="*/ 919162 w 1343025"/>
                <a:gd name="connsiteY17-1356" fmla="*/ 1112043 h 1343025"/>
                <a:gd name="connsiteX18-1357" fmla="*/ 973931 w 1343025"/>
                <a:gd name="connsiteY18-1358" fmla="*/ 1276350 h 1343025"/>
                <a:gd name="connsiteX19-1359" fmla="*/ 745331 w 1343025"/>
                <a:gd name="connsiteY19-1360" fmla="*/ 1343025 h 1343025"/>
                <a:gd name="connsiteX20-1361" fmla="*/ 695325 w 1343025"/>
                <a:gd name="connsiteY20-1362" fmla="*/ 1171575 h 1343025"/>
                <a:gd name="connsiteX21-1363" fmla="*/ 535781 w 1343025"/>
                <a:gd name="connsiteY21-1364" fmla="*/ 1157287 h 1343025"/>
                <a:gd name="connsiteX22-1365" fmla="*/ 452437 w 1343025"/>
                <a:gd name="connsiteY22-1366" fmla="*/ 1304925 h 1343025"/>
                <a:gd name="connsiteX23-1367" fmla="*/ 245268 w 1343025"/>
                <a:gd name="connsiteY23-1368" fmla="*/ 1193006 h 1343025"/>
                <a:gd name="connsiteX24-1369" fmla="*/ 333375 w 1343025"/>
                <a:gd name="connsiteY24-1370" fmla="*/ 1042987 h 1343025"/>
                <a:gd name="connsiteX25-1371" fmla="*/ 226218 w 1343025"/>
                <a:gd name="connsiteY25-1372" fmla="*/ 909637 h 1343025"/>
                <a:gd name="connsiteX26-1373" fmla="*/ 59531 w 1343025"/>
                <a:gd name="connsiteY26-1374" fmla="*/ 964406 h 1343025"/>
                <a:gd name="connsiteX27-1375" fmla="*/ 0 w 1343025"/>
                <a:gd name="connsiteY27-1376" fmla="*/ 733425 h 1343025"/>
                <a:gd name="connsiteX28-1377" fmla="*/ 166687 w 1343025"/>
                <a:gd name="connsiteY28-1378" fmla="*/ 690562 h 1343025"/>
                <a:gd name="connsiteX29-1379" fmla="*/ 190500 w 1343025"/>
                <a:gd name="connsiteY29-1380" fmla="*/ 521493 h 1343025"/>
                <a:gd name="connsiteX30-1381" fmla="*/ 35718 w 1343025"/>
                <a:gd name="connsiteY30-1382" fmla="*/ 440531 h 1343025"/>
                <a:gd name="connsiteX31-1383" fmla="*/ 154781 w 1343025"/>
                <a:gd name="connsiteY31-1384" fmla="*/ 242887 h 1343025"/>
                <a:gd name="connsiteX32-1385" fmla="*/ 297656 w 1343025"/>
                <a:gd name="connsiteY32-1386" fmla="*/ 330993 h 1343025"/>
                <a:gd name="connsiteX0-1387" fmla="*/ 297656 w 1343025"/>
                <a:gd name="connsiteY0-1388" fmla="*/ 330993 h 1343025"/>
                <a:gd name="connsiteX1-1389" fmla="*/ 431006 w 1343025"/>
                <a:gd name="connsiteY1-1390" fmla="*/ 226218 h 1343025"/>
                <a:gd name="connsiteX2-1391" fmla="*/ 378618 w 1343025"/>
                <a:gd name="connsiteY2-1392" fmla="*/ 61912 h 1343025"/>
                <a:gd name="connsiteX3-1393" fmla="*/ 602456 w 1343025"/>
                <a:gd name="connsiteY3-1394" fmla="*/ 0 h 1343025"/>
                <a:gd name="connsiteX4-1395" fmla="*/ 652462 w 1343025"/>
                <a:gd name="connsiteY4-1396" fmla="*/ 171450 h 1343025"/>
                <a:gd name="connsiteX5-1397" fmla="*/ 816768 w 1343025"/>
                <a:gd name="connsiteY5-1398" fmla="*/ 185737 h 1343025"/>
                <a:gd name="connsiteX6-1399" fmla="*/ 900112 w 1343025"/>
                <a:gd name="connsiteY6-1400" fmla="*/ 40481 h 1343025"/>
                <a:gd name="connsiteX7-1401" fmla="*/ 1104900 w 1343025"/>
                <a:gd name="connsiteY7-1402" fmla="*/ 150018 h 1343025"/>
                <a:gd name="connsiteX8-1403" fmla="*/ 1014412 w 1343025"/>
                <a:gd name="connsiteY8-1404" fmla="*/ 295275 h 1343025"/>
                <a:gd name="connsiteX9-1405" fmla="*/ 1119187 w 1343025"/>
                <a:gd name="connsiteY9-1406" fmla="*/ 431006 h 1343025"/>
                <a:gd name="connsiteX10-1407" fmla="*/ 1281112 w 1343025"/>
                <a:gd name="connsiteY10-1408" fmla="*/ 373856 h 1343025"/>
                <a:gd name="connsiteX11-1409" fmla="*/ 1343025 w 1343025"/>
                <a:gd name="connsiteY11-1410" fmla="*/ 602456 h 1343025"/>
                <a:gd name="connsiteX12-1411" fmla="*/ 1173956 w 1343025"/>
                <a:gd name="connsiteY12-1412" fmla="*/ 645318 h 1343025"/>
                <a:gd name="connsiteX13-1413" fmla="*/ 1157287 w 1343025"/>
                <a:gd name="connsiteY13-1414" fmla="*/ 812006 h 1343025"/>
                <a:gd name="connsiteX14-1415" fmla="*/ 1307306 w 1343025"/>
                <a:gd name="connsiteY14-1416" fmla="*/ 892968 h 1343025"/>
                <a:gd name="connsiteX15-1417" fmla="*/ 1193006 w 1343025"/>
                <a:gd name="connsiteY15-1418" fmla="*/ 1097756 h 1343025"/>
                <a:gd name="connsiteX16-1419" fmla="*/ 1040606 w 1343025"/>
                <a:gd name="connsiteY16-1420" fmla="*/ 1009650 h 1343025"/>
                <a:gd name="connsiteX17-1421" fmla="*/ 919162 w 1343025"/>
                <a:gd name="connsiteY17-1422" fmla="*/ 1112043 h 1343025"/>
                <a:gd name="connsiteX18-1423" fmla="*/ 973931 w 1343025"/>
                <a:gd name="connsiteY18-1424" fmla="*/ 1276350 h 1343025"/>
                <a:gd name="connsiteX19-1425" fmla="*/ 745331 w 1343025"/>
                <a:gd name="connsiteY19-1426" fmla="*/ 1343025 h 1343025"/>
                <a:gd name="connsiteX20-1427" fmla="*/ 695325 w 1343025"/>
                <a:gd name="connsiteY20-1428" fmla="*/ 1171575 h 1343025"/>
                <a:gd name="connsiteX21-1429" fmla="*/ 535781 w 1343025"/>
                <a:gd name="connsiteY21-1430" fmla="*/ 1157287 h 1343025"/>
                <a:gd name="connsiteX22-1431" fmla="*/ 452437 w 1343025"/>
                <a:gd name="connsiteY22-1432" fmla="*/ 1304925 h 1343025"/>
                <a:gd name="connsiteX23-1433" fmla="*/ 245268 w 1343025"/>
                <a:gd name="connsiteY23-1434" fmla="*/ 1193006 h 1343025"/>
                <a:gd name="connsiteX24-1435" fmla="*/ 333375 w 1343025"/>
                <a:gd name="connsiteY24-1436" fmla="*/ 1042987 h 1343025"/>
                <a:gd name="connsiteX25-1437" fmla="*/ 226218 w 1343025"/>
                <a:gd name="connsiteY25-1438" fmla="*/ 909637 h 1343025"/>
                <a:gd name="connsiteX26-1439" fmla="*/ 59531 w 1343025"/>
                <a:gd name="connsiteY26-1440" fmla="*/ 964406 h 1343025"/>
                <a:gd name="connsiteX27-1441" fmla="*/ 0 w 1343025"/>
                <a:gd name="connsiteY27-1442" fmla="*/ 733425 h 1343025"/>
                <a:gd name="connsiteX28-1443" fmla="*/ 166687 w 1343025"/>
                <a:gd name="connsiteY28-1444" fmla="*/ 690562 h 1343025"/>
                <a:gd name="connsiteX29-1445" fmla="*/ 190500 w 1343025"/>
                <a:gd name="connsiteY29-1446" fmla="*/ 521493 h 1343025"/>
                <a:gd name="connsiteX30-1447" fmla="*/ 35718 w 1343025"/>
                <a:gd name="connsiteY30-1448" fmla="*/ 440531 h 1343025"/>
                <a:gd name="connsiteX31-1449" fmla="*/ 154781 w 1343025"/>
                <a:gd name="connsiteY31-1450" fmla="*/ 242887 h 1343025"/>
                <a:gd name="connsiteX32-1451" fmla="*/ 297656 w 1343025"/>
                <a:gd name="connsiteY32-1452" fmla="*/ 330993 h 1343025"/>
                <a:gd name="connsiteX0-1453" fmla="*/ 297656 w 1343025"/>
                <a:gd name="connsiteY0-1454" fmla="*/ 330993 h 1343025"/>
                <a:gd name="connsiteX1-1455" fmla="*/ 431006 w 1343025"/>
                <a:gd name="connsiteY1-1456" fmla="*/ 226218 h 1343025"/>
                <a:gd name="connsiteX2-1457" fmla="*/ 378618 w 1343025"/>
                <a:gd name="connsiteY2-1458" fmla="*/ 61912 h 1343025"/>
                <a:gd name="connsiteX3-1459" fmla="*/ 602456 w 1343025"/>
                <a:gd name="connsiteY3-1460" fmla="*/ 0 h 1343025"/>
                <a:gd name="connsiteX4-1461" fmla="*/ 652462 w 1343025"/>
                <a:gd name="connsiteY4-1462" fmla="*/ 171450 h 1343025"/>
                <a:gd name="connsiteX5-1463" fmla="*/ 816768 w 1343025"/>
                <a:gd name="connsiteY5-1464" fmla="*/ 185737 h 1343025"/>
                <a:gd name="connsiteX6-1465" fmla="*/ 900112 w 1343025"/>
                <a:gd name="connsiteY6-1466" fmla="*/ 40481 h 1343025"/>
                <a:gd name="connsiteX7-1467" fmla="*/ 1104900 w 1343025"/>
                <a:gd name="connsiteY7-1468" fmla="*/ 150018 h 1343025"/>
                <a:gd name="connsiteX8-1469" fmla="*/ 1014412 w 1343025"/>
                <a:gd name="connsiteY8-1470" fmla="*/ 295275 h 1343025"/>
                <a:gd name="connsiteX9-1471" fmla="*/ 1119187 w 1343025"/>
                <a:gd name="connsiteY9-1472" fmla="*/ 431006 h 1343025"/>
                <a:gd name="connsiteX10-1473" fmla="*/ 1281112 w 1343025"/>
                <a:gd name="connsiteY10-1474" fmla="*/ 373856 h 1343025"/>
                <a:gd name="connsiteX11-1475" fmla="*/ 1343025 w 1343025"/>
                <a:gd name="connsiteY11-1476" fmla="*/ 602456 h 1343025"/>
                <a:gd name="connsiteX12-1477" fmla="*/ 1173956 w 1343025"/>
                <a:gd name="connsiteY12-1478" fmla="*/ 645318 h 1343025"/>
                <a:gd name="connsiteX13-1479" fmla="*/ 1157287 w 1343025"/>
                <a:gd name="connsiteY13-1480" fmla="*/ 812006 h 1343025"/>
                <a:gd name="connsiteX14-1481" fmla="*/ 1307306 w 1343025"/>
                <a:gd name="connsiteY14-1482" fmla="*/ 892968 h 1343025"/>
                <a:gd name="connsiteX15-1483" fmla="*/ 1193006 w 1343025"/>
                <a:gd name="connsiteY15-1484" fmla="*/ 1097756 h 1343025"/>
                <a:gd name="connsiteX16-1485" fmla="*/ 1040606 w 1343025"/>
                <a:gd name="connsiteY16-1486" fmla="*/ 1009650 h 1343025"/>
                <a:gd name="connsiteX17-1487" fmla="*/ 919162 w 1343025"/>
                <a:gd name="connsiteY17-1488" fmla="*/ 1112043 h 1343025"/>
                <a:gd name="connsiteX18-1489" fmla="*/ 973931 w 1343025"/>
                <a:gd name="connsiteY18-1490" fmla="*/ 1276350 h 1343025"/>
                <a:gd name="connsiteX19-1491" fmla="*/ 745331 w 1343025"/>
                <a:gd name="connsiteY19-1492" fmla="*/ 1343025 h 1343025"/>
                <a:gd name="connsiteX20-1493" fmla="*/ 695325 w 1343025"/>
                <a:gd name="connsiteY20-1494" fmla="*/ 1171575 h 1343025"/>
                <a:gd name="connsiteX21-1495" fmla="*/ 535781 w 1343025"/>
                <a:gd name="connsiteY21-1496" fmla="*/ 1157287 h 1343025"/>
                <a:gd name="connsiteX22-1497" fmla="*/ 452437 w 1343025"/>
                <a:gd name="connsiteY22-1498" fmla="*/ 1304925 h 1343025"/>
                <a:gd name="connsiteX23-1499" fmla="*/ 245268 w 1343025"/>
                <a:gd name="connsiteY23-1500" fmla="*/ 1193006 h 1343025"/>
                <a:gd name="connsiteX24-1501" fmla="*/ 333375 w 1343025"/>
                <a:gd name="connsiteY24-1502" fmla="*/ 1042987 h 1343025"/>
                <a:gd name="connsiteX25-1503" fmla="*/ 226218 w 1343025"/>
                <a:gd name="connsiteY25-1504" fmla="*/ 909637 h 1343025"/>
                <a:gd name="connsiteX26-1505" fmla="*/ 59531 w 1343025"/>
                <a:gd name="connsiteY26-1506" fmla="*/ 964406 h 1343025"/>
                <a:gd name="connsiteX27-1507" fmla="*/ 0 w 1343025"/>
                <a:gd name="connsiteY27-1508" fmla="*/ 733425 h 1343025"/>
                <a:gd name="connsiteX28-1509" fmla="*/ 166687 w 1343025"/>
                <a:gd name="connsiteY28-1510" fmla="*/ 690562 h 1343025"/>
                <a:gd name="connsiteX29-1511" fmla="*/ 190500 w 1343025"/>
                <a:gd name="connsiteY29-1512" fmla="*/ 521493 h 1343025"/>
                <a:gd name="connsiteX30-1513" fmla="*/ 35718 w 1343025"/>
                <a:gd name="connsiteY30-1514" fmla="*/ 440531 h 1343025"/>
                <a:gd name="connsiteX31-1515" fmla="*/ 154781 w 1343025"/>
                <a:gd name="connsiteY31-1516" fmla="*/ 242887 h 1343025"/>
                <a:gd name="connsiteX32-1517" fmla="*/ 297656 w 1343025"/>
                <a:gd name="connsiteY32-1518" fmla="*/ 330993 h 1343025"/>
                <a:gd name="connsiteX0-1519" fmla="*/ 297656 w 1343025"/>
                <a:gd name="connsiteY0-1520" fmla="*/ 330993 h 1343025"/>
                <a:gd name="connsiteX1-1521" fmla="*/ 431006 w 1343025"/>
                <a:gd name="connsiteY1-1522" fmla="*/ 226218 h 1343025"/>
                <a:gd name="connsiteX2-1523" fmla="*/ 378618 w 1343025"/>
                <a:gd name="connsiteY2-1524" fmla="*/ 61912 h 1343025"/>
                <a:gd name="connsiteX3-1525" fmla="*/ 602456 w 1343025"/>
                <a:gd name="connsiteY3-1526" fmla="*/ 0 h 1343025"/>
                <a:gd name="connsiteX4-1527" fmla="*/ 652462 w 1343025"/>
                <a:gd name="connsiteY4-1528" fmla="*/ 171450 h 1343025"/>
                <a:gd name="connsiteX5-1529" fmla="*/ 816768 w 1343025"/>
                <a:gd name="connsiteY5-1530" fmla="*/ 185737 h 1343025"/>
                <a:gd name="connsiteX6-1531" fmla="*/ 900112 w 1343025"/>
                <a:gd name="connsiteY6-1532" fmla="*/ 40481 h 1343025"/>
                <a:gd name="connsiteX7-1533" fmla="*/ 1104900 w 1343025"/>
                <a:gd name="connsiteY7-1534" fmla="*/ 150018 h 1343025"/>
                <a:gd name="connsiteX8-1535" fmla="*/ 1014412 w 1343025"/>
                <a:gd name="connsiteY8-1536" fmla="*/ 295275 h 1343025"/>
                <a:gd name="connsiteX9-1537" fmla="*/ 1119187 w 1343025"/>
                <a:gd name="connsiteY9-1538" fmla="*/ 431006 h 1343025"/>
                <a:gd name="connsiteX10-1539" fmla="*/ 1281112 w 1343025"/>
                <a:gd name="connsiteY10-1540" fmla="*/ 373856 h 1343025"/>
                <a:gd name="connsiteX11-1541" fmla="*/ 1343025 w 1343025"/>
                <a:gd name="connsiteY11-1542" fmla="*/ 602456 h 1343025"/>
                <a:gd name="connsiteX12-1543" fmla="*/ 1173956 w 1343025"/>
                <a:gd name="connsiteY12-1544" fmla="*/ 645318 h 1343025"/>
                <a:gd name="connsiteX13-1545" fmla="*/ 1157287 w 1343025"/>
                <a:gd name="connsiteY13-1546" fmla="*/ 812006 h 1343025"/>
                <a:gd name="connsiteX14-1547" fmla="*/ 1307306 w 1343025"/>
                <a:gd name="connsiteY14-1548" fmla="*/ 892968 h 1343025"/>
                <a:gd name="connsiteX15-1549" fmla="*/ 1193006 w 1343025"/>
                <a:gd name="connsiteY15-1550" fmla="*/ 1097756 h 1343025"/>
                <a:gd name="connsiteX16-1551" fmla="*/ 1040606 w 1343025"/>
                <a:gd name="connsiteY16-1552" fmla="*/ 1009650 h 1343025"/>
                <a:gd name="connsiteX17-1553" fmla="*/ 919162 w 1343025"/>
                <a:gd name="connsiteY17-1554" fmla="*/ 1112043 h 1343025"/>
                <a:gd name="connsiteX18-1555" fmla="*/ 973931 w 1343025"/>
                <a:gd name="connsiteY18-1556" fmla="*/ 1276350 h 1343025"/>
                <a:gd name="connsiteX19-1557" fmla="*/ 745331 w 1343025"/>
                <a:gd name="connsiteY19-1558" fmla="*/ 1343025 h 1343025"/>
                <a:gd name="connsiteX20-1559" fmla="*/ 695325 w 1343025"/>
                <a:gd name="connsiteY20-1560" fmla="*/ 1171575 h 1343025"/>
                <a:gd name="connsiteX21-1561" fmla="*/ 535781 w 1343025"/>
                <a:gd name="connsiteY21-1562" fmla="*/ 1157287 h 1343025"/>
                <a:gd name="connsiteX22-1563" fmla="*/ 452437 w 1343025"/>
                <a:gd name="connsiteY22-1564" fmla="*/ 1304925 h 1343025"/>
                <a:gd name="connsiteX23-1565" fmla="*/ 245268 w 1343025"/>
                <a:gd name="connsiteY23-1566" fmla="*/ 1193006 h 1343025"/>
                <a:gd name="connsiteX24-1567" fmla="*/ 333375 w 1343025"/>
                <a:gd name="connsiteY24-1568" fmla="*/ 1042987 h 1343025"/>
                <a:gd name="connsiteX25-1569" fmla="*/ 226218 w 1343025"/>
                <a:gd name="connsiteY25-1570" fmla="*/ 909637 h 1343025"/>
                <a:gd name="connsiteX26-1571" fmla="*/ 59531 w 1343025"/>
                <a:gd name="connsiteY26-1572" fmla="*/ 964406 h 1343025"/>
                <a:gd name="connsiteX27-1573" fmla="*/ 0 w 1343025"/>
                <a:gd name="connsiteY27-1574" fmla="*/ 733425 h 1343025"/>
                <a:gd name="connsiteX28-1575" fmla="*/ 166687 w 1343025"/>
                <a:gd name="connsiteY28-1576" fmla="*/ 690562 h 1343025"/>
                <a:gd name="connsiteX29-1577" fmla="*/ 190500 w 1343025"/>
                <a:gd name="connsiteY29-1578" fmla="*/ 521493 h 1343025"/>
                <a:gd name="connsiteX30-1579" fmla="*/ 35718 w 1343025"/>
                <a:gd name="connsiteY30-1580" fmla="*/ 440531 h 1343025"/>
                <a:gd name="connsiteX31-1581" fmla="*/ 154781 w 1343025"/>
                <a:gd name="connsiteY31-1582" fmla="*/ 242887 h 1343025"/>
                <a:gd name="connsiteX32-1583" fmla="*/ 297656 w 1343025"/>
                <a:gd name="connsiteY32-1584" fmla="*/ 330993 h 1343025"/>
                <a:gd name="connsiteX0-1585" fmla="*/ 297656 w 1343025"/>
                <a:gd name="connsiteY0-1586" fmla="*/ 330993 h 1343025"/>
                <a:gd name="connsiteX1-1587" fmla="*/ 431006 w 1343025"/>
                <a:gd name="connsiteY1-1588" fmla="*/ 226218 h 1343025"/>
                <a:gd name="connsiteX2-1589" fmla="*/ 378618 w 1343025"/>
                <a:gd name="connsiteY2-1590" fmla="*/ 61912 h 1343025"/>
                <a:gd name="connsiteX3-1591" fmla="*/ 602456 w 1343025"/>
                <a:gd name="connsiteY3-1592" fmla="*/ 0 h 1343025"/>
                <a:gd name="connsiteX4-1593" fmla="*/ 652462 w 1343025"/>
                <a:gd name="connsiteY4-1594" fmla="*/ 171450 h 1343025"/>
                <a:gd name="connsiteX5-1595" fmla="*/ 816768 w 1343025"/>
                <a:gd name="connsiteY5-1596" fmla="*/ 185737 h 1343025"/>
                <a:gd name="connsiteX6-1597" fmla="*/ 900112 w 1343025"/>
                <a:gd name="connsiteY6-1598" fmla="*/ 40481 h 1343025"/>
                <a:gd name="connsiteX7-1599" fmla="*/ 1104900 w 1343025"/>
                <a:gd name="connsiteY7-1600" fmla="*/ 150018 h 1343025"/>
                <a:gd name="connsiteX8-1601" fmla="*/ 1014412 w 1343025"/>
                <a:gd name="connsiteY8-1602" fmla="*/ 295275 h 1343025"/>
                <a:gd name="connsiteX9-1603" fmla="*/ 1119187 w 1343025"/>
                <a:gd name="connsiteY9-1604" fmla="*/ 431006 h 1343025"/>
                <a:gd name="connsiteX10-1605" fmla="*/ 1281112 w 1343025"/>
                <a:gd name="connsiteY10-1606" fmla="*/ 373856 h 1343025"/>
                <a:gd name="connsiteX11-1607" fmla="*/ 1343025 w 1343025"/>
                <a:gd name="connsiteY11-1608" fmla="*/ 602456 h 1343025"/>
                <a:gd name="connsiteX12-1609" fmla="*/ 1173956 w 1343025"/>
                <a:gd name="connsiteY12-1610" fmla="*/ 645318 h 1343025"/>
                <a:gd name="connsiteX13-1611" fmla="*/ 1157287 w 1343025"/>
                <a:gd name="connsiteY13-1612" fmla="*/ 812006 h 1343025"/>
                <a:gd name="connsiteX14-1613" fmla="*/ 1307306 w 1343025"/>
                <a:gd name="connsiteY14-1614" fmla="*/ 892968 h 1343025"/>
                <a:gd name="connsiteX15-1615" fmla="*/ 1193006 w 1343025"/>
                <a:gd name="connsiteY15-1616" fmla="*/ 1097756 h 1343025"/>
                <a:gd name="connsiteX16-1617" fmla="*/ 1040606 w 1343025"/>
                <a:gd name="connsiteY16-1618" fmla="*/ 1009650 h 1343025"/>
                <a:gd name="connsiteX17-1619" fmla="*/ 919162 w 1343025"/>
                <a:gd name="connsiteY17-1620" fmla="*/ 1112043 h 1343025"/>
                <a:gd name="connsiteX18-1621" fmla="*/ 973931 w 1343025"/>
                <a:gd name="connsiteY18-1622" fmla="*/ 1276350 h 1343025"/>
                <a:gd name="connsiteX19-1623" fmla="*/ 745331 w 1343025"/>
                <a:gd name="connsiteY19-1624" fmla="*/ 1343025 h 1343025"/>
                <a:gd name="connsiteX20-1625" fmla="*/ 695325 w 1343025"/>
                <a:gd name="connsiteY20-1626" fmla="*/ 1171575 h 1343025"/>
                <a:gd name="connsiteX21-1627" fmla="*/ 535781 w 1343025"/>
                <a:gd name="connsiteY21-1628" fmla="*/ 1157287 h 1343025"/>
                <a:gd name="connsiteX22-1629" fmla="*/ 452437 w 1343025"/>
                <a:gd name="connsiteY22-1630" fmla="*/ 1304925 h 1343025"/>
                <a:gd name="connsiteX23-1631" fmla="*/ 245268 w 1343025"/>
                <a:gd name="connsiteY23-1632" fmla="*/ 1193006 h 1343025"/>
                <a:gd name="connsiteX24-1633" fmla="*/ 333375 w 1343025"/>
                <a:gd name="connsiteY24-1634" fmla="*/ 1042987 h 1343025"/>
                <a:gd name="connsiteX25-1635" fmla="*/ 226218 w 1343025"/>
                <a:gd name="connsiteY25-1636" fmla="*/ 909637 h 1343025"/>
                <a:gd name="connsiteX26-1637" fmla="*/ 59531 w 1343025"/>
                <a:gd name="connsiteY26-1638" fmla="*/ 964406 h 1343025"/>
                <a:gd name="connsiteX27-1639" fmla="*/ 0 w 1343025"/>
                <a:gd name="connsiteY27-1640" fmla="*/ 733425 h 1343025"/>
                <a:gd name="connsiteX28-1641" fmla="*/ 166687 w 1343025"/>
                <a:gd name="connsiteY28-1642" fmla="*/ 690562 h 1343025"/>
                <a:gd name="connsiteX29-1643" fmla="*/ 190500 w 1343025"/>
                <a:gd name="connsiteY29-1644" fmla="*/ 521493 h 1343025"/>
                <a:gd name="connsiteX30-1645" fmla="*/ 35718 w 1343025"/>
                <a:gd name="connsiteY30-1646" fmla="*/ 440531 h 1343025"/>
                <a:gd name="connsiteX31-1647" fmla="*/ 154781 w 1343025"/>
                <a:gd name="connsiteY31-1648" fmla="*/ 242887 h 1343025"/>
                <a:gd name="connsiteX32-1649" fmla="*/ 297656 w 1343025"/>
                <a:gd name="connsiteY32-1650" fmla="*/ 330993 h 1343025"/>
                <a:gd name="connsiteX0-1651" fmla="*/ 297656 w 1343025"/>
                <a:gd name="connsiteY0-1652" fmla="*/ 330993 h 1343025"/>
                <a:gd name="connsiteX1-1653" fmla="*/ 431006 w 1343025"/>
                <a:gd name="connsiteY1-1654" fmla="*/ 226218 h 1343025"/>
                <a:gd name="connsiteX2-1655" fmla="*/ 378618 w 1343025"/>
                <a:gd name="connsiteY2-1656" fmla="*/ 61912 h 1343025"/>
                <a:gd name="connsiteX3-1657" fmla="*/ 602456 w 1343025"/>
                <a:gd name="connsiteY3-1658" fmla="*/ 0 h 1343025"/>
                <a:gd name="connsiteX4-1659" fmla="*/ 652462 w 1343025"/>
                <a:gd name="connsiteY4-1660" fmla="*/ 171450 h 1343025"/>
                <a:gd name="connsiteX5-1661" fmla="*/ 816768 w 1343025"/>
                <a:gd name="connsiteY5-1662" fmla="*/ 185737 h 1343025"/>
                <a:gd name="connsiteX6-1663" fmla="*/ 900112 w 1343025"/>
                <a:gd name="connsiteY6-1664" fmla="*/ 40481 h 1343025"/>
                <a:gd name="connsiteX7-1665" fmla="*/ 1104900 w 1343025"/>
                <a:gd name="connsiteY7-1666" fmla="*/ 150018 h 1343025"/>
                <a:gd name="connsiteX8-1667" fmla="*/ 1014412 w 1343025"/>
                <a:gd name="connsiteY8-1668" fmla="*/ 295275 h 1343025"/>
                <a:gd name="connsiteX9-1669" fmla="*/ 1119187 w 1343025"/>
                <a:gd name="connsiteY9-1670" fmla="*/ 431006 h 1343025"/>
                <a:gd name="connsiteX10-1671" fmla="*/ 1281112 w 1343025"/>
                <a:gd name="connsiteY10-1672" fmla="*/ 373856 h 1343025"/>
                <a:gd name="connsiteX11-1673" fmla="*/ 1343025 w 1343025"/>
                <a:gd name="connsiteY11-1674" fmla="*/ 602456 h 1343025"/>
                <a:gd name="connsiteX12-1675" fmla="*/ 1173956 w 1343025"/>
                <a:gd name="connsiteY12-1676" fmla="*/ 645318 h 1343025"/>
                <a:gd name="connsiteX13-1677" fmla="*/ 1157287 w 1343025"/>
                <a:gd name="connsiteY13-1678" fmla="*/ 812006 h 1343025"/>
                <a:gd name="connsiteX14-1679" fmla="*/ 1307306 w 1343025"/>
                <a:gd name="connsiteY14-1680" fmla="*/ 892968 h 1343025"/>
                <a:gd name="connsiteX15-1681" fmla="*/ 1193006 w 1343025"/>
                <a:gd name="connsiteY15-1682" fmla="*/ 1097756 h 1343025"/>
                <a:gd name="connsiteX16-1683" fmla="*/ 1040606 w 1343025"/>
                <a:gd name="connsiteY16-1684" fmla="*/ 1009650 h 1343025"/>
                <a:gd name="connsiteX17-1685" fmla="*/ 919162 w 1343025"/>
                <a:gd name="connsiteY17-1686" fmla="*/ 1112043 h 1343025"/>
                <a:gd name="connsiteX18-1687" fmla="*/ 973931 w 1343025"/>
                <a:gd name="connsiteY18-1688" fmla="*/ 1276350 h 1343025"/>
                <a:gd name="connsiteX19-1689" fmla="*/ 745331 w 1343025"/>
                <a:gd name="connsiteY19-1690" fmla="*/ 1343025 h 1343025"/>
                <a:gd name="connsiteX20-1691" fmla="*/ 695325 w 1343025"/>
                <a:gd name="connsiteY20-1692" fmla="*/ 1171575 h 1343025"/>
                <a:gd name="connsiteX21-1693" fmla="*/ 535781 w 1343025"/>
                <a:gd name="connsiteY21-1694" fmla="*/ 1157287 h 1343025"/>
                <a:gd name="connsiteX22-1695" fmla="*/ 452437 w 1343025"/>
                <a:gd name="connsiteY22-1696" fmla="*/ 1304925 h 1343025"/>
                <a:gd name="connsiteX23-1697" fmla="*/ 245268 w 1343025"/>
                <a:gd name="connsiteY23-1698" fmla="*/ 1193006 h 1343025"/>
                <a:gd name="connsiteX24-1699" fmla="*/ 333375 w 1343025"/>
                <a:gd name="connsiteY24-1700" fmla="*/ 1042987 h 1343025"/>
                <a:gd name="connsiteX25-1701" fmla="*/ 226218 w 1343025"/>
                <a:gd name="connsiteY25-1702" fmla="*/ 909637 h 1343025"/>
                <a:gd name="connsiteX26-1703" fmla="*/ 59531 w 1343025"/>
                <a:gd name="connsiteY26-1704" fmla="*/ 964406 h 1343025"/>
                <a:gd name="connsiteX27-1705" fmla="*/ 0 w 1343025"/>
                <a:gd name="connsiteY27-1706" fmla="*/ 733425 h 1343025"/>
                <a:gd name="connsiteX28-1707" fmla="*/ 166687 w 1343025"/>
                <a:gd name="connsiteY28-1708" fmla="*/ 690562 h 1343025"/>
                <a:gd name="connsiteX29-1709" fmla="*/ 190500 w 1343025"/>
                <a:gd name="connsiteY29-1710" fmla="*/ 521493 h 1343025"/>
                <a:gd name="connsiteX30-1711" fmla="*/ 35718 w 1343025"/>
                <a:gd name="connsiteY30-1712" fmla="*/ 440531 h 1343025"/>
                <a:gd name="connsiteX31-1713" fmla="*/ 154781 w 1343025"/>
                <a:gd name="connsiteY31-1714" fmla="*/ 242887 h 1343025"/>
                <a:gd name="connsiteX32-1715" fmla="*/ 297656 w 1343025"/>
                <a:gd name="connsiteY32-1716" fmla="*/ 330993 h 1343025"/>
                <a:gd name="connsiteX0-1717" fmla="*/ 297656 w 1343025"/>
                <a:gd name="connsiteY0-1718" fmla="*/ 330993 h 1343025"/>
                <a:gd name="connsiteX1-1719" fmla="*/ 431006 w 1343025"/>
                <a:gd name="connsiteY1-1720" fmla="*/ 226218 h 1343025"/>
                <a:gd name="connsiteX2-1721" fmla="*/ 378618 w 1343025"/>
                <a:gd name="connsiteY2-1722" fmla="*/ 61912 h 1343025"/>
                <a:gd name="connsiteX3-1723" fmla="*/ 602456 w 1343025"/>
                <a:gd name="connsiteY3-1724" fmla="*/ 0 h 1343025"/>
                <a:gd name="connsiteX4-1725" fmla="*/ 652462 w 1343025"/>
                <a:gd name="connsiteY4-1726" fmla="*/ 171450 h 1343025"/>
                <a:gd name="connsiteX5-1727" fmla="*/ 816768 w 1343025"/>
                <a:gd name="connsiteY5-1728" fmla="*/ 185737 h 1343025"/>
                <a:gd name="connsiteX6-1729" fmla="*/ 900112 w 1343025"/>
                <a:gd name="connsiteY6-1730" fmla="*/ 40481 h 1343025"/>
                <a:gd name="connsiteX7-1731" fmla="*/ 1104900 w 1343025"/>
                <a:gd name="connsiteY7-1732" fmla="*/ 150018 h 1343025"/>
                <a:gd name="connsiteX8-1733" fmla="*/ 1014412 w 1343025"/>
                <a:gd name="connsiteY8-1734" fmla="*/ 295275 h 1343025"/>
                <a:gd name="connsiteX9-1735" fmla="*/ 1119187 w 1343025"/>
                <a:gd name="connsiteY9-1736" fmla="*/ 431006 h 1343025"/>
                <a:gd name="connsiteX10-1737" fmla="*/ 1281112 w 1343025"/>
                <a:gd name="connsiteY10-1738" fmla="*/ 373856 h 1343025"/>
                <a:gd name="connsiteX11-1739" fmla="*/ 1343025 w 1343025"/>
                <a:gd name="connsiteY11-1740" fmla="*/ 602456 h 1343025"/>
                <a:gd name="connsiteX12-1741" fmla="*/ 1173956 w 1343025"/>
                <a:gd name="connsiteY12-1742" fmla="*/ 645318 h 1343025"/>
                <a:gd name="connsiteX13-1743" fmla="*/ 1157287 w 1343025"/>
                <a:gd name="connsiteY13-1744" fmla="*/ 812006 h 1343025"/>
                <a:gd name="connsiteX14-1745" fmla="*/ 1307306 w 1343025"/>
                <a:gd name="connsiteY14-1746" fmla="*/ 892968 h 1343025"/>
                <a:gd name="connsiteX15-1747" fmla="*/ 1193006 w 1343025"/>
                <a:gd name="connsiteY15-1748" fmla="*/ 1097756 h 1343025"/>
                <a:gd name="connsiteX16-1749" fmla="*/ 1040606 w 1343025"/>
                <a:gd name="connsiteY16-1750" fmla="*/ 1009650 h 1343025"/>
                <a:gd name="connsiteX17-1751" fmla="*/ 919162 w 1343025"/>
                <a:gd name="connsiteY17-1752" fmla="*/ 1112043 h 1343025"/>
                <a:gd name="connsiteX18-1753" fmla="*/ 973931 w 1343025"/>
                <a:gd name="connsiteY18-1754" fmla="*/ 1276350 h 1343025"/>
                <a:gd name="connsiteX19-1755" fmla="*/ 745331 w 1343025"/>
                <a:gd name="connsiteY19-1756" fmla="*/ 1343025 h 1343025"/>
                <a:gd name="connsiteX20-1757" fmla="*/ 695325 w 1343025"/>
                <a:gd name="connsiteY20-1758" fmla="*/ 1171575 h 1343025"/>
                <a:gd name="connsiteX21-1759" fmla="*/ 535781 w 1343025"/>
                <a:gd name="connsiteY21-1760" fmla="*/ 1157287 h 1343025"/>
                <a:gd name="connsiteX22-1761" fmla="*/ 452437 w 1343025"/>
                <a:gd name="connsiteY22-1762" fmla="*/ 1304925 h 1343025"/>
                <a:gd name="connsiteX23-1763" fmla="*/ 245268 w 1343025"/>
                <a:gd name="connsiteY23-1764" fmla="*/ 1193006 h 1343025"/>
                <a:gd name="connsiteX24-1765" fmla="*/ 333375 w 1343025"/>
                <a:gd name="connsiteY24-1766" fmla="*/ 1042987 h 1343025"/>
                <a:gd name="connsiteX25-1767" fmla="*/ 226218 w 1343025"/>
                <a:gd name="connsiteY25-1768" fmla="*/ 909637 h 1343025"/>
                <a:gd name="connsiteX26-1769" fmla="*/ 59531 w 1343025"/>
                <a:gd name="connsiteY26-1770" fmla="*/ 964406 h 1343025"/>
                <a:gd name="connsiteX27-1771" fmla="*/ 0 w 1343025"/>
                <a:gd name="connsiteY27-1772" fmla="*/ 733425 h 1343025"/>
                <a:gd name="connsiteX28-1773" fmla="*/ 166687 w 1343025"/>
                <a:gd name="connsiteY28-1774" fmla="*/ 690562 h 1343025"/>
                <a:gd name="connsiteX29-1775" fmla="*/ 190500 w 1343025"/>
                <a:gd name="connsiteY29-1776" fmla="*/ 521493 h 1343025"/>
                <a:gd name="connsiteX30-1777" fmla="*/ 35718 w 1343025"/>
                <a:gd name="connsiteY30-1778" fmla="*/ 440531 h 1343025"/>
                <a:gd name="connsiteX31-1779" fmla="*/ 154781 w 1343025"/>
                <a:gd name="connsiteY31-1780" fmla="*/ 242887 h 1343025"/>
                <a:gd name="connsiteX32-1781" fmla="*/ 297656 w 1343025"/>
                <a:gd name="connsiteY32-1782" fmla="*/ 330993 h 1343025"/>
                <a:gd name="connsiteX0-1783" fmla="*/ 297656 w 1343025"/>
                <a:gd name="connsiteY0-1784" fmla="*/ 330993 h 1343025"/>
                <a:gd name="connsiteX1-1785" fmla="*/ 431006 w 1343025"/>
                <a:gd name="connsiteY1-1786" fmla="*/ 226218 h 1343025"/>
                <a:gd name="connsiteX2-1787" fmla="*/ 378618 w 1343025"/>
                <a:gd name="connsiteY2-1788" fmla="*/ 61912 h 1343025"/>
                <a:gd name="connsiteX3-1789" fmla="*/ 602456 w 1343025"/>
                <a:gd name="connsiteY3-1790" fmla="*/ 0 h 1343025"/>
                <a:gd name="connsiteX4-1791" fmla="*/ 652462 w 1343025"/>
                <a:gd name="connsiteY4-1792" fmla="*/ 171450 h 1343025"/>
                <a:gd name="connsiteX5-1793" fmla="*/ 816768 w 1343025"/>
                <a:gd name="connsiteY5-1794" fmla="*/ 185737 h 1343025"/>
                <a:gd name="connsiteX6-1795" fmla="*/ 900112 w 1343025"/>
                <a:gd name="connsiteY6-1796" fmla="*/ 40481 h 1343025"/>
                <a:gd name="connsiteX7-1797" fmla="*/ 1104900 w 1343025"/>
                <a:gd name="connsiteY7-1798" fmla="*/ 150018 h 1343025"/>
                <a:gd name="connsiteX8-1799" fmla="*/ 1014412 w 1343025"/>
                <a:gd name="connsiteY8-1800" fmla="*/ 295275 h 1343025"/>
                <a:gd name="connsiteX9-1801" fmla="*/ 1119187 w 1343025"/>
                <a:gd name="connsiteY9-1802" fmla="*/ 431006 h 1343025"/>
                <a:gd name="connsiteX10-1803" fmla="*/ 1281112 w 1343025"/>
                <a:gd name="connsiteY10-1804" fmla="*/ 373856 h 1343025"/>
                <a:gd name="connsiteX11-1805" fmla="*/ 1343025 w 1343025"/>
                <a:gd name="connsiteY11-1806" fmla="*/ 602456 h 1343025"/>
                <a:gd name="connsiteX12-1807" fmla="*/ 1173956 w 1343025"/>
                <a:gd name="connsiteY12-1808" fmla="*/ 645318 h 1343025"/>
                <a:gd name="connsiteX13-1809" fmla="*/ 1157287 w 1343025"/>
                <a:gd name="connsiteY13-1810" fmla="*/ 812006 h 1343025"/>
                <a:gd name="connsiteX14-1811" fmla="*/ 1307306 w 1343025"/>
                <a:gd name="connsiteY14-1812" fmla="*/ 892968 h 1343025"/>
                <a:gd name="connsiteX15-1813" fmla="*/ 1193006 w 1343025"/>
                <a:gd name="connsiteY15-1814" fmla="*/ 1097756 h 1343025"/>
                <a:gd name="connsiteX16-1815" fmla="*/ 1040606 w 1343025"/>
                <a:gd name="connsiteY16-1816" fmla="*/ 1009650 h 1343025"/>
                <a:gd name="connsiteX17-1817" fmla="*/ 919162 w 1343025"/>
                <a:gd name="connsiteY17-1818" fmla="*/ 1112043 h 1343025"/>
                <a:gd name="connsiteX18-1819" fmla="*/ 973931 w 1343025"/>
                <a:gd name="connsiteY18-1820" fmla="*/ 1276350 h 1343025"/>
                <a:gd name="connsiteX19-1821" fmla="*/ 745331 w 1343025"/>
                <a:gd name="connsiteY19-1822" fmla="*/ 1343025 h 1343025"/>
                <a:gd name="connsiteX20-1823" fmla="*/ 695325 w 1343025"/>
                <a:gd name="connsiteY20-1824" fmla="*/ 1171575 h 1343025"/>
                <a:gd name="connsiteX21-1825" fmla="*/ 535781 w 1343025"/>
                <a:gd name="connsiteY21-1826" fmla="*/ 1157287 h 1343025"/>
                <a:gd name="connsiteX22-1827" fmla="*/ 452437 w 1343025"/>
                <a:gd name="connsiteY22-1828" fmla="*/ 1304925 h 1343025"/>
                <a:gd name="connsiteX23-1829" fmla="*/ 245268 w 1343025"/>
                <a:gd name="connsiteY23-1830" fmla="*/ 1193006 h 1343025"/>
                <a:gd name="connsiteX24-1831" fmla="*/ 333375 w 1343025"/>
                <a:gd name="connsiteY24-1832" fmla="*/ 1042987 h 1343025"/>
                <a:gd name="connsiteX25-1833" fmla="*/ 226218 w 1343025"/>
                <a:gd name="connsiteY25-1834" fmla="*/ 909637 h 1343025"/>
                <a:gd name="connsiteX26-1835" fmla="*/ 59531 w 1343025"/>
                <a:gd name="connsiteY26-1836" fmla="*/ 964406 h 1343025"/>
                <a:gd name="connsiteX27-1837" fmla="*/ 0 w 1343025"/>
                <a:gd name="connsiteY27-1838" fmla="*/ 733425 h 1343025"/>
                <a:gd name="connsiteX28-1839" fmla="*/ 166687 w 1343025"/>
                <a:gd name="connsiteY28-1840" fmla="*/ 690562 h 1343025"/>
                <a:gd name="connsiteX29-1841" fmla="*/ 190500 w 1343025"/>
                <a:gd name="connsiteY29-1842" fmla="*/ 521493 h 1343025"/>
                <a:gd name="connsiteX30-1843" fmla="*/ 35718 w 1343025"/>
                <a:gd name="connsiteY30-1844" fmla="*/ 440531 h 1343025"/>
                <a:gd name="connsiteX31-1845" fmla="*/ 154781 w 1343025"/>
                <a:gd name="connsiteY31-1846" fmla="*/ 242887 h 1343025"/>
                <a:gd name="connsiteX32-1847" fmla="*/ 297656 w 1343025"/>
                <a:gd name="connsiteY32-1848" fmla="*/ 330993 h 1343025"/>
                <a:gd name="connsiteX0-1849" fmla="*/ 297656 w 1343025"/>
                <a:gd name="connsiteY0-1850" fmla="*/ 330993 h 1343025"/>
                <a:gd name="connsiteX1-1851" fmla="*/ 431006 w 1343025"/>
                <a:gd name="connsiteY1-1852" fmla="*/ 226218 h 1343025"/>
                <a:gd name="connsiteX2-1853" fmla="*/ 378618 w 1343025"/>
                <a:gd name="connsiteY2-1854" fmla="*/ 61912 h 1343025"/>
                <a:gd name="connsiteX3-1855" fmla="*/ 602456 w 1343025"/>
                <a:gd name="connsiteY3-1856" fmla="*/ 0 h 1343025"/>
                <a:gd name="connsiteX4-1857" fmla="*/ 652462 w 1343025"/>
                <a:gd name="connsiteY4-1858" fmla="*/ 171450 h 1343025"/>
                <a:gd name="connsiteX5-1859" fmla="*/ 816768 w 1343025"/>
                <a:gd name="connsiteY5-1860" fmla="*/ 185737 h 1343025"/>
                <a:gd name="connsiteX6-1861" fmla="*/ 900112 w 1343025"/>
                <a:gd name="connsiteY6-1862" fmla="*/ 40481 h 1343025"/>
                <a:gd name="connsiteX7-1863" fmla="*/ 1104900 w 1343025"/>
                <a:gd name="connsiteY7-1864" fmla="*/ 150018 h 1343025"/>
                <a:gd name="connsiteX8-1865" fmla="*/ 1014412 w 1343025"/>
                <a:gd name="connsiteY8-1866" fmla="*/ 295275 h 1343025"/>
                <a:gd name="connsiteX9-1867" fmla="*/ 1119187 w 1343025"/>
                <a:gd name="connsiteY9-1868" fmla="*/ 431006 h 1343025"/>
                <a:gd name="connsiteX10-1869" fmla="*/ 1281112 w 1343025"/>
                <a:gd name="connsiteY10-1870" fmla="*/ 373856 h 1343025"/>
                <a:gd name="connsiteX11-1871" fmla="*/ 1343025 w 1343025"/>
                <a:gd name="connsiteY11-1872" fmla="*/ 602456 h 1343025"/>
                <a:gd name="connsiteX12-1873" fmla="*/ 1173956 w 1343025"/>
                <a:gd name="connsiteY12-1874" fmla="*/ 645318 h 1343025"/>
                <a:gd name="connsiteX13-1875" fmla="*/ 1157287 w 1343025"/>
                <a:gd name="connsiteY13-1876" fmla="*/ 812006 h 1343025"/>
                <a:gd name="connsiteX14-1877" fmla="*/ 1307306 w 1343025"/>
                <a:gd name="connsiteY14-1878" fmla="*/ 892968 h 1343025"/>
                <a:gd name="connsiteX15-1879" fmla="*/ 1193006 w 1343025"/>
                <a:gd name="connsiteY15-1880" fmla="*/ 1097756 h 1343025"/>
                <a:gd name="connsiteX16-1881" fmla="*/ 1040606 w 1343025"/>
                <a:gd name="connsiteY16-1882" fmla="*/ 1009650 h 1343025"/>
                <a:gd name="connsiteX17-1883" fmla="*/ 919162 w 1343025"/>
                <a:gd name="connsiteY17-1884" fmla="*/ 1112043 h 1343025"/>
                <a:gd name="connsiteX18-1885" fmla="*/ 973931 w 1343025"/>
                <a:gd name="connsiteY18-1886" fmla="*/ 1276350 h 1343025"/>
                <a:gd name="connsiteX19-1887" fmla="*/ 745331 w 1343025"/>
                <a:gd name="connsiteY19-1888" fmla="*/ 1343025 h 1343025"/>
                <a:gd name="connsiteX20-1889" fmla="*/ 695325 w 1343025"/>
                <a:gd name="connsiteY20-1890" fmla="*/ 1171575 h 1343025"/>
                <a:gd name="connsiteX21-1891" fmla="*/ 535781 w 1343025"/>
                <a:gd name="connsiteY21-1892" fmla="*/ 1157287 h 1343025"/>
                <a:gd name="connsiteX22-1893" fmla="*/ 452437 w 1343025"/>
                <a:gd name="connsiteY22-1894" fmla="*/ 1304925 h 1343025"/>
                <a:gd name="connsiteX23-1895" fmla="*/ 245268 w 1343025"/>
                <a:gd name="connsiteY23-1896" fmla="*/ 1193006 h 1343025"/>
                <a:gd name="connsiteX24-1897" fmla="*/ 333375 w 1343025"/>
                <a:gd name="connsiteY24-1898" fmla="*/ 1042987 h 1343025"/>
                <a:gd name="connsiteX25-1899" fmla="*/ 226218 w 1343025"/>
                <a:gd name="connsiteY25-1900" fmla="*/ 909637 h 1343025"/>
                <a:gd name="connsiteX26-1901" fmla="*/ 59531 w 1343025"/>
                <a:gd name="connsiteY26-1902" fmla="*/ 964406 h 1343025"/>
                <a:gd name="connsiteX27-1903" fmla="*/ 0 w 1343025"/>
                <a:gd name="connsiteY27-1904" fmla="*/ 733425 h 1343025"/>
                <a:gd name="connsiteX28-1905" fmla="*/ 166687 w 1343025"/>
                <a:gd name="connsiteY28-1906" fmla="*/ 690562 h 1343025"/>
                <a:gd name="connsiteX29-1907" fmla="*/ 190500 w 1343025"/>
                <a:gd name="connsiteY29-1908" fmla="*/ 521493 h 1343025"/>
                <a:gd name="connsiteX30-1909" fmla="*/ 35718 w 1343025"/>
                <a:gd name="connsiteY30-1910" fmla="*/ 440531 h 1343025"/>
                <a:gd name="connsiteX31-1911" fmla="*/ 154781 w 1343025"/>
                <a:gd name="connsiteY31-1912" fmla="*/ 242887 h 1343025"/>
                <a:gd name="connsiteX32-1913" fmla="*/ 297656 w 1343025"/>
                <a:gd name="connsiteY32-1914" fmla="*/ 330993 h 1343025"/>
                <a:gd name="connsiteX0-1915" fmla="*/ 297656 w 1343025"/>
                <a:gd name="connsiteY0-1916" fmla="*/ 330993 h 1343025"/>
                <a:gd name="connsiteX1-1917" fmla="*/ 431006 w 1343025"/>
                <a:gd name="connsiteY1-1918" fmla="*/ 226218 h 1343025"/>
                <a:gd name="connsiteX2-1919" fmla="*/ 378618 w 1343025"/>
                <a:gd name="connsiteY2-1920" fmla="*/ 61912 h 1343025"/>
                <a:gd name="connsiteX3-1921" fmla="*/ 602456 w 1343025"/>
                <a:gd name="connsiteY3-1922" fmla="*/ 0 h 1343025"/>
                <a:gd name="connsiteX4-1923" fmla="*/ 652462 w 1343025"/>
                <a:gd name="connsiteY4-1924" fmla="*/ 171450 h 1343025"/>
                <a:gd name="connsiteX5-1925" fmla="*/ 816768 w 1343025"/>
                <a:gd name="connsiteY5-1926" fmla="*/ 185737 h 1343025"/>
                <a:gd name="connsiteX6-1927" fmla="*/ 900112 w 1343025"/>
                <a:gd name="connsiteY6-1928" fmla="*/ 40481 h 1343025"/>
                <a:gd name="connsiteX7-1929" fmla="*/ 1104900 w 1343025"/>
                <a:gd name="connsiteY7-1930" fmla="*/ 150018 h 1343025"/>
                <a:gd name="connsiteX8-1931" fmla="*/ 1014412 w 1343025"/>
                <a:gd name="connsiteY8-1932" fmla="*/ 295275 h 1343025"/>
                <a:gd name="connsiteX9-1933" fmla="*/ 1119187 w 1343025"/>
                <a:gd name="connsiteY9-1934" fmla="*/ 431006 h 1343025"/>
                <a:gd name="connsiteX10-1935" fmla="*/ 1281112 w 1343025"/>
                <a:gd name="connsiteY10-1936" fmla="*/ 373856 h 1343025"/>
                <a:gd name="connsiteX11-1937" fmla="*/ 1343025 w 1343025"/>
                <a:gd name="connsiteY11-1938" fmla="*/ 602456 h 1343025"/>
                <a:gd name="connsiteX12-1939" fmla="*/ 1173956 w 1343025"/>
                <a:gd name="connsiteY12-1940" fmla="*/ 645318 h 1343025"/>
                <a:gd name="connsiteX13-1941" fmla="*/ 1157287 w 1343025"/>
                <a:gd name="connsiteY13-1942" fmla="*/ 812006 h 1343025"/>
                <a:gd name="connsiteX14-1943" fmla="*/ 1307306 w 1343025"/>
                <a:gd name="connsiteY14-1944" fmla="*/ 892968 h 1343025"/>
                <a:gd name="connsiteX15-1945" fmla="*/ 1193006 w 1343025"/>
                <a:gd name="connsiteY15-1946" fmla="*/ 1097756 h 1343025"/>
                <a:gd name="connsiteX16-1947" fmla="*/ 1040606 w 1343025"/>
                <a:gd name="connsiteY16-1948" fmla="*/ 1009650 h 1343025"/>
                <a:gd name="connsiteX17-1949" fmla="*/ 919162 w 1343025"/>
                <a:gd name="connsiteY17-1950" fmla="*/ 1112043 h 1343025"/>
                <a:gd name="connsiteX18-1951" fmla="*/ 973931 w 1343025"/>
                <a:gd name="connsiteY18-1952" fmla="*/ 1276350 h 1343025"/>
                <a:gd name="connsiteX19-1953" fmla="*/ 745331 w 1343025"/>
                <a:gd name="connsiteY19-1954" fmla="*/ 1343025 h 1343025"/>
                <a:gd name="connsiteX20-1955" fmla="*/ 695325 w 1343025"/>
                <a:gd name="connsiteY20-1956" fmla="*/ 1171575 h 1343025"/>
                <a:gd name="connsiteX21-1957" fmla="*/ 535781 w 1343025"/>
                <a:gd name="connsiteY21-1958" fmla="*/ 1157287 h 1343025"/>
                <a:gd name="connsiteX22-1959" fmla="*/ 452437 w 1343025"/>
                <a:gd name="connsiteY22-1960" fmla="*/ 1304925 h 1343025"/>
                <a:gd name="connsiteX23-1961" fmla="*/ 245268 w 1343025"/>
                <a:gd name="connsiteY23-1962" fmla="*/ 1193006 h 1343025"/>
                <a:gd name="connsiteX24-1963" fmla="*/ 333375 w 1343025"/>
                <a:gd name="connsiteY24-1964" fmla="*/ 1042987 h 1343025"/>
                <a:gd name="connsiteX25-1965" fmla="*/ 226218 w 1343025"/>
                <a:gd name="connsiteY25-1966" fmla="*/ 909637 h 1343025"/>
                <a:gd name="connsiteX26-1967" fmla="*/ 59531 w 1343025"/>
                <a:gd name="connsiteY26-1968" fmla="*/ 964406 h 1343025"/>
                <a:gd name="connsiteX27-1969" fmla="*/ 0 w 1343025"/>
                <a:gd name="connsiteY27-1970" fmla="*/ 733425 h 1343025"/>
                <a:gd name="connsiteX28-1971" fmla="*/ 166687 w 1343025"/>
                <a:gd name="connsiteY28-1972" fmla="*/ 690562 h 1343025"/>
                <a:gd name="connsiteX29-1973" fmla="*/ 190500 w 1343025"/>
                <a:gd name="connsiteY29-1974" fmla="*/ 521493 h 1343025"/>
                <a:gd name="connsiteX30-1975" fmla="*/ 35718 w 1343025"/>
                <a:gd name="connsiteY30-1976" fmla="*/ 440531 h 1343025"/>
                <a:gd name="connsiteX31-1977" fmla="*/ 154781 w 1343025"/>
                <a:gd name="connsiteY31-1978" fmla="*/ 242887 h 1343025"/>
                <a:gd name="connsiteX32-1979" fmla="*/ 297656 w 1343025"/>
                <a:gd name="connsiteY32-1980" fmla="*/ 330993 h 1343025"/>
                <a:gd name="connsiteX0-1981" fmla="*/ 297656 w 1343025"/>
                <a:gd name="connsiteY0-1982" fmla="*/ 330993 h 1343025"/>
                <a:gd name="connsiteX1-1983" fmla="*/ 431006 w 1343025"/>
                <a:gd name="connsiteY1-1984" fmla="*/ 226218 h 1343025"/>
                <a:gd name="connsiteX2-1985" fmla="*/ 378618 w 1343025"/>
                <a:gd name="connsiteY2-1986" fmla="*/ 61912 h 1343025"/>
                <a:gd name="connsiteX3-1987" fmla="*/ 602456 w 1343025"/>
                <a:gd name="connsiteY3-1988" fmla="*/ 0 h 1343025"/>
                <a:gd name="connsiteX4-1989" fmla="*/ 652462 w 1343025"/>
                <a:gd name="connsiteY4-1990" fmla="*/ 171450 h 1343025"/>
                <a:gd name="connsiteX5-1991" fmla="*/ 816768 w 1343025"/>
                <a:gd name="connsiteY5-1992" fmla="*/ 185737 h 1343025"/>
                <a:gd name="connsiteX6-1993" fmla="*/ 900112 w 1343025"/>
                <a:gd name="connsiteY6-1994" fmla="*/ 40481 h 1343025"/>
                <a:gd name="connsiteX7-1995" fmla="*/ 1104900 w 1343025"/>
                <a:gd name="connsiteY7-1996" fmla="*/ 150018 h 1343025"/>
                <a:gd name="connsiteX8-1997" fmla="*/ 1014412 w 1343025"/>
                <a:gd name="connsiteY8-1998" fmla="*/ 295275 h 1343025"/>
                <a:gd name="connsiteX9-1999" fmla="*/ 1119187 w 1343025"/>
                <a:gd name="connsiteY9-2000" fmla="*/ 431006 h 1343025"/>
                <a:gd name="connsiteX10-2001" fmla="*/ 1281112 w 1343025"/>
                <a:gd name="connsiteY10-2002" fmla="*/ 373856 h 1343025"/>
                <a:gd name="connsiteX11-2003" fmla="*/ 1343025 w 1343025"/>
                <a:gd name="connsiteY11-2004" fmla="*/ 602456 h 1343025"/>
                <a:gd name="connsiteX12-2005" fmla="*/ 1173956 w 1343025"/>
                <a:gd name="connsiteY12-2006" fmla="*/ 645318 h 1343025"/>
                <a:gd name="connsiteX13-2007" fmla="*/ 1157287 w 1343025"/>
                <a:gd name="connsiteY13-2008" fmla="*/ 812006 h 1343025"/>
                <a:gd name="connsiteX14-2009" fmla="*/ 1307306 w 1343025"/>
                <a:gd name="connsiteY14-2010" fmla="*/ 892968 h 1343025"/>
                <a:gd name="connsiteX15-2011" fmla="*/ 1193006 w 1343025"/>
                <a:gd name="connsiteY15-2012" fmla="*/ 1097756 h 1343025"/>
                <a:gd name="connsiteX16-2013" fmla="*/ 1040606 w 1343025"/>
                <a:gd name="connsiteY16-2014" fmla="*/ 1009650 h 1343025"/>
                <a:gd name="connsiteX17-2015" fmla="*/ 919162 w 1343025"/>
                <a:gd name="connsiteY17-2016" fmla="*/ 1112043 h 1343025"/>
                <a:gd name="connsiteX18-2017" fmla="*/ 973931 w 1343025"/>
                <a:gd name="connsiteY18-2018" fmla="*/ 1276350 h 1343025"/>
                <a:gd name="connsiteX19-2019" fmla="*/ 745331 w 1343025"/>
                <a:gd name="connsiteY19-2020" fmla="*/ 1343025 h 1343025"/>
                <a:gd name="connsiteX20-2021" fmla="*/ 695325 w 1343025"/>
                <a:gd name="connsiteY20-2022" fmla="*/ 1171575 h 1343025"/>
                <a:gd name="connsiteX21-2023" fmla="*/ 535781 w 1343025"/>
                <a:gd name="connsiteY21-2024" fmla="*/ 1157287 h 1343025"/>
                <a:gd name="connsiteX22-2025" fmla="*/ 452437 w 1343025"/>
                <a:gd name="connsiteY22-2026" fmla="*/ 1304925 h 1343025"/>
                <a:gd name="connsiteX23-2027" fmla="*/ 245268 w 1343025"/>
                <a:gd name="connsiteY23-2028" fmla="*/ 1193006 h 1343025"/>
                <a:gd name="connsiteX24-2029" fmla="*/ 333375 w 1343025"/>
                <a:gd name="connsiteY24-2030" fmla="*/ 1042987 h 1343025"/>
                <a:gd name="connsiteX25-2031" fmla="*/ 226218 w 1343025"/>
                <a:gd name="connsiteY25-2032" fmla="*/ 909637 h 1343025"/>
                <a:gd name="connsiteX26-2033" fmla="*/ 59531 w 1343025"/>
                <a:gd name="connsiteY26-2034" fmla="*/ 964406 h 1343025"/>
                <a:gd name="connsiteX27-2035" fmla="*/ 0 w 1343025"/>
                <a:gd name="connsiteY27-2036" fmla="*/ 733425 h 1343025"/>
                <a:gd name="connsiteX28-2037" fmla="*/ 166687 w 1343025"/>
                <a:gd name="connsiteY28-2038" fmla="*/ 690562 h 1343025"/>
                <a:gd name="connsiteX29-2039" fmla="*/ 190500 w 1343025"/>
                <a:gd name="connsiteY29-2040" fmla="*/ 521493 h 1343025"/>
                <a:gd name="connsiteX30-2041" fmla="*/ 35718 w 1343025"/>
                <a:gd name="connsiteY30-2042" fmla="*/ 440531 h 1343025"/>
                <a:gd name="connsiteX31-2043" fmla="*/ 154781 w 1343025"/>
                <a:gd name="connsiteY31-2044" fmla="*/ 242887 h 1343025"/>
                <a:gd name="connsiteX32-2045" fmla="*/ 297656 w 1343025"/>
                <a:gd name="connsiteY32-2046" fmla="*/ 330993 h 1343025"/>
                <a:gd name="connsiteX0-2047" fmla="*/ 297656 w 1343025"/>
                <a:gd name="connsiteY0-2048" fmla="*/ 330993 h 1343025"/>
                <a:gd name="connsiteX1-2049" fmla="*/ 431006 w 1343025"/>
                <a:gd name="connsiteY1-2050" fmla="*/ 226218 h 1343025"/>
                <a:gd name="connsiteX2-2051" fmla="*/ 378618 w 1343025"/>
                <a:gd name="connsiteY2-2052" fmla="*/ 61912 h 1343025"/>
                <a:gd name="connsiteX3-2053" fmla="*/ 602456 w 1343025"/>
                <a:gd name="connsiteY3-2054" fmla="*/ 0 h 1343025"/>
                <a:gd name="connsiteX4-2055" fmla="*/ 652462 w 1343025"/>
                <a:gd name="connsiteY4-2056" fmla="*/ 171450 h 1343025"/>
                <a:gd name="connsiteX5-2057" fmla="*/ 816768 w 1343025"/>
                <a:gd name="connsiteY5-2058" fmla="*/ 185737 h 1343025"/>
                <a:gd name="connsiteX6-2059" fmla="*/ 900112 w 1343025"/>
                <a:gd name="connsiteY6-2060" fmla="*/ 40481 h 1343025"/>
                <a:gd name="connsiteX7-2061" fmla="*/ 1104900 w 1343025"/>
                <a:gd name="connsiteY7-2062" fmla="*/ 150018 h 1343025"/>
                <a:gd name="connsiteX8-2063" fmla="*/ 1014412 w 1343025"/>
                <a:gd name="connsiteY8-2064" fmla="*/ 295275 h 1343025"/>
                <a:gd name="connsiteX9-2065" fmla="*/ 1119187 w 1343025"/>
                <a:gd name="connsiteY9-2066" fmla="*/ 431006 h 1343025"/>
                <a:gd name="connsiteX10-2067" fmla="*/ 1281112 w 1343025"/>
                <a:gd name="connsiteY10-2068" fmla="*/ 373856 h 1343025"/>
                <a:gd name="connsiteX11-2069" fmla="*/ 1343025 w 1343025"/>
                <a:gd name="connsiteY11-2070" fmla="*/ 602456 h 1343025"/>
                <a:gd name="connsiteX12-2071" fmla="*/ 1173956 w 1343025"/>
                <a:gd name="connsiteY12-2072" fmla="*/ 645318 h 1343025"/>
                <a:gd name="connsiteX13-2073" fmla="*/ 1157287 w 1343025"/>
                <a:gd name="connsiteY13-2074" fmla="*/ 812006 h 1343025"/>
                <a:gd name="connsiteX14-2075" fmla="*/ 1307306 w 1343025"/>
                <a:gd name="connsiteY14-2076" fmla="*/ 892968 h 1343025"/>
                <a:gd name="connsiteX15-2077" fmla="*/ 1193006 w 1343025"/>
                <a:gd name="connsiteY15-2078" fmla="*/ 1097756 h 1343025"/>
                <a:gd name="connsiteX16-2079" fmla="*/ 1040606 w 1343025"/>
                <a:gd name="connsiteY16-2080" fmla="*/ 1009650 h 1343025"/>
                <a:gd name="connsiteX17-2081" fmla="*/ 919162 w 1343025"/>
                <a:gd name="connsiteY17-2082" fmla="*/ 1112043 h 1343025"/>
                <a:gd name="connsiteX18-2083" fmla="*/ 973931 w 1343025"/>
                <a:gd name="connsiteY18-2084" fmla="*/ 1276350 h 1343025"/>
                <a:gd name="connsiteX19-2085" fmla="*/ 745331 w 1343025"/>
                <a:gd name="connsiteY19-2086" fmla="*/ 1343025 h 1343025"/>
                <a:gd name="connsiteX20-2087" fmla="*/ 695325 w 1343025"/>
                <a:gd name="connsiteY20-2088" fmla="*/ 1171575 h 1343025"/>
                <a:gd name="connsiteX21-2089" fmla="*/ 535781 w 1343025"/>
                <a:gd name="connsiteY21-2090" fmla="*/ 1157287 h 1343025"/>
                <a:gd name="connsiteX22-2091" fmla="*/ 452437 w 1343025"/>
                <a:gd name="connsiteY22-2092" fmla="*/ 1304925 h 1343025"/>
                <a:gd name="connsiteX23-2093" fmla="*/ 245268 w 1343025"/>
                <a:gd name="connsiteY23-2094" fmla="*/ 1193006 h 1343025"/>
                <a:gd name="connsiteX24-2095" fmla="*/ 333375 w 1343025"/>
                <a:gd name="connsiteY24-2096" fmla="*/ 1042987 h 1343025"/>
                <a:gd name="connsiteX25-2097" fmla="*/ 226218 w 1343025"/>
                <a:gd name="connsiteY25-2098" fmla="*/ 909637 h 1343025"/>
                <a:gd name="connsiteX26-2099" fmla="*/ 59531 w 1343025"/>
                <a:gd name="connsiteY26-2100" fmla="*/ 964406 h 1343025"/>
                <a:gd name="connsiteX27-2101" fmla="*/ 0 w 1343025"/>
                <a:gd name="connsiteY27-2102" fmla="*/ 733425 h 1343025"/>
                <a:gd name="connsiteX28-2103" fmla="*/ 166687 w 1343025"/>
                <a:gd name="connsiteY28-2104" fmla="*/ 690562 h 1343025"/>
                <a:gd name="connsiteX29-2105" fmla="*/ 190500 w 1343025"/>
                <a:gd name="connsiteY29-2106" fmla="*/ 521493 h 1343025"/>
                <a:gd name="connsiteX30-2107" fmla="*/ 35718 w 1343025"/>
                <a:gd name="connsiteY30-2108" fmla="*/ 440531 h 1343025"/>
                <a:gd name="connsiteX31-2109" fmla="*/ 154781 w 1343025"/>
                <a:gd name="connsiteY31-2110" fmla="*/ 242887 h 1343025"/>
                <a:gd name="connsiteX32-2111" fmla="*/ 297656 w 1343025"/>
                <a:gd name="connsiteY32-2112" fmla="*/ 330993 h 1343025"/>
                <a:gd name="connsiteX0-2113" fmla="*/ 297656 w 1343025"/>
                <a:gd name="connsiteY0-2114" fmla="*/ 330993 h 1343025"/>
                <a:gd name="connsiteX1-2115" fmla="*/ 431006 w 1343025"/>
                <a:gd name="connsiteY1-2116" fmla="*/ 226218 h 1343025"/>
                <a:gd name="connsiteX2-2117" fmla="*/ 378618 w 1343025"/>
                <a:gd name="connsiteY2-2118" fmla="*/ 61912 h 1343025"/>
                <a:gd name="connsiteX3-2119" fmla="*/ 602456 w 1343025"/>
                <a:gd name="connsiteY3-2120" fmla="*/ 0 h 1343025"/>
                <a:gd name="connsiteX4-2121" fmla="*/ 652462 w 1343025"/>
                <a:gd name="connsiteY4-2122" fmla="*/ 171450 h 1343025"/>
                <a:gd name="connsiteX5-2123" fmla="*/ 816768 w 1343025"/>
                <a:gd name="connsiteY5-2124" fmla="*/ 185737 h 1343025"/>
                <a:gd name="connsiteX6-2125" fmla="*/ 900112 w 1343025"/>
                <a:gd name="connsiteY6-2126" fmla="*/ 40481 h 1343025"/>
                <a:gd name="connsiteX7-2127" fmla="*/ 1104900 w 1343025"/>
                <a:gd name="connsiteY7-2128" fmla="*/ 150018 h 1343025"/>
                <a:gd name="connsiteX8-2129" fmla="*/ 1014412 w 1343025"/>
                <a:gd name="connsiteY8-2130" fmla="*/ 295275 h 1343025"/>
                <a:gd name="connsiteX9-2131" fmla="*/ 1119187 w 1343025"/>
                <a:gd name="connsiteY9-2132" fmla="*/ 431006 h 1343025"/>
                <a:gd name="connsiteX10-2133" fmla="*/ 1281112 w 1343025"/>
                <a:gd name="connsiteY10-2134" fmla="*/ 373856 h 1343025"/>
                <a:gd name="connsiteX11-2135" fmla="*/ 1343025 w 1343025"/>
                <a:gd name="connsiteY11-2136" fmla="*/ 602456 h 1343025"/>
                <a:gd name="connsiteX12-2137" fmla="*/ 1173956 w 1343025"/>
                <a:gd name="connsiteY12-2138" fmla="*/ 645318 h 1343025"/>
                <a:gd name="connsiteX13-2139" fmla="*/ 1157287 w 1343025"/>
                <a:gd name="connsiteY13-2140" fmla="*/ 812006 h 1343025"/>
                <a:gd name="connsiteX14-2141" fmla="*/ 1307306 w 1343025"/>
                <a:gd name="connsiteY14-2142" fmla="*/ 892968 h 1343025"/>
                <a:gd name="connsiteX15-2143" fmla="*/ 1193006 w 1343025"/>
                <a:gd name="connsiteY15-2144" fmla="*/ 1097756 h 1343025"/>
                <a:gd name="connsiteX16-2145" fmla="*/ 1040606 w 1343025"/>
                <a:gd name="connsiteY16-2146" fmla="*/ 1009650 h 1343025"/>
                <a:gd name="connsiteX17-2147" fmla="*/ 919162 w 1343025"/>
                <a:gd name="connsiteY17-2148" fmla="*/ 1112043 h 1343025"/>
                <a:gd name="connsiteX18-2149" fmla="*/ 973931 w 1343025"/>
                <a:gd name="connsiteY18-2150" fmla="*/ 1276350 h 1343025"/>
                <a:gd name="connsiteX19-2151" fmla="*/ 745331 w 1343025"/>
                <a:gd name="connsiteY19-2152" fmla="*/ 1343025 h 1343025"/>
                <a:gd name="connsiteX20-2153" fmla="*/ 695325 w 1343025"/>
                <a:gd name="connsiteY20-2154" fmla="*/ 1171575 h 1343025"/>
                <a:gd name="connsiteX21-2155" fmla="*/ 535781 w 1343025"/>
                <a:gd name="connsiteY21-2156" fmla="*/ 1157287 h 1343025"/>
                <a:gd name="connsiteX22-2157" fmla="*/ 452437 w 1343025"/>
                <a:gd name="connsiteY22-2158" fmla="*/ 1304925 h 1343025"/>
                <a:gd name="connsiteX23-2159" fmla="*/ 245268 w 1343025"/>
                <a:gd name="connsiteY23-2160" fmla="*/ 1193006 h 1343025"/>
                <a:gd name="connsiteX24-2161" fmla="*/ 333375 w 1343025"/>
                <a:gd name="connsiteY24-2162" fmla="*/ 1042987 h 1343025"/>
                <a:gd name="connsiteX25-2163" fmla="*/ 226218 w 1343025"/>
                <a:gd name="connsiteY25-2164" fmla="*/ 909637 h 1343025"/>
                <a:gd name="connsiteX26-2165" fmla="*/ 59531 w 1343025"/>
                <a:gd name="connsiteY26-2166" fmla="*/ 964406 h 1343025"/>
                <a:gd name="connsiteX27-2167" fmla="*/ 0 w 1343025"/>
                <a:gd name="connsiteY27-2168" fmla="*/ 733425 h 1343025"/>
                <a:gd name="connsiteX28-2169" fmla="*/ 166687 w 1343025"/>
                <a:gd name="connsiteY28-2170" fmla="*/ 690562 h 1343025"/>
                <a:gd name="connsiteX29-2171" fmla="*/ 190500 w 1343025"/>
                <a:gd name="connsiteY29-2172" fmla="*/ 521493 h 1343025"/>
                <a:gd name="connsiteX30-2173" fmla="*/ 35718 w 1343025"/>
                <a:gd name="connsiteY30-2174" fmla="*/ 440531 h 1343025"/>
                <a:gd name="connsiteX31-2175" fmla="*/ 154781 w 1343025"/>
                <a:gd name="connsiteY31-2176" fmla="*/ 242887 h 1343025"/>
                <a:gd name="connsiteX32-2177" fmla="*/ 297656 w 1343025"/>
                <a:gd name="connsiteY32-2178" fmla="*/ 330993 h 1343025"/>
                <a:gd name="connsiteX0-2179" fmla="*/ 297656 w 1343025"/>
                <a:gd name="connsiteY0-2180" fmla="*/ 330993 h 1343025"/>
                <a:gd name="connsiteX1-2181" fmla="*/ 431006 w 1343025"/>
                <a:gd name="connsiteY1-2182" fmla="*/ 226218 h 1343025"/>
                <a:gd name="connsiteX2-2183" fmla="*/ 378618 w 1343025"/>
                <a:gd name="connsiteY2-2184" fmla="*/ 61912 h 1343025"/>
                <a:gd name="connsiteX3-2185" fmla="*/ 602456 w 1343025"/>
                <a:gd name="connsiteY3-2186" fmla="*/ 0 h 1343025"/>
                <a:gd name="connsiteX4-2187" fmla="*/ 652462 w 1343025"/>
                <a:gd name="connsiteY4-2188" fmla="*/ 171450 h 1343025"/>
                <a:gd name="connsiteX5-2189" fmla="*/ 816768 w 1343025"/>
                <a:gd name="connsiteY5-2190" fmla="*/ 185737 h 1343025"/>
                <a:gd name="connsiteX6-2191" fmla="*/ 900112 w 1343025"/>
                <a:gd name="connsiteY6-2192" fmla="*/ 40481 h 1343025"/>
                <a:gd name="connsiteX7-2193" fmla="*/ 1104900 w 1343025"/>
                <a:gd name="connsiteY7-2194" fmla="*/ 150018 h 1343025"/>
                <a:gd name="connsiteX8-2195" fmla="*/ 1014412 w 1343025"/>
                <a:gd name="connsiteY8-2196" fmla="*/ 295275 h 1343025"/>
                <a:gd name="connsiteX9-2197" fmla="*/ 1119187 w 1343025"/>
                <a:gd name="connsiteY9-2198" fmla="*/ 431006 h 1343025"/>
                <a:gd name="connsiteX10-2199" fmla="*/ 1281112 w 1343025"/>
                <a:gd name="connsiteY10-2200" fmla="*/ 373856 h 1343025"/>
                <a:gd name="connsiteX11-2201" fmla="*/ 1343025 w 1343025"/>
                <a:gd name="connsiteY11-2202" fmla="*/ 602456 h 1343025"/>
                <a:gd name="connsiteX12-2203" fmla="*/ 1173956 w 1343025"/>
                <a:gd name="connsiteY12-2204" fmla="*/ 645318 h 1343025"/>
                <a:gd name="connsiteX13-2205" fmla="*/ 1157287 w 1343025"/>
                <a:gd name="connsiteY13-2206" fmla="*/ 812006 h 1343025"/>
                <a:gd name="connsiteX14-2207" fmla="*/ 1307306 w 1343025"/>
                <a:gd name="connsiteY14-2208" fmla="*/ 892968 h 1343025"/>
                <a:gd name="connsiteX15-2209" fmla="*/ 1193006 w 1343025"/>
                <a:gd name="connsiteY15-2210" fmla="*/ 1097756 h 1343025"/>
                <a:gd name="connsiteX16-2211" fmla="*/ 1040606 w 1343025"/>
                <a:gd name="connsiteY16-2212" fmla="*/ 1009650 h 1343025"/>
                <a:gd name="connsiteX17-2213" fmla="*/ 919162 w 1343025"/>
                <a:gd name="connsiteY17-2214" fmla="*/ 1112043 h 1343025"/>
                <a:gd name="connsiteX18-2215" fmla="*/ 973931 w 1343025"/>
                <a:gd name="connsiteY18-2216" fmla="*/ 1276350 h 1343025"/>
                <a:gd name="connsiteX19-2217" fmla="*/ 745331 w 1343025"/>
                <a:gd name="connsiteY19-2218" fmla="*/ 1343025 h 1343025"/>
                <a:gd name="connsiteX20-2219" fmla="*/ 695325 w 1343025"/>
                <a:gd name="connsiteY20-2220" fmla="*/ 1171575 h 1343025"/>
                <a:gd name="connsiteX21-2221" fmla="*/ 535781 w 1343025"/>
                <a:gd name="connsiteY21-2222" fmla="*/ 1157287 h 1343025"/>
                <a:gd name="connsiteX22-2223" fmla="*/ 452437 w 1343025"/>
                <a:gd name="connsiteY22-2224" fmla="*/ 1304925 h 1343025"/>
                <a:gd name="connsiteX23-2225" fmla="*/ 245268 w 1343025"/>
                <a:gd name="connsiteY23-2226" fmla="*/ 1193006 h 1343025"/>
                <a:gd name="connsiteX24-2227" fmla="*/ 333375 w 1343025"/>
                <a:gd name="connsiteY24-2228" fmla="*/ 1042987 h 1343025"/>
                <a:gd name="connsiteX25-2229" fmla="*/ 226218 w 1343025"/>
                <a:gd name="connsiteY25-2230" fmla="*/ 909637 h 1343025"/>
                <a:gd name="connsiteX26-2231" fmla="*/ 59531 w 1343025"/>
                <a:gd name="connsiteY26-2232" fmla="*/ 964406 h 1343025"/>
                <a:gd name="connsiteX27-2233" fmla="*/ 0 w 1343025"/>
                <a:gd name="connsiteY27-2234" fmla="*/ 733425 h 1343025"/>
                <a:gd name="connsiteX28-2235" fmla="*/ 166687 w 1343025"/>
                <a:gd name="connsiteY28-2236" fmla="*/ 690562 h 1343025"/>
                <a:gd name="connsiteX29-2237" fmla="*/ 190500 w 1343025"/>
                <a:gd name="connsiteY29-2238" fmla="*/ 521493 h 1343025"/>
                <a:gd name="connsiteX30-2239" fmla="*/ 35718 w 1343025"/>
                <a:gd name="connsiteY30-2240" fmla="*/ 440531 h 1343025"/>
                <a:gd name="connsiteX31-2241" fmla="*/ 154781 w 1343025"/>
                <a:gd name="connsiteY31-2242" fmla="*/ 242887 h 1343025"/>
                <a:gd name="connsiteX32-2243" fmla="*/ 297656 w 1343025"/>
                <a:gd name="connsiteY32-2244" fmla="*/ 330993 h 1343025"/>
                <a:gd name="connsiteX0-2245" fmla="*/ 297656 w 1343025"/>
                <a:gd name="connsiteY0-2246" fmla="*/ 330993 h 1343025"/>
                <a:gd name="connsiteX1-2247" fmla="*/ 431006 w 1343025"/>
                <a:gd name="connsiteY1-2248" fmla="*/ 226218 h 1343025"/>
                <a:gd name="connsiteX2-2249" fmla="*/ 378618 w 1343025"/>
                <a:gd name="connsiteY2-2250" fmla="*/ 61912 h 1343025"/>
                <a:gd name="connsiteX3-2251" fmla="*/ 602456 w 1343025"/>
                <a:gd name="connsiteY3-2252" fmla="*/ 0 h 1343025"/>
                <a:gd name="connsiteX4-2253" fmla="*/ 652462 w 1343025"/>
                <a:gd name="connsiteY4-2254" fmla="*/ 171450 h 1343025"/>
                <a:gd name="connsiteX5-2255" fmla="*/ 816768 w 1343025"/>
                <a:gd name="connsiteY5-2256" fmla="*/ 185737 h 1343025"/>
                <a:gd name="connsiteX6-2257" fmla="*/ 900112 w 1343025"/>
                <a:gd name="connsiteY6-2258" fmla="*/ 40481 h 1343025"/>
                <a:gd name="connsiteX7-2259" fmla="*/ 1104900 w 1343025"/>
                <a:gd name="connsiteY7-2260" fmla="*/ 150018 h 1343025"/>
                <a:gd name="connsiteX8-2261" fmla="*/ 1014412 w 1343025"/>
                <a:gd name="connsiteY8-2262" fmla="*/ 295275 h 1343025"/>
                <a:gd name="connsiteX9-2263" fmla="*/ 1119187 w 1343025"/>
                <a:gd name="connsiteY9-2264" fmla="*/ 431006 h 1343025"/>
                <a:gd name="connsiteX10-2265" fmla="*/ 1281112 w 1343025"/>
                <a:gd name="connsiteY10-2266" fmla="*/ 373856 h 1343025"/>
                <a:gd name="connsiteX11-2267" fmla="*/ 1343025 w 1343025"/>
                <a:gd name="connsiteY11-2268" fmla="*/ 602456 h 1343025"/>
                <a:gd name="connsiteX12-2269" fmla="*/ 1173956 w 1343025"/>
                <a:gd name="connsiteY12-2270" fmla="*/ 645318 h 1343025"/>
                <a:gd name="connsiteX13-2271" fmla="*/ 1157287 w 1343025"/>
                <a:gd name="connsiteY13-2272" fmla="*/ 812006 h 1343025"/>
                <a:gd name="connsiteX14-2273" fmla="*/ 1307306 w 1343025"/>
                <a:gd name="connsiteY14-2274" fmla="*/ 892968 h 1343025"/>
                <a:gd name="connsiteX15-2275" fmla="*/ 1193006 w 1343025"/>
                <a:gd name="connsiteY15-2276" fmla="*/ 1097756 h 1343025"/>
                <a:gd name="connsiteX16-2277" fmla="*/ 1040606 w 1343025"/>
                <a:gd name="connsiteY16-2278" fmla="*/ 1009650 h 1343025"/>
                <a:gd name="connsiteX17-2279" fmla="*/ 919162 w 1343025"/>
                <a:gd name="connsiteY17-2280" fmla="*/ 1112043 h 1343025"/>
                <a:gd name="connsiteX18-2281" fmla="*/ 973931 w 1343025"/>
                <a:gd name="connsiteY18-2282" fmla="*/ 1276350 h 1343025"/>
                <a:gd name="connsiteX19-2283" fmla="*/ 745331 w 1343025"/>
                <a:gd name="connsiteY19-2284" fmla="*/ 1343025 h 1343025"/>
                <a:gd name="connsiteX20-2285" fmla="*/ 695325 w 1343025"/>
                <a:gd name="connsiteY20-2286" fmla="*/ 1171575 h 1343025"/>
                <a:gd name="connsiteX21-2287" fmla="*/ 535781 w 1343025"/>
                <a:gd name="connsiteY21-2288" fmla="*/ 1157287 h 1343025"/>
                <a:gd name="connsiteX22-2289" fmla="*/ 452437 w 1343025"/>
                <a:gd name="connsiteY22-2290" fmla="*/ 1304925 h 1343025"/>
                <a:gd name="connsiteX23-2291" fmla="*/ 245268 w 1343025"/>
                <a:gd name="connsiteY23-2292" fmla="*/ 1193006 h 1343025"/>
                <a:gd name="connsiteX24-2293" fmla="*/ 333375 w 1343025"/>
                <a:gd name="connsiteY24-2294" fmla="*/ 1042987 h 1343025"/>
                <a:gd name="connsiteX25-2295" fmla="*/ 226218 w 1343025"/>
                <a:gd name="connsiteY25-2296" fmla="*/ 909637 h 1343025"/>
                <a:gd name="connsiteX26-2297" fmla="*/ 59531 w 1343025"/>
                <a:gd name="connsiteY26-2298" fmla="*/ 964406 h 1343025"/>
                <a:gd name="connsiteX27-2299" fmla="*/ 0 w 1343025"/>
                <a:gd name="connsiteY27-2300" fmla="*/ 733425 h 1343025"/>
                <a:gd name="connsiteX28-2301" fmla="*/ 166687 w 1343025"/>
                <a:gd name="connsiteY28-2302" fmla="*/ 690562 h 1343025"/>
                <a:gd name="connsiteX29-2303" fmla="*/ 190500 w 1343025"/>
                <a:gd name="connsiteY29-2304" fmla="*/ 521493 h 1343025"/>
                <a:gd name="connsiteX30-2305" fmla="*/ 35718 w 1343025"/>
                <a:gd name="connsiteY30-2306" fmla="*/ 440531 h 1343025"/>
                <a:gd name="connsiteX31-2307" fmla="*/ 154781 w 1343025"/>
                <a:gd name="connsiteY31-2308" fmla="*/ 242887 h 1343025"/>
                <a:gd name="connsiteX32-2309" fmla="*/ 297656 w 1343025"/>
                <a:gd name="connsiteY32-2310" fmla="*/ 330993 h 1343025"/>
                <a:gd name="connsiteX0-2311" fmla="*/ 297656 w 1343025"/>
                <a:gd name="connsiteY0-2312" fmla="*/ 330993 h 1343025"/>
                <a:gd name="connsiteX1-2313" fmla="*/ 431006 w 1343025"/>
                <a:gd name="connsiteY1-2314" fmla="*/ 226218 h 1343025"/>
                <a:gd name="connsiteX2-2315" fmla="*/ 378618 w 1343025"/>
                <a:gd name="connsiteY2-2316" fmla="*/ 61912 h 1343025"/>
                <a:gd name="connsiteX3-2317" fmla="*/ 602456 w 1343025"/>
                <a:gd name="connsiteY3-2318" fmla="*/ 0 h 1343025"/>
                <a:gd name="connsiteX4-2319" fmla="*/ 652462 w 1343025"/>
                <a:gd name="connsiteY4-2320" fmla="*/ 171450 h 1343025"/>
                <a:gd name="connsiteX5-2321" fmla="*/ 816768 w 1343025"/>
                <a:gd name="connsiteY5-2322" fmla="*/ 185737 h 1343025"/>
                <a:gd name="connsiteX6-2323" fmla="*/ 900112 w 1343025"/>
                <a:gd name="connsiteY6-2324" fmla="*/ 40481 h 1343025"/>
                <a:gd name="connsiteX7-2325" fmla="*/ 1104900 w 1343025"/>
                <a:gd name="connsiteY7-2326" fmla="*/ 150018 h 1343025"/>
                <a:gd name="connsiteX8-2327" fmla="*/ 1014412 w 1343025"/>
                <a:gd name="connsiteY8-2328" fmla="*/ 295275 h 1343025"/>
                <a:gd name="connsiteX9-2329" fmla="*/ 1119187 w 1343025"/>
                <a:gd name="connsiteY9-2330" fmla="*/ 431006 h 1343025"/>
                <a:gd name="connsiteX10-2331" fmla="*/ 1281112 w 1343025"/>
                <a:gd name="connsiteY10-2332" fmla="*/ 373856 h 1343025"/>
                <a:gd name="connsiteX11-2333" fmla="*/ 1343025 w 1343025"/>
                <a:gd name="connsiteY11-2334" fmla="*/ 602456 h 1343025"/>
                <a:gd name="connsiteX12-2335" fmla="*/ 1173956 w 1343025"/>
                <a:gd name="connsiteY12-2336" fmla="*/ 645318 h 1343025"/>
                <a:gd name="connsiteX13-2337" fmla="*/ 1157287 w 1343025"/>
                <a:gd name="connsiteY13-2338" fmla="*/ 812006 h 1343025"/>
                <a:gd name="connsiteX14-2339" fmla="*/ 1307306 w 1343025"/>
                <a:gd name="connsiteY14-2340" fmla="*/ 892968 h 1343025"/>
                <a:gd name="connsiteX15-2341" fmla="*/ 1193006 w 1343025"/>
                <a:gd name="connsiteY15-2342" fmla="*/ 1097756 h 1343025"/>
                <a:gd name="connsiteX16-2343" fmla="*/ 1040606 w 1343025"/>
                <a:gd name="connsiteY16-2344" fmla="*/ 1009650 h 1343025"/>
                <a:gd name="connsiteX17-2345" fmla="*/ 919162 w 1343025"/>
                <a:gd name="connsiteY17-2346" fmla="*/ 1112043 h 1343025"/>
                <a:gd name="connsiteX18-2347" fmla="*/ 973931 w 1343025"/>
                <a:gd name="connsiteY18-2348" fmla="*/ 1276350 h 1343025"/>
                <a:gd name="connsiteX19-2349" fmla="*/ 745331 w 1343025"/>
                <a:gd name="connsiteY19-2350" fmla="*/ 1343025 h 1343025"/>
                <a:gd name="connsiteX20-2351" fmla="*/ 695325 w 1343025"/>
                <a:gd name="connsiteY20-2352" fmla="*/ 1171575 h 1343025"/>
                <a:gd name="connsiteX21-2353" fmla="*/ 535781 w 1343025"/>
                <a:gd name="connsiteY21-2354" fmla="*/ 1157287 h 1343025"/>
                <a:gd name="connsiteX22-2355" fmla="*/ 452437 w 1343025"/>
                <a:gd name="connsiteY22-2356" fmla="*/ 1304925 h 1343025"/>
                <a:gd name="connsiteX23-2357" fmla="*/ 245268 w 1343025"/>
                <a:gd name="connsiteY23-2358" fmla="*/ 1193006 h 1343025"/>
                <a:gd name="connsiteX24-2359" fmla="*/ 333375 w 1343025"/>
                <a:gd name="connsiteY24-2360" fmla="*/ 1042987 h 1343025"/>
                <a:gd name="connsiteX25-2361" fmla="*/ 226218 w 1343025"/>
                <a:gd name="connsiteY25-2362" fmla="*/ 909637 h 1343025"/>
                <a:gd name="connsiteX26-2363" fmla="*/ 59531 w 1343025"/>
                <a:gd name="connsiteY26-2364" fmla="*/ 964406 h 1343025"/>
                <a:gd name="connsiteX27-2365" fmla="*/ 0 w 1343025"/>
                <a:gd name="connsiteY27-2366" fmla="*/ 733425 h 1343025"/>
                <a:gd name="connsiteX28-2367" fmla="*/ 166687 w 1343025"/>
                <a:gd name="connsiteY28-2368" fmla="*/ 690562 h 1343025"/>
                <a:gd name="connsiteX29-2369" fmla="*/ 190500 w 1343025"/>
                <a:gd name="connsiteY29-2370" fmla="*/ 521493 h 1343025"/>
                <a:gd name="connsiteX30-2371" fmla="*/ 35718 w 1343025"/>
                <a:gd name="connsiteY30-2372" fmla="*/ 440531 h 1343025"/>
                <a:gd name="connsiteX31-2373" fmla="*/ 154781 w 1343025"/>
                <a:gd name="connsiteY31-2374" fmla="*/ 242887 h 1343025"/>
                <a:gd name="connsiteX32-2375" fmla="*/ 297656 w 1343025"/>
                <a:gd name="connsiteY32-2376" fmla="*/ 330993 h 1343025"/>
                <a:gd name="connsiteX0-2377" fmla="*/ 297656 w 1343025"/>
                <a:gd name="connsiteY0-2378" fmla="*/ 330993 h 1343025"/>
                <a:gd name="connsiteX1-2379" fmla="*/ 431006 w 1343025"/>
                <a:gd name="connsiteY1-2380" fmla="*/ 226218 h 1343025"/>
                <a:gd name="connsiteX2-2381" fmla="*/ 378618 w 1343025"/>
                <a:gd name="connsiteY2-2382" fmla="*/ 61912 h 1343025"/>
                <a:gd name="connsiteX3-2383" fmla="*/ 602456 w 1343025"/>
                <a:gd name="connsiteY3-2384" fmla="*/ 0 h 1343025"/>
                <a:gd name="connsiteX4-2385" fmla="*/ 652462 w 1343025"/>
                <a:gd name="connsiteY4-2386" fmla="*/ 171450 h 1343025"/>
                <a:gd name="connsiteX5-2387" fmla="*/ 816768 w 1343025"/>
                <a:gd name="connsiteY5-2388" fmla="*/ 185737 h 1343025"/>
                <a:gd name="connsiteX6-2389" fmla="*/ 900112 w 1343025"/>
                <a:gd name="connsiteY6-2390" fmla="*/ 40481 h 1343025"/>
                <a:gd name="connsiteX7-2391" fmla="*/ 1104900 w 1343025"/>
                <a:gd name="connsiteY7-2392" fmla="*/ 150018 h 1343025"/>
                <a:gd name="connsiteX8-2393" fmla="*/ 1014412 w 1343025"/>
                <a:gd name="connsiteY8-2394" fmla="*/ 295275 h 1343025"/>
                <a:gd name="connsiteX9-2395" fmla="*/ 1119187 w 1343025"/>
                <a:gd name="connsiteY9-2396" fmla="*/ 431006 h 1343025"/>
                <a:gd name="connsiteX10-2397" fmla="*/ 1281112 w 1343025"/>
                <a:gd name="connsiteY10-2398" fmla="*/ 373856 h 1343025"/>
                <a:gd name="connsiteX11-2399" fmla="*/ 1343025 w 1343025"/>
                <a:gd name="connsiteY11-2400" fmla="*/ 602456 h 1343025"/>
                <a:gd name="connsiteX12-2401" fmla="*/ 1173956 w 1343025"/>
                <a:gd name="connsiteY12-2402" fmla="*/ 645318 h 1343025"/>
                <a:gd name="connsiteX13-2403" fmla="*/ 1157287 w 1343025"/>
                <a:gd name="connsiteY13-2404" fmla="*/ 812006 h 1343025"/>
                <a:gd name="connsiteX14-2405" fmla="*/ 1307306 w 1343025"/>
                <a:gd name="connsiteY14-2406" fmla="*/ 892968 h 1343025"/>
                <a:gd name="connsiteX15-2407" fmla="*/ 1193006 w 1343025"/>
                <a:gd name="connsiteY15-2408" fmla="*/ 1097756 h 1343025"/>
                <a:gd name="connsiteX16-2409" fmla="*/ 1040606 w 1343025"/>
                <a:gd name="connsiteY16-2410" fmla="*/ 1009650 h 1343025"/>
                <a:gd name="connsiteX17-2411" fmla="*/ 919162 w 1343025"/>
                <a:gd name="connsiteY17-2412" fmla="*/ 1112043 h 1343025"/>
                <a:gd name="connsiteX18-2413" fmla="*/ 973931 w 1343025"/>
                <a:gd name="connsiteY18-2414" fmla="*/ 1276350 h 1343025"/>
                <a:gd name="connsiteX19-2415" fmla="*/ 745331 w 1343025"/>
                <a:gd name="connsiteY19-2416" fmla="*/ 1343025 h 1343025"/>
                <a:gd name="connsiteX20-2417" fmla="*/ 695325 w 1343025"/>
                <a:gd name="connsiteY20-2418" fmla="*/ 1171575 h 1343025"/>
                <a:gd name="connsiteX21-2419" fmla="*/ 535781 w 1343025"/>
                <a:gd name="connsiteY21-2420" fmla="*/ 1157287 h 1343025"/>
                <a:gd name="connsiteX22-2421" fmla="*/ 452437 w 1343025"/>
                <a:gd name="connsiteY22-2422" fmla="*/ 1304925 h 1343025"/>
                <a:gd name="connsiteX23-2423" fmla="*/ 245268 w 1343025"/>
                <a:gd name="connsiteY23-2424" fmla="*/ 1193006 h 1343025"/>
                <a:gd name="connsiteX24-2425" fmla="*/ 333375 w 1343025"/>
                <a:gd name="connsiteY24-2426" fmla="*/ 1042987 h 1343025"/>
                <a:gd name="connsiteX25-2427" fmla="*/ 226218 w 1343025"/>
                <a:gd name="connsiteY25-2428" fmla="*/ 909637 h 1343025"/>
                <a:gd name="connsiteX26-2429" fmla="*/ 59531 w 1343025"/>
                <a:gd name="connsiteY26-2430" fmla="*/ 964406 h 1343025"/>
                <a:gd name="connsiteX27-2431" fmla="*/ 0 w 1343025"/>
                <a:gd name="connsiteY27-2432" fmla="*/ 733425 h 1343025"/>
                <a:gd name="connsiteX28-2433" fmla="*/ 166687 w 1343025"/>
                <a:gd name="connsiteY28-2434" fmla="*/ 690562 h 1343025"/>
                <a:gd name="connsiteX29-2435" fmla="*/ 190500 w 1343025"/>
                <a:gd name="connsiteY29-2436" fmla="*/ 521493 h 1343025"/>
                <a:gd name="connsiteX30-2437" fmla="*/ 35718 w 1343025"/>
                <a:gd name="connsiteY30-2438" fmla="*/ 440531 h 1343025"/>
                <a:gd name="connsiteX31-2439" fmla="*/ 154781 w 1343025"/>
                <a:gd name="connsiteY31-2440" fmla="*/ 242887 h 1343025"/>
                <a:gd name="connsiteX32-2441" fmla="*/ 297656 w 1343025"/>
                <a:gd name="connsiteY32-2442" fmla="*/ 330993 h 1343025"/>
                <a:gd name="connsiteX0-2443" fmla="*/ 297656 w 1343025"/>
                <a:gd name="connsiteY0-2444" fmla="*/ 330993 h 1343025"/>
                <a:gd name="connsiteX1-2445" fmla="*/ 431006 w 1343025"/>
                <a:gd name="connsiteY1-2446" fmla="*/ 226218 h 1343025"/>
                <a:gd name="connsiteX2-2447" fmla="*/ 378618 w 1343025"/>
                <a:gd name="connsiteY2-2448" fmla="*/ 61912 h 1343025"/>
                <a:gd name="connsiteX3-2449" fmla="*/ 602456 w 1343025"/>
                <a:gd name="connsiteY3-2450" fmla="*/ 0 h 1343025"/>
                <a:gd name="connsiteX4-2451" fmla="*/ 652462 w 1343025"/>
                <a:gd name="connsiteY4-2452" fmla="*/ 171450 h 1343025"/>
                <a:gd name="connsiteX5-2453" fmla="*/ 816768 w 1343025"/>
                <a:gd name="connsiteY5-2454" fmla="*/ 185737 h 1343025"/>
                <a:gd name="connsiteX6-2455" fmla="*/ 900112 w 1343025"/>
                <a:gd name="connsiteY6-2456" fmla="*/ 40481 h 1343025"/>
                <a:gd name="connsiteX7-2457" fmla="*/ 1104900 w 1343025"/>
                <a:gd name="connsiteY7-2458" fmla="*/ 150018 h 1343025"/>
                <a:gd name="connsiteX8-2459" fmla="*/ 1012031 w 1343025"/>
                <a:gd name="connsiteY8-2460" fmla="*/ 297656 h 1343025"/>
                <a:gd name="connsiteX9-2461" fmla="*/ 1119187 w 1343025"/>
                <a:gd name="connsiteY9-2462" fmla="*/ 431006 h 1343025"/>
                <a:gd name="connsiteX10-2463" fmla="*/ 1281112 w 1343025"/>
                <a:gd name="connsiteY10-2464" fmla="*/ 373856 h 1343025"/>
                <a:gd name="connsiteX11-2465" fmla="*/ 1343025 w 1343025"/>
                <a:gd name="connsiteY11-2466" fmla="*/ 602456 h 1343025"/>
                <a:gd name="connsiteX12-2467" fmla="*/ 1173956 w 1343025"/>
                <a:gd name="connsiteY12-2468" fmla="*/ 645318 h 1343025"/>
                <a:gd name="connsiteX13-2469" fmla="*/ 1157287 w 1343025"/>
                <a:gd name="connsiteY13-2470" fmla="*/ 812006 h 1343025"/>
                <a:gd name="connsiteX14-2471" fmla="*/ 1307306 w 1343025"/>
                <a:gd name="connsiteY14-2472" fmla="*/ 892968 h 1343025"/>
                <a:gd name="connsiteX15-2473" fmla="*/ 1193006 w 1343025"/>
                <a:gd name="connsiteY15-2474" fmla="*/ 1097756 h 1343025"/>
                <a:gd name="connsiteX16-2475" fmla="*/ 1040606 w 1343025"/>
                <a:gd name="connsiteY16-2476" fmla="*/ 1009650 h 1343025"/>
                <a:gd name="connsiteX17-2477" fmla="*/ 919162 w 1343025"/>
                <a:gd name="connsiteY17-2478" fmla="*/ 1112043 h 1343025"/>
                <a:gd name="connsiteX18-2479" fmla="*/ 973931 w 1343025"/>
                <a:gd name="connsiteY18-2480" fmla="*/ 1276350 h 1343025"/>
                <a:gd name="connsiteX19-2481" fmla="*/ 745331 w 1343025"/>
                <a:gd name="connsiteY19-2482" fmla="*/ 1343025 h 1343025"/>
                <a:gd name="connsiteX20-2483" fmla="*/ 695325 w 1343025"/>
                <a:gd name="connsiteY20-2484" fmla="*/ 1171575 h 1343025"/>
                <a:gd name="connsiteX21-2485" fmla="*/ 535781 w 1343025"/>
                <a:gd name="connsiteY21-2486" fmla="*/ 1157287 h 1343025"/>
                <a:gd name="connsiteX22-2487" fmla="*/ 452437 w 1343025"/>
                <a:gd name="connsiteY22-2488" fmla="*/ 1304925 h 1343025"/>
                <a:gd name="connsiteX23-2489" fmla="*/ 245268 w 1343025"/>
                <a:gd name="connsiteY23-2490" fmla="*/ 1193006 h 1343025"/>
                <a:gd name="connsiteX24-2491" fmla="*/ 333375 w 1343025"/>
                <a:gd name="connsiteY24-2492" fmla="*/ 1042987 h 1343025"/>
                <a:gd name="connsiteX25-2493" fmla="*/ 226218 w 1343025"/>
                <a:gd name="connsiteY25-2494" fmla="*/ 909637 h 1343025"/>
                <a:gd name="connsiteX26-2495" fmla="*/ 59531 w 1343025"/>
                <a:gd name="connsiteY26-2496" fmla="*/ 964406 h 1343025"/>
                <a:gd name="connsiteX27-2497" fmla="*/ 0 w 1343025"/>
                <a:gd name="connsiteY27-2498" fmla="*/ 733425 h 1343025"/>
                <a:gd name="connsiteX28-2499" fmla="*/ 166687 w 1343025"/>
                <a:gd name="connsiteY28-2500" fmla="*/ 690562 h 1343025"/>
                <a:gd name="connsiteX29-2501" fmla="*/ 190500 w 1343025"/>
                <a:gd name="connsiteY29-2502" fmla="*/ 521493 h 1343025"/>
                <a:gd name="connsiteX30-2503" fmla="*/ 35718 w 1343025"/>
                <a:gd name="connsiteY30-2504" fmla="*/ 440531 h 1343025"/>
                <a:gd name="connsiteX31-2505" fmla="*/ 154781 w 1343025"/>
                <a:gd name="connsiteY31-2506" fmla="*/ 242887 h 1343025"/>
                <a:gd name="connsiteX32-2507" fmla="*/ 297656 w 1343025"/>
                <a:gd name="connsiteY32-2508" fmla="*/ 330993 h 1343025"/>
                <a:gd name="connsiteX0-2509" fmla="*/ 297656 w 1343025"/>
                <a:gd name="connsiteY0-2510" fmla="*/ 330993 h 1343025"/>
                <a:gd name="connsiteX1-2511" fmla="*/ 431006 w 1343025"/>
                <a:gd name="connsiteY1-2512" fmla="*/ 226218 h 1343025"/>
                <a:gd name="connsiteX2-2513" fmla="*/ 378618 w 1343025"/>
                <a:gd name="connsiteY2-2514" fmla="*/ 61912 h 1343025"/>
                <a:gd name="connsiteX3-2515" fmla="*/ 602456 w 1343025"/>
                <a:gd name="connsiteY3-2516" fmla="*/ 0 h 1343025"/>
                <a:gd name="connsiteX4-2517" fmla="*/ 652462 w 1343025"/>
                <a:gd name="connsiteY4-2518" fmla="*/ 171450 h 1343025"/>
                <a:gd name="connsiteX5-2519" fmla="*/ 816768 w 1343025"/>
                <a:gd name="connsiteY5-2520" fmla="*/ 185737 h 1343025"/>
                <a:gd name="connsiteX6-2521" fmla="*/ 900112 w 1343025"/>
                <a:gd name="connsiteY6-2522" fmla="*/ 40481 h 1343025"/>
                <a:gd name="connsiteX7-2523" fmla="*/ 1104900 w 1343025"/>
                <a:gd name="connsiteY7-2524" fmla="*/ 150018 h 1343025"/>
                <a:gd name="connsiteX8-2525" fmla="*/ 1012031 w 1343025"/>
                <a:gd name="connsiteY8-2526" fmla="*/ 297656 h 1343025"/>
                <a:gd name="connsiteX9-2527" fmla="*/ 1119187 w 1343025"/>
                <a:gd name="connsiteY9-2528" fmla="*/ 431006 h 1343025"/>
                <a:gd name="connsiteX10-2529" fmla="*/ 1281112 w 1343025"/>
                <a:gd name="connsiteY10-2530" fmla="*/ 373856 h 1343025"/>
                <a:gd name="connsiteX11-2531" fmla="*/ 1343025 w 1343025"/>
                <a:gd name="connsiteY11-2532" fmla="*/ 602456 h 1343025"/>
                <a:gd name="connsiteX12-2533" fmla="*/ 1173956 w 1343025"/>
                <a:gd name="connsiteY12-2534" fmla="*/ 645318 h 1343025"/>
                <a:gd name="connsiteX13-2535" fmla="*/ 1157287 w 1343025"/>
                <a:gd name="connsiteY13-2536" fmla="*/ 812006 h 1343025"/>
                <a:gd name="connsiteX14-2537" fmla="*/ 1307306 w 1343025"/>
                <a:gd name="connsiteY14-2538" fmla="*/ 892968 h 1343025"/>
                <a:gd name="connsiteX15-2539" fmla="*/ 1193006 w 1343025"/>
                <a:gd name="connsiteY15-2540" fmla="*/ 1097756 h 1343025"/>
                <a:gd name="connsiteX16-2541" fmla="*/ 1040606 w 1343025"/>
                <a:gd name="connsiteY16-2542" fmla="*/ 1009650 h 1343025"/>
                <a:gd name="connsiteX17-2543" fmla="*/ 919162 w 1343025"/>
                <a:gd name="connsiteY17-2544" fmla="*/ 1112043 h 1343025"/>
                <a:gd name="connsiteX18-2545" fmla="*/ 973931 w 1343025"/>
                <a:gd name="connsiteY18-2546" fmla="*/ 1276350 h 1343025"/>
                <a:gd name="connsiteX19-2547" fmla="*/ 745331 w 1343025"/>
                <a:gd name="connsiteY19-2548" fmla="*/ 1343025 h 1343025"/>
                <a:gd name="connsiteX20-2549" fmla="*/ 695325 w 1343025"/>
                <a:gd name="connsiteY20-2550" fmla="*/ 1171575 h 1343025"/>
                <a:gd name="connsiteX21-2551" fmla="*/ 535781 w 1343025"/>
                <a:gd name="connsiteY21-2552" fmla="*/ 1157287 h 1343025"/>
                <a:gd name="connsiteX22-2553" fmla="*/ 452437 w 1343025"/>
                <a:gd name="connsiteY22-2554" fmla="*/ 1304925 h 1343025"/>
                <a:gd name="connsiteX23-2555" fmla="*/ 245268 w 1343025"/>
                <a:gd name="connsiteY23-2556" fmla="*/ 1193006 h 1343025"/>
                <a:gd name="connsiteX24-2557" fmla="*/ 333375 w 1343025"/>
                <a:gd name="connsiteY24-2558" fmla="*/ 1042987 h 1343025"/>
                <a:gd name="connsiteX25-2559" fmla="*/ 226218 w 1343025"/>
                <a:gd name="connsiteY25-2560" fmla="*/ 909637 h 1343025"/>
                <a:gd name="connsiteX26-2561" fmla="*/ 59531 w 1343025"/>
                <a:gd name="connsiteY26-2562" fmla="*/ 964406 h 1343025"/>
                <a:gd name="connsiteX27-2563" fmla="*/ 0 w 1343025"/>
                <a:gd name="connsiteY27-2564" fmla="*/ 733425 h 1343025"/>
                <a:gd name="connsiteX28-2565" fmla="*/ 166687 w 1343025"/>
                <a:gd name="connsiteY28-2566" fmla="*/ 690562 h 1343025"/>
                <a:gd name="connsiteX29-2567" fmla="*/ 190500 w 1343025"/>
                <a:gd name="connsiteY29-2568" fmla="*/ 521493 h 1343025"/>
                <a:gd name="connsiteX30-2569" fmla="*/ 35718 w 1343025"/>
                <a:gd name="connsiteY30-2570" fmla="*/ 440531 h 1343025"/>
                <a:gd name="connsiteX31-2571" fmla="*/ 154781 w 1343025"/>
                <a:gd name="connsiteY31-2572" fmla="*/ 242887 h 1343025"/>
                <a:gd name="connsiteX32-2573" fmla="*/ 297656 w 1343025"/>
                <a:gd name="connsiteY32-2574" fmla="*/ 330993 h 1343025"/>
                <a:gd name="connsiteX0-2575" fmla="*/ 297656 w 1343025"/>
                <a:gd name="connsiteY0-2576" fmla="*/ 330993 h 1343025"/>
                <a:gd name="connsiteX1-2577" fmla="*/ 431006 w 1343025"/>
                <a:gd name="connsiteY1-2578" fmla="*/ 226218 h 1343025"/>
                <a:gd name="connsiteX2-2579" fmla="*/ 378618 w 1343025"/>
                <a:gd name="connsiteY2-2580" fmla="*/ 61912 h 1343025"/>
                <a:gd name="connsiteX3-2581" fmla="*/ 602456 w 1343025"/>
                <a:gd name="connsiteY3-2582" fmla="*/ 0 h 1343025"/>
                <a:gd name="connsiteX4-2583" fmla="*/ 652462 w 1343025"/>
                <a:gd name="connsiteY4-2584" fmla="*/ 171450 h 1343025"/>
                <a:gd name="connsiteX5-2585" fmla="*/ 816768 w 1343025"/>
                <a:gd name="connsiteY5-2586" fmla="*/ 185737 h 1343025"/>
                <a:gd name="connsiteX6-2587" fmla="*/ 900112 w 1343025"/>
                <a:gd name="connsiteY6-2588" fmla="*/ 40481 h 1343025"/>
                <a:gd name="connsiteX7-2589" fmla="*/ 1104900 w 1343025"/>
                <a:gd name="connsiteY7-2590" fmla="*/ 150018 h 1343025"/>
                <a:gd name="connsiteX8-2591" fmla="*/ 1012031 w 1343025"/>
                <a:gd name="connsiteY8-2592" fmla="*/ 297656 h 1343025"/>
                <a:gd name="connsiteX9-2593" fmla="*/ 1119187 w 1343025"/>
                <a:gd name="connsiteY9-2594" fmla="*/ 431006 h 1343025"/>
                <a:gd name="connsiteX10-2595" fmla="*/ 1281112 w 1343025"/>
                <a:gd name="connsiteY10-2596" fmla="*/ 373856 h 1343025"/>
                <a:gd name="connsiteX11-2597" fmla="*/ 1343025 w 1343025"/>
                <a:gd name="connsiteY11-2598" fmla="*/ 602456 h 1343025"/>
                <a:gd name="connsiteX12-2599" fmla="*/ 1173956 w 1343025"/>
                <a:gd name="connsiteY12-2600" fmla="*/ 645318 h 1343025"/>
                <a:gd name="connsiteX13-2601" fmla="*/ 1157287 w 1343025"/>
                <a:gd name="connsiteY13-2602" fmla="*/ 812006 h 1343025"/>
                <a:gd name="connsiteX14-2603" fmla="*/ 1307306 w 1343025"/>
                <a:gd name="connsiteY14-2604" fmla="*/ 892968 h 1343025"/>
                <a:gd name="connsiteX15-2605" fmla="*/ 1193006 w 1343025"/>
                <a:gd name="connsiteY15-2606" fmla="*/ 1097756 h 1343025"/>
                <a:gd name="connsiteX16-2607" fmla="*/ 1040606 w 1343025"/>
                <a:gd name="connsiteY16-2608" fmla="*/ 1009650 h 1343025"/>
                <a:gd name="connsiteX17-2609" fmla="*/ 919162 w 1343025"/>
                <a:gd name="connsiteY17-2610" fmla="*/ 1112043 h 1343025"/>
                <a:gd name="connsiteX18-2611" fmla="*/ 973931 w 1343025"/>
                <a:gd name="connsiteY18-2612" fmla="*/ 1276350 h 1343025"/>
                <a:gd name="connsiteX19-2613" fmla="*/ 745331 w 1343025"/>
                <a:gd name="connsiteY19-2614" fmla="*/ 1343025 h 1343025"/>
                <a:gd name="connsiteX20-2615" fmla="*/ 695325 w 1343025"/>
                <a:gd name="connsiteY20-2616" fmla="*/ 1171575 h 1343025"/>
                <a:gd name="connsiteX21-2617" fmla="*/ 535781 w 1343025"/>
                <a:gd name="connsiteY21-2618" fmla="*/ 1157287 h 1343025"/>
                <a:gd name="connsiteX22-2619" fmla="*/ 452437 w 1343025"/>
                <a:gd name="connsiteY22-2620" fmla="*/ 1304925 h 1343025"/>
                <a:gd name="connsiteX23-2621" fmla="*/ 245268 w 1343025"/>
                <a:gd name="connsiteY23-2622" fmla="*/ 1193006 h 1343025"/>
                <a:gd name="connsiteX24-2623" fmla="*/ 333375 w 1343025"/>
                <a:gd name="connsiteY24-2624" fmla="*/ 1042987 h 1343025"/>
                <a:gd name="connsiteX25-2625" fmla="*/ 226218 w 1343025"/>
                <a:gd name="connsiteY25-2626" fmla="*/ 909637 h 1343025"/>
                <a:gd name="connsiteX26-2627" fmla="*/ 59531 w 1343025"/>
                <a:gd name="connsiteY26-2628" fmla="*/ 964406 h 1343025"/>
                <a:gd name="connsiteX27-2629" fmla="*/ 0 w 1343025"/>
                <a:gd name="connsiteY27-2630" fmla="*/ 733425 h 1343025"/>
                <a:gd name="connsiteX28-2631" fmla="*/ 166687 w 1343025"/>
                <a:gd name="connsiteY28-2632" fmla="*/ 690562 h 1343025"/>
                <a:gd name="connsiteX29-2633" fmla="*/ 190500 w 1343025"/>
                <a:gd name="connsiteY29-2634" fmla="*/ 521493 h 1343025"/>
                <a:gd name="connsiteX30-2635" fmla="*/ 35718 w 1343025"/>
                <a:gd name="connsiteY30-2636" fmla="*/ 440531 h 1343025"/>
                <a:gd name="connsiteX31-2637" fmla="*/ 154781 w 1343025"/>
                <a:gd name="connsiteY31-2638" fmla="*/ 242887 h 1343025"/>
                <a:gd name="connsiteX32-2639" fmla="*/ 297656 w 1343025"/>
                <a:gd name="connsiteY32-2640" fmla="*/ 330993 h 1343025"/>
                <a:gd name="connsiteX0-2641" fmla="*/ 297656 w 1343025"/>
                <a:gd name="connsiteY0-2642" fmla="*/ 330993 h 1343025"/>
                <a:gd name="connsiteX1-2643" fmla="*/ 431006 w 1343025"/>
                <a:gd name="connsiteY1-2644" fmla="*/ 226218 h 1343025"/>
                <a:gd name="connsiteX2-2645" fmla="*/ 378618 w 1343025"/>
                <a:gd name="connsiteY2-2646" fmla="*/ 61912 h 1343025"/>
                <a:gd name="connsiteX3-2647" fmla="*/ 602456 w 1343025"/>
                <a:gd name="connsiteY3-2648" fmla="*/ 0 h 1343025"/>
                <a:gd name="connsiteX4-2649" fmla="*/ 652462 w 1343025"/>
                <a:gd name="connsiteY4-2650" fmla="*/ 171450 h 1343025"/>
                <a:gd name="connsiteX5-2651" fmla="*/ 816768 w 1343025"/>
                <a:gd name="connsiteY5-2652" fmla="*/ 185737 h 1343025"/>
                <a:gd name="connsiteX6-2653" fmla="*/ 900112 w 1343025"/>
                <a:gd name="connsiteY6-2654" fmla="*/ 40481 h 1343025"/>
                <a:gd name="connsiteX7-2655" fmla="*/ 1104900 w 1343025"/>
                <a:gd name="connsiteY7-2656" fmla="*/ 150018 h 1343025"/>
                <a:gd name="connsiteX8-2657" fmla="*/ 1012031 w 1343025"/>
                <a:gd name="connsiteY8-2658" fmla="*/ 297656 h 1343025"/>
                <a:gd name="connsiteX9-2659" fmla="*/ 1119187 w 1343025"/>
                <a:gd name="connsiteY9-2660" fmla="*/ 431006 h 1343025"/>
                <a:gd name="connsiteX10-2661" fmla="*/ 1281112 w 1343025"/>
                <a:gd name="connsiteY10-2662" fmla="*/ 373856 h 1343025"/>
                <a:gd name="connsiteX11-2663" fmla="*/ 1343025 w 1343025"/>
                <a:gd name="connsiteY11-2664" fmla="*/ 602456 h 1343025"/>
                <a:gd name="connsiteX12-2665" fmla="*/ 1173956 w 1343025"/>
                <a:gd name="connsiteY12-2666" fmla="*/ 645318 h 1343025"/>
                <a:gd name="connsiteX13-2667" fmla="*/ 1157287 w 1343025"/>
                <a:gd name="connsiteY13-2668" fmla="*/ 812006 h 1343025"/>
                <a:gd name="connsiteX14-2669" fmla="*/ 1307306 w 1343025"/>
                <a:gd name="connsiteY14-2670" fmla="*/ 892968 h 1343025"/>
                <a:gd name="connsiteX15-2671" fmla="*/ 1193006 w 1343025"/>
                <a:gd name="connsiteY15-2672" fmla="*/ 1097756 h 1343025"/>
                <a:gd name="connsiteX16-2673" fmla="*/ 1040606 w 1343025"/>
                <a:gd name="connsiteY16-2674" fmla="*/ 1009650 h 1343025"/>
                <a:gd name="connsiteX17-2675" fmla="*/ 919162 w 1343025"/>
                <a:gd name="connsiteY17-2676" fmla="*/ 1112043 h 1343025"/>
                <a:gd name="connsiteX18-2677" fmla="*/ 973931 w 1343025"/>
                <a:gd name="connsiteY18-2678" fmla="*/ 1276350 h 1343025"/>
                <a:gd name="connsiteX19-2679" fmla="*/ 745331 w 1343025"/>
                <a:gd name="connsiteY19-2680" fmla="*/ 1343025 h 1343025"/>
                <a:gd name="connsiteX20-2681" fmla="*/ 695325 w 1343025"/>
                <a:gd name="connsiteY20-2682" fmla="*/ 1171575 h 1343025"/>
                <a:gd name="connsiteX21-2683" fmla="*/ 535781 w 1343025"/>
                <a:gd name="connsiteY21-2684" fmla="*/ 1157287 h 1343025"/>
                <a:gd name="connsiteX22-2685" fmla="*/ 452437 w 1343025"/>
                <a:gd name="connsiteY22-2686" fmla="*/ 1304925 h 1343025"/>
                <a:gd name="connsiteX23-2687" fmla="*/ 245268 w 1343025"/>
                <a:gd name="connsiteY23-2688" fmla="*/ 1193006 h 1343025"/>
                <a:gd name="connsiteX24-2689" fmla="*/ 333375 w 1343025"/>
                <a:gd name="connsiteY24-2690" fmla="*/ 1042987 h 1343025"/>
                <a:gd name="connsiteX25-2691" fmla="*/ 226218 w 1343025"/>
                <a:gd name="connsiteY25-2692" fmla="*/ 909637 h 1343025"/>
                <a:gd name="connsiteX26-2693" fmla="*/ 59531 w 1343025"/>
                <a:gd name="connsiteY26-2694" fmla="*/ 964406 h 1343025"/>
                <a:gd name="connsiteX27-2695" fmla="*/ 0 w 1343025"/>
                <a:gd name="connsiteY27-2696" fmla="*/ 733425 h 1343025"/>
                <a:gd name="connsiteX28-2697" fmla="*/ 166687 w 1343025"/>
                <a:gd name="connsiteY28-2698" fmla="*/ 690562 h 1343025"/>
                <a:gd name="connsiteX29-2699" fmla="*/ 190500 w 1343025"/>
                <a:gd name="connsiteY29-2700" fmla="*/ 521493 h 1343025"/>
                <a:gd name="connsiteX30-2701" fmla="*/ 35718 w 1343025"/>
                <a:gd name="connsiteY30-2702" fmla="*/ 440531 h 1343025"/>
                <a:gd name="connsiteX31-2703" fmla="*/ 154781 w 1343025"/>
                <a:gd name="connsiteY31-2704" fmla="*/ 242887 h 1343025"/>
                <a:gd name="connsiteX32-2705" fmla="*/ 297656 w 1343025"/>
                <a:gd name="connsiteY32-2706" fmla="*/ 330993 h 1343025"/>
                <a:gd name="connsiteX0-2707" fmla="*/ 297656 w 1343025"/>
                <a:gd name="connsiteY0-2708" fmla="*/ 330993 h 1343025"/>
                <a:gd name="connsiteX1-2709" fmla="*/ 431006 w 1343025"/>
                <a:gd name="connsiteY1-2710" fmla="*/ 226218 h 1343025"/>
                <a:gd name="connsiteX2-2711" fmla="*/ 378618 w 1343025"/>
                <a:gd name="connsiteY2-2712" fmla="*/ 61912 h 1343025"/>
                <a:gd name="connsiteX3-2713" fmla="*/ 602456 w 1343025"/>
                <a:gd name="connsiteY3-2714" fmla="*/ 0 h 1343025"/>
                <a:gd name="connsiteX4-2715" fmla="*/ 652462 w 1343025"/>
                <a:gd name="connsiteY4-2716" fmla="*/ 171450 h 1343025"/>
                <a:gd name="connsiteX5-2717" fmla="*/ 816768 w 1343025"/>
                <a:gd name="connsiteY5-2718" fmla="*/ 185737 h 1343025"/>
                <a:gd name="connsiteX6-2719" fmla="*/ 900112 w 1343025"/>
                <a:gd name="connsiteY6-2720" fmla="*/ 40481 h 1343025"/>
                <a:gd name="connsiteX7-2721" fmla="*/ 1104900 w 1343025"/>
                <a:gd name="connsiteY7-2722" fmla="*/ 150018 h 1343025"/>
                <a:gd name="connsiteX8-2723" fmla="*/ 1012031 w 1343025"/>
                <a:gd name="connsiteY8-2724" fmla="*/ 297656 h 1343025"/>
                <a:gd name="connsiteX9-2725" fmla="*/ 1119187 w 1343025"/>
                <a:gd name="connsiteY9-2726" fmla="*/ 431006 h 1343025"/>
                <a:gd name="connsiteX10-2727" fmla="*/ 1281112 w 1343025"/>
                <a:gd name="connsiteY10-2728" fmla="*/ 373856 h 1343025"/>
                <a:gd name="connsiteX11-2729" fmla="*/ 1343025 w 1343025"/>
                <a:gd name="connsiteY11-2730" fmla="*/ 602456 h 1343025"/>
                <a:gd name="connsiteX12-2731" fmla="*/ 1173956 w 1343025"/>
                <a:gd name="connsiteY12-2732" fmla="*/ 645318 h 1343025"/>
                <a:gd name="connsiteX13-2733" fmla="*/ 1157287 w 1343025"/>
                <a:gd name="connsiteY13-2734" fmla="*/ 812006 h 1343025"/>
                <a:gd name="connsiteX14-2735" fmla="*/ 1307306 w 1343025"/>
                <a:gd name="connsiteY14-2736" fmla="*/ 892968 h 1343025"/>
                <a:gd name="connsiteX15-2737" fmla="*/ 1193006 w 1343025"/>
                <a:gd name="connsiteY15-2738" fmla="*/ 1097756 h 1343025"/>
                <a:gd name="connsiteX16-2739" fmla="*/ 1040606 w 1343025"/>
                <a:gd name="connsiteY16-2740" fmla="*/ 1009650 h 1343025"/>
                <a:gd name="connsiteX17-2741" fmla="*/ 919162 w 1343025"/>
                <a:gd name="connsiteY17-2742" fmla="*/ 1112043 h 1343025"/>
                <a:gd name="connsiteX18-2743" fmla="*/ 973931 w 1343025"/>
                <a:gd name="connsiteY18-2744" fmla="*/ 1276350 h 1343025"/>
                <a:gd name="connsiteX19-2745" fmla="*/ 745331 w 1343025"/>
                <a:gd name="connsiteY19-2746" fmla="*/ 1343025 h 1343025"/>
                <a:gd name="connsiteX20-2747" fmla="*/ 695325 w 1343025"/>
                <a:gd name="connsiteY20-2748" fmla="*/ 1171575 h 1343025"/>
                <a:gd name="connsiteX21-2749" fmla="*/ 535781 w 1343025"/>
                <a:gd name="connsiteY21-2750" fmla="*/ 1157287 h 1343025"/>
                <a:gd name="connsiteX22-2751" fmla="*/ 452437 w 1343025"/>
                <a:gd name="connsiteY22-2752" fmla="*/ 1304925 h 1343025"/>
                <a:gd name="connsiteX23-2753" fmla="*/ 245268 w 1343025"/>
                <a:gd name="connsiteY23-2754" fmla="*/ 1193006 h 1343025"/>
                <a:gd name="connsiteX24-2755" fmla="*/ 333375 w 1343025"/>
                <a:gd name="connsiteY24-2756" fmla="*/ 1042987 h 1343025"/>
                <a:gd name="connsiteX25-2757" fmla="*/ 226218 w 1343025"/>
                <a:gd name="connsiteY25-2758" fmla="*/ 909637 h 1343025"/>
                <a:gd name="connsiteX26-2759" fmla="*/ 59531 w 1343025"/>
                <a:gd name="connsiteY26-2760" fmla="*/ 964406 h 1343025"/>
                <a:gd name="connsiteX27-2761" fmla="*/ 0 w 1343025"/>
                <a:gd name="connsiteY27-2762" fmla="*/ 733425 h 1343025"/>
                <a:gd name="connsiteX28-2763" fmla="*/ 166687 w 1343025"/>
                <a:gd name="connsiteY28-2764" fmla="*/ 690562 h 1343025"/>
                <a:gd name="connsiteX29-2765" fmla="*/ 190500 w 1343025"/>
                <a:gd name="connsiteY29-2766" fmla="*/ 521493 h 1343025"/>
                <a:gd name="connsiteX30-2767" fmla="*/ 35718 w 1343025"/>
                <a:gd name="connsiteY30-2768" fmla="*/ 440531 h 1343025"/>
                <a:gd name="connsiteX31-2769" fmla="*/ 154781 w 1343025"/>
                <a:gd name="connsiteY31-2770" fmla="*/ 242887 h 1343025"/>
                <a:gd name="connsiteX32-2771" fmla="*/ 297656 w 1343025"/>
                <a:gd name="connsiteY32-2772" fmla="*/ 330993 h 1343025"/>
                <a:gd name="connsiteX0-2773" fmla="*/ 297656 w 1343025"/>
                <a:gd name="connsiteY0-2774" fmla="*/ 330993 h 1343025"/>
                <a:gd name="connsiteX1-2775" fmla="*/ 431006 w 1343025"/>
                <a:gd name="connsiteY1-2776" fmla="*/ 226218 h 1343025"/>
                <a:gd name="connsiteX2-2777" fmla="*/ 378618 w 1343025"/>
                <a:gd name="connsiteY2-2778" fmla="*/ 61912 h 1343025"/>
                <a:gd name="connsiteX3-2779" fmla="*/ 602456 w 1343025"/>
                <a:gd name="connsiteY3-2780" fmla="*/ 0 h 1343025"/>
                <a:gd name="connsiteX4-2781" fmla="*/ 652462 w 1343025"/>
                <a:gd name="connsiteY4-2782" fmla="*/ 171450 h 1343025"/>
                <a:gd name="connsiteX5-2783" fmla="*/ 816768 w 1343025"/>
                <a:gd name="connsiteY5-2784" fmla="*/ 185737 h 1343025"/>
                <a:gd name="connsiteX6-2785" fmla="*/ 901561 w 1343025"/>
                <a:gd name="connsiteY6-2786" fmla="*/ 36133 h 1343025"/>
                <a:gd name="connsiteX7-2787" fmla="*/ 1104900 w 1343025"/>
                <a:gd name="connsiteY7-2788" fmla="*/ 150018 h 1343025"/>
                <a:gd name="connsiteX8-2789" fmla="*/ 1012031 w 1343025"/>
                <a:gd name="connsiteY8-2790" fmla="*/ 297656 h 1343025"/>
                <a:gd name="connsiteX9-2791" fmla="*/ 1119187 w 1343025"/>
                <a:gd name="connsiteY9-2792" fmla="*/ 431006 h 1343025"/>
                <a:gd name="connsiteX10-2793" fmla="*/ 1281112 w 1343025"/>
                <a:gd name="connsiteY10-2794" fmla="*/ 373856 h 1343025"/>
                <a:gd name="connsiteX11-2795" fmla="*/ 1343025 w 1343025"/>
                <a:gd name="connsiteY11-2796" fmla="*/ 602456 h 1343025"/>
                <a:gd name="connsiteX12-2797" fmla="*/ 1173956 w 1343025"/>
                <a:gd name="connsiteY12-2798" fmla="*/ 645318 h 1343025"/>
                <a:gd name="connsiteX13-2799" fmla="*/ 1157287 w 1343025"/>
                <a:gd name="connsiteY13-2800" fmla="*/ 812006 h 1343025"/>
                <a:gd name="connsiteX14-2801" fmla="*/ 1307306 w 1343025"/>
                <a:gd name="connsiteY14-2802" fmla="*/ 892968 h 1343025"/>
                <a:gd name="connsiteX15-2803" fmla="*/ 1193006 w 1343025"/>
                <a:gd name="connsiteY15-2804" fmla="*/ 1097756 h 1343025"/>
                <a:gd name="connsiteX16-2805" fmla="*/ 1040606 w 1343025"/>
                <a:gd name="connsiteY16-2806" fmla="*/ 1009650 h 1343025"/>
                <a:gd name="connsiteX17-2807" fmla="*/ 919162 w 1343025"/>
                <a:gd name="connsiteY17-2808" fmla="*/ 1112043 h 1343025"/>
                <a:gd name="connsiteX18-2809" fmla="*/ 973931 w 1343025"/>
                <a:gd name="connsiteY18-2810" fmla="*/ 1276350 h 1343025"/>
                <a:gd name="connsiteX19-2811" fmla="*/ 745331 w 1343025"/>
                <a:gd name="connsiteY19-2812" fmla="*/ 1343025 h 1343025"/>
                <a:gd name="connsiteX20-2813" fmla="*/ 695325 w 1343025"/>
                <a:gd name="connsiteY20-2814" fmla="*/ 1171575 h 1343025"/>
                <a:gd name="connsiteX21-2815" fmla="*/ 535781 w 1343025"/>
                <a:gd name="connsiteY21-2816" fmla="*/ 1157287 h 1343025"/>
                <a:gd name="connsiteX22-2817" fmla="*/ 452437 w 1343025"/>
                <a:gd name="connsiteY22-2818" fmla="*/ 1304925 h 1343025"/>
                <a:gd name="connsiteX23-2819" fmla="*/ 245268 w 1343025"/>
                <a:gd name="connsiteY23-2820" fmla="*/ 1193006 h 1343025"/>
                <a:gd name="connsiteX24-2821" fmla="*/ 333375 w 1343025"/>
                <a:gd name="connsiteY24-2822" fmla="*/ 1042987 h 1343025"/>
                <a:gd name="connsiteX25-2823" fmla="*/ 226218 w 1343025"/>
                <a:gd name="connsiteY25-2824" fmla="*/ 909637 h 1343025"/>
                <a:gd name="connsiteX26-2825" fmla="*/ 59531 w 1343025"/>
                <a:gd name="connsiteY26-2826" fmla="*/ 964406 h 1343025"/>
                <a:gd name="connsiteX27-2827" fmla="*/ 0 w 1343025"/>
                <a:gd name="connsiteY27-2828" fmla="*/ 733425 h 1343025"/>
                <a:gd name="connsiteX28-2829" fmla="*/ 166687 w 1343025"/>
                <a:gd name="connsiteY28-2830" fmla="*/ 690562 h 1343025"/>
                <a:gd name="connsiteX29-2831" fmla="*/ 190500 w 1343025"/>
                <a:gd name="connsiteY29-2832" fmla="*/ 521493 h 1343025"/>
                <a:gd name="connsiteX30-2833" fmla="*/ 35718 w 1343025"/>
                <a:gd name="connsiteY30-2834" fmla="*/ 440531 h 1343025"/>
                <a:gd name="connsiteX31-2835" fmla="*/ 154781 w 1343025"/>
                <a:gd name="connsiteY31-2836" fmla="*/ 242887 h 1343025"/>
                <a:gd name="connsiteX32-2837" fmla="*/ 297656 w 1343025"/>
                <a:gd name="connsiteY32-2838" fmla="*/ 330993 h 1343025"/>
                <a:gd name="connsiteX0-2839" fmla="*/ 297656 w 1343025"/>
                <a:gd name="connsiteY0-2840" fmla="*/ 330993 h 1343025"/>
                <a:gd name="connsiteX1-2841" fmla="*/ 431006 w 1343025"/>
                <a:gd name="connsiteY1-2842" fmla="*/ 226218 h 1343025"/>
                <a:gd name="connsiteX2-2843" fmla="*/ 378618 w 1343025"/>
                <a:gd name="connsiteY2-2844" fmla="*/ 61912 h 1343025"/>
                <a:gd name="connsiteX3-2845" fmla="*/ 602456 w 1343025"/>
                <a:gd name="connsiteY3-2846" fmla="*/ 0 h 1343025"/>
                <a:gd name="connsiteX4-2847" fmla="*/ 652462 w 1343025"/>
                <a:gd name="connsiteY4-2848" fmla="*/ 171450 h 1343025"/>
                <a:gd name="connsiteX5-2849" fmla="*/ 816768 w 1343025"/>
                <a:gd name="connsiteY5-2850" fmla="*/ 185737 h 1343025"/>
                <a:gd name="connsiteX6-2851" fmla="*/ 901561 w 1343025"/>
                <a:gd name="connsiteY6-2852" fmla="*/ 36133 h 1343025"/>
                <a:gd name="connsiteX7-2853" fmla="*/ 1104900 w 1343025"/>
                <a:gd name="connsiteY7-2854" fmla="*/ 150018 h 1343025"/>
                <a:gd name="connsiteX8-2855" fmla="*/ 1012031 w 1343025"/>
                <a:gd name="connsiteY8-2856" fmla="*/ 297656 h 1343025"/>
                <a:gd name="connsiteX9-2857" fmla="*/ 1119187 w 1343025"/>
                <a:gd name="connsiteY9-2858" fmla="*/ 431006 h 1343025"/>
                <a:gd name="connsiteX10-2859" fmla="*/ 1275315 w 1343025"/>
                <a:gd name="connsiteY10-2860" fmla="*/ 373856 h 1343025"/>
                <a:gd name="connsiteX11-2861" fmla="*/ 1343025 w 1343025"/>
                <a:gd name="connsiteY11-2862" fmla="*/ 602456 h 1343025"/>
                <a:gd name="connsiteX12-2863" fmla="*/ 1173956 w 1343025"/>
                <a:gd name="connsiteY12-2864" fmla="*/ 645318 h 1343025"/>
                <a:gd name="connsiteX13-2865" fmla="*/ 1157287 w 1343025"/>
                <a:gd name="connsiteY13-2866" fmla="*/ 812006 h 1343025"/>
                <a:gd name="connsiteX14-2867" fmla="*/ 1307306 w 1343025"/>
                <a:gd name="connsiteY14-2868" fmla="*/ 892968 h 1343025"/>
                <a:gd name="connsiteX15-2869" fmla="*/ 1193006 w 1343025"/>
                <a:gd name="connsiteY15-2870" fmla="*/ 1097756 h 1343025"/>
                <a:gd name="connsiteX16-2871" fmla="*/ 1040606 w 1343025"/>
                <a:gd name="connsiteY16-2872" fmla="*/ 1009650 h 1343025"/>
                <a:gd name="connsiteX17-2873" fmla="*/ 919162 w 1343025"/>
                <a:gd name="connsiteY17-2874" fmla="*/ 1112043 h 1343025"/>
                <a:gd name="connsiteX18-2875" fmla="*/ 973931 w 1343025"/>
                <a:gd name="connsiteY18-2876" fmla="*/ 1276350 h 1343025"/>
                <a:gd name="connsiteX19-2877" fmla="*/ 745331 w 1343025"/>
                <a:gd name="connsiteY19-2878" fmla="*/ 1343025 h 1343025"/>
                <a:gd name="connsiteX20-2879" fmla="*/ 695325 w 1343025"/>
                <a:gd name="connsiteY20-2880" fmla="*/ 1171575 h 1343025"/>
                <a:gd name="connsiteX21-2881" fmla="*/ 535781 w 1343025"/>
                <a:gd name="connsiteY21-2882" fmla="*/ 1157287 h 1343025"/>
                <a:gd name="connsiteX22-2883" fmla="*/ 452437 w 1343025"/>
                <a:gd name="connsiteY22-2884" fmla="*/ 1304925 h 1343025"/>
                <a:gd name="connsiteX23-2885" fmla="*/ 245268 w 1343025"/>
                <a:gd name="connsiteY23-2886" fmla="*/ 1193006 h 1343025"/>
                <a:gd name="connsiteX24-2887" fmla="*/ 333375 w 1343025"/>
                <a:gd name="connsiteY24-2888" fmla="*/ 1042987 h 1343025"/>
                <a:gd name="connsiteX25-2889" fmla="*/ 226218 w 1343025"/>
                <a:gd name="connsiteY25-2890" fmla="*/ 909637 h 1343025"/>
                <a:gd name="connsiteX26-2891" fmla="*/ 59531 w 1343025"/>
                <a:gd name="connsiteY26-2892" fmla="*/ 964406 h 1343025"/>
                <a:gd name="connsiteX27-2893" fmla="*/ 0 w 1343025"/>
                <a:gd name="connsiteY27-2894" fmla="*/ 733425 h 1343025"/>
                <a:gd name="connsiteX28-2895" fmla="*/ 166687 w 1343025"/>
                <a:gd name="connsiteY28-2896" fmla="*/ 690562 h 1343025"/>
                <a:gd name="connsiteX29-2897" fmla="*/ 190500 w 1343025"/>
                <a:gd name="connsiteY29-2898" fmla="*/ 521493 h 1343025"/>
                <a:gd name="connsiteX30-2899" fmla="*/ 35718 w 1343025"/>
                <a:gd name="connsiteY30-2900" fmla="*/ 440531 h 1343025"/>
                <a:gd name="connsiteX31-2901" fmla="*/ 154781 w 1343025"/>
                <a:gd name="connsiteY31-2902" fmla="*/ 242887 h 1343025"/>
                <a:gd name="connsiteX32-2903" fmla="*/ 297656 w 1343025"/>
                <a:gd name="connsiteY32-2904" fmla="*/ 330993 h 1343025"/>
                <a:gd name="connsiteX0-2905" fmla="*/ 297656 w 1343025"/>
                <a:gd name="connsiteY0-2906" fmla="*/ 330993 h 1343025"/>
                <a:gd name="connsiteX1-2907" fmla="*/ 431006 w 1343025"/>
                <a:gd name="connsiteY1-2908" fmla="*/ 226218 h 1343025"/>
                <a:gd name="connsiteX2-2909" fmla="*/ 378618 w 1343025"/>
                <a:gd name="connsiteY2-2910" fmla="*/ 61912 h 1343025"/>
                <a:gd name="connsiteX3-2911" fmla="*/ 602456 w 1343025"/>
                <a:gd name="connsiteY3-2912" fmla="*/ 0 h 1343025"/>
                <a:gd name="connsiteX4-2913" fmla="*/ 652462 w 1343025"/>
                <a:gd name="connsiteY4-2914" fmla="*/ 171450 h 1343025"/>
                <a:gd name="connsiteX5-2915" fmla="*/ 816768 w 1343025"/>
                <a:gd name="connsiteY5-2916" fmla="*/ 185737 h 1343025"/>
                <a:gd name="connsiteX6-2917" fmla="*/ 901561 w 1343025"/>
                <a:gd name="connsiteY6-2918" fmla="*/ 36133 h 1343025"/>
                <a:gd name="connsiteX7-2919" fmla="*/ 1104900 w 1343025"/>
                <a:gd name="connsiteY7-2920" fmla="*/ 150018 h 1343025"/>
                <a:gd name="connsiteX8-2921" fmla="*/ 1012031 w 1343025"/>
                <a:gd name="connsiteY8-2922" fmla="*/ 297656 h 1343025"/>
                <a:gd name="connsiteX9-2923" fmla="*/ 1119187 w 1343025"/>
                <a:gd name="connsiteY9-2924" fmla="*/ 431006 h 1343025"/>
                <a:gd name="connsiteX10-2925" fmla="*/ 1276765 w 1343025"/>
                <a:gd name="connsiteY10-2926" fmla="*/ 372406 h 1343025"/>
                <a:gd name="connsiteX11-2927" fmla="*/ 1343025 w 1343025"/>
                <a:gd name="connsiteY11-2928" fmla="*/ 602456 h 1343025"/>
                <a:gd name="connsiteX12-2929" fmla="*/ 1173956 w 1343025"/>
                <a:gd name="connsiteY12-2930" fmla="*/ 645318 h 1343025"/>
                <a:gd name="connsiteX13-2931" fmla="*/ 1157287 w 1343025"/>
                <a:gd name="connsiteY13-2932" fmla="*/ 812006 h 1343025"/>
                <a:gd name="connsiteX14-2933" fmla="*/ 1307306 w 1343025"/>
                <a:gd name="connsiteY14-2934" fmla="*/ 892968 h 1343025"/>
                <a:gd name="connsiteX15-2935" fmla="*/ 1193006 w 1343025"/>
                <a:gd name="connsiteY15-2936" fmla="*/ 1097756 h 1343025"/>
                <a:gd name="connsiteX16-2937" fmla="*/ 1040606 w 1343025"/>
                <a:gd name="connsiteY16-2938" fmla="*/ 1009650 h 1343025"/>
                <a:gd name="connsiteX17-2939" fmla="*/ 919162 w 1343025"/>
                <a:gd name="connsiteY17-2940" fmla="*/ 1112043 h 1343025"/>
                <a:gd name="connsiteX18-2941" fmla="*/ 973931 w 1343025"/>
                <a:gd name="connsiteY18-2942" fmla="*/ 1276350 h 1343025"/>
                <a:gd name="connsiteX19-2943" fmla="*/ 745331 w 1343025"/>
                <a:gd name="connsiteY19-2944" fmla="*/ 1343025 h 1343025"/>
                <a:gd name="connsiteX20-2945" fmla="*/ 695325 w 1343025"/>
                <a:gd name="connsiteY20-2946" fmla="*/ 1171575 h 1343025"/>
                <a:gd name="connsiteX21-2947" fmla="*/ 535781 w 1343025"/>
                <a:gd name="connsiteY21-2948" fmla="*/ 1157287 h 1343025"/>
                <a:gd name="connsiteX22-2949" fmla="*/ 452437 w 1343025"/>
                <a:gd name="connsiteY22-2950" fmla="*/ 1304925 h 1343025"/>
                <a:gd name="connsiteX23-2951" fmla="*/ 245268 w 1343025"/>
                <a:gd name="connsiteY23-2952" fmla="*/ 1193006 h 1343025"/>
                <a:gd name="connsiteX24-2953" fmla="*/ 333375 w 1343025"/>
                <a:gd name="connsiteY24-2954" fmla="*/ 1042987 h 1343025"/>
                <a:gd name="connsiteX25-2955" fmla="*/ 226218 w 1343025"/>
                <a:gd name="connsiteY25-2956" fmla="*/ 909637 h 1343025"/>
                <a:gd name="connsiteX26-2957" fmla="*/ 59531 w 1343025"/>
                <a:gd name="connsiteY26-2958" fmla="*/ 964406 h 1343025"/>
                <a:gd name="connsiteX27-2959" fmla="*/ 0 w 1343025"/>
                <a:gd name="connsiteY27-2960" fmla="*/ 733425 h 1343025"/>
                <a:gd name="connsiteX28-2961" fmla="*/ 166687 w 1343025"/>
                <a:gd name="connsiteY28-2962" fmla="*/ 690562 h 1343025"/>
                <a:gd name="connsiteX29-2963" fmla="*/ 190500 w 1343025"/>
                <a:gd name="connsiteY29-2964" fmla="*/ 521493 h 1343025"/>
                <a:gd name="connsiteX30-2965" fmla="*/ 35718 w 1343025"/>
                <a:gd name="connsiteY30-2966" fmla="*/ 440531 h 1343025"/>
                <a:gd name="connsiteX31-2967" fmla="*/ 154781 w 1343025"/>
                <a:gd name="connsiteY31-2968" fmla="*/ 242887 h 1343025"/>
                <a:gd name="connsiteX32-2969" fmla="*/ 297656 w 1343025"/>
                <a:gd name="connsiteY32-2970" fmla="*/ 330993 h 1343025"/>
                <a:gd name="connsiteX0-2971" fmla="*/ 297656 w 1343025"/>
                <a:gd name="connsiteY0-2972" fmla="*/ 330993 h 1343025"/>
                <a:gd name="connsiteX1-2973" fmla="*/ 431006 w 1343025"/>
                <a:gd name="connsiteY1-2974" fmla="*/ 226218 h 1343025"/>
                <a:gd name="connsiteX2-2975" fmla="*/ 378618 w 1343025"/>
                <a:gd name="connsiteY2-2976" fmla="*/ 61912 h 1343025"/>
                <a:gd name="connsiteX3-2977" fmla="*/ 602456 w 1343025"/>
                <a:gd name="connsiteY3-2978" fmla="*/ 0 h 1343025"/>
                <a:gd name="connsiteX4-2979" fmla="*/ 652462 w 1343025"/>
                <a:gd name="connsiteY4-2980" fmla="*/ 171450 h 1343025"/>
                <a:gd name="connsiteX5-2981" fmla="*/ 816768 w 1343025"/>
                <a:gd name="connsiteY5-2982" fmla="*/ 185737 h 1343025"/>
                <a:gd name="connsiteX6-2983" fmla="*/ 901561 w 1343025"/>
                <a:gd name="connsiteY6-2984" fmla="*/ 36133 h 1343025"/>
                <a:gd name="connsiteX7-2985" fmla="*/ 1104900 w 1343025"/>
                <a:gd name="connsiteY7-2986" fmla="*/ 150018 h 1343025"/>
                <a:gd name="connsiteX8-2987" fmla="*/ 1012031 w 1343025"/>
                <a:gd name="connsiteY8-2988" fmla="*/ 297656 h 1343025"/>
                <a:gd name="connsiteX9-2989" fmla="*/ 1119187 w 1343025"/>
                <a:gd name="connsiteY9-2990" fmla="*/ 431006 h 1343025"/>
                <a:gd name="connsiteX10-2991" fmla="*/ 1276765 w 1343025"/>
                <a:gd name="connsiteY10-2992" fmla="*/ 372406 h 1343025"/>
                <a:gd name="connsiteX11-2993" fmla="*/ 1343025 w 1343025"/>
                <a:gd name="connsiteY11-2994" fmla="*/ 602456 h 1343025"/>
                <a:gd name="connsiteX12-2995" fmla="*/ 1173956 w 1343025"/>
                <a:gd name="connsiteY12-2996" fmla="*/ 645318 h 1343025"/>
                <a:gd name="connsiteX13-2997" fmla="*/ 1157287 w 1343025"/>
                <a:gd name="connsiteY13-2998" fmla="*/ 812006 h 1343025"/>
                <a:gd name="connsiteX14-2999" fmla="*/ 1307306 w 1343025"/>
                <a:gd name="connsiteY14-3000" fmla="*/ 892968 h 1343025"/>
                <a:gd name="connsiteX15-3001" fmla="*/ 1193006 w 1343025"/>
                <a:gd name="connsiteY15-3002" fmla="*/ 1097756 h 1343025"/>
                <a:gd name="connsiteX16-3003" fmla="*/ 1040606 w 1343025"/>
                <a:gd name="connsiteY16-3004" fmla="*/ 1009650 h 1343025"/>
                <a:gd name="connsiteX17-3005" fmla="*/ 919162 w 1343025"/>
                <a:gd name="connsiteY17-3006" fmla="*/ 1112043 h 1343025"/>
                <a:gd name="connsiteX18-3007" fmla="*/ 973931 w 1343025"/>
                <a:gd name="connsiteY18-3008" fmla="*/ 1276350 h 1343025"/>
                <a:gd name="connsiteX19-3009" fmla="*/ 745331 w 1343025"/>
                <a:gd name="connsiteY19-3010" fmla="*/ 1343025 h 1343025"/>
                <a:gd name="connsiteX20-3011" fmla="*/ 695325 w 1343025"/>
                <a:gd name="connsiteY20-3012" fmla="*/ 1171575 h 1343025"/>
                <a:gd name="connsiteX21-3013" fmla="*/ 535781 w 1343025"/>
                <a:gd name="connsiteY21-3014" fmla="*/ 1157287 h 1343025"/>
                <a:gd name="connsiteX22-3015" fmla="*/ 452437 w 1343025"/>
                <a:gd name="connsiteY22-3016" fmla="*/ 1304925 h 1343025"/>
                <a:gd name="connsiteX23-3017" fmla="*/ 245268 w 1343025"/>
                <a:gd name="connsiteY23-3018" fmla="*/ 1193006 h 1343025"/>
                <a:gd name="connsiteX24-3019" fmla="*/ 333375 w 1343025"/>
                <a:gd name="connsiteY24-3020" fmla="*/ 1042987 h 1343025"/>
                <a:gd name="connsiteX25-3021" fmla="*/ 226218 w 1343025"/>
                <a:gd name="connsiteY25-3022" fmla="*/ 909637 h 1343025"/>
                <a:gd name="connsiteX26-3023" fmla="*/ 59531 w 1343025"/>
                <a:gd name="connsiteY26-3024" fmla="*/ 964406 h 1343025"/>
                <a:gd name="connsiteX27-3025" fmla="*/ 0 w 1343025"/>
                <a:gd name="connsiteY27-3026" fmla="*/ 733425 h 1343025"/>
                <a:gd name="connsiteX28-3027" fmla="*/ 166687 w 1343025"/>
                <a:gd name="connsiteY28-3028" fmla="*/ 690562 h 1343025"/>
                <a:gd name="connsiteX29-3029" fmla="*/ 190500 w 1343025"/>
                <a:gd name="connsiteY29-3030" fmla="*/ 521493 h 1343025"/>
                <a:gd name="connsiteX30-3031" fmla="*/ 35718 w 1343025"/>
                <a:gd name="connsiteY30-3032" fmla="*/ 440531 h 1343025"/>
                <a:gd name="connsiteX31-3033" fmla="*/ 154781 w 1343025"/>
                <a:gd name="connsiteY31-3034" fmla="*/ 242887 h 1343025"/>
                <a:gd name="connsiteX32-3035" fmla="*/ 297656 w 1343025"/>
                <a:gd name="connsiteY32-3036" fmla="*/ 330993 h 1343025"/>
                <a:gd name="connsiteX0-3037" fmla="*/ 297656 w 1343025"/>
                <a:gd name="connsiteY0-3038" fmla="*/ 330993 h 1343025"/>
                <a:gd name="connsiteX1-3039" fmla="*/ 431006 w 1343025"/>
                <a:gd name="connsiteY1-3040" fmla="*/ 226218 h 1343025"/>
                <a:gd name="connsiteX2-3041" fmla="*/ 378618 w 1343025"/>
                <a:gd name="connsiteY2-3042" fmla="*/ 61912 h 1343025"/>
                <a:gd name="connsiteX3-3043" fmla="*/ 602456 w 1343025"/>
                <a:gd name="connsiteY3-3044" fmla="*/ 0 h 1343025"/>
                <a:gd name="connsiteX4-3045" fmla="*/ 652462 w 1343025"/>
                <a:gd name="connsiteY4-3046" fmla="*/ 171450 h 1343025"/>
                <a:gd name="connsiteX5-3047" fmla="*/ 816768 w 1343025"/>
                <a:gd name="connsiteY5-3048" fmla="*/ 185737 h 1343025"/>
                <a:gd name="connsiteX6-3049" fmla="*/ 901561 w 1343025"/>
                <a:gd name="connsiteY6-3050" fmla="*/ 36133 h 1343025"/>
                <a:gd name="connsiteX7-3051" fmla="*/ 1104900 w 1343025"/>
                <a:gd name="connsiteY7-3052" fmla="*/ 150018 h 1343025"/>
                <a:gd name="connsiteX8-3053" fmla="*/ 1012031 w 1343025"/>
                <a:gd name="connsiteY8-3054" fmla="*/ 297656 h 1343025"/>
                <a:gd name="connsiteX9-3055" fmla="*/ 1119187 w 1343025"/>
                <a:gd name="connsiteY9-3056" fmla="*/ 431006 h 1343025"/>
                <a:gd name="connsiteX10-3057" fmla="*/ 1276765 w 1343025"/>
                <a:gd name="connsiteY10-3058" fmla="*/ 372406 h 1343025"/>
                <a:gd name="connsiteX11-3059" fmla="*/ 1343025 w 1343025"/>
                <a:gd name="connsiteY11-3060" fmla="*/ 602456 h 1343025"/>
                <a:gd name="connsiteX12-3061" fmla="*/ 1173956 w 1343025"/>
                <a:gd name="connsiteY12-3062" fmla="*/ 645318 h 1343025"/>
                <a:gd name="connsiteX13-3063" fmla="*/ 1157287 w 1343025"/>
                <a:gd name="connsiteY13-3064" fmla="*/ 812006 h 1343025"/>
                <a:gd name="connsiteX14-3065" fmla="*/ 1307306 w 1343025"/>
                <a:gd name="connsiteY14-3066" fmla="*/ 892968 h 1343025"/>
                <a:gd name="connsiteX15-3067" fmla="*/ 1193006 w 1343025"/>
                <a:gd name="connsiteY15-3068" fmla="*/ 1097756 h 1343025"/>
                <a:gd name="connsiteX16-3069" fmla="*/ 1040606 w 1343025"/>
                <a:gd name="connsiteY16-3070" fmla="*/ 1009650 h 1343025"/>
                <a:gd name="connsiteX17-3071" fmla="*/ 919162 w 1343025"/>
                <a:gd name="connsiteY17-3072" fmla="*/ 1112043 h 1343025"/>
                <a:gd name="connsiteX18-3073" fmla="*/ 973931 w 1343025"/>
                <a:gd name="connsiteY18-3074" fmla="*/ 1276350 h 1343025"/>
                <a:gd name="connsiteX19-3075" fmla="*/ 738084 w 1343025"/>
                <a:gd name="connsiteY19-3076" fmla="*/ 1343025 h 1343025"/>
                <a:gd name="connsiteX20-3077" fmla="*/ 695325 w 1343025"/>
                <a:gd name="connsiteY20-3078" fmla="*/ 1171575 h 1343025"/>
                <a:gd name="connsiteX21-3079" fmla="*/ 535781 w 1343025"/>
                <a:gd name="connsiteY21-3080" fmla="*/ 1157287 h 1343025"/>
                <a:gd name="connsiteX22-3081" fmla="*/ 452437 w 1343025"/>
                <a:gd name="connsiteY22-3082" fmla="*/ 1304925 h 1343025"/>
                <a:gd name="connsiteX23-3083" fmla="*/ 245268 w 1343025"/>
                <a:gd name="connsiteY23-3084" fmla="*/ 1193006 h 1343025"/>
                <a:gd name="connsiteX24-3085" fmla="*/ 333375 w 1343025"/>
                <a:gd name="connsiteY24-3086" fmla="*/ 1042987 h 1343025"/>
                <a:gd name="connsiteX25-3087" fmla="*/ 226218 w 1343025"/>
                <a:gd name="connsiteY25-3088" fmla="*/ 909637 h 1343025"/>
                <a:gd name="connsiteX26-3089" fmla="*/ 59531 w 1343025"/>
                <a:gd name="connsiteY26-3090" fmla="*/ 964406 h 1343025"/>
                <a:gd name="connsiteX27-3091" fmla="*/ 0 w 1343025"/>
                <a:gd name="connsiteY27-3092" fmla="*/ 733425 h 1343025"/>
                <a:gd name="connsiteX28-3093" fmla="*/ 166687 w 1343025"/>
                <a:gd name="connsiteY28-3094" fmla="*/ 690562 h 1343025"/>
                <a:gd name="connsiteX29-3095" fmla="*/ 190500 w 1343025"/>
                <a:gd name="connsiteY29-3096" fmla="*/ 521493 h 1343025"/>
                <a:gd name="connsiteX30-3097" fmla="*/ 35718 w 1343025"/>
                <a:gd name="connsiteY30-3098" fmla="*/ 440531 h 1343025"/>
                <a:gd name="connsiteX31-3099" fmla="*/ 154781 w 1343025"/>
                <a:gd name="connsiteY31-3100" fmla="*/ 242887 h 1343025"/>
                <a:gd name="connsiteX32-3101" fmla="*/ 297656 w 1343025"/>
                <a:gd name="connsiteY32-3102" fmla="*/ 330993 h 1343025"/>
                <a:gd name="connsiteX0-3103" fmla="*/ 297656 w 1343025"/>
                <a:gd name="connsiteY0-3104" fmla="*/ 330993 h 1343025"/>
                <a:gd name="connsiteX1-3105" fmla="*/ 431006 w 1343025"/>
                <a:gd name="connsiteY1-3106" fmla="*/ 226218 h 1343025"/>
                <a:gd name="connsiteX2-3107" fmla="*/ 378618 w 1343025"/>
                <a:gd name="connsiteY2-3108" fmla="*/ 61912 h 1343025"/>
                <a:gd name="connsiteX3-3109" fmla="*/ 602456 w 1343025"/>
                <a:gd name="connsiteY3-3110" fmla="*/ 0 h 1343025"/>
                <a:gd name="connsiteX4-3111" fmla="*/ 652462 w 1343025"/>
                <a:gd name="connsiteY4-3112" fmla="*/ 171450 h 1343025"/>
                <a:gd name="connsiteX5-3113" fmla="*/ 816768 w 1343025"/>
                <a:gd name="connsiteY5-3114" fmla="*/ 185737 h 1343025"/>
                <a:gd name="connsiteX6-3115" fmla="*/ 901561 w 1343025"/>
                <a:gd name="connsiteY6-3116" fmla="*/ 36133 h 1343025"/>
                <a:gd name="connsiteX7-3117" fmla="*/ 1104900 w 1343025"/>
                <a:gd name="connsiteY7-3118" fmla="*/ 150018 h 1343025"/>
                <a:gd name="connsiteX8-3119" fmla="*/ 1012031 w 1343025"/>
                <a:gd name="connsiteY8-3120" fmla="*/ 297656 h 1343025"/>
                <a:gd name="connsiteX9-3121" fmla="*/ 1119187 w 1343025"/>
                <a:gd name="connsiteY9-3122" fmla="*/ 431006 h 1343025"/>
                <a:gd name="connsiteX10-3123" fmla="*/ 1276765 w 1343025"/>
                <a:gd name="connsiteY10-3124" fmla="*/ 372406 h 1343025"/>
                <a:gd name="connsiteX11-3125" fmla="*/ 1343025 w 1343025"/>
                <a:gd name="connsiteY11-3126" fmla="*/ 602456 h 1343025"/>
                <a:gd name="connsiteX12-3127" fmla="*/ 1173956 w 1343025"/>
                <a:gd name="connsiteY12-3128" fmla="*/ 645318 h 1343025"/>
                <a:gd name="connsiteX13-3129" fmla="*/ 1157287 w 1343025"/>
                <a:gd name="connsiteY13-3130" fmla="*/ 812006 h 1343025"/>
                <a:gd name="connsiteX14-3131" fmla="*/ 1307306 w 1343025"/>
                <a:gd name="connsiteY14-3132" fmla="*/ 892968 h 1343025"/>
                <a:gd name="connsiteX15-3133" fmla="*/ 1193006 w 1343025"/>
                <a:gd name="connsiteY15-3134" fmla="*/ 1097756 h 1343025"/>
                <a:gd name="connsiteX16-3135" fmla="*/ 1040606 w 1343025"/>
                <a:gd name="connsiteY16-3136" fmla="*/ 1009650 h 1343025"/>
                <a:gd name="connsiteX17-3137" fmla="*/ 919162 w 1343025"/>
                <a:gd name="connsiteY17-3138" fmla="*/ 1112043 h 1343025"/>
                <a:gd name="connsiteX18-3139" fmla="*/ 973931 w 1343025"/>
                <a:gd name="connsiteY18-3140" fmla="*/ 1276350 h 1343025"/>
                <a:gd name="connsiteX19-3141" fmla="*/ 738084 w 1343025"/>
                <a:gd name="connsiteY19-3142" fmla="*/ 1343025 h 1343025"/>
                <a:gd name="connsiteX20-3143" fmla="*/ 695325 w 1343025"/>
                <a:gd name="connsiteY20-3144" fmla="*/ 1171575 h 1343025"/>
                <a:gd name="connsiteX21-3145" fmla="*/ 535781 w 1343025"/>
                <a:gd name="connsiteY21-3146" fmla="*/ 1154388 h 1343025"/>
                <a:gd name="connsiteX22-3147" fmla="*/ 452437 w 1343025"/>
                <a:gd name="connsiteY22-3148" fmla="*/ 1304925 h 1343025"/>
                <a:gd name="connsiteX23-3149" fmla="*/ 245268 w 1343025"/>
                <a:gd name="connsiteY23-3150" fmla="*/ 1193006 h 1343025"/>
                <a:gd name="connsiteX24-3151" fmla="*/ 333375 w 1343025"/>
                <a:gd name="connsiteY24-3152" fmla="*/ 1042987 h 1343025"/>
                <a:gd name="connsiteX25-3153" fmla="*/ 226218 w 1343025"/>
                <a:gd name="connsiteY25-3154" fmla="*/ 909637 h 1343025"/>
                <a:gd name="connsiteX26-3155" fmla="*/ 59531 w 1343025"/>
                <a:gd name="connsiteY26-3156" fmla="*/ 964406 h 1343025"/>
                <a:gd name="connsiteX27-3157" fmla="*/ 0 w 1343025"/>
                <a:gd name="connsiteY27-3158" fmla="*/ 733425 h 1343025"/>
                <a:gd name="connsiteX28-3159" fmla="*/ 166687 w 1343025"/>
                <a:gd name="connsiteY28-3160" fmla="*/ 690562 h 1343025"/>
                <a:gd name="connsiteX29-3161" fmla="*/ 190500 w 1343025"/>
                <a:gd name="connsiteY29-3162" fmla="*/ 521493 h 1343025"/>
                <a:gd name="connsiteX30-3163" fmla="*/ 35718 w 1343025"/>
                <a:gd name="connsiteY30-3164" fmla="*/ 440531 h 1343025"/>
                <a:gd name="connsiteX31-3165" fmla="*/ 154781 w 1343025"/>
                <a:gd name="connsiteY31-3166" fmla="*/ 242887 h 1343025"/>
                <a:gd name="connsiteX32-3167" fmla="*/ 297656 w 1343025"/>
                <a:gd name="connsiteY32-3168" fmla="*/ 330993 h 1343025"/>
                <a:gd name="connsiteX0-3169" fmla="*/ 297656 w 1343025"/>
                <a:gd name="connsiteY0-3170" fmla="*/ 330993 h 1343025"/>
                <a:gd name="connsiteX1-3171" fmla="*/ 431006 w 1343025"/>
                <a:gd name="connsiteY1-3172" fmla="*/ 226218 h 1343025"/>
                <a:gd name="connsiteX2-3173" fmla="*/ 378618 w 1343025"/>
                <a:gd name="connsiteY2-3174" fmla="*/ 61912 h 1343025"/>
                <a:gd name="connsiteX3-3175" fmla="*/ 602456 w 1343025"/>
                <a:gd name="connsiteY3-3176" fmla="*/ 0 h 1343025"/>
                <a:gd name="connsiteX4-3177" fmla="*/ 652462 w 1343025"/>
                <a:gd name="connsiteY4-3178" fmla="*/ 171450 h 1343025"/>
                <a:gd name="connsiteX5-3179" fmla="*/ 816768 w 1343025"/>
                <a:gd name="connsiteY5-3180" fmla="*/ 185737 h 1343025"/>
                <a:gd name="connsiteX6-3181" fmla="*/ 901561 w 1343025"/>
                <a:gd name="connsiteY6-3182" fmla="*/ 36133 h 1343025"/>
                <a:gd name="connsiteX7-3183" fmla="*/ 1104900 w 1343025"/>
                <a:gd name="connsiteY7-3184" fmla="*/ 150018 h 1343025"/>
                <a:gd name="connsiteX8-3185" fmla="*/ 1012031 w 1343025"/>
                <a:gd name="connsiteY8-3186" fmla="*/ 297656 h 1343025"/>
                <a:gd name="connsiteX9-3187" fmla="*/ 1119187 w 1343025"/>
                <a:gd name="connsiteY9-3188" fmla="*/ 431006 h 1343025"/>
                <a:gd name="connsiteX10-3189" fmla="*/ 1276765 w 1343025"/>
                <a:gd name="connsiteY10-3190" fmla="*/ 372406 h 1343025"/>
                <a:gd name="connsiteX11-3191" fmla="*/ 1343025 w 1343025"/>
                <a:gd name="connsiteY11-3192" fmla="*/ 602456 h 1343025"/>
                <a:gd name="connsiteX12-3193" fmla="*/ 1173956 w 1343025"/>
                <a:gd name="connsiteY12-3194" fmla="*/ 645318 h 1343025"/>
                <a:gd name="connsiteX13-3195" fmla="*/ 1157287 w 1343025"/>
                <a:gd name="connsiteY13-3196" fmla="*/ 812006 h 1343025"/>
                <a:gd name="connsiteX14-3197" fmla="*/ 1307306 w 1343025"/>
                <a:gd name="connsiteY14-3198" fmla="*/ 892968 h 1343025"/>
                <a:gd name="connsiteX15-3199" fmla="*/ 1193006 w 1343025"/>
                <a:gd name="connsiteY15-3200" fmla="*/ 1097756 h 1343025"/>
                <a:gd name="connsiteX16-3201" fmla="*/ 1040606 w 1343025"/>
                <a:gd name="connsiteY16-3202" fmla="*/ 1009650 h 1343025"/>
                <a:gd name="connsiteX17-3203" fmla="*/ 919162 w 1343025"/>
                <a:gd name="connsiteY17-3204" fmla="*/ 1112043 h 1343025"/>
                <a:gd name="connsiteX18-3205" fmla="*/ 973931 w 1343025"/>
                <a:gd name="connsiteY18-3206" fmla="*/ 1276350 h 1343025"/>
                <a:gd name="connsiteX19-3207" fmla="*/ 738084 w 1343025"/>
                <a:gd name="connsiteY19-3208" fmla="*/ 1343025 h 1343025"/>
                <a:gd name="connsiteX20-3209" fmla="*/ 695325 w 1343025"/>
                <a:gd name="connsiteY20-3210" fmla="*/ 1171575 h 1343025"/>
                <a:gd name="connsiteX21-3211" fmla="*/ 535781 w 1343025"/>
                <a:gd name="connsiteY21-3212" fmla="*/ 1154388 h 1343025"/>
                <a:gd name="connsiteX22-3213" fmla="*/ 452437 w 1343025"/>
                <a:gd name="connsiteY22-3214" fmla="*/ 1304925 h 1343025"/>
                <a:gd name="connsiteX23-3215" fmla="*/ 245268 w 1343025"/>
                <a:gd name="connsiteY23-3216" fmla="*/ 1193006 h 1343025"/>
                <a:gd name="connsiteX24-3217" fmla="*/ 333375 w 1343025"/>
                <a:gd name="connsiteY24-3218" fmla="*/ 1042987 h 1343025"/>
                <a:gd name="connsiteX25-3219" fmla="*/ 226218 w 1343025"/>
                <a:gd name="connsiteY25-3220" fmla="*/ 909637 h 1343025"/>
                <a:gd name="connsiteX26-3221" fmla="*/ 66778 w 1343025"/>
                <a:gd name="connsiteY26-3222" fmla="*/ 960058 h 1343025"/>
                <a:gd name="connsiteX27-3223" fmla="*/ 0 w 1343025"/>
                <a:gd name="connsiteY27-3224" fmla="*/ 733425 h 1343025"/>
                <a:gd name="connsiteX28-3225" fmla="*/ 166687 w 1343025"/>
                <a:gd name="connsiteY28-3226" fmla="*/ 690562 h 1343025"/>
                <a:gd name="connsiteX29-3227" fmla="*/ 190500 w 1343025"/>
                <a:gd name="connsiteY29-3228" fmla="*/ 521493 h 1343025"/>
                <a:gd name="connsiteX30-3229" fmla="*/ 35718 w 1343025"/>
                <a:gd name="connsiteY30-3230" fmla="*/ 440531 h 1343025"/>
                <a:gd name="connsiteX31-3231" fmla="*/ 154781 w 1343025"/>
                <a:gd name="connsiteY31-3232" fmla="*/ 242887 h 1343025"/>
                <a:gd name="connsiteX32-3233" fmla="*/ 297656 w 1343025"/>
                <a:gd name="connsiteY32-3234" fmla="*/ 330993 h 1343025"/>
                <a:gd name="connsiteX0-3235" fmla="*/ 297656 w 1343025"/>
                <a:gd name="connsiteY0-3236" fmla="*/ 330993 h 1343025"/>
                <a:gd name="connsiteX1-3237" fmla="*/ 431006 w 1343025"/>
                <a:gd name="connsiteY1-3238" fmla="*/ 226218 h 1343025"/>
                <a:gd name="connsiteX2-3239" fmla="*/ 378618 w 1343025"/>
                <a:gd name="connsiteY2-3240" fmla="*/ 61912 h 1343025"/>
                <a:gd name="connsiteX3-3241" fmla="*/ 602456 w 1343025"/>
                <a:gd name="connsiteY3-3242" fmla="*/ 0 h 1343025"/>
                <a:gd name="connsiteX4-3243" fmla="*/ 652462 w 1343025"/>
                <a:gd name="connsiteY4-3244" fmla="*/ 171450 h 1343025"/>
                <a:gd name="connsiteX5-3245" fmla="*/ 816768 w 1343025"/>
                <a:gd name="connsiteY5-3246" fmla="*/ 185737 h 1343025"/>
                <a:gd name="connsiteX6-3247" fmla="*/ 901561 w 1343025"/>
                <a:gd name="connsiteY6-3248" fmla="*/ 36133 h 1343025"/>
                <a:gd name="connsiteX7-3249" fmla="*/ 1104900 w 1343025"/>
                <a:gd name="connsiteY7-3250" fmla="*/ 150018 h 1343025"/>
                <a:gd name="connsiteX8-3251" fmla="*/ 1012031 w 1343025"/>
                <a:gd name="connsiteY8-3252" fmla="*/ 297656 h 1343025"/>
                <a:gd name="connsiteX9-3253" fmla="*/ 1119187 w 1343025"/>
                <a:gd name="connsiteY9-3254" fmla="*/ 431006 h 1343025"/>
                <a:gd name="connsiteX10-3255" fmla="*/ 1276765 w 1343025"/>
                <a:gd name="connsiteY10-3256" fmla="*/ 372406 h 1343025"/>
                <a:gd name="connsiteX11-3257" fmla="*/ 1343025 w 1343025"/>
                <a:gd name="connsiteY11-3258" fmla="*/ 602456 h 1343025"/>
                <a:gd name="connsiteX12-3259" fmla="*/ 1173956 w 1343025"/>
                <a:gd name="connsiteY12-3260" fmla="*/ 645318 h 1343025"/>
                <a:gd name="connsiteX13-3261" fmla="*/ 1157287 w 1343025"/>
                <a:gd name="connsiteY13-3262" fmla="*/ 812006 h 1343025"/>
                <a:gd name="connsiteX14-3263" fmla="*/ 1307306 w 1343025"/>
                <a:gd name="connsiteY14-3264" fmla="*/ 892968 h 1343025"/>
                <a:gd name="connsiteX15-3265" fmla="*/ 1193006 w 1343025"/>
                <a:gd name="connsiteY15-3266" fmla="*/ 1097756 h 1343025"/>
                <a:gd name="connsiteX16-3267" fmla="*/ 1040606 w 1343025"/>
                <a:gd name="connsiteY16-3268" fmla="*/ 1009650 h 1343025"/>
                <a:gd name="connsiteX17-3269" fmla="*/ 919162 w 1343025"/>
                <a:gd name="connsiteY17-3270" fmla="*/ 1112043 h 1343025"/>
                <a:gd name="connsiteX18-3271" fmla="*/ 973931 w 1343025"/>
                <a:gd name="connsiteY18-3272" fmla="*/ 1276350 h 1343025"/>
                <a:gd name="connsiteX19-3273" fmla="*/ 738084 w 1343025"/>
                <a:gd name="connsiteY19-3274" fmla="*/ 1343025 h 1343025"/>
                <a:gd name="connsiteX20-3275" fmla="*/ 695325 w 1343025"/>
                <a:gd name="connsiteY20-3276" fmla="*/ 1171575 h 1343025"/>
                <a:gd name="connsiteX21-3277" fmla="*/ 535781 w 1343025"/>
                <a:gd name="connsiteY21-3278" fmla="*/ 1154388 h 1343025"/>
                <a:gd name="connsiteX22-3279" fmla="*/ 452437 w 1343025"/>
                <a:gd name="connsiteY22-3280" fmla="*/ 1304925 h 1343025"/>
                <a:gd name="connsiteX23-3281" fmla="*/ 245268 w 1343025"/>
                <a:gd name="connsiteY23-3282" fmla="*/ 1193006 h 1343025"/>
                <a:gd name="connsiteX24-3283" fmla="*/ 333375 w 1343025"/>
                <a:gd name="connsiteY24-3284" fmla="*/ 1042987 h 1343025"/>
                <a:gd name="connsiteX25-3285" fmla="*/ 226218 w 1343025"/>
                <a:gd name="connsiteY25-3286" fmla="*/ 909637 h 1343025"/>
                <a:gd name="connsiteX26-3287" fmla="*/ 63879 w 1343025"/>
                <a:gd name="connsiteY26-3288" fmla="*/ 962957 h 1343025"/>
                <a:gd name="connsiteX27-3289" fmla="*/ 0 w 1343025"/>
                <a:gd name="connsiteY27-3290" fmla="*/ 733425 h 1343025"/>
                <a:gd name="connsiteX28-3291" fmla="*/ 166687 w 1343025"/>
                <a:gd name="connsiteY28-3292" fmla="*/ 690562 h 1343025"/>
                <a:gd name="connsiteX29-3293" fmla="*/ 190500 w 1343025"/>
                <a:gd name="connsiteY29-3294" fmla="*/ 521493 h 1343025"/>
                <a:gd name="connsiteX30-3295" fmla="*/ 35718 w 1343025"/>
                <a:gd name="connsiteY30-3296" fmla="*/ 440531 h 1343025"/>
                <a:gd name="connsiteX31-3297" fmla="*/ 154781 w 1343025"/>
                <a:gd name="connsiteY31-3298" fmla="*/ 242887 h 1343025"/>
                <a:gd name="connsiteX32-3299" fmla="*/ 297656 w 1343025"/>
                <a:gd name="connsiteY32-3300" fmla="*/ 330993 h 1343025"/>
                <a:gd name="connsiteX0-3301" fmla="*/ 297656 w 1343025"/>
                <a:gd name="connsiteY0-3302" fmla="*/ 330993 h 1343025"/>
                <a:gd name="connsiteX1-3303" fmla="*/ 431006 w 1343025"/>
                <a:gd name="connsiteY1-3304" fmla="*/ 226218 h 1343025"/>
                <a:gd name="connsiteX2-3305" fmla="*/ 378618 w 1343025"/>
                <a:gd name="connsiteY2-3306" fmla="*/ 61912 h 1343025"/>
                <a:gd name="connsiteX3-3307" fmla="*/ 602456 w 1343025"/>
                <a:gd name="connsiteY3-3308" fmla="*/ 0 h 1343025"/>
                <a:gd name="connsiteX4-3309" fmla="*/ 652462 w 1343025"/>
                <a:gd name="connsiteY4-3310" fmla="*/ 171450 h 1343025"/>
                <a:gd name="connsiteX5-3311" fmla="*/ 816768 w 1343025"/>
                <a:gd name="connsiteY5-3312" fmla="*/ 185737 h 1343025"/>
                <a:gd name="connsiteX6-3313" fmla="*/ 901561 w 1343025"/>
                <a:gd name="connsiteY6-3314" fmla="*/ 36133 h 1343025"/>
                <a:gd name="connsiteX7-3315" fmla="*/ 1104900 w 1343025"/>
                <a:gd name="connsiteY7-3316" fmla="*/ 150018 h 1343025"/>
                <a:gd name="connsiteX8-3317" fmla="*/ 1012031 w 1343025"/>
                <a:gd name="connsiteY8-3318" fmla="*/ 297656 h 1343025"/>
                <a:gd name="connsiteX9-3319" fmla="*/ 1119187 w 1343025"/>
                <a:gd name="connsiteY9-3320" fmla="*/ 431006 h 1343025"/>
                <a:gd name="connsiteX10-3321" fmla="*/ 1276765 w 1343025"/>
                <a:gd name="connsiteY10-3322" fmla="*/ 372406 h 1343025"/>
                <a:gd name="connsiteX11-3323" fmla="*/ 1343025 w 1343025"/>
                <a:gd name="connsiteY11-3324" fmla="*/ 602456 h 1343025"/>
                <a:gd name="connsiteX12-3325" fmla="*/ 1173956 w 1343025"/>
                <a:gd name="connsiteY12-3326" fmla="*/ 645318 h 1343025"/>
                <a:gd name="connsiteX13-3327" fmla="*/ 1157287 w 1343025"/>
                <a:gd name="connsiteY13-3328" fmla="*/ 812006 h 1343025"/>
                <a:gd name="connsiteX14-3329" fmla="*/ 1307306 w 1343025"/>
                <a:gd name="connsiteY14-3330" fmla="*/ 892968 h 1343025"/>
                <a:gd name="connsiteX15-3331" fmla="*/ 1193006 w 1343025"/>
                <a:gd name="connsiteY15-3332" fmla="*/ 1097756 h 1343025"/>
                <a:gd name="connsiteX16-3333" fmla="*/ 1040606 w 1343025"/>
                <a:gd name="connsiteY16-3334" fmla="*/ 1009650 h 1343025"/>
                <a:gd name="connsiteX17-3335" fmla="*/ 919162 w 1343025"/>
                <a:gd name="connsiteY17-3336" fmla="*/ 1112043 h 1343025"/>
                <a:gd name="connsiteX18-3337" fmla="*/ 973931 w 1343025"/>
                <a:gd name="connsiteY18-3338" fmla="*/ 1276350 h 1343025"/>
                <a:gd name="connsiteX19-3339" fmla="*/ 738084 w 1343025"/>
                <a:gd name="connsiteY19-3340" fmla="*/ 1343025 h 1343025"/>
                <a:gd name="connsiteX20-3341" fmla="*/ 695325 w 1343025"/>
                <a:gd name="connsiteY20-3342" fmla="*/ 1171575 h 1343025"/>
                <a:gd name="connsiteX21-3343" fmla="*/ 535781 w 1343025"/>
                <a:gd name="connsiteY21-3344" fmla="*/ 1154388 h 1343025"/>
                <a:gd name="connsiteX22-3345" fmla="*/ 452437 w 1343025"/>
                <a:gd name="connsiteY22-3346" fmla="*/ 1304925 h 1343025"/>
                <a:gd name="connsiteX23-3347" fmla="*/ 245268 w 1343025"/>
                <a:gd name="connsiteY23-3348" fmla="*/ 1193006 h 1343025"/>
                <a:gd name="connsiteX24-3349" fmla="*/ 333375 w 1343025"/>
                <a:gd name="connsiteY24-3350" fmla="*/ 1042987 h 1343025"/>
                <a:gd name="connsiteX25-3351" fmla="*/ 226218 w 1343025"/>
                <a:gd name="connsiteY25-3352" fmla="*/ 909637 h 1343025"/>
                <a:gd name="connsiteX26-3353" fmla="*/ 63879 w 1343025"/>
                <a:gd name="connsiteY26-3354" fmla="*/ 962957 h 1343025"/>
                <a:gd name="connsiteX27-3355" fmla="*/ 0 w 1343025"/>
                <a:gd name="connsiteY27-3356" fmla="*/ 733425 h 1343025"/>
                <a:gd name="connsiteX28-3357" fmla="*/ 166687 w 1343025"/>
                <a:gd name="connsiteY28-3358" fmla="*/ 690562 h 1343025"/>
                <a:gd name="connsiteX29-3359" fmla="*/ 190500 w 1343025"/>
                <a:gd name="connsiteY29-3360" fmla="*/ 521493 h 1343025"/>
                <a:gd name="connsiteX30-3361" fmla="*/ 35718 w 1343025"/>
                <a:gd name="connsiteY30-3362" fmla="*/ 440531 h 1343025"/>
                <a:gd name="connsiteX31-3363" fmla="*/ 154781 w 1343025"/>
                <a:gd name="connsiteY31-3364" fmla="*/ 242887 h 1343025"/>
                <a:gd name="connsiteX32-3365" fmla="*/ 297656 w 1343025"/>
                <a:gd name="connsiteY32-3366" fmla="*/ 330993 h 1343025"/>
                <a:gd name="connsiteX0-3367" fmla="*/ 297656 w 1343025"/>
                <a:gd name="connsiteY0-3368" fmla="*/ 330993 h 1343025"/>
                <a:gd name="connsiteX1-3369" fmla="*/ 431006 w 1343025"/>
                <a:gd name="connsiteY1-3370" fmla="*/ 226218 h 1343025"/>
                <a:gd name="connsiteX2-3371" fmla="*/ 378618 w 1343025"/>
                <a:gd name="connsiteY2-3372" fmla="*/ 61912 h 1343025"/>
                <a:gd name="connsiteX3-3373" fmla="*/ 602456 w 1343025"/>
                <a:gd name="connsiteY3-3374" fmla="*/ 0 h 1343025"/>
                <a:gd name="connsiteX4-3375" fmla="*/ 652462 w 1343025"/>
                <a:gd name="connsiteY4-3376" fmla="*/ 171450 h 1343025"/>
                <a:gd name="connsiteX5-3377" fmla="*/ 816768 w 1343025"/>
                <a:gd name="connsiteY5-3378" fmla="*/ 185737 h 1343025"/>
                <a:gd name="connsiteX6-3379" fmla="*/ 901561 w 1343025"/>
                <a:gd name="connsiteY6-3380" fmla="*/ 36133 h 1343025"/>
                <a:gd name="connsiteX7-3381" fmla="*/ 1104900 w 1343025"/>
                <a:gd name="connsiteY7-3382" fmla="*/ 150018 h 1343025"/>
                <a:gd name="connsiteX8-3383" fmla="*/ 1012031 w 1343025"/>
                <a:gd name="connsiteY8-3384" fmla="*/ 297656 h 1343025"/>
                <a:gd name="connsiteX9-3385" fmla="*/ 1119187 w 1343025"/>
                <a:gd name="connsiteY9-3386" fmla="*/ 431006 h 1343025"/>
                <a:gd name="connsiteX10-3387" fmla="*/ 1276765 w 1343025"/>
                <a:gd name="connsiteY10-3388" fmla="*/ 372406 h 1343025"/>
                <a:gd name="connsiteX11-3389" fmla="*/ 1343025 w 1343025"/>
                <a:gd name="connsiteY11-3390" fmla="*/ 602456 h 1343025"/>
                <a:gd name="connsiteX12-3391" fmla="*/ 1173956 w 1343025"/>
                <a:gd name="connsiteY12-3392" fmla="*/ 645318 h 1343025"/>
                <a:gd name="connsiteX13-3393" fmla="*/ 1157287 w 1343025"/>
                <a:gd name="connsiteY13-3394" fmla="*/ 812006 h 1343025"/>
                <a:gd name="connsiteX14-3395" fmla="*/ 1307306 w 1343025"/>
                <a:gd name="connsiteY14-3396" fmla="*/ 892968 h 1343025"/>
                <a:gd name="connsiteX15-3397" fmla="*/ 1193006 w 1343025"/>
                <a:gd name="connsiteY15-3398" fmla="*/ 1097756 h 1343025"/>
                <a:gd name="connsiteX16-3399" fmla="*/ 1040606 w 1343025"/>
                <a:gd name="connsiteY16-3400" fmla="*/ 1009650 h 1343025"/>
                <a:gd name="connsiteX17-3401" fmla="*/ 919162 w 1343025"/>
                <a:gd name="connsiteY17-3402" fmla="*/ 1112043 h 1343025"/>
                <a:gd name="connsiteX18-3403" fmla="*/ 973931 w 1343025"/>
                <a:gd name="connsiteY18-3404" fmla="*/ 1276350 h 1343025"/>
                <a:gd name="connsiteX19-3405" fmla="*/ 738084 w 1343025"/>
                <a:gd name="connsiteY19-3406" fmla="*/ 1343025 h 1343025"/>
                <a:gd name="connsiteX20-3407" fmla="*/ 695325 w 1343025"/>
                <a:gd name="connsiteY20-3408" fmla="*/ 1171575 h 1343025"/>
                <a:gd name="connsiteX21-3409" fmla="*/ 535781 w 1343025"/>
                <a:gd name="connsiteY21-3410" fmla="*/ 1154388 h 1343025"/>
                <a:gd name="connsiteX22-3411" fmla="*/ 452437 w 1343025"/>
                <a:gd name="connsiteY22-3412" fmla="*/ 1304925 h 1343025"/>
                <a:gd name="connsiteX23-3413" fmla="*/ 245268 w 1343025"/>
                <a:gd name="connsiteY23-3414" fmla="*/ 1193006 h 1343025"/>
                <a:gd name="connsiteX24-3415" fmla="*/ 333375 w 1343025"/>
                <a:gd name="connsiteY24-3416" fmla="*/ 1042987 h 1343025"/>
                <a:gd name="connsiteX25-3417" fmla="*/ 226218 w 1343025"/>
                <a:gd name="connsiteY25-3418" fmla="*/ 909637 h 1343025"/>
                <a:gd name="connsiteX26-3419" fmla="*/ 63879 w 1343025"/>
                <a:gd name="connsiteY26-3420" fmla="*/ 962957 h 1343025"/>
                <a:gd name="connsiteX27-3421" fmla="*/ 0 w 1343025"/>
                <a:gd name="connsiteY27-3422" fmla="*/ 733425 h 1343025"/>
                <a:gd name="connsiteX28-3423" fmla="*/ 166687 w 1343025"/>
                <a:gd name="connsiteY28-3424" fmla="*/ 690562 h 1343025"/>
                <a:gd name="connsiteX29-3425" fmla="*/ 190500 w 1343025"/>
                <a:gd name="connsiteY29-3426" fmla="*/ 521493 h 1343025"/>
                <a:gd name="connsiteX30-3427" fmla="*/ 35718 w 1343025"/>
                <a:gd name="connsiteY30-3428" fmla="*/ 440531 h 1343025"/>
                <a:gd name="connsiteX31-3429" fmla="*/ 154781 w 1343025"/>
                <a:gd name="connsiteY31-3430" fmla="*/ 242887 h 1343025"/>
                <a:gd name="connsiteX32-3431" fmla="*/ 297656 w 1343025"/>
                <a:gd name="connsiteY32-3432" fmla="*/ 330993 h 1343025"/>
                <a:gd name="connsiteX0-3433" fmla="*/ 297656 w 1343025"/>
                <a:gd name="connsiteY0-3434" fmla="*/ 330993 h 1343025"/>
                <a:gd name="connsiteX1-3435" fmla="*/ 431006 w 1343025"/>
                <a:gd name="connsiteY1-3436" fmla="*/ 226218 h 1343025"/>
                <a:gd name="connsiteX2-3437" fmla="*/ 378618 w 1343025"/>
                <a:gd name="connsiteY2-3438" fmla="*/ 61912 h 1343025"/>
                <a:gd name="connsiteX3-3439" fmla="*/ 602456 w 1343025"/>
                <a:gd name="connsiteY3-3440" fmla="*/ 0 h 1343025"/>
                <a:gd name="connsiteX4-3441" fmla="*/ 652462 w 1343025"/>
                <a:gd name="connsiteY4-3442" fmla="*/ 171450 h 1343025"/>
                <a:gd name="connsiteX5-3443" fmla="*/ 816768 w 1343025"/>
                <a:gd name="connsiteY5-3444" fmla="*/ 185737 h 1343025"/>
                <a:gd name="connsiteX6-3445" fmla="*/ 901561 w 1343025"/>
                <a:gd name="connsiteY6-3446" fmla="*/ 36133 h 1343025"/>
                <a:gd name="connsiteX7-3447" fmla="*/ 1104900 w 1343025"/>
                <a:gd name="connsiteY7-3448" fmla="*/ 150018 h 1343025"/>
                <a:gd name="connsiteX8-3449" fmla="*/ 1012031 w 1343025"/>
                <a:gd name="connsiteY8-3450" fmla="*/ 297656 h 1343025"/>
                <a:gd name="connsiteX9-3451" fmla="*/ 1119187 w 1343025"/>
                <a:gd name="connsiteY9-3452" fmla="*/ 431006 h 1343025"/>
                <a:gd name="connsiteX10-3453" fmla="*/ 1276765 w 1343025"/>
                <a:gd name="connsiteY10-3454" fmla="*/ 372406 h 1343025"/>
                <a:gd name="connsiteX11-3455" fmla="*/ 1343025 w 1343025"/>
                <a:gd name="connsiteY11-3456" fmla="*/ 602456 h 1343025"/>
                <a:gd name="connsiteX12-3457" fmla="*/ 1173956 w 1343025"/>
                <a:gd name="connsiteY12-3458" fmla="*/ 645318 h 1343025"/>
                <a:gd name="connsiteX13-3459" fmla="*/ 1157287 w 1343025"/>
                <a:gd name="connsiteY13-3460" fmla="*/ 812006 h 1343025"/>
                <a:gd name="connsiteX14-3461" fmla="*/ 1307306 w 1343025"/>
                <a:gd name="connsiteY14-3462" fmla="*/ 892968 h 1343025"/>
                <a:gd name="connsiteX15-3463" fmla="*/ 1193006 w 1343025"/>
                <a:gd name="connsiteY15-3464" fmla="*/ 1097756 h 1343025"/>
                <a:gd name="connsiteX16-3465" fmla="*/ 1040606 w 1343025"/>
                <a:gd name="connsiteY16-3466" fmla="*/ 1009650 h 1343025"/>
                <a:gd name="connsiteX17-3467" fmla="*/ 919162 w 1343025"/>
                <a:gd name="connsiteY17-3468" fmla="*/ 1112043 h 1343025"/>
                <a:gd name="connsiteX18-3469" fmla="*/ 973931 w 1343025"/>
                <a:gd name="connsiteY18-3470" fmla="*/ 1276350 h 1343025"/>
                <a:gd name="connsiteX19-3471" fmla="*/ 738084 w 1343025"/>
                <a:gd name="connsiteY19-3472" fmla="*/ 1343025 h 1343025"/>
                <a:gd name="connsiteX20-3473" fmla="*/ 695325 w 1343025"/>
                <a:gd name="connsiteY20-3474" fmla="*/ 1171575 h 1343025"/>
                <a:gd name="connsiteX21-3475" fmla="*/ 535781 w 1343025"/>
                <a:gd name="connsiteY21-3476" fmla="*/ 1154388 h 1343025"/>
                <a:gd name="connsiteX22-3477" fmla="*/ 452437 w 1343025"/>
                <a:gd name="connsiteY22-3478" fmla="*/ 1304925 h 1343025"/>
                <a:gd name="connsiteX23-3479" fmla="*/ 245268 w 1343025"/>
                <a:gd name="connsiteY23-3480" fmla="*/ 1193006 h 1343025"/>
                <a:gd name="connsiteX24-3481" fmla="*/ 333375 w 1343025"/>
                <a:gd name="connsiteY24-3482" fmla="*/ 1042987 h 1343025"/>
                <a:gd name="connsiteX25-3483" fmla="*/ 226218 w 1343025"/>
                <a:gd name="connsiteY25-3484" fmla="*/ 909637 h 1343025"/>
                <a:gd name="connsiteX26-3485" fmla="*/ 63879 w 1343025"/>
                <a:gd name="connsiteY26-3486" fmla="*/ 962957 h 1343025"/>
                <a:gd name="connsiteX27-3487" fmla="*/ 0 w 1343025"/>
                <a:gd name="connsiteY27-3488" fmla="*/ 733425 h 1343025"/>
                <a:gd name="connsiteX28-3489" fmla="*/ 166687 w 1343025"/>
                <a:gd name="connsiteY28-3490" fmla="*/ 690562 h 1343025"/>
                <a:gd name="connsiteX29-3491" fmla="*/ 190500 w 1343025"/>
                <a:gd name="connsiteY29-3492" fmla="*/ 521493 h 1343025"/>
                <a:gd name="connsiteX30-3493" fmla="*/ 35718 w 1343025"/>
                <a:gd name="connsiteY30-3494" fmla="*/ 440531 h 1343025"/>
                <a:gd name="connsiteX31-3495" fmla="*/ 154781 w 1343025"/>
                <a:gd name="connsiteY31-3496" fmla="*/ 242887 h 1343025"/>
                <a:gd name="connsiteX32-3497" fmla="*/ 297656 w 1343025"/>
                <a:gd name="connsiteY32-3498" fmla="*/ 330993 h 1343025"/>
                <a:gd name="connsiteX0-3499" fmla="*/ 297656 w 1343025"/>
                <a:gd name="connsiteY0-3500" fmla="*/ 330993 h 1343025"/>
                <a:gd name="connsiteX1-3501" fmla="*/ 431006 w 1343025"/>
                <a:gd name="connsiteY1-3502" fmla="*/ 226218 h 1343025"/>
                <a:gd name="connsiteX2-3503" fmla="*/ 378618 w 1343025"/>
                <a:gd name="connsiteY2-3504" fmla="*/ 61912 h 1343025"/>
                <a:gd name="connsiteX3-3505" fmla="*/ 602456 w 1343025"/>
                <a:gd name="connsiteY3-3506" fmla="*/ 0 h 1343025"/>
                <a:gd name="connsiteX4-3507" fmla="*/ 652462 w 1343025"/>
                <a:gd name="connsiteY4-3508" fmla="*/ 171450 h 1343025"/>
                <a:gd name="connsiteX5-3509" fmla="*/ 816768 w 1343025"/>
                <a:gd name="connsiteY5-3510" fmla="*/ 185737 h 1343025"/>
                <a:gd name="connsiteX6-3511" fmla="*/ 901561 w 1343025"/>
                <a:gd name="connsiteY6-3512" fmla="*/ 36133 h 1343025"/>
                <a:gd name="connsiteX7-3513" fmla="*/ 1104900 w 1343025"/>
                <a:gd name="connsiteY7-3514" fmla="*/ 150018 h 1343025"/>
                <a:gd name="connsiteX8-3515" fmla="*/ 1012031 w 1343025"/>
                <a:gd name="connsiteY8-3516" fmla="*/ 297656 h 1343025"/>
                <a:gd name="connsiteX9-3517" fmla="*/ 1119187 w 1343025"/>
                <a:gd name="connsiteY9-3518" fmla="*/ 431006 h 1343025"/>
                <a:gd name="connsiteX10-3519" fmla="*/ 1276765 w 1343025"/>
                <a:gd name="connsiteY10-3520" fmla="*/ 372406 h 1343025"/>
                <a:gd name="connsiteX11-3521" fmla="*/ 1343025 w 1343025"/>
                <a:gd name="connsiteY11-3522" fmla="*/ 602456 h 1343025"/>
                <a:gd name="connsiteX12-3523" fmla="*/ 1173956 w 1343025"/>
                <a:gd name="connsiteY12-3524" fmla="*/ 645318 h 1343025"/>
                <a:gd name="connsiteX13-3525" fmla="*/ 1157287 w 1343025"/>
                <a:gd name="connsiteY13-3526" fmla="*/ 812006 h 1343025"/>
                <a:gd name="connsiteX14-3527" fmla="*/ 1307306 w 1343025"/>
                <a:gd name="connsiteY14-3528" fmla="*/ 892968 h 1343025"/>
                <a:gd name="connsiteX15-3529" fmla="*/ 1193006 w 1343025"/>
                <a:gd name="connsiteY15-3530" fmla="*/ 1097756 h 1343025"/>
                <a:gd name="connsiteX16-3531" fmla="*/ 1040606 w 1343025"/>
                <a:gd name="connsiteY16-3532" fmla="*/ 1009650 h 1343025"/>
                <a:gd name="connsiteX17-3533" fmla="*/ 919162 w 1343025"/>
                <a:gd name="connsiteY17-3534" fmla="*/ 1112043 h 1343025"/>
                <a:gd name="connsiteX18-3535" fmla="*/ 973931 w 1343025"/>
                <a:gd name="connsiteY18-3536" fmla="*/ 1276350 h 1343025"/>
                <a:gd name="connsiteX19-3537" fmla="*/ 738084 w 1343025"/>
                <a:gd name="connsiteY19-3538" fmla="*/ 1343025 h 1343025"/>
                <a:gd name="connsiteX20-3539" fmla="*/ 695325 w 1343025"/>
                <a:gd name="connsiteY20-3540" fmla="*/ 1171575 h 1343025"/>
                <a:gd name="connsiteX21-3541" fmla="*/ 535781 w 1343025"/>
                <a:gd name="connsiteY21-3542" fmla="*/ 1154388 h 1343025"/>
                <a:gd name="connsiteX22-3543" fmla="*/ 452437 w 1343025"/>
                <a:gd name="connsiteY22-3544" fmla="*/ 1304925 h 1343025"/>
                <a:gd name="connsiteX23-3545" fmla="*/ 245268 w 1343025"/>
                <a:gd name="connsiteY23-3546" fmla="*/ 1193006 h 1343025"/>
                <a:gd name="connsiteX24-3547" fmla="*/ 333375 w 1343025"/>
                <a:gd name="connsiteY24-3548" fmla="*/ 1042987 h 1343025"/>
                <a:gd name="connsiteX25-3549" fmla="*/ 226218 w 1343025"/>
                <a:gd name="connsiteY25-3550" fmla="*/ 909637 h 1343025"/>
                <a:gd name="connsiteX26-3551" fmla="*/ 63879 w 1343025"/>
                <a:gd name="connsiteY26-3552" fmla="*/ 962957 h 1343025"/>
                <a:gd name="connsiteX27-3553" fmla="*/ 0 w 1343025"/>
                <a:gd name="connsiteY27-3554" fmla="*/ 733425 h 1343025"/>
                <a:gd name="connsiteX28-3555" fmla="*/ 166687 w 1343025"/>
                <a:gd name="connsiteY28-3556" fmla="*/ 690562 h 1343025"/>
                <a:gd name="connsiteX29-3557" fmla="*/ 190500 w 1343025"/>
                <a:gd name="connsiteY29-3558" fmla="*/ 521493 h 1343025"/>
                <a:gd name="connsiteX30-3559" fmla="*/ 35718 w 1343025"/>
                <a:gd name="connsiteY30-3560" fmla="*/ 440531 h 1343025"/>
                <a:gd name="connsiteX31-3561" fmla="*/ 154781 w 1343025"/>
                <a:gd name="connsiteY31-3562" fmla="*/ 242887 h 1343025"/>
                <a:gd name="connsiteX32-3563" fmla="*/ 297656 w 1343025"/>
                <a:gd name="connsiteY32-3564" fmla="*/ 330993 h 1343025"/>
                <a:gd name="connsiteX0-3565" fmla="*/ 297656 w 1343025"/>
                <a:gd name="connsiteY0-3566" fmla="*/ 330993 h 1343025"/>
                <a:gd name="connsiteX1-3567" fmla="*/ 431006 w 1343025"/>
                <a:gd name="connsiteY1-3568" fmla="*/ 226218 h 1343025"/>
                <a:gd name="connsiteX2-3569" fmla="*/ 378618 w 1343025"/>
                <a:gd name="connsiteY2-3570" fmla="*/ 61912 h 1343025"/>
                <a:gd name="connsiteX3-3571" fmla="*/ 602456 w 1343025"/>
                <a:gd name="connsiteY3-3572" fmla="*/ 0 h 1343025"/>
                <a:gd name="connsiteX4-3573" fmla="*/ 652462 w 1343025"/>
                <a:gd name="connsiteY4-3574" fmla="*/ 168551 h 1343025"/>
                <a:gd name="connsiteX5-3575" fmla="*/ 816768 w 1343025"/>
                <a:gd name="connsiteY5-3576" fmla="*/ 185737 h 1343025"/>
                <a:gd name="connsiteX6-3577" fmla="*/ 901561 w 1343025"/>
                <a:gd name="connsiteY6-3578" fmla="*/ 36133 h 1343025"/>
                <a:gd name="connsiteX7-3579" fmla="*/ 1104900 w 1343025"/>
                <a:gd name="connsiteY7-3580" fmla="*/ 150018 h 1343025"/>
                <a:gd name="connsiteX8-3581" fmla="*/ 1012031 w 1343025"/>
                <a:gd name="connsiteY8-3582" fmla="*/ 297656 h 1343025"/>
                <a:gd name="connsiteX9-3583" fmla="*/ 1119187 w 1343025"/>
                <a:gd name="connsiteY9-3584" fmla="*/ 431006 h 1343025"/>
                <a:gd name="connsiteX10-3585" fmla="*/ 1276765 w 1343025"/>
                <a:gd name="connsiteY10-3586" fmla="*/ 372406 h 1343025"/>
                <a:gd name="connsiteX11-3587" fmla="*/ 1343025 w 1343025"/>
                <a:gd name="connsiteY11-3588" fmla="*/ 602456 h 1343025"/>
                <a:gd name="connsiteX12-3589" fmla="*/ 1173956 w 1343025"/>
                <a:gd name="connsiteY12-3590" fmla="*/ 645318 h 1343025"/>
                <a:gd name="connsiteX13-3591" fmla="*/ 1157287 w 1343025"/>
                <a:gd name="connsiteY13-3592" fmla="*/ 812006 h 1343025"/>
                <a:gd name="connsiteX14-3593" fmla="*/ 1307306 w 1343025"/>
                <a:gd name="connsiteY14-3594" fmla="*/ 892968 h 1343025"/>
                <a:gd name="connsiteX15-3595" fmla="*/ 1193006 w 1343025"/>
                <a:gd name="connsiteY15-3596" fmla="*/ 1097756 h 1343025"/>
                <a:gd name="connsiteX16-3597" fmla="*/ 1040606 w 1343025"/>
                <a:gd name="connsiteY16-3598" fmla="*/ 1009650 h 1343025"/>
                <a:gd name="connsiteX17-3599" fmla="*/ 919162 w 1343025"/>
                <a:gd name="connsiteY17-3600" fmla="*/ 1112043 h 1343025"/>
                <a:gd name="connsiteX18-3601" fmla="*/ 973931 w 1343025"/>
                <a:gd name="connsiteY18-3602" fmla="*/ 1276350 h 1343025"/>
                <a:gd name="connsiteX19-3603" fmla="*/ 738084 w 1343025"/>
                <a:gd name="connsiteY19-3604" fmla="*/ 1343025 h 1343025"/>
                <a:gd name="connsiteX20-3605" fmla="*/ 695325 w 1343025"/>
                <a:gd name="connsiteY20-3606" fmla="*/ 1171575 h 1343025"/>
                <a:gd name="connsiteX21-3607" fmla="*/ 535781 w 1343025"/>
                <a:gd name="connsiteY21-3608" fmla="*/ 1154388 h 1343025"/>
                <a:gd name="connsiteX22-3609" fmla="*/ 452437 w 1343025"/>
                <a:gd name="connsiteY22-3610" fmla="*/ 1304925 h 1343025"/>
                <a:gd name="connsiteX23-3611" fmla="*/ 245268 w 1343025"/>
                <a:gd name="connsiteY23-3612" fmla="*/ 1193006 h 1343025"/>
                <a:gd name="connsiteX24-3613" fmla="*/ 333375 w 1343025"/>
                <a:gd name="connsiteY24-3614" fmla="*/ 1042987 h 1343025"/>
                <a:gd name="connsiteX25-3615" fmla="*/ 226218 w 1343025"/>
                <a:gd name="connsiteY25-3616" fmla="*/ 909637 h 1343025"/>
                <a:gd name="connsiteX26-3617" fmla="*/ 63879 w 1343025"/>
                <a:gd name="connsiteY26-3618" fmla="*/ 962957 h 1343025"/>
                <a:gd name="connsiteX27-3619" fmla="*/ 0 w 1343025"/>
                <a:gd name="connsiteY27-3620" fmla="*/ 733425 h 1343025"/>
                <a:gd name="connsiteX28-3621" fmla="*/ 166687 w 1343025"/>
                <a:gd name="connsiteY28-3622" fmla="*/ 690562 h 1343025"/>
                <a:gd name="connsiteX29-3623" fmla="*/ 190500 w 1343025"/>
                <a:gd name="connsiteY29-3624" fmla="*/ 521493 h 1343025"/>
                <a:gd name="connsiteX30-3625" fmla="*/ 35718 w 1343025"/>
                <a:gd name="connsiteY30-3626" fmla="*/ 440531 h 1343025"/>
                <a:gd name="connsiteX31-3627" fmla="*/ 154781 w 1343025"/>
                <a:gd name="connsiteY31-3628" fmla="*/ 242887 h 1343025"/>
                <a:gd name="connsiteX32-3629" fmla="*/ 297656 w 1343025"/>
                <a:gd name="connsiteY32-3630" fmla="*/ 330993 h 1343025"/>
                <a:gd name="connsiteX0-3631" fmla="*/ 297656 w 1343025"/>
                <a:gd name="connsiteY0-3632" fmla="*/ 330993 h 1343025"/>
                <a:gd name="connsiteX1-3633" fmla="*/ 431006 w 1343025"/>
                <a:gd name="connsiteY1-3634" fmla="*/ 226218 h 1343025"/>
                <a:gd name="connsiteX2-3635" fmla="*/ 378618 w 1343025"/>
                <a:gd name="connsiteY2-3636" fmla="*/ 61912 h 1343025"/>
                <a:gd name="connsiteX3-3637" fmla="*/ 602456 w 1343025"/>
                <a:gd name="connsiteY3-3638" fmla="*/ 0 h 1343025"/>
                <a:gd name="connsiteX4-3639" fmla="*/ 652462 w 1343025"/>
                <a:gd name="connsiteY4-3640" fmla="*/ 168551 h 1343025"/>
                <a:gd name="connsiteX5-3641" fmla="*/ 816768 w 1343025"/>
                <a:gd name="connsiteY5-3642" fmla="*/ 185737 h 1343025"/>
                <a:gd name="connsiteX6-3643" fmla="*/ 901561 w 1343025"/>
                <a:gd name="connsiteY6-3644" fmla="*/ 36133 h 1343025"/>
                <a:gd name="connsiteX7-3645" fmla="*/ 1104900 w 1343025"/>
                <a:gd name="connsiteY7-3646" fmla="*/ 150018 h 1343025"/>
                <a:gd name="connsiteX8-3647" fmla="*/ 1012031 w 1343025"/>
                <a:gd name="connsiteY8-3648" fmla="*/ 297656 h 1343025"/>
                <a:gd name="connsiteX9-3649" fmla="*/ 1119187 w 1343025"/>
                <a:gd name="connsiteY9-3650" fmla="*/ 431006 h 1343025"/>
                <a:gd name="connsiteX10-3651" fmla="*/ 1276765 w 1343025"/>
                <a:gd name="connsiteY10-3652" fmla="*/ 372406 h 1343025"/>
                <a:gd name="connsiteX11-3653" fmla="*/ 1343025 w 1343025"/>
                <a:gd name="connsiteY11-3654" fmla="*/ 602456 h 1343025"/>
                <a:gd name="connsiteX12-3655" fmla="*/ 1173956 w 1343025"/>
                <a:gd name="connsiteY12-3656" fmla="*/ 645318 h 1343025"/>
                <a:gd name="connsiteX13-3657" fmla="*/ 1157287 w 1343025"/>
                <a:gd name="connsiteY13-3658" fmla="*/ 812006 h 1343025"/>
                <a:gd name="connsiteX14-3659" fmla="*/ 1307306 w 1343025"/>
                <a:gd name="connsiteY14-3660" fmla="*/ 892968 h 1343025"/>
                <a:gd name="connsiteX15-3661" fmla="*/ 1193006 w 1343025"/>
                <a:gd name="connsiteY15-3662" fmla="*/ 1097756 h 1343025"/>
                <a:gd name="connsiteX16-3663" fmla="*/ 1040606 w 1343025"/>
                <a:gd name="connsiteY16-3664" fmla="*/ 1009650 h 1343025"/>
                <a:gd name="connsiteX17-3665" fmla="*/ 919162 w 1343025"/>
                <a:gd name="connsiteY17-3666" fmla="*/ 1112043 h 1343025"/>
                <a:gd name="connsiteX18-3667" fmla="*/ 973931 w 1343025"/>
                <a:gd name="connsiteY18-3668" fmla="*/ 1276350 h 1343025"/>
                <a:gd name="connsiteX19-3669" fmla="*/ 738084 w 1343025"/>
                <a:gd name="connsiteY19-3670" fmla="*/ 1343025 h 1343025"/>
                <a:gd name="connsiteX20-3671" fmla="*/ 695325 w 1343025"/>
                <a:gd name="connsiteY20-3672" fmla="*/ 1171575 h 1343025"/>
                <a:gd name="connsiteX21-3673" fmla="*/ 535781 w 1343025"/>
                <a:gd name="connsiteY21-3674" fmla="*/ 1154388 h 1343025"/>
                <a:gd name="connsiteX22-3675" fmla="*/ 452437 w 1343025"/>
                <a:gd name="connsiteY22-3676" fmla="*/ 1304925 h 1343025"/>
                <a:gd name="connsiteX23-3677" fmla="*/ 245268 w 1343025"/>
                <a:gd name="connsiteY23-3678" fmla="*/ 1193006 h 1343025"/>
                <a:gd name="connsiteX24-3679" fmla="*/ 333375 w 1343025"/>
                <a:gd name="connsiteY24-3680" fmla="*/ 1042987 h 1343025"/>
                <a:gd name="connsiteX25-3681" fmla="*/ 226218 w 1343025"/>
                <a:gd name="connsiteY25-3682" fmla="*/ 909637 h 1343025"/>
                <a:gd name="connsiteX26-3683" fmla="*/ 63879 w 1343025"/>
                <a:gd name="connsiteY26-3684" fmla="*/ 962957 h 1343025"/>
                <a:gd name="connsiteX27-3685" fmla="*/ 0 w 1343025"/>
                <a:gd name="connsiteY27-3686" fmla="*/ 733425 h 1343025"/>
                <a:gd name="connsiteX28-3687" fmla="*/ 166687 w 1343025"/>
                <a:gd name="connsiteY28-3688" fmla="*/ 690562 h 1343025"/>
                <a:gd name="connsiteX29-3689" fmla="*/ 190500 w 1343025"/>
                <a:gd name="connsiteY29-3690" fmla="*/ 521493 h 1343025"/>
                <a:gd name="connsiteX30-3691" fmla="*/ 35718 w 1343025"/>
                <a:gd name="connsiteY30-3692" fmla="*/ 440531 h 1343025"/>
                <a:gd name="connsiteX31-3693" fmla="*/ 154781 w 1343025"/>
                <a:gd name="connsiteY31-3694" fmla="*/ 242887 h 1343025"/>
                <a:gd name="connsiteX32-3695" fmla="*/ 297656 w 1343025"/>
                <a:gd name="connsiteY32-3696" fmla="*/ 330993 h 1343025"/>
                <a:gd name="connsiteX0-3697" fmla="*/ 297656 w 1343025"/>
                <a:gd name="connsiteY0-3698" fmla="*/ 330993 h 1343025"/>
                <a:gd name="connsiteX1-3699" fmla="*/ 431006 w 1343025"/>
                <a:gd name="connsiteY1-3700" fmla="*/ 226218 h 1343025"/>
                <a:gd name="connsiteX2-3701" fmla="*/ 378618 w 1343025"/>
                <a:gd name="connsiteY2-3702" fmla="*/ 61912 h 1343025"/>
                <a:gd name="connsiteX3-3703" fmla="*/ 602456 w 1343025"/>
                <a:gd name="connsiteY3-3704" fmla="*/ 0 h 1343025"/>
                <a:gd name="connsiteX4-3705" fmla="*/ 652462 w 1343025"/>
                <a:gd name="connsiteY4-3706" fmla="*/ 168551 h 1343025"/>
                <a:gd name="connsiteX5-3707" fmla="*/ 816768 w 1343025"/>
                <a:gd name="connsiteY5-3708" fmla="*/ 185737 h 1343025"/>
                <a:gd name="connsiteX6-3709" fmla="*/ 901561 w 1343025"/>
                <a:gd name="connsiteY6-3710" fmla="*/ 36133 h 1343025"/>
                <a:gd name="connsiteX7-3711" fmla="*/ 1104900 w 1343025"/>
                <a:gd name="connsiteY7-3712" fmla="*/ 150018 h 1343025"/>
                <a:gd name="connsiteX8-3713" fmla="*/ 1012031 w 1343025"/>
                <a:gd name="connsiteY8-3714" fmla="*/ 297656 h 1343025"/>
                <a:gd name="connsiteX9-3715" fmla="*/ 1119187 w 1343025"/>
                <a:gd name="connsiteY9-3716" fmla="*/ 431006 h 1343025"/>
                <a:gd name="connsiteX10-3717" fmla="*/ 1276765 w 1343025"/>
                <a:gd name="connsiteY10-3718" fmla="*/ 372406 h 1343025"/>
                <a:gd name="connsiteX11-3719" fmla="*/ 1343025 w 1343025"/>
                <a:gd name="connsiteY11-3720" fmla="*/ 602456 h 1343025"/>
                <a:gd name="connsiteX12-3721" fmla="*/ 1173956 w 1343025"/>
                <a:gd name="connsiteY12-3722" fmla="*/ 645318 h 1343025"/>
                <a:gd name="connsiteX13-3723" fmla="*/ 1157287 w 1343025"/>
                <a:gd name="connsiteY13-3724" fmla="*/ 812006 h 1343025"/>
                <a:gd name="connsiteX14-3725" fmla="*/ 1307306 w 1343025"/>
                <a:gd name="connsiteY14-3726" fmla="*/ 892968 h 1343025"/>
                <a:gd name="connsiteX15-3727" fmla="*/ 1193006 w 1343025"/>
                <a:gd name="connsiteY15-3728" fmla="*/ 1097756 h 1343025"/>
                <a:gd name="connsiteX16-3729" fmla="*/ 1040606 w 1343025"/>
                <a:gd name="connsiteY16-3730" fmla="*/ 1009650 h 1343025"/>
                <a:gd name="connsiteX17-3731" fmla="*/ 919162 w 1343025"/>
                <a:gd name="connsiteY17-3732" fmla="*/ 1112043 h 1343025"/>
                <a:gd name="connsiteX18-3733" fmla="*/ 973931 w 1343025"/>
                <a:gd name="connsiteY18-3734" fmla="*/ 1276350 h 1343025"/>
                <a:gd name="connsiteX19-3735" fmla="*/ 738084 w 1343025"/>
                <a:gd name="connsiteY19-3736" fmla="*/ 1343025 h 1343025"/>
                <a:gd name="connsiteX20-3737" fmla="*/ 695325 w 1343025"/>
                <a:gd name="connsiteY20-3738" fmla="*/ 1171575 h 1343025"/>
                <a:gd name="connsiteX21-3739" fmla="*/ 535781 w 1343025"/>
                <a:gd name="connsiteY21-3740" fmla="*/ 1154388 h 1343025"/>
                <a:gd name="connsiteX22-3741" fmla="*/ 452437 w 1343025"/>
                <a:gd name="connsiteY22-3742" fmla="*/ 1304925 h 1343025"/>
                <a:gd name="connsiteX23-3743" fmla="*/ 245268 w 1343025"/>
                <a:gd name="connsiteY23-3744" fmla="*/ 1193006 h 1343025"/>
                <a:gd name="connsiteX24-3745" fmla="*/ 333375 w 1343025"/>
                <a:gd name="connsiteY24-3746" fmla="*/ 1042987 h 1343025"/>
                <a:gd name="connsiteX25-3747" fmla="*/ 226218 w 1343025"/>
                <a:gd name="connsiteY25-3748" fmla="*/ 909637 h 1343025"/>
                <a:gd name="connsiteX26-3749" fmla="*/ 63879 w 1343025"/>
                <a:gd name="connsiteY26-3750" fmla="*/ 962957 h 1343025"/>
                <a:gd name="connsiteX27-3751" fmla="*/ 0 w 1343025"/>
                <a:gd name="connsiteY27-3752" fmla="*/ 733425 h 1343025"/>
                <a:gd name="connsiteX28-3753" fmla="*/ 166687 w 1343025"/>
                <a:gd name="connsiteY28-3754" fmla="*/ 690562 h 1343025"/>
                <a:gd name="connsiteX29-3755" fmla="*/ 190500 w 1343025"/>
                <a:gd name="connsiteY29-3756" fmla="*/ 521493 h 1343025"/>
                <a:gd name="connsiteX30-3757" fmla="*/ 35718 w 1343025"/>
                <a:gd name="connsiteY30-3758" fmla="*/ 440531 h 1343025"/>
                <a:gd name="connsiteX31-3759" fmla="*/ 154781 w 1343025"/>
                <a:gd name="connsiteY31-3760" fmla="*/ 242887 h 1343025"/>
                <a:gd name="connsiteX32-3761" fmla="*/ 297656 w 1343025"/>
                <a:gd name="connsiteY32-3762" fmla="*/ 330993 h 1343025"/>
                <a:gd name="connsiteX0-3763" fmla="*/ 297656 w 1343025"/>
                <a:gd name="connsiteY0-3764" fmla="*/ 330993 h 1343025"/>
                <a:gd name="connsiteX1-3765" fmla="*/ 431006 w 1343025"/>
                <a:gd name="connsiteY1-3766" fmla="*/ 226218 h 1343025"/>
                <a:gd name="connsiteX2-3767" fmla="*/ 378618 w 1343025"/>
                <a:gd name="connsiteY2-3768" fmla="*/ 61912 h 1343025"/>
                <a:gd name="connsiteX3-3769" fmla="*/ 602456 w 1343025"/>
                <a:gd name="connsiteY3-3770" fmla="*/ 0 h 1343025"/>
                <a:gd name="connsiteX4-3771" fmla="*/ 652462 w 1343025"/>
                <a:gd name="connsiteY4-3772" fmla="*/ 168551 h 1343025"/>
                <a:gd name="connsiteX5-3773" fmla="*/ 816768 w 1343025"/>
                <a:gd name="connsiteY5-3774" fmla="*/ 185737 h 1343025"/>
                <a:gd name="connsiteX6-3775" fmla="*/ 901561 w 1343025"/>
                <a:gd name="connsiteY6-3776" fmla="*/ 36133 h 1343025"/>
                <a:gd name="connsiteX7-3777" fmla="*/ 1104900 w 1343025"/>
                <a:gd name="connsiteY7-3778" fmla="*/ 150018 h 1343025"/>
                <a:gd name="connsiteX8-3779" fmla="*/ 1012031 w 1343025"/>
                <a:gd name="connsiteY8-3780" fmla="*/ 297656 h 1343025"/>
                <a:gd name="connsiteX9-3781" fmla="*/ 1119187 w 1343025"/>
                <a:gd name="connsiteY9-3782" fmla="*/ 431006 h 1343025"/>
                <a:gd name="connsiteX10-3783" fmla="*/ 1276765 w 1343025"/>
                <a:gd name="connsiteY10-3784" fmla="*/ 372406 h 1343025"/>
                <a:gd name="connsiteX11-3785" fmla="*/ 1343025 w 1343025"/>
                <a:gd name="connsiteY11-3786" fmla="*/ 602456 h 1343025"/>
                <a:gd name="connsiteX12-3787" fmla="*/ 1173956 w 1343025"/>
                <a:gd name="connsiteY12-3788" fmla="*/ 645318 h 1343025"/>
                <a:gd name="connsiteX13-3789" fmla="*/ 1157287 w 1343025"/>
                <a:gd name="connsiteY13-3790" fmla="*/ 812006 h 1343025"/>
                <a:gd name="connsiteX14-3791" fmla="*/ 1307306 w 1343025"/>
                <a:gd name="connsiteY14-3792" fmla="*/ 892968 h 1343025"/>
                <a:gd name="connsiteX15-3793" fmla="*/ 1193006 w 1343025"/>
                <a:gd name="connsiteY15-3794" fmla="*/ 1097756 h 1343025"/>
                <a:gd name="connsiteX16-3795" fmla="*/ 1040606 w 1343025"/>
                <a:gd name="connsiteY16-3796" fmla="*/ 1009650 h 1343025"/>
                <a:gd name="connsiteX17-3797" fmla="*/ 919162 w 1343025"/>
                <a:gd name="connsiteY17-3798" fmla="*/ 1112043 h 1343025"/>
                <a:gd name="connsiteX18-3799" fmla="*/ 973931 w 1343025"/>
                <a:gd name="connsiteY18-3800" fmla="*/ 1276350 h 1343025"/>
                <a:gd name="connsiteX19-3801" fmla="*/ 738084 w 1343025"/>
                <a:gd name="connsiteY19-3802" fmla="*/ 1343025 h 1343025"/>
                <a:gd name="connsiteX20-3803" fmla="*/ 695325 w 1343025"/>
                <a:gd name="connsiteY20-3804" fmla="*/ 1171575 h 1343025"/>
                <a:gd name="connsiteX21-3805" fmla="*/ 535781 w 1343025"/>
                <a:gd name="connsiteY21-3806" fmla="*/ 1154388 h 1343025"/>
                <a:gd name="connsiteX22-3807" fmla="*/ 452437 w 1343025"/>
                <a:gd name="connsiteY22-3808" fmla="*/ 1304925 h 1343025"/>
                <a:gd name="connsiteX23-3809" fmla="*/ 245268 w 1343025"/>
                <a:gd name="connsiteY23-3810" fmla="*/ 1193006 h 1343025"/>
                <a:gd name="connsiteX24-3811" fmla="*/ 333375 w 1343025"/>
                <a:gd name="connsiteY24-3812" fmla="*/ 1042987 h 1343025"/>
                <a:gd name="connsiteX25-3813" fmla="*/ 226218 w 1343025"/>
                <a:gd name="connsiteY25-3814" fmla="*/ 909637 h 1343025"/>
                <a:gd name="connsiteX26-3815" fmla="*/ 63879 w 1343025"/>
                <a:gd name="connsiteY26-3816" fmla="*/ 962957 h 1343025"/>
                <a:gd name="connsiteX27-3817" fmla="*/ 0 w 1343025"/>
                <a:gd name="connsiteY27-3818" fmla="*/ 733425 h 1343025"/>
                <a:gd name="connsiteX28-3819" fmla="*/ 166687 w 1343025"/>
                <a:gd name="connsiteY28-3820" fmla="*/ 690562 h 1343025"/>
                <a:gd name="connsiteX29-3821" fmla="*/ 190500 w 1343025"/>
                <a:gd name="connsiteY29-3822" fmla="*/ 521493 h 1343025"/>
                <a:gd name="connsiteX30-3823" fmla="*/ 35718 w 1343025"/>
                <a:gd name="connsiteY30-3824" fmla="*/ 440531 h 1343025"/>
                <a:gd name="connsiteX31-3825" fmla="*/ 154781 w 1343025"/>
                <a:gd name="connsiteY31-3826" fmla="*/ 242887 h 1343025"/>
                <a:gd name="connsiteX32-3827" fmla="*/ 297656 w 1343025"/>
                <a:gd name="connsiteY32-3828" fmla="*/ 330993 h 13430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</a:cxnLst>
              <a:rect l="l" t="t" r="r" b="b"/>
              <a:pathLst>
                <a:path w="1343025" h="1343025">
                  <a:moveTo>
                    <a:pt x="297656" y="330993"/>
                  </a:moveTo>
                  <a:cubicBezTo>
                    <a:pt x="346075" y="285749"/>
                    <a:pt x="380206" y="254793"/>
                    <a:pt x="431006" y="226218"/>
                  </a:cubicBezTo>
                  <a:lnTo>
                    <a:pt x="378618" y="61912"/>
                  </a:lnTo>
                  <a:cubicBezTo>
                    <a:pt x="441325" y="31750"/>
                    <a:pt x="527843" y="11112"/>
                    <a:pt x="602456" y="0"/>
                  </a:cubicBezTo>
                  <a:lnTo>
                    <a:pt x="652462" y="168551"/>
                  </a:lnTo>
                  <a:cubicBezTo>
                    <a:pt x="695636" y="169172"/>
                    <a:pt x="766761" y="173831"/>
                    <a:pt x="816768" y="185737"/>
                  </a:cubicBezTo>
                  <a:lnTo>
                    <a:pt x="901561" y="36133"/>
                  </a:lnTo>
                  <a:cubicBezTo>
                    <a:pt x="965579" y="60221"/>
                    <a:pt x="1043781" y="101600"/>
                    <a:pt x="1104900" y="150018"/>
                  </a:cubicBezTo>
                  <a:lnTo>
                    <a:pt x="1012031" y="297656"/>
                  </a:lnTo>
                  <a:cubicBezTo>
                    <a:pt x="1054100" y="338137"/>
                    <a:pt x="1089024" y="378618"/>
                    <a:pt x="1119187" y="431006"/>
                  </a:cubicBezTo>
                  <a:lnTo>
                    <a:pt x="1276765" y="372406"/>
                  </a:lnTo>
                  <a:cubicBezTo>
                    <a:pt x="1311690" y="446224"/>
                    <a:pt x="1334293" y="523875"/>
                    <a:pt x="1343025" y="602456"/>
                  </a:cubicBezTo>
                  <a:lnTo>
                    <a:pt x="1173956" y="645318"/>
                  </a:lnTo>
                  <a:cubicBezTo>
                    <a:pt x="1175544" y="693737"/>
                    <a:pt x="1177130" y="744537"/>
                    <a:pt x="1157287" y="812006"/>
                  </a:cubicBezTo>
                  <a:lnTo>
                    <a:pt x="1307306" y="892968"/>
                  </a:lnTo>
                  <a:cubicBezTo>
                    <a:pt x="1290637" y="958850"/>
                    <a:pt x="1246740" y="1034255"/>
                    <a:pt x="1193006" y="1097756"/>
                  </a:cubicBezTo>
                  <a:lnTo>
                    <a:pt x="1040606" y="1009650"/>
                  </a:lnTo>
                  <a:cubicBezTo>
                    <a:pt x="1014413" y="1043781"/>
                    <a:pt x="964406" y="1087437"/>
                    <a:pt x="919162" y="1112043"/>
                  </a:cubicBezTo>
                  <a:lnTo>
                    <a:pt x="973931" y="1276350"/>
                  </a:lnTo>
                  <a:cubicBezTo>
                    <a:pt x="900112" y="1310481"/>
                    <a:pt x="828571" y="1330325"/>
                    <a:pt x="738084" y="1343025"/>
                  </a:cubicBezTo>
                  <a:lnTo>
                    <a:pt x="695325" y="1171575"/>
                  </a:lnTo>
                  <a:cubicBezTo>
                    <a:pt x="651669" y="1176337"/>
                    <a:pt x="586580" y="1168676"/>
                    <a:pt x="535781" y="1154388"/>
                  </a:cubicBezTo>
                  <a:lnTo>
                    <a:pt x="452437" y="1304925"/>
                  </a:lnTo>
                  <a:cubicBezTo>
                    <a:pt x="392906" y="1293812"/>
                    <a:pt x="302417" y="1239837"/>
                    <a:pt x="245268" y="1193006"/>
                  </a:cubicBezTo>
                  <a:lnTo>
                    <a:pt x="333375" y="1042987"/>
                  </a:lnTo>
                  <a:cubicBezTo>
                    <a:pt x="293204" y="1012721"/>
                    <a:pt x="255311" y="954500"/>
                    <a:pt x="226218" y="909637"/>
                  </a:cubicBezTo>
                  <a:lnTo>
                    <a:pt x="63879" y="962957"/>
                  </a:lnTo>
                  <a:cubicBezTo>
                    <a:pt x="34406" y="902528"/>
                    <a:pt x="7938" y="815181"/>
                    <a:pt x="0" y="733425"/>
                  </a:cubicBezTo>
                  <a:lnTo>
                    <a:pt x="166687" y="690562"/>
                  </a:lnTo>
                  <a:cubicBezTo>
                    <a:pt x="172243" y="621506"/>
                    <a:pt x="173037" y="583406"/>
                    <a:pt x="190500" y="521493"/>
                  </a:cubicBezTo>
                  <a:lnTo>
                    <a:pt x="35718" y="440531"/>
                  </a:lnTo>
                  <a:cubicBezTo>
                    <a:pt x="65881" y="367506"/>
                    <a:pt x="100806" y="296862"/>
                    <a:pt x="154781" y="242887"/>
                  </a:cubicBezTo>
                  <a:lnTo>
                    <a:pt x="297656" y="330993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3678640" y="1394520"/>
              <a:ext cx="2602380" cy="2616258"/>
            </a:xfrm>
            <a:custGeom>
              <a:avLst/>
              <a:gdLst>
                <a:gd name="connsiteX0" fmla="*/ 850952 w 2597643"/>
                <a:gd name="connsiteY0" fmla="*/ 447869 h 2601375"/>
                <a:gd name="connsiteX1" fmla="*/ 1160729 w 2597643"/>
                <a:gd name="connsiteY1" fmla="*/ 354563 h 2601375"/>
                <a:gd name="connsiteX2" fmla="*/ 1164461 w 2597643"/>
                <a:gd name="connsiteY2" fmla="*/ 0 h 2601375"/>
                <a:gd name="connsiteX3" fmla="*/ 1645920 w 2597643"/>
                <a:gd name="connsiteY3" fmla="*/ 41055 h 2601375"/>
                <a:gd name="connsiteX4" fmla="*/ 1582472 w 2597643"/>
                <a:gd name="connsiteY4" fmla="*/ 388153 h 2601375"/>
                <a:gd name="connsiteX5" fmla="*/ 1884784 w 2597643"/>
                <a:gd name="connsiteY5" fmla="*/ 537443 h 2601375"/>
                <a:gd name="connsiteX6" fmla="*/ 2142309 w 2597643"/>
                <a:gd name="connsiteY6" fmla="*/ 298579 h 2601375"/>
                <a:gd name="connsiteX7" fmla="*/ 2429692 w 2597643"/>
                <a:gd name="connsiteY7" fmla="*/ 656875 h 2601375"/>
                <a:gd name="connsiteX8" fmla="*/ 2146041 w 2597643"/>
                <a:gd name="connsiteY8" fmla="*/ 850952 h 2601375"/>
                <a:gd name="connsiteX9" fmla="*/ 2246812 w 2597643"/>
                <a:gd name="connsiteY9" fmla="*/ 1194318 h 2601375"/>
                <a:gd name="connsiteX10" fmla="*/ 2597643 w 2597643"/>
                <a:gd name="connsiteY10" fmla="*/ 1160728 h 2601375"/>
                <a:gd name="connsiteX11" fmla="*/ 2556588 w 2597643"/>
                <a:gd name="connsiteY11" fmla="*/ 1645920 h 2601375"/>
                <a:gd name="connsiteX12" fmla="*/ 2209489 w 2597643"/>
                <a:gd name="connsiteY12" fmla="*/ 1593668 h 2601375"/>
                <a:gd name="connsiteX13" fmla="*/ 2052735 w 2597643"/>
                <a:gd name="connsiteY13" fmla="*/ 1877319 h 2601375"/>
                <a:gd name="connsiteX14" fmla="*/ 2291599 w 2597643"/>
                <a:gd name="connsiteY14" fmla="*/ 2134844 h 2601375"/>
                <a:gd name="connsiteX15" fmla="*/ 1944500 w 2597643"/>
                <a:gd name="connsiteY15" fmla="*/ 2437156 h 2601375"/>
                <a:gd name="connsiteX16" fmla="*/ 1724298 w 2597643"/>
                <a:gd name="connsiteY16" fmla="*/ 2153505 h 2601375"/>
                <a:gd name="connsiteX17" fmla="*/ 1429450 w 2597643"/>
                <a:gd name="connsiteY17" fmla="*/ 2246811 h 2601375"/>
                <a:gd name="connsiteX18" fmla="*/ 1410789 w 2597643"/>
                <a:gd name="connsiteY18" fmla="*/ 2601375 h 2601375"/>
                <a:gd name="connsiteX19" fmla="*/ 944258 w 2597643"/>
                <a:gd name="connsiteY19" fmla="*/ 2560320 h 2601375"/>
                <a:gd name="connsiteX20" fmla="*/ 1011439 w 2597643"/>
                <a:gd name="connsiteY20" fmla="*/ 2213221 h 2601375"/>
                <a:gd name="connsiteX21" fmla="*/ 716591 w 2597643"/>
                <a:gd name="connsiteY21" fmla="*/ 2067664 h 2601375"/>
                <a:gd name="connsiteX22" fmla="*/ 459067 w 2597643"/>
                <a:gd name="connsiteY22" fmla="*/ 2299063 h 2601375"/>
                <a:gd name="connsiteX23" fmla="*/ 164219 w 2597643"/>
                <a:gd name="connsiteY23" fmla="*/ 1955696 h 2601375"/>
                <a:gd name="connsiteX24" fmla="*/ 440405 w 2597643"/>
                <a:gd name="connsiteY24" fmla="*/ 1731761 h 2601375"/>
                <a:gd name="connsiteX25" fmla="*/ 343367 w 2597643"/>
                <a:gd name="connsiteY25" fmla="*/ 1425717 h 2601375"/>
                <a:gd name="connsiteX26" fmla="*/ 0 w 2597643"/>
                <a:gd name="connsiteY26" fmla="*/ 1440646 h 2601375"/>
                <a:gd name="connsiteX27" fmla="*/ 33591 w 2597643"/>
                <a:gd name="connsiteY27" fmla="*/ 974116 h 2601375"/>
                <a:gd name="connsiteX28" fmla="*/ 380689 w 2597643"/>
                <a:gd name="connsiteY28" fmla="*/ 1007706 h 2601375"/>
                <a:gd name="connsiteX29" fmla="*/ 529979 w 2597643"/>
                <a:gd name="connsiteY29" fmla="*/ 724055 h 2601375"/>
                <a:gd name="connsiteX30" fmla="*/ 287383 w 2597643"/>
                <a:gd name="connsiteY30" fmla="*/ 470263 h 2601375"/>
                <a:gd name="connsiteX31" fmla="*/ 630750 w 2597643"/>
                <a:gd name="connsiteY31" fmla="*/ 171683 h 2601375"/>
                <a:gd name="connsiteX32" fmla="*/ 850952 w 2597643"/>
                <a:gd name="connsiteY32" fmla="*/ 447869 h 2601375"/>
                <a:gd name="connsiteX0-1" fmla="*/ 850952 w 2597643"/>
                <a:gd name="connsiteY0-2" fmla="*/ 447869 h 2601375"/>
                <a:gd name="connsiteX1-3" fmla="*/ 1160729 w 2597643"/>
                <a:gd name="connsiteY1-4" fmla="*/ 354563 h 2601375"/>
                <a:gd name="connsiteX2-5" fmla="*/ 1164461 w 2597643"/>
                <a:gd name="connsiteY2-6" fmla="*/ 0 h 2601375"/>
                <a:gd name="connsiteX3-7" fmla="*/ 1645920 w 2597643"/>
                <a:gd name="connsiteY3-8" fmla="*/ 41055 h 2601375"/>
                <a:gd name="connsiteX4-9" fmla="*/ 1582472 w 2597643"/>
                <a:gd name="connsiteY4-10" fmla="*/ 388153 h 2601375"/>
                <a:gd name="connsiteX5-11" fmla="*/ 1884784 w 2597643"/>
                <a:gd name="connsiteY5-12" fmla="*/ 537443 h 2601375"/>
                <a:gd name="connsiteX6-13" fmla="*/ 2142309 w 2597643"/>
                <a:gd name="connsiteY6-14" fmla="*/ 298579 h 2601375"/>
                <a:gd name="connsiteX7-15" fmla="*/ 2429692 w 2597643"/>
                <a:gd name="connsiteY7-16" fmla="*/ 656875 h 2601375"/>
                <a:gd name="connsiteX8-17" fmla="*/ 2146041 w 2597643"/>
                <a:gd name="connsiteY8-18" fmla="*/ 850952 h 2601375"/>
                <a:gd name="connsiteX9-19" fmla="*/ 2246812 w 2597643"/>
                <a:gd name="connsiteY9-20" fmla="*/ 1194318 h 2601375"/>
                <a:gd name="connsiteX10-21" fmla="*/ 2597643 w 2597643"/>
                <a:gd name="connsiteY10-22" fmla="*/ 1160728 h 2601375"/>
                <a:gd name="connsiteX11-23" fmla="*/ 2556588 w 2597643"/>
                <a:gd name="connsiteY11-24" fmla="*/ 1645920 h 2601375"/>
                <a:gd name="connsiteX12-25" fmla="*/ 2209489 w 2597643"/>
                <a:gd name="connsiteY12-26" fmla="*/ 1593668 h 2601375"/>
                <a:gd name="connsiteX13-27" fmla="*/ 2052735 w 2597643"/>
                <a:gd name="connsiteY13-28" fmla="*/ 1877319 h 2601375"/>
                <a:gd name="connsiteX14-29" fmla="*/ 2291599 w 2597643"/>
                <a:gd name="connsiteY14-30" fmla="*/ 2134844 h 2601375"/>
                <a:gd name="connsiteX15-31" fmla="*/ 1944500 w 2597643"/>
                <a:gd name="connsiteY15-32" fmla="*/ 2437156 h 2601375"/>
                <a:gd name="connsiteX16-33" fmla="*/ 1724298 w 2597643"/>
                <a:gd name="connsiteY16-34" fmla="*/ 2153505 h 2601375"/>
                <a:gd name="connsiteX17-35" fmla="*/ 1429450 w 2597643"/>
                <a:gd name="connsiteY17-36" fmla="*/ 2246811 h 2601375"/>
                <a:gd name="connsiteX18-37" fmla="*/ 1410789 w 2597643"/>
                <a:gd name="connsiteY18-38" fmla="*/ 2601375 h 2601375"/>
                <a:gd name="connsiteX19-39" fmla="*/ 944258 w 2597643"/>
                <a:gd name="connsiteY19-40" fmla="*/ 2560320 h 2601375"/>
                <a:gd name="connsiteX20-41" fmla="*/ 1011439 w 2597643"/>
                <a:gd name="connsiteY20-42" fmla="*/ 2213221 h 2601375"/>
                <a:gd name="connsiteX21-43" fmla="*/ 716591 w 2597643"/>
                <a:gd name="connsiteY21-44" fmla="*/ 2067664 h 2601375"/>
                <a:gd name="connsiteX22-45" fmla="*/ 459067 w 2597643"/>
                <a:gd name="connsiteY22-46" fmla="*/ 2299063 h 2601375"/>
                <a:gd name="connsiteX23-47" fmla="*/ 164219 w 2597643"/>
                <a:gd name="connsiteY23-48" fmla="*/ 1955696 h 2601375"/>
                <a:gd name="connsiteX24-49" fmla="*/ 440405 w 2597643"/>
                <a:gd name="connsiteY24-50" fmla="*/ 1731761 h 2601375"/>
                <a:gd name="connsiteX25-51" fmla="*/ 343367 w 2597643"/>
                <a:gd name="connsiteY25-52" fmla="*/ 1425717 h 2601375"/>
                <a:gd name="connsiteX26-53" fmla="*/ 0 w 2597643"/>
                <a:gd name="connsiteY26-54" fmla="*/ 1440646 h 2601375"/>
                <a:gd name="connsiteX27-55" fmla="*/ 33591 w 2597643"/>
                <a:gd name="connsiteY27-56" fmla="*/ 974116 h 2601375"/>
                <a:gd name="connsiteX28-57" fmla="*/ 380689 w 2597643"/>
                <a:gd name="connsiteY28-58" fmla="*/ 1007706 h 2601375"/>
                <a:gd name="connsiteX29-59" fmla="*/ 529979 w 2597643"/>
                <a:gd name="connsiteY29-60" fmla="*/ 724055 h 2601375"/>
                <a:gd name="connsiteX30-61" fmla="*/ 287383 w 2597643"/>
                <a:gd name="connsiteY30-62" fmla="*/ 470263 h 2601375"/>
                <a:gd name="connsiteX31-63" fmla="*/ 630750 w 2597643"/>
                <a:gd name="connsiteY31-64" fmla="*/ 171683 h 2601375"/>
                <a:gd name="connsiteX32-65" fmla="*/ 850952 w 2597643"/>
                <a:gd name="connsiteY32-66" fmla="*/ 447869 h 2601375"/>
                <a:gd name="connsiteX0-67" fmla="*/ 850952 w 2597643"/>
                <a:gd name="connsiteY0-68" fmla="*/ 447869 h 2601375"/>
                <a:gd name="connsiteX1-69" fmla="*/ 1160729 w 2597643"/>
                <a:gd name="connsiteY1-70" fmla="*/ 354563 h 2601375"/>
                <a:gd name="connsiteX2-71" fmla="*/ 1164461 w 2597643"/>
                <a:gd name="connsiteY2-72" fmla="*/ 0 h 2601375"/>
                <a:gd name="connsiteX3-73" fmla="*/ 1645920 w 2597643"/>
                <a:gd name="connsiteY3-74" fmla="*/ 41055 h 2601375"/>
                <a:gd name="connsiteX4-75" fmla="*/ 1582472 w 2597643"/>
                <a:gd name="connsiteY4-76" fmla="*/ 388153 h 2601375"/>
                <a:gd name="connsiteX5-77" fmla="*/ 1884784 w 2597643"/>
                <a:gd name="connsiteY5-78" fmla="*/ 537443 h 2601375"/>
                <a:gd name="connsiteX6-79" fmla="*/ 2142309 w 2597643"/>
                <a:gd name="connsiteY6-80" fmla="*/ 298579 h 2601375"/>
                <a:gd name="connsiteX7-81" fmla="*/ 2429692 w 2597643"/>
                <a:gd name="connsiteY7-82" fmla="*/ 656875 h 2601375"/>
                <a:gd name="connsiteX8-83" fmla="*/ 2146041 w 2597643"/>
                <a:gd name="connsiteY8-84" fmla="*/ 850952 h 2601375"/>
                <a:gd name="connsiteX9-85" fmla="*/ 2246812 w 2597643"/>
                <a:gd name="connsiteY9-86" fmla="*/ 1194318 h 2601375"/>
                <a:gd name="connsiteX10-87" fmla="*/ 2597643 w 2597643"/>
                <a:gd name="connsiteY10-88" fmla="*/ 1160728 h 2601375"/>
                <a:gd name="connsiteX11-89" fmla="*/ 2556588 w 2597643"/>
                <a:gd name="connsiteY11-90" fmla="*/ 1645920 h 2601375"/>
                <a:gd name="connsiteX12-91" fmla="*/ 2209489 w 2597643"/>
                <a:gd name="connsiteY12-92" fmla="*/ 1593668 h 2601375"/>
                <a:gd name="connsiteX13-93" fmla="*/ 2052735 w 2597643"/>
                <a:gd name="connsiteY13-94" fmla="*/ 1877319 h 2601375"/>
                <a:gd name="connsiteX14-95" fmla="*/ 2291599 w 2597643"/>
                <a:gd name="connsiteY14-96" fmla="*/ 2134844 h 2601375"/>
                <a:gd name="connsiteX15-97" fmla="*/ 1944500 w 2597643"/>
                <a:gd name="connsiteY15-98" fmla="*/ 2437156 h 2601375"/>
                <a:gd name="connsiteX16-99" fmla="*/ 1724298 w 2597643"/>
                <a:gd name="connsiteY16-100" fmla="*/ 2153505 h 2601375"/>
                <a:gd name="connsiteX17-101" fmla="*/ 1429450 w 2597643"/>
                <a:gd name="connsiteY17-102" fmla="*/ 2246811 h 2601375"/>
                <a:gd name="connsiteX18-103" fmla="*/ 1410789 w 2597643"/>
                <a:gd name="connsiteY18-104" fmla="*/ 2601375 h 2601375"/>
                <a:gd name="connsiteX19-105" fmla="*/ 944258 w 2597643"/>
                <a:gd name="connsiteY19-106" fmla="*/ 2560320 h 2601375"/>
                <a:gd name="connsiteX20-107" fmla="*/ 1011439 w 2597643"/>
                <a:gd name="connsiteY20-108" fmla="*/ 2213221 h 2601375"/>
                <a:gd name="connsiteX21-109" fmla="*/ 716591 w 2597643"/>
                <a:gd name="connsiteY21-110" fmla="*/ 2067664 h 2601375"/>
                <a:gd name="connsiteX22-111" fmla="*/ 459067 w 2597643"/>
                <a:gd name="connsiteY22-112" fmla="*/ 2299063 h 2601375"/>
                <a:gd name="connsiteX23-113" fmla="*/ 164219 w 2597643"/>
                <a:gd name="connsiteY23-114" fmla="*/ 1955696 h 2601375"/>
                <a:gd name="connsiteX24-115" fmla="*/ 440405 w 2597643"/>
                <a:gd name="connsiteY24-116" fmla="*/ 1731761 h 2601375"/>
                <a:gd name="connsiteX25-117" fmla="*/ 343367 w 2597643"/>
                <a:gd name="connsiteY25-118" fmla="*/ 1425717 h 2601375"/>
                <a:gd name="connsiteX26-119" fmla="*/ 0 w 2597643"/>
                <a:gd name="connsiteY26-120" fmla="*/ 1440646 h 2601375"/>
                <a:gd name="connsiteX27-121" fmla="*/ 33591 w 2597643"/>
                <a:gd name="connsiteY27-122" fmla="*/ 974116 h 2601375"/>
                <a:gd name="connsiteX28-123" fmla="*/ 380689 w 2597643"/>
                <a:gd name="connsiteY28-124" fmla="*/ 1007706 h 2601375"/>
                <a:gd name="connsiteX29-125" fmla="*/ 529979 w 2597643"/>
                <a:gd name="connsiteY29-126" fmla="*/ 724055 h 2601375"/>
                <a:gd name="connsiteX30-127" fmla="*/ 287383 w 2597643"/>
                <a:gd name="connsiteY30-128" fmla="*/ 470263 h 2601375"/>
                <a:gd name="connsiteX31-129" fmla="*/ 630750 w 2597643"/>
                <a:gd name="connsiteY31-130" fmla="*/ 171683 h 2601375"/>
                <a:gd name="connsiteX32-131" fmla="*/ 850952 w 2597643"/>
                <a:gd name="connsiteY32-132" fmla="*/ 447869 h 2601375"/>
                <a:gd name="connsiteX0-133" fmla="*/ 850952 w 2597643"/>
                <a:gd name="connsiteY0-134" fmla="*/ 447869 h 2601375"/>
                <a:gd name="connsiteX1-135" fmla="*/ 1160729 w 2597643"/>
                <a:gd name="connsiteY1-136" fmla="*/ 354563 h 2601375"/>
                <a:gd name="connsiteX2-137" fmla="*/ 1164461 w 2597643"/>
                <a:gd name="connsiteY2-138" fmla="*/ 0 h 2601375"/>
                <a:gd name="connsiteX3-139" fmla="*/ 1645920 w 2597643"/>
                <a:gd name="connsiteY3-140" fmla="*/ 41055 h 2601375"/>
                <a:gd name="connsiteX4-141" fmla="*/ 1582472 w 2597643"/>
                <a:gd name="connsiteY4-142" fmla="*/ 388153 h 2601375"/>
                <a:gd name="connsiteX5-143" fmla="*/ 1884784 w 2597643"/>
                <a:gd name="connsiteY5-144" fmla="*/ 537443 h 2601375"/>
                <a:gd name="connsiteX6-145" fmla="*/ 2142309 w 2597643"/>
                <a:gd name="connsiteY6-146" fmla="*/ 298579 h 2601375"/>
                <a:gd name="connsiteX7-147" fmla="*/ 2429692 w 2597643"/>
                <a:gd name="connsiteY7-148" fmla="*/ 656875 h 2601375"/>
                <a:gd name="connsiteX8-149" fmla="*/ 2146041 w 2597643"/>
                <a:gd name="connsiteY8-150" fmla="*/ 850952 h 2601375"/>
                <a:gd name="connsiteX9-151" fmla="*/ 2246812 w 2597643"/>
                <a:gd name="connsiteY9-152" fmla="*/ 1194318 h 2601375"/>
                <a:gd name="connsiteX10-153" fmla="*/ 2597643 w 2597643"/>
                <a:gd name="connsiteY10-154" fmla="*/ 1160728 h 2601375"/>
                <a:gd name="connsiteX11-155" fmla="*/ 2556588 w 2597643"/>
                <a:gd name="connsiteY11-156" fmla="*/ 1645920 h 2601375"/>
                <a:gd name="connsiteX12-157" fmla="*/ 2209489 w 2597643"/>
                <a:gd name="connsiteY12-158" fmla="*/ 1593668 h 2601375"/>
                <a:gd name="connsiteX13-159" fmla="*/ 2052735 w 2597643"/>
                <a:gd name="connsiteY13-160" fmla="*/ 1877319 h 2601375"/>
                <a:gd name="connsiteX14-161" fmla="*/ 2291599 w 2597643"/>
                <a:gd name="connsiteY14-162" fmla="*/ 2134844 h 2601375"/>
                <a:gd name="connsiteX15-163" fmla="*/ 1944500 w 2597643"/>
                <a:gd name="connsiteY15-164" fmla="*/ 2437156 h 2601375"/>
                <a:gd name="connsiteX16-165" fmla="*/ 1724298 w 2597643"/>
                <a:gd name="connsiteY16-166" fmla="*/ 2153505 h 2601375"/>
                <a:gd name="connsiteX17-167" fmla="*/ 1429450 w 2597643"/>
                <a:gd name="connsiteY17-168" fmla="*/ 2246811 h 2601375"/>
                <a:gd name="connsiteX18-169" fmla="*/ 1410789 w 2597643"/>
                <a:gd name="connsiteY18-170" fmla="*/ 2601375 h 2601375"/>
                <a:gd name="connsiteX19-171" fmla="*/ 944258 w 2597643"/>
                <a:gd name="connsiteY19-172" fmla="*/ 2560320 h 2601375"/>
                <a:gd name="connsiteX20-173" fmla="*/ 1011439 w 2597643"/>
                <a:gd name="connsiteY20-174" fmla="*/ 2213221 h 2601375"/>
                <a:gd name="connsiteX21-175" fmla="*/ 716591 w 2597643"/>
                <a:gd name="connsiteY21-176" fmla="*/ 2067664 h 2601375"/>
                <a:gd name="connsiteX22-177" fmla="*/ 459067 w 2597643"/>
                <a:gd name="connsiteY22-178" fmla="*/ 2299063 h 2601375"/>
                <a:gd name="connsiteX23-179" fmla="*/ 164219 w 2597643"/>
                <a:gd name="connsiteY23-180" fmla="*/ 1955696 h 2601375"/>
                <a:gd name="connsiteX24-181" fmla="*/ 440405 w 2597643"/>
                <a:gd name="connsiteY24-182" fmla="*/ 1731761 h 2601375"/>
                <a:gd name="connsiteX25-183" fmla="*/ 343367 w 2597643"/>
                <a:gd name="connsiteY25-184" fmla="*/ 1425717 h 2601375"/>
                <a:gd name="connsiteX26-185" fmla="*/ 0 w 2597643"/>
                <a:gd name="connsiteY26-186" fmla="*/ 1440646 h 2601375"/>
                <a:gd name="connsiteX27-187" fmla="*/ 33591 w 2597643"/>
                <a:gd name="connsiteY27-188" fmla="*/ 974116 h 2601375"/>
                <a:gd name="connsiteX28-189" fmla="*/ 380689 w 2597643"/>
                <a:gd name="connsiteY28-190" fmla="*/ 1007706 h 2601375"/>
                <a:gd name="connsiteX29-191" fmla="*/ 529979 w 2597643"/>
                <a:gd name="connsiteY29-192" fmla="*/ 724055 h 2601375"/>
                <a:gd name="connsiteX30-193" fmla="*/ 287383 w 2597643"/>
                <a:gd name="connsiteY30-194" fmla="*/ 470263 h 2601375"/>
                <a:gd name="connsiteX31-195" fmla="*/ 630750 w 2597643"/>
                <a:gd name="connsiteY31-196" fmla="*/ 171683 h 2601375"/>
                <a:gd name="connsiteX32-197" fmla="*/ 850952 w 2597643"/>
                <a:gd name="connsiteY32-198" fmla="*/ 447869 h 2601375"/>
                <a:gd name="connsiteX0-199" fmla="*/ 850952 w 2597643"/>
                <a:gd name="connsiteY0-200" fmla="*/ 447869 h 2601375"/>
                <a:gd name="connsiteX1-201" fmla="*/ 1160729 w 2597643"/>
                <a:gd name="connsiteY1-202" fmla="*/ 354563 h 2601375"/>
                <a:gd name="connsiteX2-203" fmla="*/ 1164461 w 2597643"/>
                <a:gd name="connsiteY2-204" fmla="*/ 0 h 2601375"/>
                <a:gd name="connsiteX3-205" fmla="*/ 1645920 w 2597643"/>
                <a:gd name="connsiteY3-206" fmla="*/ 41055 h 2601375"/>
                <a:gd name="connsiteX4-207" fmla="*/ 1582472 w 2597643"/>
                <a:gd name="connsiteY4-208" fmla="*/ 388153 h 2601375"/>
                <a:gd name="connsiteX5-209" fmla="*/ 1884784 w 2597643"/>
                <a:gd name="connsiteY5-210" fmla="*/ 537443 h 2601375"/>
                <a:gd name="connsiteX6-211" fmla="*/ 2142309 w 2597643"/>
                <a:gd name="connsiteY6-212" fmla="*/ 298579 h 2601375"/>
                <a:gd name="connsiteX7-213" fmla="*/ 2429692 w 2597643"/>
                <a:gd name="connsiteY7-214" fmla="*/ 656875 h 2601375"/>
                <a:gd name="connsiteX8-215" fmla="*/ 2146041 w 2597643"/>
                <a:gd name="connsiteY8-216" fmla="*/ 850952 h 2601375"/>
                <a:gd name="connsiteX9-217" fmla="*/ 2246812 w 2597643"/>
                <a:gd name="connsiteY9-218" fmla="*/ 1194318 h 2601375"/>
                <a:gd name="connsiteX10-219" fmla="*/ 2597643 w 2597643"/>
                <a:gd name="connsiteY10-220" fmla="*/ 1160728 h 2601375"/>
                <a:gd name="connsiteX11-221" fmla="*/ 2556588 w 2597643"/>
                <a:gd name="connsiteY11-222" fmla="*/ 1645920 h 2601375"/>
                <a:gd name="connsiteX12-223" fmla="*/ 2209489 w 2597643"/>
                <a:gd name="connsiteY12-224" fmla="*/ 1593668 h 2601375"/>
                <a:gd name="connsiteX13-225" fmla="*/ 2052735 w 2597643"/>
                <a:gd name="connsiteY13-226" fmla="*/ 1877319 h 2601375"/>
                <a:gd name="connsiteX14-227" fmla="*/ 2291599 w 2597643"/>
                <a:gd name="connsiteY14-228" fmla="*/ 2134844 h 2601375"/>
                <a:gd name="connsiteX15-229" fmla="*/ 1944500 w 2597643"/>
                <a:gd name="connsiteY15-230" fmla="*/ 2437156 h 2601375"/>
                <a:gd name="connsiteX16-231" fmla="*/ 1724298 w 2597643"/>
                <a:gd name="connsiteY16-232" fmla="*/ 2153505 h 2601375"/>
                <a:gd name="connsiteX17-233" fmla="*/ 1429450 w 2597643"/>
                <a:gd name="connsiteY17-234" fmla="*/ 2246811 h 2601375"/>
                <a:gd name="connsiteX18-235" fmla="*/ 1410789 w 2597643"/>
                <a:gd name="connsiteY18-236" fmla="*/ 2601375 h 2601375"/>
                <a:gd name="connsiteX19-237" fmla="*/ 944258 w 2597643"/>
                <a:gd name="connsiteY19-238" fmla="*/ 2560320 h 2601375"/>
                <a:gd name="connsiteX20-239" fmla="*/ 1011439 w 2597643"/>
                <a:gd name="connsiteY20-240" fmla="*/ 2213221 h 2601375"/>
                <a:gd name="connsiteX21-241" fmla="*/ 716591 w 2597643"/>
                <a:gd name="connsiteY21-242" fmla="*/ 2067664 h 2601375"/>
                <a:gd name="connsiteX22-243" fmla="*/ 459067 w 2597643"/>
                <a:gd name="connsiteY22-244" fmla="*/ 2299063 h 2601375"/>
                <a:gd name="connsiteX23-245" fmla="*/ 164219 w 2597643"/>
                <a:gd name="connsiteY23-246" fmla="*/ 1955696 h 2601375"/>
                <a:gd name="connsiteX24-247" fmla="*/ 440405 w 2597643"/>
                <a:gd name="connsiteY24-248" fmla="*/ 1731761 h 2601375"/>
                <a:gd name="connsiteX25-249" fmla="*/ 343367 w 2597643"/>
                <a:gd name="connsiteY25-250" fmla="*/ 1425717 h 2601375"/>
                <a:gd name="connsiteX26-251" fmla="*/ 0 w 2597643"/>
                <a:gd name="connsiteY26-252" fmla="*/ 1440646 h 2601375"/>
                <a:gd name="connsiteX27-253" fmla="*/ 33591 w 2597643"/>
                <a:gd name="connsiteY27-254" fmla="*/ 974116 h 2601375"/>
                <a:gd name="connsiteX28-255" fmla="*/ 380689 w 2597643"/>
                <a:gd name="connsiteY28-256" fmla="*/ 1007706 h 2601375"/>
                <a:gd name="connsiteX29-257" fmla="*/ 529979 w 2597643"/>
                <a:gd name="connsiteY29-258" fmla="*/ 724055 h 2601375"/>
                <a:gd name="connsiteX30-259" fmla="*/ 287383 w 2597643"/>
                <a:gd name="connsiteY30-260" fmla="*/ 470263 h 2601375"/>
                <a:gd name="connsiteX31-261" fmla="*/ 630750 w 2597643"/>
                <a:gd name="connsiteY31-262" fmla="*/ 171683 h 2601375"/>
                <a:gd name="connsiteX32-263" fmla="*/ 850952 w 2597643"/>
                <a:gd name="connsiteY32-264" fmla="*/ 447869 h 2601375"/>
                <a:gd name="connsiteX0-265" fmla="*/ 850952 w 2601026"/>
                <a:gd name="connsiteY0-266" fmla="*/ 447869 h 2601375"/>
                <a:gd name="connsiteX1-267" fmla="*/ 1160729 w 2601026"/>
                <a:gd name="connsiteY1-268" fmla="*/ 354563 h 2601375"/>
                <a:gd name="connsiteX2-269" fmla="*/ 1164461 w 2601026"/>
                <a:gd name="connsiteY2-270" fmla="*/ 0 h 2601375"/>
                <a:gd name="connsiteX3-271" fmla="*/ 1645920 w 2601026"/>
                <a:gd name="connsiteY3-272" fmla="*/ 41055 h 2601375"/>
                <a:gd name="connsiteX4-273" fmla="*/ 1582472 w 2601026"/>
                <a:gd name="connsiteY4-274" fmla="*/ 388153 h 2601375"/>
                <a:gd name="connsiteX5-275" fmla="*/ 1884784 w 2601026"/>
                <a:gd name="connsiteY5-276" fmla="*/ 537443 h 2601375"/>
                <a:gd name="connsiteX6-277" fmla="*/ 2142309 w 2601026"/>
                <a:gd name="connsiteY6-278" fmla="*/ 298579 h 2601375"/>
                <a:gd name="connsiteX7-279" fmla="*/ 2429692 w 2601026"/>
                <a:gd name="connsiteY7-280" fmla="*/ 656875 h 2601375"/>
                <a:gd name="connsiteX8-281" fmla="*/ 2146041 w 2601026"/>
                <a:gd name="connsiteY8-282" fmla="*/ 850952 h 2601375"/>
                <a:gd name="connsiteX9-283" fmla="*/ 2246812 w 2601026"/>
                <a:gd name="connsiteY9-284" fmla="*/ 1194318 h 2601375"/>
                <a:gd name="connsiteX10-285" fmla="*/ 2597643 w 2601026"/>
                <a:gd name="connsiteY10-286" fmla="*/ 1160728 h 2601375"/>
                <a:gd name="connsiteX11-287" fmla="*/ 2556588 w 2601026"/>
                <a:gd name="connsiteY11-288" fmla="*/ 1645920 h 2601375"/>
                <a:gd name="connsiteX12-289" fmla="*/ 2209489 w 2601026"/>
                <a:gd name="connsiteY12-290" fmla="*/ 1593668 h 2601375"/>
                <a:gd name="connsiteX13-291" fmla="*/ 2052735 w 2601026"/>
                <a:gd name="connsiteY13-292" fmla="*/ 1877319 h 2601375"/>
                <a:gd name="connsiteX14-293" fmla="*/ 2291599 w 2601026"/>
                <a:gd name="connsiteY14-294" fmla="*/ 2134844 h 2601375"/>
                <a:gd name="connsiteX15-295" fmla="*/ 1944500 w 2601026"/>
                <a:gd name="connsiteY15-296" fmla="*/ 2437156 h 2601375"/>
                <a:gd name="connsiteX16-297" fmla="*/ 1724298 w 2601026"/>
                <a:gd name="connsiteY16-298" fmla="*/ 2153505 h 2601375"/>
                <a:gd name="connsiteX17-299" fmla="*/ 1429450 w 2601026"/>
                <a:gd name="connsiteY17-300" fmla="*/ 2246811 h 2601375"/>
                <a:gd name="connsiteX18-301" fmla="*/ 1410789 w 2601026"/>
                <a:gd name="connsiteY18-302" fmla="*/ 2601375 h 2601375"/>
                <a:gd name="connsiteX19-303" fmla="*/ 944258 w 2601026"/>
                <a:gd name="connsiteY19-304" fmla="*/ 2560320 h 2601375"/>
                <a:gd name="connsiteX20-305" fmla="*/ 1011439 w 2601026"/>
                <a:gd name="connsiteY20-306" fmla="*/ 2213221 h 2601375"/>
                <a:gd name="connsiteX21-307" fmla="*/ 716591 w 2601026"/>
                <a:gd name="connsiteY21-308" fmla="*/ 2067664 h 2601375"/>
                <a:gd name="connsiteX22-309" fmla="*/ 459067 w 2601026"/>
                <a:gd name="connsiteY22-310" fmla="*/ 2299063 h 2601375"/>
                <a:gd name="connsiteX23-311" fmla="*/ 164219 w 2601026"/>
                <a:gd name="connsiteY23-312" fmla="*/ 1955696 h 2601375"/>
                <a:gd name="connsiteX24-313" fmla="*/ 440405 w 2601026"/>
                <a:gd name="connsiteY24-314" fmla="*/ 1731761 h 2601375"/>
                <a:gd name="connsiteX25-315" fmla="*/ 343367 w 2601026"/>
                <a:gd name="connsiteY25-316" fmla="*/ 1425717 h 2601375"/>
                <a:gd name="connsiteX26-317" fmla="*/ 0 w 2601026"/>
                <a:gd name="connsiteY26-318" fmla="*/ 1440646 h 2601375"/>
                <a:gd name="connsiteX27-319" fmla="*/ 33591 w 2601026"/>
                <a:gd name="connsiteY27-320" fmla="*/ 974116 h 2601375"/>
                <a:gd name="connsiteX28-321" fmla="*/ 380689 w 2601026"/>
                <a:gd name="connsiteY28-322" fmla="*/ 1007706 h 2601375"/>
                <a:gd name="connsiteX29-323" fmla="*/ 529979 w 2601026"/>
                <a:gd name="connsiteY29-324" fmla="*/ 724055 h 2601375"/>
                <a:gd name="connsiteX30-325" fmla="*/ 287383 w 2601026"/>
                <a:gd name="connsiteY30-326" fmla="*/ 470263 h 2601375"/>
                <a:gd name="connsiteX31-327" fmla="*/ 630750 w 2601026"/>
                <a:gd name="connsiteY31-328" fmla="*/ 171683 h 2601375"/>
                <a:gd name="connsiteX32-329" fmla="*/ 850952 w 2601026"/>
                <a:gd name="connsiteY32-330" fmla="*/ 447869 h 2601375"/>
                <a:gd name="connsiteX0-331" fmla="*/ 850952 w 2601026"/>
                <a:gd name="connsiteY0-332" fmla="*/ 447869 h 2601375"/>
                <a:gd name="connsiteX1-333" fmla="*/ 1160729 w 2601026"/>
                <a:gd name="connsiteY1-334" fmla="*/ 354563 h 2601375"/>
                <a:gd name="connsiteX2-335" fmla="*/ 1164461 w 2601026"/>
                <a:gd name="connsiteY2-336" fmla="*/ 0 h 2601375"/>
                <a:gd name="connsiteX3-337" fmla="*/ 1645920 w 2601026"/>
                <a:gd name="connsiteY3-338" fmla="*/ 41055 h 2601375"/>
                <a:gd name="connsiteX4-339" fmla="*/ 1582472 w 2601026"/>
                <a:gd name="connsiteY4-340" fmla="*/ 388153 h 2601375"/>
                <a:gd name="connsiteX5-341" fmla="*/ 1884784 w 2601026"/>
                <a:gd name="connsiteY5-342" fmla="*/ 537443 h 2601375"/>
                <a:gd name="connsiteX6-343" fmla="*/ 2142309 w 2601026"/>
                <a:gd name="connsiteY6-344" fmla="*/ 298579 h 2601375"/>
                <a:gd name="connsiteX7-345" fmla="*/ 2429692 w 2601026"/>
                <a:gd name="connsiteY7-346" fmla="*/ 656875 h 2601375"/>
                <a:gd name="connsiteX8-347" fmla="*/ 2146041 w 2601026"/>
                <a:gd name="connsiteY8-348" fmla="*/ 850952 h 2601375"/>
                <a:gd name="connsiteX9-349" fmla="*/ 2246812 w 2601026"/>
                <a:gd name="connsiteY9-350" fmla="*/ 1194318 h 2601375"/>
                <a:gd name="connsiteX10-351" fmla="*/ 2597643 w 2601026"/>
                <a:gd name="connsiteY10-352" fmla="*/ 1160728 h 2601375"/>
                <a:gd name="connsiteX11-353" fmla="*/ 2556588 w 2601026"/>
                <a:gd name="connsiteY11-354" fmla="*/ 1645920 h 2601375"/>
                <a:gd name="connsiteX12-355" fmla="*/ 2209489 w 2601026"/>
                <a:gd name="connsiteY12-356" fmla="*/ 1593668 h 2601375"/>
                <a:gd name="connsiteX13-357" fmla="*/ 2052735 w 2601026"/>
                <a:gd name="connsiteY13-358" fmla="*/ 1877319 h 2601375"/>
                <a:gd name="connsiteX14-359" fmla="*/ 2291599 w 2601026"/>
                <a:gd name="connsiteY14-360" fmla="*/ 2134844 h 2601375"/>
                <a:gd name="connsiteX15-361" fmla="*/ 1944500 w 2601026"/>
                <a:gd name="connsiteY15-362" fmla="*/ 2437156 h 2601375"/>
                <a:gd name="connsiteX16-363" fmla="*/ 1724298 w 2601026"/>
                <a:gd name="connsiteY16-364" fmla="*/ 2153505 h 2601375"/>
                <a:gd name="connsiteX17-365" fmla="*/ 1429450 w 2601026"/>
                <a:gd name="connsiteY17-366" fmla="*/ 2246811 h 2601375"/>
                <a:gd name="connsiteX18-367" fmla="*/ 1410789 w 2601026"/>
                <a:gd name="connsiteY18-368" fmla="*/ 2601375 h 2601375"/>
                <a:gd name="connsiteX19-369" fmla="*/ 944258 w 2601026"/>
                <a:gd name="connsiteY19-370" fmla="*/ 2560320 h 2601375"/>
                <a:gd name="connsiteX20-371" fmla="*/ 1011439 w 2601026"/>
                <a:gd name="connsiteY20-372" fmla="*/ 2213221 h 2601375"/>
                <a:gd name="connsiteX21-373" fmla="*/ 716591 w 2601026"/>
                <a:gd name="connsiteY21-374" fmla="*/ 2067664 h 2601375"/>
                <a:gd name="connsiteX22-375" fmla="*/ 459067 w 2601026"/>
                <a:gd name="connsiteY22-376" fmla="*/ 2299063 h 2601375"/>
                <a:gd name="connsiteX23-377" fmla="*/ 164219 w 2601026"/>
                <a:gd name="connsiteY23-378" fmla="*/ 1955696 h 2601375"/>
                <a:gd name="connsiteX24-379" fmla="*/ 440405 w 2601026"/>
                <a:gd name="connsiteY24-380" fmla="*/ 1731761 h 2601375"/>
                <a:gd name="connsiteX25-381" fmla="*/ 343367 w 2601026"/>
                <a:gd name="connsiteY25-382" fmla="*/ 1425717 h 2601375"/>
                <a:gd name="connsiteX26-383" fmla="*/ 0 w 2601026"/>
                <a:gd name="connsiteY26-384" fmla="*/ 1440646 h 2601375"/>
                <a:gd name="connsiteX27-385" fmla="*/ 33591 w 2601026"/>
                <a:gd name="connsiteY27-386" fmla="*/ 974116 h 2601375"/>
                <a:gd name="connsiteX28-387" fmla="*/ 380689 w 2601026"/>
                <a:gd name="connsiteY28-388" fmla="*/ 1007706 h 2601375"/>
                <a:gd name="connsiteX29-389" fmla="*/ 529979 w 2601026"/>
                <a:gd name="connsiteY29-390" fmla="*/ 724055 h 2601375"/>
                <a:gd name="connsiteX30-391" fmla="*/ 287383 w 2601026"/>
                <a:gd name="connsiteY30-392" fmla="*/ 470263 h 2601375"/>
                <a:gd name="connsiteX31-393" fmla="*/ 630750 w 2601026"/>
                <a:gd name="connsiteY31-394" fmla="*/ 171683 h 2601375"/>
                <a:gd name="connsiteX32-395" fmla="*/ 850952 w 2601026"/>
                <a:gd name="connsiteY32-396" fmla="*/ 447869 h 2601375"/>
                <a:gd name="connsiteX0-397" fmla="*/ 850952 w 2601026"/>
                <a:gd name="connsiteY0-398" fmla="*/ 447869 h 2601375"/>
                <a:gd name="connsiteX1-399" fmla="*/ 1160729 w 2601026"/>
                <a:gd name="connsiteY1-400" fmla="*/ 354563 h 2601375"/>
                <a:gd name="connsiteX2-401" fmla="*/ 1164461 w 2601026"/>
                <a:gd name="connsiteY2-402" fmla="*/ 0 h 2601375"/>
                <a:gd name="connsiteX3-403" fmla="*/ 1645920 w 2601026"/>
                <a:gd name="connsiteY3-404" fmla="*/ 41055 h 2601375"/>
                <a:gd name="connsiteX4-405" fmla="*/ 1582472 w 2601026"/>
                <a:gd name="connsiteY4-406" fmla="*/ 388153 h 2601375"/>
                <a:gd name="connsiteX5-407" fmla="*/ 1884784 w 2601026"/>
                <a:gd name="connsiteY5-408" fmla="*/ 537443 h 2601375"/>
                <a:gd name="connsiteX6-409" fmla="*/ 2142309 w 2601026"/>
                <a:gd name="connsiteY6-410" fmla="*/ 298579 h 2601375"/>
                <a:gd name="connsiteX7-411" fmla="*/ 2429692 w 2601026"/>
                <a:gd name="connsiteY7-412" fmla="*/ 656875 h 2601375"/>
                <a:gd name="connsiteX8-413" fmla="*/ 2146041 w 2601026"/>
                <a:gd name="connsiteY8-414" fmla="*/ 850952 h 2601375"/>
                <a:gd name="connsiteX9-415" fmla="*/ 2246812 w 2601026"/>
                <a:gd name="connsiteY9-416" fmla="*/ 1194318 h 2601375"/>
                <a:gd name="connsiteX10-417" fmla="*/ 2597643 w 2601026"/>
                <a:gd name="connsiteY10-418" fmla="*/ 1160728 h 2601375"/>
                <a:gd name="connsiteX11-419" fmla="*/ 2556588 w 2601026"/>
                <a:gd name="connsiteY11-420" fmla="*/ 1645920 h 2601375"/>
                <a:gd name="connsiteX12-421" fmla="*/ 2209489 w 2601026"/>
                <a:gd name="connsiteY12-422" fmla="*/ 1593668 h 2601375"/>
                <a:gd name="connsiteX13-423" fmla="*/ 2052735 w 2601026"/>
                <a:gd name="connsiteY13-424" fmla="*/ 1877319 h 2601375"/>
                <a:gd name="connsiteX14-425" fmla="*/ 2291599 w 2601026"/>
                <a:gd name="connsiteY14-426" fmla="*/ 2134844 h 2601375"/>
                <a:gd name="connsiteX15-427" fmla="*/ 1944500 w 2601026"/>
                <a:gd name="connsiteY15-428" fmla="*/ 2437156 h 2601375"/>
                <a:gd name="connsiteX16-429" fmla="*/ 1724298 w 2601026"/>
                <a:gd name="connsiteY16-430" fmla="*/ 2153505 h 2601375"/>
                <a:gd name="connsiteX17-431" fmla="*/ 1429450 w 2601026"/>
                <a:gd name="connsiteY17-432" fmla="*/ 2246811 h 2601375"/>
                <a:gd name="connsiteX18-433" fmla="*/ 1410789 w 2601026"/>
                <a:gd name="connsiteY18-434" fmla="*/ 2601375 h 2601375"/>
                <a:gd name="connsiteX19-435" fmla="*/ 944258 w 2601026"/>
                <a:gd name="connsiteY19-436" fmla="*/ 2560320 h 2601375"/>
                <a:gd name="connsiteX20-437" fmla="*/ 1011439 w 2601026"/>
                <a:gd name="connsiteY20-438" fmla="*/ 2213221 h 2601375"/>
                <a:gd name="connsiteX21-439" fmla="*/ 716591 w 2601026"/>
                <a:gd name="connsiteY21-440" fmla="*/ 2067664 h 2601375"/>
                <a:gd name="connsiteX22-441" fmla="*/ 459067 w 2601026"/>
                <a:gd name="connsiteY22-442" fmla="*/ 2299063 h 2601375"/>
                <a:gd name="connsiteX23-443" fmla="*/ 164219 w 2601026"/>
                <a:gd name="connsiteY23-444" fmla="*/ 1955696 h 2601375"/>
                <a:gd name="connsiteX24-445" fmla="*/ 440405 w 2601026"/>
                <a:gd name="connsiteY24-446" fmla="*/ 1731761 h 2601375"/>
                <a:gd name="connsiteX25-447" fmla="*/ 343367 w 2601026"/>
                <a:gd name="connsiteY25-448" fmla="*/ 1425717 h 2601375"/>
                <a:gd name="connsiteX26-449" fmla="*/ 0 w 2601026"/>
                <a:gd name="connsiteY26-450" fmla="*/ 1440646 h 2601375"/>
                <a:gd name="connsiteX27-451" fmla="*/ 33591 w 2601026"/>
                <a:gd name="connsiteY27-452" fmla="*/ 974116 h 2601375"/>
                <a:gd name="connsiteX28-453" fmla="*/ 380689 w 2601026"/>
                <a:gd name="connsiteY28-454" fmla="*/ 1007706 h 2601375"/>
                <a:gd name="connsiteX29-455" fmla="*/ 529979 w 2601026"/>
                <a:gd name="connsiteY29-456" fmla="*/ 724055 h 2601375"/>
                <a:gd name="connsiteX30-457" fmla="*/ 287383 w 2601026"/>
                <a:gd name="connsiteY30-458" fmla="*/ 470263 h 2601375"/>
                <a:gd name="connsiteX31-459" fmla="*/ 630750 w 2601026"/>
                <a:gd name="connsiteY31-460" fmla="*/ 171683 h 2601375"/>
                <a:gd name="connsiteX32-461" fmla="*/ 850952 w 2601026"/>
                <a:gd name="connsiteY32-462" fmla="*/ 447869 h 2601375"/>
                <a:gd name="connsiteX0-463" fmla="*/ 850952 w 2601026"/>
                <a:gd name="connsiteY0-464" fmla="*/ 447869 h 2601375"/>
                <a:gd name="connsiteX1-465" fmla="*/ 1160729 w 2601026"/>
                <a:gd name="connsiteY1-466" fmla="*/ 354563 h 2601375"/>
                <a:gd name="connsiteX2-467" fmla="*/ 1164461 w 2601026"/>
                <a:gd name="connsiteY2-468" fmla="*/ 0 h 2601375"/>
                <a:gd name="connsiteX3-469" fmla="*/ 1645920 w 2601026"/>
                <a:gd name="connsiteY3-470" fmla="*/ 41055 h 2601375"/>
                <a:gd name="connsiteX4-471" fmla="*/ 1582472 w 2601026"/>
                <a:gd name="connsiteY4-472" fmla="*/ 388153 h 2601375"/>
                <a:gd name="connsiteX5-473" fmla="*/ 1884784 w 2601026"/>
                <a:gd name="connsiteY5-474" fmla="*/ 537443 h 2601375"/>
                <a:gd name="connsiteX6-475" fmla="*/ 2142309 w 2601026"/>
                <a:gd name="connsiteY6-476" fmla="*/ 298579 h 2601375"/>
                <a:gd name="connsiteX7-477" fmla="*/ 2429692 w 2601026"/>
                <a:gd name="connsiteY7-478" fmla="*/ 656875 h 2601375"/>
                <a:gd name="connsiteX8-479" fmla="*/ 2146041 w 2601026"/>
                <a:gd name="connsiteY8-480" fmla="*/ 850952 h 2601375"/>
                <a:gd name="connsiteX9-481" fmla="*/ 2246812 w 2601026"/>
                <a:gd name="connsiteY9-482" fmla="*/ 1194318 h 2601375"/>
                <a:gd name="connsiteX10-483" fmla="*/ 2597643 w 2601026"/>
                <a:gd name="connsiteY10-484" fmla="*/ 1160728 h 2601375"/>
                <a:gd name="connsiteX11-485" fmla="*/ 2556588 w 2601026"/>
                <a:gd name="connsiteY11-486" fmla="*/ 1645920 h 2601375"/>
                <a:gd name="connsiteX12-487" fmla="*/ 2209489 w 2601026"/>
                <a:gd name="connsiteY12-488" fmla="*/ 1593668 h 2601375"/>
                <a:gd name="connsiteX13-489" fmla="*/ 2052735 w 2601026"/>
                <a:gd name="connsiteY13-490" fmla="*/ 1877319 h 2601375"/>
                <a:gd name="connsiteX14-491" fmla="*/ 2291599 w 2601026"/>
                <a:gd name="connsiteY14-492" fmla="*/ 2134844 h 2601375"/>
                <a:gd name="connsiteX15-493" fmla="*/ 1944500 w 2601026"/>
                <a:gd name="connsiteY15-494" fmla="*/ 2437156 h 2601375"/>
                <a:gd name="connsiteX16-495" fmla="*/ 1724298 w 2601026"/>
                <a:gd name="connsiteY16-496" fmla="*/ 2153505 h 2601375"/>
                <a:gd name="connsiteX17-497" fmla="*/ 1429450 w 2601026"/>
                <a:gd name="connsiteY17-498" fmla="*/ 2246811 h 2601375"/>
                <a:gd name="connsiteX18-499" fmla="*/ 1410789 w 2601026"/>
                <a:gd name="connsiteY18-500" fmla="*/ 2601375 h 2601375"/>
                <a:gd name="connsiteX19-501" fmla="*/ 944258 w 2601026"/>
                <a:gd name="connsiteY19-502" fmla="*/ 2560320 h 2601375"/>
                <a:gd name="connsiteX20-503" fmla="*/ 1011439 w 2601026"/>
                <a:gd name="connsiteY20-504" fmla="*/ 2213221 h 2601375"/>
                <a:gd name="connsiteX21-505" fmla="*/ 716591 w 2601026"/>
                <a:gd name="connsiteY21-506" fmla="*/ 2067664 h 2601375"/>
                <a:gd name="connsiteX22-507" fmla="*/ 459067 w 2601026"/>
                <a:gd name="connsiteY22-508" fmla="*/ 2299063 h 2601375"/>
                <a:gd name="connsiteX23-509" fmla="*/ 164219 w 2601026"/>
                <a:gd name="connsiteY23-510" fmla="*/ 1955696 h 2601375"/>
                <a:gd name="connsiteX24-511" fmla="*/ 440405 w 2601026"/>
                <a:gd name="connsiteY24-512" fmla="*/ 1731761 h 2601375"/>
                <a:gd name="connsiteX25-513" fmla="*/ 343367 w 2601026"/>
                <a:gd name="connsiteY25-514" fmla="*/ 1425717 h 2601375"/>
                <a:gd name="connsiteX26-515" fmla="*/ 0 w 2601026"/>
                <a:gd name="connsiteY26-516" fmla="*/ 1440646 h 2601375"/>
                <a:gd name="connsiteX27-517" fmla="*/ 33591 w 2601026"/>
                <a:gd name="connsiteY27-518" fmla="*/ 974116 h 2601375"/>
                <a:gd name="connsiteX28-519" fmla="*/ 380689 w 2601026"/>
                <a:gd name="connsiteY28-520" fmla="*/ 1007706 h 2601375"/>
                <a:gd name="connsiteX29-521" fmla="*/ 529979 w 2601026"/>
                <a:gd name="connsiteY29-522" fmla="*/ 724055 h 2601375"/>
                <a:gd name="connsiteX30-523" fmla="*/ 287383 w 2601026"/>
                <a:gd name="connsiteY30-524" fmla="*/ 470263 h 2601375"/>
                <a:gd name="connsiteX31-525" fmla="*/ 630750 w 2601026"/>
                <a:gd name="connsiteY31-526" fmla="*/ 171683 h 2601375"/>
                <a:gd name="connsiteX32-527" fmla="*/ 850952 w 2601026"/>
                <a:gd name="connsiteY32-528" fmla="*/ 447869 h 2601375"/>
                <a:gd name="connsiteX0-529" fmla="*/ 850952 w 2601026"/>
                <a:gd name="connsiteY0-530" fmla="*/ 447869 h 2601375"/>
                <a:gd name="connsiteX1-531" fmla="*/ 1160729 w 2601026"/>
                <a:gd name="connsiteY1-532" fmla="*/ 354563 h 2601375"/>
                <a:gd name="connsiteX2-533" fmla="*/ 1164461 w 2601026"/>
                <a:gd name="connsiteY2-534" fmla="*/ 0 h 2601375"/>
                <a:gd name="connsiteX3-535" fmla="*/ 1645920 w 2601026"/>
                <a:gd name="connsiteY3-536" fmla="*/ 41055 h 2601375"/>
                <a:gd name="connsiteX4-537" fmla="*/ 1582472 w 2601026"/>
                <a:gd name="connsiteY4-538" fmla="*/ 388153 h 2601375"/>
                <a:gd name="connsiteX5-539" fmla="*/ 1884784 w 2601026"/>
                <a:gd name="connsiteY5-540" fmla="*/ 537443 h 2601375"/>
                <a:gd name="connsiteX6-541" fmla="*/ 2142309 w 2601026"/>
                <a:gd name="connsiteY6-542" fmla="*/ 298579 h 2601375"/>
                <a:gd name="connsiteX7-543" fmla="*/ 2429692 w 2601026"/>
                <a:gd name="connsiteY7-544" fmla="*/ 656875 h 2601375"/>
                <a:gd name="connsiteX8-545" fmla="*/ 2146041 w 2601026"/>
                <a:gd name="connsiteY8-546" fmla="*/ 850952 h 2601375"/>
                <a:gd name="connsiteX9-547" fmla="*/ 2246812 w 2601026"/>
                <a:gd name="connsiteY9-548" fmla="*/ 1194318 h 2601375"/>
                <a:gd name="connsiteX10-549" fmla="*/ 2597643 w 2601026"/>
                <a:gd name="connsiteY10-550" fmla="*/ 1160728 h 2601375"/>
                <a:gd name="connsiteX11-551" fmla="*/ 2556588 w 2601026"/>
                <a:gd name="connsiteY11-552" fmla="*/ 1645920 h 2601375"/>
                <a:gd name="connsiteX12-553" fmla="*/ 2209489 w 2601026"/>
                <a:gd name="connsiteY12-554" fmla="*/ 1593668 h 2601375"/>
                <a:gd name="connsiteX13-555" fmla="*/ 2052735 w 2601026"/>
                <a:gd name="connsiteY13-556" fmla="*/ 1877319 h 2601375"/>
                <a:gd name="connsiteX14-557" fmla="*/ 2291599 w 2601026"/>
                <a:gd name="connsiteY14-558" fmla="*/ 2134844 h 2601375"/>
                <a:gd name="connsiteX15-559" fmla="*/ 1944500 w 2601026"/>
                <a:gd name="connsiteY15-560" fmla="*/ 2437156 h 2601375"/>
                <a:gd name="connsiteX16-561" fmla="*/ 1724298 w 2601026"/>
                <a:gd name="connsiteY16-562" fmla="*/ 2153505 h 2601375"/>
                <a:gd name="connsiteX17-563" fmla="*/ 1429450 w 2601026"/>
                <a:gd name="connsiteY17-564" fmla="*/ 2246811 h 2601375"/>
                <a:gd name="connsiteX18-565" fmla="*/ 1410789 w 2601026"/>
                <a:gd name="connsiteY18-566" fmla="*/ 2601375 h 2601375"/>
                <a:gd name="connsiteX19-567" fmla="*/ 944258 w 2601026"/>
                <a:gd name="connsiteY19-568" fmla="*/ 2560320 h 2601375"/>
                <a:gd name="connsiteX20-569" fmla="*/ 1011439 w 2601026"/>
                <a:gd name="connsiteY20-570" fmla="*/ 2213221 h 2601375"/>
                <a:gd name="connsiteX21-571" fmla="*/ 716591 w 2601026"/>
                <a:gd name="connsiteY21-572" fmla="*/ 2067664 h 2601375"/>
                <a:gd name="connsiteX22-573" fmla="*/ 459067 w 2601026"/>
                <a:gd name="connsiteY22-574" fmla="*/ 2299063 h 2601375"/>
                <a:gd name="connsiteX23-575" fmla="*/ 164219 w 2601026"/>
                <a:gd name="connsiteY23-576" fmla="*/ 1955696 h 2601375"/>
                <a:gd name="connsiteX24-577" fmla="*/ 440405 w 2601026"/>
                <a:gd name="connsiteY24-578" fmla="*/ 1731761 h 2601375"/>
                <a:gd name="connsiteX25-579" fmla="*/ 343367 w 2601026"/>
                <a:gd name="connsiteY25-580" fmla="*/ 1425717 h 2601375"/>
                <a:gd name="connsiteX26-581" fmla="*/ 0 w 2601026"/>
                <a:gd name="connsiteY26-582" fmla="*/ 1440646 h 2601375"/>
                <a:gd name="connsiteX27-583" fmla="*/ 33591 w 2601026"/>
                <a:gd name="connsiteY27-584" fmla="*/ 974116 h 2601375"/>
                <a:gd name="connsiteX28-585" fmla="*/ 380689 w 2601026"/>
                <a:gd name="connsiteY28-586" fmla="*/ 1007706 h 2601375"/>
                <a:gd name="connsiteX29-587" fmla="*/ 529979 w 2601026"/>
                <a:gd name="connsiteY29-588" fmla="*/ 724055 h 2601375"/>
                <a:gd name="connsiteX30-589" fmla="*/ 287383 w 2601026"/>
                <a:gd name="connsiteY30-590" fmla="*/ 470263 h 2601375"/>
                <a:gd name="connsiteX31-591" fmla="*/ 630750 w 2601026"/>
                <a:gd name="connsiteY31-592" fmla="*/ 171683 h 2601375"/>
                <a:gd name="connsiteX32-593" fmla="*/ 850952 w 2601026"/>
                <a:gd name="connsiteY32-594" fmla="*/ 447869 h 2601375"/>
                <a:gd name="connsiteX0-595" fmla="*/ 850952 w 2601026"/>
                <a:gd name="connsiteY0-596" fmla="*/ 447869 h 2601375"/>
                <a:gd name="connsiteX1-597" fmla="*/ 1160729 w 2601026"/>
                <a:gd name="connsiteY1-598" fmla="*/ 354563 h 2601375"/>
                <a:gd name="connsiteX2-599" fmla="*/ 1164461 w 2601026"/>
                <a:gd name="connsiteY2-600" fmla="*/ 0 h 2601375"/>
                <a:gd name="connsiteX3-601" fmla="*/ 1645920 w 2601026"/>
                <a:gd name="connsiteY3-602" fmla="*/ 41055 h 2601375"/>
                <a:gd name="connsiteX4-603" fmla="*/ 1582472 w 2601026"/>
                <a:gd name="connsiteY4-604" fmla="*/ 388153 h 2601375"/>
                <a:gd name="connsiteX5-605" fmla="*/ 1884784 w 2601026"/>
                <a:gd name="connsiteY5-606" fmla="*/ 537443 h 2601375"/>
                <a:gd name="connsiteX6-607" fmla="*/ 2142309 w 2601026"/>
                <a:gd name="connsiteY6-608" fmla="*/ 298579 h 2601375"/>
                <a:gd name="connsiteX7-609" fmla="*/ 2429692 w 2601026"/>
                <a:gd name="connsiteY7-610" fmla="*/ 656875 h 2601375"/>
                <a:gd name="connsiteX8-611" fmla="*/ 2146041 w 2601026"/>
                <a:gd name="connsiteY8-612" fmla="*/ 850952 h 2601375"/>
                <a:gd name="connsiteX9-613" fmla="*/ 2246812 w 2601026"/>
                <a:gd name="connsiteY9-614" fmla="*/ 1194318 h 2601375"/>
                <a:gd name="connsiteX10-615" fmla="*/ 2597643 w 2601026"/>
                <a:gd name="connsiteY10-616" fmla="*/ 1160728 h 2601375"/>
                <a:gd name="connsiteX11-617" fmla="*/ 2556588 w 2601026"/>
                <a:gd name="connsiteY11-618" fmla="*/ 1645920 h 2601375"/>
                <a:gd name="connsiteX12-619" fmla="*/ 2209489 w 2601026"/>
                <a:gd name="connsiteY12-620" fmla="*/ 1593668 h 2601375"/>
                <a:gd name="connsiteX13-621" fmla="*/ 2052735 w 2601026"/>
                <a:gd name="connsiteY13-622" fmla="*/ 1877319 h 2601375"/>
                <a:gd name="connsiteX14-623" fmla="*/ 2291599 w 2601026"/>
                <a:gd name="connsiteY14-624" fmla="*/ 2134844 h 2601375"/>
                <a:gd name="connsiteX15-625" fmla="*/ 1944500 w 2601026"/>
                <a:gd name="connsiteY15-626" fmla="*/ 2437156 h 2601375"/>
                <a:gd name="connsiteX16-627" fmla="*/ 1724298 w 2601026"/>
                <a:gd name="connsiteY16-628" fmla="*/ 2153505 h 2601375"/>
                <a:gd name="connsiteX17-629" fmla="*/ 1429450 w 2601026"/>
                <a:gd name="connsiteY17-630" fmla="*/ 2246811 h 2601375"/>
                <a:gd name="connsiteX18-631" fmla="*/ 1410789 w 2601026"/>
                <a:gd name="connsiteY18-632" fmla="*/ 2601375 h 2601375"/>
                <a:gd name="connsiteX19-633" fmla="*/ 944258 w 2601026"/>
                <a:gd name="connsiteY19-634" fmla="*/ 2560320 h 2601375"/>
                <a:gd name="connsiteX20-635" fmla="*/ 1011439 w 2601026"/>
                <a:gd name="connsiteY20-636" fmla="*/ 2213221 h 2601375"/>
                <a:gd name="connsiteX21-637" fmla="*/ 716591 w 2601026"/>
                <a:gd name="connsiteY21-638" fmla="*/ 2067664 h 2601375"/>
                <a:gd name="connsiteX22-639" fmla="*/ 459067 w 2601026"/>
                <a:gd name="connsiteY22-640" fmla="*/ 2299063 h 2601375"/>
                <a:gd name="connsiteX23-641" fmla="*/ 164219 w 2601026"/>
                <a:gd name="connsiteY23-642" fmla="*/ 1955696 h 2601375"/>
                <a:gd name="connsiteX24-643" fmla="*/ 440405 w 2601026"/>
                <a:gd name="connsiteY24-644" fmla="*/ 1731761 h 2601375"/>
                <a:gd name="connsiteX25-645" fmla="*/ 343367 w 2601026"/>
                <a:gd name="connsiteY25-646" fmla="*/ 1425717 h 2601375"/>
                <a:gd name="connsiteX26-647" fmla="*/ 0 w 2601026"/>
                <a:gd name="connsiteY26-648" fmla="*/ 1440646 h 2601375"/>
                <a:gd name="connsiteX27-649" fmla="*/ 33591 w 2601026"/>
                <a:gd name="connsiteY27-650" fmla="*/ 974116 h 2601375"/>
                <a:gd name="connsiteX28-651" fmla="*/ 380689 w 2601026"/>
                <a:gd name="connsiteY28-652" fmla="*/ 1007706 h 2601375"/>
                <a:gd name="connsiteX29-653" fmla="*/ 529979 w 2601026"/>
                <a:gd name="connsiteY29-654" fmla="*/ 724055 h 2601375"/>
                <a:gd name="connsiteX30-655" fmla="*/ 287383 w 2601026"/>
                <a:gd name="connsiteY30-656" fmla="*/ 470263 h 2601375"/>
                <a:gd name="connsiteX31-657" fmla="*/ 630750 w 2601026"/>
                <a:gd name="connsiteY31-658" fmla="*/ 171683 h 2601375"/>
                <a:gd name="connsiteX32-659" fmla="*/ 850952 w 2601026"/>
                <a:gd name="connsiteY32-660" fmla="*/ 447869 h 2601375"/>
                <a:gd name="connsiteX0-661" fmla="*/ 850952 w 2601026"/>
                <a:gd name="connsiteY0-662" fmla="*/ 447869 h 2601375"/>
                <a:gd name="connsiteX1-663" fmla="*/ 1160729 w 2601026"/>
                <a:gd name="connsiteY1-664" fmla="*/ 354563 h 2601375"/>
                <a:gd name="connsiteX2-665" fmla="*/ 1164461 w 2601026"/>
                <a:gd name="connsiteY2-666" fmla="*/ 0 h 2601375"/>
                <a:gd name="connsiteX3-667" fmla="*/ 1645920 w 2601026"/>
                <a:gd name="connsiteY3-668" fmla="*/ 41055 h 2601375"/>
                <a:gd name="connsiteX4-669" fmla="*/ 1582472 w 2601026"/>
                <a:gd name="connsiteY4-670" fmla="*/ 388153 h 2601375"/>
                <a:gd name="connsiteX5-671" fmla="*/ 1884784 w 2601026"/>
                <a:gd name="connsiteY5-672" fmla="*/ 537443 h 2601375"/>
                <a:gd name="connsiteX6-673" fmla="*/ 2142309 w 2601026"/>
                <a:gd name="connsiteY6-674" fmla="*/ 298579 h 2601375"/>
                <a:gd name="connsiteX7-675" fmla="*/ 2429692 w 2601026"/>
                <a:gd name="connsiteY7-676" fmla="*/ 656875 h 2601375"/>
                <a:gd name="connsiteX8-677" fmla="*/ 2146041 w 2601026"/>
                <a:gd name="connsiteY8-678" fmla="*/ 850952 h 2601375"/>
                <a:gd name="connsiteX9-679" fmla="*/ 2246812 w 2601026"/>
                <a:gd name="connsiteY9-680" fmla="*/ 1194318 h 2601375"/>
                <a:gd name="connsiteX10-681" fmla="*/ 2597643 w 2601026"/>
                <a:gd name="connsiteY10-682" fmla="*/ 1160728 h 2601375"/>
                <a:gd name="connsiteX11-683" fmla="*/ 2556588 w 2601026"/>
                <a:gd name="connsiteY11-684" fmla="*/ 1645920 h 2601375"/>
                <a:gd name="connsiteX12-685" fmla="*/ 2209489 w 2601026"/>
                <a:gd name="connsiteY12-686" fmla="*/ 1593668 h 2601375"/>
                <a:gd name="connsiteX13-687" fmla="*/ 2052735 w 2601026"/>
                <a:gd name="connsiteY13-688" fmla="*/ 1877319 h 2601375"/>
                <a:gd name="connsiteX14-689" fmla="*/ 2291599 w 2601026"/>
                <a:gd name="connsiteY14-690" fmla="*/ 2134844 h 2601375"/>
                <a:gd name="connsiteX15-691" fmla="*/ 1944500 w 2601026"/>
                <a:gd name="connsiteY15-692" fmla="*/ 2437156 h 2601375"/>
                <a:gd name="connsiteX16-693" fmla="*/ 1724298 w 2601026"/>
                <a:gd name="connsiteY16-694" fmla="*/ 2153505 h 2601375"/>
                <a:gd name="connsiteX17-695" fmla="*/ 1429450 w 2601026"/>
                <a:gd name="connsiteY17-696" fmla="*/ 2246811 h 2601375"/>
                <a:gd name="connsiteX18-697" fmla="*/ 1410789 w 2601026"/>
                <a:gd name="connsiteY18-698" fmla="*/ 2601375 h 2601375"/>
                <a:gd name="connsiteX19-699" fmla="*/ 944258 w 2601026"/>
                <a:gd name="connsiteY19-700" fmla="*/ 2560320 h 2601375"/>
                <a:gd name="connsiteX20-701" fmla="*/ 1011439 w 2601026"/>
                <a:gd name="connsiteY20-702" fmla="*/ 2213221 h 2601375"/>
                <a:gd name="connsiteX21-703" fmla="*/ 716591 w 2601026"/>
                <a:gd name="connsiteY21-704" fmla="*/ 2067664 h 2601375"/>
                <a:gd name="connsiteX22-705" fmla="*/ 459067 w 2601026"/>
                <a:gd name="connsiteY22-706" fmla="*/ 2299063 h 2601375"/>
                <a:gd name="connsiteX23-707" fmla="*/ 164219 w 2601026"/>
                <a:gd name="connsiteY23-708" fmla="*/ 1955696 h 2601375"/>
                <a:gd name="connsiteX24-709" fmla="*/ 440405 w 2601026"/>
                <a:gd name="connsiteY24-710" fmla="*/ 1731761 h 2601375"/>
                <a:gd name="connsiteX25-711" fmla="*/ 343367 w 2601026"/>
                <a:gd name="connsiteY25-712" fmla="*/ 1425717 h 2601375"/>
                <a:gd name="connsiteX26-713" fmla="*/ 0 w 2601026"/>
                <a:gd name="connsiteY26-714" fmla="*/ 1440646 h 2601375"/>
                <a:gd name="connsiteX27-715" fmla="*/ 33591 w 2601026"/>
                <a:gd name="connsiteY27-716" fmla="*/ 974116 h 2601375"/>
                <a:gd name="connsiteX28-717" fmla="*/ 380689 w 2601026"/>
                <a:gd name="connsiteY28-718" fmla="*/ 1007706 h 2601375"/>
                <a:gd name="connsiteX29-719" fmla="*/ 529979 w 2601026"/>
                <a:gd name="connsiteY29-720" fmla="*/ 724055 h 2601375"/>
                <a:gd name="connsiteX30-721" fmla="*/ 287383 w 2601026"/>
                <a:gd name="connsiteY30-722" fmla="*/ 470263 h 2601375"/>
                <a:gd name="connsiteX31-723" fmla="*/ 630750 w 2601026"/>
                <a:gd name="connsiteY31-724" fmla="*/ 171683 h 2601375"/>
                <a:gd name="connsiteX32-725" fmla="*/ 850952 w 2601026"/>
                <a:gd name="connsiteY32-726" fmla="*/ 447869 h 2601375"/>
                <a:gd name="connsiteX0-727" fmla="*/ 850952 w 2601026"/>
                <a:gd name="connsiteY0-728" fmla="*/ 447869 h 2601375"/>
                <a:gd name="connsiteX1-729" fmla="*/ 1160729 w 2601026"/>
                <a:gd name="connsiteY1-730" fmla="*/ 354563 h 2601375"/>
                <a:gd name="connsiteX2-731" fmla="*/ 1164461 w 2601026"/>
                <a:gd name="connsiteY2-732" fmla="*/ 0 h 2601375"/>
                <a:gd name="connsiteX3-733" fmla="*/ 1645920 w 2601026"/>
                <a:gd name="connsiteY3-734" fmla="*/ 41055 h 2601375"/>
                <a:gd name="connsiteX4-735" fmla="*/ 1582472 w 2601026"/>
                <a:gd name="connsiteY4-736" fmla="*/ 388153 h 2601375"/>
                <a:gd name="connsiteX5-737" fmla="*/ 1884784 w 2601026"/>
                <a:gd name="connsiteY5-738" fmla="*/ 537443 h 2601375"/>
                <a:gd name="connsiteX6-739" fmla="*/ 2142309 w 2601026"/>
                <a:gd name="connsiteY6-740" fmla="*/ 298579 h 2601375"/>
                <a:gd name="connsiteX7-741" fmla="*/ 2429692 w 2601026"/>
                <a:gd name="connsiteY7-742" fmla="*/ 656875 h 2601375"/>
                <a:gd name="connsiteX8-743" fmla="*/ 2146041 w 2601026"/>
                <a:gd name="connsiteY8-744" fmla="*/ 850952 h 2601375"/>
                <a:gd name="connsiteX9-745" fmla="*/ 2246812 w 2601026"/>
                <a:gd name="connsiteY9-746" fmla="*/ 1194318 h 2601375"/>
                <a:gd name="connsiteX10-747" fmla="*/ 2597643 w 2601026"/>
                <a:gd name="connsiteY10-748" fmla="*/ 1160728 h 2601375"/>
                <a:gd name="connsiteX11-749" fmla="*/ 2556588 w 2601026"/>
                <a:gd name="connsiteY11-750" fmla="*/ 1645920 h 2601375"/>
                <a:gd name="connsiteX12-751" fmla="*/ 2209489 w 2601026"/>
                <a:gd name="connsiteY12-752" fmla="*/ 1593668 h 2601375"/>
                <a:gd name="connsiteX13-753" fmla="*/ 2052735 w 2601026"/>
                <a:gd name="connsiteY13-754" fmla="*/ 1877319 h 2601375"/>
                <a:gd name="connsiteX14-755" fmla="*/ 2291599 w 2601026"/>
                <a:gd name="connsiteY14-756" fmla="*/ 2134844 h 2601375"/>
                <a:gd name="connsiteX15-757" fmla="*/ 1944500 w 2601026"/>
                <a:gd name="connsiteY15-758" fmla="*/ 2437156 h 2601375"/>
                <a:gd name="connsiteX16-759" fmla="*/ 1724298 w 2601026"/>
                <a:gd name="connsiteY16-760" fmla="*/ 2153505 h 2601375"/>
                <a:gd name="connsiteX17-761" fmla="*/ 1429450 w 2601026"/>
                <a:gd name="connsiteY17-762" fmla="*/ 2246811 h 2601375"/>
                <a:gd name="connsiteX18-763" fmla="*/ 1410789 w 2601026"/>
                <a:gd name="connsiteY18-764" fmla="*/ 2601375 h 2601375"/>
                <a:gd name="connsiteX19-765" fmla="*/ 944258 w 2601026"/>
                <a:gd name="connsiteY19-766" fmla="*/ 2560320 h 2601375"/>
                <a:gd name="connsiteX20-767" fmla="*/ 1011439 w 2601026"/>
                <a:gd name="connsiteY20-768" fmla="*/ 2213221 h 2601375"/>
                <a:gd name="connsiteX21-769" fmla="*/ 716591 w 2601026"/>
                <a:gd name="connsiteY21-770" fmla="*/ 2067664 h 2601375"/>
                <a:gd name="connsiteX22-771" fmla="*/ 459067 w 2601026"/>
                <a:gd name="connsiteY22-772" fmla="*/ 2299063 h 2601375"/>
                <a:gd name="connsiteX23-773" fmla="*/ 164219 w 2601026"/>
                <a:gd name="connsiteY23-774" fmla="*/ 1955696 h 2601375"/>
                <a:gd name="connsiteX24-775" fmla="*/ 440405 w 2601026"/>
                <a:gd name="connsiteY24-776" fmla="*/ 1731761 h 2601375"/>
                <a:gd name="connsiteX25-777" fmla="*/ 343367 w 2601026"/>
                <a:gd name="connsiteY25-778" fmla="*/ 1425717 h 2601375"/>
                <a:gd name="connsiteX26-779" fmla="*/ 0 w 2601026"/>
                <a:gd name="connsiteY26-780" fmla="*/ 1440646 h 2601375"/>
                <a:gd name="connsiteX27-781" fmla="*/ 33591 w 2601026"/>
                <a:gd name="connsiteY27-782" fmla="*/ 974116 h 2601375"/>
                <a:gd name="connsiteX28-783" fmla="*/ 380689 w 2601026"/>
                <a:gd name="connsiteY28-784" fmla="*/ 1007706 h 2601375"/>
                <a:gd name="connsiteX29-785" fmla="*/ 529979 w 2601026"/>
                <a:gd name="connsiteY29-786" fmla="*/ 724055 h 2601375"/>
                <a:gd name="connsiteX30-787" fmla="*/ 287383 w 2601026"/>
                <a:gd name="connsiteY30-788" fmla="*/ 470263 h 2601375"/>
                <a:gd name="connsiteX31-789" fmla="*/ 630750 w 2601026"/>
                <a:gd name="connsiteY31-790" fmla="*/ 171683 h 2601375"/>
                <a:gd name="connsiteX32-791" fmla="*/ 850952 w 2601026"/>
                <a:gd name="connsiteY32-792" fmla="*/ 447869 h 2601375"/>
                <a:gd name="connsiteX0-793" fmla="*/ 850952 w 2601026"/>
                <a:gd name="connsiteY0-794" fmla="*/ 447869 h 2601375"/>
                <a:gd name="connsiteX1-795" fmla="*/ 1160729 w 2601026"/>
                <a:gd name="connsiteY1-796" fmla="*/ 354563 h 2601375"/>
                <a:gd name="connsiteX2-797" fmla="*/ 1164461 w 2601026"/>
                <a:gd name="connsiteY2-798" fmla="*/ 0 h 2601375"/>
                <a:gd name="connsiteX3-799" fmla="*/ 1645920 w 2601026"/>
                <a:gd name="connsiteY3-800" fmla="*/ 41055 h 2601375"/>
                <a:gd name="connsiteX4-801" fmla="*/ 1582472 w 2601026"/>
                <a:gd name="connsiteY4-802" fmla="*/ 388153 h 2601375"/>
                <a:gd name="connsiteX5-803" fmla="*/ 1884784 w 2601026"/>
                <a:gd name="connsiteY5-804" fmla="*/ 537443 h 2601375"/>
                <a:gd name="connsiteX6-805" fmla="*/ 2142309 w 2601026"/>
                <a:gd name="connsiteY6-806" fmla="*/ 298579 h 2601375"/>
                <a:gd name="connsiteX7-807" fmla="*/ 2429692 w 2601026"/>
                <a:gd name="connsiteY7-808" fmla="*/ 656875 h 2601375"/>
                <a:gd name="connsiteX8-809" fmla="*/ 2146041 w 2601026"/>
                <a:gd name="connsiteY8-810" fmla="*/ 850952 h 2601375"/>
                <a:gd name="connsiteX9-811" fmla="*/ 2246812 w 2601026"/>
                <a:gd name="connsiteY9-812" fmla="*/ 1194318 h 2601375"/>
                <a:gd name="connsiteX10-813" fmla="*/ 2597643 w 2601026"/>
                <a:gd name="connsiteY10-814" fmla="*/ 1160728 h 2601375"/>
                <a:gd name="connsiteX11-815" fmla="*/ 2556588 w 2601026"/>
                <a:gd name="connsiteY11-816" fmla="*/ 1645920 h 2601375"/>
                <a:gd name="connsiteX12-817" fmla="*/ 2209489 w 2601026"/>
                <a:gd name="connsiteY12-818" fmla="*/ 1593668 h 2601375"/>
                <a:gd name="connsiteX13-819" fmla="*/ 2056467 w 2601026"/>
                <a:gd name="connsiteY13-820" fmla="*/ 1877319 h 2601375"/>
                <a:gd name="connsiteX14-821" fmla="*/ 2291599 w 2601026"/>
                <a:gd name="connsiteY14-822" fmla="*/ 2134844 h 2601375"/>
                <a:gd name="connsiteX15-823" fmla="*/ 1944500 w 2601026"/>
                <a:gd name="connsiteY15-824" fmla="*/ 2437156 h 2601375"/>
                <a:gd name="connsiteX16-825" fmla="*/ 1724298 w 2601026"/>
                <a:gd name="connsiteY16-826" fmla="*/ 2153505 h 2601375"/>
                <a:gd name="connsiteX17-827" fmla="*/ 1429450 w 2601026"/>
                <a:gd name="connsiteY17-828" fmla="*/ 2246811 h 2601375"/>
                <a:gd name="connsiteX18-829" fmla="*/ 1410789 w 2601026"/>
                <a:gd name="connsiteY18-830" fmla="*/ 2601375 h 2601375"/>
                <a:gd name="connsiteX19-831" fmla="*/ 944258 w 2601026"/>
                <a:gd name="connsiteY19-832" fmla="*/ 2560320 h 2601375"/>
                <a:gd name="connsiteX20-833" fmla="*/ 1011439 w 2601026"/>
                <a:gd name="connsiteY20-834" fmla="*/ 2213221 h 2601375"/>
                <a:gd name="connsiteX21-835" fmla="*/ 716591 w 2601026"/>
                <a:gd name="connsiteY21-836" fmla="*/ 2067664 h 2601375"/>
                <a:gd name="connsiteX22-837" fmla="*/ 459067 w 2601026"/>
                <a:gd name="connsiteY22-838" fmla="*/ 2299063 h 2601375"/>
                <a:gd name="connsiteX23-839" fmla="*/ 164219 w 2601026"/>
                <a:gd name="connsiteY23-840" fmla="*/ 1955696 h 2601375"/>
                <a:gd name="connsiteX24-841" fmla="*/ 440405 w 2601026"/>
                <a:gd name="connsiteY24-842" fmla="*/ 1731761 h 2601375"/>
                <a:gd name="connsiteX25-843" fmla="*/ 343367 w 2601026"/>
                <a:gd name="connsiteY25-844" fmla="*/ 1425717 h 2601375"/>
                <a:gd name="connsiteX26-845" fmla="*/ 0 w 2601026"/>
                <a:gd name="connsiteY26-846" fmla="*/ 1440646 h 2601375"/>
                <a:gd name="connsiteX27-847" fmla="*/ 33591 w 2601026"/>
                <a:gd name="connsiteY27-848" fmla="*/ 974116 h 2601375"/>
                <a:gd name="connsiteX28-849" fmla="*/ 380689 w 2601026"/>
                <a:gd name="connsiteY28-850" fmla="*/ 1007706 h 2601375"/>
                <a:gd name="connsiteX29-851" fmla="*/ 529979 w 2601026"/>
                <a:gd name="connsiteY29-852" fmla="*/ 724055 h 2601375"/>
                <a:gd name="connsiteX30-853" fmla="*/ 287383 w 2601026"/>
                <a:gd name="connsiteY30-854" fmla="*/ 470263 h 2601375"/>
                <a:gd name="connsiteX31-855" fmla="*/ 630750 w 2601026"/>
                <a:gd name="connsiteY31-856" fmla="*/ 171683 h 2601375"/>
                <a:gd name="connsiteX32-857" fmla="*/ 850952 w 2601026"/>
                <a:gd name="connsiteY32-858" fmla="*/ 447869 h 2601375"/>
                <a:gd name="connsiteX0-859" fmla="*/ 850952 w 2601026"/>
                <a:gd name="connsiteY0-860" fmla="*/ 447869 h 2601375"/>
                <a:gd name="connsiteX1-861" fmla="*/ 1160729 w 2601026"/>
                <a:gd name="connsiteY1-862" fmla="*/ 354563 h 2601375"/>
                <a:gd name="connsiteX2-863" fmla="*/ 1164461 w 2601026"/>
                <a:gd name="connsiteY2-864" fmla="*/ 0 h 2601375"/>
                <a:gd name="connsiteX3-865" fmla="*/ 1645920 w 2601026"/>
                <a:gd name="connsiteY3-866" fmla="*/ 41055 h 2601375"/>
                <a:gd name="connsiteX4-867" fmla="*/ 1582472 w 2601026"/>
                <a:gd name="connsiteY4-868" fmla="*/ 388153 h 2601375"/>
                <a:gd name="connsiteX5-869" fmla="*/ 1884784 w 2601026"/>
                <a:gd name="connsiteY5-870" fmla="*/ 537443 h 2601375"/>
                <a:gd name="connsiteX6-871" fmla="*/ 2142309 w 2601026"/>
                <a:gd name="connsiteY6-872" fmla="*/ 298579 h 2601375"/>
                <a:gd name="connsiteX7-873" fmla="*/ 2429692 w 2601026"/>
                <a:gd name="connsiteY7-874" fmla="*/ 656875 h 2601375"/>
                <a:gd name="connsiteX8-875" fmla="*/ 2146041 w 2601026"/>
                <a:gd name="connsiteY8-876" fmla="*/ 850952 h 2601375"/>
                <a:gd name="connsiteX9-877" fmla="*/ 2246812 w 2601026"/>
                <a:gd name="connsiteY9-878" fmla="*/ 1194318 h 2601375"/>
                <a:gd name="connsiteX10-879" fmla="*/ 2597643 w 2601026"/>
                <a:gd name="connsiteY10-880" fmla="*/ 1160728 h 2601375"/>
                <a:gd name="connsiteX11-881" fmla="*/ 2556588 w 2601026"/>
                <a:gd name="connsiteY11-882" fmla="*/ 1645920 h 2601375"/>
                <a:gd name="connsiteX12-883" fmla="*/ 2209489 w 2601026"/>
                <a:gd name="connsiteY12-884" fmla="*/ 1593668 h 2601375"/>
                <a:gd name="connsiteX13-885" fmla="*/ 2056467 w 2601026"/>
                <a:gd name="connsiteY13-886" fmla="*/ 1877319 h 2601375"/>
                <a:gd name="connsiteX14-887" fmla="*/ 2291599 w 2601026"/>
                <a:gd name="connsiteY14-888" fmla="*/ 2134844 h 2601375"/>
                <a:gd name="connsiteX15-889" fmla="*/ 1944500 w 2601026"/>
                <a:gd name="connsiteY15-890" fmla="*/ 2437156 h 2601375"/>
                <a:gd name="connsiteX16-891" fmla="*/ 1724298 w 2601026"/>
                <a:gd name="connsiteY16-892" fmla="*/ 2153505 h 2601375"/>
                <a:gd name="connsiteX17-893" fmla="*/ 1429450 w 2601026"/>
                <a:gd name="connsiteY17-894" fmla="*/ 2246811 h 2601375"/>
                <a:gd name="connsiteX18-895" fmla="*/ 1410789 w 2601026"/>
                <a:gd name="connsiteY18-896" fmla="*/ 2601375 h 2601375"/>
                <a:gd name="connsiteX19-897" fmla="*/ 944258 w 2601026"/>
                <a:gd name="connsiteY19-898" fmla="*/ 2560320 h 2601375"/>
                <a:gd name="connsiteX20-899" fmla="*/ 1011439 w 2601026"/>
                <a:gd name="connsiteY20-900" fmla="*/ 2213221 h 2601375"/>
                <a:gd name="connsiteX21-901" fmla="*/ 716591 w 2601026"/>
                <a:gd name="connsiteY21-902" fmla="*/ 2067664 h 2601375"/>
                <a:gd name="connsiteX22-903" fmla="*/ 459067 w 2601026"/>
                <a:gd name="connsiteY22-904" fmla="*/ 2299063 h 2601375"/>
                <a:gd name="connsiteX23-905" fmla="*/ 164219 w 2601026"/>
                <a:gd name="connsiteY23-906" fmla="*/ 1955696 h 2601375"/>
                <a:gd name="connsiteX24-907" fmla="*/ 440405 w 2601026"/>
                <a:gd name="connsiteY24-908" fmla="*/ 1731761 h 2601375"/>
                <a:gd name="connsiteX25-909" fmla="*/ 343367 w 2601026"/>
                <a:gd name="connsiteY25-910" fmla="*/ 1425717 h 2601375"/>
                <a:gd name="connsiteX26-911" fmla="*/ 0 w 2601026"/>
                <a:gd name="connsiteY26-912" fmla="*/ 1440646 h 2601375"/>
                <a:gd name="connsiteX27-913" fmla="*/ 33591 w 2601026"/>
                <a:gd name="connsiteY27-914" fmla="*/ 974116 h 2601375"/>
                <a:gd name="connsiteX28-915" fmla="*/ 380689 w 2601026"/>
                <a:gd name="connsiteY28-916" fmla="*/ 1007706 h 2601375"/>
                <a:gd name="connsiteX29-917" fmla="*/ 529979 w 2601026"/>
                <a:gd name="connsiteY29-918" fmla="*/ 724055 h 2601375"/>
                <a:gd name="connsiteX30-919" fmla="*/ 287383 w 2601026"/>
                <a:gd name="connsiteY30-920" fmla="*/ 470263 h 2601375"/>
                <a:gd name="connsiteX31-921" fmla="*/ 630750 w 2601026"/>
                <a:gd name="connsiteY31-922" fmla="*/ 171683 h 2601375"/>
                <a:gd name="connsiteX32-923" fmla="*/ 850952 w 2601026"/>
                <a:gd name="connsiteY32-924" fmla="*/ 447869 h 2601375"/>
                <a:gd name="connsiteX0-925" fmla="*/ 850952 w 2601026"/>
                <a:gd name="connsiteY0-926" fmla="*/ 447869 h 2601375"/>
                <a:gd name="connsiteX1-927" fmla="*/ 1160729 w 2601026"/>
                <a:gd name="connsiteY1-928" fmla="*/ 354563 h 2601375"/>
                <a:gd name="connsiteX2-929" fmla="*/ 1164461 w 2601026"/>
                <a:gd name="connsiteY2-930" fmla="*/ 0 h 2601375"/>
                <a:gd name="connsiteX3-931" fmla="*/ 1645920 w 2601026"/>
                <a:gd name="connsiteY3-932" fmla="*/ 41055 h 2601375"/>
                <a:gd name="connsiteX4-933" fmla="*/ 1582472 w 2601026"/>
                <a:gd name="connsiteY4-934" fmla="*/ 388153 h 2601375"/>
                <a:gd name="connsiteX5-935" fmla="*/ 1884784 w 2601026"/>
                <a:gd name="connsiteY5-936" fmla="*/ 537443 h 2601375"/>
                <a:gd name="connsiteX6-937" fmla="*/ 2142309 w 2601026"/>
                <a:gd name="connsiteY6-938" fmla="*/ 298579 h 2601375"/>
                <a:gd name="connsiteX7-939" fmla="*/ 2429692 w 2601026"/>
                <a:gd name="connsiteY7-940" fmla="*/ 656875 h 2601375"/>
                <a:gd name="connsiteX8-941" fmla="*/ 2146041 w 2601026"/>
                <a:gd name="connsiteY8-942" fmla="*/ 850952 h 2601375"/>
                <a:gd name="connsiteX9-943" fmla="*/ 2246812 w 2601026"/>
                <a:gd name="connsiteY9-944" fmla="*/ 1194318 h 2601375"/>
                <a:gd name="connsiteX10-945" fmla="*/ 2597643 w 2601026"/>
                <a:gd name="connsiteY10-946" fmla="*/ 1160728 h 2601375"/>
                <a:gd name="connsiteX11-947" fmla="*/ 2556588 w 2601026"/>
                <a:gd name="connsiteY11-948" fmla="*/ 1645920 h 2601375"/>
                <a:gd name="connsiteX12-949" fmla="*/ 2209489 w 2601026"/>
                <a:gd name="connsiteY12-950" fmla="*/ 1593668 h 2601375"/>
                <a:gd name="connsiteX13-951" fmla="*/ 2056467 w 2601026"/>
                <a:gd name="connsiteY13-952" fmla="*/ 1877319 h 2601375"/>
                <a:gd name="connsiteX14-953" fmla="*/ 2291599 w 2601026"/>
                <a:gd name="connsiteY14-954" fmla="*/ 2134844 h 2601375"/>
                <a:gd name="connsiteX15-955" fmla="*/ 1944500 w 2601026"/>
                <a:gd name="connsiteY15-956" fmla="*/ 2437156 h 2601375"/>
                <a:gd name="connsiteX16-957" fmla="*/ 1724298 w 2601026"/>
                <a:gd name="connsiteY16-958" fmla="*/ 2153505 h 2601375"/>
                <a:gd name="connsiteX17-959" fmla="*/ 1429450 w 2601026"/>
                <a:gd name="connsiteY17-960" fmla="*/ 2246811 h 2601375"/>
                <a:gd name="connsiteX18-961" fmla="*/ 1410789 w 2601026"/>
                <a:gd name="connsiteY18-962" fmla="*/ 2601375 h 2601375"/>
                <a:gd name="connsiteX19-963" fmla="*/ 944258 w 2601026"/>
                <a:gd name="connsiteY19-964" fmla="*/ 2560320 h 2601375"/>
                <a:gd name="connsiteX20-965" fmla="*/ 1011439 w 2601026"/>
                <a:gd name="connsiteY20-966" fmla="*/ 2213221 h 2601375"/>
                <a:gd name="connsiteX21-967" fmla="*/ 716591 w 2601026"/>
                <a:gd name="connsiteY21-968" fmla="*/ 2067664 h 2601375"/>
                <a:gd name="connsiteX22-969" fmla="*/ 459067 w 2601026"/>
                <a:gd name="connsiteY22-970" fmla="*/ 2299063 h 2601375"/>
                <a:gd name="connsiteX23-971" fmla="*/ 164219 w 2601026"/>
                <a:gd name="connsiteY23-972" fmla="*/ 1955696 h 2601375"/>
                <a:gd name="connsiteX24-973" fmla="*/ 440405 w 2601026"/>
                <a:gd name="connsiteY24-974" fmla="*/ 1731761 h 2601375"/>
                <a:gd name="connsiteX25-975" fmla="*/ 343367 w 2601026"/>
                <a:gd name="connsiteY25-976" fmla="*/ 1425717 h 2601375"/>
                <a:gd name="connsiteX26-977" fmla="*/ 0 w 2601026"/>
                <a:gd name="connsiteY26-978" fmla="*/ 1440646 h 2601375"/>
                <a:gd name="connsiteX27-979" fmla="*/ 33591 w 2601026"/>
                <a:gd name="connsiteY27-980" fmla="*/ 974116 h 2601375"/>
                <a:gd name="connsiteX28-981" fmla="*/ 380689 w 2601026"/>
                <a:gd name="connsiteY28-982" fmla="*/ 1007706 h 2601375"/>
                <a:gd name="connsiteX29-983" fmla="*/ 529979 w 2601026"/>
                <a:gd name="connsiteY29-984" fmla="*/ 724055 h 2601375"/>
                <a:gd name="connsiteX30-985" fmla="*/ 287383 w 2601026"/>
                <a:gd name="connsiteY30-986" fmla="*/ 470263 h 2601375"/>
                <a:gd name="connsiteX31-987" fmla="*/ 630750 w 2601026"/>
                <a:gd name="connsiteY31-988" fmla="*/ 171683 h 2601375"/>
                <a:gd name="connsiteX32-989" fmla="*/ 850952 w 2601026"/>
                <a:gd name="connsiteY32-990" fmla="*/ 447869 h 2601375"/>
                <a:gd name="connsiteX0-991" fmla="*/ 850952 w 2601026"/>
                <a:gd name="connsiteY0-992" fmla="*/ 447869 h 2601375"/>
                <a:gd name="connsiteX1-993" fmla="*/ 1160729 w 2601026"/>
                <a:gd name="connsiteY1-994" fmla="*/ 354563 h 2601375"/>
                <a:gd name="connsiteX2-995" fmla="*/ 1164461 w 2601026"/>
                <a:gd name="connsiteY2-996" fmla="*/ 0 h 2601375"/>
                <a:gd name="connsiteX3-997" fmla="*/ 1645920 w 2601026"/>
                <a:gd name="connsiteY3-998" fmla="*/ 41055 h 2601375"/>
                <a:gd name="connsiteX4-999" fmla="*/ 1582472 w 2601026"/>
                <a:gd name="connsiteY4-1000" fmla="*/ 388153 h 2601375"/>
                <a:gd name="connsiteX5-1001" fmla="*/ 1884784 w 2601026"/>
                <a:gd name="connsiteY5-1002" fmla="*/ 537443 h 2601375"/>
                <a:gd name="connsiteX6-1003" fmla="*/ 2142309 w 2601026"/>
                <a:gd name="connsiteY6-1004" fmla="*/ 298579 h 2601375"/>
                <a:gd name="connsiteX7-1005" fmla="*/ 2429692 w 2601026"/>
                <a:gd name="connsiteY7-1006" fmla="*/ 656875 h 2601375"/>
                <a:gd name="connsiteX8-1007" fmla="*/ 2146041 w 2601026"/>
                <a:gd name="connsiteY8-1008" fmla="*/ 850952 h 2601375"/>
                <a:gd name="connsiteX9-1009" fmla="*/ 2246812 w 2601026"/>
                <a:gd name="connsiteY9-1010" fmla="*/ 1194318 h 2601375"/>
                <a:gd name="connsiteX10-1011" fmla="*/ 2597643 w 2601026"/>
                <a:gd name="connsiteY10-1012" fmla="*/ 1160728 h 2601375"/>
                <a:gd name="connsiteX11-1013" fmla="*/ 2556588 w 2601026"/>
                <a:gd name="connsiteY11-1014" fmla="*/ 1645920 h 2601375"/>
                <a:gd name="connsiteX12-1015" fmla="*/ 2209489 w 2601026"/>
                <a:gd name="connsiteY12-1016" fmla="*/ 1593668 h 2601375"/>
                <a:gd name="connsiteX13-1017" fmla="*/ 2056467 w 2601026"/>
                <a:gd name="connsiteY13-1018" fmla="*/ 1877319 h 2601375"/>
                <a:gd name="connsiteX14-1019" fmla="*/ 2291599 w 2601026"/>
                <a:gd name="connsiteY14-1020" fmla="*/ 2134844 h 2601375"/>
                <a:gd name="connsiteX15-1021" fmla="*/ 1944500 w 2601026"/>
                <a:gd name="connsiteY15-1022" fmla="*/ 2437156 h 2601375"/>
                <a:gd name="connsiteX16-1023" fmla="*/ 1724298 w 2601026"/>
                <a:gd name="connsiteY16-1024" fmla="*/ 2153505 h 2601375"/>
                <a:gd name="connsiteX17-1025" fmla="*/ 1429450 w 2601026"/>
                <a:gd name="connsiteY17-1026" fmla="*/ 2246811 h 2601375"/>
                <a:gd name="connsiteX18-1027" fmla="*/ 1410789 w 2601026"/>
                <a:gd name="connsiteY18-1028" fmla="*/ 2601375 h 2601375"/>
                <a:gd name="connsiteX19-1029" fmla="*/ 944258 w 2601026"/>
                <a:gd name="connsiteY19-1030" fmla="*/ 2560320 h 2601375"/>
                <a:gd name="connsiteX20-1031" fmla="*/ 1011439 w 2601026"/>
                <a:gd name="connsiteY20-1032" fmla="*/ 2213221 h 2601375"/>
                <a:gd name="connsiteX21-1033" fmla="*/ 716591 w 2601026"/>
                <a:gd name="connsiteY21-1034" fmla="*/ 2067664 h 2601375"/>
                <a:gd name="connsiteX22-1035" fmla="*/ 459067 w 2601026"/>
                <a:gd name="connsiteY22-1036" fmla="*/ 2299063 h 2601375"/>
                <a:gd name="connsiteX23-1037" fmla="*/ 164219 w 2601026"/>
                <a:gd name="connsiteY23-1038" fmla="*/ 1955696 h 2601375"/>
                <a:gd name="connsiteX24-1039" fmla="*/ 440405 w 2601026"/>
                <a:gd name="connsiteY24-1040" fmla="*/ 1731761 h 2601375"/>
                <a:gd name="connsiteX25-1041" fmla="*/ 343367 w 2601026"/>
                <a:gd name="connsiteY25-1042" fmla="*/ 1425717 h 2601375"/>
                <a:gd name="connsiteX26-1043" fmla="*/ 0 w 2601026"/>
                <a:gd name="connsiteY26-1044" fmla="*/ 1440646 h 2601375"/>
                <a:gd name="connsiteX27-1045" fmla="*/ 33591 w 2601026"/>
                <a:gd name="connsiteY27-1046" fmla="*/ 974116 h 2601375"/>
                <a:gd name="connsiteX28-1047" fmla="*/ 380689 w 2601026"/>
                <a:gd name="connsiteY28-1048" fmla="*/ 1007706 h 2601375"/>
                <a:gd name="connsiteX29-1049" fmla="*/ 529979 w 2601026"/>
                <a:gd name="connsiteY29-1050" fmla="*/ 724055 h 2601375"/>
                <a:gd name="connsiteX30-1051" fmla="*/ 287383 w 2601026"/>
                <a:gd name="connsiteY30-1052" fmla="*/ 470263 h 2601375"/>
                <a:gd name="connsiteX31-1053" fmla="*/ 630750 w 2601026"/>
                <a:gd name="connsiteY31-1054" fmla="*/ 171683 h 2601375"/>
                <a:gd name="connsiteX32-1055" fmla="*/ 850952 w 2601026"/>
                <a:gd name="connsiteY32-1056" fmla="*/ 447869 h 2601375"/>
                <a:gd name="connsiteX0-1057" fmla="*/ 850952 w 2601026"/>
                <a:gd name="connsiteY0-1058" fmla="*/ 447869 h 2604925"/>
                <a:gd name="connsiteX1-1059" fmla="*/ 1160729 w 2601026"/>
                <a:gd name="connsiteY1-1060" fmla="*/ 354563 h 2604925"/>
                <a:gd name="connsiteX2-1061" fmla="*/ 1164461 w 2601026"/>
                <a:gd name="connsiteY2-1062" fmla="*/ 0 h 2604925"/>
                <a:gd name="connsiteX3-1063" fmla="*/ 1645920 w 2601026"/>
                <a:gd name="connsiteY3-1064" fmla="*/ 41055 h 2604925"/>
                <a:gd name="connsiteX4-1065" fmla="*/ 1582472 w 2601026"/>
                <a:gd name="connsiteY4-1066" fmla="*/ 388153 h 2604925"/>
                <a:gd name="connsiteX5-1067" fmla="*/ 1884784 w 2601026"/>
                <a:gd name="connsiteY5-1068" fmla="*/ 537443 h 2604925"/>
                <a:gd name="connsiteX6-1069" fmla="*/ 2142309 w 2601026"/>
                <a:gd name="connsiteY6-1070" fmla="*/ 298579 h 2604925"/>
                <a:gd name="connsiteX7-1071" fmla="*/ 2429692 w 2601026"/>
                <a:gd name="connsiteY7-1072" fmla="*/ 656875 h 2604925"/>
                <a:gd name="connsiteX8-1073" fmla="*/ 2146041 w 2601026"/>
                <a:gd name="connsiteY8-1074" fmla="*/ 850952 h 2604925"/>
                <a:gd name="connsiteX9-1075" fmla="*/ 2246812 w 2601026"/>
                <a:gd name="connsiteY9-1076" fmla="*/ 1194318 h 2604925"/>
                <a:gd name="connsiteX10-1077" fmla="*/ 2597643 w 2601026"/>
                <a:gd name="connsiteY10-1078" fmla="*/ 1160728 h 2604925"/>
                <a:gd name="connsiteX11-1079" fmla="*/ 2556588 w 2601026"/>
                <a:gd name="connsiteY11-1080" fmla="*/ 1645920 h 2604925"/>
                <a:gd name="connsiteX12-1081" fmla="*/ 2209489 w 2601026"/>
                <a:gd name="connsiteY12-1082" fmla="*/ 1593668 h 2604925"/>
                <a:gd name="connsiteX13-1083" fmla="*/ 2056467 w 2601026"/>
                <a:gd name="connsiteY13-1084" fmla="*/ 1877319 h 2604925"/>
                <a:gd name="connsiteX14-1085" fmla="*/ 2291599 w 2601026"/>
                <a:gd name="connsiteY14-1086" fmla="*/ 2134844 h 2604925"/>
                <a:gd name="connsiteX15-1087" fmla="*/ 1944500 w 2601026"/>
                <a:gd name="connsiteY15-1088" fmla="*/ 2437156 h 2604925"/>
                <a:gd name="connsiteX16-1089" fmla="*/ 1724298 w 2601026"/>
                <a:gd name="connsiteY16-1090" fmla="*/ 2153505 h 2604925"/>
                <a:gd name="connsiteX17-1091" fmla="*/ 1429450 w 2601026"/>
                <a:gd name="connsiteY17-1092" fmla="*/ 2246811 h 2604925"/>
                <a:gd name="connsiteX18-1093" fmla="*/ 1410789 w 2601026"/>
                <a:gd name="connsiteY18-1094" fmla="*/ 2601375 h 2604925"/>
                <a:gd name="connsiteX19-1095" fmla="*/ 944258 w 2601026"/>
                <a:gd name="connsiteY19-1096" fmla="*/ 2560320 h 2604925"/>
                <a:gd name="connsiteX20-1097" fmla="*/ 1011439 w 2601026"/>
                <a:gd name="connsiteY20-1098" fmla="*/ 2213221 h 2604925"/>
                <a:gd name="connsiteX21-1099" fmla="*/ 716591 w 2601026"/>
                <a:gd name="connsiteY21-1100" fmla="*/ 2067664 h 2604925"/>
                <a:gd name="connsiteX22-1101" fmla="*/ 459067 w 2601026"/>
                <a:gd name="connsiteY22-1102" fmla="*/ 2299063 h 2604925"/>
                <a:gd name="connsiteX23-1103" fmla="*/ 164219 w 2601026"/>
                <a:gd name="connsiteY23-1104" fmla="*/ 1955696 h 2604925"/>
                <a:gd name="connsiteX24-1105" fmla="*/ 440405 w 2601026"/>
                <a:gd name="connsiteY24-1106" fmla="*/ 1731761 h 2604925"/>
                <a:gd name="connsiteX25-1107" fmla="*/ 343367 w 2601026"/>
                <a:gd name="connsiteY25-1108" fmla="*/ 1425717 h 2604925"/>
                <a:gd name="connsiteX26-1109" fmla="*/ 0 w 2601026"/>
                <a:gd name="connsiteY26-1110" fmla="*/ 1440646 h 2604925"/>
                <a:gd name="connsiteX27-1111" fmla="*/ 33591 w 2601026"/>
                <a:gd name="connsiteY27-1112" fmla="*/ 974116 h 2604925"/>
                <a:gd name="connsiteX28-1113" fmla="*/ 380689 w 2601026"/>
                <a:gd name="connsiteY28-1114" fmla="*/ 1007706 h 2604925"/>
                <a:gd name="connsiteX29-1115" fmla="*/ 529979 w 2601026"/>
                <a:gd name="connsiteY29-1116" fmla="*/ 724055 h 2604925"/>
                <a:gd name="connsiteX30-1117" fmla="*/ 287383 w 2601026"/>
                <a:gd name="connsiteY30-1118" fmla="*/ 470263 h 2604925"/>
                <a:gd name="connsiteX31-1119" fmla="*/ 630750 w 2601026"/>
                <a:gd name="connsiteY31-1120" fmla="*/ 171683 h 2604925"/>
                <a:gd name="connsiteX32-1121" fmla="*/ 850952 w 2601026"/>
                <a:gd name="connsiteY32-1122" fmla="*/ 447869 h 2604925"/>
                <a:gd name="connsiteX0-1123" fmla="*/ 850952 w 2601026"/>
                <a:gd name="connsiteY0-1124" fmla="*/ 447869 h 2607945"/>
                <a:gd name="connsiteX1-1125" fmla="*/ 1160729 w 2601026"/>
                <a:gd name="connsiteY1-1126" fmla="*/ 354563 h 2607945"/>
                <a:gd name="connsiteX2-1127" fmla="*/ 1164461 w 2601026"/>
                <a:gd name="connsiteY2-1128" fmla="*/ 0 h 2607945"/>
                <a:gd name="connsiteX3-1129" fmla="*/ 1645920 w 2601026"/>
                <a:gd name="connsiteY3-1130" fmla="*/ 41055 h 2607945"/>
                <a:gd name="connsiteX4-1131" fmla="*/ 1582472 w 2601026"/>
                <a:gd name="connsiteY4-1132" fmla="*/ 388153 h 2607945"/>
                <a:gd name="connsiteX5-1133" fmla="*/ 1884784 w 2601026"/>
                <a:gd name="connsiteY5-1134" fmla="*/ 537443 h 2607945"/>
                <a:gd name="connsiteX6-1135" fmla="*/ 2142309 w 2601026"/>
                <a:gd name="connsiteY6-1136" fmla="*/ 298579 h 2607945"/>
                <a:gd name="connsiteX7-1137" fmla="*/ 2429692 w 2601026"/>
                <a:gd name="connsiteY7-1138" fmla="*/ 656875 h 2607945"/>
                <a:gd name="connsiteX8-1139" fmla="*/ 2146041 w 2601026"/>
                <a:gd name="connsiteY8-1140" fmla="*/ 850952 h 2607945"/>
                <a:gd name="connsiteX9-1141" fmla="*/ 2246812 w 2601026"/>
                <a:gd name="connsiteY9-1142" fmla="*/ 1194318 h 2607945"/>
                <a:gd name="connsiteX10-1143" fmla="*/ 2597643 w 2601026"/>
                <a:gd name="connsiteY10-1144" fmla="*/ 1160728 h 2607945"/>
                <a:gd name="connsiteX11-1145" fmla="*/ 2556588 w 2601026"/>
                <a:gd name="connsiteY11-1146" fmla="*/ 1645920 h 2607945"/>
                <a:gd name="connsiteX12-1147" fmla="*/ 2209489 w 2601026"/>
                <a:gd name="connsiteY12-1148" fmla="*/ 1593668 h 2607945"/>
                <a:gd name="connsiteX13-1149" fmla="*/ 2056467 w 2601026"/>
                <a:gd name="connsiteY13-1150" fmla="*/ 1877319 h 2607945"/>
                <a:gd name="connsiteX14-1151" fmla="*/ 2291599 w 2601026"/>
                <a:gd name="connsiteY14-1152" fmla="*/ 2134844 h 2607945"/>
                <a:gd name="connsiteX15-1153" fmla="*/ 1944500 w 2601026"/>
                <a:gd name="connsiteY15-1154" fmla="*/ 2437156 h 2607945"/>
                <a:gd name="connsiteX16-1155" fmla="*/ 1724298 w 2601026"/>
                <a:gd name="connsiteY16-1156" fmla="*/ 2153505 h 2607945"/>
                <a:gd name="connsiteX17-1157" fmla="*/ 1429450 w 2601026"/>
                <a:gd name="connsiteY17-1158" fmla="*/ 2246811 h 2607945"/>
                <a:gd name="connsiteX18-1159" fmla="*/ 1410789 w 2601026"/>
                <a:gd name="connsiteY18-1160" fmla="*/ 2601375 h 2607945"/>
                <a:gd name="connsiteX19-1161" fmla="*/ 944258 w 2601026"/>
                <a:gd name="connsiteY19-1162" fmla="*/ 2560320 h 2607945"/>
                <a:gd name="connsiteX20-1163" fmla="*/ 1011439 w 2601026"/>
                <a:gd name="connsiteY20-1164" fmla="*/ 2213221 h 2607945"/>
                <a:gd name="connsiteX21-1165" fmla="*/ 716591 w 2601026"/>
                <a:gd name="connsiteY21-1166" fmla="*/ 2067664 h 2607945"/>
                <a:gd name="connsiteX22-1167" fmla="*/ 459067 w 2601026"/>
                <a:gd name="connsiteY22-1168" fmla="*/ 2299063 h 2607945"/>
                <a:gd name="connsiteX23-1169" fmla="*/ 164219 w 2601026"/>
                <a:gd name="connsiteY23-1170" fmla="*/ 1955696 h 2607945"/>
                <a:gd name="connsiteX24-1171" fmla="*/ 440405 w 2601026"/>
                <a:gd name="connsiteY24-1172" fmla="*/ 1731761 h 2607945"/>
                <a:gd name="connsiteX25-1173" fmla="*/ 343367 w 2601026"/>
                <a:gd name="connsiteY25-1174" fmla="*/ 1425717 h 2607945"/>
                <a:gd name="connsiteX26-1175" fmla="*/ 0 w 2601026"/>
                <a:gd name="connsiteY26-1176" fmla="*/ 1440646 h 2607945"/>
                <a:gd name="connsiteX27-1177" fmla="*/ 33591 w 2601026"/>
                <a:gd name="connsiteY27-1178" fmla="*/ 974116 h 2607945"/>
                <a:gd name="connsiteX28-1179" fmla="*/ 380689 w 2601026"/>
                <a:gd name="connsiteY28-1180" fmla="*/ 1007706 h 2607945"/>
                <a:gd name="connsiteX29-1181" fmla="*/ 529979 w 2601026"/>
                <a:gd name="connsiteY29-1182" fmla="*/ 724055 h 2607945"/>
                <a:gd name="connsiteX30-1183" fmla="*/ 287383 w 2601026"/>
                <a:gd name="connsiteY30-1184" fmla="*/ 470263 h 2607945"/>
                <a:gd name="connsiteX31-1185" fmla="*/ 630750 w 2601026"/>
                <a:gd name="connsiteY31-1186" fmla="*/ 171683 h 2607945"/>
                <a:gd name="connsiteX32-1187" fmla="*/ 850952 w 2601026"/>
                <a:gd name="connsiteY32-1188" fmla="*/ 447869 h 2607945"/>
                <a:gd name="connsiteX0-1189" fmla="*/ 850952 w 2601026"/>
                <a:gd name="connsiteY0-1190" fmla="*/ 447869 h 2607945"/>
                <a:gd name="connsiteX1-1191" fmla="*/ 1160729 w 2601026"/>
                <a:gd name="connsiteY1-1192" fmla="*/ 354563 h 2607945"/>
                <a:gd name="connsiteX2-1193" fmla="*/ 1164461 w 2601026"/>
                <a:gd name="connsiteY2-1194" fmla="*/ 0 h 2607945"/>
                <a:gd name="connsiteX3-1195" fmla="*/ 1645920 w 2601026"/>
                <a:gd name="connsiteY3-1196" fmla="*/ 41055 h 2607945"/>
                <a:gd name="connsiteX4-1197" fmla="*/ 1582472 w 2601026"/>
                <a:gd name="connsiteY4-1198" fmla="*/ 388153 h 2607945"/>
                <a:gd name="connsiteX5-1199" fmla="*/ 1884784 w 2601026"/>
                <a:gd name="connsiteY5-1200" fmla="*/ 537443 h 2607945"/>
                <a:gd name="connsiteX6-1201" fmla="*/ 2142309 w 2601026"/>
                <a:gd name="connsiteY6-1202" fmla="*/ 298579 h 2607945"/>
                <a:gd name="connsiteX7-1203" fmla="*/ 2429692 w 2601026"/>
                <a:gd name="connsiteY7-1204" fmla="*/ 656875 h 2607945"/>
                <a:gd name="connsiteX8-1205" fmla="*/ 2146041 w 2601026"/>
                <a:gd name="connsiteY8-1206" fmla="*/ 850952 h 2607945"/>
                <a:gd name="connsiteX9-1207" fmla="*/ 2246812 w 2601026"/>
                <a:gd name="connsiteY9-1208" fmla="*/ 1194318 h 2607945"/>
                <a:gd name="connsiteX10-1209" fmla="*/ 2597643 w 2601026"/>
                <a:gd name="connsiteY10-1210" fmla="*/ 1160728 h 2607945"/>
                <a:gd name="connsiteX11-1211" fmla="*/ 2556588 w 2601026"/>
                <a:gd name="connsiteY11-1212" fmla="*/ 1645920 h 2607945"/>
                <a:gd name="connsiteX12-1213" fmla="*/ 2209489 w 2601026"/>
                <a:gd name="connsiteY12-1214" fmla="*/ 1593668 h 2607945"/>
                <a:gd name="connsiteX13-1215" fmla="*/ 2056467 w 2601026"/>
                <a:gd name="connsiteY13-1216" fmla="*/ 1877319 h 2607945"/>
                <a:gd name="connsiteX14-1217" fmla="*/ 2291599 w 2601026"/>
                <a:gd name="connsiteY14-1218" fmla="*/ 2134844 h 2607945"/>
                <a:gd name="connsiteX15-1219" fmla="*/ 1944500 w 2601026"/>
                <a:gd name="connsiteY15-1220" fmla="*/ 2437156 h 2607945"/>
                <a:gd name="connsiteX16-1221" fmla="*/ 1724298 w 2601026"/>
                <a:gd name="connsiteY16-1222" fmla="*/ 2153505 h 2607945"/>
                <a:gd name="connsiteX17-1223" fmla="*/ 1429450 w 2601026"/>
                <a:gd name="connsiteY17-1224" fmla="*/ 2246811 h 2607945"/>
                <a:gd name="connsiteX18-1225" fmla="*/ 1410789 w 2601026"/>
                <a:gd name="connsiteY18-1226" fmla="*/ 2601375 h 2607945"/>
                <a:gd name="connsiteX19-1227" fmla="*/ 944258 w 2601026"/>
                <a:gd name="connsiteY19-1228" fmla="*/ 2560320 h 2607945"/>
                <a:gd name="connsiteX20-1229" fmla="*/ 1011439 w 2601026"/>
                <a:gd name="connsiteY20-1230" fmla="*/ 2213221 h 2607945"/>
                <a:gd name="connsiteX21-1231" fmla="*/ 716591 w 2601026"/>
                <a:gd name="connsiteY21-1232" fmla="*/ 2067664 h 2607945"/>
                <a:gd name="connsiteX22-1233" fmla="*/ 459067 w 2601026"/>
                <a:gd name="connsiteY22-1234" fmla="*/ 2299063 h 2607945"/>
                <a:gd name="connsiteX23-1235" fmla="*/ 164219 w 2601026"/>
                <a:gd name="connsiteY23-1236" fmla="*/ 1955696 h 2607945"/>
                <a:gd name="connsiteX24-1237" fmla="*/ 440405 w 2601026"/>
                <a:gd name="connsiteY24-1238" fmla="*/ 1731761 h 2607945"/>
                <a:gd name="connsiteX25-1239" fmla="*/ 343367 w 2601026"/>
                <a:gd name="connsiteY25-1240" fmla="*/ 1425717 h 2607945"/>
                <a:gd name="connsiteX26-1241" fmla="*/ 0 w 2601026"/>
                <a:gd name="connsiteY26-1242" fmla="*/ 1440646 h 2607945"/>
                <a:gd name="connsiteX27-1243" fmla="*/ 33591 w 2601026"/>
                <a:gd name="connsiteY27-1244" fmla="*/ 974116 h 2607945"/>
                <a:gd name="connsiteX28-1245" fmla="*/ 380689 w 2601026"/>
                <a:gd name="connsiteY28-1246" fmla="*/ 1007706 h 2607945"/>
                <a:gd name="connsiteX29-1247" fmla="*/ 529979 w 2601026"/>
                <a:gd name="connsiteY29-1248" fmla="*/ 724055 h 2607945"/>
                <a:gd name="connsiteX30-1249" fmla="*/ 287383 w 2601026"/>
                <a:gd name="connsiteY30-1250" fmla="*/ 470263 h 2607945"/>
                <a:gd name="connsiteX31-1251" fmla="*/ 630750 w 2601026"/>
                <a:gd name="connsiteY31-1252" fmla="*/ 171683 h 2607945"/>
                <a:gd name="connsiteX32-1253" fmla="*/ 850952 w 2601026"/>
                <a:gd name="connsiteY32-1254" fmla="*/ 447869 h 2607945"/>
                <a:gd name="connsiteX0-1255" fmla="*/ 850952 w 2601026"/>
                <a:gd name="connsiteY0-1256" fmla="*/ 447869 h 2607945"/>
                <a:gd name="connsiteX1-1257" fmla="*/ 1160729 w 2601026"/>
                <a:gd name="connsiteY1-1258" fmla="*/ 354563 h 2607945"/>
                <a:gd name="connsiteX2-1259" fmla="*/ 1164461 w 2601026"/>
                <a:gd name="connsiteY2-1260" fmla="*/ 0 h 2607945"/>
                <a:gd name="connsiteX3-1261" fmla="*/ 1645920 w 2601026"/>
                <a:gd name="connsiteY3-1262" fmla="*/ 41055 h 2607945"/>
                <a:gd name="connsiteX4-1263" fmla="*/ 1582472 w 2601026"/>
                <a:gd name="connsiteY4-1264" fmla="*/ 388153 h 2607945"/>
                <a:gd name="connsiteX5-1265" fmla="*/ 1884784 w 2601026"/>
                <a:gd name="connsiteY5-1266" fmla="*/ 537443 h 2607945"/>
                <a:gd name="connsiteX6-1267" fmla="*/ 2142309 w 2601026"/>
                <a:gd name="connsiteY6-1268" fmla="*/ 298579 h 2607945"/>
                <a:gd name="connsiteX7-1269" fmla="*/ 2429692 w 2601026"/>
                <a:gd name="connsiteY7-1270" fmla="*/ 656875 h 2607945"/>
                <a:gd name="connsiteX8-1271" fmla="*/ 2146041 w 2601026"/>
                <a:gd name="connsiteY8-1272" fmla="*/ 850952 h 2607945"/>
                <a:gd name="connsiteX9-1273" fmla="*/ 2246812 w 2601026"/>
                <a:gd name="connsiteY9-1274" fmla="*/ 1194318 h 2607945"/>
                <a:gd name="connsiteX10-1275" fmla="*/ 2597643 w 2601026"/>
                <a:gd name="connsiteY10-1276" fmla="*/ 1160728 h 2607945"/>
                <a:gd name="connsiteX11-1277" fmla="*/ 2556588 w 2601026"/>
                <a:gd name="connsiteY11-1278" fmla="*/ 1645920 h 2607945"/>
                <a:gd name="connsiteX12-1279" fmla="*/ 2209489 w 2601026"/>
                <a:gd name="connsiteY12-1280" fmla="*/ 1593668 h 2607945"/>
                <a:gd name="connsiteX13-1281" fmla="*/ 2056467 w 2601026"/>
                <a:gd name="connsiteY13-1282" fmla="*/ 1877319 h 2607945"/>
                <a:gd name="connsiteX14-1283" fmla="*/ 2291599 w 2601026"/>
                <a:gd name="connsiteY14-1284" fmla="*/ 2134844 h 2607945"/>
                <a:gd name="connsiteX15-1285" fmla="*/ 1944500 w 2601026"/>
                <a:gd name="connsiteY15-1286" fmla="*/ 2437156 h 2607945"/>
                <a:gd name="connsiteX16-1287" fmla="*/ 1724298 w 2601026"/>
                <a:gd name="connsiteY16-1288" fmla="*/ 2153505 h 2607945"/>
                <a:gd name="connsiteX17-1289" fmla="*/ 1429450 w 2601026"/>
                <a:gd name="connsiteY17-1290" fmla="*/ 2246811 h 2607945"/>
                <a:gd name="connsiteX18-1291" fmla="*/ 1410789 w 2601026"/>
                <a:gd name="connsiteY18-1292" fmla="*/ 2601375 h 2607945"/>
                <a:gd name="connsiteX19-1293" fmla="*/ 944258 w 2601026"/>
                <a:gd name="connsiteY19-1294" fmla="*/ 2560320 h 2607945"/>
                <a:gd name="connsiteX20-1295" fmla="*/ 1011439 w 2601026"/>
                <a:gd name="connsiteY20-1296" fmla="*/ 2213221 h 2607945"/>
                <a:gd name="connsiteX21-1297" fmla="*/ 716591 w 2601026"/>
                <a:gd name="connsiteY21-1298" fmla="*/ 2067664 h 2607945"/>
                <a:gd name="connsiteX22-1299" fmla="*/ 459067 w 2601026"/>
                <a:gd name="connsiteY22-1300" fmla="*/ 2299063 h 2607945"/>
                <a:gd name="connsiteX23-1301" fmla="*/ 164219 w 2601026"/>
                <a:gd name="connsiteY23-1302" fmla="*/ 1955696 h 2607945"/>
                <a:gd name="connsiteX24-1303" fmla="*/ 440405 w 2601026"/>
                <a:gd name="connsiteY24-1304" fmla="*/ 1731761 h 2607945"/>
                <a:gd name="connsiteX25-1305" fmla="*/ 343367 w 2601026"/>
                <a:gd name="connsiteY25-1306" fmla="*/ 1425717 h 2607945"/>
                <a:gd name="connsiteX26-1307" fmla="*/ 0 w 2601026"/>
                <a:gd name="connsiteY26-1308" fmla="*/ 1440646 h 2607945"/>
                <a:gd name="connsiteX27-1309" fmla="*/ 33591 w 2601026"/>
                <a:gd name="connsiteY27-1310" fmla="*/ 974116 h 2607945"/>
                <a:gd name="connsiteX28-1311" fmla="*/ 380689 w 2601026"/>
                <a:gd name="connsiteY28-1312" fmla="*/ 1007706 h 2607945"/>
                <a:gd name="connsiteX29-1313" fmla="*/ 529979 w 2601026"/>
                <a:gd name="connsiteY29-1314" fmla="*/ 724055 h 2607945"/>
                <a:gd name="connsiteX30-1315" fmla="*/ 287383 w 2601026"/>
                <a:gd name="connsiteY30-1316" fmla="*/ 470263 h 2607945"/>
                <a:gd name="connsiteX31-1317" fmla="*/ 630750 w 2601026"/>
                <a:gd name="connsiteY31-1318" fmla="*/ 171683 h 2607945"/>
                <a:gd name="connsiteX32-1319" fmla="*/ 850952 w 2601026"/>
                <a:gd name="connsiteY32-1320" fmla="*/ 447869 h 2607945"/>
                <a:gd name="connsiteX0-1321" fmla="*/ 850952 w 2601026"/>
                <a:gd name="connsiteY0-1322" fmla="*/ 447869 h 2607945"/>
                <a:gd name="connsiteX1-1323" fmla="*/ 1160729 w 2601026"/>
                <a:gd name="connsiteY1-1324" fmla="*/ 354563 h 2607945"/>
                <a:gd name="connsiteX2-1325" fmla="*/ 1164461 w 2601026"/>
                <a:gd name="connsiteY2-1326" fmla="*/ 0 h 2607945"/>
                <a:gd name="connsiteX3-1327" fmla="*/ 1645920 w 2601026"/>
                <a:gd name="connsiteY3-1328" fmla="*/ 41055 h 2607945"/>
                <a:gd name="connsiteX4-1329" fmla="*/ 1582472 w 2601026"/>
                <a:gd name="connsiteY4-1330" fmla="*/ 388153 h 2607945"/>
                <a:gd name="connsiteX5-1331" fmla="*/ 1884784 w 2601026"/>
                <a:gd name="connsiteY5-1332" fmla="*/ 537443 h 2607945"/>
                <a:gd name="connsiteX6-1333" fmla="*/ 2142309 w 2601026"/>
                <a:gd name="connsiteY6-1334" fmla="*/ 298579 h 2607945"/>
                <a:gd name="connsiteX7-1335" fmla="*/ 2429692 w 2601026"/>
                <a:gd name="connsiteY7-1336" fmla="*/ 656875 h 2607945"/>
                <a:gd name="connsiteX8-1337" fmla="*/ 2146041 w 2601026"/>
                <a:gd name="connsiteY8-1338" fmla="*/ 850952 h 2607945"/>
                <a:gd name="connsiteX9-1339" fmla="*/ 2246812 w 2601026"/>
                <a:gd name="connsiteY9-1340" fmla="*/ 1194318 h 2607945"/>
                <a:gd name="connsiteX10-1341" fmla="*/ 2597643 w 2601026"/>
                <a:gd name="connsiteY10-1342" fmla="*/ 1160728 h 2607945"/>
                <a:gd name="connsiteX11-1343" fmla="*/ 2556588 w 2601026"/>
                <a:gd name="connsiteY11-1344" fmla="*/ 1645920 h 2607945"/>
                <a:gd name="connsiteX12-1345" fmla="*/ 2209489 w 2601026"/>
                <a:gd name="connsiteY12-1346" fmla="*/ 1593668 h 2607945"/>
                <a:gd name="connsiteX13-1347" fmla="*/ 2056467 w 2601026"/>
                <a:gd name="connsiteY13-1348" fmla="*/ 1877319 h 2607945"/>
                <a:gd name="connsiteX14-1349" fmla="*/ 2291599 w 2601026"/>
                <a:gd name="connsiteY14-1350" fmla="*/ 2134844 h 2607945"/>
                <a:gd name="connsiteX15-1351" fmla="*/ 1944500 w 2601026"/>
                <a:gd name="connsiteY15-1352" fmla="*/ 2437156 h 2607945"/>
                <a:gd name="connsiteX16-1353" fmla="*/ 1724298 w 2601026"/>
                <a:gd name="connsiteY16-1354" fmla="*/ 2153505 h 2607945"/>
                <a:gd name="connsiteX17-1355" fmla="*/ 1429450 w 2601026"/>
                <a:gd name="connsiteY17-1356" fmla="*/ 2246811 h 2607945"/>
                <a:gd name="connsiteX18-1357" fmla="*/ 1410789 w 2601026"/>
                <a:gd name="connsiteY18-1358" fmla="*/ 2601375 h 2607945"/>
                <a:gd name="connsiteX19-1359" fmla="*/ 944258 w 2601026"/>
                <a:gd name="connsiteY19-1360" fmla="*/ 2560320 h 2607945"/>
                <a:gd name="connsiteX20-1361" fmla="*/ 1011439 w 2601026"/>
                <a:gd name="connsiteY20-1362" fmla="*/ 2213221 h 2607945"/>
                <a:gd name="connsiteX21-1363" fmla="*/ 716591 w 2601026"/>
                <a:gd name="connsiteY21-1364" fmla="*/ 2067664 h 2607945"/>
                <a:gd name="connsiteX22-1365" fmla="*/ 459067 w 2601026"/>
                <a:gd name="connsiteY22-1366" fmla="*/ 2299063 h 2607945"/>
                <a:gd name="connsiteX23-1367" fmla="*/ 164219 w 2601026"/>
                <a:gd name="connsiteY23-1368" fmla="*/ 1955696 h 2607945"/>
                <a:gd name="connsiteX24-1369" fmla="*/ 440405 w 2601026"/>
                <a:gd name="connsiteY24-1370" fmla="*/ 1731761 h 2607945"/>
                <a:gd name="connsiteX25-1371" fmla="*/ 343367 w 2601026"/>
                <a:gd name="connsiteY25-1372" fmla="*/ 1425717 h 2607945"/>
                <a:gd name="connsiteX26-1373" fmla="*/ 0 w 2601026"/>
                <a:gd name="connsiteY26-1374" fmla="*/ 1440646 h 2607945"/>
                <a:gd name="connsiteX27-1375" fmla="*/ 33591 w 2601026"/>
                <a:gd name="connsiteY27-1376" fmla="*/ 974116 h 2607945"/>
                <a:gd name="connsiteX28-1377" fmla="*/ 380689 w 2601026"/>
                <a:gd name="connsiteY28-1378" fmla="*/ 1007706 h 2607945"/>
                <a:gd name="connsiteX29-1379" fmla="*/ 529979 w 2601026"/>
                <a:gd name="connsiteY29-1380" fmla="*/ 724055 h 2607945"/>
                <a:gd name="connsiteX30-1381" fmla="*/ 287383 w 2601026"/>
                <a:gd name="connsiteY30-1382" fmla="*/ 470263 h 2607945"/>
                <a:gd name="connsiteX31-1383" fmla="*/ 630750 w 2601026"/>
                <a:gd name="connsiteY31-1384" fmla="*/ 171683 h 2607945"/>
                <a:gd name="connsiteX32-1385" fmla="*/ 850952 w 2601026"/>
                <a:gd name="connsiteY32-1386" fmla="*/ 447869 h 2607945"/>
                <a:gd name="connsiteX0-1387" fmla="*/ 850952 w 2601026"/>
                <a:gd name="connsiteY0-1388" fmla="*/ 447869 h 2607945"/>
                <a:gd name="connsiteX1-1389" fmla="*/ 1160729 w 2601026"/>
                <a:gd name="connsiteY1-1390" fmla="*/ 354563 h 2607945"/>
                <a:gd name="connsiteX2-1391" fmla="*/ 1164461 w 2601026"/>
                <a:gd name="connsiteY2-1392" fmla="*/ 0 h 2607945"/>
                <a:gd name="connsiteX3-1393" fmla="*/ 1645920 w 2601026"/>
                <a:gd name="connsiteY3-1394" fmla="*/ 41055 h 2607945"/>
                <a:gd name="connsiteX4-1395" fmla="*/ 1582472 w 2601026"/>
                <a:gd name="connsiteY4-1396" fmla="*/ 388153 h 2607945"/>
                <a:gd name="connsiteX5-1397" fmla="*/ 1884784 w 2601026"/>
                <a:gd name="connsiteY5-1398" fmla="*/ 537443 h 2607945"/>
                <a:gd name="connsiteX6-1399" fmla="*/ 2142309 w 2601026"/>
                <a:gd name="connsiteY6-1400" fmla="*/ 298579 h 2607945"/>
                <a:gd name="connsiteX7-1401" fmla="*/ 2429692 w 2601026"/>
                <a:gd name="connsiteY7-1402" fmla="*/ 656875 h 2607945"/>
                <a:gd name="connsiteX8-1403" fmla="*/ 2146041 w 2601026"/>
                <a:gd name="connsiteY8-1404" fmla="*/ 850952 h 2607945"/>
                <a:gd name="connsiteX9-1405" fmla="*/ 2246812 w 2601026"/>
                <a:gd name="connsiteY9-1406" fmla="*/ 1194318 h 2607945"/>
                <a:gd name="connsiteX10-1407" fmla="*/ 2597643 w 2601026"/>
                <a:gd name="connsiteY10-1408" fmla="*/ 1160728 h 2607945"/>
                <a:gd name="connsiteX11-1409" fmla="*/ 2556588 w 2601026"/>
                <a:gd name="connsiteY11-1410" fmla="*/ 1645920 h 2607945"/>
                <a:gd name="connsiteX12-1411" fmla="*/ 2209489 w 2601026"/>
                <a:gd name="connsiteY12-1412" fmla="*/ 1593668 h 2607945"/>
                <a:gd name="connsiteX13-1413" fmla="*/ 2056467 w 2601026"/>
                <a:gd name="connsiteY13-1414" fmla="*/ 1877319 h 2607945"/>
                <a:gd name="connsiteX14-1415" fmla="*/ 2291599 w 2601026"/>
                <a:gd name="connsiteY14-1416" fmla="*/ 2134844 h 2607945"/>
                <a:gd name="connsiteX15-1417" fmla="*/ 1944500 w 2601026"/>
                <a:gd name="connsiteY15-1418" fmla="*/ 2437156 h 2607945"/>
                <a:gd name="connsiteX16-1419" fmla="*/ 1724298 w 2601026"/>
                <a:gd name="connsiteY16-1420" fmla="*/ 2153505 h 2607945"/>
                <a:gd name="connsiteX17-1421" fmla="*/ 1429450 w 2601026"/>
                <a:gd name="connsiteY17-1422" fmla="*/ 2246811 h 2607945"/>
                <a:gd name="connsiteX18-1423" fmla="*/ 1410789 w 2601026"/>
                <a:gd name="connsiteY18-1424" fmla="*/ 2601375 h 2607945"/>
                <a:gd name="connsiteX19-1425" fmla="*/ 944258 w 2601026"/>
                <a:gd name="connsiteY19-1426" fmla="*/ 2560320 h 2607945"/>
                <a:gd name="connsiteX20-1427" fmla="*/ 1011439 w 2601026"/>
                <a:gd name="connsiteY20-1428" fmla="*/ 2213221 h 2607945"/>
                <a:gd name="connsiteX21-1429" fmla="*/ 716591 w 2601026"/>
                <a:gd name="connsiteY21-1430" fmla="*/ 2067664 h 2607945"/>
                <a:gd name="connsiteX22-1431" fmla="*/ 459067 w 2601026"/>
                <a:gd name="connsiteY22-1432" fmla="*/ 2299063 h 2607945"/>
                <a:gd name="connsiteX23-1433" fmla="*/ 164219 w 2601026"/>
                <a:gd name="connsiteY23-1434" fmla="*/ 1955696 h 2607945"/>
                <a:gd name="connsiteX24-1435" fmla="*/ 440405 w 2601026"/>
                <a:gd name="connsiteY24-1436" fmla="*/ 1731761 h 2607945"/>
                <a:gd name="connsiteX25-1437" fmla="*/ 343367 w 2601026"/>
                <a:gd name="connsiteY25-1438" fmla="*/ 1425717 h 2607945"/>
                <a:gd name="connsiteX26-1439" fmla="*/ 0 w 2601026"/>
                <a:gd name="connsiteY26-1440" fmla="*/ 1440646 h 2607945"/>
                <a:gd name="connsiteX27-1441" fmla="*/ 33591 w 2601026"/>
                <a:gd name="connsiteY27-1442" fmla="*/ 974116 h 2607945"/>
                <a:gd name="connsiteX28-1443" fmla="*/ 380689 w 2601026"/>
                <a:gd name="connsiteY28-1444" fmla="*/ 1007706 h 2607945"/>
                <a:gd name="connsiteX29-1445" fmla="*/ 529979 w 2601026"/>
                <a:gd name="connsiteY29-1446" fmla="*/ 724055 h 2607945"/>
                <a:gd name="connsiteX30-1447" fmla="*/ 287383 w 2601026"/>
                <a:gd name="connsiteY30-1448" fmla="*/ 470263 h 2607945"/>
                <a:gd name="connsiteX31-1449" fmla="*/ 630750 w 2601026"/>
                <a:gd name="connsiteY31-1450" fmla="*/ 171683 h 2607945"/>
                <a:gd name="connsiteX32-1451" fmla="*/ 850952 w 2601026"/>
                <a:gd name="connsiteY32-1452" fmla="*/ 447869 h 2607945"/>
                <a:gd name="connsiteX0-1453" fmla="*/ 850952 w 2601026"/>
                <a:gd name="connsiteY0-1454" fmla="*/ 447869 h 2607945"/>
                <a:gd name="connsiteX1-1455" fmla="*/ 1160729 w 2601026"/>
                <a:gd name="connsiteY1-1456" fmla="*/ 354563 h 2607945"/>
                <a:gd name="connsiteX2-1457" fmla="*/ 1164461 w 2601026"/>
                <a:gd name="connsiteY2-1458" fmla="*/ 0 h 2607945"/>
                <a:gd name="connsiteX3-1459" fmla="*/ 1645920 w 2601026"/>
                <a:gd name="connsiteY3-1460" fmla="*/ 41055 h 2607945"/>
                <a:gd name="connsiteX4-1461" fmla="*/ 1582472 w 2601026"/>
                <a:gd name="connsiteY4-1462" fmla="*/ 388153 h 2607945"/>
                <a:gd name="connsiteX5-1463" fmla="*/ 1884784 w 2601026"/>
                <a:gd name="connsiteY5-1464" fmla="*/ 537443 h 2607945"/>
                <a:gd name="connsiteX6-1465" fmla="*/ 2142309 w 2601026"/>
                <a:gd name="connsiteY6-1466" fmla="*/ 298579 h 2607945"/>
                <a:gd name="connsiteX7-1467" fmla="*/ 2429692 w 2601026"/>
                <a:gd name="connsiteY7-1468" fmla="*/ 656875 h 2607945"/>
                <a:gd name="connsiteX8-1469" fmla="*/ 2146041 w 2601026"/>
                <a:gd name="connsiteY8-1470" fmla="*/ 850952 h 2607945"/>
                <a:gd name="connsiteX9-1471" fmla="*/ 2246812 w 2601026"/>
                <a:gd name="connsiteY9-1472" fmla="*/ 1194318 h 2607945"/>
                <a:gd name="connsiteX10-1473" fmla="*/ 2597643 w 2601026"/>
                <a:gd name="connsiteY10-1474" fmla="*/ 1160728 h 2607945"/>
                <a:gd name="connsiteX11-1475" fmla="*/ 2556588 w 2601026"/>
                <a:gd name="connsiteY11-1476" fmla="*/ 1645920 h 2607945"/>
                <a:gd name="connsiteX12-1477" fmla="*/ 2209489 w 2601026"/>
                <a:gd name="connsiteY12-1478" fmla="*/ 1593668 h 2607945"/>
                <a:gd name="connsiteX13-1479" fmla="*/ 2056467 w 2601026"/>
                <a:gd name="connsiteY13-1480" fmla="*/ 1877319 h 2607945"/>
                <a:gd name="connsiteX14-1481" fmla="*/ 2291599 w 2601026"/>
                <a:gd name="connsiteY14-1482" fmla="*/ 2134844 h 2607945"/>
                <a:gd name="connsiteX15-1483" fmla="*/ 1944500 w 2601026"/>
                <a:gd name="connsiteY15-1484" fmla="*/ 2437156 h 2607945"/>
                <a:gd name="connsiteX16-1485" fmla="*/ 1724298 w 2601026"/>
                <a:gd name="connsiteY16-1486" fmla="*/ 2153505 h 2607945"/>
                <a:gd name="connsiteX17-1487" fmla="*/ 1429450 w 2601026"/>
                <a:gd name="connsiteY17-1488" fmla="*/ 2246811 h 2607945"/>
                <a:gd name="connsiteX18-1489" fmla="*/ 1410789 w 2601026"/>
                <a:gd name="connsiteY18-1490" fmla="*/ 2601375 h 2607945"/>
                <a:gd name="connsiteX19-1491" fmla="*/ 944258 w 2601026"/>
                <a:gd name="connsiteY19-1492" fmla="*/ 2560320 h 2607945"/>
                <a:gd name="connsiteX20-1493" fmla="*/ 1011439 w 2601026"/>
                <a:gd name="connsiteY20-1494" fmla="*/ 2213221 h 2607945"/>
                <a:gd name="connsiteX21-1495" fmla="*/ 716591 w 2601026"/>
                <a:gd name="connsiteY21-1496" fmla="*/ 2067664 h 2607945"/>
                <a:gd name="connsiteX22-1497" fmla="*/ 459067 w 2601026"/>
                <a:gd name="connsiteY22-1498" fmla="*/ 2299063 h 2607945"/>
                <a:gd name="connsiteX23-1499" fmla="*/ 164219 w 2601026"/>
                <a:gd name="connsiteY23-1500" fmla="*/ 1955696 h 2607945"/>
                <a:gd name="connsiteX24-1501" fmla="*/ 440405 w 2601026"/>
                <a:gd name="connsiteY24-1502" fmla="*/ 1731761 h 2607945"/>
                <a:gd name="connsiteX25-1503" fmla="*/ 343367 w 2601026"/>
                <a:gd name="connsiteY25-1504" fmla="*/ 1425717 h 2607945"/>
                <a:gd name="connsiteX26-1505" fmla="*/ 0 w 2601026"/>
                <a:gd name="connsiteY26-1506" fmla="*/ 1440646 h 2607945"/>
                <a:gd name="connsiteX27-1507" fmla="*/ 33591 w 2601026"/>
                <a:gd name="connsiteY27-1508" fmla="*/ 974116 h 2607945"/>
                <a:gd name="connsiteX28-1509" fmla="*/ 380689 w 2601026"/>
                <a:gd name="connsiteY28-1510" fmla="*/ 1007706 h 2607945"/>
                <a:gd name="connsiteX29-1511" fmla="*/ 529979 w 2601026"/>
                <a:gd name="connsiteY29-1512" fmla="*/ 724055 h 2607945"/>
                <a:gd name="connsiteX30-1513" fmla="*/ 287383 w 2601026"/>
                <a:gd name="connsiteY30-1514" fmla="*/ 470263 h 2607945"/>
                <a:gd name="connsiteX31-1515" fmla="*/ 630750 w 2601026"/>
                <a:gd name="connsiteY31-1516" fmla="*/ 171683 h 2607945"/>
                <a:gd name="connsiteX32-1517" fmla="*/ 850952 w 2601026"/>
                <a:gd name="connsiteY32-1518" fmla="*/ 447869 h 2607945"/>
                <a:gd name="connsiteX0-1519" fmla="*/ 850952 w 2601026"/>
                <a:gd name="connsiteY0-1520" fmla="*/ 447869 h 2607945"/>
                <a:gd name="connsiteX1-1521" fmla="*/ 1160729 w 2601026"/>
                <a:gd name="connsiteY1-1522" fmla="*/ 354563 h 2607945"/>
                <a:gd name="connsiteX2-1523" fmla="*/ 1164461 w 2601026"/>
                <a:gd name="connsiteY2-1524" fmla="*/ 0 h 2607945"/>
                <a:gd name="connsiteX3-1525" fmla="*/ 1645920 w 2601026"/>
                <a:gd name="connsiteY3-1526" fmla="*/ 41055 h 2607945"/>
                <a:gd name="connsiteX4-1527" fmla="*/ 1582472 w 2601026"/>
                <a:gd name="connsiteY4-1528" fmla="*/ 388153 h 2607945"/>
                <a:gd name="connsiteX5-1529" fmla="*/ 1884784 w 2601026"/>
                <a:gd name="connsiteY5-1530" fmla="*/ 537443 h 2607945"/>
                <a:gd name="connsiteX6-1531" fmla="*/ 2142309 w 2601026"/>
                <a:gd name="connsiteY6-1532" fmla="*/ 298579 h 2607945"/>
                <a:gd name="connsiteX7-1533" fmla="*/ 2429692 w 2601026"/>
                <a:gd name="connsiteY7-1534" fmla="*/ 656875 h 2607945"/>
                <a:gd name="connsiteX8-1535" fmla="*/ 2146041 w 2601026"/>
                <a:gd name="connsiteY8-1536" fmla="*/ 850952 h 2607945"/>
                <a:gd name="connsiteX9-1537" fmla="*/ 2246812 w 2601026"/>
                <a:gd name="connsiteY9-1538" fmla="*/ 1194318 h 2607945"/>
                <a:gd name="connsiteX10-1539" fmla="*/ 2597643 w 2601026"/>
                <a:gd name="connsiteY10-1540" fmla="*/ 1160728 h 2607945"/>
                <a:gd name="connsiteX11-1541" fmla="*/ 2556588 w 2601026"/>
                <a:gd name="connsiteY11-1542" fmla="*/ 1645920 h 2607945"/>
                <a:gd name="connsiteX12-1543" fmla="*/ 2209489 w 2601026"/>
                <a:gd name="connsiteY12-1544" fmla="*/ 1593668 h 2607945"/>
                <a:gd name="connsiteX13-1545" fmla="*/ 2056467 w 2601026"/>
                <a:gd name="connsiteY13-1546" fmla="*/ 1877319 h 2607945"/>
                <a:gd name="connsiteX14-1547" fmla="*/ 2291599 w 2601026"/>
                <a:gd name="connsiteY14-1548" fmla="*/ 2134844 h 2607945"/>
                <a:gd name="connsiteX15-1549" fmla="*/ 1944500 w 2601026"/>
                <a:gd name="connsiteY15-1550" fmla="*/ 2437156 h 2607945"/>
                <a:gd name="connsiteX16-1551" fmla="*/ 1724298 w 2601026"/>
                <a:gd name="connsiteY16-1552" fmla="*/ 2153505 h 2607945"/>
                <a:gd name="connsiteX17-1553" fmla="*/ 1429450 w 2601026"/>
                <a:gd name="connsiteY17-1554" fmla="*/ 2246811 h 2607945"/>
                <a:gd name="connsiteX18-1555" fmla="*/ 1410789 w 2601026"/>
                <a:gd name="connsiteY18-1556" fmla="*/ 2601375 h 2607945"/>
                <a:gd name="connsiteX19-1557" fmla="*/ 944258 w 2601026"/>
                <a:gd name="connsiteY19-1558" fmla="*/ 2560320 h 2607945"/>
                <a:gd name="connsiteX20-1559" fmla="*/ 1011439 w 2601026"/>
                <a:gd name="connsiteY20-1560" fmla="*/ 2213221 h 2607945"/>
                <a:gd name="connsiteX21-1561" fmla="*/ 716591 w 2601026"/>
                <a:gd name="connsiteY21-1562" fmla="*/ 2067664 h 2607945"/>
                <a:gd name="connsiteX22-1563" fmla="*/ 459067 w 2601026"/>
                <a:gd name="connsiteY22-1564" fmla="*/ 2299063 h 2607945"/>
                <a:gd name="connsiteX23-1565" fmla="*/ 164219 w 2601026"/>
                <a:gd name="connsiteY23-1566" fmla="*/ 1955696 h 2607945"/>
                <a:gd name="connsiteX24-1567" fmla="*/ 440405 w 2601026"/>
                <a:gd name="connsiteY24-1568" fmla="*/ 1731761 h 2607945"/>
                <a:gd name="connsiteX25-1569" fmla="*/ 343367 w 2601026"/>
                <a:gd name="connsiteY25-1570" fmla="*/ 1425717 h 2607945"/>
                <a:gd name="connsiteX26-1571" fmla="*/ 0 w 2601026"/>
                <a:gd name="connsiteY26-1572" fmla="*/ 1440646 h 2607945"/>
                <a:gd name="connsiteX27-1573" fmla="*/ 33591 w 2601026"/>
                <a:gd name="connsiteY27-1574" fmla="*/ 974116 h 2607945"/>
                <a:gd name="connsiteX28-1575" fmla="*/ 380689 w 2601026"/>
                <a:gd name="connsiteY28-1576" fmla="*/ 1007706 h 2607945"/>
                <a:gd name="connsiteX29-1577" fmla="*/ 529979 w 2601026"/>
                <a:gd name="connsiteY29-1578" fmla="*/ 724055 h 2607945"/>
                <a:gd name="connsiteX30-1579" fmla="*/ 287383 w 2601026"/>
                <a:gd name="connsiteY30-1580" fmla="*/ 470263 h 2607945"/>
                <a:gd name="connsiteX31-1581" fmla="*/ 630750 w 2601026"/>
                <a:gd name="connsiteY31-1582" fmla="*/ 171683 h 2607945"/>
                <a:gd name="connsiteX32-1583" fmla="*/ 850952 w 2601026"/>
                <a:gd name="connsiteY32-1584" fmla="*/ 447869 h 2607945"/>
                <a:gd name="connsiteX0-1585" fmla="*/ 850952 w 2601026"/>
                <a:gd name="connsiteY0-1586" fmla="*/ 447869 h 2607945"/>
                <a:gd name="connsiteX1-1587" fmla="*/ 1160729 w 2601026"/>
                <a:gd name="connsiteY1-1588" fmla="*/ 354563 h 2607945"/>
                <a:gd name="connsiteX2-1589" fmla="*/ 1164461 w 2601026"/>
                <a:gd name="connsiteY2-1590" fmla="*/ 0 h 2607945"/>
                <a:gd name="connsiteX3-1591" fmla="*/ 1645920 w 2601026"/>
                <a:gd name="connsiteY3-1592" fmla="*/ 41055 h 2607945"/>
                <a:gd name="connsiteX4-1593" fmla="*/ 1582472 w 2601026"/>
                <a:gd name="connsiteY4-1594" fmla="*/ 388153 h 2607945"/>
                <a:gd name="connsiteX5-1595" fmla="*/ 1884784 w 2601026"/>
                <a:gd name="connsiteY5-1596" fmla="*/ 537443 h 2607945"/>
                <a:gd name="connsiteX6-1597" fmla="*/ 2142309 w 2601026"/>
                <a:gd name="connsiteY6-1598" fmla="*/ 298579 h 2607945"/>
                <a:gd name="connsiteX7-1599" fmla="*/ 2429692 w 2601026"/>
                <a:gd name="connsiteY7-1600" fmla="*/ 656875 h 2607945"/>
                <a:gd name="connsiteX8-1601" fmla="*/ 2146041 w 2601026"/>
                <a:gd name="connsiteY8-1602" fmla="*/ 850952 h 2607945"/>
                <a:gd name="connsiteX9-1603" fmla="*/ 2246812 w 2601026"/>
                <a:gd name="connsiteY9-1604" fmla="*/ 1194318 h 2607945"/>
                <a:gd name="connsiteX10-1605" fmla="*/ 2597643 w 2601026"/>
                <a:gd name="connsiteY10-1606" fmla="*/ 1160728 h 2607945"/>
                <a:gd name="connsiteX11-1607" fmla="*/ 2556588 w 2601026"/>
                <a:gd name="connsiteY11-1608" fmla="*/ 1645920 h 2607945"/>
                <a:gd name="connsiteX12-1609" fmla="*/ 2209489 w 2601026"/>
                <a:gd name="connsiteY12-1610" fmla="*/ 1593668 h 2607945"/>
                <a:gd name="connsiteX13-1611" fmla="*/ 2056467 w 2601026"/>
                <a:gd name="connsiteY13-1612" fmla="*/ 1877319 h 2607945"/>
                <a:gd name="connsiteX14-1613" fmla="*/ 2291599 w 2601026"/>
                <a:gd name="connsiteY14-1614" fmla="*/ 2134844 h 2607945"/>
                <a:gd name="connsiteX15-1615" fmla="*/ 1944500 w 2601026"/>
                <a:gd name="connsiteY15-1616" fmla="*/ 2437156 h 2607945"/>
                <a:gd name="connsiteX16-1617" fmla="*/ 1724298 w 2601026"/>
                <a:gd name="connsiteY16-1618" fmla="*/ 2153505 h 2607945"/>
                <a:gd name="connsiteX17-1619" fmla="*/ 1429450 w 2601026"/>
                <a:gd name="connsiteY17-1620" fmla="*/ 2246811 h 2607945"/>
                <a:gd name="connsiteX18-1621" fmla="*/ 1410789 w 2601026"/>
                <a:gd name="connsiteY18-1622" fmla="*/ 2601375 h 2607945"/>
                <a:gd name="connsiteX19-1623" fmla="*/ 944258 w 2601026"/>
                <a:gd name="connsiteY19-1624" fmla="*/ 2560320 h 2607945"/>
                <a:gd name="connsiteX20-1625" fmla="*/ 1011439 w 2601026"/>
                <a:gd name="connsiteY20-1626" fmla="*/ 2213221 h 2607945"/>
                <a:gd name="connsiteX21-1627" fmla="*/ 716591 w 2601026"/>
                <a:gd name="connsiteY21-1628" fmla="*/ 2067664 h 2607945"/>
                <a:gd name="connsiteX22-1629" fmla="*/ 459067 w 2601026"/>
                <a:gd name="connsiteY22-1630" fmla="*/ 2299063 h 2607945"/>
                <a:gd name="connsiteX23-1631" fmla="*/ 164219 w 2601026"/>
                <a:gd name="connsiteY23-1632" fmla="*/ 1955696 h 2607945"/>
                <a:gd name="connsiteX24-1633" fmla="*/ 440405 w 2601026"/>
                <a:gd name="connsiteY24-1634" fmla="*/ 1731761 h 2607945"/>
                <a:gd name="connsiteX25-1635" fmla="*/ 343367 w 2601026"/>
                <a:gd name="connsiteY25-1636" fmla="*/ 1425717 h 2607945"/>
                <a:gd name="connsiteX26-1637" fmla="*/ 0 w 2601026"/>
                <a:gd name="connsiteY26-1638" fmla="*/ 1440646 h 2607945"/>
                <a:gd name="connsiteX27-1639" fmla="*/ 33591 w 2601026"/>
                <a:gd name="connsiteY27-1640" fmla="*/ 974116 h 2607945"/>
                <a:gd name="connsiteX28-1641" fmla="*/ 380689 w 2601026"/>
                <a:gd name="connsiteY28-1642" fmla="*/ 1007706 h 2607945"/>
                <a:gd name="connsiteX29-1643" fmla="*/ 529979 w 2601026"/>
                <a:gd name="connsiteY29-1644" fmla="*/ 724055 h 2607945"/>
                <a:gd name="connsiteX30-1645" fmla="*/ 287383 w 2601026"/>
                <a:gd name="connsiteY30-1646" fmla="*/ 470263 h 2607945"/>
                <a:gd name="connsiteX31-1647" fmla="*/ 630750 w 2601026"/>
                <a:gd name="connsiteY31-1648" fmla="*/ 171683 h 2607945"/>
                <a:gd name="connsiteX32-1649" fmla="*/ 850952 w 2601026"/>
                <a:gd name="connsiteY32-1650" fmla="*/ 447869 h 2607945"/>
                <a:gd name="connsiteX0-1651" fmla="*/ 850952 w 2601026"/>
                <a:gd name="connsiteY0-1652" fmla="*/ 447869 h 2607945"/>
                <a:gd name="connsiteX1-1653" fmla="*/ 1160729 w 2601026"/>
                <a:gd name="connsiteY1-1654" fmla="*/ 354563 h 2607945"/>
                <a:gd name="connsiteX2-1655" fmla="*/ 1164461 w 2601026"/>
                <a:gd name="connsiteY2-1656" fmla="*/ 0 h 2607945"/>
                <a:gd name="connsiteX3-1657" fmla="*/ 1645920 w 2601026"/>
                <a:gd name="connsiteY3-1658" fmla="*/ 41055 h 2607945"/>
                <a:gd name="connsiteX4-1659" fmla="*/ 1582472 w 2601026"/>
                <a:gd name="connsiteY4-1660" fmla="*/ 388153 h 2607945"/>
                <a:gd name="connsiteX5-1661" fmla="*/ 1884784 w 2601026"/>
                <a:gd name="connsiteY5-1662" fmla="*/ 537443 h 2607945"/>
                <a:gd name="connsiteX6-1663" fmla="*/ 2142309 w 2601026"/>
                <a:gd name="connsiteY6-1664" fmla="*/ 298579 h 2607945"/>
                <a:gd name="connsiteX7-1665" fmla="*/ 2429692 w 2601026"/>
                <a:gd name="connsiteY7-1666" fmla="*/ 656875 h 2607945"/>
                <a:gd name="connsiteX8-1667" fmla="*/ 2146041 w 2601026"/>
                <a:gd name="connsiteY8-1668" fmla="*/ 850952 h 2607945"/>
                <a:gd name="connsiteX9-1669" fmla="*/ 2246812 w 2601026"/>
                <a:gd name="connsiteY9-1670" fmla="*/ 1194318 h 2607945"/>
                <a:gd name="connsiteX10-1671" fmla="*/ 2597643 w 2601026"/>
                <a:gd name="connsiteY10-1672" fmla="*/ 1160728 h 2607945"/>
                <a:gd name="connsiteX11-1673" fmla="*/ 2556588 w 2601026"/>
                <a:gd name="connsiteY11-1674" fmla="*/ 1645920 h 2607945"/>
                <a:gd name="connsiteX12-1675" fmla="*/ 2209489 w 2601026"/>
                <a:gd name="connsiteY12-1676" fmla="*/ 1593668 h 2607945"/>
                <a:gd name="connsiteX13-1677" fmla="*/ 2056467 w 2601026"/>
                <a:gd name="connsiteY13-1678" fmla="*/ 1877319 h 2607945"/>
                <a:gd name="connsiteX14-1679" fmla="*/ 2291599 w 2601026"/>
                <a:gd name="connsiteY14-1680" fmla="*/ 2134844 h 2607945"/>
                <a:gd name="connsiteX15-1681" fmla="*/ 1944500 w 2601026"/>
                <a:gd name="connsiteY15-1682" fmla="*/ 2437156 h 2607945"/>
                <a:gd name="connsiteX16-1683" fmla="*/ 1724298 w 2601026"/>
                <a:gd name="connsiteY16-1684" fmla="*/ 2153505 h 2607945"/>
                <a:gd name="connsiteX17-1685" fmla="*/ 1429450 w 2601026"/>
                <a:gd name="connsiteY17-1686" fmla="*/ 2246811 h 2607945"/>
                <a:gd name="connsiteX18-1687" fmla="*/ 1410789 w 2601026"/>
                <a:gd name="connsiteY18-1688" fmla="*/ 2601375 h 2607945"/>
                <a:gd name="connsiteX19-1689" fmla="*/ 944258 w 2601026"/>
                <a:gd name="connsiteY19-1690" fmla="*/ 2560320 h 2607945"/>
                <a:gd name="connsiteX20-1691" fmla="*/ 1011439 w 2601026"/>
                <a:gd name="connsiteY20-1692" fmla="*/ 2213221 h 2607945"/>
                <a:gd name="connsiteX21-1693" fmla="*/ 716591 w 2601026"/>
                <a:gd name="connsiteY21-1694" fmla="*/ 2067664 h 2607945"/>
                <a:gd name="connsiteX22-1695" fmla="*/ 459067 w 2601026"/>
                <a:gd name="connsiteY22-1696" fmla="*/ 2299063 h 2607945"/>
                <a:gd name="connsiteX23-1697" fmla="*/ 164219 w 2601026"/>
                <a:gd name="connsiteY23-1698" fmla="*/ 1955696 h 2607945"/>
                <a:gd name="connsiteX24-1699" fmla="*/ 440405 w 2601026"/>
                <a:gd name="connsiteY24-1700" fmla="*/ 1731761 h 2607945"/>
                <a:gd name="connsiteX25-1701" fmla="*/ 343367 w 2601026"/>
                <a:gd name="connsiteY25-1702" fmla="*/ 1425717 h 2607945"/>
                <a:gd name="connsiteX26-1703" fmla="*/ 0 w 2601026"/>
                <a:gd name="connsiteY26-1704" fmla="*/ 1440646 h 2607945"/>
                <a:gd name="connsiteX27-1705" fmla="*/ 33591 w 2601026"/>
                <a:gd name="connsiteY27-1706" fmla="*/ 974116 h 2607945"/>
                <a:gd name="connsiteX28-1707" fmla="*/ 380689 w 2601026"/>
                <a:gd name="connsiteY28-1708" fmla="*/ 1007706 h 2607945"/>
                <a:gd name="connsiteX29-1709" fmla="*/ 529979 w 2601026"/>
                <a:gd name="connsiteY29-1710" fmla="*/ 724055 h 2607945"/>
                <a:gd name="connsiteX30-1711" fmla="*/ 287383 w 2601026"/>
                <a:gd name="connsiteY30-1712" fmla="*/ 470263 h 2607945"/>
                <a:gd name="connsiteX31-1713" fmla="*/ 630750 w 2601026"/>
                <a:gd name="connsiteY31-1714" fmla="*/ 171683 h 2607945"/>
                <a:gd name="connsiteX32-1715" fmla="*/ 850952 w 2601026"/>
                <a:gd name="connsiteY32-1716" fmla="*/ 447869 h 2607945"/>
                <a:gd name="connsiteX0-1717" fmla="*/ 855722 w 2605796"/>
                <a:gd name="connsiteY0-1718" fmla="*/ 447869 h 2607945"/>
                <a:gd name="connsiteX1-1719" fmla="*/ 1165499 w 2605796"/>
                <a:gd name="connsiteY1-1720" fmla="*/ 354563 h 2607945"/>
                <a:gd name="connsiteX2-1721" fmla="*/ 1169231 w 2605796"/>
                <a:gd name="connsiteY2-1722" fmla="*/ 0 h 2607945"/>
                <a:gd name="connsiteX3-1723" fmla="*/ 1650690 w 2605796"/>
                <a:gd name="connsiteY3-1724" fmla="*/ 41055 h 2607945"/>
                <a:gd name="connsiteX4-1725" fmla="*/ 1587242 w 2605796"/>
                <a:gd name="connsiteY4-1726" fmla="*/ 388153 h 2607945"/>
                <a:gd name="connsiteX5-1727" fmla="*/ 1889554 w 2605796"/>
                <a:gd name="connsiteY5-1728" fmla="*/ 537443 h 2607945"/>
                <a:gd name="connsiteX6-1729" fmla="*/ 2147079 w 2605796"/>
                <a:gd name="connsiteY6-1730" fmla="*/ 298579 h 2607945"/>
                <a:gd name="connsiteX7-1731" fmla="*/ 2434462 w 2605796"/>
                <a:gd name="connsiteY7-1732" fmla="*/ 656875 h 2607945"/>
                <a:gd name="connsiteX8-1733" fmla="*/ 2150811 w 2605796"/>
                <a:gd name="connsiteY8-1734" fmla="*/ 850952 h 2607945"/>
                <a:gd name="connsiteX9-1735" fmla="*/ 2251582 w 2605796"/>
                <a:gd name="connsiteY9-1736" fmla="*/ 1194318 h 2607945"/>
                <a:gd name="connsiteX10-1737" fmla="*/ 2602413 w 2605796"/>
                <a:gd name="connsiteY10-1738" fmla="*/ 1160728 h 2607945"/>
                <a:gd name="connsiteX11-1739" fmla="*/ 2561358 w 2605796"/>
                <a:gd name="connsiteY11-1740" fmla="*/ 1645920 h 2607945"/>
                <a:gd name="connsiteX12-1741" fmla="*/ 2214259 w 2605796"/>
                <a:gd name="connsiteY12-1742" fmla="*/ 1593668 h 2607945"/>
                <a:gd name="connsiteX13-1743" fmla="*/ 2061237 w 2605796"/>
                <a:gd name="connsiteY13-1744" fmla="*/ 1877319 h 2607945"/>
                <a:gd name="connsiteX14-1745" fmla="*/ 2296369 w 2605796"/>
                <a:gd name="connsiteY14-1746" fmla="*/ 2134844 h 2607945"/>
                <a:gd name="connsiteX15-1747" fmla="*/ 1949270 w 2605796"/>
                <a:gd name="connsiteY15-1748" fmla="*/ 2437156 h 2607945"/>
                <a:gd name="connsiteX16-1749" fmla="*/ 1729068 w 2605796"/>
                <a:gd name="connsiteY16-1750" fmla="*/ 2153505 h 2607945"/>
                <a:gd name="connsiteX17-1751" fmla="*/ 1434220 w 2605796"/>
                <a:gd name="connsiteY17-1752" fmla="*/ 2246811 h 2607945"/>
                <a:gd name="connsiteX18-1753" fmla="*/ 1415559 w 2605796"/>
                <a:gd name="connsiteY18-1754" fmla="*/ 2601375 h 2607945"/>
                <a:gd name="connsiteX19-1755" fmla="*/ 949028 w 2605796"/>
                <a:gd name="connsiteY19-1756" fmla="*/ 2560320 h 2607945"/>
                <a:gd name="connsiteX20-1757" fmla="*/ 1016209 w 2605796"/>
                <a:gd name="connsiteY20-1758" fmla="*/ 2213221 h 2607945"/>
                <a:gd name="connsiteX21-1759" fmla="*/ 721361 w 2605796"/>
                <a:gd name="connsiteY21-1760" fmla="*/ 2067664 h 2607945"/>
                <a:gd name="connsiteX22-1761" fmla="*/ 463837 w 2605796"/>
                <a:gd name="connsiteY22-1762" fmla="*/ 2299063 h 2607945"/>
                <a:gd name="connsiteX23-1763" fmla="*/ 168989 w 2605796"/>
                <a:gd name="connsiteY23-1764" fmla="*/ 1955696 h 2607945"/>
                <a:gd name="connsiteX24-1765" fmla="*/ 445175 w 2605796"/>
                <a:gd name="connsiteY24-1766" fmla="*/ 1731761 h 2607945"/>
                <a:gd name="connsiteX25-1767" fmla="*/ 348137 w 2605796"/>
                <a:gd name="connsiteY25-1768" fmla="*/ 1425717 h 2607945"/>
                <a:gd name="connsiteX26-1769" fmla="*/ 4770 w 2605796"/>
                <a:gd name="connsiteY26-1770" fmla="*/ 1440646 h 2607945"/>
                <a:gd name="connsiteX27-1771" fmla="*/ 38361 w 2605796"/>
                <a:gd name="connsiteY27-1772" fmla="*/ 974116 h 2607945"/>
                <a:gd name="connsiteX28-1773" fmla="*/ 385459 w 2605796"/>
                <a:gd name="connsiteY28-1774" fmla="*/ 1007706 h 2607945"/>
                <a:gd name="connsiteX29-1775" fmla="*/ 534749 w 2605796"/>
                <a:gd name="connsiteY29-1776" fmla="*/ 724055 h 2607945"/>
                <a:gd name="connsiteX30-1777" fmla="*/ 292153 w 2605796"/>
                <a:gd name="connsiteY30-1778" fmla="*/ 470263 h 2607945"/>
                <a:gd name="connsiteX31-1779" fmla="*/ 635520 w 2605796"/>
                <a:gd name="connsiteY31-1780" fmla="*/ 171683 h 2607945"/>
                <a:gd name="connsiteX32-1781" fmla="*/ 855722 w 2605796"/>
                <a:gd name="connsiteY32-1782" fmla="*/ 447869 h 2607945"/>
                <a:gd name="connsiteX0-1783" fmla="*/ 855722 w 2605796"/>
                <a:gd name="connsiteY0-1784" fmla="*/ 447869 h 2607945"/>
                <a:gd name="connsiteX1-1785" fmla="*/ 1165499 w 2605796"/>
                <a:gd name="connsiteY1-1786" fmla="*/ 354563 h 2607945"/>
                <a:gd name="connsiteX2-1787" fmla="*/ 1169231 w 2605796"/>
                <a:gd name="connsiteY2-1788" fmla="*/ 0 h 2607945"/>
                <a:gd name="connsiteX3-1789" fmla="*/ 1650690 w 2605796"/>
                <a:gd name="connsiteY3-1790" fmla="*/ 41055 h 2607945"/>
                <a:gd name="connsiteX4-1791" fmla="*/ 1587242 w 2605796"/>
                <a:gd name="connsiteY4-1792" fmla="*/ 388153 h 2607945"/>
                <a:gd name="connsiteX5-1793" fmla="*/ 1889554 w 2605796"/>
                <a:gd name="connsiteY5-1794" fmla="*/ 537443 h 2607945"/>
                <a:gd name="connsiteX6-1795" fmla="*/ 2147079 w 2605796"/>
                <a:gd name="connsiteY6-1796" fmla="*/ 298579 h 2607945"/>
                <a:gd name="connsiteX7-1797" fmla="*/ 2434462 w 2605796"/>
                <a:gd name="connsiteY7-1798" fmla="*/ 656875 h 2607945"/>
                <a:gd name="connsiteX8-1799" fmla="*/ 2150811 w 2605796"/>
                <a:gd name="connsiteY8-1800" fmla="*/ 850952 h 2607945"/>
                <a:gd name="connsiteX9-1801" fmla="*/ 2251582 w 2605796"/>
                <a:gd name="connsiteY9-1802" fmla="*/ 1194318 h 2607945"/>
                <a:gd name="connsiteX10-1803" fmla="*/ 2602413 w 2605796"/>
                <a:gd name="connsiteY10-1804" fmla="*/ 1160728 h 2607945"/>
                <a:gd name="connsiteX11-1805" fmla="*/ 2561358 w 2605796"/>
                <a:gd name="connsiteY11-1806" fmla="*/ 1645920 h 2607945"/>
                <a:gd name="connsiteX12-1807" fmla="*/ 2214259 w 2605796"/>
                <a:gd name="connsiteY12-1808" fmla="*/ 1593668 h 2607945"/>
                <a:gd name="connsiteX13-1809" fmla="*/ 2061237 w 2605796"/>
                <a:gd name="connsiteY13-1810" fmla="*/ 1877319 h 2607945"/>
                <a:gd name="connsiteX14-1811" fmla="*/ 2296369 w 2605796"/>
                <a:gd name="connsiteY14-1812" fmla="*/ 2134844 h 2607945"/>
                <a:gd name="connsiteX15-1813" fmla="*/ 1949270 w 2605796"/>
                <a:gd name="connsiteY15-1814" fmla="*/ 2437156 h 2607945"/>
                <a:gd name="connsiteX16-1815" fmla="*/ 1729068 w 2605796"/>
                <a:gd name="connsiteY16-1816" fmla="*/ 2153505 h 2607945"/>
                <a:gd name="connsiteX17-1817" fmla="*/ 1434220 w 2605796"/>
                <a:gd name="connsiteY17-1818" fmla="*/ 2246811 h 2607945"/>
                <a:gd name="connsiteX18-1819" fmla="*/ 1415559 w 2605796"/>
                <a:gd name="connsiteY18-1820" fmla="*/ 2601375 h 2607945"/>
                <a:gd name="connsiteX19-1821" fmla="*/ 949028 w 2605796"/>
                <a:gd name="connsiteY19-1822" fmla="*/ 2560320 h 2607945"/>
                <a:gd name="connsiteX20-1823" fmla="*/ 1016209 w 2605796"/>
                <a:gd name="connsiteY20-1824" fmla="*/ 2213221 h 2607945"/>
                <a:gd name="connsiteX21-1825" fmla="*/ 721361 w 2605796"/>
                <a:gd name="connsiteY21-1826" fmla="*/ 2067664 h 2607945"/>
                <a:gd name="connsiteX22-1827" fmla="*/ 463837 w 2605796"/>
                <a:gd name="connsiteY22-1828" fmla="*/ 2299063 h 2607945"/>
                <a:gd name="connsiteX23-1829" fmla="*/ 168989 w 2605796"/>
                <a:gd name="connsiteY23-1830" fmla="*/ 1955696 h 2607945"/>
                <a:gd name="connsiteX24-1831" fmla="*/ 445175 w 2605796"/>
                <a:gd name="connsiteY24-1832" fmla="*/ 1731761 h 2607945"/>
                <a:gd name="connsiteX25-1833" fmla="*/ 348137 w 2605796"/>
                <a:gd name="connsiteY25-1834" fmla="*/ 1425717 h 2607945"/>
                <a:gd name="connsiteX26-1835" fmla="*/ 4770 w 2605796"/>
                <a:gd name="connsiteY26-1836" fmla="*/ 1440646 h 2607945"/>
                <a:gd name="connsiteX27-1837" fmla="*/ 38361 w 2605796"/>
                <a:gd name="connsiteY27-1838" fmla="*/ 974116 h 2607945"/>
                <a:gd name="connsiteX28-1839" fmla="*/ 385459 w 2605796"/>
                <a:gd name="connsiteY28-1840" fmla="*/ 1007706 h 2607945"/>
                <a:gd name="connsiteX29-1841" fmla="*/ 534749 w 2605796"/>
                <a:gd name="connsiteY29-1842" fmla="*/ 724055 h 2607945"/>
                <a:gd name="connsiteX30-1843" fmla="*/ 292153 w 2605796"/>
                <a:gd name="connsiteY30-1844" fmla="*/ 470263 h 2607945"/>
                <a:gd name="connsiteX31-1845" fmla="*/ 635520 w 2605796"/>
                <a:gd name="connsiteY31-1846" fmla="*/ 171683 h 2607945"/>
                <a:gd name="connsiteX32-1847" fmla="*/ 855722 w 2605796"/>
                <a:gd name="connsiteY32-1848" fmla="*/ 447869 h 2607945"/>
                <a:gd name="connsiteX0-1849" fmla="*/ 855722 w 2605796"/>
                <a:gd name="connsiteY0-1850" fmla="*/ 447869 h 2607945"/>
                <a:gd name="connsiteX1-1851" fmla="*/ 1165499 w 2605796"/>
                <a:gd name="connsiteY1-1852" fmla="*/ 354563 h 2607945"/>
                <a:gd name="connsiteX2-1853" fmla="*/ 1169231 w 2605796"/>
                <a:gd name="connsiteY2-1854" fmla="*/ 0 h 2607945"/>
                <a:gd name="connsiteX3-1855" fmla="*/ 1650690 w 2605796"/>
                <a:gd name="connsiteY3-1856" fmla="*/ 41055 h 2607945"/>
                <a:gd name="connsiteX4-1857" fmla="*/ 1587242 w 2605796"/>
                <a:gd name="connsiteY4-1858" fmla="*/ 388153 h 2607945"/>
                <a:gd name="connsiteX5-1859" fmla="*/ 1889554 w 2605796"/>
                <a:gd name="connsiteY5-1860" fmla="*/ 537443 h 2607945"/>
                <a:gd name="connsiteX6-1861" fmla="*/ 2147079 w 2605796"/>
                <a:gd name="connsiteY6-1862" fmla="*/ 298579 h 2607945"/>
                <a:gd name="connsiteX7-1863" fmla="*/ 2434462 w 2605796"/>
                <a:gd name="connsiteY7-1864" fmla="*/ 656875 h 2607945"/>
                <a:gd name="connsiteX8-1865" fmla="*/ 2150811 w 2605796"/>
                <a:gd name="connsiteY8-1866" fmla="*/ 850952 h 2607945"/>
                <a:gd name="connsiteX9-1867" fmla="*/ 2251582 w 2605796"/>
                <a:gd name="connsiteY9-1868" fmla="*/ 1194318 h 2607945"/>
                <a:gd name="connsiteX10-1869" fmla="*/ 2602413 w 2605796"/>
                <a:gd name="connsiteY10-1870" fmla="*/ 1160728 h 2607945"/>
                <a:gd name="connsiteX11-1871" fmla="*/ 2561358 w 2605796"/>
                <a:gd name="connsiteY11-1872" fmla="*/ 1645920 h 2607945"/>
                <a:gd name="connsiteX12-1873" fmla="*/ 2214259 w 2605796"/>
                <a:gd name="connsiteY12-1874" fmla="*/ 1593668 h 2607945"/>
                <a:gd name="connsiteX13-1875" fmla="*/ 2061237 w 2605796"/>
                <a:gd name="connsiteY13-1876" fmla="*/ 1877319 h 2607945"/>
                <a:gd name="connsiteX14-1877" fmla="*/ 2296369 w 2605796"/>
                <a:gd name="connsiteY14-1878" fmla="*/ 2134844 h 2607945"/>
                <a:gd name="connsiteX15-1879" fmla="*/ 1949270 w 2605796"/>
                <a:gd name="connsiteY15-1880" fmla="*/ 2437156 h 2607945"/>
                <a:gd name="connsiteX16-1881" fmla="*/ 1729068 w 2605796"/>
                <a:gd name="connsiteY16-1882" fmla="*/ 2153505 h 2607945"/>
                <a:gd name="connsiteX17-1883" fmla="*/ 1434220 w 2605796"/>
                <a:gd name="connsiteY17-1884" fmla="*/ 2246811 h 2607945"/>
                <a:gd name="connsiteX18-1885" fmla="*/ 1415559 w 2605796"/>
                <a:gd name="connsiteY18-1886" fmla="*/ 2601375 h 2607945"/>
                <a:gd name="connsiteX19-1887" fmla="*/ 949028 w 2605796"/>
                <a:gd name="connsiteY19-1888" fmla="*/ 2560320 h 2607945"/>
                <a:gd name="connsiteX20-1889" fmla="*/ 1016209 w 2605796"/>
                <a:gd name="connsiteY20-1890" fmla="*/ 2213221 h 2607945"/>
                <a:gd name="connsiteX21-1891" fmla="*/ 721361 w 2605796"/>
                <a:gd name="connsiteY21-1892" fmla="*/ 2067664 h 2607945"/>
                <a:gd name="connsiteX22-1893" fmla="*/ 463837 w 2605796"/>
                <a:gd name="connsiteY22-1894" fmla="*/ 2299063 h 2607945"/>
                <a:gd name="connsiteX23-1895" fmla="*/ 168989 w 2605796"/>
                <a:gd name="connsiteY23-1896" fmla="*/ 1955696 h 2607945"/>
                <a:gd name="connsiteX24-1897" fmla="*/ 445175 w 2605796"/>
                <a:gd name="connsiteY24-1898" fmla="*/ 1731761 h 2607945"/>
                <a:gd name="connsiteX25-1899" fmla="*/ 348137 w 2605796"/>
                <a:gd name="connsiteY25-1900" fmla="*/ 1425717 h 2607945"/>
                <a:gd name="connsiteX26-1901" fmla="*/ 4770 w 2605796"/>
                <a:gd name="connsiteY26-1902" fmla="*/ 1440646 h 2607945"/>
                <a:gd name="connsiteX27-1903" fmla="*/ 38361 w 2605796"/>
                <a:gd name="connsiteY27-1904" fmla="*/ 974116 h 2607945"/>
                <a:gd name="connsiteX28-1905" fmla="*/ 385459 w 2605796"/>
                <a:gd name="connsiteY28-1906" fmla="*/ 1007706 h 2607945"/>
                <a:gd name="connsiteX29-1907" fmla="*/ 534749 w 2605796"/>
                <a:gd name="connsiteY29-1908" fmla="*/ 724055 h 2607945"/>
                <a:gd name="connsiteX30-1909" fmla="*/ 292153 w 2605796"/>
                <a:gd name="connsiteY30-1910" fmla="*/ 470263 h 2607945"/>
                <a:gd name="connsiteX31-1911" fmla="*/ 635520 w 2605796"/>
                <a:gd name="connsiteY31-1912" fmla="*/ 171683 h 2607945"/>
                <a:gd name="connsiteX32-1913" fmla="*/ 855722 w 2605796"/>
                <a:gd name="connsiteY32-1914" fmla="*/ 447869 h 2607945"/>
                <a:gd name="connsiteX0-1915" fmla="*/ 855722 w 2605796"/>
                <a:gd name="connsiteY0-1916" fmla="*/ 447869 h 2607945"/>
                <a:gd name="connsiteX1-1917" fmla="*/ 1165499 w 2605796"/>
                <a:gd name="connsiteY1-1918" fmla="*/ 354563 h 2607945"/>
                <a:gd name="connsiteX2-1919" fmla="*/ 1169231 w 2605796"/>
                <a:gd name="connsiteY2-1920" fmla="*/ 0 h 2607945"/>
                <a:gd name="connsiteX3-1921" fmla="*/ 1650690 w 2605796"/>
                <a:gd name="connsiteY3-1922" fmla="*/ 41055 h 2607945"/>
                <a:gd name="connsiteX4-1923" fmla="*/ 1587242 w 2605796"/>
                <a:gd name="connsiteY4-1924" fmla="*/ 388153 h 2607945"/>
                <a:gd name="connsiteX5-1925" fmla="*/ 1889554 w 2605796"/>
                <a:gd name="connsiteY5-1926" fmla="*/ 537443 h 2607945"/>
                <a:gd name="connsiteX6-1927" fmla="*/ 2147079 w 2605796"/>
                <a:gd name="connsiteY6-1928" fmla="*/ 298579 h 2607945"/>
                <a:gd name="connsiteX7-1929" fmla="*/ 2434462 w 2605796"/>
                <a:gd name="connsiteY7-1930" fmla="*/ 656875 h 2607945"/>
                <a:gd name="connsiteX8-1931" fmla="*/ 2150811 w 2605796"/>
                <a:gd name="connsiteY8-1932" fmla="*/ 850952 h 2607945"/>
                <a:gd name="connsiteX9-1933" fmla="*/ 2251582 w 2605796"/>
                <a:gd name="connsiteY9-1934" fmla="*/ 1194318 h 2607945"/>
                <a:gd name="connsiteX10-1935" fmla="*/ 2602413 w 2605796"/>
                <a:gd name="connsiteY10-1936" fmla="*/ 1160728 h 2607945"/>
                <a:gd name="connsiteX11-1937" fmla="*/ 2561358 w 2605796"/>
                <a:gd name="connsiteY11-1938" fmla="*/ 1645920 h 2607945"/>
                <a:gd name="connsiteX12-1939" fmla="*/ 2214259 w 2605796"/>
                <a:gd name="connsiteY12-1940" fmla="*/ 1593668 h 2607945"/>
                <a:gd name="connsiteX13-1941" fmla="*/ 2061237 w 2605796"/>
                <a:gd name="connsiteY13-1942" fmla="*/ 1877319 h 2607945"/>
                <a:gd name="connsiteX14-1943" fmla="*/ 2296369 w 2605796"/>
                <a:gd name="connsiteY14-1944" fmla="*/ 2134844 h 2607945"/>
                <a:gd name="connsiteX15-1945" fmla="*/ 1949270 w 2605796"/>
                <a:gd name="connsiteY15-1946" fmla="*/ 2437156 h 2607945"/>
                <a:gd name="connsiteX16-1947" fmla="*/ 1729068 w 2605796"/>
                <a:gd name="connsiteY16-1948" fmla="*/ 2153505 h 2607945"/>
                <a:gd name="connsiteX17-1949" fmla="*/ 1434220 w 2605796"/>
                <a:gd name="connsiteY17-1950" fmla="*/ 2246811 h 2607945"/>
                <a:gd name="connsiteX18-1951" fmla="*/ 1415559 w 2605796"/>
                <a:gd name="connsiteY18-1952" fmla="*/ 2601375 h 2607945"/>
                <a:gd name="connsiteX19-1953" fmla="*/ 949028 w 2605796"/>
                <a:gd name="connsiteY19-1954" fmla="*/ 2560320 h 2607945"/>
                <a:gd name="connsiteX20-1955" fmla="*/ 1016209 w 2605796"/>
                <a:gd name="connsiteY20-1956" fmla="*/ 2213221 h 2607945"/>
                <a:gd name="connsiteX21-1957" fmla="*/ 721361 w 2605796"/>
                <a:gd name="connsiteY21-1958" fmla="*/ 2067664 h 2607945"/>
                <a:gd name="connsiteX22-1959" fmla="*/ 463837 w 2605796"/>
                <a:gd name="connsiteY22-1960" fmla="*/ 2299063 h 2607945"/>
                <a:gd name="connsiteX23-1961" fmla="*/ 168989 w 2605796"/>
                <a:gd name="connsiteY23-1962" fmla="*/ 1955696 h 2607945"/>
                <a:gd name="connsiteX24-1963" fmla="*/ 445175 w 2605796"/>
                <a:gd name="connsiteY24-1964" fmla="*/ 1731761 h 2607945"/>
                <a:gd name="connsiteX25-1965" fmla="*/ 348137 w 2605796"/>
                <a:gd name="connsiteY25-1966" fmla="*/ 1425717 h 2607945"/>
                <a:gd name="connsiteX26-1967" fmla="*/ 4770 w 2605796"/>
                <a:gd name="connsiteY26-1968" fmla="*/ 1440646 h 2607945"/>
                <a:gd name="connsiteX27-1969" fmla="*/ 38361 w 2605796"/>
                <a:gd name="connsiteY27-1970" fmla="*/ 974116 h 2607945"/>
                <a:gd name="connsiteX28-1971" fmla="*/ 385459 w 2605796"/>
                <a:gd name="connsiteY28-1972" fmla="*/ 1007706 h 2607945"/>
                <a:gd name="connsiteX29-1973" fmla="*/ 534749 w 2605796"/>
                <a:gd name="connsiteY29-1974" fmla="*/ 724055 h 2607945"/>
                <a:gd name="connsiteX30-1975" fmla="*/ 292153 w 2605796"/>
                <a:gd name="connsiteY30-1976" fmla="*/ 470263 h 2607945"/>
                <a:gd name="connsiteX31-1977" fmla="*/ 635520 w 2605796"/>
                <a:gd name="connsiteY31-1978" fmla="*/ 171683 h 2607945"/>
                <a:gd name="connsiteX32-1979" fmla="*/ 855722 w 2605796"/>
                <a:gd name="connsiteY32-1980" fmla="*/ 447869 h 2607945"/>
                <a:gd name="connsiteX0-1981" fmla="*/ 855722 w 2605796"/>
                <a:gd name="connsiteY0-1982" fmla="*/ 447869 h 2607945"/>
                <a:gd name="connsiteX1-1983" fmla="*/ 1165499 w 2605796"/>
                <a:gd name="connsiteY1-1984" fmla="*/ 354563 h 2607945"/>
                <a:gd name="connsiteX2-1985" fmla="*/ 1169231 w 2605796"/>
                <a:gd name="connsiteY2-1986" fmla="*/ 0 h 2607945"/>
                <a:gd name="connsiteX3-1987" fmla="*/ 1650690 w 2605796"/>
                <a:gd name="connsiteY3-1988" fmla="*/ 41055 h 2607945"/>
                <a:gd name="connsiteX4-1989" fmla="*/ 1587242 w 2605796"/>
                <a:gd name="connsiteY4-1990" fmla="*/ 388153 h 2607945"/>
                <a:gd name="connsiteX5-1991" fmla="*/ 1889554 w 2605796"/>
                <a:gd name="connsiteY5-1992" fmla="*/ 537443 h 2607945"/>
                <a:gd name="connsiteX6-1993" fmla="*/ 2147079 w 2605796"/>
                <a:gd name="connsiteY6-1994" fmla="*/ 298579 h 2607945"/>
                <a:gd name="connsiteX7-1995" fmla="*/ 2434462 w 2605796"/>
                <a:gd name="connsiteY7-1996" fmla="*/ 656875 h 2607945"/>
                <a:gd name="connsiteX8-1997" fmla="*/ 2150811 w 2605796"/>
                <a:gd name="connsiteY8-1998" fmla="*/ 850952 h 2607945"/>
                <a:gd name="connsiteX9-1999" fmla="*/ 2251582 w 2605796"/>
                <a:gd name="connsiteY9-2000" fmla="*/ 1194318 h 2607945"/>
                <a:gd name="connsiteX10-2001" fmla="*/ 2602413 w 2605796"/>
                <a:gd name="connsiteY10-2002" fmla="*/ 1160728 h 2607945"/>
                <a:gd name="connsiteX11-2003" fmla="*/ 2561358 w 2605796"/>
                <a:gd name="connsiteY11-2004" fmla="*/ 1645920 h 2607945"/>
                <a:gd name="connsiteX12-2005" fmla="*/ 2214259 w 2605796"/>
                <a:gd name="connsiteY12-2006" fmla="*/ 1593668 h 2607945"/>
                <a:gd name="connsiteX13-2007" fmla="*/ 2061237 w 2605796"/>
                <a:gd name="connsiteY13-2008" fmla="*/ 1877319 h 2607945"/>
                <a:gd name="connsiteX14-2009" fmla="*/ 2296369 w 2605796"/>
                <a:gd name="connsiteY14-2010" fmla="*/ 2134844 h 2607945"/>
                <a:gd name="connsiteX15-2011" fmla="*/ 1949270 w 2605796"/>
                <a:gd name="connsiteY15-2012" fmla="*/ 2437156 h 2607945"/>
                <a:gd name="connsiteX16-2013" fmla="*/ 1729068 w 2605796"/>
                <a:gd name="connsiteY16-2014" fmla="*/ 2153505 h 2607945"/>
                <a:gd name="connsiteX17-2015" fmla="*/ 1434220 w 2605796"/>
                <a:gd name="connsiteY17-2016" fmla="*/ 2246811 h 2607945"/>
                <a:gd name="connsiteX18-2017" fmla="*/ 1415559 w 2605796"/>
                <a:gd name="connsiteY18-2018" fmla="*/ 2601375 h 2607945"/>
                <a:gd name="connsiteX19-2019" fmla="*/ 949028 w 2605796"/>
                <a:gd name="connsiteY19-2020" fmla="*/ 2560320 h 2607945"/>
                <a:gd name="connsiteX20-2021" fmla="*/ 1016209 w 2605796"/>
                <a:gd name="connsiteY20-2022" fmla="*/ 2213221 h 2607945"/>
                <a:gd name="connsiteX21-2023" fmla="*/ 721361 w 2605796"/>
                <a:gd name="connsiteY21-2024" fmla="*/ 2067664 h 2607945"/>
                <a:gd name="connsiteX22-2025" fmla="*/ 463837 w 2605796"/>
                <a:gd name="connsiteY22-2026" fmla="*/ 2299063 h 2607945"/>
                <a:gd name="connsiteX23-2027" fmla="*/ 168989 w 2605796"/>
                <a:gd name="connsiteY23-2028" fmla="*/ 1955696 h 2607945"/>
                <a:gd name="connsiteX24-2029" fmla="*/ 445175 w 2605796"/>
                <a:gd name="connsiteY24-2030" fmla="*/ 1731761 h 2607945"/>
                <a:gd name="connsiteX25-2031" fmla="*/ 348137 w 2605796"/>
                <a:gd name="connsiteY25-2032" fmla="*/ 1425717 h 2607945"/>
                <a:gd name="connsiteX26-2033" fmla="*/ 4770 w 2605796"/>
                <a:gd name="connsiteY26-2034" fmla="*/ 1440646 h 2607945"/>
                <a:gd name="connsiteX27-2035" fmla="*/ 38361 w 2605796"/>
                <a:gd name="connsiteY27-2036" fmla="*/ 974116 h 2607945"/>
                <a:gd name="connsiteX28-2037" fmla="*/ 385459 w 2605796"/>
                <a:gd name="connsiteY28-2038" fmla="*/ 1007706 h 2607945"/>
                <a:gd name="connsiteX29-2039" fmla="*/ 534749 w 2605796"/>
                <a:gd name="connsiteY29-2040" fmla="*/ 724055 h 2607945"/>
                <a:gd name="connsiteX30-2041" fmla="*/ 292153 w 2605796"/>
                <a:gd name="connsiteY30-2042" fmla="*/ 470263 h 2607945"/>
                <a:gd name="connsiteX31-2043" fmla="*/ 635520 w 2605796"/>
                <a:gd name="connsiteY31-2044" fmla="*/ 171683 h 2607945"/>
                <a:gd name="connsiteX32-2045" fmla="*/ 855722 w 2605796"/>
                <a:gd name="connsiteY32-2046" fmla="*/ 447869 h 2607945"/>
                <a:gd name="connsiteX0-2047" fmla="*/ 855722 w 2605796"/>
                <a:gd name="connsiteY0-2048" fmla="*/ 451419 h 2611495"/>
                <a:gd name="connsiteX1-2049" fmla="*/ 1165499 w 2605796"/>
                <a:gd name="connsiteY1-2050" fmla="*/ 358113 h 2611495"/>
                <a:gd name="connsiteX2-2051" fmla="*/ 1169231 w 2605796"/>
                <a:gd name="connsiteY2-2052" fmla="*/ 3550 h 2611495"/>
                <a:gd name="connsiteX3-2053" fmla="*/ 1650690 w 2605796"/>
                <a:gd name="connsiteY3-2054" fmla="*/ 44605 h 2611495"/>
                <a:gd name="connsiteX4-2055" fmla="*/ 1587242 w 2605796"/>
                <a:gd name="connsiteY4-2056" fmla="*/ 391703 h 2611495"/>
                <a:gd name="connsiteX5-2057" fmla="*/ 1889554 w 2605796"/>
                <a:gd name="connsiteY5-2058" fmla="*/ 540993 h 2611495"/>
                <a:gd name="connsiteX6-2059" fmla="*/ 2147079 w 2605796"/>
                <a:gd name="connsiteY6-2060" fmla="*/ 302129 h 2611495"/>
                <a:gd name="connsiteX7-2061" fmla="*/ 2434462 w 2605796"/>
                <a:gd name="connsiteY7-2062" fmla="*/ 660425 h 2611495"/>
                <a:gd name="connsiteX8-2063" fmla="*/ 2150811 w 2605796"/>
                <a:gd name="connsiteY8-2064" fmla="*/ 854502 h 2611495"/>
                <a:gd name="connsiteX9-2065" fmla="*/ 2251582 w 2605796"/>
                <a:gd name="connsiteY9-2066" fmla="*/ 1197868 h 2611495"/>
                <a:gd name="connsiteX10-2067" fmla="*/ 2602413 w 2605796"/>
                <a:gd name="connsiteY10-2068" fmla="*/ 1164278 h 2611495"/>
                <a:gd name="connsiteX11-2069" fmla="*/ 2561358 w 2605796"/>
                <a:gd name="connsiteY11-2070" fmla="*/ 1649470 h 2611495"/>
                <a:gd name="connsiteX12-2071" fmla="*/ 2214259 w 2605796"/>
                <a:gd name="connsiteY12-2072" fmla="*/ 1597218 h 2611495"/>
                <a:gd name="connsiteX13-2073" fmla="*/ 2061237 w 2605796"/>
                <a:gd name="connsiteY13-2074" fmla="*/ 1880869 h 2611495"/>
                <a:gd name="connsiteX14-2075" fmla="*/ 2296369 w 2605796"/>
                <a:gd name="connsiteY14-2076" fmla="*/ 2138394 h 2611495"/>
                <a:gd name="connsiteX15-2077" fmla="*/ 1949270 w 2605796"/>
                <a:gd name="connsiteY15-2078" fmla="*/ 2440706 h 2611495"/>
                <a:gd name="connsiteX16-2079" fmla="*/ 1729068 w 2605796"/>
                <a:gd name="connsiteY16-2080" fmla="*/ 2157055 h 2611495"/>
                <a:gd name="connsiteX17-2081" fmla="*/ 1434220 w 2605796"/>
                <a:gd name="connsiteY17-2082" fmla="*/ 2250361 h 2611495"/>
                <a:gd name="connsiteX18-2083" fmla="*/ 1415559 w 2605796"/>
                <a:gd name="connsiteY18-2084" fmla="*/ 2604925 h 2611495"/>
                <a:gd name="connsiteX19-2085" fmla="*/ 949028 w 2605796"/>
                <a:gd name="connsiteY19-2086" fmla="*/ 2563870 h 2611495"/>
                <a:gd name="connsiteX20-2087" fmla="*/ 1016209 w 2605796"/>
                <a:gd name="connsiteY20-2088" fmla="*/ 2216771 h 2611495"/>
                <a:gd name="connsiteX21-2089" fmla="*/ 721361 w 2605796"/>
                <a:gd name="connsiteY21-2090" fmla="*/ 2071214 h 2611495"/>
                <a:gd name="connsiteX22-2091" fmla="*/ 463837 w 2605796"/>
                <a:gd name="connsiteY22-2092" fmla="*/ 2302613 h 2611495"/>
                <a:gd name="connsiteX23-2093" fmla="*/ 168989 w 2605796"/>
                <a:gd name="connsiteY23-2094" fmla="*/ 1959246 h 2611495"/>
                <a:gd name="connsiteX24-2095" fmla="*/ 445175 w 2605796"/>
                <a:gd name="connsiteY24-2096" fmla="*/ 1735311 h 2611495"/>
                <a:gd name="connsiteX25-2097" fmla="*/ 348137 w 2605796"/>
                <a:gd name="connsiteY25-2098" fmla="*/ 1429267 h 2611495"/>
                <a:gd name="connsiteX26-2099" fmla="*/ 4770 w 2605796"/>
                <a:gd name="connsiteY26-2100" fmla="*/ 1444196 h 2611495"/>
                <a:gd name="connsiteX27-2101" fmla="*/ 38361 w 2605796"/>
                <a:gd name="connsiteY27-2102" fmla="*/ 977666 h 2611495"/>
                <a:gd name="connsiteX28-2103" fmla="*/ 385459 w 2605796"/>
                <a:gd name="connsiteY28-2104" fmla="*/ 1011256 h 2611495"/>
                <a:gd name="connsiteX29-2105" fmla="*/ 534749 w 2605796"/>
                <a:gd name="connsiteY29-2106" fmla="*/ 727605 h 2611495"/>
                <a:gd name="connsiteX30-2107" fmla="*/ 292153 w 2605796"/>
                <a:gd name="connsiteY30-2108" fmla="*/ 473813 h 2611495"/>
                <a:gd name="connsiteX31-2109" fmla="*/ 635520 w 2605796"/>
                <a:gd name="connsiteY31-2110" fmla="*/ 175233 h 2611495"/>
                <a:gd name="connsiteX32-2111" fmla="*/ 855722 w 2605796"/>
                <a:gd name="connsiteY32-2112" fmla="*/ 451419 h 2611495"/>
                <a:gd name="connsiteX0-2113" fmla="*/ 855722 w 2605796"/>
                <a:gd name="connsiteY0-2114" fmla="*/ 452941 h 2613017"/>
                <a:gd name="connsiteX1-2115" fmla="*/ 1165499 w 2605796"/>
                <a:gd name="connsiteY1-2116" fmla="*/ 359635 h 2613017"/>
                <a:gd name="connsiteX2-2117" fmla="*/ 1169231 w 2605796"/>
                <a:gd name="connsiteY2-2118" fmla="*/ 5072 h 2613017"/>
                <a:gd name="connsiteX3-2119" fmla="*/ 1650690 w 2605796"/>
                <a:gd name="connsiteY3-2120" fmla="*/ 46127 h 2613017"/>
                <a:gd name="connsiteX4-2121" fmla="*/ 1587242 w 2605796"/>
                <a:gd name="connsiteY4-2122" fmla="*/ 393225 h 2613017"/>
                <a:gd name="connsiteX5-2123" fmla="*/ 1889554 w 2605796"/>
                <a:gd name="connsiteY5-2124" fmla="*/ 542515 h 2613017"/>
                <a:gd name="connsiteX6-2125" fmla="*/ 2147079 w 2605796"/>
                <a:gd name="connsiteY6-2126" fmla="*/ 303651 h 2613017"/>
                <a:gd name="connsiteX7-2127" fmla="*/ 2434462 w 2605796"/>
                <a:gd name="connsiteY7-2128" fmla="*/ 661947 h 2613017"/>
                <a:gd name="connsiteX8-2129" fmla="*/ 2150811 w 2605796"/>
                <a:gd name="connsiteY8-2130" fmla="*/ 856024 h 2613017"/>
                <a:gd name="connsiteX9-2131" fmla="*/ 2251582 w 2605796"/>
                <a:gd name="connsiteY9-2132" fmla="*/ 1199390 h 2613017"/>
                <a:gd name="connsiteX10-2133" fmla="*/ 2602413 w 2605796"/>
                <a:gd name="connsiteY10-2134" fmla="*/ 1165800 h 2613017"/>
                <a:gd name="connsiteX11-2135" fmla="*/ 2561358 w 2605796"/>
                <a:gd name="connsiteY11-2136" fmla="*/ 1650992 h 2613017"/>
                <a:gd name="connsiteX12-2137" fmla="*/ 2214259 w 2605796"/>
                <a:gd name="connsiteY12-2138" fmla="*/ 1598740 h 2613017"/>
                <a:gd name="connsiteX13-2139" fmla="*/ 2061237 w 2605796"/>
                <a:gd name="connsiteY13-2140" fmla="*/ 1882391 h 2613017"/>
                <a:gd name="connsiteX14-2141" fmla="*/ 2296369 w 2605796"/>
                <a:gd name="connsiteY14-2142" fmla="*/ 2139916 h 2613017"/>
                <a:gd name="connsiteX15-2143" fmla="*/ 1949270 w 2605796"/>
                <a:gd name="connsiteY15-2144" fmla="*/ 2442228 h 2613017"/>
                <a:gd name="connsiteX16-2145" fmla="*/ 1729068 w 2605796"/>
                <a:gd name="connsiteY16-2146" fmla="*/ 2158577 h 2613017"/>
                <a:gd name="connsiteX17-2147" fmla="*/ 1434220 w 2605796"/>
                <a:gd name="connsiteY17-2148" fmla="*/ 2251883 h 2613017"/>
                <a:gd name="connsiteX18-2149" fmla="*/ 1415559 w 2605796"/>
                <a:gd name="connsiteY18-2150" fmla="*/ 2606447 h 2613017"/>
                <a:gd name="connsiteX19-2151" fmla="*/ 949028 w 2605796"/>
                <a:gd name="connsiteY19-2152" fmla="*/ 2565392 h 2613017"/>
                <a:gd name="connsiteX20-2153" fmla="*/ 1016209 w 2605796"/>
                <a:gd name="connsiteY20-2154" fmla="*/ 2218293 h 2613017"/>
                <a:gd name="connsiteX21-2155" fmla="*/ 721361 w 2605796"/>
                <a:gd name="connsiteY21-2156" fmla="*/ 2072736 h 2613017"/>
                <a:gd name="connsiteX22-2157" fmla="*/ 463837 w 2605796"/>
                <a:gd name="connsiteY22-2158" fmla="*/ 2304135 h 2613017"/>
                <a:gd name="connsiteX23-2159" fmla="*/ 168989 w 2605796"/>
                <a:gd name="connsiteY23-2160" fmla="*/ 1960768 h 2613017"/>
                <a:gd name="connsiteX24-2161" fmla="*/ 445175 w 2605796"/>
                <a:gd name="connsiteY24-2162" fmla="*/ 1736833 h 2613017"/>
                <a:gd name="connsiteX25-2163" fmla="*/ 348137 w 2605796"/>
                <a:gd name="connsiteY25-2164" fmla="*/ 1430789 h 2613017"/>
                <a:gd name="connsiteX26-2165" fmla="*/ 4770 w 2605796"/>
                <a:gd name="connsiteY26-2166" fmla="*/ 1445718 h 2613017"/>
                <a:gd name="connsiteX27-2167" fmla="*/ 38361 w 2605796"/>
                <a:gd name="connsiteY27-2168" fmla="*/ 979188 h 2613017"/>
                <a:gd name="connsiteX28-2169" fmla="*/ 385459 w 2605796"/>
                <a:gd name="connsiteY28-2170" fmla="*/ 1012778 h 2613017"/>
                <a:gd name="connsiteX29-2171" fmla="*/ 534749 w 2605796"/>
                <a:gd name="connsiteY29-2172" fmla="*/ 729127 h 2613017"/>
                <a:gd name="connsiteX30-2173" fmla="*/ 292153 w 2605796"/>
                <a:gd name="connsiteY30-2174" fmla="*/ 475335 h 2613017"/>
                <a:gd name="connsiteX31-2175" fmla="*/ 635520 w 2605796"/>
                <a:gd name="connsiteY31-2176" fmla="*/ 176755 h 2613017"/>
                <a:gd name="connsiteX32-2177" fmla="*/ 855722 w 2605796"/>
                <a:gd name="connsiteY32-2178" fmla="*/ 452941 h 261301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</a:cxnLst>
              <a:rect l="l" t="t" r="r" b="b"/>
              <a:pathLst>
                <a:path w="2605796" h="2613017">
                  <a:moveTo>
                    <a:pt x="855722" y="452941"/>
                  </a:moveTo>
                  <a:cubicBezTo>
                    <a:pt x="951517" y="406910"/>
                    <a:pt x="1058508" y="375808"/>
                    <a:pt x="1165499" y="359635"/>
                  </a:cubicBezTo>
                  <a:lnTo>
                    <a:pt x="1169231" y="5072"/>
                  </a:lnTo>
                  <a:cubicBezTo>
                    <a:pt x="1337182" y="-11101"/>
                    <a:pt x="1505133" y="13781"/>
                    <a:pt x="1650690" y="46127"/>
                  </a:cubicBezTo>
                  <a:lnTo>
                    <a:pt x="1587242" y="393225"/>
                  </a:lnTo>
                  <a:cubicBezTo>
                    <a:pt x="1665619" y="420595"/>
                    <a:pt x="1811177" y="485287"/>
                    <a:pt x="1889554" y="542515"/>
                  </a:cubicBezTo>
                  <a:lnTo>
                    <a:pt x="2147079" y="303651"/>
                  </a:lnTo>
                  <a:cubicBezTo>
                    <a:pt x="2242873" y="404422"/>
                    <a:pt x="2361061" y="527586"/>
                    <a:pt x="2434462" y="661947"/>
                  </a:cubicBezTo>
                  <a:lnTo>
                    <a:pt x="2150811" y="856024"/>
                  </a:lnTo>
                  <a:cubicBezTo>
                    <a:pt x="2206795" y="955550"/>
                    <a:pt x="2232921" y="1066274"/>
                    <a:pt x="2251582" y="1199390"/>
                  </a:cubicBezTo>
                  <a:lnTo>
                    <a:pt x="2602413" y="1165800"/>
                  </a:lnTo>
                  <a:cubicBezTo>
                    <a:pt x="2611122" y="1297673"/>
                    <a:pt x="2604901" y="1478065"/>
                    <a:pt x="2561358" y="1650992"/>
                  </a:cubicBezTo>
                  <a:lnTo>
                    <a:pt x="2214259" y="1598740"/>
                  </a:lnTo>
                  <a:cubicBezTo>
                    <a:pt x="2180669" y="1715683"/>
                    <a:pt x="2120952" y="1817699"/>
                    <a:pt x="2061237" y="1882391"/>
                  </a:cubicBezTo>
                  <a:lnTo>
                    <a:pt x="2296369" y="2139916"/>
                  </a:lnTo>
                  <a:cubicBezTo>
                    <a:pt x="2217992" y="2259348"/>
                    <a:pt x="2091096" y="2360119"/>
                    <a:pt x="1949270" y="2442228"/>
                  </a:cubicBezTo>
                  <a:lnTo>
                    <a:pt x="1729068" y="2158577"/>
                  </a:lnTo>
                  <a:cubicBezTo>
                    <a:pt x="1641982" y="2197143"/>
                    <a:pt x="1543699" y="2243175"/>
                    <a:pt x="1434220" y="2251883"/>
                  </a:cubicBezTo>
                  <a:lnTo>
                    <a:pt x="1415559" y="2606447"/>
                  </a:lnTo>
                  <a:cubicBezTo>
                    <a:pt x="1267513" y="2622620"/>
                    <a:pt x="1112002" y="2608935"/>
                    <a:pt x="949028" y="2565392"/>
                  </a:cubicBezTo>
                  <a:lnTo>
                    <a:pt x="1016209" y="2218293"/>
                  </a:lnTo>
                  <a:cubicBezTo>
                    <a:pt x="921658" y="2188435"/>
                    <a:pt x="804715" y="2128720"/>
                    <a:pt x="721361" y="2072736"/>
                  </a:cubicBezTo>
                  <a:lnTo>
                    <a:pt x="463837" y="2304135"/>
                  </a:lnTo>
                  <a:cubicBezTo>
                    <a:pt x="358090" y="2227002"/>
                    <a:pt x="248611" y="2064027"/>
                    <a:pt x="168989" y="1960768"/>
                  </a:cubicBezTo>
                  <a:lnTo>
                    <a:pt x="445175" y="1736833"/>
                  </a:lnTo>
                  <a:cubicBezTo>
                    <a:pt x="401632" y="1638550"/>
                    <a:pt x="373018" y="1544000"/>
                    <a:pt x="348137" y="1430789"/>
                  </a:cubicBezTo>
                  <a:lnTo>
                    <a:pt x="4770" y="1445718"/>
                  </a:lnTo>
                  <a:cubicBezTo>
                    <a:pt x="-6426" y="1293940"/>
                    <a:pt x="1038" y="1153359"/>
                    <a:pt x="38361" y="979188"/>
                  </a:cubicBezTo>
                  <a:lnTo>
                    <a:pt x="385459" y="1012778"/>
                  </a:lnTo>
                  <a:cubicBezTo>
                    <a:pt x="427757" y="921960"/>
                    <a:pt x="466325" y="819945"/>
                    <a:pt x="534749" y="729127"/>
                  </a:cubicBezTo>
                  <a:lnTo>
                    <a:pt x="292153" y="475335"/>
                  </a:lnTo>
                  <a:cubicBezTo>
                    <a:pt x="410342" y="357147"/>
                    <a:pt x="502403" y="261353"/>
                    <a:pt x="635520" y="176755"/>
                  </a:cubicBezTo>
                  <a:lnTo>
                    <a:pt x="855722" y="45294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240" name="Group 5"/>
          <p:cNvGrpSpPr>
            <a:grpSpLocks noChangeAspect="1"/>
          </p:cNvGrpSpPr>
          <p:nvPr/>
        </p:nvGrpSpPr>
        <p:grpSpPr>
          <a:xfrm>
            <a:off x="6573838" y="1851025"/>
            <a:ext cx="219075" cy="560388"/>
            <a:chOff x="2095" y="1357"/>
            <a:chExt cx="345" cy="878"/>
          </a:xfrm>
        </p:grpSpPr>
        <p:sp>
          <p:nvSpPr>
            <p:cNvPr id="138" name="Oval 6"/>
            <p:cNvSpPr>
              <a:spLocks noChangeAspect="1" noChangeArrowheads="1"/>
            </p:cNvSpPr>
            <p:nvPr/>
          </p:nvSpPr>
          <p:spPr bwMode="auto">
            <a:xfrm>
              <a:off x="2172" y="1357"/>
              <a:ext cx="188" cy="1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p>
              <a:pPr eaLnBrk="1" hangingPunct="1">
                <a:buNone/>
              </a:pP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" name="Freeform 7"/>
            <p:cNvSpPr>
              <a:spLocks noChangeAspect="1"/>
            </p:cNvSpPr>
            <p:nvPr/>
          </p:nvSpPr>
          <p:spPr bwMode="auto">
            <a:xfrm>
              <a:off x="2095" y="1653"/>
              <a:ext cx="345" cy="67"/>
            </a:xfrm>
            <a:custGeom>
              <a:avLst/>
              <a:gdLst>
                <a:gd name="T0" fmla="*/ 0 w 345"/>
                <a:gd name="T1" fmla="*/ 65 h 67"/>
                <a:gd name="T2" fmla="*/ 172 w 345"/>
                <a:gd name="T3" fmla="*/ 0 h 67"/>
                <a:gd name="T4" fmla="*/ 345 w 345"/>
                <a:gd name="T5" fmla="*/ 67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8"/>
            <p:cNvSpPr>
              <a:spLocks noChangeAspect="1"/>
            </p:cNvSpPr>
            <p:nvPr/>
          </p:nvSpPr>
          <p:spPr bwMode="auto">
            <a:xfrm>
              <a:off x="2102" y="1852"/>
              <a:ext cx="330" cy="383"/>
            </a:xfrm>
            <a:custGeom>
              <a:avLst/>
              <a:gdLst>
                <a:gd name="T0" fmla="*/ 0 w 331"/>
                <a:gd name="T1" fmla="*/ 382 h 382"/>
                <a:gd name="T2" fmla="*/ 38 w 331"/>
                <a:gd name="T3" fmla="*/ 382 h 382"/>
                <a:gd name="T4" fmla="*/ 165 w 331"/>
                <a:gd name="T5" fmla="*/ 0 h 382"/>
                <a:gd name="T6" fmla="*/ 294 w 331"/>
                <a:gd name="T7" fmla="*/ 382 h 382"/>
                <a:gd name="T8" fmla="*/ 331 w 331"/>
                <a:gd name="T9" fmla="*/ 38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Line 9"/>
            <p:cNvSpPr>
              <a:spLocks noChangeAspect="1" noChangeShapeType="1"/>
            </p:cNvSpPr>
            <p:nvPr/>
          </p:nvSpPr>
          <p:spPr bwMode="auto">
            <a:xfrm>
              <a:off x="2267" y="1544"/>
              <a:ext cx="0" cy="31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241" name="Group 10"/>
          <p:cNvGrpSpPr>
            <a:grpSpLocks noChangeAspect="1"/>
          </p:cNvGrpSpPr>
          <p:nvPr/>
        </p:nvGrpSpPr>
        <p:grpSpPr>
          <a:xfrm>
            <a:off x="7529513" y="1760538"/>
            <a:ext cx="219075" cy="560387"/>
            <a:chOff x="2699" y="1659"/>
            <a:chExt cx="392" cy="997"/>
          </a:xfrm>
        </p:grpSpPr>
        <p:sp>
          <p:nvSpPr>
            <p:cNvPr id="147" name="Oval 11"/>
            <p:cNvSpPr>
              <a:spLocks noChangeAspect="1" noChangeArrowheads="1"/>
            </p:cNvSpPr>
            <p:nvPr/>
          </p:nvSpPr>
          <p:spPr bwMode="auto"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8" name="AutoShape 12"/>
            <p:cNvCxnSpPr>
              <a:cxnSpLocks noChangeAspect="1" noChangeShapeType="1"/>
              <a:stCxn id="147" idx="4"/>
              <a:endCxn id="149" idx="1"/>
            </p:cNvCxnSpPr>
            <p:nvPr/>
          </p:nvCxnSpPr>
          <p:spPr bwMode="auto">
            <a:xfrm>
              <a:off x="2895" y="1876"/>
              <a:ext cx="0" cy="107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sp>
          <p:nvSpPr>
            <p:cNvPr id="149" name="Freeform 13"/>
            <p:cNvSpPr>
              <a:spLocks noChangeAspect="1"/>
            </p:cNvSpPr>
            <p:nvPr/>
          </p:nvSpPr>
          <p:spPr bwMode="auto">
            <a:xfrm>
              <a:off x="2699" y="1992"/>
              <a:ext cx="392" cy="79"/>
            </a:xfrm>
            <a:custGeom>
              <a:avLst/>
              <a:gdLst>
                <a:gd name="T0" fmla="*/ 0 w 159"/>
                <a:gd name="T1" fmla="*/ 31 h 32"/>
                <a:gd name="T2" fmla="*/ 80 w 159"/>
                <a:gd name="T3" fmla="*/ 0 h 32"/>
                <a:gd name="T4" fmla="*/ 159 w 159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4"/>
            <p:cNvSpPr>
              <a:spLocks noChangeAspect="1"/>
            </p:cNvSpPr>
            <p:nvPr/>
          </p:nvSpPr>
          <p:spPr bwMode="auto">
            <a:xfrm>
              <a:off x="2705" y="2475"/>
              <a:ext cx="381" cy="181"/>
            </a:xfrm>
            <a:custGeom>
              <a:avLst/>
              <a:gdLst>
                <a:gd name="T0" fmla="*/ 0 w 378"/>
                <a:gd name="T1" fmla="*/ 181 h 181"/>
                <a:gd name="T2" fmla="*/ 43 w 378"/>
                <a:gd name="T3" fmla="*/ 181 h 181"/>
                <a:gd name="T4" fmla="*/ 104 w 378"/>
                <a:gd name="T5" fmla="*/ 0 h 181"/>
                <a:gd name="T6" fmla="*/ 273 w 378"/>
                <a:gd name="T7" fmla="*/ 0 h 181"/>
                <a:gd name="T8" fmla="*/ 336 w 378"/>
                <a:gd name="T9" fmla="*/ 181 h 181"/>
                <a:gd name="T10" fmla="*/ 378 w 378"/>
                <a:gd name="T1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AutoShape 15"/>
            <p:cNvSpPr>
              <a:spLocks noChangeAspect="1" noChangeArrowheads="1"/>
            </p:cNvSpPr>
            <p:nvPr/>
          </p:nvSpPr>
          <p:spPr bwMode="auto"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Line 16"/>
            <p:cNvSpPr>
              <a:spLocks noChangeAspect="1" noChangeShapeType="1"/>
            </p:cNvSpPr>
            <p:nvPr/>
          </p:nvSpPr>
          <p:spPr bwMode="auto">
            <a:xfrm>
              <a:off x="2895" y="1871"/>
              <a:ext cx="0" cy="12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242" name="Group 55"/>
          <p:cNvGrpSpPr>
            <a:grpSpLocks noChangeAspect="1"/>
          </p:cNvGrpSpPr>
          <p:nvPr/>
        </p:nvGrpSpPr>
        <p:grpSpPr>
          <a:xfrm>
            <a:off x="1831975" y="1851025"/>
            <a:ext cx="219075" cy="560388"/>
            <a:chOff x="2095" y="1357"/>
            <a:chExt cx="345" cy="878"/>
          </a:xfrm>
        </p:grpSpPr>
        <p:sp>
          <p:nvSpPr>
            <p:cNvPr id="9336" name="Oval 5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37" name="Freeform 5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38" name="Freeform 5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39" name="Line 5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43" name="Group 60"/>
          <p:cNvGrpSpPr>
            <a:grpSpLocks noChangeAspect="1"/>
          </p:cNvGrpSpPr>
          <p:nvPr/>
        </p:nvGrpSpPr>
        <p:grpSpPr>
          <a:xfrm>
            <a:off x="1247775" y="1851025"/>
            <a:ext cx="219075" cy="560388"/>
            <a:chOff x="2095" y="1357"/>
            <a:chExt cx="345" cy="878"/>
          </a:xfrm>
        </p:grpSpPr>
        <p:sp>
          <p:nvSpPr>
            <p:cNvPr id="9332" name="Oval 61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33" name="Freeform 62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34" name="Freeform 63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35" name="Line 64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44" name="Group 65"/>
          <p:cNvGrpSpPr>
            <a:grpSpLocks noChangeAspect="1"/>
          </p:cNvGrpSpPr>
          <p:nvPr/>
        </p:nvGrpSpPr>
        <p:grpSpPr>
          <a:xfrm>
            <a:off x="2486025" y="1851025"/>
            <a:ext cx="219075" cy="560388"/>
            <a:chOff x="2095" y="1357"/>
            <a:chExt cx="345" cy="878"/>
          </a:xfrm>
        </p:grpSpPr>
        <p:sp>
          <p:nvSpPr>
            <p:cNvPr id="9328" name="Oval 6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29" name="Freeform 6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30" name="Freeform 6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31" name="Line 6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45" name="Group 75"/>
          <p:cNvGrpSpPr>
            <a:grpSpLocks noChangeAspect="1"/>
          </p:cNvGrpSpPr>
          <p:nvPr/>
        </p:nvGrpSpPr>
        <p:grpSpPr>
          <a:xfrm>
            <a:off x="6892925" y="1760538"/>
            <a:ext cx="219075" cy="560387"/>
            <a:chOff x="2699" y="1659"/>
            <a:chExt cx="392" cy="997"/>
          </a:xfrm>
        </p:grpSpPr>
        <p:sp>
          <p:nvSpPr>
            <p:cNvPr id="169" name="Oval 76"/>
            <p:cNvSpPr>
              <a:spLocks noChangeAspect="1" noChangeArrowheads="1"/>
            </p:cNvSpPr>
            <p:nvPr/>
          </p:nvSpPr>
          <p:spPr bwMode="auto"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70" name="AutoShape 77"/>
            <p:cNvCxnSpPr>
              <a:cxnSpLocks noChangeAspect="1" noChangeShapeType="1"/>
              <a:stCxn id="169" idx="4"/>
              <a:endCxn id="171" idx="1"/>
            </p:cNvCxnSpPr>
            <p:nvPr/>
          </p:nvCxnSpPr>
          <p:spPr bwMode="auto">
            <a:xfrm>
              <a:off x="2895" y="1876"/>
              <a:ext cx="0" cy="107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sp>
          <p:nvSpPr>
            <p:cNvPr id="171" name="Freeform 78"/>
            <p:cNvSpPr>
              <a:spLocks noChangeAspect="1"/>
            </p:cNvSpPr>
            <p:nvPr/>
          </p:nvSpPr>
          <p:spPr bwMode="auto">
            <a:xfrm>
              <a:off x="2699" y="1992"/>
              <a:ext cx="392" cy="79"/>
            </a:xfrm>
            <a:custGeom>
              <a:avLst/>
              <a:gdLst>
                <a:gd name="T0" fmla="*/ 0 w 159"/>
                <a:gd name="T1" fmla="*/ 31 h 32"/>
                <a:gd name="T2" fmla="*/ 80 w 159"/>
                <a:gd name="T3" fmla="*/ 0 h 32"/>
                <a:gd name="T4" fmla="*/ 159 w 159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79"/>
            <p:cNvSpPr>
              <a:spLocks noChangeAspect="1"/>
            </p:cNvSpPr>
            <p:nvPr/>
          </p:nvSpPr>
          <p:spPr bwMode="auto">
            <a:xfrm>
              <a:off x="2705" y="2475"/>
              <a:ext cx="381" cy="181"/>
            </a:xfrm>
            <a:custGeom>
              <a:avLst/>
              <a:gdLst>
                <a:gd name="T0" fmla="*/ 0 w 378"/>
                <a:gd name="T1" fmla="*/ 181 h 181"/>
                <a:gd name="T2" fmla="*/ 43 w 378"/>
                <a:gd name="T3" fmla="*/ 181 h 181"/>
                <a:gd name="T4" fmla="*/ 104 w 378"/>
                <a:gd name="T5" fmla="*/ 0 h 181"/>
                <a:gd name="T6" fmla="*/ 273 w 378"/>
                <a:gd name="T7" fmla="*/ 0 h 181"/>
                <a:gd name="T8" fmla="*/ 336 w 378"/>
                <a:gd name="T9" fmla="*/ 181 h 181"/>
                <a:gd name="T10" fmla="*/ 378 w 378"/>
                <a:gd name="T1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AutoShape 80"/>
            <p:cNvSpPr>
              <a:spLocks noChangeAspect="1" noChangeArrowheads="1"/>
            </p:cNvSpPr>
            <p:nvPr/>
          </p:nvSpPr>
          <p:spPr bwMode="auto"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" name="Line 81"/>
            <p:cNvSpPr>
              <a:spLocks noChangeAspect="1" noChangeShapeType="1"/>
            </p:cNvSpPr>
            <p:nvPr/>
          </p:nvSpPr>
          <p:spPr bwMode="auto">
            <a:xfrm>
              <a:off x="2895" y="1871"/>
              <a:ext cx="0" cy="12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246" name="Group 89"/>
          <p:cNvGrpSpPr>
            <a:grpSpLocks noChangeAspect="1"/>
          </p:cNvGrpSpPr>
          <p:nvPr/>
        </p:nvGrpSpPr>
        <p:grpSpPr>
          <a:xfrm>
            <a:off x="6256338" y="1760538"/>
            <a:ext cx="219075" cy="560387"/>
            <a:chOff x="2699" y="1659"/>
            <a:chExt cx="392" cy="997"/>
          </a:xfrm>
        </p:grpSpPr>
        <p:sp>
          <p:nvSpPr>
            <p:cNvPr id="176" name="Oval 90"/>
            <p:cNvSpPr>
              <a:spLocks noChangeAspect="1" noChangeArrowheads="1"/>
            </p:cNvSpPr>
            <p:nvPr/>
          </p:nvSpPr>
          <p:spPr bwMode="auto"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77" name="AutoShape 91"/>
            <p:cNvCxnSpPr>
              <a:cxnSpLocks noChangeAspect="1" noChangeShapeType="1"/>
              <a:stCxn id="176" idx="4"/>
              <a:endCxn id="178" idx="1"/>
            </p:cNvCxnSpPr>
            <p:nvPr/>
          </p:nvCxnSpPr>
          <p:spPr bwMode="auto">
            <a:xfrm>
              <a:off x="2895" y="1876"/>
              <a:ext cx="0" cy="107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</p:spPr>
        </p:cxnSp>
        <p:sp>
          <p:nvSpPr>
            <p:cNvPr id="178" name="Freeform 92"/>
            <p:cNvSpPr>
              <a:spLocks noChangeAspect="1"/>
            </p:cNvSpPr>
            <p:nvPr/>
          </p:nvSpPr>
          <p:spPr bwMode="auto">
            <a:xfrm>
              <a:off x="2699" y="1992"/>
              <a:ext cx="392" cy="79"/>
            </a:xfrm>
            <a:custGeom>
              <a:avLst/>
              <a:gdLst>
                <a:gd name="T0" fmla="*/ 0 w 159"/>
                <a:gd name="T1" fmla="*/ 31 h 32"/>
                <a:gd name="T2" fmla="*/ 80 w 159"/>
                <a:gd name="T3" fmla="*/ 0 h 32"/>
                <a:gd name="T4" fmla="*/ 159 w 159"/>
                <a:gd name="T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93"/>
            <p:cNvSpPr>
              <a:spLocks noChangeAspect="1"/>
            </p:cNvSpPr>
            <p:nvPr/>
          </p:nvSpPr>
          <p:spPr bwMode="auto">
            <a:xfrm>
              <a:off x="2705" y="2475"/>
              <a:ext cx="381" cy="181"/>
            </a:xfrm>
            <a:custGeom>
              <a:avLst/>
              <a:gdLst>
                <a:gd name="T0" fmla="*/ 0 w 378"/>
                <a:gd name="T1" fmla="*/ 181 h 181"/>
                <a:gd name="T2" fmla="*/ 43 w 378"/>
                <a:gd name="T3" fmla="*/ 181 h 181"/>
                <a:gd name="T4" fmla="*/ 104 w 378"/>
                <a:gd name="T5" fmla="*/ 0 h 181"/>
                <a:gd name="T6" fmla="*/ 273 w 378"/>
                <a:gd name="T7" fmla="*/ 0 h 181"/>
                <a:gd name="T8" fmla="*/ 336 w 378"/>
                <a:gd name="T9" fmla="*/ 181 h 181"/>
                <a:gd name="T10" fmla="*/ 378 w 378"/>
                <a:gd name="T11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AutoShape 94"/>
            <p:cNvSpPr>
              <a:spLocks noChangeAspect="1" noChangeArrowheads="1"/>
            </p:cNvSpPr>
            <p:nvPr/>
          </p:nvSpPr>
          <p:spPr bwMode="auto"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1" name="Line 95"/>
            <p:cNvSpPr>
              <a:spLocks noChangeAspect="1" noChangeShapeType="1"/>
            </p:cNvSpPr>
            <p:nvPr/>
          </p:nvSpPr>
          <p:spPr bwMode="auto">
            <a:xfrm>
              <a:off x="2895" y="1871"/>
              <a:ext cx="0" cy="12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247" name="Group 96"/>
          <p:cNvGrpSpPr>
            <a:grpSpLocks noChangeAspect="1"/>
          </p:cNvGrpSpPr>
          <p:nvPr/>
        </p:nvGrpSpPr>
        <p:grpSpPr>
          <a:xfrm>
            <a:off x="2112963" y="1760538"/>
            <a:ext cx="219075" cy="560387"/>
            <a:chOff x="2699" y="1659"/>
            <a:chExt cx="392" cy="997"/>
          </a:xfrm>
        </p:grpSpPr>
        <p:sp>
          <p:nvSpPr>
            <p:cNvPr id="9310" name="Oval 97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9311" name="AutoShape 98"/>
            <p:cNvCxnSpPr>
              <a:cxnSpLocks noChangeAspect="1"/>
              <a:stCxn id="9310" idx="4"/>
              <a:endCxn id="9312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312" name="Freeform 99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13" name="Freeform 100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14" name="AutoShape 101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15" name="Line 102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48" name="Group 65"/>
          <p:cNvGrpSpPr>
            <a:grpSpLocks noChangeAspect="1"/>
          </p:cNvGrpSpPr>
          <p:nvPr/>
        </p:nvGrpSpPr>
        <p:grpSpPr>
          <a:xfrm>
            <a:off x="7847013" y="1851025"/>
            <a:ext cx="219075" cy="560388"/>
            <a:chOff x="2095" y="1357"/>
            <a:chExt cx="345" cy="878"/>
          </a:xfrm>
        </p:grpSpPr>
        <p:sp>
          <p:nvSpPr>
            <p:cNvPr id="190" name="Oval 66"/>
            <p:cNvSpPr>
              <a:spLocks noChangeAspect="1" noChangeArrowheads="1"/>
            </p:cNvSpPr>
            <p:nvPr/>
          </p:nvSpPr>
          <p:spPr bwMode="auto">
            <a:xfrm>
              <a:off x="2172" y="1357"/>
              <a:ext cx="188" cy="1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p>
              <a:pPr eaLnBrk="1" hangingPunct="1">
                <a:buNone/>
              </a:pP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91" name="Freeform 67"/>
            <p:cNvSpPr>
              <a:spLocks noChangeAspect="1"/>
            </p:cNvSpPr>
            <p:nvPr/>
          </p:nvSpPr>
          <p:spPr bwMode="auto">
            <a:xfrm>
              <a:off x="2095" y="1653"/>
              <a:ext cx="345" cy="67"/>
            </a:xfrm>
            <a:custGeom>
              <a:avLst/>
              <a:gdLst>
                <a:gd name="T0" fmla="*/ 0 w 345"/>
                <a:gd name="T1" fmla="*/ 65 h 67"/>
                <a:gd name="T2" fmla="*/ 172 w 345"/>
                <a:gd name="T3" fmla="*/ 0 h 67"/>
                <a:gd name="T4" fmla="*/ 345 w 345"/>
                <a:gd name="T5" fmla="*/ 67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68"/>
            <p:cNvSpPr>
              <a:spLocks noChangeAspect="1"/>
            </p:cNvSpPr>
            <p:nvPr/>
          </p:nvSpPr>
          <p:spPr bwMode="auto">
            <a:xfrm>
              <a:off x="2102" y="1852"/>
              <a:ext cx="330" cy="383"/>
            </a:xfrm>
            <a:custGeom>
              <a:avLst/>
              <a:gdLst>
                <a:gd name="T0" fmla="*/ 0 w 331"/>
                <a:gd name="T1" fmla="*/ 382 h 382"/>
                <a:gd name="T2" fmla="*/ 38 w 331"/>
                <a:gd name="T3" fmla="*/ 382 h 382"/>
                <a:gd name="T4" fmla="*/ 165 w 331"/>
                <a:gd name="T5" fmla="*/ 0 h 382"/>
                <a:gd name="T6" fmla="*/ 294 w 331"/>
                <a:gd name="T7" fmla="*/ 382 h 382"/>
                <a:gd name="T8" fmla="*/ 331 w 331"/>
                <a:gd name="T9" fmla="*/ 38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Line 69"/>
            <p:cNvSpPr>
              <a:spLocks noChangeAspect="1" noChangeShapeType="1"/>
            </p:cNvSpPr>
            <p:nvPr/>
          </p:nvSpPr>
          <p:spPr bwMode="auto">
            <a:xfrm>
              <a:off x="2267" y="1544"/>
              <a:ext cx="0" cy="31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9249" name="TextBox 122"/>
          <p:cNvSpPr txBox="1"/>
          <p:nvPr/>
        </p:nvSpPr>
        <p:spPr>
          <a:xfrm>
            <a:off x="1417638" y="1427163"/>
            <a:ext cx="1452562" cy="2143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Developer Team </a:t>
            </a:r>
            <a:r>
              <a:rPr lang="el-GR" altLang="en-US" sz="1400" b="1" i="1" dirty="0">
                <a:solidFill>
                  <a:srgbClr val="680000"/>
                </a:solidFill>
                <a:latin typeface="Arial" panose="020B0604020202020204" pitchFamily="34" charset="0"/>
              </a:rPr>
              <a:t>α</a:t>
            </a:r>
            <a:endParaRPr lang="en-US" altLang="en-US" sz="1400" b="1" i="1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sp>
        <p:nvSpPr>
          <p:cNvPr id="9250" name="TextBox 194"/>
          <p:cNvSpPr txBox="1"/>
          <p:nvPr/>
        </p:nvSpPr>
        <p:spPr>
          <a:xfrm>
            <a:off x="6434138" y="1427163"/>
            <a:ext cx="1490662" cy="2143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zh-CN" sz="1400" dirty="0">
                <a:solidFill>
                  <a:srgbClr val="7F7F7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Developer Team </a:t>
            </a:r>
            <a:r>
              <a:rPr lang="el-GR" altLang="zh-CN" sz="1400" b="1" i="1" dirty="0">
                <a:solidFill>
                  <a:srgbClr val="7F7F7F"/>
                </a:solidFill>
                <a:latin typeface="Arial" panose="020B0604020202020204" pitchFamily="34" charset="0"/>
              </a:rPr>
              <a:t>β</a:t>
            </a:r>
            <a:endParaRPr lang="en-US" altLang="zh-CN" sz="1400" b="1" i="1" dirty="0">
              <a:solidFill>
                <a:srgbClr val="7F7F7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251" name="Group 82"/>
          <p:cNvGrpSpPr>
            <a:grpSpLocks noChangeAspect="1"/>
          </p:cNvGrpSpPr>
          <p:nvPr/>
        </p:nvGrpSpPr>
        <p:grpSpPr>
          <a:xfrm>
            <a:off x="1565275" y="1760538"/>
            <a:ext cx="219075" cy="560387"/>
            <a:chOff x="2699" y="1659"/>
            <a:chExt cx="392" cy="997"/>
          </a:xfrm>
        </p:grpSpPr>
        <p:sp>
          <p:nvSpPr>
            <p:cNvPr id="9300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9301" name="AutoShape 84"/>
            <p:cNvCxnSpPr>
              <a:cxnSpLocks noChangeAspect="1"/>
              <a:stCxn id="9300" idx="4"/>
              <a:endCxn id="9302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302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03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304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305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52" name="Group 5"/>
          <p:cNvGrpSpPr>
            <a:grpSpLocks noChangeAspect="1"/>
          </p:cNvGrpSpPr>
          <p:nvPr/>
        </p:nvGrpSpPr>
        <p:grpSpPr>
          <a:xfrm>
            <a:off x="7210425" y="1851025"/>
            <a:ext cx="219075" cy="560388"/>
            <a:chOff x="2095" y="1357"/>
            <a:chExt cx="345" cy="878"/>
          </a:xfrm>
        </p:grpSpPr>
        <p:sp>
          <p:nvSpPr>
            <p:cNvPr id="204" name="Oval 6"/>
            <p:cNvSpPr>
              <a:spLocks noChangeAspect="1" noChangeArrowheads="1"/>
            </p:cNvSpPr>
            <p:nvPr/>
          </p:nvSpPr>
          <p:spPr bwMode="auto"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</a:ln>
          </p:spPr>
          <p:txBody>
            <a:bodyPr wrap="none" anchor="ctr"/>
            <a:p>
              <a:pPr eaLnBrk="1" hangingPunct="1">
                <a:buNone/>
              </a:pPr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05" name="Freeform 7"/>
            <p:cNvSpPr>
              <a:spLocks noChangeAspect="1"/>
            </p:cNvSpPr>
            <p:nvPr/>
          </p:nvSpPr>
          <p:spPr bwMode="auto">
            <a:xfrm>
              <a:off x="2095" y="1653"/>
              <a:ext cx="345" cy="67"/>
            </a:xfrm>
            <a:custGeom>
              <a:avLst/>
              <a:gdLst>
                <a:gd name="T0" fmla="*/ 0 w 345"/>
                <a:gd name="T1" fmla="*/ 65 h 67"/>
                <a:gd name="T2" fmla="*/ 172 w 345"/>
                <a:gd name="T3" fmla="*/ 0 h 67"/>
                <a:gd name="T4" fmla="*/ 345 w 345"/>
                <a:gd name="T5" fmla="*/ 67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8"/>
            <p:cNvSpPr>
              <a:spLocks noChangeAspect="1"/>
            </p:cNvSpPr>
            <p:nvPr/>
          </p:nvSpPr>
          <p:spPr bwMode="auto">
            <a:xfrm>
              <a:off x="2103" y="1852"/>
              <a:ext cx="330" cy="383"/>
            </a:xfrm>
            <a:custGeom>
              <a:avLst/>
              <a:gdLst>
                <a:gd name="T0" fmla="*/ 0 w 331"/>
                <a:gd name="T1" fmla="*/ 382 h 382"/>
                <a:gd name="T2" fmla="*/ 38 w 331"/>
                <a:gd name="T3" fmla="*/ 382 h 382"/>
                <a:gd name="T4" fmla="*/ 165 w 331"/>
                <a:gd name="T5" fmla="*/ 0 h 382"/>
                <a:gd name="T6" fmla="*/ 294 w 331"/>
                <a:gd name="T7" fmla="*/ 382 h 382"/>
                <a:gd name="T8" fmla="*/ 331 w 331"/>
                <a:gd name="T9" fmla="*/ 382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mpd="sng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Line 9"/>
            <p:cNvSpPr>
              <a:spLocks noChangeAspect="1" noChangeShapeType="1"/>
            </p:cNvSpPr>
            <p:nvPr/>
          </p:nvSpPr>
          <p:spPr bwMode="auto">
            <a:xfrm>
              <a:off x="2268" y="1544"/>
              <a:ext cx="0" cy="311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253" name="Group 96"/>
          <p:cNvGrpSpPr>
            <a:grpSpLocks noChangeAspect="1"/>
          </p:cNvGrpSpPr>
          <p:nvPr/>
        </p:nvGrpSpPr>
        <p:grpSpPr>
          <a:xfrm>
            <a:off x="2765425" y="1760538"/>
            <a:ext cx="219075" cy="560387"/>
            <a:chOff x="2699" y="1659"/>
            <a:chExt cx="392" cy="997"/>
          </a:xfrm>
        </p:grpSpPr>
        <p:sp>
          <p:nvSpPr>
            <p:cNvPr id="9290" name="Oval 97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9291" name="AutoShape 98"/>
            <p:cNvCxnSpPr>
              <a:cxnSpLocks noChangeAspect="1"/>
              <a:stCxn id="9290" idx="4"/>
              <a:endCxn id="9292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292" name="Freeform 99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93" name="Freeform 100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94" name="AutoShape 101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95" name="Line 102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54" name="Group 60"/>
          <p:cNvGrpSpPr>
            <a:grpSpLocks noChangeAspect="1"/>
          </p:cNvGrpSpPr>
          <p:nvPr/>
        </p:nvGrpSpPr>
        <p:grpSpPr>
          <a:xfrm>
            <a:off x="842963" y="4800600"/>
            <a:ext cx="219075" cy="560388"/>
            <a:chOff x="2095" y="1357"/>
            <a:chExt cx="345" cy="878"/>
          </a:xfrm>
        </p:grpSpPr>
        <p:sp>
          <p:nvSpPr>
            <p:cNvPr id="9286" name="Oval 61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87" name="Freeform 62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8" name="Freeform 63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9" name="Line 64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55" name="Group 5"/>
          <p:cNvGrpSpPr>
            <a:grpSpLocks noChangeAspect="1"/>
          </p:cNvGrpSpPr>
          <p:nvPr/>
        </p:nvGrpSpPr>
        <p:grpSpPr>
          <a:xfrm>
            <a:off x="2994025" y="4800600"/>
            <a:ext cx="219075" cy="560388"/>
            <a:chOff x="2095" y="1357"/>
            <a:chExt cx="345" cy="878"/>
          </a:xfrm>
        </p:grpSpPr>
        <p:sp>
          <p:nvSpPr>
            <p:cNvPr id="9282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83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4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5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56" name="Group 5"/>
          <p:cNvGrpSpPr>
            <a:grpSpLocks noChangeAspect="1"/>
          </p:cNvGrpSpPr>
          <p:nvPr/>
        </p:nvGrpSpPr>
        <p:grpSpPr>
          <a:xfrm>
            <a:off x="6796088" y="4800600"/>
            <a:ext cx="219075" cy="560388"/>
            <a:chOff x="2095" y="1357"/>
            <a:chExt cx="345" cy="878"/>
          </a:xfrm>
        </p:grpSpPr>
        <p:sp>
          <p:nvSpPr>
            <p:cNvPr id="9278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79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0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81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57" name="Group 82"/>
          <p:cNvGrpSpPr>
            <a:grpSpLocks noChangeAspect="1"/>
          </p:cNvGrpSpPr>
          <p:nvPr/>
        </p:nvGrpSpPr>
        <p:grpSpPr>
          <a:xfrm>
            <a:off x="1160463" y="4800600"/>
            <a:ext cx="219075" cy="560388"/>
            <a:chOff x="2699" y="1659"/>
            <a:chExt cx="392" cy="997"/>
          </a:xfrm>
        </p:grpSpPr>
        <p:sp>
          <p:nvSpPr>
            <p:cNvPr id="9272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9273" name="AutoShape 84"/>
            <p:cNvCxnSpPr>
              <a:cxnSpLocks noChangeAspect="1"/>
              <a:stCxn id="9272" idx="4"/>
              <a:endCxn id="9274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274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75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76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77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58" name="Group 82"/>
          <p:cNvGrpSpPr>
            <a:grpSpLocks noChangeAspect="1"/>
          </p:cNvGrpSpPr>
          <p:nvPr/>
        </p:nvGrpSpPr>
        <p:grpSpPr>
          <a:xfrm>
            <a:off x="4706938" y="4800600"/>
            <a:ext cx="219075" cy="560388"/>
            <a:chOff x="2699" y="1659"/>
            <a:chExt cx="392" cy="997"/>
          </a:xfrm>
        </p:grpSpPr>
        <p:sp>
          <p:nvSpPr>
            <p:cNvPr id="9266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9267" name="AutoShape 84"/>
            <p:cNvCxnSpPr>
              <a:cxnSpLocks noChangeAspect="1"/>
              <a:stCxn id="9266" idx="4"/>
              <a:endCxn id="9268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268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9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70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71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59" name="Group 82"/>
          <p:cNvGrpSpPr>
            <a:grpSpLocks noChangeAspect="1"/>
          </p:cNvGrpSpPr>
          <p:nvPr/>
        </p:nvGrpSpPr>
        <p:grpSpPr>
          <a:xfrm>
            <a:off x="2676525" y="4800600"/>
            <a:ext cx="219075" cy="560388"/>
            <a:chOff x="2699" y="1659"/>
            <a:chExt cx="392" cy="997"/>
          </a:xfrm>
        </p:grpSpPr>
        <p:sp>
          <p:nvSpPr>
            <p:cNvPr id="9260" name="Oval 83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9261" name="AutoShape 84"/>
            <p:cNvCxnSpPr>
              <a:cxnSpLocks noChangeAspect="1"/>
              <a:stCxn id="9260" idx="4"/>
              <a:endCxn id="9262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9262" name="Freeform 85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3" name="Freeform 86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264" name="AutoShape 87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265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Example:  Restaurant Automation</a:t>
            </a:r>
            <a:b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Drawbacks of Team </a:t>
            </a:r>
            <a:r>
              <a:rPr lang="el-GR" altLang="en-US" b="1" i="1" dirty="0">
                <a:solidFill>
                  <a:srgbClr val="68000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α</a:t>
            </a:r>
            <a:r>
              <a:rPr lang="en-US" altLang="en-US" dirty="0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 Approach</a:t>
            </a:r>
            <a:endParaRPr lang="en-US" altLang="en-US" dirty="0">
              <a:solidFill>
                <a:schemeClr val="tx1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8435" name="Content Placeholder 124"/>
          <p:cNvSpPr>
            <a:spLocks noGrp="1"/>
          </p:cNvSpPr>
          <p:nvPr>
            <p:ph idx="1"/>
          </p:nvPr>
        </p:nvSpPr>
        <p:spPr>
          <a:xfrm>
            <a:off x="504825" y="1458913"/>
            <a:ext cx="8410575" cy="5222875"/>
          </a:xfrm>
        </p:spPr>
        <p:txBody>
          <a:bodyPr vert="horz" wrap="square" lIns="91440" tIns="45720" rIns="91440" bIns="45720" numCol="1" anchor="t" anchorCtr="0" compatLnSpc="1"/>
          <a:p>
            <a:pPr>
              <a:lnSpc>
                <a:spcPct val="90000"/>
              </a:lnSpc>
              <a:spcBef>
                <a:spcPts val="6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Original problem still undivided:</a:t>
            </a:r>
            <a:b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only the “tools” have been distributed with which to attack the unbroken monolith of the problem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Their “architecture” is hastily contrived to divide the work, rather than carefully designed based on problem analysis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Long feedback loop: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  <a:spcBef>
                <a:spcPts val="600"/>
              </a:spcBef>
              <a:buChar char="–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time to implementation depends on the slowest sub-group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Communication overhead: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  <a:spcBef>
                <a:spcPts val="600"/>
              </a:spcBef>
              <a:buChar char="–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Most time spent in communication and “documentation writing”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  <a:spcBef>
                <a:spcPts val="600"/>
              </a:spcBef>
              <a:buChar char="–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No time for creative software development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Failure-prone: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lnSpc>
                <a:spcPct val="90000"/>
              </a:lnSpc>
              <a:spcBef>
                <a:spcPts val="600"/>
              </a:spcBef>
              <a:buChar char="–"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If any sub-group doesn’t deliver, the whole project fails</a:t>
            </a: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Each student learns only one aspect of software development</a:t>
            </a:r>
            <a:endParaRPr lang="en-US" altLang="en-US" sz="20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ts val="600"/>
              </a:spcBef>
              <a:buClr>
                <a:srgbClr val="A50021"/>
              </a:buClr>
            </a:pP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Ownership fuzzy or one “leader”</a:t>
            </a:r>
            <a:b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claims all the credit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sp>
        <p:nvSpPr>
          <p:cNvPr id="10244" name="Text Box 74"/>
          <p:cNvSpPr txBox="1">
            <a:spLocks noChangeAspect="1"/>
          </p:cNvSpPr>
          <p:nvPr/>
        </p:nvSpPr>
        <p:spPr>
          <a:xfrm>
            <a:off x="7508875" y="5141913"/>
            <a:ext cx="788988" cy="138112"/>
          </a:xfrm>
          <a:prstGeom prst="rect">
            <a:avLst/>
          </a:prstGeom>
          <a:noFill/>
          <a:ln w="9525">
            <a:noFill/>
          </a:ln>
        </p:spPr>
        <p:txBody>
          <a:bodyPr wrap="none" lIns="9144" tIns="0" rIns="9144" bIns="0">
            <a:spAutoFit/>
          </a:bodyPr>
          <a:p>
            <a:pPr eaLnBrk="1" hangingPunct="1"/>
            <a:r>
              <a:rPr lang="en-US" altLang="en-US" sz="900" dirty="0">
                <a:latin typeface="Arial" panose="020B0604020202020204" pitchFamily="34" charset="0"/>
              </a:rPr>
              <a:t>I did all coding!</a:t>
            </a:r>
            <a:endParaRPr lang="en-US" altLang="en-US" sz="900" dirty="0">
              <a:latin typeface="Arial" panose="020B0604020202020204" pitchFamily="34" charset="0"/>
            </a:endParaRPr>
          </a:p>
        </p:txBody>
      </p:sp>
      <p:sp>
        <p:nvSpPr>
          <p:cNvPr id="10245" name="Freeform 71"/>
          <p:cNvSpPr>
            <a:spLocks noChangeAspect="1"/>
          </p:cNvSpPr>
          <p:nvPr/>
        </p:nvSpPr>
        <p:spPr>
          <a:xfrm flipH="1">
            <a:off x="7426325" y="4946650"/>
            <a:ext cx="923925" cy="585788"/>
          </a:xfrm>
          <a:custGeom>
            <a:avLst/>
            <a:gdLst>
              <a:gd name="txL" fmla="*/ 0 w 1089"/>
              <a:gd name="txT" fmla="*/ 0 h 780"/>
              <a:gd name="txR" fmla="*/ 1089 w 1089"/>
              <a:gd name="txB" fmla="*/ 780 h 780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9" h="780">
                <a:moveTo>
                  <a:pt x="302" y="660"/>
                </a:moveTo>
                <a:cubicBezTo>
                  <a:pt x="292" y="714"/>
                  <a:pt x="238" y="753"/>
                  <a:pt x="149" y="780"/>
                </a:cubicBezTo>
                <a:cubicBezTo>
                  <a:pt x="292" y="780"/>
                  <a:pt x="337" y="738"/>
                  <a:pt x="393" y="681"/>
                </a:cubicBezTo>
                <a:cubicBezTo>
                  <a:pt x="832" y="738"/>
                  <a:pt x="1047" y="531"/>
                  <a:pt x="1068" y="369"/>
                </a:cubicBezTo>
                <a:cubicBezTo>
                  <a:pt x="1089" y="207"/>
                  <a:pt x="891" y="0"/>
                  <a:pt x="532" y="1"/>
                </a:cubicBezTo>
                <a:cubicBezTo>
                  <a:pt x="173" y="2"/>
                  <a:pt x="2" y="209"/>
                  <a:pt x="1" y="330"/>
                </a:cubicBezTo>
                <a:cubicBezTo>
                  <a:pt x="0" y="451"/>
                  <a:pt x="62" y="573"/>
                  <a:pt x="302" y="660"/>
                </a:cubicBez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0246" name="Group 14"/>
          <p:cNvGrpSpPr/>
          <p:nvPr/>
        </p:nvGrpSpPr>
        <p:grpSpPr>
          <a:xfrm>
            <a:off x="7426325" y="5997575"/>
            <a:ext cx="801688" cy="623888"/>
            <a:chOff x="3181714" y="1571388"/>
            <a:chExt cx="802118" cy="624125"/>
          </a:xfrm>
        </p:grpSpPr>
        <p:sp>
          <p:nvSpPr>
            <p:cNvPr id="10248" name="Freeform 407"/>
            <p:cNvSpPr>
              <a:spLocks noChangeAspect="1"/>
            </p:cNvSpPr>
            <p:nvPr/>
          </p:nvSpPr>
          <p:spPr>
            <a:xfrm>
              <a:off x="3181714" y="1851332"/>
              <a:ext cx="802118" cy="344181"/>
            </a:xfrm>
            <a:custGeom>
              <a:avLst/>
              <a:gdLst>
                <a:gd name="txL" fmla="*/ 0 w 1804"/>
                <a:gd name="txT" fmla="*/ 0 h 1059"/>
                <a:gd name="txR" fmla="*/ 1804 w 1804"/>
                <a:gd name="txB" fmla="*/ 1059 h 1059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804" h="1059">
                  <a:moveTo>
                    <a:pt x="5" y="27"/>
                  </a:moveTo>
                  <a:cubicBezTo>
                    <a:pt x="32" y="218"/>
                    <a:pt x="16" y="400"/>
                    <a:pt x="26" y="458"/>
                  </a:cubicBezTo>
                  <a:cubicBezTo>
                    <a:pt x="36" y="516"/>
                    <a:pt x="0" y="754"/>
                    <a:pt x="17" y="1059"/>
                  </a:cubicBezTo>
                  <a:cubicBezTo>
                    <a:pt x="274" y="1040"/>
                    <a:pt x="656" y="1038"/>
                    <a:pt x="898" y="1044"/>
                  </a:cubicBezTo>
                  <a:cubicBezTo>
                    <a:pt x="1140" y="1050"/>
                    <a:pt x="1486" y="1038"/>
                    <a:pt x="1802" y="1054"/>
                  </a:cubicBezTo>
                  <a:cubicBezTo>
                    <a:pt x="1804" y="914"/>
                    <a:pt x="1776" y="718"/>
                    <a:pt x="1785" y="563"/>
                  </a:cubicBezTo>
                  <a:cubicBezTo>
                    <a:pt x="1794" y="408"/>
                    <a:pt x="1792" y="388"/>
                    <a:pt x="1786" y="296"/>
                  </a:cubicBezTo>
                  <a:cubicBezTo>
                    <a:pt x="1780" y="204"/>
                    <a:pt x="1795" y="126"/>
                    <a:pt x="1778" y="10"/>
                  </a:cubicBezTo>
                  <a:cubicBezTo>
                    <a:pt x="1615" y="0"/>
                    <a:pt x="1380" y="22"/>
                    <a:pt x="1074" y="26"/>
                  </a:cubicBezTo>
                  <a:cubicBezTo>
                    <a:pt x="768" y="30"/>
                    <a:pt x="351" y="15"/>
                    <a:pt x="208" y="32"/>
                  </a:cubicBezTo>
                  <a:cubicBezTo>
                    <a:pt x="65" y="49"/>
                    <a:pt x="42" y="20"/>
                    <a:pt x="5" y="27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49" name="Freeform 408"/>
            <p:cNvSpPr>
              <a:spLocks noChangeAspect="1"/>
            </p:cNvSpPr>
            <p:nvPr/>
          </p:nvSpPr>
          <p:spPr>
            <a:xfrm>
              <a:off x="3218226" y="1875145"/>
              <a:ext cx="734649" cy="287030"/>
            </a:xfrm>
            <a:custGeom>
              <a:avLst/>
              <a:gdLst>
                <a:gd name="txL" fmla="*/ 0 w 1682"/>
                <a:gd name="txT" fmla="*/ 0 h 971"/>
                <a:gd name="txR" fmla="*/ 1682 w 1682"/>
                <a:gd name="txB" fmla="*/ 971 h 971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682" h="971">
                  <a:moveTo>
                    <a:pt x="5" y="30"/>
                  </a:moveTo>
                  <a:cubicBezTo>
                    <a:pt x="0" y="127"/>
                    <a:pt x="32" y="259"/>
                    <a:pt x="18" y="423"/>
                  </a:cubicBezTo>
                  <a:cubicBezTo>
                    <a:pt x="4" y="587"/>
                    <a:pt x="12" y="699"/>
                    <a:pt x="6" y="969"/>
                  </a:cubicBezTo>
                  <a:cubicBezTo>
                    <a:pt x="242" y="947"/>
                    <a:pt x="612" y="963"/>
                    <a:pt x="833" y="954"/>
                  </a:cubicBezTo>
                  <a:cubicBezTo>
                    <a:pt x="1054" y="945"/>
                    <a:pt x="1394" y="971"/>
                    <a:pt x="1672" y="963"/>
                  </a:cubicBezTo>
                  <a:cubicBezTo>
                    <a:pt x="1674" y="836"/>
                    <a:pt x="1666" y="679"/>
                    <a:pt x="1674" y="521"/>
                  </a:cubicBezTo>
                  <a:cubicBezTo>
                    <a:pt x="1682" y="363"/>
                    <a:pt x="1666" y="113"/>
                    <a:pt x="1672" y="9"/>
                  </a:cubicBezTo>
                  <a:cubicBezTo>
                    <a:pt x="1521" y="0"/>
                    <a:pt x="1149" y="47"/>
                    <a:pt x="998" y="37"/>
                  </a:cubicBezTo>
                  <a:cubicBezTo>
                    <a:pt x="847" y="27"/>
                    <a:pt x="198" y="23"/>
                    <a:pt x="5" y="30"/>
                  </a:cubicBez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50" name="Freeform 409"/>
            <p:cNvSpPr>
              <a:spLocks noChangeAspect="1"/>
            </p:cNvSpPr>
            <p:nvPr/>
          </p:nvSpPr>
          <p:spPr>
            <a:xfrm rot="10443649" flipH="1" flipV="1">
              <a:off x="3457937" y="1571388"/>
              <a:ext cx="215900" cy="196850"/>
            </a:xfrm>
            <a:custGeom>
              <a:avLst/>
              <a:gdLst>
                <a:gd name="txL" fmla="*/ 0 w 1583"/>
                <a:gd name="txT" fmla="*/ 0 h 1442"/>
                <a:gd name="txR" fmla="*/ 1583 w 1583"/>
                <a:gd name="txB" fmla="*/ 1442 h 1442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583" h="1442">
                  <a:moveTo>
                    <a:pt x="64" y="1242"/>
                  </a:moveTo>
                  <a:cubicBezTo>
                    <a:pt x="96" y="1194"/>
                    <a:pt x="144" y="1146"/>
                    <a:pt x="176" y="1110"/>
                  </a:cubicBezTo>
                  <a:cubicBezTo>
                    <a:pt x="176" y="1110"/>
                    <a:pt x="232" y="1151"/>
                    <a:pt x="265" y="1190"/>
                  </a:cubicBezTo>
                  <a:cubicBezTo>
                    <a:pt x="230" y="1142"/>
                    <a:pt x="0" y="993"/>
                    <a:pt x="12" y="921"/>
                  </a:cubicBezTo>
                  <a:cubicBezTo>
                    <a:pt x="24" y="849"/>
                    <a:pt x="284" y="567"/>
                    <a:pt x="346" y="653"/>
                  </a:cubicBezTo>
                  <a:cubicBezTo>
                    <a:pt x="408" y="739"/>
                    <a:pt x="596" y="671"/>
                    <a:pt x="605" y="803"/>
                  </a:cubicBezTo>
                  <a:cubicBezTo>
                    <a:pt x="598" y="722"/>
                    <a:pt x="536" y="716"/>
                    <a:pt x="424" y="697"/>
                  </a:cubicBezTo>
                  <a:cubicBezTo>
                    <a:pt x="530" y="595"/>
                    <a:pt x="918" y="425"/>
                    <a:pt x="1230" y="212"/>
                  </a:cubicBezTo>
                  <a:cubicBezTo>
                    <a:pt x="1543" y="0"/>
                    <a:pt x="1583" y="104"/>
                    <a:pt x="1375" y="284"/>
                  </a:cubicBezTo>
                  <a:cubicBezTo>
                    <a:pt x="1166" y="465"/>
                    <a:pt x="1086" y="449"/>
                    <a:pt x="773" y="737"/>
                  </a:cubicBezTo>
                  <a:cubicBezTo>
                    <a:pt x="950" y="737"/>
                    <a:pt x="966" y="693"/>
                    <a:pt x="1014" y="765"/>
                  </a:cubicBezTo>
                  <a:cubicBezTo>
                    <a:pt x="1062" y="837"/>
                    <a:pt x="937" y="890"/>
                    <a:pt x="662" y="905"/>
                  </a:cubicBezTo>
                  <a:cubicBezTo>
                    <a:pt x="793" y="895"/>
                    <a:pt x="883" y="886"/>
                    <a:pt x="952" y="860"/>
                  </a:cubicBezTo>
                  <a:cubicBezTo>
                    <a:pt x="1152" y="1020"/>
                    <a:pt x="764" y="1084"/>
                    <a:pt x="641" y="1033"/>
                  </a:cubicBezTo>
                  <a:cubicBezTo>
                    <a:pt x="729" y="1066"/>
                    <a:pt x="907" y="1046"/>
                    <a:pt x="952" y="1010"/>
                  </a:cubicBezTo>
                  <a:cubicBezTo>
                    <a:pt x="1016" y="1054"/>
                    <a:pt x="974" y="1166"/>
                    <a:pt x="914" y="1174"/>
                  </a:cubicBezTo>
                  <a:cubicBezTo>
                    <a:pt x="854" y="1182"/>
                    <a:pt x="586" y="1271"/>
                    <a:pt x="622" y="1037"/>
                  </a:cubicBezTo>
                  <a:cubicBezTo>
                    <a:pt x="601" y="1180"/>
                    <a:pt x="694" y="1193"/>
                    <a:pt x="737" y="1198"/>
                  </a:cubicBezTo>
                  <a:cubicBezTo>
                    <a:pt x="617" y="1402"/>
                    <a:pt x="508" y="1374"/>
                    <a:pt x="320" y="1370"/>
                  </a:cubicBezTo>
                  <a:cubicBezTo>
                    <a:pt x="344" y="1342"/>
                    <a:pt x="362" y="1319"/>
                    <a:pt x="393" y="1278"/>
                  </a:cubicBezTo>
                  <a:cubicBezTo>
                    <a:pt x="329" y="1358"/>
                    <a:pt x="299" y="1402"/>
                    <a:pt x="260" y="1442"/>
                  </a:cubicBezTo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51" name="Freeform 410"/>
            <p:cNvSpPr>
              <a:spLocks noChangeAspect="1"/>
            </p:cNvSpPr>
            <p:nvPr/>
          </p:nvSpPr>
          <p:spPr>
            <a:xfrm rot="10443649" flipH="1" flipV="1">
              <a:off x="3507150" y="1676163"/>
              <a:ext cx="58738" cy="55563"/>
            </a:xfrm>
            <a:custGeom>
              <a:avLst/>
              <a:gdLst>
                <a:gd name="txL" fmla="*/ 0 w 432"/>
                <a:gd name="txT" fmla="*/ 0 h 413"/>
                <a:gd name="txR" fmla="*/ 432 w 432"/>
                <a:gd name="txB" fmla="*/ 413 h 413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0"/>
                </a:cxn>
              </a:cxnLst>
              <a:rect l="txL" t="txT" r="txR" b="txB"/>
              <a:pathLst>
                <a:path w="432" h="413">
                  <a:moveTo>
                    <a:pt x="32" y="413"/>
                  </a:moveTo>
                  <a:cubicBezTo>
                    <a:pt x="84" y="341"/>
                    <a:pt x="78" y="254"/>
                    <a:pt x="50" y="189"/>
                  </a:cubicBezTo>
                  <a:cubicBezTo>
                    <a:pt x="26" y="193"/>
                    <a:pt x="20" y="194"/>
                    <a:pt x="0" y="204"/>
                  </a:cubicBezTo>
                  <a:cubicBezTo>
                    <a:pt x="44" y="172"/>
                    <a:pt x="144" y="184"/>
                    <a:pt x="284" y="301"/>
                  </a:cubicBezTo>
                  <a:cubicBezTo>
                    <a:pt x="272" y="265"/>
                    <a:pt x="276" y="204"/>
                    <a:pt x="320" y="168"/>
                  </a:cubicBezTo>
                  <a:cubicBezTo>
                    <a:pt x="260" y="136"/>
                    <a:pt x="188" y="0"/>
                    <a:pt x="432" y="0"/>
                  </a:cubicBezTo>
                </a:path>
              </a:pathLst>
            </a:custGeom>
            <a:noFill/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52" name="Freeform 411"/>
            <p:cNvSpPr>
              <a:spLocks noChangeAspect="1"/>
            </p:cNvSpPr>
            <p:nvPr/>
          </p:nvSpPr>
          <p:spPr>
            <a:xfrm rot="10443649" flipH="1" flipV="1">
              <a:off x="3450329" y="1738058"/>
              <a:ext cx="61913" cy="68278"/>
            </a:xfrm>
            <a:custGeom>
              <a:avLst/>
              <a:gdLst>
                <a:gd name="txL" fmla="*/ 0 w 10000"/>
                <a:gd name="txT" fmla="*/ 0 h 11028"/>
                <a:gd name="txR" fmla="*/ 10000 w 10000"/>
                <a:gd name="txB" fmla="*/ 11028 h 11028"/>
              </a:gdLst>
              <a:ahLst/>
              <a:cxnLst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10000" h="11028">
                  <a:moveTo>
                    <a:pt x="0" y="2615"/>
                  </a:moveTo>
                  <a:lnTo>
                    <a:pt x="2516" y="0"/>
                  </a:lnTo>
                  <a:lnTo>
                    <a:pt x="10000" y="7758"/>
                  </a:lnTo>
                  <a:cubicBezTo>
                    <a:pt x="9125" y="8505"/>
                    <a:pt x="6984" y="10281"/>
                    <a:pt x="6109" y="11028"/>
                  </a:cubicBezTo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53" name="Freeform 412"/>
            <p:cNvSpPr>
              <a:spLocks noChangeAspect="1"/>
            </p:cNvSpPr>
            <p:nvPr/>
          </p:nvSpPr>
          <p:spPr>
            <a:xfrm rot="-10800000" flipH="1">
              <a:off x="3348064" y="1750158"/>
              <a:ext cx="153988" cy="112713"/>
            </a:xfrm>
            <a:custGeom>
              <a:avLst/>
              <a:gdLst>
                <a:gd name="txL" fmla="*/ 0 w 284"/>
                <a:gd name="txT" fmla="*/ 0 h 207"/>
                <a:gd name="txR" fmla="*/ 284 w 284"/>
                <a:gd name="txB" fmla="*/ 207 h 207"/>
              </a:gdLst>
              <a:ahLst/>
              <a:cxnLst>
                <a:cxn ang="0">
                  <a:pos x="2147483647" y="0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0" y="0"/>
                </a:cxn>
              </a:cxnLst>
              <a:rect l="txL" t="txT" r="txR" b="txB"/>
              <a:pathLst>
                <a:path w="284" h="207">
                  <a:moveTo>
                    <a:pt x="210" y="0"/>
                  </a:moveTo>
                  <a:lnTo>
                    <a:pt x="284" y="73"/>
                  </a:lnTo>
                  <a:cubicBezTo>
                    <a:pt x="284" y="73"/>
                    <a:pt x="230" y="150"/>
                    <a:pt x="175" y="207"/>
                  </a:cubicBezTo>
                  <a:cubicBezTo>
                    <a:pt x="135" y="141"/>
                    <a:pt x="109" y="120"/>
                    <a:pt x="81" y="85"/>
                  </a:cubicBezTo>
                  <a:cubicBezTo>
                    <a:pt x="52" y="52"/>
                    <a:pt x="17" y="18"/>
                    <a:pt x="0" y="0"/>
                  </a:cubicBezTo>
                </a:path>
              </a:pathLst>
            </a:custGeom>
            <a:solidFill>
              <a:schemeClr val="tx1">
                <a:alpha val="100000"/>
              </a:schemeClr>
            </a:solidFill>
            <a:ln w="31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" name="Text Box 74"/>
            <p:cNvSpPr txBox="1">
              <a:spLocks noChangeAspect="1" noChangeArrowheads="1"/>
            </p:cNvSpPr>
            <p:nvPr/>
          </p:nvSpPr>
          <p:spPr bwMode="auto">
            <a:xfrm>
              <a:off x="3299252" y="1943004"/>
              <a:ext cx="584513" cy="1381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144" tIns="0" rIns="9144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900" b="0" i="1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Superhero</a:t>
              </a:r>
              <a:endParaRPr kumimoji="0" lang="en-US" altLang="en-US" sz="9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" name="Group 14"/>
          <p:cNvGrpSpPr>
            <a:grpSpLocks noChangeAspect="1"/>
          </p:cNvGrpSpPr>
          <p:nvPr/>
        </p:nvGrpSpPr>
        <p:grpSpPr>
          <a:xfrm>
            <a:off x="8358854" y="5195872"/>
            <a:ext cx="662792" cy="1327166"/>
            <a:chOff x="2640472" y="1638610"/>
            <a:chExt cx="2465559" cy="4937007"/>
          </a:xfrm>
          <a:solidFill>
            <a:schemeClr val="bg1">
              <a:lumMod val="85000"/>
            </a:schemeClr>
          </a:solidFill>
        </p:grpSpPr>
        <p:sp>
          <p:nvSpPr>
            <p:cNvPr id="16" name="Freeform 15"/>
            <p:cNvSpPr/>
            <p:nvPr/>
          </p:nvSpPr>
          <p:spPr>
            <a:xfrm>
              <a:off x="2640472" y="1638610"/>
              <a:ext cx="2465559" cy="4937007"/>
            </a:xfrm>
            <a:custGeom>
              <a:avLst/>
              <a:gdLst>
                <a:gd name="connsiteX0" fmla="*/ 130629 w 2472613"/>
                <a:gd name="connsiteY0" fmla="*/ 503853 h 4879911"/>
                <a:gd name="connsiteX1" fmla="*/ 0 w 2472613"/>
                <a:gd name="connsiteY1" fmla="*/ 783772 h 4879911"/>
                <a:gd name="connsiteX2" fmla="*/ 37323 w 2472613"/>
                <a:gd name="connsiteY2" fmla="*/ 961053 h 4879911"/>
                <a:gd name="connsiteX3" fmla="*/ 251927 w 2472613"/>
                <a:gd name="connsiteY3" fmla="*/ 1707502 h 4879911"/>
                <a:gd name="connsiteX4" fmla="*/ 671804 w 2472613"/>
                <a:gd name="connsiteY4" fmla="*/ 1539551 h 4879911"/>
                <a:gd name="connsiteX5" fmla="*/ 961053 w 2472613"/>
                <a:gd name="connsiteY5" fmla="*/ 1707502 h 4879911"/>
                <a:gd name="connsiteX6" fmla="*/ 989045 w 2472613"/>
                <a:gd name="connsiteY6" fmla="*/ 1903445 h 4879911"/>
                <a:gd name="connsiteX7" fmla="*/ 961053 w 2472613"/>
                <a:gd name="connsiteY7" fmla="*/ 2071396 h 4879911"/>
                <a:gd name="connsiteX8" fmla="*/ 513184 w 2472613"/>
                <a:gd name="connsiteY8" fmla="*/ 2873829 h 4879911"/>
                <a:gd name="connsiteX9" fmla="*/ 494523 w 2472613"/>
                <a:gd name="connsiteY9" fmla="*/ 3312368 h 4879911"/>
                <a:gd name="connsiteX10" fmla="*/ 475861 w 2472613"/>
                <a:gd name="connsiteY10" fmla="*/ 4254760 h 4879911"/>
                <a:gd name="connsiteX11" fmla="*/ 401217 w 2472613"/>
                <a:gd name="connsiteY11" fmla="*/ 4758613 h 4879911"/>
                <a:gd name="connsiteX12" fmla="*/ 186613 w 2472613"/>
                <a:gd name="connsiteY12" fmla="*/ 4879911 h 4879911"/>
                <a:gd name="connsiteX13" fmla="*/ 597159 w 2472613"/>
                <a:gd name="connsiteY13" fmla="*/ 4777274 h 4879911"/>
                <a:gd name="connsiteX14" fmla="*/ 849086 w 2472613"/>
                <a:gd name="connsiteY14" fmla="*/ 4450702 h 4879911"/>
                <a:gd name="connsiteX15" fmla="*/ 746449 w 2472613"/>
                <a:gd name="connsiteY15" fmla="*/ 4180115 h 4879911"/>
                <a:gd name="connsiteX16" fmla="*/ 802433 w 2472613"/>
                <a:gd name="connsiteY16" fmla="*/ 3760237 h 4879911"/>
                <a:gd name="connsiteX17" fmla="*/ 877078 w 2472613"/>
                <a:gd name="connsiteY17" fmla="*/ 3088433 h 4879911"/>
                <a:gd name="connsiteX18" fmla="*/ 1343608 w 2472613"/>
                <a:gd name="connsiteY18" fmla="*/ 2668555 h 4879911"/>
                <a:gd name="connsiteX19" fmla="*/ 1502229 w 2472613"/>
                <a:gd name="connsiteY19" fmla="*/ 3433666 h 4879911"/>
                <a:gd name="connsiteX20" fmla="*/ 1175657 w 2472613"/>
                <a:gd name="connsiteY20" fmla="*/ 4161453 h 4879911"/>
                <a:gd name="connsiteX21" fmla="*/ 933061 w 2472613"/>
                <a:gd name="connsiteY21" fmla="*/ 4758613 h 4879911"/>
                <a:gd name="connsiteX22" fmla="*/ 1231641 w 2472613"/>
                <a:gd name="connsiteY22" fmla="*/ 4814596 h 4879911"/>
                <a:gd name="connsiteX23" fmla="*/ 1642188 w 2472613"/>
                <a:gd name="connsiteY23" fmla="*/ 4870580 h 4879911"/>
                <a:gd name="connsiteX24" fmla="*/ 1698172 w 2472613"/>
                <a:gd name="connsiteY24" fmla="*/ 4814596 h 4879911"/>
                <a:gd name="connsiteX25" fmla="*/ 1278294 w 2472613"/>
                <a:gd name="connsiteY25" fmla="*/ 4627984 h 4879911"/>
                <a:gd name="connsiteX26" fmla="*/ 1735494 w 2472613"/>
                <a:gd name="connsiteY26" fmla="*/ 3685592 h 4879911"/>
                <a:gd name="connsiteX27" fmla="*/ 1875453 w 2472613"/>
                <a:gd name="connsiteY27" fmla="*/ 3331029 h 4879911"/>
                <a:gd name="connsiteX28" fmla="*/ 1978090 w 2472613"/>
                <a:gd name="connsiteY28" fmla="*/ 2183364 h 4879911"/>
                <a:gd name="connsiteX29" fmla="*/ 1959429 w 2472613"/>
                <a:gd name="connsiteY29" fmla="*/ 1959429 h 4879911"/>
                <a:gd name="connsiteX30" fmla="*/ 2024743 w 2472613"/>
                <a:gd name="connsiteY30" fmla="*/ 1726164 h 4879911"/>
                <a:gd name="connsiteX31" fmla="*/ 2472613 w 2472613"/>
                <a:gd name="connsiteY31" fmla="*/ 998376 h 4879911"/>
                <a:gd name="connsiteX32" fmla="*/ 1931437 w 2472613"/>
                <a:gd name="connsiteY32" fmla="*/ 550506 h 4879911"/>
                <a:gd name="connsiteX33" fmla="*/ 1446245 w 2472613"/>
                <a:gd name="connsiteY33" fmla="*/ 410547 h 4879911"/>
                <a:gd name="connsiteX34" fmla="*/ 1054359 w 2472613"/>
                <a:gd name="connsiteY34" fmla="*/ 438539 h 4879911"/>
                <a:gd name="connsiteX35" fmla="*/ 1054359 w 2472613"/>
                <a:gd name="connsiteY35" fmla="*/ 223935 h 4879911"/>
                <a:gd name="connsiteX36" fmla="*/ 597159 w 2472613"/>
                <a:gd name="connsiteY36" fmla="*/ 0 h 4879911"/>
                <a:gd name="connsiteX37" fmla="*/ 475861 w 2472613"/>
                <a:gd name="connsiteY37" fmla="*/ 503853 h 4879911"/>
                <a:gd name="connsiteX38" fmla="*/ 606490 w 2472613"/>
                <a:gd name="connsiteY38" fmla="*/ 699796 h 4879911"/>
                <a:gd name="connsiteX39" fmla="*/ 317241 w 2472613"/>
                <a:gd name="connsiteY39" fmla="*/ 1073021 h 4879911"/>
                <a:gd name="connsiteX40" fmla="*/ 186613 w 2472613"/>
                <a:gd name="connsiteY40" fmla="*/ 830425 h 4879911"/>
                <a:gd name="connsiteX41" fmla="*/ 363894 w 2472613"/>
                <a:gd name="connsiteY41" fmla="*/ 625151 h 4879911"/>
                <a:gd name="connsiteX42" fmla="*/ 130629 w 2472613"/>
                <a:gd name="connsiteY42" fmla="*/ 503853 h 4879911"/>
                <a:gd name="connsiteX0-1" fmla="*/ 147298 w 2472613"/>
                <a:gd name="connsiteY0-2" fmla="*/ 530047 h 4879911"/>
                <a:gd name="connsiteX1-3" fmla="*/ 0 w 2472613"/>
                <a:gd name="connsiteY1-4" fmla="*/ 783772 h 4879911"/>
                <a:gd name="connsiteX2-5" fmla="*/ 37323 w 2472613"/>
                <a:gd name="connsiteY2-6" fmla="*/ 961053 h 4879911"/>
                <a:gd name="connsiteX3-7" fmla="*/ 251927 w 2472613"/>
                <a:gd name="connsiteY3-8" fmla="*/ 1707502 h 4879911"/>
                <a:gd name="connsiteX4-9" fmla="*/ 671804 w 2472613"/>
                <a:gd name="connsiteY4-10" fmla="*/ 1539551 h 4879911"/>
                <a:gd name="connsiteX5-11" fmla="*/ 961053 w 2472613"/>
                <a:gd name="connsiteY5-12" fmla="*/ 1707502 h 4879911"/>
                <a:gd name="connsiteX6-13" fmla="*/ 989045 w 2472613"/>
                <a:gd name="connsiteY6-14" fmla="*/ 1903445 h 4879911"/>
                <a:gd name="connsiteX7-15" fmla="*/ 961053 w 2472613"/>
                <a:gd name="connsiteY7-16" fmla="*/ 2071396 h 4879911"/>
                <a:gd name="connsiteX8-17" fmla="*/ 513184 w 2472613"/>
                <a:gd name="connsiteY8-18" fmla="*/ 2873829 h 4879911"/>
                <a:gd name="connsiteX9-19" fmla="*/ 494523 w 2472613"/>
                <a:gd name="connsiteY9-20" fmla="*/ 3312368 h 4879911"/>
                <a:gd name="connsiteX10-21" fmla="*/ 475861 w 2472613"/>
                <a:gd name="connsiteY10-22" fmla="*/ 4254760 h 4879911"/>
                <a:gd name="connsiteX11-23" fmla="*/ 401217 w 2472613"/>
                <a:gd name="connsiteY11-24" fmla="*/ 4758613 h 4879911"/>
                <a:gd name="connsiteX12-25" fmla="*/ 186613 w 2472613"/>
                <a:gd name="connsiteY12-26" fmla="*/ 4879911 h 4879911"/>
                <a:gd name="connsiteX13-27" fmla="*/ 597159 w 2472613"/>
                <a:gd name="connsiteY13-28" fmla="*/ 4777274 h 4879911"/>
                <a:gd name="connsiteX14-29" fmla="*/ 849086 w 2472613"/>
                <a:gd name="connsiteY14-30" fmla="*/ 4450702 h 4879911"/>
                <a:gd name="connsiteX15-31" fmla="*/ 746449 w 2472613"/>
                <a:gd name="connsiteY15-32" fmla="*/ 4180115 h 4879911"/>
                <a:gd name="connsiteX16-33" fmla="*/ 802433 w 2472613"/>
                <a:gd name="connsiteY16-34" fmla="*/ 3760237 h 4879911"/>
                <a:gd name="connsiteX17-35" fmla="*/ 877078 w 2472613"/>
                <a:gd name="connsiteY17-36" fmla="*/ 3088433 h 4879911"/>
                <a:gd name="connsiteX18-37" fmla="*/ 1343608 w 2472613"/>
                <a:gd name="connsiteY18-38" fmla="*/ 2668555 h 4879911"/>
                <a:gd name="connsiteX19-39" fmla="*/ 1502229 w 2472613"/>
                <a:gd name="connsiteY19-40" fmla="*/ 3433666 h 4879911"/>
                <a:gd name="connsiteX20-41" fmla="*/ 1175657 w 2472613"/>
                <a:gd name="connsiteY20-42" fmla="*/ 4161453 h 4879911"/>
                <a:gd name="connsiteX21-43" fmla="*/ 933061 w 2472613"/>
                <a:gd name="connsiteY21-44" fmla="*/ 4758613 h 4879911"/>
                <a:gd name="connsiteX22-45" fmla="*/ 1231641 w 2472613"/>
                <a:gd name="connsiteY22-46" fmla="*/ 4814596 h 4879911"/>
                <a:gd name="connsiteX23-47" fmla="*/ 1642188 w 2472613"/>
                <a:gd name="connsiteY23-48" fmla="*/ 4870580 h 4879911"/>
                <a:gd name="connsiteX24-49" fmla="*/ 1698172 w 2472613"/>
                <a:gd name="connsiteY24-50" fmla="*/ 4814596 h 4879911"/>
                <a:gd name="connsiteX25-51" fmla="*/ 1278294 w 2472613"/>
                <a:gd name="connsiteY25-52" fmla="*/ 4627984 h 4879911"/>
                <a:gd name="connsiteX26-53" fmla="*/ 1735494 w 2472613"/>
                <a:gd name="connsiteY26-54" fmla="*/ 3685592 h 4879911"/>
                <a:gd name="connsiteX27-55" fmla="*/ 1875453 w 2472613"/>
                <a:gd name="connsiteY27-56" fmla="*/ 3331029 h 4879911"/>
                <a:gd name="connsiteX28-57" fmla="*/ 1978090 w 2472613"/>
                <a:gd name="connsiteY28-58" fmla="*/ 2183364 h 4879911"/>
                <a:gd name="connsiteX29-59" fmla="*/ 1959429 w 2472613"/>
                <a:gd name="connsiteY29-60" fmla="*/ 1959429 h 4879911"/>
                <a:gd name="connsiteX30-61" fmla="*/ 2024743 w 2472613"/>
                <a:gd name="connsiteY30-62" fmla="*/ 1726164 h 4879911"/>
                <a:gd name="connsiteX31-63" fmla="*/ 2472613 w 2472613"/>
                <a:gd name="connsiteY31-64" fmla="*/ 998376 h 4879911"/>
                <a:gd name="connsiteX32-65" fmla="*/ 1931437 w 2472613"/>
                <a:gd name="connsiteY32-66" fmla="*/ 550506 h 4879911"/>
                <a:gd name="connsiteX33-67" fmla="*/ 1446245 w 2472613"/>
                <a:gd name="connsiteY33-68" fmla="*/ 410547 h 4879911"/>
                <a:gd name="connsiteX34-69" fmla="*/ 1054359 w 2472613"/>
                <a:gd name="connsiteY34-70" fmla="*/ 438539 h 4879911"/>
                <a:gd name="connsiteX35-71" fmla="*/ 1054359 w 2472613"/>
                <a:gd name="connsiteY35-72" fmla="*/ 223935 h 4879911"/>
                <a:gd name="connsiteX36-73" fmla="*/ 597159 w 2472613"/>
                <a:gd name="connsiteY36-74" fmla="*/ 0 h 4879911"/>
                <a:gd name="connsiteX37-75" fmla="*/ 475861 w 2472613"/>
                <a:gd name="connsiteY37-76" fmla="*/ 503853 h 4879911"/>
                <a:gd name="connsiteX38-77" fmla="*/ 606490 w 2472613"/>
                <a:gd name="connsiteY38-78" fmla="*/ 699796 h 4879911"/>
                <a:gd name="connsiteX39-79" fmla="*/ 317241 w 2472613"/>
                <a:gd name="connsiteY39-80" fmla="*/ 1073021 h 4879911"/>
                <a:gd name="connsiteX40-81" fmla="*/ 186613 w 2472613"/>
                <a:gd name="connsiteY40-82" fmla="*/ 830425 h 4879911"/>
                <a:gd name="connsiteX41-83" fmla="*/ 363894 w 2472613"/>
                <a:gd name="connsiteY41-84" fmla="*/ 625151 h 4879911"/>
                <a:gd name="connsiteX42-85" fmla="*/ 147298 w 2472613"/>
                <a:gd name="connsiteY42-86" fmla="*/ 530047 h 4879911"/>
                <a:gd name="connsiteX0-87" fmla="*/ 147298 w 2472613"/>
                <a:gd name="connsiteY0-88" fmla="*/ 530047 h 4879911"/>
                <a:gd name="connsiteX1-89" fmla="*/ 0 w 2472613"/>
                <a:gd name="connsiteY1-90" fmla="*/ 783772 h 4879911"/>
                <a:gd name="connsiteX2-91" fmla="*/ 37323 w 2472613"/>
                <a:gd name="connsiteY2-92" fmla="*/ 961053 h 4879911"/>
                <a:gd name="connsiteX3-93" fmla="*/ 251927 w 2472613"/>
                <a:gd name="connsiteY3-94" fmla="*/ 1707502 h 4879911"/>
                <a:gd name="connsiteX4-95" fmla="*/ 671804 w 2472613"/>
                <a:gd name="connsiteY4-96" fmla="*/ 1539551 h 4879911"/>
                <a:gd name="connsiteX5-97" fmla="*/ 961053 w 2472613"/>
                <a:gd name="connsiteY5-98" fmla="*/ 1707502 h 4879911"/>
                <a:gd name="connsiteX6-99" fmla="*/ 989045 w 2472613"/>
                <a:gd name="connsiteY6-100" fmla="*/ 1903445 h 4879911"/>
                <a:gd name="connsiteX7-101" fmla="*/ 961053 w 2472613"/>
                <a:gd name="connsiteY7-102" fmla="*/ 2071396 h 4879911"/>
                <a:gd name="connsiteX8-103" fmla="*/ 513184 w 2472613"/>
                <a:gd name="connsiteY8-104" fmla="*/ 2873829 h 4879911"/>
                <a:gd name="connsiteX9-105" fmla="*/ 494523 w 2472613"/>
                <a:gd name="connsiteY9-106" fmla="*/ 3312368 h 4879911"/>
                <a:gd name="connsiteX10-107" fmla="*/ 475861 w 2472613"/>
                <a:gd name="connsiteY10-108" fmla="*/ 4254760 h 4879911"/>
                <a:gd name="connsiteX11-109" fmla="*/ 401217 w 2472613"/>
                <a:gd name="connsiteY11-110" fmla="*/ 4758613 h 4879911"/>
                <a:gd name="connsiteX12-111" fmla="*/ 186613 w 2472613"/>
                <a:gd name="connsiteY12-112" fmla="*/ 4879911 h 4879911"/>
                <a:gd name="connsiteX13-113" fmla="*/ 597159 w 2472613"/>
                <a:gd name="connsiteY13-114" fmla="*/ 4777274 h 4879911"/>
                <a:gd name="connsiteX14-115" fmla="*/ 849086 w 2472613"/>
                <a:gd name="connsiteY14-116" fmla="*/ 4450702 h 4879911"/>
                <a:gd name="connsiteX15-117" fmla="*/ 746449 w 2472613"/>
                <a:gd name="connsiteY15-118" fmla="*/ 4180115 h 4879911"/>
                <a:gd name="connsiteX16-119" fmla="*/ 802433 w 2472613"/>
                <a:gd name="connsiteY16-120" fmla="*/ 3760237 h 4879911"/>
                <a:gd name="connsiteX17-121" fmla="*/ 877078 w 2472613"/>
                <a:gd name="connsiteY17-122" fmla="*/ 3088433 h 4879911"/>
                <a:gd name="connsiteX18-123" fmla="*/ 1343608 w 2472613"/>
                <a:gd name="connsiteY18-124" fmla="*/ 2668555 h 4879911"/>
                <a:gd name="connsiteX19-125" fmla="*/ 1502229 w 2472613"/>
                <a:gd name="connsiteY19-126" fmla="*/ 3433666 h 4879911"/>
                <a:gd name="connsiteX20-127" fmla="*/ 1175657 w 2472613"/>
                <a:gd name="connsiteY20-128" fmla="*/ 4161453 h 4879911"/>
                <a:gd name="connsiteX21-129" fmla="*/ 933061 w 2472613"/>
                <a:gd name="connsiteY21-130" fmla="*/ 4758613 h 4879911"/>
                <a:gd name="connsiteX22-131" fmla="*/ 1231641 w 2472613"/>
                <a:gd name="connsiteY22-132" fmla="*/ 4814596 h 4879911"/>
                <a:gd name="connsiteX23-133" fmla="*/ 1642188 w 2472613"/>
                <a:gd name="connsiteY23-134" fmla="*/ 4870580 h 4879911"/>
                <a:gd name="connsiteX24-135" fmla="*/ 1698172 w 2472613"/>
                <a:gd name="connsiteY24-136" fmla="*/ 4814596 h 4879911"/>
                <a:gd name="connsiteX25-137" fmla="*/ 1278294 w 2472613"/>
                <a:gd name="connsiteY25-138" fmla="*/ 4627984 h 4879911"/>
                <a:gd name="connsiteX26-139" fmla="*/ 1735494 w 2472613"/>
                <a:gd name="connsiteY26-140" fmla="*/ 3685592 h 4879911"/>
                <a:gd name="connsiteX27-141" fmla="*/ 1875453 w 2472613"/>
                <a:gd name="connsiteY27-142" fmla="*/ 3331029 h 4879911"/>
                <a:gd name="connsiteX28-143" fmla="*/ 1978090 w 2472613"/>
                <a:gd name="connsiteY28-144" fmla="*/ 2183364 h 4879911"/>
                <a:gd name="connsiteX29-145" fmla="*/ 1959429 w 2472613"/>
                <a:gd name="connsiteY29-146" fmla="*/ 1959429 h 4879911"/>
                <a:gd name="connsiteX30-147" fmla="*/ 2024743 w 2472613"/>
                <a:gd name="connsiteY30-148" fmla="*/ 1726164 h 4879911"/>
                <a:gd name="connsiteX31-149" fmla="*/ 2472613 w 2472613"/>
                <a:gd name="connsiteY31-150" fmla="*/ 998376 h 4879911"/>
                <a:gd name="connsiteX32-151" fmla="*/ 1931437 w 2472613"/>
                <a:gd name="connsiteY32-152" fmla="*/ 550506 h 4879911"/>
                <a:gd name="connsiteX33-153" fmla="*/ 1446245 w 2472613"/>
                <a:gd name="connsiteY33-154" fmla="*/ 410547 h 4879911"/>
                <a:gd name="connsiteX34-155" fmla="*/ 1054359 w 2472613"/>
                <a:gd name="connsiteY34-156" fmla="*/ 438539 h 4879911"/>
                <a:gd name="connsiteX35-157" fmla="*/ 1054359 w 2472613"/>
                <a:gd name="connsiteY35-158" fmla="*/ 223935 h 4879911"/>
                <a:gd name="connsiteX36-159" fmla="*/ 597159 w 2472613"/>
                <a:gd name="connsiteY36-160" fmla="*/ 0 h 4879911"/>
                <a:gd name="connsiteX37-161" fmla="*/ 475861 w 2472613"/>
                <a:gd name="connsiteY37-162" fmla="*/ 503853 h 4879911"/>
                <a:gd name="connsiteX38-163" fmla="*/ 606490 w 2472613"/>
                <a:gd name="connsiteY38-164" fmla="*/ 699796 h 4879911"/>
                <a:gd name="connsiteX39-165" fmla="*/ 317241 w 2472613"/>
                <a:gd name="connsiteY39-166" fmla="*/ 1073021 h 4879911"/>
                <a:gd name="connsiteX40-167" fmla="*/ 186613 w 2472613"/>
                <a:gd name="connsiteY40-168" fmla="*/ 830425 h 4879911"/>
                <a:gd name="connsiteX41-169" fmla="*/ 363894 w 2472613"/>
                <a:gd name="connsiteY41-170" fmla="*/ 625151 h 4879911"/>
                <a:gd name="connsiteX42-171" fmla="*/ 147298 w 2472613"/>
                <a:gd name="connsiteY42-172" fmla="*/ 530047 h 4879911"/>
                <a:gd name="connsiteX0-173" fmla="*/ 147298 w 2472613"/>
                <a:gd name="connsiteY0-174" fmla="*/ 530047 h 4879911"/>
                <a:gd name="connsiteX1-175" fmla="*/ 0 w 2472613"/>
                <a:gd name="connsiteY1-176" fmla="*/ 783772 h 4879911"/>
                <a:gd name="connsiteX2-177" fmla="*/ 37323 w 2472613"/>
                <a:gd name="connsiteY2-178" fmla="*/ 961053 h 4879911"/>
                <a:gd name="connsiteX3-179" fmla="*/ 251927 w 2472613"/>
                <a:gd name="connsiteY3-180" fmla="*/ 1707502 h 4879911"/>
                <a:gd name="connsiteX4-181" fmla="*/ 671804 w 2472613"/>
                <a:gd name="connsiteY4-182" fmla="*/ 1539551 h 4879911"/>
                <a:gd name="connsiteX5-183" fmla="*/ 961053 w 2472613"/>
                <a:gd name="connsiteY5-184" fmla="*/ 1707502 h 4879911"/>
                <a:gd name="connsiteX6-185" fmla="*/ 989045 w 2472613"/>
                <a:gd name="connsiteY6-186" fmla="*/ 1903445 h 4879911"/>
                <a:gd name="connsiteX7-187" fmla="*/ 961053 w 2472613"/>
                <a:gd name="connsiteY7-188" fmla="*/ 2071396 h 4879911"/>
                <a:gd name="connsiteX8-189" fmla="*/ 513184 w 2472613"/>
                <a:gd name="connsiteY8-190" fmla="*/ 2873829 h 4879911"/>
                <a:gd name="connsiteX9-191" fmla="*/ 494523 w 2472613"/>
                <a:gd name="connsiteY9-192" fmla="*/ 3312368 h 4879911"/>
                <a:gd name="connsiteX10-193" fmla="*/ 475861 w 2472613"/>
                <a:gd name="connsiteY10-194" fmla="*/ 4254760 h 4879911"/>
                <a:gd name="connsiteX11-195" fmla="*/ 401217 w 2472613"/>
                <a:gd name="connsiteY11-196" fmla="*/ 4758613 h 4879911"/>
                <a:gd name="connsiteX12-197" fmla="*/ 186613 w 2472613"/>
                <a:gd name="connsiteY12-198" fmla="*/ 4879911 h 4879911"/>
                <a:gd name="connsiteX13-199" fmla="*/ 597159 w 2472613"/>
                <a:gd name="connsiteY13-200" fmla="*/ 4777274 h 4879911"/>
                <a:gd name="connsiteX14-201" fmla="*/ 849086 w 2472613"/>
                <a:gd name="connsiteY14-202" fmla="*/ 4450702 h 4879911"/>
                <a:gd name="connsiteX15-203" fmla="*/ 746449 w 2472613"/>
                <a:gd name="connsiteY15-204" fmla="*/ 4180115 h 4879911"/>
                <a:gd name="connsiteX16-205" fmla="*/ 802433 w 2472613"/>
                <a:gd name="connsiteY16-206" fmla="*/ 3760237 h 4879911"/>
                <a:gd name="connsiteX17-207" fmla="*/ 877078 w 2472613"/>
                <a:gd name="connsiteY17-208" fmla="*/ 3088433 h 4879911"/>
                <a:gd name="connsiteX18-209" fmla="*/ 1343608 w 2472613"/>
                <a:gd name="connsiteY18-210" fmla="*/ 2668555 h 4879911"/>
                <a:gd name="connsiteX19-211" fmla="*/ 1502229 w 2472613"/>
                <a:gd name="connsiteY19-212" fmla="*/ 3433666 h 4879911"/>
                <a:gd name="connsiteX20-213" fmla="*/ 1175657 w 2472613"/>
                <a:gd name="connsiteY20-214" fmla="*/ 4161453 h 4879911"/>
                <a:gd name="connsiteX21-215" fmla="*/ 933061 w 2472613"/>
                <a:gd name="connsiteY21-216" fmla="*/ 4758613 h 4879911"/>
                <a:gd name="connsiteX22-217" fmla="*/ 1231641 w 2472613"/>
                <a:gd name="connsiteY22-218" fmla="*/ 4814596 h 4879911"/>
                <a:gd name="connsiteX23-219" fmla="*/ 1642188 w 2472613"/>
                <a:gd name="connsiteY23-220" fmla="*/ 4870580 h 4879911"/>
                <a:gd name="connsiteX24-221" fmla="*/ 1698172 w 2472613"/>
                <a:gd name="connsiteY24-222" fmla="*/ 4814596 h 4879911"/>
                <a:gd name="connsiteX25-223" fmla="*/ 1278294 w 2472613"/>
                <a:gd name="connsiteY25-224" fmla="*/ 4627984 h 4879911"/>
                <a:gd name="connsiteX26-225" fmla="*/ 1735494 w 2472613"/>
                <a:gd name="connsiteY26-226" fmla="*/ 3685592 h 4879911"/>
                <a:gd name="connsiteX27-227" fmla="*/ 1875453 w 2472613"/>
                <a:gd name="connsiteY27-228" fmla="*/ 3331029 h 4879911"/>
                <a:gd name="connsiteX28-229" fmla="*/ 1978090 w 2472613"/>
                <a:gd name="connsiteY28-230" fmla="*/ 2183364 h 4879911"/>
                <a:gd name="connsiteX29-231" fmla="*/ 1959429 w 2472613"/>
                <a:gd name="connsiteY29-232" fmla="*/ 1959429 h 4879911"/>
                <a:gd name="connsiteX30-233" fmla="*/ 2024743 w 2472613"/>
                <a:gd name="connsiteY30-234" fmla="*/ 1726164 h 4879911"/>
                <a:gd name="connsiteX31-235" fmla="*/ 2472613 w 2472613"/>
                <a:gd name="connsiteY31-236" fmla="*/ 998376 h 4879911"/>
                <a:gd name="connsiteX32-237" fmla="*/ 1931437 w 2472613"/>
                <a:gd name="connsiteY32-238" fmla="*/ 550506 h 4879911"/>
                <a:gd name="connsiteX33-239" fmla="*/ 1446245 w 2472613"/>
                <a:gd name="connsiteY33-240" fmla="*/ 410547 h 4879911"/>
                <a:gd name="connsiteX34-241" fmla="*/ 1054359 w 2472613"/>
                <a:gd name="connsiteY34-242" fmla="*/ 438539 h 4879911"/>
                <a:gd name="connsiteX35-243" fmla="*/ 1054359 w 2472613"/>
                <a:gd name="connsiteY35-244" fmla="*/ 223935 h 4879911"/>
                <a:gd name="connsiteX36-245" fmla="*/ 597159 w 2472613"/>
                <a:gd name="connsiteY36-246" fmla="*/ 0 h 4879911"/>
                <a:gd name="connsiteX37-247" fmla="*/ 475861 w 2472613"/>
                <a:gd name="connsiteY37-248" fmla="*/ 503853 h 4879911"/>
                <a:gd name="connsiteX38-249" fmla="*/ 606490 w 2472613"/>
                <a:gd name="connsiteY38-250" fmla="*/ 699796 h 4879911"/>
                <a:gd name="connsiteX39-251" fmla="*/ 317241 w 2472613"/>
                <a:gd name="connsiteY39-252" fmla="*/ 1073021 h 4879911"/>
                <a:gd name="connsiteX40-253" fmla="*/ 188994 w 2472613"/>
                <a:gd name="connsiteY40-254" fmla="*/ 839950 h 4879911"/>
                <a:gd name="connsiteX41-255" fmla="*/ 363894 w 2472613"/>
                <a:gd name="connsiteY41-256" fmla="*/ 625151 h 4879911"/>
                <a:gd name="connsiteX42-257" fmla="*/ 147298 w 2472613"/>
                <a:gd name="connsiteY42-258" fmla="*/ 530047 h 4879911"/>
                <a:gd name="connsiteX0-259" fmla="*/ 147298 w 2472613"/>
                <a:gd name="connsiteY0-260" fmla="*/ 530047 h 4879911"/>
                <a:gd name="connsiteX1-261" fmla="*/ 0 w 2472613"/>
                <a:gd name="connsiteY1-262" fmla="*/ 783772 h 4879911"/>
                <a:gd name="connsiteX2-263" fmla="*/ 37323 w 2472613"/>
                <a:gd name="connsiteY2-264" fmla="*/ 961053 h 4879911"/>
                <a:gd name="connsiteX3-265" fmla="*/ 251927 w 2472613"/>
                <a:gd name="connsiteY3-266" fmla="*/ 1707502 h 4879911"/>
                <a:gd name="connsiteX4-267" fmla="*/ 671804 w 2472613"/>
                <a:gd name="connsiteY4-268" fmla="*/ 1539551 h 4879911"/>
                <a:gd name="connsiteX5-269" fmla="*/ 961053 w 2472613"/>
                <a:gd name="connsiteY5-270" fmla="*/ 1707502 h 4879911"/>
                <a:gd name="connsiteX6-271" fmla="*/ 989045 w 2472613"/>
                <a:gd name="connsiteY6-272" fmla="*/ 1903445 h 4879911"/>
                <a:gd name="connsiteX7-273" fmla="*/ 961053 w 2472613"/>
                <a:gd name="connsiteY7-274" fmla="*/ 2071396 h 4879911"/>
                <a:gd name="connsiteX8-275" fmla="*/ 513184 w 2472613"/>
                <a:gd name="connsiteY8-276" fmla="*/ 2873829 h 4879911"/>
                <a:gd name="connsiteX9-277" fmla="*/ 494523 w 2472613"/>
                <a:gd name="connsiteY9-278" fmla="*/ 3312368 h 4879911"/>
                <a:gd name="connsiteX10-279" fmla="*/ 475861 w 2472613"/>
                <a:gd name="connsiteY10-280" fmla="*/ 4254760 h 4879911"/>
                <a:gd name="connsiteX11-281" fmla="*/ 401217 w 2472613"/>
                <a:gd name="connsiteY11-282" fmla="*/ 4758613 h 4879911"/>
                <a:gd name="connsiteX12-283" fmla="*/ 186613 w 2472613"/>
                <a:gd name="connsiteY12-284" fmla="*/ 4879911 h 4879911"/>
                <a:gd name="connsiteX13-285" fmla="*/ 597159 w 2472613"/>
                <a:gd name="connsiteY13-286" fmla="*/ 4777274 h 4879911"/>
                <a:gd name="connsiteX14-287" fmla="*/ 849086 w 2472613"/>
                <a:gd name="connsiteY14-288" fmla="*/ 4450702 h 4879911"/>
                <a:gd name="connsiteX15-289" fmla="*/ 746449 w 2472613"/>
                <a:gd name="connsiteY15-290" fmla="*/ 4180115 h 4879911"/>
                <a:gd name="connsiteX16-291" fmla="*/ 802433 w 2472613"/>
                <a:gd name="connsiteY16-292" fmla="*/ 3760237 h 4879911"/>
                <a:gd name="connsiteX17-293" fmla="*/ 877078 w 2472613"/>
                <a:gd name="connsiteY17-294" fmla="*/ 3088433 h 4879911"/>
                <a:gd name="connsiteX18-295" fmla="*/ 1343608 w 2472613"/>
                <a:gd name="connsiteY18-296" fmla="*/ 2668555 h 4879911"/>
                <a:gd name="connsiteX19-297" fmla="*/ 1502229 w 2472613"/>
                <a:gd name="connsiteY19-298" fmla="*/ 3433666 h 4879911"/>
                <a:gd name="connsiteX20-299" fmla="*/ 1175657 w 2472613"/>
                <a:gd name="connsiteY20-300" fmla="*/ 4161453 h 4879911"/>
                <a:gd name="connsiteX21-301" fmla="*/ 933061 w 2472613"/>
                <a:gd name="connsiteY21-302" fmla="*/ 4758613 h 4879911"/>
                <a:gd name="connsiteX22-303" fmla="*/ 1231641 w 2472613"/>
                <a:gd name="connsiteY22-304" fmla="*/ 4814596 h 4879911"/>
                <a:gd name="connsiteX23-305" fmla="*/ 1642188 w 2472613"/>
                <a:gd name="connsiteY23-306" fmla="*/ 4870580 h 4879911"/>
                <a:gd name="connsiteX24-307" fmla="*/ 1698172 w 2472613"/>
                <a:gd name="connsiteY24-308" fmla="*/ 4814596 h 4879911"/>
                <a:gd name="connsiteX25-309" fmla="*/ 1278294 w 2472613"/>
                <a:gd name="connsiteY25-310" fmla="*/ 4627984 h 4879911"/>
                <a:gd name="connsiteX26-311" fmla="*/ 1735494 w 2472613"/>
                <a:gd name="connsiteY26-312" fmla="*/ 3685592 h 4879911"/>
                <a:gd name="connsiteX27-313" fmla="*/ 1875453 w 2472613"/>
                <a:gd name="connsiteY27-314" fmla="*/ 3331029 h 4879911"/>
                <a:gd name="connsiteX28-315" fmla="*/ 1978090 w 2472613"/>
                <a:gd name="connsiteY28-316" fmla="*/ 2183364 h 4879911"/>
                <a:gd name="connsiteX29-317" fmla="*/ 1959429 w 2472613"/>
                <a:gd name="connsiteY29-318" fmla="*/ 1959429 h 4879911"/>
                <a:gd name="connsiteX30-319" fmla="*/ 2024743 w 2472613"/>
                <a:gd name="connsiteY30-320" fmla="*/ 1726164 h 4879911"/>
                <a:gd name="connsiteX31-321" fmla="*/ 2472613 w 2472613"/>
                <a:gd name="connsiteY31-322" fmla="*/ 998376 h 4879911"/>
                <a:gd name="connsiteX32-323" fmla="*/ 1931437 w 2472613"/>
                <a:gd name="connsiteY32-324" fmla="*/ 550506 h 4879911"/>
                <a:gd name="connsiteX33-325" fmla="*/ 1446245 w 2472613"/>
                <a:gd name="connsiteY33-326" fmla="*/ 410547 h 4879911"/>
                <a:gd name="connsiteX34-327" fmla="*/ 1054359 w 2472613"/>
                <a:gd name="connsiteY34-328" fmla="*/ 438539 h 4879911"/>
                <a:gd name="connsiteX35-329" fmla="*/ 1054359 w 2472613"/>
                <a:gd name="connsiteY35-330" fmla="*/ 223935 h 4879911"/>
                <a:gd name="connsiteX36-331" fmla="*/ 597159 w 2472613"/>
                <a:gd name="connsiteY36-332" fmla="*/ 0 h 4879911"/>
                <a:gd name="connsiteX37-333" fmla="*/ 475861 w 2472613"/>
                <a:gd name="connsiteY37-334" fmla="*/ 503853 h 4879911"/>
                <a:gd name="connsiteX38-335" fmla="*/ 606490 w 2472613"/>
                <a:gd name="connsiteY38-336" fmla="*/ 699796 h 4879911"/>
                <a:gd name="connsiteX39-337" fmla="*/ 317241 w 2472613"/>
                <a:gd name="connsiteY39-338" fmla="*/ 1073021 h 4879911"/>
                <a:gd name="connsiteX40-339" fmla="*/ 188994 w 2472613"/>
                <a:gd name="connsiteY40-340" fmla="*/ 839950 h 4879911"/>
                <a:gd name="connsiteX41-341" fmla="*/ 363894 w 2472613"/>
                <a:gd name="connsiteY41-342" fmla="*/ 625151 h 4879911"/>
                <a:gd name="connsiteX42-343" fmla="*/ 147298 w 2472613"/>
                <a:gd name="connsiteY42-344" fmla="*/ 530047 h 4879911"/>
                <a:gd name="connsiteX0-345" fmla="*/ 147298 w 2472613"/>
                <a:gd name="connsiteY0-346" fmla="*/ 530047 h 4879911"/>
                <a:gd name="connsiteX1-347" fmla="*/ 0 w 2472613"/>
                <a:gd name="connsiteY1-348" fmla="*/ 783772 h 4879911"/>
                <a:gd name="connsiteX2-349" fmla="*/ 37323 w 2472613"/>
                <a:gd name="connsiteY2-350" fmla="*/ 961053 h 4879911"/>
                <a:gd name="connsiteX3-351" fmla="*/ 251927 w 2472613"/>
                <a:gd name="connsiteY3-352" fmla="*/ 1707502 h 4879911"/>
                <a:gd name="connsiteX4-353" fmla="*/ 671804 w 2472613"/>
                <a:gd name="connsiteY4-354" fmla="*/ 1539551 h 4879911"/>
                <a:gd name="connsiteX5-355" fmla="*/ 961053 w 2472613"/>
                <a:gd name="connsiteY5-356" fmla="*/ 1707502 h 4879911"/>
                <a:gd name="connsiteX6-357" fmla="*/ 989045 w 2472613"/>
                <a:gd name="connsiteY6-358" fmla="*/ 1903445 h 4879911"/>
                <a:gd name="connsiteX7-359" fmla="*/ 961053 w 2472613"/>
                <a:gd name="connsiteY7-360" fmla="*/ 2071396 h 4879911"/>
                <a:gd name="connsiteX8-361" fmla="*/ 513184 w 2472613"/>
                <a:gd name="connsiteY8-362" fmla="*/ 2873829 h 4879911"/>
                <a:gd name="connsiteX9-363" fmla="*/ 494523 w 2472613"/>
                <a:gd name="connsiteY9-364" fmla="*/ 3312368 h 4879911"/>
                <a:gd name="connsiteX10-365" fmla="*/ 475861 w 2472613"/>
                <a:gd name="connsiteY10-366" fmla="*/ 4254760 h 4879911"/>
                <a:gd name="connsiteX11-367" fmla="*/ 401217 w 2472613"/>
                <a:gd name="connsiteY11-368" fmla="*/ 4758613 h 4879911"/>
                <a:gd name="connsiteX12-369" fmla="*/ 186613 w 2472613"/>
                <a:gd name="connsiteY12-370" fmla="*/ 4879911 h 4879911"/>
                <a:gd name="connsiteX13-371" fmla="*/ 597159 w 2472613"/>
                <a:gd name="connsiteY13-372" fmla="*/ 4777274 h 4879911"/>
                <a:gd name="connsiteX14-373" fmla="*/ 849086 w 2472613"/>
                <a:gd name="connsiteY14-374" fmla="*/ 4450702 h 4879911"/>
                <a:gd name="connsiteX15-375" fmla="*/ 746449 w 2472613"/>
                <a:gd name="connsiteY15-376" fmla="*/ 4180115 h 4879911"/>
                <a:gd name="connsiteX16-377" fmla="*/ 802433 w 2472613"/>
                <a:gd name="connsiteY16-378" fmla="*/ 3760237 h 4879911"/>
                <a:gd name="connsiteX17-379" fmla="*/ 877078 w 2472613"/>
                <a:gd name="connsiteY17-380" fmla="*/ 3088433 h 4879911"/>
                <a:gd name="connsiteX18-381" fmla="*/ 1343608 w 2472613"/>
                <a:gd name="connsiteY18-382" fmla="*/ 2668555 h 4879911"/>
                <a:gd name="connsiteX19-383" fmla="*/ 1502229 w 2472613"/>
                <a:gd name="connsiteY19-384" fmla="*/ 3433666 h 4879911"/>
                <a:gd name="connsiteX20-385" fmla="*/ 1175657 w 2472613"/>
                <a:gd name="connsiteY20-386" fmla="*/ 4161453 h 4879911"/>
                <a:gd name="connsiteX21-387" fmla="*/ 933061 w 2472613"/>
                <a:gd name="connsiteY21-388" fmla="*/ 4758613 h 4879911"/>
                <a:gd name="connsiteX22-389" fmla="*/ 1231641 w 2472613"/>
                <a:gd name="connsiteY22-390" fmla="*/ 4814596 h 4879911"/>
                <a:gd name="connsiteX23-391" fmla="*/ 1642188 w 2472613"/>
                <a:gd name="connsiteY23-392" fmla="*/ 4870580 h 4879911"/>
                <a:gd name="connsiteX24-393" fmla="*/ 1698172 w 2472613"/>
                <a:gd name="connsiteY24-394" fmla="*/ 4814596 h 4879911"/>
                <a:gd name="connsiteX25-395" fmla="*/ 1278294 w 2472613"/>
                <a:gd name="connsiteY25-396" fmla="*/ 4627984 h 4879911"/>
                <a:gd name="connsiteX26-397" fmla="*/ 1735494 w 2472613"/>
                <a:gd name="connsiteY26-398" fmla="*/ 3685592 h 4879911"/>
                <a:gd name="connsiteX27-399" fmla="*/ 1875453 w 2472613"/>
                <a:gd name="connsiteY27-400" fmla="*/ 3331029 h 4879911"/>
                <a:gd name="connsiteX28-401" fmla="*/ 1978090 w 2472613"/>
                <a:gd name="connsiteY28-402" fmla="*/ 2183364 h 4879911"/>
                <a:gd name="connsiteX29-403" fmla="*/ 1959429 w 2472613"/>
                <a:gd name="connsiteY29-404" fmla="*/ 1959429 h 4879911"/>
                <a:gd name="connsiteX30-405" fmla="*/ 2024743 w 2472613"/>
                <a:gd name="connsiteY30-406" fmla="*/ 1726164 h 4879911"/>
                <a:gd name="connsiteX31-407" fmla="*/ 2472613 w 2472613"/>
                <a:gd name="connsiteY31-408" fmla="*/ 998376 h 4879911"/>
                <a:gd name="connsiteX32-409" fmla="*/ 1931437 w 2472613"/>
                <a:gd name="connsiteY32-410" fmla="*/ 550506 h 4879911"/>
                <a:gd name="connsiteX33-411" fmla="*/ 1446245 w 2472613"/>
                <a:gd name="connsiteY33-412" fmla="*/ 410547 h 4879911"/>
                <a:gd name="connsiteX34-413" fmla="*/ 1054359 w 2472613"/>
                <a:gd name="connsiteY34-414" fmla="*/ 438539 h 4879911"/>
                <a:gd name="connsiteX35-415" fmla="*/ 1054359 w 2472613"/>
                <a:gd name="connsiteY35-416" fmla="*/ 223935 h 4879911"/>
                <a:gd name="connsiteX36-417" fmla="*/ 597159 w 2472613"/>
                <a:gd name="connsiteY36-418" fmla="*/ 0 h 4879911"/>
                <a:gd name="connsiteX37-419" fmla="*/ 475861 w 2472613"/>
                <a:gd name="connsiteY37-420" fmla="*/ 503853 h 4879911"/>
                <a:gd name="connsiteX38-421" fmla="*/ 606490 w 2472613"/>
                <a:gd name="connsiteY38-422" fmla="*/ 699796 h 4879911"/>
                <a:gd name="connsiteX39-423" fmla="*/ 317241 w 2472613"/>
                <a:gd name="connsiteY39-424" fmla="*/ 1073021 h 4879911"/>
                <a:gd name="connsiteX40-425" fmla="*/ 188994 w 2472613"/>
                <a:gd name="connsiteY40-426" fmla="*/ 839950 h 4879911"/>
                <a:gd name="connsiteX41-427" fmla="*/ 356751 w 2472613"/>
                <a:gd name="connsiteY41-428" fmla="*/ 729926 h 4879911"/>
                <a:gd name="connsiteX42-429" fmla="*/ 147298 w 2472613"/>
                <a:gd name="connsiteY42-430" fmla="*/ 530047 h 4879911"/>
                <a:gd name="connsiteX0-431" fmla="*/ 147298 w 2472613"/>
                <a:gd name="connsiteY0-432" fmla="*/ 530047 h 4879911"/>
                <a:gd name="connsiteX1-433" fmla="*/ 0 w 2472613"/>
                <a:gd name="connsiteY1-434" fmla="*/ 783772 h 4879911"/>
                <a:gd name="connsiteX2-435" fmla="*/ 37323 w 2472613"/>
                <a:gd name="connsiteY2-436" fmla="*/ 961053 h 4879911"/>
                <a:gd name="connsiteX3-437" fmla="*/ 251927 w 2472613"/>
                <a:gd name="connsiteY3-438" fmla="*/ 1707502 h 4879911"/>
                <a:gd name="connsiteX4-439" fmla="*/ 671804 w 2472613"/>
                <a:gd name="connsiteY4-440" fmla="*/ 1539551 h 4879911"/>
                <a:gd name="connsiteX5-441" fmla="*/ 961053 w 2472613"/>
                <a:gd name="connsiteY5-442" fmla="*/ 1707502 h 4879911"/>
                <a:gd name="connsiteX6-443" fmla="*/ 989045 w 2472613"/>
                <a:gd name="connsiteY6-444" fmla="*/ 1903445 h 4879911"/>
                <a:gd name="connsiteX7-445" fmla="*/ 961053 w 2472613"/>
                <a:gd name="connsiteY7-446" fmla="*/ 2071396 h 4879911"/>
                <a:gd name="connsiteX8-447" fmla="*/ 513184 w 2472613"/>
                <a:gd name="connsiteY8-448" fmla="*/ 2873829 h 4879911"/>
                <a:gd name="connsiteX9-449" fmla="*/ 494523 w 2472613"/>
                <a:gd name="connsiteY9-450" fmla="*/ 3312368 h 4879911"/>
                <a:gd name="connsiteX10-451" fmla="*/ 475861 w 2472613"/>
                <a:gd name="connsiteY10-452" fmla="*/ 4254760 h 4879911"/>
                <a:gd name="connsiteX11-453" fmla="*/ 401217 w 2472613"/>
                <a:gd name="connsiteY11-454" fmla="*/ 4758613 h 4879911"/>
                <a:gd name="connsiteX12-455" fmla="*/ 186613 w 2472613"/>
                <a:gd name="connsiteY12-456" fmla="*/ 4879911 h 4879911"/>
                <a:gd name="connsiteX13-457" fmla="*/ 597159 w 2472613"/>
                <a:gd name="connsiteY13-458" fmla="*/ 4777274 h 4879911"/>
                <a:gd name="connsiteX14-459" fmla="*/ 849086 w 2472613"/>
                <a:gd name="connsiteY14-460" fmla="*/ 4450702 h 4879911"/>
                <a:gd name="connsiteX15-461" fmla="*/ 746449 w 2472613"/>
                <a:gd name="connsiteY15-462" fmla="*/ 4180115 h 4879911"/>
                <a:gd name="connsiteX16-463" fmla="*/ 802433 w 2472613"/>
                <a:gd name="connsiteY16-464" fmla="*/ 3760237 h 4879911"/>
                <a:gd name="connsiteX17-465" fmla="*/ 877078 w 2472613"/>
                <a:gd name="connsiteY17-466" fmla="*/ 3088433 h 4879911"/>
                <a:gd name="connsiteX18-467" fmla="*/ 1343608 w 2472613"/>
                <a:gd name="connsiteY18-468" fmla="*/ 2668555 h 4879911"/>
                <a:gd name="connsiteX19-469" fmla="*/ 1502229 w 2472613"/>
                <a:gd name="connsiteY19-470" fmla="*/ 3433666 h 4879911"/>
                <a:gd name="connsiteX20-471" fmla="*/ 1175657 w 2472613"/>
                <a:gd name="connsiteY20-472" fmla="*/ 4161453 h 4879911"/>
                <a:gd name="connsiteX21-473" fmla="*/ 933061 w 2472613"/>
                <a:gd name="connsiteY21-474" fmla="*/ 4758613 h 4879911"/>
                <a:gd name="connsiteX22-475" fmla="*/ 1231641 w 2472613"/>
                <a:gd name="connsiteY22-476" fmla="*/ 4814596 h 4879911"/>
                <a:gd name="connsiteX23-477" fmla="*/ 1642188 w 2472613"/>
                <a:gd name="connsiteY23-478" fmla="*/ 4870580 h 4879911"/>
                <a:gd name="connsiteX24-479" fmla="*/ 1698172 w 2472613"/>
                <a:gd name="connsiteY24-480" fmla="*/ 4814596 h 4879911"/>
                <a:gd name="connsiteX25-481" fmla="*/ 1278294 w 2472613"/>
                <a:gd name="connsiteY25-482" fmla="*/ 4627984 h 4879911"/>
                <a:gd name="connsiteX26-483" fmla="*/ 1735494 w 2472613"/>
                <a:gd name="connsiteY26-484" fmla="*/ 3685592 h 4879911"/>
                <a:gd name="connsiteX27-485" fmla="*/ 1875453 w 2472613"/>
                <a:gd name="connsiteY27-486" fmla="*/ 3331029 h 4879911"/>
                <a:gd name="connsiteX28-487" fmla="*/ 1978090 w 2472613"/>
                <a:gd name="connsiteY28-488" fmla="*/ 2183364 h 4879911"/>
                <a:gd name="connsiteX29-489" fmla="*/ 1959429 w 2472613"/>
                <a:gd name="connsiteY29-490" fmla="*/ 1959429 h 4879911"/>
                <a:gd name="connsiteX30-491" fmla="*/ 2024743 w 2472613"/>
                <a:gd name="connsiteY30-492" fmla="*/ 1726164 h 4879911"/>
                <a:gd name="connsiteX31-493" fmla="*/ 2472613 w 2472613"/>
                <a:gd name="connsiteY31-494" fmla="*/ 998376 h 4879911"/>
                <a:gd name="connsiteX32-495" fmla="*/ 1931437 w 2472613"/>
                <a:gd name="connsiteY32-496" fmla="*/ 550506 h 4879911"/>
                <a:gd name="connsiteX33-497" fmla="*/ 1446245 w 2472613"/>
                <a:gd name="connsiteY33-498" fmla="*/ 410547 h 4879911"/>
                <a:gd name="connsiteX34-499" fmla="*/ 1054359 w 2472613"/>
                <a:gd name="connsiteY34-500" fmla="*/ 438539 h 4879911"/>
                <a:gd name="connsiteX35-501" fmla="*/ 1054359 w 2472613"/>
                <a:gd name="connsiteY35-502" fmla="*/ 223935 h 4879911"/>
                <a:gd name="connsiteX36-503" fmla="*/ 597159 w 2472613"/>
                <a:gd name="connsiteY36-504" fmla="*/ 0 h 4879911"/>
                <a:gd name="connsiteX37-505" fmla="*/ 475861 w 2472613"/>
                <a:gd name="connsiteY37-506" fmla="*/ 503853 h 4879911"/>
                <a:gd name="connsiteX38-507" fmla="*/ 606490 w 2472613"/>
                <a:gd name="connsiteY38-508" fmla="*/ 699796 h 4879911"/>
                <a:gd name="connsiteX39-509" fmla="*/ 317241 w 2472613"/>
                <a:gd name="connsiteY39-510" fmla="*/ 1073021 h 4879911"/>
                <a:gd name="connsiteX40-511" fmla="*/ 188994 w 2472613"/>
                <a:gd name="connsiteY40-512" fmla="*/ 839950 h 4879911"/>
                <a:gd name="connsiteX41-513" fmla="*/ 275789 w 2472613"/>
                <a:gd name="connsiteY41-514" fmla="*/ 798983 h 4879911"/>
                <a:gd name="connsiteX42-515" fmla="*/ 147298 w 2472613"/>
                <a:gd name="connsiteY42-516" fmla="*/ 530047 h 4879911"/>
                <a:gd name="connsiteX0-517" fmla="*/ 147298 w 2472613"/>
                <a:gd name="connsiteY0-518" fmla="*/ 530047 h 4879911"/>
                <a:gd name="connsiteX1-519" fmla="*/ 0 w 2472613"/>
                <a:gd name="connsiteY1-520" fmla="*/ 783772 h 4879911"/>
                <a:gd name="connsiteX2-521" fmla="*/ 37323 w 2472613"/>
                <a:gd name="connsiteY2-522" fmla="*/ 961053 h 4879911"/>
                <a:gd name="connsiteX3-523" fmla="*/ 251927 w 2472613"/>
                <a:gd name="connsiteY3-524" fmla="*/ 1707502 h 4879911"/>
                <a:gd name="connsiteX4-525" fmla="*/ 671804 w 2472613"/>
                <a:gd name="connsiteY4-526" fmla="*/ 1539551 h 4879911"/>
                <a:gd name="connsiteX5-527" fmla="*/ 961053 w 2472613"/>
                <a:gd name="connsiteY5-528" fmla="*/ 1707502 h 4879911"/>
                <a:gd name="connsiteX6-529" fmla="*/ 989045 w 2472613"/>
                <a:gd name="connsiteY6-530" fmla="*/ 1903445 h 4879911"/>
                <a:gd name="connsiteX7-531" fmla="*/ 961053 w 2472613"/>
                <a:gd name="connsiteY7-532" fmla="*/ 2071396 h 4879911"/>
                <a:gd name="connsiteX8-533" fmla="*/ 513184 w 2472613"/>
                <a:gd name="connsiteY8-534" fmla="*/ 2873829 h 4879911"/>
                <a:gd name="connsiteX9-535" fmla="*/ 494523 w 2472613"/>
                <a:gd name="connsiteY9-536" fmla="*/ 3312368 h 4879911"/>
                <a:gd name="connsiteX10-537" fmla="*/ 475861 w 2472613"/>
                <a:gd name="connsiteY10-538" fmla="*/ 4254760 h 4879911"/>
                <a:gd name="connsiteX11-539" fmla="*/ 401217 w 2472613"/>
                <a:gd name="connsiteY11-540" fmla="*/ 4758613 h 4879911"/>
                <a:gd name="connsiteX12-541" fmla="*/ 186613 w 2472613"/>
                <a:gd name="connsiteY12-542" fmla="*/ 4879911 h 4879911"/>
                <a:gd name="connsiteX13-543" fmla="*/ 597159 w 2472613"/>
                <a:gd name="connsiteY13-544" fmla="*/ 4777274 h 4879911"/>
                <a:gd name="connsiteX14-545" fmla="*/ 849086 w 2472613"/>
                <a:gd name="connsiteY14-546" fmla="*/ 4450702 h 4879911"/>
                <a:gd name="connsiteX15-547" fmla="*/ 746449 w 2472613"/>
                <a:gd name="connsiteY15-548" fmla="*/ 4180115 h 4879911"/>
                <a:gd name="connsiteX16-549" fmla="*/ 802433 w 2472613"/>
                <a:gd name="connsiteY16-550" fmla="*/ 3760237 h 4879911"/>
                <a:gd name="connsiteX17-551" fmla="*/ 877078 w 2472613"/>
                <a:gd name="connsiteY17-552" fmla="*/ 3088433 h 4879911"/>
                <a:gd name="connsiteX18-553" fmla="*/ 1343608 w 2472613"/>
                <a:gd name="connsiteY18-554" fmla="*/ 2668555 h 4879911"/>
                <a:gd name="connsiteX19-555" fmla="*/ 1502229 w 2472613"/>
                <a:gd name="connsiteY19-556" fmla="*/ 3433666 h 4879911"/>
                <a:gd name="connsiteX20-557" fmla="*/ 1175657 w 2472613"/>
                <a:gd name="connsiteY20-558" fmla="*/ 4161453 h 4879911"/>
                <a:gd name="connsiteX21-559" fmla="*/ 933061 w 2472613"/>
                <a:gd name="connsiteY21-560" fmla="*/ 4758613 h 4879911"/>
                <a:gd name="connsiteX22-561" fmla="*/ 1231641 w 2472613"/>
                <a:gd name="connsiteY22-562" fmla="*/ 4814596 h 4879911"/>
                <a:gd name="connsiteX23-563" fmla="*/ 1642188 w 2472613"/>
                <a:gd name="connsiteY23-564" fmla="*/ 4870580 h 4879911"/>
                <a:gd name="connsiteX24-565" fmla="*/ 1698172 w 2472613"/>
                <a:gd name="connsiteY24-566" fmla="*/ 4814596 h 4879911"/>
                <a:gd name="connsiteX25-567" fmla="*/ 1278294 w 2472613"/>
                <a:gd name="connsiteY25-568" fmla="*/ 4627984 h 4879911"/>
                <a:gd name="connsiteX26-569" fmla="*/ 1735494 w 2472613"/>
                <a:gd name="connsiteY26-570" fmla="*/ 3685592 h 4879911"/>
                <a:gd name="connsiteX27-571" fmla="*/ 1875453 w 2472613"/>
                <a:gd name="connsiteY27-572" fmla="*/ 3331029 h 4879911"/>
                <a:gd name="connsiteX28-573" fmla="*/ 1978090 w 2472613"/>
                <a:gd name="connsiteY28-574" fmla="*/ 2183364 h 4879911"/>
                <a:gd name="connsiteX29-575" fmla="*/ 1959429 w 2472613"/>
                <a:gd name="connsiteY29-576" fmla="*/ 1959429 h 4879911"/>
                <a:gd name="connsiteX30-577" fmla="*/ 2024743 w 2472613"/>
                <a:gd name="connsiteY30-578" fmla="*/ 1726164 h 4879911"/>
                <a:gd name="connsiteX31-579" fmla="*/ 2472613 w 2472613"/>
                <a:gd name="connsiteY31-580" fmla="*/ 998376 h 4879911"/>
                <a:gd name="connsiteX32-581" fmla="*/ 1931437 w 2472613"/>
                <a:gd name="connsiteY32-582" fmla="*/ 550506 h 4879911"/>
                <a:gd name="connsiteX33-583" fmla="*/ 1446245 w 2472613"/>
                <a:gd name="connsiteY33-584" fmla="*/ 410547 h 4879911"/>
                <a:gd name="connsiteX34-585" fmla="*/ 1054359 w 2472613"/>
                <a:gd name="connsiteY34-586" fmla="*/ 438539 h 4879911"/>
                <a:gd name="connsiteX35-587" fmla="*/ 1054359 w 2472613"/>
                <a:gd name="connsiteY35-588" fmla="*/ 223935 h 4879911"/>
                <a:gd name="connsiteX36-589" fmla="*/ 597159 w 2472613"/>
                <a:gd name="connsiteY36-590" fmla="*/ 0 h 4879911"/>
                <a:gd name="connsiteX37-591" fmla="*/ 475861 w 2472613"/>
                <a:gd name="connsiteY37-592" fmla="*/ 503853 h 4879911"/>
                <a:gd name="connsiteX38-593" fmla="*/ 606490 w 2472613"/>
                <a:gd name="connsiteY38-594" fmla="*/ 699796 h 4879911"/>
                <a:gd name="connsiteX39-595" fmla="*/ 317241 w 2472613"/>
                <a:gd name="connsiteY39-596" fmla="*/ 1073021 h 4879911"/>
                <a:gd name="connsiteX40-597" fmla="*/ 188994 w 2472613"/>
                <a:gd name="connsiteY40-598" fmla="*/ 839950 h 4879911"/>
                <a:gd name="connsiteX41-599" fmla="*/ 275789 w 2472613"/>
                <a:gd name="connsiteY41-600" fmla="*/ 798983 h 4879911"/>
                <a:gd name="connsiteX42-601" fmla="*/ 147298 w 2472613"/>
                <a:gd name="connsiteY42-602" fmla="*/ 530047 h 4879911"/>
                <a:gd name="connsiteX0-603" fmla="*/ 147298 w 2472613"/>
                <a:gd name="connsiteY0-604" fmla="*/ 530047 h 4879911"/>
                <a:gd name="connsiteX1-605" fmla="*/ 0 w 2472613"/>
                <a:gd name="connsiteY1-606" fmla="*/ 783772 h 4879911"/>
                <a:gd name="connsiteX2-607" fmla="*/ 37323 w 2472613"/>
                <a:gd name="connsiteY2-608" fmla="*/ 961053 h 4879911"/>
                <a:gd name="connsiteX3-609" fmla="*/ 251927 w 2472613"/>
                <a:gd name="connsiteY3-610" fmla="*/ 1707502 h 4879911"/>
                <a:gd name="connsiteX4-611" fmla="*/ 671804 w 2472613"/>
                <a:gd name="connsiteY4-612" fmla="*/ 1539551 h 4879911"/>
                <a:gd name="connsiteX5-613" fmla="*/ 961053 w 2472613"/>
                <a:gd name="connsiteY5-614" fmla="*/ 1707502 h 4879911"/>
                <a:gd name="connsiteX6-615" fmla="*/ 989045 w 2472613"/>
                <a:gd name="connsiteY6-616" fmla="*/ 1903445 h 4879911"/>
                <a:gd name="connsiteX7-617" fmla="*/ 961053 w 2472613"/>
                <a:gd name="connsiteY7-618" fmla="*/ 2071396 h 4879911"/>
                <a:gd name="connsiteX8-619" fmla="*/ 513184 w 2472613"/>
                <a:gd name="connsiteY8-620" fmla="*/ 2873829 h 4879911"/>
                <a:gd name="connsiteX9-621" fmla="*/ 494523 w 2472613"/>
                <a:gd name="connsiteY9-622" fmla="*/ 3312368 h 4879911"/>
                <a:gd name="connsiteX10-623" fmla="*/ 475861 w 2472613"/>
                <a:gd name="connsiteY10-624" fmla="*/ 4254760 h 4879911"/>
                <a:gd name="connsiteX11-625" fmla="*/ 401217 w 2472613"/>
                <a:gd name="connsiteY11-626" fmla="*/ 4758613 h 4879911"/>
                <a:gd name="connsiteX12-627" fmla="*/ 186613 w 2472613"/>
                <a:gd name="connsiteY12-628" fmla="*/ 4879911 h 4879911"/>
                <a:gd name="connsiteX13-629" fmla="*/ 597159 w 2472613"/>
                <a:gd name="connsiteY13-630" fmla="*/ 4777274 h 4879911"/>
                <a:gd name="connsiteX14-631" fmla="*/ 849086 w 2472613"/>
                <a:gd name="connsiteY14-632" fmla="*/ 4450702 h 4879911"/>
                <a:gd name="connsiteX15-633" fmla="*/ 746449 w 2472613"/>
                <a:gd name="connsiteY15-634" fmla="*/ 4180115 h 4879911"/>
                <a:gd name="connsiteX16-635" fmla="*/ 802433 w 2472613"/>
                <a:gd name="connsiteY16-636" fmla="*/ 3760237 h 4879911"/>
                <a:gd name="connsiteX17-637" fmla="*/ 877078 w 2472613"/>
                <a:gd name="connsiteY17-638" fmla="*/ 3088433 h 4879911"/>
                <a:gd name="connsiteX18-639" fmla="*/ 1343608 w 2472613"/>
                <a:gd name="connsiteY18-640" fmla="*/ 2668555 h 4879911"/>
                <a:gd name="connsiteX19-641" fmla="*/ 1502229 w 2472613"/>
                <a:gd name="connsiteY19-642" fmla="*/ 3433666 h 4879911"/>
                <a:gd name="connsiteX20-643" fmla="*/ 1175657 w 2472613"/>
                <a:gd name="connsiteY20-644" fmla="*/ 4161453 h 4879911"/>
                <a:gd name="connsiteX21-645" fmla="*/ 933061 w 2472613"/>
                <a:gd name="connsiteY21-646" fmla="*/ 4758613 h 4879911"/>
                <a:gd name="connsiteX22-647" fmla="*/ 1231641 w 2472613"/>
                <a:gd name="connsiteY22-648" fmla="*/ 4814596 h 4879911"/>
                <a:gd name="connsiteX23-649" fmla="*/ 1642188 w 2472613"/>
                <a:gd name="connsiteY23-650" fmla="*/ 4870580 h 4879911"/>
                <a:gd name="connsiteX24-651" fmla="*/ 1698172 w 2472613"/>
                <a:gd name="connsiteY24-652" fmla="*/ 4814596 h 4879911"/>
                <a:gd name="connsiteX25-653" fmla="*/ 1278294 w 2472613"/>
                <a:gd name="connsiteY25-654" fmla="*/ 4627984 h 4879911"/>
                <a:gd name="connsiteX26-655" fmla="*/ 1735494 w 2472613"/>
                <a:gd name="connsiteY26-656" fmla="*/ 3685592 h 4879911"/>
                <a:gd name="connsiteX27-657" fmla="*/ 1875453 w 2472613"/>
                <a:gd name="connsiteY27-658" fmla="*/ 3331029 h 4879911"/>
                <a:gd name="connsiteX28-659" fmla="*/ 1978090 w 2472613"/>
                <a:gd name="connsiteY28-660" fmla="*/ 2183364 h 4879911"/>
                <a:gd name="connsiteX29-661" fmla="*/ 1959429 w 2472613"/>
                <a:gd name="connsiteY29-662" fmla="*/ 1959429 h 4879911"/>
                <a:gd name="connsiteX30-663" fmla="*/ 2024743 w 2472613"/>
                <a:gd name="connsiteY30-664" fmla="*/ 1726164 h 4879911"/>
                <a:gd name="connsiteX31-665" fmla="*/ 2472613 w 2472613"/>
                <a:gd name="connsiteY31-666" fmla="*/ 998376 h 4879911"/>
                <a:gd name="connsiteX32-667" fmla="*/ 1931437 w 2472613"/>
                <a:gd name="connsiteY32-668" fmla="*/ 550506 h 4879911"/>
                <a:gd name="connsiteX33-669" fmla="*/ 1446245 w 2472613"/>
                <a:gd name="connsiteY33-670" fmla="*/ 410547 h 4879911"/>
                <a:gd name="connsiteX34-671" fmla="*/ 1054359 w 2472613"/>
                <a:gd name="connsiteY34-672" fmla="*/ 438539 h 4879911"/>
                <a:gd name="connsiteX35-673" fmla="*/ 1054359 w 2472613"/>
                <a:gd name="connsiteY35-674" fmla="*/ 223935 h 4879911"/>
                <a:gd name="connsiteX36-675" fmla="*/ 597159 w 2472613"/>
                <a:gd name="connsiteY36-676" fmla="*/ 0 h 4879911"/>
                <a:gd name="connsiteX37-677" fmla="*/ 475861 w 2472613"/>
                <a:gd name="connsiteY37-678" fmla="*/ 503853 h 4879911"/>
                <a:gd name="connsiteX38-679" fmla="*/ 606490 w 2472613"/>
                <a:gd name="connsiteY38-680" fmla="*/ 699796 h 4879911"/>
                <a:gd name="connsiteX39-681" fmla="*/ 317241 w 2472613"/>
                <a:gd name="connsiteY39-682" fmla="*/ 1073021 h 4879911"/>
                <a:gd name="connsiteX40-683" fmla="*/ 188994 w 2472613"/>
                <a:gd name="connsiteY40-684" fmla="*/ 839950 h 4879911"/>
                <a:gd name="connsiteX41-685" fmla="*/ 275789 w 2472613"/>
                <a:gd name="connsiteY41-686" fmla="*/ 798983 h 4879911"/>
                <a:gd name="connsiteX42-687" fmla="*/ 147298 w 2472613"/>
                <a:gd name="connsiteY42-688" fmla="*/ 530047 h 4879911"/>
                <a:gd name="connsiteX0-689" fmla="*/ 147298 w 2472613"/>
                <a:gd name="connsiteY0-690" fmla="*/ 530047 h 4879911"/>
                <a:gd name="connsiteX1-691" fmla="*/ 0 w 2472613"/>
                <a:gd name="connsiteY1-692" fmla="*/ 783772 h 4879911"/>
                <a:gd name="connsiteX2-693" fmla="*/ 37323 w 2472613"/>
                <a:gd name="connsiteY2-694" fmla="*/ 961053 h 4879911"/>
                <a:gd name="connsiteX3-695" fmla="*/ 251927 w 2472613"/>
                <a:gd name="connsiteY3-696" fmla="*/ 1707502 h 4879911"/>
                <a:gd name="connsiteX4-697" fmla="*/ 671804 w 2472613"/>
                <a:gd name="connsiteY4-698" fmla="*/ 1539551 h 4879911"/>
                <a:gd name="connsiteX5-699" fmla="*/ 961053 w 2472613"/>
                <a:gd name="connsiteY5-700" fmla="*/ 1707502 h 4879911"/>
                <a:gd name="connsiteX6-701" fmla="*/ 989045 w 2472613"/>
                <a:gd name="connsiteY6-702" fmla="*/ 1903445 h 4879911"/>
                <a:gd name="connsiteX7-703" fmla="*/ 961053 w 2472613"/>
                <a:gd name="connsiteY7-704" fmla="*/ 2071396 h 4879911"/>
                <a:gd name="connsiteX8-705" fmla="*/ 513184 w 2472613"/>
                <a:gd name="connsiteY8-706" fmla="*/ 2873829 h 4879911"/>
                <a:gd name="connsiteX9-707" fmla="*/ 494523 w 2472613"/>
                <a:gd name="connsiteY9-708" fmla="*/ 3312368 h 4879911"/>
                <a:gd name="connsiteX10-709" fmla="*/ 475861 w 2472613"/>
                <a:gd name="connsiteY10-710" fmla="*/ 4254760 h 4879911"/>
                <a:gd name="connsiteX11-711" fmla="*/ 401217 w 2472613"/>
                <a:gd name="connsiteY11-712" fmla="*/ 4758613 h 4879911"/>
                <a:gd name="connsiteX12-713" fmla="*/ 186613 w 2472613"/>
                <a:gd name="connsiteY12-714" fmla="*/ 4879911 h 4879911"/>
                <a:gd name="connsiteX13-715" fmla="*/ 597159 w 2472613"/>
                <a:gd name="connsiteY13-716" fmla="*/ 4777274 h 4879911"/>
                <a:gd name="connsiteX14-717" fmla="*/ 849086 w 2472613"/>
                <a:gd name="connsiteY14-718" fmla="*/ 4450702 h 4879911"/>
                <a:gd name="connsiteX15-719" fmla="*/ 746449 w 2472613"/>
                <a:gd name="connsiteY15-720" fmla="*/ 4180115 h 4879911"/>
                <a:gd name="connsiteX16-721" fmla="*/ 802433 w 2472613"/>
                <a:gd name="connsiteY16-722" fmla="*/ 3760237 h 4879911"/>
                <a:gd name="connsiteX17-723" fmla="*/ 877078 w 2472613"/>
                <a:gd name="connsiteY17-724" fmla="*/ 3088433 h 4879911"/>
                <a:gd name="connsiteX18-725" fmla="*/ 1343608 w 2472613"/>
                <a:gd name="connsiteY18-726" fmla="*/ 2668555 h 4879911"/>
                <a:gd name="connsiteX19-727" fmla="*/ 1502229 w 2472613"/>
                <a:gd name="connsiteY19-728" fmla="*/ 3433666 h 4879911"/>
                <a:gd name="connsiteX20-729" fmla="*/ 1175657 w 2472613"/>
                <a:gd name="connsiteY20-730" fmla="*/ 4161453 h 4879911"/>
                <a:gd name="connsiteX21-731" fmla="*/ 933061 w 2472613"/>
                <a:gd name="connsiteY21-732" fmla="*/ 4758613 h 4879911"/>
                <a:gd name="connsiteX22-733" fmla="*/ 1231641 w 2472613"/>
                <a:gd name="connsiteY22-734" fmla="*/ 4814596 h 4879911"/>
                <a:gd name="connsiteX23-735" fmla="*/ 1642188 w 2472613"/>
                <a:gd name="connsiteY23-736" fmla="*/ 4870580 h 4879911"/>
                <a:gd name="connsiteX24-737" fmla="*/ 1698172 w 2472613"/>
                <a:gd name="connsiteY24-738" fmla="*/ 4814596 h 4879911"/>
                <a:gd name="connsiteX25-739" fmla="*/ 1278294 w 2472613"/>
                <a:gd name="connsiteY25-740" fmla="*/ 4627984 h 4879911"/>
                <a:gd name="connsiteX26-741" fmla="*/ 1735494 w 2472613"/>
                <a:gd name="connsiteY26-742" fmla="*/ 3685592 h 4879911"/>
                <a:gd name="connsiteX27-743" fmla="*/ 1875453 w 2472613"/>
                <a:gd name="connsiteY27-744" fmla="*/ 3331029 h 4879911"/>
                <a:gd name="connsiteX28-745" fmla="*/ 1978090 w 2472613"/>
                <a:gd name="connsiteY28-746" fmla="*/ 2183364 h 4879911"/>
                <a:gd name="connsiteX29-747" fmla="*/ 1959429 w 2472613"/>
                <a:gd name="connsiteY29-748" fmla="*/ 1959429 h 4879911"/>
                <a:gd name="connsiteX30-749" fmla="*/ 2024743 w 2472613"/>
                <a:gd name="connsiteY30-750" fmla="*/ 1726164 h 4879911"/>
                <a:gd name="connsiteX31-751" fmla="*/ 2472613 w 2472613"/>
                <a:gd name="connsiteY31-752" fmla="*/ 998376 h 4879911"/>
                <a:gd name="connsiteX32-753" fmla="*/ 1931437 w 2472613"/>
                <a:gd name="connsiteY32-754" fmla="*/ 550506 h 4879911"/>
                <a:gd name="connsiteX33-755" fmla="*/ 1446245 w 2472613"/>
                <a:gd name="connsiteY33-756" fmla="*/ 410547 h 4879911"/>
                <a:gd name="connsiteX34-757" fmla="*/ 1054359 w 2472613"/>
                <a:gd name="connsiteY34-758" fmla="*/ 438539 h 4879911"/>
                <a:gd name="connsiteX35-759" fmla="*/ 1054359 w 2472613"/>
                <a:gd name="connsiteY35-760" fmla="*/ 223935 h 4879911"/>
                <a:gd name="connsiteX36-761" fmla="*/ 597159 w 2472613"/>
                <a:gd name="connsiteY36-762" fmla="*/ 0 h 4879911"/>
                <a:gd name="connsiteX37-763" fmla="*/ 475861 w 2472613"/>
                <a:gd name="connsiteY37-764" fmla="*/ 503853 h 4879911"/>
                <a:gd name="connsiteX38-765" fmla="*/ 606490 w 2472613"/>
                <a:gd name="connsiteY38-766" fmla="*/ 699796 h 4879911"/>
                <a:gd name="connsiteX39-767" fmla="*/ 317241 w 2472613"/>
                <a:gd name="connsiteY39-768" fmla="*/ 1073021 h 4879911"/>
                <a:gd name="connsiteX40-769" fmla="*/ 188994 w 2472613"/>
                <a:gd name="connsiteY40-770" fmla="*/ 839950 h 4879911"/>
                <a:gd name="connsiteX41-771" fmla="*/ 275789 w 2472613"/>
                <a:gd name="connsiteY41-772" fmla="*/ 798983 h 4879911"/>
                <a:gd name="connsiteX42-773" fmla="*/ 147298 w 2472613"/>
                <a:gd name="connsiteY42-774" fmla="*/ 530047 h 4879911"/>
                <a:gd name="connsiteX0-775" fmla="*/ 147298 w 2472613"/>
                <a:gd name="connsiteY0-776" fmla="*/ 530047 h 4879911"/>
                <a:gd name="connsiteX1-777" fmla="*/ 0 w 2472613"/>
                <a:gd name="connsiteY1-778" fmla="*/ 783772 h 4879911"/>
                <a:gd name="connsiteX2-779" fmla="*/ 37323 w 2472613"/>
                <a:gd name="connsiteY2-780" fmla="*/ 961053 h 4879911"/>
                <a:gd name="connsiteX3-781" fmla="*/ 251927 w 2472613"/>
                <a:gd name="connsiteY3-782" fmla="*/ 1707502 h 4879911"/>
                <a:gd name="connsiteX4-783" fmla="*/ 671804 w 2472613"/>
                <a:gd name="connsiteY4-784" fmla="*/ 1539551 h 4879911"/>
                <a:gd name="connsiteX5-785" fmla="*/ 961053 w 2472613"/>
                <a:gd name="connsiteY5-786" fmla="*/ 1707502 h 4879911"/>
                <a:gd name="connsiteX6-787" fmla="*/ 989045 w 2472613"/>
                <a:gd name="connsiteY6-788" fmla="*/ 1903445 h 4879911"/>
                <a:gd name="connsiteX7-789" fmla="*/ 961053 w 2472613"/>
                <a:gd name="connsiteY7-790" fmla="*/ 2071396 h 4879911"/>
                <a:gd name="connsiteX8-791" fmla="*/ 513184 w 2472613"/>
                <a:gd name="connsiteY8-792" fmla="*/ 2873829 h 4879911"/>
                <a:gd name="connsiteX9-793" fmla="*/ 494523 w 2472613"/>
                <a:gd name="connsiteY9-794" fmla="*/ 3312368 h 4879911"/>
                <a:gd name="connsiteX10-795" fmla="*/ 475861 w 2472613"/>
                <a:gd name="connsiteY10-796" fmla="*/ 4254760 h 4879911"/>
                <a:gd name="connsiteX11-797" fmla="*/ 401217 w 2472613"/>
                <a:gd name="connsiteY11-798" fmla="*/ 4758613 h 4879911"/>
                <a:gd name="connsiteX12-799" fmla="*/ 186613 w 2472613"/>
                <a:gd name="connsiteY12-800" fmla="*/ 4879911 h 4879911"/>
                <a:gd name="connsiteX13-801" fmla="*/ 597159 w 2472613"/>
                <a:gd name="connsiteY13-802" fmla="*/ 4777274 h 4879911"/>
                <a:gd name="connsiteX14-803" fmla="*/ 849086 w 2472613"/>
                <a:gd name="connsiteY14-804" fmla="*/ 4450702 h 4879911"/>
                <a:gd name="connsiteX15-805" fmla="*/ 746449 w 2472613"/>
                <a:gd name="connsiteY15-806" fmla="*/ 4180115 h 4879911"/>
                <a:gd name="connsiteX16-807" fmla="*/ 802433 w 2472613"/>
                <a:gd name="connsiteY16-808" fmla="*/ 3760237 h 4879911"/>
                <a:gd name="connsiteX17-809" fmla="*/ 877078 w 2472613"/>
                <a:gd name="connsiteY17-810" fmla="*/ 3088433 h 4879911"/>
                <a:gd name="connsiteX18-811" fmla="*/ 1343608 w 2472613"/>
                <a:gd name="connsiteY18-812" fmla="*/ 2668555 h 4879911"/>
                <a:gd name="connsiteX19-813" fmla="*/ 1502229 w 2472613"/>
                <a:gd name="connsiteY19-814" fmla="*/ 3433666 h 4879911"/>
                <a:gd name="connsiteX20-815" fmla="*/ 1175657 w 2472613"/>
                <a:gd name="connsiteY20-816" fmla="*/ 4161453 h 4879911"/>
                <a:gd name="connsiteX21-817" fmla="*/ 933061 w 2472613"/>
                <a:gd name="connsiteY21-818" fmla="*/ 4758613 h 4879911"/>
                <a:gd name="connsiteX22-819" fmla="*/ 1231641 w 2472613"/>
                <a:gd name="connsiteY22-820" fmla="*/ 4814596 h 4879911"/>
                <a:gd name="connsiteX23-821" fmla="*/ 1642188 w 2472613"/>
                <a:gd name="connsiteY23-822" fmla="*/ 4870580 h 4879911"/>
                <a:gd name="connsiteX24-823" fmla="*/ 1698172 w 2472613"/>
                <a:gd name="connsiteY24-824" fmla="*/ 4814596 h 4879911"/>
                <a:gd name="connsiteX25-825" fmla="*/ 1278294 w 2472613"/>
                <a:gd name="connsiteY25-826" fmla="*/ 4627984 h 4879911"/>
                <a:gd name="connsiteX26-827" fmla="*/ 1735494 w 2472613"/>
                <a:gd name="connsiteY26-828" fmla="*/ 3685592 h 4879911"/>
                <a:gd name="connsiteX27-829" fmla="*/ 1875453 w 2472613"/>
                <a:gd name="connsiteY27-830" fmla="*/ 3331029 h 4879911"/>
                <a:gd name="connsiteX28-831" fmla="*/ 1978090 w 2472613"/>
                <a:gd name="connsiteY28-832" fmla="*/ 2183364 h 4879911"/>
                <a:gd name="connsiteX29-833" fmla="*/ 1959429 w 2472613"/>
                <a:gd name="connsiteY29-834" fmla="*/ 1959429 h 4879911"/>
                <a:gd name="connsiteX30-835" fmla="*/ 2024743 w 2472613"/>
                <a:gd name="connsiteY30-836" fmla="*/ 1726164 h 4879911"/>
                <a:gd name="connsiteX31-837" fmla="*/ 2472613 w 2472613"/>
                <a:gd name="connsiteY31-838" fmla="*/ 998376 h 4879911"/>
                <a:gd name="connsiteX32-839" fmla="*/ 1931437 w 2472613"/>
                <a:gd name="connsiteY32-840" fmla="*/ 550506 h 4879911"/>
                <a:gd name="connsiteX33-841" fmla="*/ 1446245 w 2472613"/>
                <a:gd name="connsiteY33-842" fmla="*/ 410547 h 4879911"/>
                <a:gd name="connsiteX34-843" fmla="*/ 1054359 w 2472613"/>
                <a:gd name="connsiteY34-844" fmla="*/ 438539 h 4879911"/>
                <a:gd name="connsiteX35-845" fmla="*/ 1054359 w 2472613"/>
                <a:gd name="connsiteY35-846" fmla="*/ 223935 h 4879911"/>
                <a:gd name="connsiteX36-847" fmla="*/ 597159 w 2472613"/>
                <a:gd name="connsiteY36-848" fmla="*/ 0 h 4879911"/>
                <a:gd name="connsiteX37-849" fmla="*/ 475861 w 2472613"/>
                <a:gd name="connsiteY37-850" fmla="*/ 503853 h 4879911"/>
                <a:gd name="connsiteX38-851" fmla="*/ 606490 w 2472613"/>
                <a:gd name="connsiteY38-852" fmla="*/ 699796 h 4879911"/>
                <a:gd name="connsiteX39-853" fmla="*/ 317241 w 2472613"/>
                <a:gd name="connsiteY39-854" fmla="*/ 1073021 h 4879911"/>
                <a:gd name="connsiteX40-855" fmla="*/ 188994 w 2472613"/>
                <a:gd name="connsiteY40-856" fmla="*/ 839950 h 4879911"/>
                <a:gd name="connsiteX41-857" fmla="*/ 275789 w 2472613"/>
                <a:gd name="connsiteY41-858" fmla="*/ 798983 h 4879911"/>
                <a:gd name="connsiteX42-859" fmla="*/ 355050 w 2472613"/>
                <a:gd name="connsiteY42-860" fmla="*/ 717826 h 4879911"/>
                <a:gd name="connsiteX43" fmla="*/ 147298 w 2472613"/>
                <a:gd name="connsiteY43" fmla="*/ 530047 h 4879911"/>
                <a:gd name="connsiteX0-861" fmla="*/ 147298 w 2472613"/>
                <a:gd name="connsiteY0-862" fmla="*/ 530047 h 4879911"/>
                <a:gd name="connsiteX1-863" fmla="*/ 0 w 2472613"/>
                <a:gd name="connsiteY1-864" fmla="*/ 783772 h 4879911"/>
                <a:gd name="connsiteX2-865" fmla="*/ 37323 w 2472613"/>
                <a:gd name="connsiteY2-866" fmla="*/ 961053 h 4879911"/>
                <a:gd name="connsiteX3-867" fmla="*/ 251927 w 2472613"/>
                <a:gd name="connsiteY3-868" fmla="*/ 1707502 h 4879911"/>
                <a:gd name="connsiteX4-869" fmla="*/ 671804 w 2472613"/>
                <a:gd name="connsiteY4-870" fmla="*/ 1539551 h 4879911"/>
                <a:gd name="connsiteX5-871" fmla="*/ 961053 w 2472613"/>
                <a:gd name="connsiteY5-872" fmla="*/ 1707502 h 4879911"/>
                <a:gd name="connsiteX6-873" fmla="*/ 989045 w 2472613"/>
                <a:gd name="connsiteY6-874" fmla="*/ 1903445 h 4879911"/>
                <a:gd name="connsiteX7-875" fmla="*/ 961053 w 2472613"/>
                <a:gd name="connsiteY7-876" fmla="*/ 2071396 h 4879911"/>
                <a:gd name="connsiteX8-877" fmla="*/ 513184 w 2472613"/>
                <a:gd name="connsiteY8-878" fmla="*/ 2873829 h 4879911"/>
                <a:gd name="connsiteX9-879" fmla="*/ 494523 w 2472613"/>
                <a:gd name="connsiteY9-880" fmla="*/ 3312368 h 4879911"/>
                <a:gd name="connsiteX10-881" fmla="*/ 475861 w 2472613"/>
                <a:gd name="connsiteY10-882" fmla="*/ 4254760 h 4879911"/>
                <a:gd name="connsiteX11-883" fmla="*/ 401217 w 2472613"/>
                <a:gd name="connsiteY11-884" fmla="*/ 4758613 h 4879911"/>
                <a:gd name="connsiteX12-885" fmla="*/ 186613 w 2472613"/>
                <a:gd name="connsiteY12-886" fmla="*/ 4879911 h 4879911"/>
                <a:gd name="connsiteX13-887" fmla="*/ 597159 w 2472613"/>
                <a:gd name="connsiteY13-888" fmla="*/ 4777274 h 4879911"/>
                <a:gd name="connsiteX14-889" fmla="*/ 849086 w 2472613"/>
                <a:gd name="connsiteY14-890" fmla="*/ 4450702 h 4879911"/>
                <a:gd name="connsiteX15-891" fmla="*/ 746449 w 2472613"/>
                <a:gd name="connsiteY15-892" fmla="*/ 4180115 h 4879911"/>
                <a:gd name="connsiteX16-893" fmla="*/ 802433 w 2472613"/>
                <a:gd name="connsiteY16-894" fmla="*/ 3760237 h 4879911"/>
                <a:gd name="connsiteX17-895" fmla="*/ 877078 w 2472613"/>
                <a:gd name="connsiteY17-896" fmla="*/ 3088433 h 4879911"/>
                <a:gd name="connsiteX18-897" fmla="*/ 1343608 w 2472613"/>
                <a:gd name="connsiteY18-898" fmla="*/ 2668555 h 4879911"/>
                <a:gd name="connsiteX19-899" fmla="*/ 1502229 w 2472613"/>
                <a:gd name="connsiteY19-900" fmla="*/ 3433666 h 4879911"/>
                <a:gd name="connsiteX20-901" fmla="*/ 1175657 w 2472613"/>
                <a:gd name="connsiteY20-902" fmla="*/ 4161453 h 4879911"/>
                <a:gd name="connsiteX21-903" fmla="*/ 933061 w 2472613"/>
                <a:gd name="connsiteY21-904" fmla="*/ 4758613 h 4879911"/>
                <a:gd name="connsiteX22-905" fmla="*/ 1231641 w 2472613"/>
                <a:gd name="connsiteY22-906" fmla="*/ 4814596 h 4879911"/>
                <a:gd name="connsiteX23-907" fmla="*/ 1642188 w 2472613"/>
                <a:gd name="connsiteY23-908" fmla="*/ 4870580 h 4879911"/>
                <a:gd name="connsiteX24-909" fmla="*/ 1698172 w 2472613"/>
                <a:gd name="connsiteY24-910" fmla="*/ 4814596 h 4879911"/>
                <a:gd name="connsiteX25-911" fmla="*/ 1278294 w 2472613"/>
                <a:gd name="connsiteY25-912" fmla="*/ 4627984 h 4879911"/>
                <a:gd name="connsiteX26-913" fmla="*/ 1735494 w 2472613"/>
                <a:gd name="connsiteY26-914" fmla="*/ 3685592 h 4879911"/>
                <a:gd name="connsiteX27-915" fmla="*/ 1875453 w 2472613"/>
                <a:gd name="connsiteY27-916" fmla="*/ 3331029 h 4879911"/>
                <a:gd name="connsiteX28-917" fmla="*/ 1978090 w 2472613"/>
                <a:gd name="connsiteY28-918" fmla="*/ 2183364 h 4879911"/>
                <a:gd name="connsiteX29-919" fmla="*/ 1959429 w 2472613"/>
                <a:gd name="connsiteY29-920" fmla="*/ 1959429 h 4879911"/>
                <a:gd name="connsiteX30-921" fmla="*/ 2024743 w 2472613"/>
                <a:gd name="connsiteY30-922" fmla="*/ 1726164 h 4879911"/>
                <a:gd name="connsiteX31-923" fmla="*/ 2472613 w 2472613"/>
                <a:gd name="connsiteY31-924" fmla="*/ 998376 h 4879911"/>
                <a:gd name="connsiteX32-925" fmla="*/ 1931437 w 2472613"/>
                <a:gd name="connsiteY32-926" fmla="*/ 550506 h 4879911"/>
                <a:gd name="connsiteX33-927" fmla="*/ 1446245 w 2472613"/>
                <a:gd name="connsiteY33-928" fmla="*/ 410547 h 4879911"/>
                <a:gd name="connsiteX34-929" fmla="*/ 1054359 w 2472613"/>
                <a:gd name="connsiteY34-930" fmla="*/ 438539 h 4879911"/>
                <a:gd name="connsiteX35-931" fmla="*/ 1054359 w 2472613"/>
                <a:gd name="connsiteY35-932" fmla="*/ 223935 h 4879911"/>
                <a:gd name="connsiteX36-933" fmla="*/ 597159 w 2472613"/>
                <a:gd name="connsiteY36-934" fmla="*/ 0 h 4879911"/>
                <a:gd name="connsiteX37-935" fmla="*/ 475861 w 2472613"/>
                <a:gd name="connsiteY37-936" fmla="*/ 503853 h 4879911"/>
                <a:gd name="connsiteX38-937" fmla="*/ 606490 w 2472613"/>
                <a:gd name="connsiteY38-938" fmla="*/ 699796 h 4879911"/>
                <a:gd name="connsiteX39-939" fmla="*/ 317241 w 2472613"/>
                <a:gd name="connsiteY39-940" fmla="*/ 1073021 h 4879911"/>
                <a:gd name="connsiteX40-941" fmla="*/ 188994 w 2472613"/>
                <a:gd name="connsiteY40-942" fmla="*/ 839950 h 4879911"/>
                <a:gd name="connsiteX41-943" fmla="*/ 275789 w 2472613"/>
                <a:gd name="connsiteY41-944" fmla="*/ 798983 h 4879911"/>
                <a:gd name="connsiteX42-945" fmla="*/ 355050 w 2472613"/>
                <a:gd name="connsiteY42-946" fmla="*/ 717826 h 4879911"/>
                <a:gd name="connsiteX43-947" fmla="*/ 147298 w 2472613"/>
                <a:gd name="connsiteY43-948" fmla="*/ 530047 h 4879911"/>
                <a:gd name="connsiteX0-949" fmla="*/ 147298 w 2472613"/>
                <a:gd name="connsiteY0-950" fmla="*/ 530047 h 4879911"/>
                <a:gd name="connsiteX1-951" fmla="*/ 0 w 2472613"/>
                <a:gd name="connsiteY1-952" fmla="*/ 783772 h 4879911"/>
                <a:gd name="connsiteX2-953" fmla="*/ 37323 w 2472613"/>
                <a:gd name="connsiteY2-954" fmla="*/ 961053 h 4879911"/>
                <a:gd name="connsiteX3-955" fmla="*/ 251927 w 2472613"/>
                <a:gd name="connsiteY3-956" fmla="*/ 1707502 h 4879911"/>
                <a:gd name="connsiteX4-957" fmla="*/ 671804 w 2472613"/>
                <a:gd name="connsiteY4-958" fmla="*/ 1539551 h 4879911"/>
                <a:gd name="connsiteX5-959" fmla="*/ 961053 w 2472613"/>
                <a:gd name="connsiteY5-960" fmla="*/ 1707502 h 4879911"/>
                <a:gd name="connsiteX6-961" fmla="*/ 989045 w 2472613"/>
                <a:gd name="connsiteY6-962" fmla="*/ 1903445 h 4879911"/>
                <a:gd name="connsiteX7-963" fmla="*/ 961053 w 2472613"/>
                <a:gd name="connsiteY7-964" fmla="*/ 2071396 h 4879911"/>
                <a:gd name="connsiteX8-965" fmla="*/ 513184 w 2472613"/>
                <a:gd name="connsiteY8-966" fmla="*/ 2873829 h 4879911"/>
                <a:gd name="connsiteX9-967" fmla="*/ 494523 w 2472613"/>
                <a:gd name="connsiteY9-968" fmla="*/ 3312368 h 4879911"/>
                <a:gd name="connsiteX10-969" fmla="*/ 475861 w 2472613"/>
                <a:gd name="connsiteY10-970" fmla="*/ 4254760 h 4879911"/>
                <a:gd name="connsiteX11-971" fmla="*/ 401217 w 2472613"/>
                <a:gd name="connsiteY11-972" fmla="*/ 4758613 h 4879911"/>
                <a:gd name="connsiteX12-973" fmla="*/ 186613 w 2472613"/>
                <a:gd name="connsiteY12-974" fmla="*/ 4879911 h 4879911"/>
                <a:gd name="connsiteX13-975" fmla="*/ 597159 w 2472613"/>
                <a:gd name="connsiteY13-976" fmla="*/ 4777274 h 4879911"/>
                <a:gd name="connsiteX14-977" fmla="*/ 849086 w 2472613"/>
                <a:gd name="connsiteY14-978" fmla="*/ 4450702 h 4879911"/>
                <a:gd name="connsiteX15-979" fmla="*/ 746449 w 2472613"/>
                <a:gd name="connsiteY15-980" fmla="*/ 4180115 h 4879911"/>
                <a:gd name="connsiteX16-981" fmla="*/ 802433 w 2472613"/>
                <a:gd name="connsiteY16-982" fmla="*/ 3760237 h 4879911"/>
                <a:gd name="connsiteX17-983" fmla="*/ 877078 w 2472613"/>
                <a:gd name="connsiteY17-984" fmla="*/ 3088433 h 4879911"/>
                <a:gd name="connsiteX18-985" fmla="*/ 1343608 w 2472613"/>
                <a:gd name="connsiteY18-986" fmla="*/ 2668555 h 4879911"/>
                <a:gd name="connsiteX19-987" fmla="*/ 1502229 w 2472613"/>
                <a:gd name="connsiteY19-988" fmla="*/ 3433666 h 4879911"/>
                <a:gd name="connsiteX20-989" fmla="*/ 1175657 w 2472613"/>
                <a:gd name="connsiteY20-990" fmla="*/ 4161453 h 4879911"/>
                <a:gd name="connsiteX21-991" fmla="*/ 933061 w 2472613"/>
                <a:gd name="connsiteY21-992" fmla="*/ 4758613 h 4879911"/>
                <a:gd name="connsiteX22-993" fmla="*/ 1231641 w 2472613"/>
                <a:gd name="connsiteY22-994" fmla="*/ 4814596 h 4879911"/>
                <a:gd name="connsiteX23-995" fmla="*/ 1642188 w 2472613"/>
                <a:gd name="connsiteY23-996" fmla="*/ 4870580 h 4879911"/>
                <a:gd name="connsiteX24-997" fmla="*/ 1698172 w 2472613"/>
                <a:gd name="connsiteY24-998" fmla="*/ 4814596 h 4879911"/>
                <a:gd name="connsiteX25-999" fmla="*/ 1278294 w 2472613"/>
                <a:gd name="connsiteY25-1000" fmla="*/ 4627984 h 4879911"/>
                <a:gd name="connsiteX26-1001" fmla="*/ 1735494 w 2472613"/>
                <a:gd name="connsiteY26-1002" fmla="*/ 3685592 h 4879911"/>
                <a:gd name="connsiteX27-1003" fmla="*/ 1875453 w 2472613"/>
                <a:gd name="connsiteY27-1004" fmla="*/ 3331029 h 4879911"/>
                <a:gd name="connsiteX28-1005" fmla="*/ 1978090 w 2472613"/>
                <a:gd name="connsiteY28-1006" fmla="*/ 2183364 h 4879911"/>
                <a:gd name="connsiteX29-1007" fmla="*/ 1959429 w 2472613"/>
                <a:gd name="connsiteY29-1008" fmla="*/ 1959429 h 4879911"/>
                <a:gd name="connsiteX30-1009" fmla="*/ 2024743 w 2472613"/>
                <a:gd name="connsiteY30-1010" fmla="*/ 1726164 h 4879911"/>
                <a:gd name="connsiteX31-1011" fmla="*/ 2472613 w 2472613"/>
                <a:gd name="connsiteY31-1012" fmla="*/ 998376 h 4879911"/>
                <a:gd name="connsiteX32-1013" fmla="*/ 1931437 w 2472613"/>
                <a:gd name="connsiteY32-1014" fmla="*/ 550506 h 4879911"/>
                <a:gd name="connsiteX33-1015" fmla="*/ 1446245 w 2472613"/>
                <a:gd name="connsiteY33-1016" fmla="*/ 410547 h 4879911"/>
                <a:gd name="connsiteX34-1017" fmla="*/ 1054359 w 2472613"/>
                <a:gd name="connsiteY34-1018" fmla="*/ 438539 h 4879911"/>
                <a:gd name="connsiteX35-1019" fmla="*/ 1054359 w 2472613"/>
                <a:gd name="connsiteY35-1020" fmla="*/ 223935 h 4879911"/>
                <a:gd name="connsiteX36-1021" fmla="*/ 597159 w 2472613"/>
                <a:gd name="connsiteY36-1022" fmla="*/ 0 h 4879911"/>
                <a:gd name="connsiteX37-1023" fmla="*/ 475861 w 2472613"/>
                <a:gd name="connsiteY37-1024" fmla="*/ 503853 h 4879911"/>
                <a:gd name="connsiteX38-1025" fmla="*/ 606490 w 2472613"/>
                <a:gd name="connsiteY38-1026" fmla="*/ 699796 h 4879911"/>
                <a:gd name="connsiteX39-1027" fmla="*/ 317241 w 2472613"/>
                <a:gd name="connsiteY39-1028" fmla="*/ 1073021 h 4879911"/>
                <a:gd name="connsiteX40-1029" fmla="*/ 188994 w 2472613"/>
                <a:gd name="connsiteY40-1030" fmla="*/ 839950 h 4879911"/>
                <a:gd name="connsiteX41-1031" fmla="*/ 275789 w 2472613"/>
                <a:gd name="connsiteY41-1032" fmla="*/ 798983 h 4879911"/>
                <a:gd name="connsiteX42-1033" fmla="*/ 355050 w 2472613"/>
                <a:gd name="connsiteY42-1034" fmla="*/ 717826 h 4879911"/>
                <a:gd name="connsiteX43-1035" fmla="*/ 147298 w 2472613"/>
                <a:gd name="connsiteY43-1036" fmla="*/ 530047 h 4879911"/>
                <a:gd name="connsiteX0-1037" fmla="*/ 147298 w 2472613"/>
                <a:gd name="connsiteY0-1038" fmla="*/ 530047 h 4879911"/>
                <a:gd name="connsiteX1-1039" fmla="*/ 0 w 2472613"/>
                <a:gd name="connsiteY1-1040" fmla="*/ 783772 h 4879911"/>
                <a:gd name="connsiteX2-1041" fmla="*/ 37323 w 2472613"/>
                <a:gd name="connsiteY2-1042" fmla="*/ 961053 h 4879911"/>
                <a:gd name="connsiteX3-1043" fmla="*/ 251927 w 2472613"/>
                <a:gd name="connsiteY3-1044" fmla="*/ 1707502 h 4879911"/>
                <a:gd name="connsiteX4-1045" fmla="*/ 671804 w 2472613"/>
                <a:gd name="connsiteY4-1046" fmla="*/ 1539551 h 4879911"/>
                <a:gd name="connsiteX5-1047" fmla="*/ 961053 w 2472613"/>
                <a:gd name="connsiteY5-1048" fmla="*/ 1707502 h 4879911"/>
                <a:gd name="connsiteX6-1049" fmla="*/ 989045 w 2472613"/>
                <a:gd name="connsiteY6-1050" fmla="*/ 1903445 h 4879911"/>
                <a:gd name="connsiteX7-1051" fmla="*/ 961053 w 2472613"/>
                <a:gd name="connsiteY7-1052" fmla="*/ 2071396 h 4879911"/>
                <a:gd name="connsiteX8-1053" fmla="*/ 513184 w 2472613"/>
                <a:gd name="connsiteY8-1054" fmla="*/ 2873829 h 4879911"/>
                <a:gd name="connsiteX9-1055" fmla="*/ 494523 w 2472613"/>
                <a:gd name="connsiteY9-1056" fmla="*/ 3312368 h 4879911"/>
                <a:gd name="connsiteX10-1057" fmla="*/ 475861 w 2472613"/>
                <a:gd name="connsiteY10-1058" fmla="*/ 4254760 h 4879911"/>
                <a:gd name="connsiteX11-1059" fmla="*/ 401217 w 2472613"/>
                <a:gd name="connsiteY11-1060" fmla="*/ 4758613 h 4879911"/>
                <a:gd name="connsiteX12-1061" fmla="*/ 186613 w 2472613"/>
                <a:gd name="connsiteY12-1062" fmla="*/ 4879911 h 4879911"/>
                <a:gd name="connsiteX13-1063" fmla="*/ 597159 w 2472613"/>
                <a:gd name="connsiteY13-1064" fmla="*/ 4777274 h 4879911"/>
                <a:gd name="connsiteX14-1065" fmla="*/ 849086 w 2472613"/>
                <a:gd name="connsiteY14-1066" fmla="*/ 4450702 h 4879911"/>
                <a:gd name="connsiteX15-1067" fmla="*/ 746449 w 2472613"/>
                <a:gd name="connsiteY15-1068" fmla="*/ 4180115 h 4879911"/>
                <a:gd name="connsiteX16-1069" fmla="*/ 802433 w 2472613"/>
                <a:gd name="connsiteY16-1070" fmla="*/ 3760237 h 4879911"/>
                <a:gd name="connsiteX17-1071" fmla="*/ 877078 w 2472613"/>
                <a:gd name="connsiteY17-1072" fmla="*/ 3088433 h 4879911"/>
                <a:gd name="connsiteX18-1073" fmla="*/ 1343608 w 2472613"/>
                <a:gd name="connsiteY18-1074" fmla="*/ 2668555 h 4879911"/>
                <a:gd name="connsiteX19-1075" fmla="*/ 1502229 w 2472613"/>
                <a:gd name="connsiteY19-1076" fmla="*/ 3433666 h 4879911"/>
                <a:gd name="connsiteX20-1077" fmla="*/ 1175657 w 2472613"/>
                <a:gd name="connsiteY20-1078" fmla="*/ 4161453 h 4879911"/>
                <a:gd name="connsiteX21-1079" fmla="*/ 933061 w 2472613"/>
                <a:gd name="connsiteY21-1080" fmla="*/ 4758613 h 4879911"/>
                <a:gd name="connsiteX22-1081" fmla="*/ 1231641 w 2472613"/>
                <a:gd name="connsiteY22-1082" fmla="*/ 4814596 h 4879911"/>
                <a:gd name="connsiteX23-1083" fmla="*/ 1642188 w 2472613"/>
                <a:gd name="connsiteY23-1084" fmla="*/ 4870580 h 4879911"/>
                <a:gd name="connsiteX24-1085" fmla="*/ 1698172 w 2472613"/>
                <a:gd name="connsiteY24-1086" fmla="*/ 4814596 h 4879911"/>
                <a:gd name="connsiteX25-1087" fmla="*/ 1278294 w 2472613"/>
                <a:gd name="connsiteY25-1088" fmla="*/ 4627984 h 4879911"/>
                <a:gd name="connsiteX26-1089" fmla="*/ 1735494 w 2472613"/>
                <a:gd name="connsiteY26-1090" fmla="*/ 3685592 h 4879911"/>
                <a:gd name="connsiteX27-1091" fmla="*/ 1875453 w 2472613"/>
                <a:gd name="connsiteY27-1092" fmla="*/ 3331029 h 4879911"/>
                <a:gd name="connsiteX28-1093" fmla="*/ 1978090 w 2472613"/>
                <a:gd name="connsiteY28-1094" fmla="*/ 2183364 h 4879911"/>
                <a:gd name="connsiteX29-1095" fmla="*/ 1959429 w 2472613"/>
                <a:gd name="connsiteY29-1096" fmla="*/ 1959429 h 4879911"/>
                <a:gd name="connsiteX30-1097" fmla="*/ 2024743 w 2472613"/>
                <a:gd name="connsiteY30-1098" fmla="*/ 1726164 h 4879911"/>
                <a:gd name="connsiteX31-1099" fmla="*/ 2472613 w 2472613"/>
                <a:gd name="connsiteY31-1100" fmla="*/ 998376 h 4879911"/>
                <a:gd name="connsiteX32-1101" fmla="*/ 1931437 w 2472613"/>
                <a:gd name="connsiteY32-1102" fmla="*/ 550506 h 4879911"/>
                <a:gd name="connsiteX33-1103" fmla="*/ 1446245 w 2472613"/>
                <a:gd name="connsiteY33-1104" fmla="*/ 410547 h 4879911"/>
                <a:gd name="connsiteX34-1105" fmla="*/ 1054359 w 2472613"/>
                <a:gd name="connsiteY34-1106" fmla="*/ 438539 h 4879911"/>
                <a:gd name="connsiteX35-1107" fmla="*/ 1054359 w 2472613"/>
                <a:gd name="connsiteY35-1108" fmla="*/ 223935 h 4879911"/>
                <a:gd name="connsiteX36-1109" fmla="*/ 597159 w 2472613"/>
                <a:gd name="connsiteY36-1110" fmla="*/ 0 h 4879911"/>
                <a:gd name="connsiteX37-1111" fmla="*/ 475861 w 2472613"/>
                <a:gd name="connsiteY37-1112" fmla="*/ 503853 h 4879911"/>
                <a:gd name="connsiteX38-1113" fmla="*/ 606490 w 2472613"/>
                <a:gd name="connsiteY38-1114" fmla="*/ 699796 h 4879911"/>
                <a:gd name="connsiteX39-1115" fmla="*/ 317241 w 2472613"/>
                <a:gd name="connsiteY39-1116" fmla="*/ 1073021 h 4879911"/>
                <a:gd name="connsiteX40-1117" fmla="*/ 188994 w 2472613"/>
                <a:gd name="connsiteY40-1118" fmla="*/ 839950 h 4879911"/>
                <a:gd name="connsiteX41-1119" fmla="*/ 275789 w 2472613"/>
                <a:gd name="connsiteY41-1120" fmla="*/ 798983 h 4879911"/>
                <a:gd name="connsiteX42-1121" fmla="*/ 355050 w 2472613"/>
                <a:gd name="connsiteY42-1122" fmla="*/ 717826 h 4879911"/>
                <a:gd name="connsiteX43-1123" fmla="*/ 343143 w 2472613"/>
                <a:gd name="connsiteY43-1124" fmla="*/ 517801 h 4879911"/>
                <a:gd name="connsiteX44" fmla="*/ 147298 w 2472613"/>
                <a:gd name="connsiteY44" fmla="*/ 530047 h 4879911"/>
                <a:gd name="connsiteX0-1125" fmla="*/ 147298 w 2472613"/>
                <a:gd name="connsiteY0-1126" fmla="*/ 530047 h 4879911"/>
                <a:gd name="connsiteX1-1127" fmla="*/ 0 w 2472613"/>
                <a:gd name="connsiteY1-1128" fmla="*/ 783772 h 4879911"/>
                <a:gd name="connsiteX2-1129" fmla="*/ 37323 w 2472613"/>
                <a:gd name="connsiteY2-1130" fmla="*/ 961053 h 4879911"/>
                <a:gd name="connsiteX3-1131" fmla="*/ 251927 w 2472613"/>
                <a:gd name="connsiteY3-1132" fmla="*/ 1707502 h 4879911"/>
                <a:gd name="connsiteX4-1133" fmla="*/ 671804 w 2472613"/>
                <a:gd name="connsiteY4-1134" fmla="*/ 1539551 h 4879911"/>
                <a:gd name="connsiteX5-1135" fmla="*/ 961053 w 2472613"/>
                <a:gd name="connsiteY5-1136" fmla="*/ 1707502 h 4879911"/>
                <a:gd name="connsiteX6-1137" fmla="*/ 989045 w 2472613"/>
                <a:gd name="connsiteY6-1138" fmla="*/ 1903445 h 4879911"/>
                <a:gd name="connsiteX7-1139" fmla="*/ 961053 w 2472613"/>
                <a:gd name="connsiteY7-1140" fmla="*/ 2071396 h 4879911"/>
                <a:gd name="connsiteX8-1141" fmla="*/ 513184 w 2472613"/>
                <a:gd name="connsiteY8-1142" fmla="*/ 2873829 h 4879911"/>
                <a:gd name="connsiteX9-1143" fmla="*/ 494523 w 2472613"/>
                <a:gd name="connsiteY9-1144" fmla="*/ 3312368 h 4879911"/>
                <a:gd name="connsiteX10-1145" fmla="*/ 475861 w 2472613"/>
                <a:gd name="connsiteY10-1146" fmla="*/ 4254760 h 4879911"/>
                <a:gd name="connsiteX11-1147" fmla="*/ 401217 w 2472613"/>
                <a:gd name="connsiteY11-1148" fmla="*/ 4758613 h 4879911"/>
                <a:gd name="connsiteX12-1149" fmla="*/ 186613 w 2472613"/>
                <a:gd name="connsiteY12-1150" fmla="*/ 4879911 h 4879911"/>
                <a:gd name="connsiteX13-1151" fmla="*/ 597159 w 2472613"/>
                <a:gd name="connsiteY13-1152" fmla="*/ 4777274 h 4879911"/>
                <a:gd name="connsiteX14-1153" fmla="*/ 849086 w 2472613"/>
                <a:gd name="connsiteY14-1154" fmla="*/ 4450702 h 4879911"/>
                <a:gd name="connsiteX15-1155" fmla="*/ 746449 w 2472613"/>
                <a:gd name="connsiteY15-1156" fmla="*/ 4180115 h 4879911"/>
                <a:gd name="connsiteX16-1157" fmla="*/ 802433 w 2472613"/>
                <a:gd name="connsiteY16-1158" fmla="*/ 3760237 h 4879911"/>
                <a:gd name="connsiteX17-1159" fmla="*/ 877078 w 2472613"/>
                <a:gd name="connsiteY17-1160" fmla="*/ 3088433 h 4879911"/>
                <a:gd name="connsiteX18-1161" fmla="*/ 1343608 w 2472613"/>
                <a:gd name="connsiteY18-1162" fmla="*/ 2668555 h 4879911"/>
                <a:gd name="connsiteX19-1163" fmla="*/ 1502229 w 2472613"/>
                <a:gd name="connsiteY19-1164" fmla="*/ 3433666 h 4879911"/>
                <a:gd name="connsiteX20-1165" fmla="*/ 1175657 w 2472613"/>
                <a:gd name="connsiteY20-1166" fmla="*/ 4161453 h 4879911"/>
                <a:gd name="connsiteX21-1167" fmla="*/ 933061 w 2472613"/>
                <a:gd name="connsiteY21-1168" fmla="*/ 4758613 h 4879911"/>
                <a:gd name="connsiteX22-1169" fmla="*/ 1231641 w 2472613"/>
                <a:gd name="connsiteY22-1170" fmla="*/ 4814596 h 4879911"/>
                <a:gd name="connsiteX23-1171" fmla="*/ 1642188 w 2472613"/>
                <a:gd name="connsiteY23-1172" fmla="*/ 4870580 h 4879911"/>
                <a:gd name="connsiteX24-1173" fmla="*/ 1698172 w 2472613"/>
                <a:gd name="connsiteY24-1174" fmla="*/ 4814596 h 4879911"/>
                <a:gd name="connsiteX25-1175" fmla="*/ 1278294 w 2472613"/>
                <a:gd name="connsiteY25-1176" fmla="*/ 4627984 h 4879911"/>
                <a:gd name="connsiteX26-1177" fmla="*/ 1735494 w 2472613"/>
                <a:gd name="connsiteY26-1178" fmla="*/ 3685592 h 4879911"/>
                <a:gd name="connsiteX27-1179" fmla="*/ 1875453 w 2472613"/>
                <a:gd name="connsiteY27-1180" fmla="*/ 3331029 h 4879911"/>
                <a:gd name="connsiteX28-1181" fmla="*/ 1978090 w 2472613"/>
                <a:gd name="connsiteY28-1182" fmla="*/ 2183364 h 4879911"/>
                <a:gd name="connsiteX29-1183" fmla="*/ 1959429 w 2472613"/>
                <a:gd name="connsiteY29-1184" fmla="*/ 1959429 h 4879911"/>
                <a:gd name="connsiteX30-1185" fmla="*/ 2024743 w 2472613"/>
                <a:gd name="connsiteY30-1186" fmla="*/ 1726164 h 4879911"/>
                <a:gd name="connsiteX31-1187" fmla="*/ 2472613 w 2472613"/>
                <a:gd name="connsiteY31-1188" fmla="*/ 998376 h 4879911"/>
                <a:gd name="connsiteX32-1189" fmla="*/ 1931437 w 2472613"/>
                <a:gd name="connsiteY32-1190" fmla="*/ 550506 h 4879911"/>
                <a:gd name="connsiteX33-1191" fmla="*/ 1446245 w 2472613"/>
                <a:gd name="connsiteY33-1192" fmla="*/ 410547 h 4879911"/>
                <a:gd name="connsiteX34-1193" fmla="*/ 1054359 w 2472613"/>
                <a:gd name="connsiteY34-1194" fmla="*/ 438539 h 4879911"/>
                <a:gd name="connsiteX35-1195" fmla="*/ 1054359 w 2472613"/>
                <a:gd name="connsiteY35-1196" fmla="*/ 223935 h 4879911"/>
                <a:gd name="connsiteX36-1197" fmla="*/ 597159 w 2472613"/>
                <a:gd name="connsiteY36-1198" fmla="*/ 0 h 4879911"/>
                <a:gd name="connsiteX37-1199" fmla="*/ 475861 w 2472613"/>
                <a:gd name="connsiteY37-1200" fmla="*/ 503853 h 4879911"/>
                <a:gd name="connsiteX38-1201" fmla="*/ 606490 w 2472613"/>
                <a:gd name="connsiteY38-1202" fmla="*/ 699796 h 4879911"/>
                <a:gd name="connsiteX39-1203" fmla="*/ 317241 w 2472613"/>
                <a:gd name="connsiteY39-1204" fmla="*/ 1073021 h 4879911"/>
                <a:gd name="connsiteX40-1205" fmla="*/ 188994 w 2472613"/>
                <a:gd name="connsiteY40-1206" fmla="*/ 839950 h 4879911"/>
                <a:gd name="connsiteX41-1207" fmla="*/ 275789 w 2472613"/>
                <a:gd name="connsiteY41-1208" fmla="*/ 798983 h 4879911"/>
                <a:gd name="connsiteX42-1209" fmla="*/ 355050 w 2472613"/>
                <a:gd name="connsiteY42-1210" fmla="*/ 717826 h 4879911"/>
                <a:gd name="connsiteX43-1211" fmla="*/ 343143 w 2472613"/>
                <a:gd name="connsiteY43-1212" fmla="*/ 517801 h 4879911"/>
                <a:gd name="connsiteX44-1213" fmla="*/ 147298 w 2472613"/>
                <a:gd name="connsiteY44-1214" fmla="*/ 530047 h 4879911"/>
                <a:gd name="connsiteX0-1215" fmla="*/ 147298 w 2472613"/>
                <a:gd name="connsiteY0-1216" fmla="*/ 530047 h 4879911"/>
                <a:gd name="connsiteX1-1217" fmla="*/ 0 w 2472613"/>
                <a:gd name="connsiteY1-1218" fmla="*/ 783772 h 4879911"/>
                <a:gd name="connsiteX2-1219" fmla="*/ 37323 w 2472613"/>
                <a:gd name="connsiteY2-1220" fmla="*/ 961053 h 4879911"/>
                <a:gd name="connsiteX3-1221" fmla="*/ 251927 w 2472613"/>
                <a:gd name="connsiteY3-1222" fmla="*/ 1707502 h 4879911"/>
                <a:gd name="connsiteX4-1223" fmla="*/ 671804 w 2472613"/>
                <a:gd name="connsiteY4-1224" fmla="*/ 1539551 h 4879911"/>
                <a:gd name="connsiteX5-1225" fmla="*/ 961053 w 2472613"/>
                <a:gd name="connsiteY5-1226" fmla="*/ 1707502 h 4879911"/>
                <a:gd name="connsiteX6-1227" fmla="*/ 989045 w 2472613"/>
                <a:gd name="connsiteY6-1228" fmla="*/ 1903445 h 4879911"/>
                <a:gd name="connsiteX7-1229" fmla="*/ 961053 w 2472613"/>
                <a:gd name="connsiteY7-1230" fmla="*/ 2071396 h 4879911"/>
                <a:gd name="connsiteX8-1231" fmla="*/ 513184 w 2472613"/>
                <a:gd name="connsiteY8-1232" fmla="*/ 2873829 h 4879911"/>
                <a:gd name="connsiteX9-1233" fmla="*/ 494523 w 2472613"/>
                <a:gd name="connsiteY9-1234" fmla="*/ 3312368 h 4879911"/>
                <a:gd name="connsiteX10-1235" fmla="*/ 475861 w 2472613"/>
                <a:gd name="connsiteY10-1236" fmla="*/ 4254760 h 4879911"/>
                <a:gd name="connsiteX11-1237" fmla="*/ 401217 w 2472613"/>
                <a:gd name="connsiteY11-1238" fmla="*/ 4758613 h 4879911"/>
                <a:gd name="connsiteX12-1239" fmla="*/ 186613 w 2472613"/>
                <a:gd name="connsiteY12-1240" fmla="*/ 4879911 h 4879911"/>
                <a:gd name="connsiteX13-1241" fmla="*/ 597159 w 2472613"/>
                <a:gd name="connsiteY13-1242" fmla="*/ 4777274 h 4879911"/>
                <a:gd name="connsiteX14-1243" fmla="*/ 849086 w 2472613"/>
                <a:gd name="connsiteY14-1244" fmla="*/ 4450702 h 4879911"/>
                <a:gd name="connsiteX15-1245" fmla="*/ 746449 w 2472613"/>
                <a:gd name="connsiteY15-1246" fmla="*/ 4180115 h 4879911"/>
                <a:gd name="connsiteX16-1247" fmla="*/ 802433 w 2472613"/>
                <a:gd name="connsiteY16-1248" fmla="*/ 3760237 h 4879911"/>
                <a:gd name="connsiteX17-1249" fmla="*/ 877078 w 2472613"/>
                <a:gd name="connsiteY17-1250" fmla="*/ 3088433 h 4879911"/>
                <a:gd name="connsiteX18-1251" fmla="*/ 1343608 w 2472613"/>
                <a:gd name="connsiteY18-1252" fmla="*/ 2668555 h 4879911"/>
                <a:gd name="connsiteX19-1253" fmla="*/ 1502229 w 2472613"/>
                <a:gd name="connsiteY19-1254" fmla="*/ 3433666 h 4879911"/>
                <a:gd name="connsiteX20-1255" fmla="*/ 1175657 w 2472613"/>
                <a:gd name="connsiteY20-1256" fmla="*/ 4161453 h 4879911"/>
                <a:gd name="connsiteX21-1257" fmla="*/ 933061 w 2472613"/>
                <a:gd name="connsiteY21-1258" fmla="*/ 4758613 h 4879911"/>
                <a:gd name="connsiteX22-1259" fmla="*/ 1231641 w 2472613"/>
                <a:gd name="connsiteY22-1260" fmla="*/ 4814596 h 4879911"/>
                <a:gd name="connsiteX23-1261" fmla="*/ 1642188 w 2472613"/>
                <a:gd name="connsiteY23-1262" fmla="*/ 4870580 h 4879911"/>
                <a:gd name="connsiteX24-1263" fmla="*/ 1698172 w 2472613"/>
                <a:gd name="connsiteY24-1264" fmla="*/ 4814596 h 4879911"/>
                <a:gd name="connsiteX25-1265" fmla="*/ 1278294 w 2472613"/>
                <a:gd name="connsiteY25-1266" fmla="*/ 4627984 h 4879911"/>
                <a:gd name="connsiteX26-1267" fmla="*/ 1735494 w 2472613"/>
                <a:gd name="connsiteY26-1268" fmla="*/ 3685592 h 4879911"/>
                <a:gd name="connsiteX27-1269" fmla="*/ 1875453 w 2472613"/>
                <a:gd name="connsiteY27-1270" fmla="*/ 3331029 h 4879911"/>
                <a:gd name="connsiteX28-1271" fmla="*/ 1978090 w 2472613"/>
                <a:gd name="connsiteY28-1272" fmla="*/ 2183364 h 4879911"/>
                <a:gd name="connsiteX29-1273" fmla="*/ 1959429 w 2472613"/>
                <a:gd name="connsiteY29-1274" fmla="*/ 1959429 h 4879911"/>
                <a:gd name="connsiteX30-1275" fmla="*/ 2024743 w 2472613"/>
                <a:gd name="connsiteY30-1276" fmla="*/ 1726164 h 4879911"/>
                <a:gd name="connsiteX31-1277" fmla="*/ 2472613 w 2472613"/>
                <a:gd name="connsiteY31-1278" fmla="*/ 998376 h 4879911"/>
                <a:gd name="connsiteX32-1279" fmla="*/ 1931437 w 2472613"/>
                <a:gd name="connsiteY32-1280" fmla="*/ 550506 h 4879911"/>
                <a:gd name="connsiteX33-1281" fmla="*/ 1446245 w 2472613"/>
                <a:gd name="connsiteY33-1282" fmla="*/ 410547 h 4879911"/>
                <a:gd name="connsiteX34-1283" fmla="*/ 1054359 w 2472613"/>
                <a:gd name="connsiteY34-1284" fmla="*/ 438539 h 4879911"/>
                <a:gd name="connsiteX35-1285" fmla="*/ 1054359 w 2472613"/>
                <a:gd name="connsiteY35-1286" fmla="*/ 223935 h 4879911"/>
                <a:gd name="connsiteX36-1287" fmla="*/ 597159 w 2472613"/>
                <a:gd name="connsiteY36-1288" fmla="*/ 0 h 4879911"/>
                <a:gd name="connsiteX37-1289" fmla="*/ 475861 w 2472613"/>
                <a:gd name="connsiteY37-1290" fmla="*/ 503853 h 4879911"/>
                <a:gd name="connsiteX38-1291" fmla="*/ 606490 w 2472613"/>
                <a:gd name="connsiteY38-1292" fmla="*/ 699796 h 4879911"/>
                <a:gd name="connsiteX39-1293" fmla="*/ 317241 w 2472613"/>
                <a:gd name="connsiteY39-1294" fmla="*/ 1073021 h 4879911"/>
                <a:gd name="connsiteX40-1295" fmla="*/ 188994 w 2472613"/>
                <a:gd name="connsiteY40-1296" fmla="*/ 839950 h 4879911"/>
                <a:gd name="connsiteX41-1297" fmla="*/ 275789 w 2472613"/>
                <a:gd name="connsiteY41-1298" fmla="*/ 798983 h 4879911"/>
                <a:gd name="connsiteX42-1299" fmla="*/ 355050 w 2472613"/>
                <a:gd name="connsiteY42-1300" fmla="*/ 717826 h 4879911"/>
                <a:gd name="connsiteX43-1301" fmla="*/ 343143 w 2472613"/>
                <a:gd name="connsiteY43-1302" fmla="*/ 517801 h 4879911"/>
                <a:gd name="connsiteX44-1303" fmla="*/ 147298 w 2472613"/>
                <a:gd name="connsiteY44-1304" fmla="*/ 530047 h 4879911"/>
                <a:gd name="connsiteX0-1305" fmla="*/ 147298 w 2472613"/>
                <a:gd name="connsiteY0-1306" fmla="*/ 530047 h 4879911"/>
                <a:gd name="connsiteX1-1307" fmla="*/ 0 w 2472613"/>
                <a:gd name="connsiteY1-1308" fmla="*/ 783772 h 4879911"/>
                <a:gd name="connsiteX2-1309" fmla="*/ 37323 w 2472613"/>
                <a:gd name="connsiteY2-1310" fmla="*/ 961053 h 4879911"/>
                <a:gd name="connsiteX3-1311" fmla="*/ 251927 w 2472613"/>
                <a:gd name="connsiteY3-1312" fmla="*/ 1707502 h 4879911"/>
                <a:gd name="connsiteX4-1313" fmla="*/ 671804 w 2472613"/>
                <a:gd name="connsiteY4-1314" fmla="*/ 1539551 h 4879911"/>
                <a:gd name="connsiteX5-1315" fmla="*/ 961053 w 2472613"/>
                <a:gd name="connsiteY5-1316" fmla="*/ 1707502 h 4879911"/>
                <a:gd name="connsiteX6-1317" fmla="*/ 989045 w 2472613"/>
                <a:gd name="connsiteY6-1318" fmla="*/ 1903445 h 4879911"/>
                <a:gd name="connsiteX7-1319" fmla="*/ 961053 w 2472613"/>
                <a:gd name="connsiteY7-1320" fmla="*/ 2071396 h 4879911"/>
                <a:gd name="connsiteX8-1321" fmla="*/ 513184 w 2472613"/>
                <a:gd name="connsiteY8-1322" fmla="*/ 2873829 h 4879911"/>
                <a:gd name="connsiteX9-1323" fmla="*/ 494523 w 2472613"/>
                <a:gd name="connsiteY9-1324" fmla="*/ 3312368 h 4879911"/>
                <a:gd name="connsiteX10-1325" fmla="*/ 475861 w 2472613"/>
                <a:gd name="connsiteY10-1326" fmla="*/ 4254760 h 4879911"/>
                <a:gd name="connsiteX11-1327" fmla="*/ 401217 w 2472613"/>
                <a:gd name="connsiteY11-1328" fmla="*/ 4758613 h 4879911"/>
                <a:gd name="connsiteX12-1329" fmla="*/ 186613 w 2472613"/>
                <a:gd name="connsiteY12-1330" fmla="*/ 4879911 h 4879911"/>
                <a:gd name="connsiteX13-1331" fmla="*/ 597159 w 2472613"/>
                <a:gd name="connsiteY13-1332" fmla="*/ 4777274 h 4879911"/>
                <a:gd name="connsiteX14-1333" fmla="*/ 849086 w 2472613"/>
                <a:gd name="connsiteY14-1334" fmla="*/ 4450702 h 4879911"/>
                <a:gd name="connsiteX15-1335" fmla="*/ 746449 w 2472613"/>
                <a:gd name="connsiteY15-1336" fmla="*/ 4180115 h 4879911"/>
                <a:gd name="connsiteX16-1337" fmla="*/ 802433 w 2472613"/>
                <a:gd name="connsiteY16-1338" fmla="*/ 3760237 h 4879911"/>
                <a:gd name="connsiteX17-1339" fmla="*/ 877078 w 2472613"/>
                <a:gd name="connsiteY17-1340" fmla="*/ 3088433 h 4879911"/>
                <a:gd name="connsiteX18-1341" fmla="*/ 1343608 w 2472613"/>
                <a:gd name="connsiteY18-1342" fmla="*/ 2668555 h 4879911"/>
                <a:gd name="connsiteX19-1343" fmla="*/ 1502229 w 2472613"/>
                <a:gd name="connsiteY19-1344" fmla="*/ 3433666 h 4879911"/>
                <a:gd name="connsiteX20-1345" fmla="*/ 1175657 w 2472613"/>
                <a:gd name="connsiteY20-1346" fmla="*/ 4161453 h 4879911"/>
                <a:gd name="connsiteX21-1347" fmla="*/ 933061 w 2472613"/>
                <a:gd name="connsiteY21-1348" fmla="*/ 4758613 h 4879911"/>
                <a:gd name="connsiteX22-1349" fmla="*/ 1231641 w 2472613"/>
                <a:gd name="connsiteY22-1350" fmla="*/ 4814596 h 4879911"/>
                <a:gd name="connsiteX23-1351" fmla="*/ 1642188 w 2472613"/>
                <a:gd name="connsiteY23-1352" fmla="*/ 4870580 h 4879911"/>
                <a:gd name="connsiteX24-1353" fmla="*/ 1698172 w 2472613"/>
                <a:gd name="connsiteY24-1354" fmla="*/ 4814596 h 4879911"/>
                <a:gd name="connsiteX25-1355" fmla="*/ 1278294 w 2472613"/>
                <a:gd name="connsiteY25-1356" fmla="*/ 4627984 h 4879911"/>
                <a:gd name="connsiteX26-1357" fmla="*/ 1735494 w 2472613"/>
                <a:gd name="connsiteY26-1358" fmla="*/ 3685592 h 4879911"/>
                <a:gd name="connsiteX27-1359" fmla="*/ 1875453 w 2472613"/>
                <a:gd name="connsiteY27-1360" fmla="*/ 3331029 h 4879911"/>
                <a:gd name="connsiteX28-1361" fmla="*/ 1978090 w 2472613"/>
                <a:gd name="connsiteY28-1362" fmla="*/ 2183364 h 4879911"/>
                <a:gd name="connsiteX29-1363" fmla="*/ 1959429 w 2472613"/>
                <a:gd name="connsiteY29-1364" fmla="*/ 1959429 h 4879911"/>
                <a:gd name="connsiteX30-1365" fmla="*/ 2024743 w 2472613"/>
                <a:gd name="connsiteY30-1366" fmla="*/ 1726164 h 4879911"/>
                <a:gd name="connsiteX31-1367" fmla="*/ 2472613 w 2472613"/>
                <a:gd name="connsiteY31-1368" fmla="*/ 998376 h 4879911"/>
                <a:gd name="connsiteX32-1369" fmla="*/ 1931437 w 2472613"/>
                <a:gd name="connsiteY32-1370" fmla="*/ 550506 h 4879911"/>
                <a:gd name="connsiteX33-1371" fmla="*/ 1446245 w 2472613"/>
                <a:gd name="connsiteY33-1372" fmla="*/ 410547 h 4879911"/>
                <a:gd name="connsiteX34-1373" fmla="*/ 1054359 w 2472613"/>
                <a:gd name="connsiteY34-1374" fmla="*/ 438539 h 4879911"/>
                <a:gd name="connsiteX35-1375" fmla="*/ 1054359 w 2472613"/>
                <a:gd name="connsiteY35-1376" fmla="*/ 223935 h 4879911"/>
                <a:gd name="connsiteX36-1377" fmla="*/ 597159 w 2472613"/>
                <a:gd name="connsiteY36-1378" fmla="*/ 0 h 4879911"/>
                <a:gd name="connsiteX37-1379" fmla="*/ 475861 w 2472613"/>
                <a:gd name="connsiteY37-1380" fmla="*/ 503853 h 4879911"/>
                <a:gd name="connsiteX38-1381" fmla="*/ 606490 w 2472613"/>
                <a:gd name="connsiteY38-1382" fmla="*/ 699796 h 4879911"/>
                <a:gd name="connsiteX39-1383" fmla="*/ 317241 w 2472613"/>
                <a:gd name="connsiteY39-1384" fmla="*/ 1073021 h 4879911"/>
                <a:gd name="connsiteX40-1385" fmla="*/ 188994 w 2472613"/>
                <a:gd name="connsiteY40-1386" fmla="*/ 839950 h 4879911"/>
                <a:gd name="connsiteX41-1387" fmla="*/ 275789 w 2472613"/>
                <a:gd name="connsiteY41-1388" fmla="*/ 798983 h 4879911"/>
                <a:gd name="connsiteX42-1389" fmla="*/ 355050 w 2472613"/>
                <a:gd name="connsiteY42-1390" fmla="*/ 717826 h 4879911"/>
                <a:gd name="connsiteX43-1391" fmla="*/ 343143 w 2472613"/>
                <a:gd name="connsiteY43-1392" fmla="*/ 517801 h 4879911"/>
                <a:gd name="connsiteX44-1393" fmla="*/ 147298 w 2472613"/>
                <a:gd name="connsiteY44-1394" fmla="*/ 530047 h 4879911"/>
                <a:gd name="connsiteX0-1395" fmla="*/ 147298 w 2472613"/>
                <a:gd name="connsiteY0-1396" fmla="*/ 530047 h 4879911"/>
                <a:gd name="connsiteX1-1397" fmla="*/ 0 w 2472613"/>
                <a:gd name="connsiteY1-1398" fmla="*/ 783772 h 4879911"/>
                <a:gd name="connsiteX2-1399" fmla="*/ 37323 w 2472613"/>
                <a:gd name="connsiteY2-1400" fmla="*/ 961053 h 4879911"/>
                <a:gd name="connsiteX3-1401" fmla="*/ 251927 w 2472613"/>
                <a:gd name="connsiteY3-1402" fmla="*/ 1707502 h 4879911"/>
                <a:gd name="connsiteX4-1403" fmla="*/ 671804 w 2472613"/>
                <a:gd name="connsiteY4-1404" fmla="*/ 1539551 h 4879911"/>
                <a:gd name="connsiteX5-1405" fmla="*/ 961053 w 2472613"/>
                <a:gd name="connsiteY5-1406" fmla="*/ 1707502 h 4879911"/>
                <a:gd name="connsiteX6-1407" fmla="*/ 989045 w 2472613"/>
                <a:gd name="connsiteY6-1408" fmla="*/ 1903445 h 4879911"/>
                <a:gd name="connsiteX7-1409" fmla="*/ 961053 w 2472613"/>
                <a:gd name="connsiteY7-1410" fmla="*/ 2071396 h 4879911"/>
                <a:gd name="connsiteX8-1411" fmla="*/ 513184 w 2472613"/>
                <a:gd name="connsiteY8-1412" fmla="*/ 2873829 h 4879911"/>
                <a:gd name="connsiteX9-1413" fmla="*/ 494523 w 2472613"/>
                <a:gd name="connsiteY9-1414" fmla="*/ 3312368 h 4879911"/>
                <a:gd name="connsiteX10-1415" fmla="*/ 475861 w 2472613"/>
                <a:gd name="connsiteY10-1416" fmla="*/ 4254760 h 4879911"/>
                <a:gd name="connsiteX11-1417" fmla="*/ 401217 w 2472613"/>
                <a:gd name="connsiteY11-1418" fmla="*/ 4758613 h 4879911"/>
                <a:gd name="connsiteX12-1419" fmla="*/ 186613 w 2472613"/>
                <a:gd name="connsiteY12-1420" fmla="*/ 4879911 h 4879911"/>
                <a:gd name="connsiteX13-1421" fmla="*/ 597159 w 2472613"/>
                <a:gd name="connsiteY13-1422" fmla="*/ 4777274 h 4879911"/>
                <a:gd name="connsiteX14-1423" fmla="*/ 849086 w 2472613"/>
                <a:gd name="connsiteY14-1424" fmla="*/ 4450702 h 4879911"/>
                <a:gd name="connsiteX15-1425" fmla="*/ 746449 w 2472613"/>
                <a:gd name="connsiteY15-1426" fmla="*/ 4180115 h 4879911"/>
                <a:gd name="connsiteX16-1427" fmla="*/ 802433 w 2472613"/>
                <a:gd name="connsiteY16-1428" fmla="*/ 3760237 h 4879911"/>
                <a:gd name="connsiteX17-1429" fmla="*/ 877078 w 2472613"/>
                <a:gd name="connsiteY17-1430" fmla="*/ 3088433 h 4879911"/>
                <a:gd name="connsiteX18-1431" fmla="*/ 1343608 w 2472613"/>
                <a:gd name="connsiteY18-1432" fmla="*/ 2668555 h 4879911"/>
                <a:gd name="connsiteX19-1433" fmla="*/ 1502229 w 2472613"/>
                <a:gd name="connsiteY19-1434" fmla="*/ 3433666 h 4879911"/>
                <a:gd name="connsiteX20-1435" fmla="*/ 1175657 w 2472613"/>
                <a:gd name="connsiteY20-1436" fmla="*/ 4161453 h 4879911"/>
                <a:gd name="connsiteX21-1437" fmla="*/ 933061 w 2472613"/>
                <a:gd name="connsiteY21-1438" fmla="*/ 4758613 h 4879911"/>
                <a:gd name="connsiteX22-1439" fmla="*/ 1231641 w 2472613"/>
                <a:gd name="connsiteY22-1440" fmla="*/ 4814596 h 4879911"/>
                <a:gd name="connsiteX23-1441" fmla="*/ 1642188 w 2472613"/>
                <a:gd name="connsiteY23-1442" fmla="*/ 4870580 h 4879911"/>
                <a:gd name="connsiteX24-1443" fmla="*/ 1698172 w 2472613"/>
                <a:gd name="connsiteY24-1444" fmla="*/ 4814596 h 4879911"/>
                <a:gd name="connsiteX25-1445" fmla="*/ 1278294 w 2472613"/>
                <a:gd name="connsiteY25-1446" fmla="*/ 4627984 h 4879911"/>
                <a:gd name="connsiteX26-1447" fmla="*/ 1735494 w 2472613"/>
                <a:gd name="connsiteY26-1448" fmla="*/ 3685592 h 4879911"/>
                <a:gd name="connsiteX27-1449" fmla="*/ 1875453 w 2472613"/>
                <a:gd name="connsiteY27-1450" fmla="*/ 3331029 h 4879911"/>
                <a:gd name="connsiteX28-1451" fmla="*/ 1978090 w 2472613"/>
                <a:gd name="connsiteY28-1452" fmla="*/ 2183364 h 4879911"/>
                <a:gd name="connsiteX29-1453" fmla="*/ 1959429 w 2472613"/>
                <a:gd name="connsiteY29-1454" fmla="*/ 1959429 h 4879911"/>
                <a:gd name="connsiteX30-1455" fmla="*/ 2024743 w 2472613"/>
                <a:gd name="connsiteY30-1456" fmla="*/ 1726164 h 4879911"/>
                <a:gd name="connsiteX31-1457" fmla="*/ 2472613 w 2472613"/>
                <a:gd name="connsiteY31-1458" fmla="*/ 998376 h 4879911"/>
                <a:gd name="connsiteX32-1459" fmla="*/ 1931437 w 2472613"/>
                <a:gd name="connsiteY32-1460" fmla="*/ 550506 h 4879911"/>
                <a:gd name="connsiteX33-1461" fmla="*/ 1446245 w 2472613"/>
                <a:gd name="connsiteY33-1462" fmla="*/ 410547 h 4879911"/>
                <a:gd name="connsiteX34-1463" fmla="*/ 1054359 w 2472613"/>
                <a:gd name="connsiteY34-1464" fmla="*/ 438539 h 4879911"/>
                <a:gd name="connsiteX35-1465" fmla="*/ 1054359 w 2472613"/>
                <a:gd name="connsiteY35-1466" fmla="*/ 223935 h 4879911"/>
                <a:gd name="connsiteX36-1467" fmla="*/ 597159 w 2472613"/>
                <a:gd name="connsiteY36-1468" fmla="*/ 0 h 4879911"/>
                <a:gd name="connsiteX37-1469" fmla="*/ 475861 w 2472613"/>
                <a:gd name="connsiteY37-1470" fmla="*/ 503853 h 4879911"/>
                <a:gd name="connsiteX38-1471" fmla="*/ 606490 w 2472613"/>
                <a:gd name="connsiteY38-1472" fmla="*/ 699796 h 4879911"/>
                <a:gd name="connsiteX39-1473" fmla="*/ 317241 w 2472613"/>
                <a:gd name="connsiteY39-1474" fmla="*/ 1073021 h 4879911"/>
                <a:gd name="connsiteX40-1475" fmla="*/ 188994 w 2472613"/>
                <a:gd name="connsiteY40-1476" fmla="*/ 839950 h 4879911"/>
                <a:gd name="connsiteX41-1477" fmla="*/ 275789 w 2472613"/>
                <a:gd name="connsiteY41-1478" fmla="*/ 798983 h 4879911"/>
                <a:gd name="connsiteX42-1479" fmla="*/ 355050 w 2472613"/>
                <a:gd name="connsiteY42-1480" fmla="*/ 717826 h 4879911"/>
                <a:gd name="connsiteX43-1481" fmla="*/ 343143 w 2472613"/>
                <a:gd name="connsiteY43-1482" fmla="*/ 517801 h 4879911"/>
                <a:gd name="connsiteX44-1483" fmla="*/ 147298 w 2472613"/>
                <a:gd name="connsiteY44-1484" fmla="*/ 530047 h 4879911"/>
                <a:gd name="connsiteX0-1485" fmla="*/ 147298 w 2472613"/>
                <a:gd name="connsiteY0-1486" fmla="*/ 530047 h 4879911"/>
                <a:gd name="connsiteX1-1487" fmla="*/ 0 w 2472613"/>
                <a:gd name="connsiteY1-1488" fmla="*/ 783772 h 4879911"/>
                <a:gd name="connsiteX2-1489" fmla="*/ 37323 w 2472613"/>
                <a:gd name="connsiteY2-1490" fmla="*/ 961053 h 4879911"/>
                <a:gd name="connsiteX3-1491" fmla="*/ 251927 w 2472613"/>
                <a:gd name="connsiteY3-1492" fmla="*/ 1707502 h 4879911"/>
                <a:gd name="connsiteX4-1493" fmla="*/ 671804 w 2472613"/>
                <a:gd name="connsiteY4-1494" fmla="*/ 1539551 h 4879911"/>
                <a:gd name="connsiteX5-1495" fmla="*/ 961053 w 2472613"/>
                <a:gd name="connsiteY5-1496" fmla="*/ 1707502 h 4879911"/>
                <a:gd name="connsiteX6-1497" fmla="*/ 989045 w 2472613"/>
                <a:gd name="connsiteY6-1498" fmla="*/ 1903445 h 4879911"/>
                <a:gd name="connsiteX7-1499" fmla="*/ 961053 w 2472613"/>
                <a:gd name="connsiteY7-1500" fmla="*/ 2071396 h 4879911"/>
                <a:gd name="connsiteX8-1501" fmla="*/ 513184 w 2472613"/>
                <a:gd name="connsiteY8-1502" fmla="*/ 2873829 h 4879911"/>
                <a:gd name="connsiteX9-1503" fmla="*/ 494523 w 2472613"/>
                <a:gd name="connsiteY9-1504" fmla="*/ 3312368 h 4879911"/>
                <a:gd name="connsiteX10-1505" fmla="*/ 475861 w 2472613"/>
                <a:gd name="connsiteY10-1506" fmla="*/ 4254760 h 4879911"/>
                <a:gd name="connsiteX11-1507" fmla="*/ 401217 w 2472613"/>
                <a:gd name="connsiteY11-1508" fmla="*/ 4758613 h 4879911"/>
                <a:gd name="connsiteX12-1509" fmla="*/ 186613 w 2472613"/>
                <a:gd name="connsiteY12-1510" fmla="*/ 4879911 h 4879911"/>
                <a:gd name="connsiteX13-1511" fmla="*/ 597159 w 2472613"/>
                <a:gd name="connsiteY13-1512" fmla="*/ 4777274 h 4879911"/>
                <a:gd name="connsiteX14-1513" fmla="*/ 849086 w 2472613"/>
                <a:gd name="connsiteY14-1514" fmla="*/ 4450702 h 4879911"/>
                <a:gd name="connsiteX15-1515" fmla="*/ 746449 w 2472613"/>
                <a:gd name="connsiteY15-1516" fmla="*/ 4180115 h 4879911"/>
                <a:gd name="connsiteX16-1517" fmla="*/ 802433 w 2472613"/>
                <a:gd name="connsiteY16-1518" fmla="*/ 3760237 h 4879911"/>
                <a:gd name="connsiteX17-1519" fmla="*/ 877078 w 2472613"/>
                <a:gd name="connsiteY17-1520" fmla="*/ 3088433 h 4879911"/>
                <a:gd name="connsiteX18-1521" fmla="*/ 1343608 w 2472613"/>
                <a:gd name="connsiteY18-1522" fmla="*/ 2668555 h 4879911"/>
                <a:gd name="connsiteX19-1523" fmla="*/ 1502229 w 2472613"/>
                <a:gd name="connsiteY19-1524" fmla="*/ 3433666 h 4879911"/>
                <a:gd name="connsiteX20-1525" fmla="*/ 1175657 w 2472613"/>
                <a:gd name="connsiteY20-1526" fmla="*/ 4161453 h 4879911"/>
                <a:gd name="connsiteX21-1527" fmla="*/ 933061 w 2472613"/>
                <a:gd name="connsiteY21-1528" fmla="*/ 4758613 h 4879911"/>
                <a:gd name="connsiteX22-1529" fmla="*/ 1231641 w 2472613"/>
                <a:gd name="connsiteY22-1530" fmla="*/ 4814596 h 4879911"/>
                <a:gd name="connsiteX23-1531" fmla="*/ 1642188 w 2472613"/>
                <a:gd name="connsiteY23-1532" fmla="*/ 4870580 h 4879911"/>
                <a:gd name="connsiteX24-1533" fmla="*/ 1698172 w 2472613"/>
                <a:gd name="connsiteY24-1534" fmla="*/ 4814596 h 4879911"/>
                <a:gd name="connsiteX25-1535" fmla="*/ 1278294 w 2472613"/>
                <a:gd name="connsiteY25-1536" fmla="*/ 4627984 h 4879911"/>
                <a:gd name="connsiteX26-1537" fmla="*/ 1735494 w 2472613"/>
                <a:gd name="connsiteY26-1538" fmla="*/ 3685592 h 4879911"/>
                <a:gd name="connsiteX27-1539" fmla="*/ 1875453 w 2472613"/>
                <a:gd name="connsiteY27-1540" fmla="*/ 3331029 h 4879911"/>
                <a:gd name="connsiteX28-1541" fmla="*/ 1978090 w 2472613"/>
                <a:gd name="connsiteY28-1542" fmla="*/ 2183364 h 4879911"/>
                <a:gd name="connsiteX29-1543" fmla="*/ 1959429 w 2472613"/>
                <a:gd name="connsiteY29-1544" fmla="*/ 1959429 h 4879911"/>
                <a:gd name="connsiteX30-1545" fmla="*/ 2024743 w 2472613"/>
                <a:gd name="connsiteY30-1546" fmla="*/ 1726164 h 4879911"/>
                <a:gd name="connsiteX31-1547" fmla="*/ 2472613 w 2472613"/>
                <a:gd name="connsiteY31-1548" fmla="*/ 998376 h 4879911"/>
                <a:gd name="connsiteX32-1549" fmla="*/ 1931437 w 2472613"/>
                <a:gd name="connsiteY32-1550" fmla="*/ 550506 h 4879911"/>
                <a:gd name="connsiteX33-1551" fmla="*/ 1446245 w 2472613"/>
                <a:gd name="connsiteY33-1552" fmla="*/ 410547 h 4879911"/>
                <a:gd name="connsiteX34-1553" fmla="*/ 1054359 w 2472613"/>
                <a:gd name="connsiteY34-1554" fmla="*/ 438539 h 4879911"/>
                <a:gd name="connsiteX35-1555" fmla="*/ 1054359 w 2472613"/>
                <a:gd name="connsiteY35-1556" fmla="*/ 223935 h 4879911"/>
                <a:gd name="connsiteX36-1557" fmla="*/ 597159 w 2472613"/>
                <a:gd name="connsiteY36-1558" fmla="*/ 0 h 4879911"/>
                <a:gd name="connsiteX37-1559" fmla="*/ 475861 w 2472613"/>
                <a:gd name="connsiteY37-1560" fmla="*/ 503853 h 4879911"/>
                <a:gd name="connsiteX38-1561" fmla="*/ 606490 w 2472613"/>
                <a:gd name="connsiteY38-1562" fmla="*/ 699796 h 4879911"/>
                <a:gd name="connsiteX39-1563" fmla="*/ 317241 w 2472613"/>
                <a:gd name="connsiteY39-1564" fmla="*/ 1073021 h 4879911"/>
                <a:gd name="connsiteX40-1565" fmla="*/ 188994 w 2472613"/>
                <a:gd name="connsiteY40-1566" fmla="*/ 839950 h 4879911"/>
                <a:gd name="connsiteX41-1567" fmla="*/ 275789 w 2472613"/>
                <a:gd name="connsiteY41-1568" fmla="*/ 798983 h 4879911"/>
                <a:gd name="connsiteX42-1569" fmla="*/ 355050 w 2472613"/>
                <a:gd name="connsiteY42-1570" fmla="*/ 717826 h 4879911"/>
                <a:gd name="connsiteX43-1571" fmla="*/ 343143 w 2472613"/>
                <a:gd name="connsiteY43-1572" fmla="*/ 517801 h 4879911"/>
                <a:gd name="connsiteX44-1573" fmla="*/ 147298 w 2472613"/>
                <a:gd name="connsiteY44-1574" fmla="*/ 530047 h 4879911"/>
                <a:gd name="connsiteX0-1575" fmla="*/ 147298 w 2472613"/>
                <a:gd name="connsiteY0-1576" fmla="*/ 530047 h 4879911"/>
                <a:gd name="connsiteX1-1577" fmla="*/ 0 w 2472613"/>
                <a:gd name="connsiteY1-1578" fmla="*/ 783772 h 4879911"/>
                <a:gd name="connsiteX2-1579" fmla="*/ 37323 w 2472613"/>
                <a:gd name="connsiteY2-1580" fmla="*/ 961053 h 4879911"/>
                <a:gd name="connsiteX3-1581" fmla="*/ 251927 w 2472613"/>
                <a:gd name="connsiteY3-1582" fmla="*/ 1707502 h 4879911"/>
                <a:gd name="connsiteX4-1583" fmla="*/ 671804 w 2472613"/>
                <a:gd name="connsiteY4-1584" fmla="*/ 1539551 h 4879911"/>
                <a:gd name="connsiteX5-1585" fmla="*/ 961053 w 2472613"/>
                <a:gd name="connsiteY5-1586" fmla="*/ 1707502 h 4879911"/>
                <a:gd name="connsiteX6-1587" fmla="*/ 989045 w 2472613"/>
                <a:gd name="connsiteY6-1588" fmla="*/ 1903445 h 4879911"/>
                <a:gd name="connsiteX7-1589" fmla="*/ 961053 w 2472613"/>
                <a:gd name="connsiteY7-1590" fmla="*/ 2071396 h 4879911"/>
                <a:gd name="connsiteX8-1591" fmla="*/ 513184 w 2472613"/>
                <a:gd name="connsiteY8-1592" fmla="*/ 2873829 h 4879911"/>
                <a:gd name="connsiteX9-1593" fmla="*/ 494523 w 2472613"/>
                <a:gd name="connsiteY9-1594" fmla="*/ 3312368 h 4879911"/>
                <a:gd name="connsiteX10-1595" fmla="*/ 475861 w 2472613"/>
                <a:gd name="connsiteY10-1596" fmla="*/ 4254760 h 4879911"/>
                <a:gd name="connsiteX11-1597" fmla="*/ 401217 w 2472613"/>
                <a:gd name="connsiteY11-1598" fmla="*/ 4758613 h 4879911"/>
                <a:gd name="connsiteX12-1599" fmla="*/ 186613 w 2472613"/>
                <a:gd name="connsiteY12-1600" fmla="*/ 4879911 h 4879911"/>
                <a:gd name="connsiteX13-1601" fmla="*/ 597159 w 2472613"/>
                <a:gd name="connsiteY13-1602" fmla="*/ 4777274 h 4879911"/>
                <a:gd name="connsiteX14-1603" fmla="*/ 849086 w 2472613"/>
                <a:gd name="connsiteY14-1604" fmla="*/ 4450702 h 4879911"/>
                <a:gd name="connsiteX15-1605" fmla="*/ 746449 w 2472613"/>
                <a:gd name="connsiteY15-1606" fmla="*/ 4180115 h 4879911"/>
                <a:gd name="connsiteX16-1607" fmla="*/ 802433 w 2472613"/>
                <a:gd name="connsiteY16-1608" fmla="*/ 3760237 h 4879911"/>
                <a:gd name="connsiteX17-1609" fmla="*/ 877078 w 2472613"/>
                <a:gd name="connsiteY17-1610" fmla="*/ 3088433 h 4879911"/>
                <a:gd name="connsiteX18-1611" fmla="*/ 1343608 w 2472613"/>
                <a:gd name="connsiteY18-1612" fmla="*/ 2668555 h 4879911"/>
                <a:gd name="connsiteX19-1613" fmla="*/ 1502229 w 2472613"/>
                <a:gd name="connsiteY19-1614" fmla="*/ 3433666 h 4879911"/>
                <a:gd name="connsiteX20-1615" fmla="*/ 1175657 w 2472613"/>
                <a:gd name="connsiteY20-1616" fmla="*/ 4161453 h 4879911"/>
                <a:gd name="connsiteX21-1617" fmla="*/ 933061 w 2472613"/>
                <a:gd name="connsiteY21-1618" fmla="*/ 4758613 h 4879911"/>
                <a:gd name="connsiteX22-1619" fmla="*/ 1231641 w 2472613"/>
                <a:gd name="connsiteY22-1620" fmla="*/ 4814596 h 4879911"/>
                <a:gd name="connsiteX23-1621" fmla="*/ 1642188 w 2472613"/>
                <a:gd name="connsiteY23-1622" fmla="*/ 4870580 h 4879911"/>
                <a:gd name="connsiteX24-1623" fmla="*/ 1698172 w 2472613"/>
                <a:gd name="connsiteY24-1624" fmla="*/ 4814596 h 4879911"/>
                <a:gd name="connsiteX25-1625" fmla="*/ 1278294 w 2472613"/>
                <a:gd name="connsiteY25-1626" fmla="*/ 4627984 h 4879911"/>
                <a:gd name="connsiteX26-1627" fmla="*/ 1735494 w 2472613"/>
                <a:gd name="connsiteY26-1628" fmla="*/ 3685592 h 4879911"/>
                <a:gd name="connsiteX27-1629" fmla="*/ 1875453 w 2472613"/>
                <a:gd name="connsiteY27-1630" fmla="*/ 3331029 h 4879911"/>
                <a:gd name="connsiteX28-1631" fmla="*/ 1978090 w 2472613"/>
                <a:gd name="connsiteY28-1632" fmla="*/ 2183364 h 4879911"/>
                <a:gd name="connsiteX29-1633" fmla="*/ 1959429 w 2472613"/>
                <a:gd name="connsiteY29-1634" fmla="*/ 1959429 h 4879911"/>
                <a:gd name="connsiteX30-1635" fmla="*/ 2024743 w 2472613"/>
                <a:gd name="connsiteY30-1636" fmla="*/ 1726164 h 4879911"/>
                <a:gd name="connsiteX31-1637" fmla="*/ 2472613 w 2472613"/>
                <a:gd name="connsiteY31-1638" fmla="*/ 998376 h 4879911"/>
                <a:gd name="connsiteX32-1639" fmla="*/ 1931437 w 2472613"/>
                <a:gd name="connsiteY32-1640" fmla="*/ 550506 h 4879911"/>
                <a:gd name="connsiteX33-1641" fmla="*/ 1446245 w 2472613"/>
                <a:gd name="connsiteY33-1642" fmla="*/ 410547 h 4879911"/>
                <a:gd name="connsiteX34-1643" fmla="*/ 1054359 w 2472613"/>
                <a:gd name="connsiteY34-1644" fmla="*/ 438539 h 4879911"/>
                <a:gd name="connsiteX35-1645" fmla="*/ 1054359 w 2472613"/>
                <a:gd name="connsiteY35-1646" fmla="*/ 223935 h 4879911"/>
                <a:gd name="connsiteX36-1647" fmla="*/ 597159 w 2472613"/>
                <a:gd name="connsiteY36-1648" fmla="*/ 0 h 4879911"/>
                <a:gd name="connsiteX37-1649" fmla="*/ 475861 w 2472613"/>
                <a:gd name="connsiteY37-1650" fmla="*/ 503853 h 4879911"/>
                <a:gd name="connsiteX38-1651" fmla="*/ 616015 w 2472613"/>
                <a:gd name="connsiteY38-1652" fmla="*/ 711702 h 4879911"/>
                <a:gd name="connsiteX39-1653" fmla="*/ 317241 w 2472613"/>
                <a:gd name="connsiteY39-1654" fmla="*/ 1073021 h 4879911"/>
                <a:gd name="connsiteX40-1655" fmla="*/ 188994 w 2472613"/>
                <a:gd name="connsiteY40-1656" fmla="*/ 839950 h 4879911"/>
                <a:gd name="connsiteX41-1657" fmla="*/ 275789 w 2472613"/>
                <a:gd name="connsiteY41-1658" fmla="*/ 798983 h 4879911"/>
                <a:gd name="connsiteX42-1659" fmla="*/ 355050 w 2472613"/>
                <a:gd name="connsiteY42-1660" fmla="*/ 717826 h 4879911"/>
                <a:gd name="connsiteX43-1661" fmla="*/ 343143 w 2472613"/>
                <a:gd name="connsiteY43-1662" fmla="*/ 517801 h 4879911"/>
                <a:gd name="connsiteX44-1663" fmla="*/ 147298 w 2472613"/>
                <a:gd name="connsiteY44-1664" fmla="*/ 530047 h 4879911"/>
                <a:gd name="connsiteX0-1665" fmla="*/ 147298 w 2472613"/>
                <a:gd name="connsiteY0-1666" fmla="*/ 530047 h 4879911"/>
                <a:gd name="connsiteX1-1667" fmla="*/ 0 w 2472613"/>
                <a:gd name="connsiteY1-1668" fmla="*/ 783772 h 4879911"/>
                <a:gd name="connsiteX2-1669" fmla="*/ 37323 w 2472613"/>
                <a:gd name="connsiteY2-1670" fmla="*/ 961053 h 4879911"/>
                <a:gd name="connsiteX3-1671" fmla="*/ 251927 w 2472613"/>
                <a:gd name="connsiteY3-1672" fmla="*/ 1707502 h 4879911"/>
                <a:gd name="connsiteX4-1673" fmla="*/ 671804 w 2472613"/>
                <a:gd name="connsiteY4-1674" fmla="*/ 1539551 h 4879911"/>
                <a:gd name="connsiteX5-1675" fmla="*/ 961053 w 2472613"/>
                <a:gd name="connsiteY5-1676" fmla="*/ 1707502 h 4879911"/>
                <a:gd name="connsiteX6-1677" fmla="*/ 989045 w 2472613"/>
                <a:gd name="connsiteY6-1678" fmla="*/ 1903445 h 4879911"/>
                <a:gd name="connsiteX7-1679" fmla="*/ 961053 w 2472613"/>
                <a:gd name="connsiteY7-1680" fmla="*/ 2071396 h 4879911"/>
                <a:gd name="connsiteX8-1681" fmla="*/ 513184 w 2472613"/>
                <a:gd name="connsiteY8-1682" fmla="*/ 2873829 h 4879911"/>
                <a:gd name="connsiteX9-1683" fmla="*/ 494523 w 2472613"/>
                <a:gd name="connsiteY9-1684" fmla="*/ 3312368 h 4879911"/>
                <a:gd name="connsiteX10-1685" fmla="*/ 475861 w 2472613"/>
                <a:gd name="connsiteY10-1686" fmla="*/ 4254760 h 4879911"/>
                <a:gd name="connsiteX11-1687" fmla="*/ 401217 w 2472613"/>
                <a:gd name="connsiteY11-1688" fmla="*/ 4758613 h 4879911"/>
                <a:gd name="connsiteX12-1689" fmla="*/ 186613 w 2472613"/>
                <a:gd name="connsiteY12-1690" fmla="*/ 4879911 h 4879911"/>
                <a:gd name="connsiteX13-1691" fmla="*/ 597159 w 2472613"/>
                <a:gd name="connsiteY13-1692" fmla="*/ 4777274 h 4879911"/>
                <a:gd name="connsiteX14-1693" fmla="*/ 849086 w 2472613"/>
                <a:gd name="connsiteY14-1694" fmla="*/ 4450702 h 4879911"/>
                <a:gd name="connsiteX15-1695" fmla="*/ 746449 w 2472613"/>
                <a:gd name="connsiteY15-1696" fmla="*/ 4180115 h 4879911"/>
                <a:gd name="connsiteX16-1697" fmla="*/ 802433 w 2472613"/>
                <a:gd name="connsiteY16-1698" fmla="*/ 3760237 h 4879911"/>
                <a:gd name="connsiteX17-1699" fmla="*/ 877078 w 2472613"/>
                <a:gd name="connsiteY17-1700" fmla="*/ 3088433 h 4879911"/>
                <a:gd name="connsiteX18-1701" fmla="*/ 1343608 w 2472613"/>
                <a:gd name="connsiteY18-1702" fmla="*/ 2668555 h 4879911"/>
                <a:gd name="connsiteX19-1703" fmla="*/ 1502229 w 2472613"/>
                <a:gd name="connsiteY19-1704" fmla="*/ 3433666 h 4879911"/>
                <a:gd name="connsiteX20-1705" fmla="*/ 1175657 w 2472613"/>
                <a:gd name="connsiteY20-1706" fmla="*/ 4161453 h 4879911"/>
                <a:gd name="connsiteX21-1707" fmla="*/ 933061 w 2472613"/>
                <a:gd name="connsiteY21-1708" fmla="*/ 4758613 h 4879911"/>
                <a:gd name="connsiteX22-1709" fmla="*/ 1231641 w 2472613"/>
                <a:gd name="connsiteY22-1710" fmla="*/ 4814596 h 4879911"/>
                <a:gd name="connsiteX23-1711" fmla="*/ 1642188 w 2472613"/>
                <a:gd name="connsiteY23-1712" fmla="*/ 4870580 h 4879911"/>
                <a:gd name="connsiteX24-1713" fmla="*/ 1698172 w 2472613"/>
                <a:gd name="connsiteY24-1714" fmla="*/ 4814596 h 4879911"/>
                <a:gd name="connsiteX25-1715" fmla="*/ 1278294 w 2472613"/>
                <a:gd name="connsiteY25-1716" fmla="*/ 4627984 h 4879911"/>
                <a:gd name="connsiteX26-1717" fmla="*/ 1735494 w 2472613"/>
                <a:gd name="connsiteY26-1718" fmla="*/ 3685592 h 4879911"/>
                <a:gd name="connsiteX27-1719" fmla="*/ 1875453 w 2472613"/>
                <a:gd name="connsiteY27-1720" fmla="*/ 3331029 h 4879911"/>
                <a:gd name="connsiteX28-1721" fmla="*/ 1978090 w 2472613"/>
                <a:gd name="connsiteY28-1722" fmla="*/ 2183364 h 4879911"/>
                <a:gd name="connsiteX29-1723" fmla="*/ 1959429 w 2472613"/>
                <a:gd name="connsiteY29-1724" fmla="*/ 1959429 h 4879911"/>
                <a:gd name="connsiteX30-1725" fmla="*/ 2024743 w 2472613"/>
                <a:gd name="connsiteY30-1726" fmla="*/ 1726164 h 4879911"/>
                <a:gd name="connsiteX31-1727" fmla="*/ 2472613 w 2472613"/>
                <a:gd name="connsiteY31-1728" fmla="*/ 998376 h 4879911"/>
                <a:gd name="connsiteX32-1729" fmla="*/ 1931437 w 2472613"/>
                <a:gd name="connsiteY32-1730" fmla="*/ 550506 h 4879911"/>
                <a:gd name="connsiteX33-1731" fmla="*/ 1446245 w 2472613"/>
                <a:gd name="connsiteY33-1732" fmla="*/ 410547 h 4879911"/>
                <a:gd name="connsiteX34-1733" fmla="*/ 1054359 w 2472613"/>
                <a:gd name="connsiteY34-1734" fmla="*/ 438539 h 4879911"/>
                <a:gd name="connsiteX35-1735" fmla="*/ 1054359 w 2472613"/>
                <a:gd name="connsiteY35-1736" fmla="*/ 223935 h 4879911"/>
                <a:gd name="connsiteX36-1737" fmla="*/ 597159 w 2472613"/>
                <a:gd name="connsiteY36-1738" fmla="*/ 0 h 4879911"/>
                <a:gd name="connsiteX37-1739" fmla="*/ 475861 w 2472613"/>
                <a:gd name="connsiteY37-1740" fmla="*/ 503853 h 4879911"/>
                <a:gd name="connsiteX38-1741" fmla="*/ 616015 w 2472613"/>
                <a:gd name="connsiteY38-1742" fmla="*/ 711702 h 4879911"/>
                <a:gd name="connsiteX39-1743" fmla="*/ 317241 w 2472613"/>
                <a:gd name="connsiteY39-1744" fmla="*/ 1073021 h 4879911"/>
                <a:gd name="connsiteX40-1745" fmla="*/ 188994 w 2472613"/>
                <a:gd name="connsiteY40-1746" fmla="*/ 839950 h 4879911"/>
                <a:gd name="connsiteX41-1747" fmla="*/ 275789 w 2472613"/>
                <a:gd name="connsiteY41-1748" fmla="*/ 798983 h 4879911"/>
                <a:gd name="connsiteX42-1749" fmla="*/ 355050 w 2472613"/>
                <a:gd name="connsiteY42-1750" fmla="*/ 717826 h 4879911"/>
                <a:gd name="connsiteX43-1751" fmla="*/ 343143 w 2472613"/>
                <a:gd name="connsiteY43-1752" fmla="*/ 517801 h 4879911"/>
                <a:gd name="connsiteX44-1753" fmla="*/ 147298 w 2472613"/>
                <a:gd name="connsiteY44-1754" fmla="*/ 530047 h 4879911"/>
                <a:gd name="connsiteX0-1755" fmla="*/ 147298 w 2472613"/>
                <a:gd name="connsiteY0-1756" fmla="*/ 530047 h 4879911"/>
                <a:gd name="connsiteX1-1757" fmla="*/ 0 w 2472613"/>
                <a:gd name="connsiteY1-1758" fmla="*/ 783772 h 4879911"/>
                <a:gd name="connsiteX2-1759" fmla="*/ 37323 w 2472613"/>
                <a:gd name="connsiteY2-1760" fmla="*/ 961053 h 4879911"/>
                <a:gd name="connsiteX3-1761" fmla="*/ 251927 w 2472613"/>
                <a:gd name="connsiteY3-1762" fmla="*/ 1707502 h 4879911"/>
                <a:gd name="connsiteX4-1763" fmla="*/ 671804 w 2472613"/>
                <a:gd name="connsiteY4-1764" fmla="*/ 1539551 h 4879911"/>
                <a:gd name="connsiteX5-1765" fmla="*/ 961053 w 2472613"/>
                <a:gd name="connsiteY5-1766" fmla="*/ 1707502 h 4879911"/>
                <a:gd name="connsiteX6-1767" fmla="*/ 989045 w 2472613"/>
                <a:gd name="connsiteY6-1768" fmla="*/ 1903445 h 4879911"/>
                <a:gd name="connsiteX7-1769" fmla="*/ 961053 w 2472613"/>
                <a:gd name="connsiteY7-1770" fmla="*/ 2071396 h 4879911"/>
                <a:gd name="connsiteX8-1771" fmla="*/ 513184 w 2472613"/>
                <a:gd name="connsiteY8-1772" fmla="*/ 2873829 h 4879911"/>
                <a:gd name="connsiteX9-1773" fmla="*/ 494523 w 2472613"/>
                <a:gd name="connsiteY9-1774" fmla="*/ 3312368 h 4879911"/>
                <a:gd name="connsiteX10-1775" fmla="*/ 475861 w 2472613"/>
                <a:gd name="connsiteY10-1776" fmla="*/ 4254760 h 4879911"/>
                <a:gd name="connsiteX11-1777" fmla="*/ 401217 w 2472613"/>
                <a:gd name="connsiteY11-1778" fmla="*/ 4758613 h 4879911"/>
                <a:gd name="connsiteX12-1779" fmla="*/ 186613 w 2472613"/>
                <a:gd name="connsiteY12-1780" fmla="*/ 4879911 h 4879911"/>
                <a:gd name="connsiteX13-1781" fmla="*/ 597159 w 2472613"/>
                <a:gd name="connsiteY13-1782" fmla="*/ 4777274 h 4879911"/>
                <a:gd name="connsiteX14-1783" fmla="*/ 849086 w 2472613"/>
                <a:gd name="connsiteY14-1784" fmla="*/ 4450702 h 4879911"/>
                <a:gd name="connsiteX15-1785" fmla="*/ 746449 w 2472613"/>
                <a:gd name="connsiteY15-1786" fmla="*/ 4180115 h 4879911"/>
                <a:gd name="connsiteX16-1787" fmla="*/ 802433 w 2472613"/>
                <a:gd name="connsiteY16-1788" fmla="*/ 3760237 h 4879911"/>
                <a:gd name="connsiteX17-1789" fmla="*/ 877078 w 2472613"/>
                <a:gd name="connsiteY17-1790" fmla="*/ 3088433 h 4879911"/>
                <a:gd name="connsiteX18-1791" fmla="*/ 1343608 w 2472613"/>
                <a:gd name="connsiteY18-1792" fmla="*/ 2668555 h 4879911"/>
                <a:gd name="connsiteX19-1793" fmla="*/ 1502229 w 2472613"/>
                <a:gd name="connsiteY19-1794" fmla="*/ 3433666 h 4879911"/>
                <a:gd name="connsiteX20-1795" fmla="*/ 1175657 w 2472613"/>
                <a:gd name="connsiteY20-1796" fmla="*/ 4161453 h 4879911"/>
                <a:gd name="connsiteX21-1797" fmla="*/ 933061 w 2472613"/>
                <a:gd name="connsiteY21-1798" fmla="*/ 4758613 h 4879911"/>
                <a:gd name="connsiteX22-1799" fmla="*/ 1231641 w 2472613"/>
                <a:gd name="connsiteY22-1800" fmla="*/ 4814596 h 4879911"/>
                <a:gd name="connsiteX23-1801" fmla="*/ 1642188 w 2472613"/>
                <a:gd name="connsiteY23-1802" fmla="*/ 4870580 h 4879911"/>
                <a:gd name="connsiteX24-1803" fmla="*/ 1698172 w 2472613"/>
                <a:gd name="connsiteY24-1804" fmla="*/ 4814596 h 4879911"/>
                <a:gd name="connsiteX25-1805" fmla="*/ 1278294 w 2472613"/>
                <a:gd name="connsiteY25-1806" fmla="*/ 4627984 h 4879911"/>
                <a:gd name="connsiteX26-1807" fmla="*/ 1735494 w 2472613"/>
                <a:gd name="connsiteY26-1808" fmla="*/ 3685592 h 4879911"/>
                <a:gd name="connsiteX27-1809" fmla="*/ 1875453 w 2472613"/>
                <a:gd name="connsiteY27-1810" fmla="*/ 3331029 h 4879911"/>
                <a:gd name="connsiteX28-1811" fmla="*/ 1978090 w 2472613"/>
                <a:gd name="connsiteY28-1812" fmla="*/ 2183364 h 4879911"/>
                <a:gd name="connsiteX29-1813" fmla="*/ 1959429 w 2472613"/>
                <a:gd name="connsiteY29-1814" fmla="*/ 1959429 h 4879911"/>
                <a:gd name="connsiteX30-1815" fmla="*/ 2024743 w 2472613"/>
                <a:gd name="connsiteY30-1816" fmla="*/ 1726164 h 4879911"/>
                <a:gd name="connsiteX31-1817" fmla="*/ 2472613 w 2472613"/>
                <a:gd name="connsiteY31-1818" fmla="*/ 998376 h 4879911"/>
                <a:gd name="connsiteX32-1819" fmla="*/ 1931437 w 2472613"/>
                <a:gd name="connsiteY32-1820" fmla="*/ 550506 h 4879911"/>
                <a:gd name="connsiteX33-1821" fmla="*/ 1446245 w 2472613"/>
                <a:gd name="connsiteY33-1822" fmla="*/ 410547 h 4879911"/>
                <a:gd name="connsiteX34-1823" fmla="*/ 1054359 w 2472613"/>
                <a:gd name="connsiteY34-1824" fmla="*/ 438539 h 4879911"/>
                <a:gd name="connsiteX35-1825" fmla="*/ 1054359 w 2472613"/>
                <a:gd name="connsiteY35-1826" fmla="*/ 223935 h 4879911"/>
                <a:gd name="connsiteX36-1827" fmla="*/ 597159 w 2472613"/>
                <a:gd name="connsiteY36-1828" fmla="*/ 0 h 4879911"/>
                <a:gd name="connsiteX37-1829" fmla="*/ 475861 w 2472613"/>
                <a:gd name="connsiteY37-1830" fmla="*/ 503853 h 4879911"/>
                <a:gd name="connsiteX38-1831" fmla="*/ 616015 w 2472613"/>
                <a:gd name="connsiteY38-1832" fmla="*/ 711702 h 4879911"/>
                <a:gd name="connsiteX39-1833" fmla="*/ 317241 w 2472613"/>
                <a:gd name="connsiteY39-1834" fmla="*/ 1073021 h 4879911"/>
                <a:gd name="connsiteX40-1835" fmla="*/ 188994 w 2472613"/>
                <a:gd name="connsiteY40-1836" fmla="*/ 839950 h 4879911"/>
                <a:gd name="connsiteX41-1837" fmla="*/ 275789 w 2472613"/>
                <a:gd name="connsiteY41-1838" fmla="*/ 798983 h 4879911"/>
                <a:gd name="connsiteX42-1839" fmla="*/ 355050 w 2472613"/>
                <a:gd name="connsiteY42-1840" fmla="*/ 717826 h 4879911"/>
                <a:gd name="connsiteX43-1841" fmla="*/ 343143 w 2472613"/>
                <a:gd name="connsiteY43-1842" fmla="*/ 517801 h 4879911"/>
                <a:gd name="connsiteX44-1843" fmla="*/ 147298 w 2472613"/>
                <a:gd name="connsiteY44-1844" fmla="*/ 530047 h 4879911"/>
                <a:gd name="connsiteX0-1845" fmla="*/ 147298 w 2472613"/>
                <a:gd name="connsiteY0-1846" fmla="*/ 530047 h 4879911"/>
                <a:gd name="connsiteX1-1847" fmla="*/ 0 w 2472613"/>
                <a:gd name="connsiteY1-1848" fmla="*/ 783772 h 4879911"/>
                <a:gd name="connsiteX2-1849" fmla="*/ 37323 w 2472613"/>
                <a:gd name="connsiteY2-1850" fmla="*/ 961053 h 4879911"/>
                <a:gd name="connsiteX3-1851" fmla="*/ 251927 w 2472613"/>
                <a:gd name="connsiteY3-1852" fmla="*/ 1707502 h 4879911"/>
                <a:gd name="connsiteX4-1853" fmla="*/ 671804 w 2472613"/>
                <a:gd name="connsiteY4-1854" fmla="*/ 1539551 h 4879911"/>
                <a:gd name="connsiteX5-1855" fmla="*/ 961053 w 2472613"/>
                <a:gd name="connsiteY5-1856" fmla="*/ 1707502 h 4879911"/>
                <a:gd name="connsiteX6-1857" fmla="*/ 989045 w 2472613"/>
                <a:gd name="connsiteY6-1858" fmla="*/ 1903445 h 4879911"/>
                <a:gd name="connsiteX7-1859" fmla="*/ 961053 w 2472613"/>
                <a:gd name="connsiteY7-1860" fmla="*/ 2071396 h 4879911"/>
                <a:gd name="connsiteX8-1861" fmla="*/ 513184 w 2472613"/>
                <a:gd name="connsiteY8-1862" fmla="*/ 2873829 h 4879911"/>
                <a:gd name="connsiteX9-1863" fmla="*/ 494523 w 2472613"/>
                <a:gd name="connsiteY9-1864" fmla="*/ 3312368 h 4879911"/>
                <a:gd name="connsiteX10-1865" fmla="*/ 475861 w 2472613"/>
                <a:gd name="connsiteY10-1866" fmla="*/ 4254760 h 4879911"/>
                <a:gd name="connsiteX11-1867" fmla="*/ 401217 w 2472613"/>
                <a:gd name="connsiteY11-1868" fmla="*/ 4758613 h 4879911"/>
                <a:gd name="connsiteX12-1869" fmla="*/ 186613 w 2472613"/>
                <a:gd name="connsiteY12-1870" fmla="*/ 4879911 h 4879911"/>
                <a:gd name="connsiteX13-1871" fmla="*/ 597159 w 2472613"/>
                <a:gd name="connsiteY13-1872" fmla="*/ 4777274 h 4879911"/>
                <a:gd name="connsiteX14-1873" fmla="*/ 849086 w 2472613"/>
                <a:gd name="connsiteY14-1874" fmla="*/ 4450702 h 4879911"/>
                <a:gd name="connsiteX15-1875" fmla="*/ 746449 w 2472613"/>
                <a:gd name="connsiteY15-1876" fmla="*/ 4180115 h 4879911"/>
                <a:gd name="connsiteX16-1877" fmla="*/ 802433 w 2472613"/>
                <a:gd name="connsiteY16-1878" fmla="*/ 3760237 h 4879911"/>
                <a:gd name="connsiteX17-1879" fmla="*/ 877078 w 2472613"/>
                <a:gd name="connsiteY17-1880" fmla="*/ 3088433 h 4879911"/>
                <a:gd name="connsiteX18-1881" fmla="*/ 1343608 w 2472613"/>
                <a:gd name="connsiteY18-1882" fmla="*/ 2668555 h 4879911"/>
                <a:gd name="connsiteX19-1883" fmla="*/ 1502229 w 2472613"/>
                <a:gd name="connsiteY19-1884" fmla="*/ 3433666 h 4879911"/>
                <a:gd name="connsiteX20-1885" fmla="*/ 1175657 w 2472613"/>
                <a:gd name="connsiteY20-1886" fmla="*/ 4161453 h 4879911"/>
                <a:gd name="connsiteX21-1887" fmla="*/ 933061 w 2472613"/>
                <a:gd name="connsiteY21-1888" fmla="*/ 4758613 h 4879911"/>
                <a:gd name="connsiteX22-1889" fmla="*/ 1231641 w 2472613"/>
                <a:gd name="connsiteY22-1890" fmla="*/ 4814596 h 4879911"/>
                <a:gd name="connsiteX23-1891" fmla="*/ 1642188 w 2472613"/>
                <a:gd name="connsiteY23-1892" fmla="*/ 4870580 h 4879911"/>
                <a:gd name="connsiteX24-1893" fmla="*/ 1698172 w 2472613"/>
                <a:gd name="connsiteY24-1894" fmla="*/ 4814596 h 4879911"/>
                <a:gd name="connsiteX25-1895" fmla="*/ 1278294 w 2472613"/>
                <a:gd name="connsiteY25-1896" fmla="*/ 4627984 h 4879911"/>
                <a:gd name="connsiteX26-1897" fmla="*/ 1735494 w 2472613"/>
                <a:gd name="connsiteY26-1898" fmla="*/ 3685592 h 4879911"/>
                <a:gd name="connsiteX27-1899" fmla="*/ 1875453 w 2472613"/>
                <a:gd name="connsiteY27-1900" fmla="*/ 3331029 h 4879911"/>
                <a:gd name="connsiteX28-1901" fmla="*/ 1978090 w 2472613"/>
                <a:gd name="connsiteY28-1902" fmla="*/ 2183364 h 4879911"/>
                <a:gd name="connsiteX29-1903" fmla="*/ 1959429 w 2472613"/>
                <a:gd name="connsiteY29-1904" fmla="*/ 1959429 h 4879911"/>
                <a:gd name="connsiteX30-1905" fmla="*/ 2024743 w 2472613"/>
                <a:gd name="connsiteY30-1906" fmla="*/ 1726164 h 4879911"/>
                <a:gd name="connsiteX31-1907" fmla="*/ 2472613 w 2472613"/>
                <a:gd name="connsiteY31-1908" fmla="*/ 998376 h 4879911"/>
                <a:gd name="connsiteX32-1909" fmla="*/ 1931437 w 2472613"/>
                <a:gd name="connsiteY32-1910" fmla="*/ 550506 h 4879911"/>
                <a:gd name="connsiteX33-1911" fmla="*/ 1446245 w 2472613"/>
                <a:gd name="connsiteY33-1912" fmla="*/ 410547 h 4879911"/>
                <a:gd name="connsiteX34-1913" fmla="*/ 1054359 w 2472613"/>
                <a:gd name="connsiteY34-1914" fmla="*/ 438539 h 4879911"/>
                <a:gd name="connsiteX35-1915" fmla="*/ 1054359 w 2472613"/>
                <a:gd name="connsiteY35-1916" fmla="*/ 223935 h 4879911"/>
                <a:gd name="connsiteX36-1917" fmla="*/ 597159 w 2472613"/>
                <a:gd name="connsiteY36-1918" fmla="*/ 0 h 4879911"/>
                <a:gd name="connsiteX37-1919" fmla="*/ 475861 w 2472613"/>
                <a:gd name="connsiteY37-1920" fmla="*/ 503853 h 4879911"/>
                <a:gd name="connsiteX38-1921" fmla="*/ 616015 w 2472613"/>
                <a:gd name="connsiteY38-1922" fmla="*/ 711702 h 4879911"/>
                <a:gd name="connsiteX39-1923" fmla="*/ 317241 w 2472613"/>
                <a:gd name="connsiteY39-1924" fmla="*/ 1073021 h 4879911"/>
                <a:gd name="connsiteX40-1925" fmla="*/ 188994 w 2472613"/>
                <a:gd name="connsiteY40-1926" fmla="*/ 839950 h 4879911"/>
                <a:gd name="connsiteX41-1927" fmla="*/ 275789 w 2472613"/>
                <a:gd name="connsiteY41-1928" fmla="*/ 798983 h 4879911"/>
                <a:gd name="connsiteX42-1929" fmla="*/ 355050 w 2472613"/>
                <a:gd name="connsiteY42-1930" fmla="*/ 717826 h 4879911"/>
                <a:gd name="connsiteX43-1931" fmla="*/ 343143 w 2472613"/>
                <a:gd name="connsiteY43-1932" fmla="*/ 517801 h 4879911"/>
                <a:gd name="connsiteX44-1933" fmla="*/ 147298 w 2472613"/>
                <a:gd name="connsiteY44-1934" fmla="*/ 530047 h 4879911"/>
                <a:gd name="connsiteX0-1935" fmla="*/ 147298 w 2472613"/>
                <a:gd name="connsiteY0-1936" fmla="*/ 530047 h 4879911"/>
                <a:gd name="connsiteX1-1937" fmla="*/ 0 w 2472613"/>
                <a:gd name="connsiteY1-1938" fmla="*/ 783772 h 4879911"/>
                <a:gd name="connsiteX2-1939" fmla="*/ 37323 w 2472613"/>
                <a:gd name="connsiteY2-1940" fmla="*/ 961053 h 4879911"/>
                <a:gd name="connsiteX3-1941" fmla="*/ 251927 w 2472613"/>
                <a:gd name="connsiteY3-1942" fmla="*/ 1707502 h 4879911"/>
                <a:gd name="connsiteX4-1943" fmla="*/ 671804 w 2472613"/>
                <a:gd name="connsiteY4-1944" fmla="*/ 1539551 h 4879911"/>
                <a:gd name="connsiteX5-1945" fmla="*/ 961053 w 2472613"/>
                <a:gd name="connsiteY5-1946" fmla="*/ 1707502 h 4879911"/>
                <a:gd name="connsiteX6-1947" fmla="*/ 989045 w 2472613"/>
                <a:gd name="connsiteY6-1948" fmla="*/ 1903445 h 4879911"/>
                <a:gd name="connsiteX7-1949" fmla="*/ 961053 w 2472613"/>
                <a:gd name="connsiteY7-1950" fmla="*/ 2071396 h 4879911"/>
                <a:gd name="connsiteX8-1951" fmla="*/ 513184 w 2472613"/>
                <a:gd name="connsiteY8-1952" fmla="*/ 2873829 h 4879911"/>
                <a:gd name="connsiteX9-1953" fmla="*/ 494523 w 2472613"/>
                <a:gd name="connsiteY9-1954" fmla="*/ 3312368 h 4879911"/>
                <a:gd name="connsiteX10-1955" fmla="*/ 475861 w 2472613"/>
                <a:gd name="connsiteY10-1956" fmla="*/ 4254760 h 4879911"/>
                <a:gd name="connsiteX11-1957" fmla="*/ 401217 w 2472613"/>
                <a:gd name="connsiteY11-1958" fmla="*/ 4758613 h 4879911"/>
                <a:gd name="connsiteX12-1959" fmla="*/ 186613 w 2472613"/>
                <a:gd name="connsiteY12-1960" fmla="*/ 4879911 h 4879911"/>
                <a:gd name="connsiteX13-1961" fmla="*/ 597159 w 2472613"/>
                <a:gd name="connsiteY13-1962" fmla="*/ 4777274 h 4879911"/>
                <a:gd name="connsiteX14-1963" fmla="*/ 849086 w 2472613"/>
                <a:gd name="connsiteY14-1964" fmla="*/ 4450702 h 4879911"/>
                <a:gd name="connsiteX15-1965" fmla="*/ 746449 w 2472613"/>
                <a:gd name="connsiteY15-1966" fmla="*/ 4180115 h 4879911"/>
                <a:gd name="connsiteX16-1967" fmla="*/ 802433 w 2472613"/>
                <a:gd name="connsiteY16-1968" fmla="*/ 3760237 h 4879911"/>
                <a:gd name="connsiteX17-1969" fmla="*/ 877078 w 2472613"/>
                <a:gd name="connsiteY17-1970" fmla="*/ 3088433 h 4879911"/>
                <a:gd name="connsiteX18-1971" fmla="*/ 1343608 w 2472613"/>
                <a:gd name="connsiteY18-1972" fmla="*/ 2668555 h 4879911"/>
                <a:gd name="connsiteX19-1973" fmla="*/ 1502229 w 2472613"/>
                <a:gd name="connsiteY19-1974" fmla="*/ 3433666 h 4879911"/>
                <a:gd name="connsiteX20-1975" fmla="*/ 1175657 w 2472613"/>
                <a:gd name="connsiteY20-1976" fmla="*/ 4161453 h 4879911"/>
                <a:gd name="connsiteX21-1977" fmla="*/ 933061 w 2472613"/>
                <a:gd name="connsiteY21-1978" fmla="*/ 4758613 h 4879911"/>
                <a:gd name="connsiteX22-1979" fmla="*/ 1231641 w 2472613"/>
                <a:gd name="connsiteY22-1980" fmla="*/ 4814596 h 4879911"/>
                <a:gd name="connsiteX23-1981" fmla="*/ 1642188 w 2472613"/>
                <a:gd name="connsiteY23-1982" fmla="*/ 4870580 h 4879911"/>
                <a:gd name="connsiteX24-1983" fmla="*/ 1698172 w 2472613"/>
                <a:gd name="connsiteY24-1984" fmla="*/ 4814596 h 4879911"/>
                <a:gd name="connsiteX25-1985" fmla="*/ 1278294 w 2472613"/>
                <a:gd name="connsiteY25-1986" fmla="*/ 4627984 h 4879911"/>
                <a:gd name="connsiteX26-1987" fmla="*/ 1735494 w 2472613"/>
                <a:gd name="connsiteY26-1988" fmla="*/ 3685592 h 4879911"/>
                <a:gd name="connsiteX27-1989" fmla="*/ 1875453 w 2472613"/>
                <a:gd name="connsiteY27-1990" fmla="*/ 3331029 h 4879911"/>
                <a:gd name="connsiteX28-1991" fmla="*/ 1978090 w 2472613"/>
                <a:gd name="connsiteY28-1992" fmla="*/ 2183364 h 4879911"/>
                <a:gd name="connsiteX29-1993" fmla="*/ 1959429 w 2472613"/>
                <a:gd name="connsiteY29-1994" fmla="*/ 1959429 h 4879911"/>
                <a:gd name="connsiteX30-1995" fmla="*/ 2024743 w 2472613"/>
                <a:gd name="connsiteY30-1996" fmla="*/ 1726164 h 4879911"/>
                <a:gd name="connsiteX31-1997" fmla="*/ 2472613 w 2472613"/>
                <a:gd name="connsiteY31-1998" fmla="*/ 998376 h 4879911"/>
                <a:gd name="connsiteX32-1999" fmla="*/ 1931437 w 2472613"/>
                <a:gd name="connsiteY32-2000" fmla="*/ 550506 h 4879911"/>
                <a:gd name="connsiteX33-2001" fmla="*/ 1446245 w 2472613"/>
                <a:gd name="connsiteY33-2002" fmla="*/ 410547 h 4879911"/>
                <a:gd name="connsiteX34-2003" fmla="*/ 1054359 w 2472613"/>
                <a:gd name="connsiteY34-2004" fmla="*/ 438539 h 4879911"/>
                <a:gd name="connsiteX35-2005" fmla="*/ 1054359 w 2472613"/>
                <a:gd name="connsiteY35-2006" fmla="*/ 223935 h 4879911"/>
                <a:gd name="connsiteX36-2007" fmla="*/ 597159 w 2472613"/>
                <a:gd name="connsiteY36-2008" fmla="*/ 0 h 4879911"/>
                <a:gd name="connsiteX37-2009" fmla="*/ 475861 w 2472613"/>
                <a:gd name="connsiteY37-2010" fmla="*/ 503853 h 4879911"/>
                <a:gd name="connsiteX38-2011" fmla="*/ 616015 w 2472613"/>
                <a:gd name="connsiteY38-2012" fmla="*/ 711702 h 4879911"/>
                <a:gd name="connsiteX39-2013" fmla="*/ 319622 w 2472613"/>
                <a:gd name="connsiteY39-2014" fmla="*/ 1075402 h 4879911"/>
                <a:gd name="connsiteX40-2015" fmla="*/ 188994 w 2472613"/>
                <a:gd name="connsiteY40-2016" fmla="*/ 839950 h 4879911"/>
                <a:gd name="connsiteX41-2017" fmla="*/ 275789 w 2472613"/>
                <a:gd name="connsiteY41-2018" fmla="*/ 798983 h 4879911"/>
                <a:gd name="connsiteX42-2019" fmla="*/ 355050 w 2472613"/>
                <a:gd name="connsiteY42-2020" fmla="*/ 717826 h 4879911"/>
                <a:gd name="connsiteX43-2021" fmla="*/ 343143 w 2472613"/>
                <a:gd name="connsiteY43-2022" fmla="*/ 517801 h 4879911"/>
                <a:gd name="connsiteX44-2023" fmla="*/ 147298 w 2472613"/>
                <a:gd name="connsiteY44-2024" fmla="*/ 530047 h 4879911"/>
                <a:gd name="connsiteX0-2025" fmla="*/ 147298 w 2472613"/>
                <a:gd name="connsiteY0-2026" fmla="*/ 530047 h 4879911"/>
                <a:gd name="connsiteX1-2027" fmla="*/ 0 w 2472613"/>
                <a:gd name="connsiteY1-2028" fmla="*/ 783772 h 4879911"/>
                <a:gd name="connsiteX2-2029" fmla="*/ 37323 w 2472613"/>
                <a:gd name="connsiteY2-2030" fmla="*/ 961053 h 4879911"/>
                <a:gd name="connsiteX3-2031" fmla="*/ 251927 w 2472613"/>
                <a:gd name="connsiteY3-2032" fmla="*/ 1707502 h 4879911"/>
                <a:gd name="connsiteX4-2033" fmla="*/ 671804 w 2472613"/>
                <a:gd name="connsiteY4-2034" fmla="*/ 1539551 h 4879911"/>
                <a:gd name="connsiteX5-2035" fmla="*/ 961053 w 2472613"/>
                <a:gd name="connsiteY5-2036" fmla="*/ 1707502 h 4879911"/>
                <a:gd name="connsiteX6-2037" fmla="*/ 989045 w 2472613"/>
                <a:gd name="connsiteY6-2038" fmla="*/ 1903445 h 4879911"/>
                <a:gd name="connsiteX7-2039" fmla="*/ 961053 w 2472613"/>
                <a:gd name="connsiteY7-2040" fmla="*/ 2071396 h 4879911"/>
                <a:gd name="connsiteX8-2041" fmla="*/ 513184 w 2472613"/>
                <a:gd name="connsiteY8-2042" fmla="*/ 2873829 h 4879911"/>
                <a:gd name="connsiteX9-2043" fmla="*/ 494523 w 2472613"/>
                <a:gd name="connsiteY9-2044" fmla="*/ 3312368 h 4879911"/>
                <a:gd name="connsiteX10-2045" fmla="*/ 475861 w 2472613"/>
                <a:gd name="connsiteY10-2046" fmla="*/ 4254760 h 4879911"/>
                <a:gd name="connsiteX11-2047" fmla="*/ 401217 w 2472613"/>
                <a:gd name="connsiteY11-2048" fmla="*/ 4758613 h 4879911"/>
                <a:gd name="connsiteX12-2049" fmla="*/ 186613 w 2472613"/>
                <a:gd name="connsiteY12-2050" fmla="*/ 4879911 h 4879911"/>
                <a:gd name="connsiteX13-2051" fmla="*/ 597159 w 2472613"/>
                <a:gd name="connsiteY13-2052" fmla="*/ 4777274 h 4879911"/>
                <a:gd name="connsiteX14-2053" fmla="*/ 849086 w 2472613"/>
                <a:gd name="connsiteY14-2054" fmla="*/ 4450702 h 4879911"/>
                <a:gd name="connsiteX15-2055" fmla="*/ 746449 w 2472613"/>
                <a:gd name="connsiteY15-2056" fmla="*/ 4180115 h 4879911"/>
                <a:gd name="connsiteX16-2057" fmla="*/ 802433 w 2472613"/>
                <a:gd name="connsiteY16-2058" fmla="*/ 3760237 h 4879911"/>
                <a:gd name="connsiteX17-2059" fmla="*/ 877078 w 2472613"/>
                <a:gd name="connsiteY17-2060" fmla="*/ 3088433 h 4879911"/>
                <a:gd name="connsiteX18-2061" fmla="*/ 1343608 w 2472613"/>
                <a:gd name="connsiteY18-2062" fmla="*/ 2668555 h 4879911"/>
                <a:gd name="connsiteX19-2063" fmla="*/ 1502229 w 2472613"/>
                <a:gd name="connsiteY19-2064" fmla="*/ 3433666 h 4879911"/>
                <a:gd name="connsiteX20-2065" fmla="*/ 1175657 w 2472613"/>
                <a:gd name="connsiteY20-2066" fmla="*/ 4161453 h 4879911"/>
                <a:gd name="connsiteX21-2067" fmla="*/ 933061 w 2472613"/>
                <a:gd name="connsiteY21-2068" fmla="*/ 4758613 h 4879911"/>
                <a:gd name="connsiteX22-2069" fmla="*/ 1231641 w 2472613"/>
                <a:gd name="connsiteY22-2070" fmla="*/ 4814596 h 4879911"/>
                <a:gd name="connsiteX23-2071" fmla="*/ 1642188 w 2472613"/>
                <a:gd name="connsiteY23-2072" fmla="*/ 4870580 h 4879911"/>
                <a:gd name="connsiteX24-2073" fmla="*/ 1698172 w 2472613"/>
                <a:gd name="connsiteY24-2074" fmla="*/ 4814596 h 4879911"/>
                <a:gd name="connsiteX25-2075" fmla="*/ 1278294 w 2472613"/>
                <a:gd name="connsiteY25-2076" fmla="*/ 4627984 h 4879911"/>
                <a:gd name="connsiteX26-2077" fmla="*/ 1735494 w 2472613"/>
                <a:gd name="connsiteY26-2078" fmla="*/ 3685592 h 4879911"/>
                <a:gd name="connsiteX27-2079" fmla="*/ 1875453 w 2472613"/>
                <a:gd name="connsiteY27-2080" fmla="*/ 3331029 h 4879911"/>
                <a:gd name="connsiteX28-2081" fmla="*/ 1978090 w 2472613"/>
                <a:gd name="connsiteY28-2082" fmla="*/ 2183364 h 4879911"/>
                <a:gd name="connsiteX29-2083" fmla="*/ 1959429 w 2472613"/>
                <a:gd name="connsiteY29-2084" fmla="*/ 1959429 h 4879911"/>
                <a:gd name="connsiteX30-2085" fmla="*/ 2024743 w 2472613"/>
                <a:gd name="connsiteY30-2086" fmla="*/ 1726164 h 4879911"/>
                <a:gd name="connsiteX31-2087" fmla="*/ 2472613 w 2472613"/>
                <a:gd name="connsiteY31-2088" fmla="*/ 998376 h 4879911"/>
                <a:gd name="connsiteX32-2089" fmla="*/ 1931437 w 2472613"/>
                <a:gd name="connsiteY32-2090" fmla="*/ 550506 h 4879911"/>
                <a:gd name="connsiteX33-2091" fmla="*/ 1446245 w 2472613"/>
                <a:gd name="connsiteY33-2092" fmla="*/ 410547 h 4879911"/>
                <a:gd name="connsiteX34-2093" fmla="*/ 1054359 w 2472613"/>
                <a:gd name="connsiteY34-2094" fmla="*/ 438539 h 4879911"/>
                <a:gd name="connsiteX35-2095" fmla="*/ 1054359 w 2472613"/>
                <a:gd name="connsiteY35-2096" fmla="*/ 223935 h 4879911"/>
                <a:gd name="connsiteX36-2097" fmla="*/ 597159 w 2472613"/>
                <a:gd name="connsiteY36-2098" fmla="*/ 0 h 4879911"/>
                <a:gd name="connsiteX37-2099" fmla="*/ 475861 w 2472613"/>
                <a:gd name="connsiteY37-2100" fmla="*/ 503853 h 4879911"/>
                <a:gd name="connsiteX38-2101" fmla="*/ 616015 w 2472613"/>
                <a:gd name="connsiteY38-2102" fmla="*/ 711702 h 4879911"/>
                <a:gd name="connsiteX39-2103" fmla="*/ 319622 w 2472613"/>
                <a:gd name="connsiteY39-2104" fmla="*/ 1075402 h 4879911"/>
                <a:gd name="connsiteX40-2105" fmla="*/ 188994 w 2472613"/>
                <a:gd name="connsiteY40-2106" fmla="*/ 839950 h 4879911"/>
                <a:gd name="connsiteX41-2107" fmla="*/ 275789 w 2472613"/>
                <a:gd name="connsiteY41-2108" fmla="*/ 798983 h 4879911"/>
                <a:gd name="connsiteX42-2109" fmla="*/ 355050 w 2472613"/>
                <a:gd name="connsiteY42-2110" fmla="*/ 717826 h 4879911"/>
                <a:gd name="connsiteX43-2111" fmla="*/ 343143 w 2472613"/>
                <a:gd name="connsiteY43-2112" fmla="*/ 517801 h 4879911"/>
                <a:gd name="connsiteX44-2113" fmla="*/ 147298 w 2472613"/>
                <a:gd name="connsiteY44-2114" fmla="*/ 530047 h 4879911"/>
                <a:gd name="connsiteX0-2115" fmla="*/ 147298 w 2472613"/>
                <a:gd name="connsiteY0-2116" fmla="*/ 530047 h 4879911"/>
                <a:gd name="connsiteX1-2117" fmla="*/ 0 w 2472613"/>
                <a:gd name="connsiteY1-2118" fmla="*/ 783772 h 4879911"/>
                <a:gd name="connsiteX2-2119" fmla="*/ 37323 w 2472613"/>
                <a:gd name="connsiteY2-2120" fmla="*/ 961053 h 4879911"/>
                <a:gd name="connsiteX3-2121" fmla="*/ 251927 w 2472613"/>
                <a:gd name="connsiteY3-2122" fmla="*/ 1707502 h 4879911"/>
                <a:gd name="connsiteX4-2123" fmla="*/ 671804 w 2472613"/>
                <a:gd name="connsiteY4-2124" fmla="*/ 1539551 h 4879911"/>
                <a:gd name="connsiteX5-2125" fmla="*/ 961053 w 2472613"/>
                <a:gd name="connsiteY5-2126" fmla="*/ 1707502 h 4879911"/>
                <a:gd name="connsiteX6-2127" fmla="*/ 989045 w 2472613"/>
                <a:gd name="connsiteY6-2128" fmla="*/ 1903445 h 4879911"/>
                <a:gd name="connsiteX7-2129" fmla="*/ 961053 w 2472613"/>
                <a:gd name="connsiteY7-2130" fmla="*/ 2071396 h 4879911"/>
                <a:gd name="connsiteX8-2131" fmla="*/ 513184 w 2472613"/>
                <a:gd name="connsiteY8-2132" fmla="*/ 2873829 h 4879911"/>
                <a:gd name="connsiteX9-2133" fmla="*/ 494523 w 2472613"/>
                <a:gd name="connsiteY9-2134" fmla="*/ 3312368 h 4879911"/>
                <a:gd name="connsiteX10-2135" fmla="*/ 475861 w 2472613"/>
                <a:gd name="connsiteY10-2136" fmla="*/ 4254760 h 4879911"/>
                <a:gd name="connsiteX11-2137" fmla="*/ 401217 w 2472613"/>
                <a:gd name="connsiteY11-2138" fmla="*/ 4758613 h 4879911"/>
                <a:gd name="connsiteX12-2139" fmla="*/ 186613 w 2472613"/>
                <a:gd name="connsiteY12-2140" fmla="*/ 4879911 h 4879911"/>
                <a:gd name="connsiteX13-2141" fmla="*/ 597159 w 2472613"/>
                <a:gd name="connsiteY13-2142" fmla="*/ 4777274 h 4879911"/>
                <a:gd name="connsiteX14-2143" fmla="*/ 849086 w 2472613"/>
                <a:gd name="connsiteY14-2144" fmla="*/ 4450702 h 4879911"/>
                <a:gd name="connsiteX15-2145" fmla="*/ 746449 w 2472613"/>
                <a:gd name="connsiteY15-2146" fmla="*/ 4180115 h 4879911"/>
                <a:gd name="connsiteX16-2147" fmla="*/ 802433 w 2472613"/>
                <a:gd name="connsiteY16-2148" fmla="*/ 3760237 h 4879911"/>
                <a:gd name="connsiteX17-2149" fmla="*/ 877078 w 2472613"/>
                <a:gd name="connsiteY17-2150" fmla="*/ 3088433 h 4879911"/>
                <a:gd name="connsiteX18-2151" fmla="*/ 1343608 w 2472613"/>
                <a:gd name="connsiteY18-2152" fmla="*/ 2668555 h 4879911"/>
                <a:gd name="connsiteX19-2153" fmla="*/ 1502229 w 2472613"/>
                <a:gd name="connsiteY19-2154" fmla="*/ 3433666 h 4879911"/>
                <a:gd name="connsiteX20-2155" fmla="*/ 1175657 w 2472613"/>
                <a:gd name="connsiteY20-2156" fmla="*/ 4161453 h 4879911"/>
                <a:gd name="connsiteX21-2157" fmla="*/ 933061 w 2472613"/>
                <a:gd name="connsiteY21-2158" fmla="*/ 4758613 h 4879911"/>
                <a:gd name="connsiteX22-2159" fmla="*/ 1231641 w 2472613"/>
                <a:gd name="connsiteY22-2160" fmla="*/ 4814596 h 4879911"/>
                <a:gd name="connsiteX23-2161" fmla="*/ 1642188 w 2472613"/>
                <a:gd name="connsiteY23-2162" fmla="*/ 4870580 h 4879911"/>
                <a:gd name="connsiteX24-2163" fmla="*/ 1698172 w 2472613"/>
                <a:gd name="connsiteY24-2164" fmla="*/ 4814596 h 4879911"/>
                <a:gd name="connsiteX25-2165" fmla="*/ 1278294 w 2472613"/>
                <a:gd name="connsiteY25-2166" fmla="*/ 4627984 h 4879911"/>
                <a:gd name="connsiteX26-2167" fmla="*/ 1735494 w 2472613"/>
                <a:gd name="connsiteY26-2168" fmla="*/ 3685592 h 4879911"/>
                <a:gd name="connsiteX27-2169" fmla="*/ 1875453 w 2472613"/>
                <a:gd name="connsiteY27-2170" fmla="*/ 3331029 h 4879911"/>
                <a:gd name="connsiteX28-2171" fmla="*/ 1978090 w 2472613"/>
                <a:gd name="connsiteY28-2172" fmla="*/ 2183364 h 4879911"/>
                <a:gd name="connsiteX29-2173" fmla="*/ 1959429 w 2472613"/>
                <a:gd name="connsiteY29-2174" fmla="*/ 1959429 h 4879911"/>
                <a:gd name="connsiteX30-2175" fmla="*/ 2024743 w 2472613"/>
                <a:gd name="connsiteY30-2176" fmla="*/ 1726164 h 4879911"/>
                <a:gd name="connsiteX31-2177" fmla="*/ 2472613 w 2472613"/>
                <a:gd name="connsiteY31-2178" fmla="*/ 998376 h 4879911"/>
                <a:gd name="connsiteX32-2179" fmla="*/ 1931437 w 2472613"/>
                <a:gd name="connsiteY32-2180" fmla="*/ 550506 h 4879911"/>
                <a:gd name="connsiteX33-2181" fmla="*/ 1446245 w 2472613"/>
                <a:gd name="connsiteY33-2182" fmla="*/ 410547 h 4879911"/>
                <a:gd name="connsiteX34-2183" fmla="*/ 1054359 w 2472613"/>
                <a:gd name="connsiteY34-2184" fmla="*/ 438539 h 4879911"/>
                <a:gd name="connsiteX35-2185" fmla="*/ 1054359 w 2472613"/>
                <a:gd name="connsiteY35-2186" fmla="*/ 223935 h 4879911"/>
                <a:gd name="connsiteX36-2187" fmla="*/ 597159 w 2472613"/>
                <a:gd name="connsiteY36-2188" fmla="*/ 0 h 4879911"/>
                <a:gd name="connsiteX37-2189" fmla="*/ 475861 w 2472613"/>
                <a:gd name="connsiteY37-2190" fmla="*/ 503853 h 4879911"/>
                <a:gd name="connsiteX38-2191" fmla="*/ 616015 w 2472613"/>
                <a:gd name="connsiteY38-2192" fmla="*/ 711702 h 4879911"/>
                <a:gd name="connsiteX39-2193" fmla="*/ 319622 w 2472613"/>
                <a:gd name="connsiteY39-2194" fmla="*/ 1075402 h 4879911"/>
                <a:gd name="connsiteX40-2195" fmla="*/ 188994 w 2472613"/>
                <a:gd name="connsiteY40-2196" fmla="*/ 839950 h 4879911"/>
                <a:gd name="connsiteX41-2197" fmla="*/ 275789 w 2472613"/>
                <a:gd name="connsiteY41-2198" fmla="*/ 798983 h 4879911"/>
                <a:gd name="connsiteX42-2199" fmla="*/ 355050 w 2472613"/>
                <a:gd name="connsiteY42-2200" fmla="*/ 717826 h 4879911"/>
                <a:gd name="connsiteX43-2201" fmla="*/ 343143 w 2472613"/>
                <a:gd name="connsiteY43-2202" fmla="*/ 517801 h 4879911"/>
                <a:gd name="connsiteX44-2203" fmla="*/ 147298 w 2472613"/>
                <a:gd name="connsiteY44-2204" fmla="*/ 530047 h 4879911"/>
                <a:gd name="connsiteX0-2205" fmla="*/ 147298 w 2472613"/>
                <a:gd name="connsiteY0-2206" fmla="*/ 530047 h 4879911"/>
                <a:gd name="connsiteX1-2207" fmla="*/ 0 w 2472613"/>
                <a:gd name="connsiteY1-2208" fmla="*/ 783772 h 4879911"/>
                <a:gd name="connsiteX2-2209" fmla="*/ 37323 w 2472613"/>
                <a:gd name="connsiteY2-2210" fmla="*/ 961053 h 4879911"/>
                <a:gd name="connsiteX3-2211" fmla="*/ 251927 w 2472613"/>
                <a:gd name="connsiteY3-2212" fmla="*/ 1707502 h 4879911"/>
                <a:gd name="connsiteX4-2213" fmla="*/ 671804 w 2472613"/>
                <a:gd name="connsiteY4-2214" fmla="*/ 1539551 h 4879911"/>
                <a:gd name="connsiteX5-2215" fmla="*/ 961053 w 2472613"/>
                <a:gd name="connsiteY5-2216" fmla="*/ 1707502 h 4879911"/>
                <a:gd name="connsiteX6-2217" fmla="*/ 989045 w 2472613"/>
                <a:gd name="connsiteY6-2218" fmla="*/ 1903445 h 4879911"/>
                <a:gd name="connsiteX7-2219" fmla="*/ 961053 w 2472613"/>
                <a:gd name="connsiteY7-2220" fmla="*/ 2071396 h 4879911"/>
                <a:gd name="connsiteX8-2221" fmla="*/ 513184 w 2472613"/>
                <a:gd name="connsiteY8-2222" fmla="*/ 2873829 h 4879911"/>
                <a:gd name="connsiteX9-2223" fmla="*/ 494523 w 2472613"/>
                <a:gd name="connsiteY9-2224" fmla="*/ 3312368 h 4879911"/>
                <a:gd name="connsiteX10-2225" fmla="*/ 475861 w 2472613"/>
                <a:gd name="connsiteY10-2226" fmla="*/ 4254760 h 4879911"/>
                <a:gd name="connsiteX11-2227" fmla="*/ 401217 w 2472613"/>
                <a:gd name="connsiteY11-2228" fmla="*/ 4758613 h 4879911"/>
                <a:gd name="connsiteX12-2229" fmla="*/ 186613 w 2472613"/>
                <a:gd name="connsiteY12-2230" fmla="*/ 4879911 h 4879911"/>
                <a:gd name="connsiteX13-2231" fmla="*/ 597159 w 2472613"/>
                <a:gd name="connsiteY13-2232" fmla="*/ 4777274 h 4879911"/>
                <a:gd name="connsiteX14-2233" fmla="*/ 849086 w 2472613"/>
                <a:gd name="connsiteY14-2234" fmla="*/ 4450702 h 4879911"/>
                <a:gd name="connsiteX15-2235" fmla="*/ 746449 w 2472613"/>
                <a:gd name="connsiteY15-2236" fmla="*/ 4180115 h 4879911"/>
                <a:gd name="connsiteX16-2237" fmla="*/ 802433 w 2472613"/>
                <a:gd name="connsiteY16-2238" fmla="*/ 3760237 h 4879911"/>
                <a:gd name="connsiteX17-2239" fmla="*/ 877078 w 2472613"/>
                <a:gd name="connsiteY17-2240" fmla="*/ 3088433 h 4879911"/>
                <a:gd name="connsiteX18-2241" fmla="*/ 1343608 w 2472613"/>
                <a:gd name="connsiteY18-2242" fmla="*/ 2668555 h 4879911"/>
                <a:gd name="connsiteX19-2243" fmla="*/ 1502229 w 2472613"/>
                <a:gd name="connsiteY19-2244" fmla="*/ 3433666 h 4879911"/>
                <a:gd name="connsiteX20-2245" fmla="*/ 1175657 w 2472613"/>
                <a:gd name="connsiteY20-2246" fmla="*/ 4161453 h 4879911"/>
                <a:gd name="connsiteX21-2247" fmla="*/ 933061 w 2472613"/>
                <a:gd name="connsiteY21-2248" fmla="*/ 4758613 h 4879911"/>
                <a:gd name="connsiteX22-2249" fmla="*/ 1231641 w 2472613"/>
                <a:gd name="connsiteY22-2250" fmla="*/ 4814596 h 4879911"/>
                <a:gd name="connsiteX23-2251" fmla="*/ 1642188 w 2472613"/>
                <a:gd name="connsiteY23-2252" fmla="*/ 4870580 h 4879911"/>
                <a:gd name="connsiteX24-2253" fmla="*/ 1698172 w 2472613"/>
                <a:gd name="connsiteY24-2254" fmla="*/ 4814596 h 4879911"/>
                <a:gd name="connsiteX25-2255" fmla="*/ 1278294 w 2472613"/>
                <a:gd name="connsiteY25-2256" fmla="*/ 4627984 h 4879911"/>
                <a:gd name="connsiteX26-2257" fmla="*/ 1735494 w 2472613"/>
                <a:gd name="connsiteY26-2258" fmla="*/ 3685592 h 4879911"/>
                <a:gd name="connsiteX27-2259" fmla="*/ 1875453 w 2472613"/>
                <a:gd name="connsiteY27-2260" fmla="*/ 3331029 h 4879911"/>
                <a:gd name="connsiteX28-2261" fmla="*/ 1978090 w 2472613"/>
                <a:gd name="connsiteY28-2262" fmla="*/ 2183364 h 4879911"/>
                <a:gd name="connsiteX29-2263" fmla="*/ 1959429 w 2472613"/>
                <a:gd name="connsiteY29-2264" fmla="*/ 1959429 h 4879911"/>
                <a:gd name="connsiteX30-2265" fmla="*/ 2024743 w 2472613"/>
                <a:gd name="connsiteY30-2266" fmla="*/ 1726164 h 4879911"/>
                <a:gd name="connsiteX31-2267" fmla="*/ 2472613 w 2472613"/>
                <a:gd name="connsiteY31-2268" fmla="*/ 998376 h 4879911"/>
                <a:gd name="connsiteX32-2269" fmla="*/ 1931437 w 2472613"/>
                <a:gd name="connsiteY32-2270" fmla="*/ 550506 h 4879911"/>
                <a:gd name="connsiteX33-2271" fmla="*/ 1446245 w 2472613"/>
                <a:gd name="connsiteY33-2272" fmla="*/ 410547 h 4879911"/>
                <a:gd name="connsiteX34-2273" fmla="*/ 1054359 w 2472613"/>
                <a:gd name="connsiteY34-2274" fmla="*/ 438539 h 4879911"/>
                <a:gd name="connsiteX35-2275" fmla="*/ 1054359 w 2472613"/>
                <a:gd name="connsiteY35-2276" fmla="*/ 223935 h 4879911"/>
                <a:gd name="connsiteX36-2277" fmla="*/ 597159 w 2472613"/>
                <a:gd name="connsiteY36-2278" fmla="*/ 0 h 4879911"/>
                <a:gd name="connsiteX37-2279" fmla="*/ 475861 w 2472613"/>
                <a:gd name="connsiteY37-2280" fmla="*/ 503853 h 4879911"/>
                <a:gd name="connsiteX38-2281" fmla="*/ 616015 w 2472613"/>
                <a:gd name="connsiteY38-2282" fmla="*/ 711702 h 4879911"/>
                <a:gd name="connsiteX39-2283" fmla="*/ 319622 w 2472613"/>
                <a:gd name="connsiteY39-2284" fmla="*/ 1075402 h 4879911"/>
                <a:gd name="connsiteX40-2285" fmla="*/ 188994 w 2472613"/>
                <a:gd name="connsiteY40-2286" fmla="*/ 839950 h 4879911"/>
                <a:gd name="connsiteX41-2287" fmla="*/ 275789 w 2472613"/>
                <a:gd name="connsiteY41-2288" fmla="*/ 798983 h 4879911"/>
                <a:gd name="connsiteX42-2289" fmla="*/ 355050 w 2472613"/>
                <a:gd name="connsiteY42-2290" fmla="*/ 717826 h 4879911"/>
                <a:gd name="connsiteX43-2291" fmla="*/ 343143 w 2472613"/>
                <a:gd name="connsiteY43-2292" fmla="*/ 517801 h 4879911"/>
                <a:gd name="connsiteX44-2293" fmla="*/ 147298 w 2472613"/>
                <a:gd name="connsiteY44-2294" fmla="*/ 530047 h 4879911"/>
                <a:gd name="connsiteX0-2295" fmla="*/ 147298 w 2472613"/>
                <a:gd name="connsiteY0-2296" fmla="*/ 530047 h 4879911"/>
                <a:gd name="connsiteX1-2297" fmla="*/ 0 w 2472613"/>
                <a:gd name="connsiteY1-2298" fmla="*/ 783772 h 4879911"/>
                <a:gd name="connsiteX2-2299" fmla="*/ 37323 w 2472613"/>
                <a:gd name="connsiteY2-2300" fmla="*/ 961053 h 4879911"/>
                <a:gd name="connsiteX3-2301" fmla="*/ 251927 w 2472613"/>
                <a:gd name="connsiteY3-2302" fmla="*/ 1707502 h 4879911"/>
                <a:gd name="connsiteX4-2303" fmla="*/ 671804 w 2472613"/>
                <a:gd name="connsiteY4-2304" fmla="*/ 1539551 h 4879911"/>
                <a:gd name="connsiteX5-2305" fmla="*/ 961053 w 2472613"/>
                <a:gd name="connsiteY5-2306" fmla="*/ 1707502 h 4879911"/>
                <a:gd name="connsiteX6-2307" fmla="*/ 989045 w 2472613"/>
                <a:gd name="connsiteY6-2308" fmla="*/ 1903445 h 4879911"/>
                <a:gd name="connsiteX7-2309" fmla="*/ 961053 w 2472613"/>
                <a:gd name="connsiteY7-2310" fmla="*/ 2071396 h 4879911"/>
                <a:gd name="connsiteX8-2311" fmla="*/ 513184 w 2472613"/>
                <a:gd name="connsiteY8-2312" fmla="*/ 2873829 h 4879911"/>
                <a:gd name="connsiteX9-2313" fmla="*/ 494523 w 2472613"/>
                <a:gd name="connsiteY9-2314" fmla="*/ 3312368 h 4879911"/>
                <a:gd name="connsiteX10-2315" fmla="*/ 475861 w 2472613"/>
                <a:gd name="connsiteY10-2316" fmla="*/ 4254760 h 4879911"/>
                <a:gd name="connsiteX11-2317" fmla="*/ 401217 w 2472613"/>
                <a:gd name="connsiteY11-2318" fmla="*/ 4758613 h 4879911"/>
                <a:gd name="connsiteX12-2319" fmla="*/ 186613 w 2472613"/>
                <a:gd name="connsiteY12-2320" fmla="*/ 4879911 h 4879911"/>
                <a:gd name="connsiteX13-2321" fmla="*/ 597159 w 2472613"/>
                <a:gd name="connsiteY13-2322" fmla="*/ 4777274 h 4879911"/>
                <a:gd name="connsiteX14-2323" fmla="*/ 849086 w 2472613"/>
                <a:gd name="connsiteY14-2324" fmla="*/ 4450702 h 4879911"/>
                <a:gd name="connsiteX15-2325" fmla="*/ 746449 w 2472613"/>
                <a:gd name="connsiteY15-2326" fmla="*/ 4180115 h 4879911"/>
                <a:gd name="connsiteX16-2327" fmla="*/ 802433 w 2472613"/>
                <a:gd name="connsiteY16-2328" fmla="*/ 3760237 h 4879911"/>
                <a:gd name="connsiteX17-2329" fmla="*/ 877078 w 2472613"/>
                <a:gd name="connsiteY17-2330" fmla="*/ 3088433 h 4879911"/>
                <a:gd name="connsiteX18-2331" fmla="*/ 1343608 w 2472613"/>
                <a:gd name="connsiteY18-2332" fmla="*/ 2668555 h 4879911"/>
                <a:gd name="connsiteX19-2333" fmla="*/ 1502229 w 2472613"/>
                <a:gd name="connsiteY19-2334" fmla="*/ 3433666 h 4879911"/>
                <a:gd name="connsiteX20-2335" fmla="*/ 1175657 w 2472613"/>
                <a:gd name="connsiteY20-2336" fmla="*/ 4161453 h 4879911"/>
                <a:gd name="connsiteX21-2337" fmla="*/ 933061 w 2472613"/>
                <a:gd name="connsiteY21-2338" fmla="*/ 4758613 h 4879911"/>
                <a:gd name="connsiteX22-2339" fmla="*/ 1231641 w 2472613"/>
                <a:gd name="connsiteY22-2340" fmla="*/ 4814596 h 4879911"/>
                <a:gd name="connsiteX23-2341" fmla="*/ 1642188 w 2472613"/>
                <a:gd name="connsiteY23-2342" fmla="*/ 4870580 h 4879911"/>
                <a:gd name="connsiteX24-2343" fmla="*/ 1698172 w 2472613"/>
                <a:gd name="connsiteY24-2344" fmla="*/ 4814596 h 4879911"/>
                <a:gd name="connsiteX25-2345" fmla="*/ 1278294 w 2472613"/>
                <a:gd name="connsiteY25-2346" fmla="*/ 4627984 h 4879911"/>
                <a:gd name="connsiteX26-2347" fmla="*/ 1735494 w 2472613"/>
                <a:gd name="connsiteY26-2348" fmla="*/ 3685592 h 4879911"/>
                <a:gd name="connsiteX27-2349" fmla="*/ 1875453 w 2472613"/>
                <a:gd name="connsiteY27-2350" fmla="*/ 3331029 h 4879911"/>
                <a:gd name="connsiteX28-2351" fmla="*/ 1978090 w 2472613"/>
                <a:gd name="connsiteY28-2352" fmla="*/ 2183364 h 4879911"/>
                <a:gd name="connsiteX29-2353" fmla="*/ 1959429 w 2472613"/>
                <a:gd name="connsiteY29-2354" fmla="*/ 1959429 h 4879911"/>
                <a:gd name="connsiteX30-2355" fmla="*/ 2024743 w 2472613"/>
                <a:gd name="connsiteY30-2356" fmla="*/ 1726164 h 4879911"/>
                <a:gd name="connsiteX31-2357" fmla="*/ 2472613 w 2472613"/>
                <a:gd name="connsiteY31-2358" fmla="*/ 998376 h 4879911"/>
                <a:gd name="connsiteX32-2359" fmla="*/ 1931437 w 2472613"/>
                <a:gd name="connsiteY32-2360" fmla="*/ 550506 h 4879911"/>
                <a:gd name="connsiteX33-2361" fmla="*/ 1446245 w 2472613"/>
                <a:gd name="connsiteY33-2362" fmla="*/ 410547 h 4879911"/>
                <a:gd name="connsiteX34-2363" fmla="*/ 1054359 w 2472613"/>
                <a:gd name="connsiteY34-2364" fmla="*/ 438539 h 4879911"/>
                <a:gd name="connsiteX35-2365" fmla="*/ 1054359 w 2472613"/>
                <a:gd name="connsiteY35-2366" fmla="*/ 223935 h 4879911"/>
                <a:gd name="connsiteX36-2367" fmla="*/ 597159 w 2472613"/>
                <a:gd name="connsiteY36-2368" fmla="*/ 0 h 4879911"/>
                <a:gd name="connsiteX37-2369" fmla="*/ 475861 w 2472613"/>
                <a:gd name="connsiteY37-2370" fmla="*/ 503853 h 4879911"/>
                <a:gd name="connsiteX38-2371" fmla="*/ 616015 w 2472613"/>
                <a:gd name="connsiteY38-2372" fmla="*/ 711702 h 4879911"/>
                <a:gd name="connsiteX39-2373" fmla="*/ 319622 w 2472613"/>
                <a:gd name="connsiteY39-2374" fmla="*/ 1075402 h 4879911"/>
                <a:gd name="connsiteX40-2375" fmla="*/ 188994 w 2472613"/>
                <a:gd name="connsiteY40-2376" fmla="*/ 839950 h 4879911"/>
                <a:gd name="connsiteX41-2377" fmla="*/ 275789 w 2472613"/>
                <a:gd name="connsiteY41-2378" fmla="*/ 798983 h 4879911"/>
                <a:gd name="connsiteX42-2379" fmla="*/ 355050 w 2472613"/>
                <a:gd name="connsiteY42-2380" fmla="*/ 717826 h 4879911"/>
                <a:gd name="connsiteX43-2381" fmla="*/ 343143 w 2472613"/>
                <a:gd name="connsiteY43-2382" fmla="*/ 517801 h 4879911"/>
                <a:gd name="connsiteX44-2383" fmla="*/ 147298 w 2472613"/>
                <a:gd name="connsiteY44-2384" fmla="*/ 530047 h 4879911"/>
                <a:gd name="connsiteX0-2385" fmla="*/ 147298 w 2472613"/>
                <a:gd name="connsiteY0-2386" fmla="*/ 530047 h 4879911"/>
                <a:gd name="connsiteX1-2387" fmla="*/ 0 w 2472613"/>
                <a:gd name="connsiteY1-2388" fmla="*/ 783772 h 4879911"/>
                <a:gd name="connsiteX2-2389" fmla="*/ 37323 w 2472613"/>
                <a:gd name="connsiteY2-2390" fmla="*/ 961053 h 4879911"/>
                <a:gd name="connsiteX3-2391" fmla="*/ 251927 w 2472613"/>
                <a:gd name="connsiteY3-2392" fmla="*/ 1707502 h 4879911"/>
                <a:gd name="connsiteX4-2393" fmla="*/ 671804 w 2472613"/>
                <a:gd name="connsiteY4-2394" fmla="*/ 1539551 h 4879911"/>
                <a:gd name="connsiteX5-2395" fmla="*/ 961053 w 2472613"/>
                <a:gd name="connsiteY5-2396" fmla="*/ 1707502 h 4879911"/>
                <a:gd name="connsiteX6-2397" fmla="*/ 989045 w 2472613"/>
                <a:gd name="connsiteY6-2398" fmla="*/ 1903445 h 4879911"/>
                <a:gd name="connsiteX7-2399" fmla="*/ 961053 w 2472613"/>
                <a:gd name="connsiteY7-2400" fmla="*/ 2071396 h 4879911"/>
                <a:gd name="connsiteX8-2401" fmla="*/ 513184 w 2472613"/>
                <a:gd name="connsiteY8-2402" fmla="*/ 2873829 h 4879911"/>
                <a:gd name="connsiteX9-2403" fmla="*/ 494523 w 2472613"/>
                <a:gd name="connsiteY9-2404" fmla="*/ 3312368 h 4879911"/>
                <a:gd name="connsiteX10-2405" fmla="*/ 475861 w 2472613"/>
                <a:gd name="connsiteY10-2406" fmla="*/ 4254760 h 4879911"/>
                <a:gd name="connsiteX11-2407" fmla="*/ 401217 w 2472613"/>
                <a:gd name="connsiteY11-2408" fmla="*/ 4758613 h 4879911"/>
                <a:gd name="connsiteX12-2409" fmla="*/ 186613 w 2472613"/>
                <a:gd name="connsiteY12-2410" fmla="*/ 4879911 h 4879911"/>
                <a:gd name="connsiteX13-2411" fmla="*/ 597159 w 2472613"/>
                <a:gd name="connsiteY13-2412" fmla="*/ 4777274 h 4879911"/>
                <a:gd name="connsiteX14-2413" fmla="*/ 849086 w 2472613"/>
                <a:gd name="connsiteY14-2414" fmla="*/ 4450702 h 4879911"/>
                <a:gd name="connsiteX15-2415" fmla="*/ 746449 w 2472613"/>
                <a:gd name="connsiteY15-2416" fmla="*/ 4180115 h 4879911"/>
                <a:gd name="connsiteX16-2417" fmla="*/ 802433 w 2472613"/>
                <a:gd name="connsiteY16-2418" fmla="*/ 3760237 h 4879911"/>
                <a:gd name="connsiteX17-2419" fmla="*/ 877078 w 2472613"/>
                <a:gd name="connsiteY17-2420" fmla="*/ 3088433 h 4879911"/>
                <a:gd name="connsiteX18-2421" fmla="*/ 1343608 w 2472613"/>
                <a:gd name="connsiteY18-2422" fmla="*/ 2668555 h 4879911"/>
                <a:gd name="connsiteX19-2423" fmla="*/ 1502229 w 2472613"/>
                <a:gd name="connsiteY19-2424" fmla="*/ 3433666 h 4879911"/>
                <a:gd name="connsiteX20-2425" fmla="*/ 1175657 w 2472613"/>
                <a:gd name="connsiteY20-2426" fmla="*/ 4161453 h 4879911"/>
                <a:gd name="connsiteX21-2427" fmla="*/ 933061 w 2472613"/>
                <a:gd name="connsiteY21-2428" fmla="*/ 4758613 h 4879911"/>
                <a:gd name="connsiteX22-2429" fmla="*/ 1231641 w 2472613"/>
                <a:gd name="connsiteY22-2430" fmla="*/ 4814596 h 4879911"/>
                <a:gd name="connsiteX23-2431" fmla="*/ 1642188 w 2472613"/>
                <a:gd name="connsiteY23-2432" fmla="*/ 4870580 h 4879911"/>
                <a:gd name="connsiteX24-2433" fmla="*/ 1698172 w 2472613"/>
                <a:gd name="connsiteY24-2434" fmla="*/ 4814596 h 4879911"/>
                <a:gd name="connsiteX25-2435" fmla="*/ 1278294 w 2472613"/>
                <a:gd name="connsiteY25-2436" fmla="*/ 4627984 h 4879911"/>
                <a:gd name="connsiteX26-2437" fmla="*/ 1735494 w 2472613"/>
                <a:gd name="connsiteY26-2438" fmla="*/ 3685592 h 4879911"/>
                <a:gd name="connsiteX27-2439" fmla="*/ 1875453 w 2472613"/>
                <a:gd name="connsiteY27-2440" fmla="*/ 3331029 h 4879911"/>
                <a:gd name="connsiteX28-2441" fmla="*/ 1978090 w 2472613"/>
                <a:gd name="connsiteY28-2442" fmla="*/ 2183364 h 4879911"/>
                <a:gd name="connsiteX29-2443" fmla="*/ 1959429 w 2472613"/>
                <a:gd name="connsiteY29-2444" fmla="*/ 1959429 h 4879911"/>
                <a:gd name="connsiteX30-2445" fmla="*/ 2024743 w 2472613"/>
                <a:gd name="connsiteY30-2446" fmla="*/ 1726164 h 4879911"/>
                <a:gd name="connsiteX31-2447" fmla="*/ 2472613 w 2472613"/>
                <a:gd name="connsiteY31-2448" fmla="*/ 998376 h 4879911"/>
                <a:gd name="connsiteX32-2449" fmla="*/ 1931437 w 2472613"/>
                <a:gd name="connsiteY32-2450" fmla="*/ 550506 h 4879911"/>
                <a:gd name="connsiteX33-2451" fmla="*/ 1446245 w 2472613"/>
                <a:gd name="connsiteY33-2452" fmla="*/ 410547 h 4879911"/>
                <a:gd name="connsiteX34-2453" fmla="*/ 1054359 w 2472613"/>
                <a:gd name="connsiteY34-2454" fmla="*/ 438539 h 4879911"/>
                <a:gd name="connsiteX35-2455" fmla="*/ 1054359 w 2472613"/>
                <a:gd name="connsiteY35-2456" fmla="*/ 223935 h 4879911"/>
                <a:gd name="connsiteX36-2457" fmla="*/ 597159 w 2472613"/>
                <a:gd name="connsiteY36-2458" fmla="*/ 0 h 4879911"/>
                <a:gd name="connsiteX37-2459" fmla="*/ 475861 w 2472613"/>
                <a:gd name="connsiteY37-2460" fmla="*/ 503853 h 4879911"/>
                <a:gd name="connsiteX38-2461" fmla="*/ 616015 w 2472613"/>
                <a:gd name="connsiteY38-2462" fmla="*/ 711702 h 4879911"/>
                <a:gd name="connsiteX39-2463" fmla="*/ 319622 w 2472613"/>
                <a:gd name="connsiteY39-2464" fmla="*/ 1075402 h 4879911"/>
                <a:gd name="connsiteX40-2465" fmla="*/ 188994 w 2472613"/>
                <a:gd name="connsiteY40-2466" fmla="*/ 839950 h 4879911"/>
                <a:gd name="connsiteX41-2467" fmla="*/ 275789 w 2472613"/>
                <a:gd name="connsiteY41-2468" fmla="*/ 798983 h 4879911"/>
                <a:gd name="connsiteX42-2469" fmla="*/ 355050 w 2472613"/>
                <a:gd name="connsiteY42-2470" fmla="*/ 717826 h 4879911"/>
                <a:gd name="connsiteX43-2471" fmla="*/ 343143 w 2472613"/>
                <a:gd name="connsiteY43-2472" fmla="*/ 517801 h 4879911"/>
                <a:gd name="connsiteX44-2473" fmla="*/ 147298 w 2472613"/>
                <a:gd name="connsiteY44-2474" fmla="*/ 530047 h 4879911"/>
                <a:gd name="connsiteX0-2475" fmla="*/ 147298 w 2472613"/>
                <a:gd name="connsiteY0-2476" fmla="*/ 530047 h 4879911"/>
                <a:gd name="connsiteX1-2477" fmla="*/ 0 w 2472613"/>
                <a:gd name="connsiteY1-2478" fmla="*/ 783772 h 4879911"/>
                <a:gd name="connsiteX2-2479" fmla="*/ 37323 w 2472613"/>
                <a:gd name="connsiteY2-2480" fmla="*/ 961053 h 4879911"/>
                <a:gd name="connsiteX3-2481" fmla="*/ 251927 w 2472613"/>
                <a:gd name="connsiteY3-2482" fmla="*/ 1707502 h 4879911"/>
                <a:gd name="connsiteX4-2483" fmla="*/ 671804 w 2472613"/>
                <a:gd name="connsiteY4-2484" fmla="*/ 1539551 h 4879911"/>
                <a:gd name="connsiteX5-2485" fmla="*/ 961053 w 2472613"/>
                <a:gd name="connsiteY5-2486" fmla="*/ 1707502 h 4879911"/>
                <a:gd name="connsiteX6-2487" fmla="*/ 989045 w 2472613"/>
                <a:gd name="connsiteY6-2488" fmla="*/ 1903445 h 4879911"/>
                <a:gd name="connsiteX7-2489" fmla="*/ 961053 w 2472613"/>
                <a:gd name="connsiteY7-2490" fmla="*/ 2071396 h 4879911"/>
                <a:gd name="connsiteX8-2491" fmla="*/ 513184 w 2472613"/>
                <a:gd name="connsiteY8-2492" fmla="*/ 2873829 h 4879911"/>
                <a:gd name="connsiteX9-2493" fmla="*/ 494523 w 2472613"/>
                <a:gd name="connsiteY9-2494" fmla="*/ 3312368 h 4879911"/>
                <a:gd name="connsiteX10-2495" fmla="*/ 475861 w 2472613"/>
                <a:gd name="connsiteY10-2496" fmla="*/ 4254760 h 4879911"/>
                <a:gd name="connsiteX11-2497" fmla="*/ 401217 w 2472613"/>
                <a:gd name="connsiteY11-2498" fmla="*/ 4758613 h 4879911"/>
                <a:gd name="connsiteX12-2499" fmla="*/ 186613 w 2472613"/>
                <a:gd name="connsiteY12-2500" fmla="*/ 4879911 h 4879911"/>
                <a:gd name="connsiteX13-2501" fmla="*/ 597159 w 2472613"/>
                <a:gd name="connsiteY13-2502" fmla="*/ 4777274 h 4879911"/>
                <a:gd name="connsiteX14-2503" fmla="*/ 849086 w 2472613"/>
                <a:gd name="connsiteY14-2504" fmla="*/ 4450702 h 4879911"/>
                <a:gd name="connsiteX15-2505" fmla="*/ 746449 w 2472613"/>
                <a:gd name="connsiteY15-2506" fmla="*/ 4180115 h 4879911"/>
                <a:gd name="connsiteX16-2507" fmla="*/ 802433 w 2472613"/>
                <a:gd name="connsiteY16-2508" fmla="*/ 3760237 h 4879911"/>
                <a:gd name="connsiteX17-2509" fmla="*/ 877078 w 2472613"/>
                <a:gd name="connsiteY17-2510" fmla="*/ 3088433 h 4879911"/>
                <a:gd name="connsiteX18-2511" fmla="*/ 1343608 w 2472613"/>
                <a:gd name="connsiteY18-2512" fmla="*/ 2668555 h 4879911"/>
                <a:gd name="connsiteX19-2513" fmla="*/ 1502229 w 2472613"/>
                <a:gd name="connsiteY19-2514" fmla="*/ 3433666 h 4879911"/>
                <a:gd name="connsiteX20-2515" fmla="*/ 1175657 w 2472613"/>
                <a:gd name="connsiteY20-2516" fmla="*/ 4161453 h 4879911"/>
                <a:gd name="connsiteX21-2517" fmla="*/ 933061 w 2472613"/>
                <a:gd name="connsiteY21-2518" fmla="*/ 4758613 h 4879911"/>
                <a:gd name="connsiteX22-2519" fmla="*/ 1231641 w 2472613"/>
                <a:gd name="connsiteY22-2520" fmla="*/ 4814596 h 4879911"/>
                <a:gd name="connsiteX23-2521" fmla="*/ 1642188 w 2472613"/>
                <a:gd name="connsiteY23-2522" fmla="*/ 4870580 h 4879911"/>
                <a:gd name="connsiteX24-2523" fmla="*/ 1698172 w 2472613"/>
                <a:gd name="connsiteY24-2524" fmla="*/ 4814596 h 4879911"/>
                <a:gd name="connsiteX25-2525" fmla="*/ 1278294 w 2472613"/>
                <a:gd name="connsiteY25-2526" fmla="*/ 4627984 h 4879911"/>
                <a:gd name="connsiteX26-2527" fmla="*/ 1735494 w 2472613"/>
                <a:gd name="connsiteY26-2528" fmla="*/ 3685592 h 4879911"/>
                <a:gd name="connsiteX27-2529" fmla="*/ 1875453 w 2472613"/>
                <a:gd name="connsiteY27-2530" fmla="*/ 3331029 h 4879911"/>
                <a:gd name="connsiteX28-2531" fmla="*/ 1978090 w 2472613"/>
                <a:gd name="connsiteY28-2532" fmla="*/ 2183364 h 4879911"/>
                <a:gd name="connsiteX29-2533" fmla="*/ 1959429 w 2472613"/>
                <a:gd name="connsiteY29-2534" fmla="*/ 1959429 h 4879911"/>
                <a:gd name="connsiteX30-2535" fmla="*/ 2024743 w 2472613"/>
                <a:gd name="connsiteY30-2536" fmla="*/ 1726164 h 4879911"/>
                <a:gd name="connsiteX31-2537" fmla="*/ 2472613 w 2472613"/>
                <a:gd name="connsiteY31-2538" fmla="*/ 998376 h 4879911"/>
                <a:gd name="connsiteX32-2539" fmla="*/ 1931437 w 2472613"/>
                <a:gd name="connsiteY32-2540" fmla="*/ 550506 h 4879911"/>
                <a:gd name="connsiteX33-2541" fmla="*/ 1446245 w 2472613"/>
                <a:gd name="connsiteY33-2542" fmla="*/ 410547 h 4879911"/>
                <a:gd name="connsiteX34-2543" fmla="*/ 1054359 w 2472613"/>
                <a:gd name="connsiteY34-2544" fmla="*/ 438539 h 4879911"/>
                <a:gd name="connsiteX35-2545" fmla="*/ 1035309 w 2472613"/>
                <a:gd name="connsiteY35-2546" fmla="*/ 250129 h 4879911"/>
                <a:gd name="connsiteX36-2547" fmla="*/ 597159 w 2472613"/>
                <a:gd name="connsiteY36-2548" fmla="*/ 0 h 4879911"/>
                <a:gd name="connsiteX37-2549" fmla="*/ 475861 w 2472613"/>
                <a:gd name="connsiteY37-2550" fmla="*/ 503853 h 4879911"/>
                <a:gd name="connsiteX38-2551" fmla="*/ 616015 w 2472613"/>
                <a:gd name="connsiteY38-2552" fmla="*/ 711702 h 4879911"/>
                <a:gd name="connsiteX39-2553" fmla="*/ 319622 w 2472613"/>
                <a:gd name="connsiteY39-2554" fmla="*/ 1075402 h 4879911"/>
                <a:gd name="connsiteX40-2555" fmla="*/ 188994 w 2472613"/>
                <a:gd name="connsiteY40-2556" fmla="*/ 839950 h 4879911"/>
                <a:gd name="connsiteX41-2557" fmla="*/ 275789 w 2472613"/>
                <a:gd name="connsiteY41-2558" fmla="*/ 798983 h 4879911"/>
                <a:gd name="connsiteX42-2559" fmla="*/ 355050 w 2472613"/>
                <a:gd name="connsiteY42-2560" fmla="*/ 717826 h 4879911"/>
                <a:gd name="connsiteX43-2561" fmla="*/ 343143 w 2472613"/>
                <a:gd name="connsiteY43-2562" fmla="*/ 517801 h 4879911"/>
                <a:gd name="connsiteX44-2563" fmla="*/ 147298 w 2472613"/>
                <a:gd name="connsiteY44-2564" fmla="*/ 530047 h 4879911"/>
                <a:gd name="connsiteX0-2565" fmla="*/ 147298 w 2472613"/>
                <a:gd name="connsiteY0-2566" fmla="*/ 530047 h 4879911"/>
                <a:gd name="connsiteX1-2567" fmla="*/ 0 w 2472613"/>
                <a:gd name="connsiteY1-2568" fmla="*/ 783772 h 4879911"/>
                <a:gd name="connsiteX2-2569" fmla="*/ 37323 w 2472613"/>
                <a:gd name="connsiteY2-2570" fmla="*/ 961053 h 4879911"/>
                <a:gd name="connsiteX3-2571" fmla="*/ 251927 w 2472613"/>
                <a:gd name="connsiteY3-2572" fmla="*/ 1707502 h 4879911"/>
                <a:gd name="connsiteX4-2573" fmla="*/ 671804 w 2472613"/>
                <a:gd name="connsiteY4-2574" fmla="*/ 1539551 h 4879911"/>
                <a:gd name="connsiteX5-2575" fmla="*/ 961053 w 2472613"/>
                <a:gd name="connsiteY5-2576" fmla="*/ 1707502 h 4879911"/>
                <a:gd name="connsiteX6-2577" fmla="*/ 989045 w 2472613"/>
                <a:gd name="connsiteY6-2578" fmla="*/ 1903445 h 4879911"/>
                <a:gd name="connsiteX7-2579" fmla="*/ 961053 w 2472613"/>
                <a:gd name="connsiteY7-2580" fmla="*/ 2071396 h 4879911"/>
                <a:gd name="connsiteX8-2581" fmla="*/ 513184 w 2472613"/>
                <a:gd name="connsiteY8-2582" fmla="*/ 2873829 h 4879911"/>
                <a:gd name="connsiteX9-2583" fmla="*/ 494523 w 2472613"/>
                <a:gd name="connsiteY9-2584" fmla="*/ 3312368 h 4879911"/>
                <a:gd name="connsiteX10-2585" fmla="*/ 475861 w 2472613"/>
                <a:gd name="connsiteY10-2586" fmla="*/ 4254760 h 4879911"/>
                <a:gd name="connsiteX11-2587" fmla="*/ 401217 w 2472613"/>
                <a:gd name="connsiteY11-2588" fmla="*/ 4758613 h 4879911"/>
                <a:gd name="connsiteX12-2589" fmla="*/ 186613 w 2472613"/>
                <a:gd name="connsiteY12-2590" fmla="*/ 4879911 h 4879911"/>
                <a:gd name="connsiteX13-2591" fmla="*/ 597159 w 2472613"/>
                <a:gd name="connsiteY13-2592" fmla="*/ 4777274 h 4879911"/>
                <a:gd name="connsiteX14-2593" fmla="*/ 849086 w 2472613"/>
                <a:gd name="connsiteY14-2594" fmla="*/ 4450702 h 4879911"/>
                <a:gd name="connsiteX15-2595" fmla="*/ 746449 w 2472613"/>
                <a:gd name="connsiteY15-2596" fmla="*/ 4180115 h 4879911"/>
                <a:gd name="connsiteX16-2597" fmla="*/ 802433 w 2472613"/>
                <a:gd name="connsiteY16-2598" fmla="*/ 3760237 h 4879911"/>
                <a:gd name="connsiteX17-2599" fmla="*/ 877078 w 2472613"/>
                <a:gd name="connsiteY17-2600" fmla="*/ 3088433 h 4879911"/>
                <a:gd name="connsiteX18-2601" fmla="*/ 1343608 w 2472613"/>
                <a:gd name="connsiteY18-2602" fmla="*/ 2668555 h 4879911"/>
                <a:gd name="connsiteX19-2603" fmla="*/ 1502229 w 2472613"/>
                <a:gd name="connsiteY19-2604" fmla="*/ 3433666 h 4879911"/>
                <a:gd name="connsiteX20-2605" fmla="*/ 1175657 w 2472613"/>
                <a:gd name="connsiteY20-2606" fmla="*/ 4161453 h 4879911"/>
                <a:gd name="connsiteX21-2607" fmla="*/ 933061 w 2472613"/>
                <a:gd name="connsiteY21-2608" fmla="*/ 4758613 h 4879911"/>
                <a:gd name="connsiteX22-2609" fmla="*/ 1231641 w 2472613"/>
                <a:gd name="connsiteY22-2610" fmla="*/ 4814596 h 4879911"/>
                <a:gd name="connsiteX23-2611" fmla="*/ 1642188 w 2472613"/>
                <a:gd name="connsiteY23-2612" fmla="*/ 4870580 h 4879911"/>
                <a:gd name="connsiteX24-2613" fmla="*/ 1698172 w 2472613"/>
                <a:gd name="connsiteY24-2614" fmla="*/ 4814596 h 4879911"/>
                <a:gd name="connsiteX25-2615" fmla="*/ 1278294 w 2472613"/>
                <a:gd name="connsiteY25-2616" fmla="*/ 4627984 h 4879911"/>
                <a:gd name="connsiteX26-2617" fmla="*/ 1735494 w 2472613"/>
                <a:gd name="connsiteY26-2618" fmla="*/ 3685592 h 4879911"/>
                <a:gd name="connsiteX27-2619" fmla="*/ 1875453 w 2472613"/>
                <a:gd name="connsiteY27-2620" fmla="*/ 3331029 h 4879911"/>
                <a:gd name="connsiteX28-2621" fmla="*/ 1978090 w 2472613"/>
                <a:gd name="connsiteY28-2622" fmla="*/ 2183364 h 4879911"/>
                <a:gd name="connsiteX29-2623" fmla="*/ 1959429 w 2472613"/>
                <a:gd name="connsiteY29-2624" fmla="*/ 1959429 h 4879911"/>
                <a:gd name="connsiteX30-2625" fmla="*/ 2024743 w 2472613"/>
                <a:gd name="connsiteY30-2626" fmla="*/ 1726164 h 4879911"/>
                <a:gd name="connsiteX31-2627" fmla="*/ 2472613 w 2472613"/>
                <a:gd name="connsiteY31-2628" fmla="*/ 998376 h 4879911"/>
                <a:gd name="connsiteX32-2629" fmla="*/ 1931437 w 2472613"/>
                <a:gd name="connsiteY32-2630" fmla="*/ 550506 h 4879911"/>
                <a:gd name="connsiteX33-2631" fmla="*/ 1446245 w 2472613"/>
                <a:gd name="connsiteY33-2632" fmla="*/ 410547 h 4879911"/>
                <a:gd name="connsiteX34-2633" fmla="*/ 1054359 w 2472613"/>
                <a:gd name="connsiteY34-2634" fmla="*/ 438539 h 4879911"/>
                <a:gd name="connsiteX35-2635" fmla="*/ 1035309 w 2472613"/>
                <a:gd name="connsiteY35-2636" fmla="*/ 250129 h 4879911"/>
                <a:gd name="connsiteX36-2637" fmla="*/ 869400 w 2472613"/>
                <a:gd name="connsiteY36-2638" fmla="*/ 58220 h 4879911"/>
                <a:gd name="connsiteX37-2639" fmla="*/ 597159 w 2472613"/>
                <a:gd name="connsiteY37-2640" fmla="*/ 0 h 4879911"/>
                <a:gd name="connsiteX38-2641" fmla="*/ 475861 w 2472613"/>
                <a:gd name="connsiteY38-2642" fmla="*/ 503853 h 4879911"/>
                <a:gd name="connsiteX39-2643" fmla="*/ 616015 w 2472613"/>
                <a:gd name="connsiteY39-2644" fmla="*/ 711702 h 4879911"/>
                <a:gd name="connsiteX40-2645" fmla="*/ 319622 w 2472613"/>
                <a:gd name="connsiteY40-2646" fmla="*/ 1075402 h 4879911"/>
                <a:gd name="connsiteX41-2647" fmla="*/ 188994 w 2472613"/>
                <a:gd name="connsiteY41-2648" fmla="*/ 839950 h 4879911"/>
                <a:gd name="connsiteX42-2649" fmla="*/ 275789 w 2472613"/>
                <a:gd name="connsiteY42-2650" fmla="*/ 798983 h 4879911"/>
                <a:gd name="connsiteX43-2651" fmla="*/ 355050 w 2472613"/>
                <a:gd name="connsiteY43-2652" fmla="*/ 717826 h 4879911"/>
                <a:gd name="connsiteX44-2653" fmla="*/ 343143 w 2472613"/>
                <a:gd name="connsiteY44-2654" fmla="*/ 517801 h 4879911"/>
                <a:gd name="connsiteX45" fmla="*/ 147298 w 2472613"/>
                <a:gd name="connsiteY45" fmla="*/ 530047 h 4879911"/>
                <a:gd name="connsiteX0-2655" fmla="*/ 147298 w 2472613"/>
                <a:gd name="connsiteY0-2656" fmla="*/ 539468 h 4889332"/>
                <a:gd name="connsiteX1-2657" fmla="*/ 0 w 2472613"/>
                <a:gd name="connsiteY1-2658" fmla="*/ 793193 h 4889332"/>
                <a:gd name="connsiteX2-2659" fmla="*/ 37323 w 2472613"/>
                <a:gd name="connsiteY2-2660" fmla="*/ 970474 h 4889332"/>
                <a:gd name="connsiteX3-2661" fmla="*/ 251927 w 2472613"/>
                <a:gd name="connsiteY3-2662" fmla="*/ 1716923 h 4889332"/>
                <a:gd name="connsiteX4-2663" fmla="*/ 671804 w 2472613"/>
                <a:gd name="connsiteY4-2664" fmla="*/ 1548972 h 4889332"/>
                <a:gd name="connsiteX5-2665" fmla="*/ 961053 w 2472613"/>
                <a:gd name="connsiteY5-2666" fmla="*/ 1716923 h 4889332"/>
                <a:gd name="connsiteX6-2667" fmla="*/ 989045 w 2472613"/>
                <a:gd name="connsiteY6-2668" fmla="*/ 1912866 h 4889332"/>
                <a:gd name="connsiteX7-2669" fmla="*/ 961053 w 2472613"/>
                <a:gd name="connsiteY7-2670" fmla="*/ 2080817 h 4889332"/>
                <a:gd name="connsiteX8-2671" fmla="*/ 513184 w 2472613"/>
                <a:gd name="connsiteY8-2672" fmla="*/ 2883250 h 4889332"/>
                <a:gd name="connsiteX9-2673" fmla="*/ 494523 w 2472613"/>
                <a:gd name="connsiteY9-2674" fmla="*/ 3321789 h 4889332"/>
                <a:gd name="connsiteX10-2675" fmla="*/ 475861 w 2472613"/>
                <a:gd name="connsiteY10-2676" fmla="*/ 4264181 h 4889332"/>
                <a:gd name="connsiteX11-2677" fmla="*/ 401217 w 2472613"/>
                <a:gd name="connsiteY11-2678" fmla="*/ 4768034 h 4889332"/>
                <a:gd name="connsiteX12-2679" fmla="*/ 186613 w 2472613"/>
                <a:gd name="connsiteY12-2680" fmla="*/ 4889332 h 4889332"/>
                <a:gd name="connsiteX13-2681" fmla="*/ 597159 w 2472613"/>
                <a:gd name="connsiteY13-2682" fmla="*/ 4786695 h 4889332"/>
                <a:gd name="connsiteX14-2683" fmla="*/ 849086 w 2472613"/>
                <a:gd name="connsiteY14-2684" fmla="*/ 4460123 h 4889332"/>
                <a:gd name="connsiteX15-2685" fmla="*/ 746449 w 2472613"/>
                <a:gd name="connsiteY15-2686" fmla="*/ 4189536 h 4889332"/>
                <a:gd name="connsiteX16-2687" fmla="*/ 802433 w 2472613"/>
                <a:gd name="connsiteY16-2688" fmla="*/ 3769658 h 4889332"/>
                <a:gd name="connsiteX17-2689" fmla="*/ 877078 w 2472613"/>
                <a:gd name="connsiteY17-2690" fmla="*/ 3097854 h 4889332"/>
                <a:gd name="connsiteX18-2691" fmla="*/ 1343608 w 2472613"/>
                <a:gd name="connsiteY18-2692" fmla="*/ 2677976 h 4889332"/>
                <a:gd name="connsiteX19-2693" fmla="*/ 1502229 w 2472613"/>
                <a:gd name="connsiteY19-2694" fmla="*/ 3443087 h 4889332"/>
                <a:gd name="connsiteX20-2695" fmla="*/ 1175657 w 2472613"/>
                <a:gd name="connsiteY20-2696" fmla="*/ 4170874 h 4889332"/>
                <a:gd name="connsiteX21-2697" fmla="*/ 933061 w 2472613"/>
                <a:gd name="connsiteY21-2698" fmla="*/ 4768034 h 4889332"/>
                <a:gd name="connsiteX22-2699" fmla="*/ 1231641 w 2472613"/>
                <a:gd name="connsiteY22-2700" fmla="*/ 4824017 h 4889332"/>
                <a:gd name="connsiteX23-2701" fmla="*/ 1642188 w 2472613"/>
                <a:gd name="connsiteY23-2702" fmla="*/ 4880001 h 4889332"/>
                <a:gd name="connsiteX24-2703" fmla="*/ 1698172 w 2472613"/>
                <a:gd name="connsiteY24-2704" fmla="*/ 4824017 h 4889332"/>
                <a:gd name="connsiteX25-2705" fmla="*/ 1278294 w 2472613"/>
                <a:gd name="connsiteY25-2706" fmla="*/ 4637405 h 4889332"/>
                <a:gd name="connsiteX26-2707" fmla="*/ 1735494 w 2472613"/>
                <a:gd name="connsiteY26-2708" fmla="*/ 3695013 h 4889332"/>
                <a:gd name="connsiteX27-2709" fmla="*/ 1875453 w 2472613"/>
                <a:gd name="connsiteY27-2710" fmla="*/ 3340450 h 4889332"/>
                <a:gd name="connsiteX28-2711" fmla="*/ 1978090 w 2472613"/>
                <a:gd name="connsiteY28-2712" fmla="*/ 2192785 h 4889332"/>
                <a:gd name="connsiteX29-2713" fmla="*/ 1959429 w 2472613"/>
                <a:gd name="connsiteY29-2714" fmla="*/ 1968850 h 4889332"/>
                <a:gd name="connsiteX30-2715" fmla="*/ 2024743 w 2472613"/>
                <a:gd name="connsiteY30-2716" fmla="*/ 1735585 h 4889332"/>
                <a:gd name="connsiteX31-2717" fmla="*/ 2472613 w 2472613"/>
                <a:gd name="connsiteY31-2718" fmla="*/ 1007797 h 4889332"/>
                <a:gd name="connsiteX32-2719" fmla="*/ 1931437 w 2472613"/>
                <a:gd name="connsiteY32-2720" fmla="*/ 559927 h 4889332"/>
                <a:gd name="connsiteX33-2721" fmla="*/ 1446245 w 2472613"/>
                <a:gd name="connsiteY33-2722" fmla="*/ 419968 h 4889332"/>
                <a:gd name="connsiteX34-2723" fmla="*/ 1054359 w 2472613"/>
                <a:gd name="connsiteY34-2724" fmla="*/ 447960 h 4889332"/>
                <a:gd name="connsiteX35-2725" fmla="*/ 1035309 w 2472613"/>
                <a:gd name="connsiteY35-2726" fmla="*/ 259550 h 4889332"/>
                <a:gd name="connsiteX36-2727" fmla="*/ 869400 w 2472613"/>
                <a:gd name="connsiteY36-2728" fmla="*/ 67641 h 4889332"/>
                <a:gd name="connsiteX37-2729" fmla="*/ 597159 w 2472613"/>
                <a:gd name="connsiteY37-2730" fmla="*/ 9421 h 4889332"/>
                <a:gd name="connsiteX38-2731" fmla="*/ 475861 w 2472613"/>
                <a:gd name="connsiteY38-2732" fmla="*/ 513274 h 4889332"/>
                <a:gd name="connsiteX39-2733" fmla="*/ 616015 w 2472613"/>
                <a:gd name="connsiteY39-2734" fmla="*/ 721123 h 4889332"/>
                <a:gd name="connsiteX40-2735" fmla="*/ 319622 w 2472613"/>
                <a:gd name="connsiteY40-2736" fmla="*/ 1084823 h 4889332"/>
                <a:gd name="connsiteX41-2737" fmla="*/ 188994 w 2472613"/>
                <a:gd name="connsiteY41-2738" fmla="*/ 849371 h 4889332"/>
                <a:gd name="connsiteX42-2739" fmla="*/ 275789 w 2472613"/>
                <a:gd name="connsiteY42-2740" fmla="*/ 808404 h 4889332"/>
                <a:gd name="connsiteX43-2741" fmla="*/ 355050 w 2472613"/>
                <a:gd name="connsiteY43-2742" fmla="*/ 727247 h 4889332"/>
                <a:gd name="connsiteX44-2743" fmla="*/ 343143 w 2472613"/>
                <a:gd name="connsiteY44-2744" fmla="*/ 527222 h 4889332"/>
                <a:gd name="connsiteX45-2745" fmla="*/ 147298 w 2472613"/>
                <a:gd name="connsiteY45-2746" fmla="*/ 539468 h 4889332"/>
                <a:gd name="connsiteX0-2747" fmla="*/ 147298 w 2472613"/>
                <a:gd name="connsiteY0-2748" fmla="*/ 542954 h 4892818"/>
                <a:gd name="connsiteX1-2749" fmla="*/ 0 w 2472613"/>
                <a:gd name="connsiteY1-2750" fmla="*/ 796679 h 4892818"/>
                <a:gd name="connsiteX2-2751" fmla="*/ 37323 w 2472613"/>
                <a:gd name="connsiteY2-2752" fmla="*/ 973960 h 4892818"/>
                <a:gd name="connsiteX3-2753" fmla="*/ 251927 w 2472613"/>
                <a:gd name="connsiteY3-2754" fmla="*/ 1720409 h 4892818"/>
                <a:gd name="connsiteX4-2755" fmla="*/ 671804 w 2472613"/>
                <a:gd name="connsiteY4-2756" fmla="*/ 1552458 h 4892818"/>
                <a:gd name="connsiteX5-2757" fmla="*/ 961053 w 2472613"/>
                <a:gd name="connsiteY5-2758" fmla="*/ 1720409 h 4892818"/>
                <a:gd name="connsiteX6-2759" fmla="*/ 989045 w 2472613"/>
                <a:gd name="connsiteY6-2760" fmla="*/ 1916352 h 4892818"/>
                <a:gd name="connsiteX7-2761" fmla="*/ 961053 w 2472613"/>
                <a:gd name="connsiteY7-2762" fmla="*/ 2084303 h 4892818"/>
                <a:gd name="connsiteX8-2763" fmla="*/ 513184 w 2472613"/>
                <a:gd name="connsiteY8-2764" fmla="*/ 2886736 h 4892818"/>
                <a:gd name="connsiteX9-2765" fmla="*/ 494523 w 2472613"/>
                <a:gd name="connsiteY9-2766" fmla="*/ 3325275 h 4892818"/>
                <a:gd name="connsiteX10-2767" fmla="*/ 475861 w 2472613"/>
                <a:gd name="connsiteY10-2768" fmla="*/ 4267667 h 4892818"/>
                <a:gd name="connsiteX11-2769" fmla="*/ 401217 w 2472613"/>
                <a:gd name="connsiteY11-2770" fmla="*/ 4771520 h 4892818"/>
                <a:gd name="connsiteX12-2771" fmla="*/ 186613 w 2472613"/>
                <a:gd name="connsiteY12-2772" fmla="*/ 4892818 h 4892818"/>
                <a:gd name="connsiteX13-2773" fmla="*/ 597159 w 2472613"/>
                <a:gd name="connsiteY13-2774" fmla="*/ 4790181 h 4892818"/>
                <a:gd name="connsiteX14-2775" fmla="*/ 849086 w 2472613"/>
                <a:gd name="connsiteY14-2776" fmla="*/ 4463609 h 4892818"/>
                <a:gd name="connsiteX15-2777" fmla="*/ 746449 w 2472613"/>
                <a:gd name="connsiteY15-2778" fmla="*/ 4193022 h 4892818"/>
                <a:gd name="connsiteX16-2779" fmla="*/ 802433 w 2472613"/>
                <a:gd name="connsiteY16-2780" fmla="*/ 3773144 h 4892818"/>
                <a:gd name="connsiteX17-2781" fmla="*/ 877078 w 2472613"/>
                <a:gd name="connsiteY17-2782" fmla="*/ 3101340 h 4892818"/>
                <a:gd name="connsiteX18-2783" fmla="*/ 1343608 w 2472613"/>
                <a:gd name="connsiteY18-2784" fmla="*/ 2681462 h 4892818"/>
                <a:gd name="connsiteX19-2785" fmla="*/ 1502229 w 2472613"/>
                <a:gd name="connsiteY19-2786" fmla="*/ 3446573 h 4892818"/>
                <a:gd name="connsiteX20-2787" fmla="*/ 1175657 w 2472613"/>
                <a:gd name="connsiteY20-2788" fmla="*/ 4174360 h 4892818"/>
                <a:gd name="connsiteX21-2789" fmla="*/ 933061 w 2472613"/>
                <a:gd name="connsiteY21-2790" fmla="*/ 4771520 h 4892818"/>
                <a:gd name="connsiteX22-2791" fmla="*/ 1231641 w 2472613"/>
                <a:gd name="connsiteY22-2792" fmla="*/ 4827503 h 4892818"/>
                <a:gd name="connsiteX23-2793" fmla="*/ 1642188 w 2472613"/>
                <a:gd name="connsiteY23-2794" fmla="*/ 4883487 h 4892818"/>
                <a:gd name="connsiteX24-2795" fmla="*/ 1698172 w 2472613"/>
                <a:gd name="connsiteY24-2796" fmla="*/ 4827503 h 4892818"/>
                <a:gd name="connsiteX25-2797" fmla="*/ 1278294 w 2472613"/>
                <a:gd name="connsiteY25-2798" fmla="*/ 4640891 h 4892818"/>
                <a:gd name="connsiteX26-2799" fmla="*/ 1735494 w 2472613"/>
                <a:gd name="connsiteY26-2800" fmla="*/ 3698499 h 4892818"/>
                <a:gd name="connsiteX27-2801" fmla="*/ 1875453 w 2472613"/>
                <a:gd name="connsiteY27-2802" fmla="*/ 3343936 h 4892818"/>
                <a:gd name="connsiteX28-2803" fmla="*/ 1978090 w 2472613"/>
                <a:gd name="connsiteY28-2804" fmla="*/ 2196271 h 4892818"/>
                <a:gd name="connsiteX29-2805" fmla="*/ 1959429 w 2472613"/>
                <a:gd name="connsiteY29-2806" fmla="*/ 1972336 h 4892818"/>
                <a:gd name="connsiteX30-2807" fmla="*/ 2024743 w 2472613"/>
                <a:gd name="connsiteY30-2808" fmla="*/ 1739071 h 4892818"/>
                <a:gd name="connsiteX31-2809" fmla="*/ 2472613 w 2472613"/>
                <a:gd name="connsiteY31-2810" fmla="*/ 1011283 h 4892818"/>
                <a:gd name="connsiteX32-2811" fmla="*/ 1931437 w 2472613"/>
                <a:gd name="connsiteY32-2812" fmla="*/ 563413 h 4892818"/>
                <a:gd name="connsiteX33-2813" fmla="*/ 1446245 w 2472613"/>
                <a:gd name="connsiteY33-2814" fmla="*/ 423454 h 4892818"/>
                <a:gd name="connsiteX34-2815" fmla="*/ 1054359 w 2472613"/>
                <a:gd name="connsiteY34-2816" fmla="*/ 451446 h 4892818"/>
                <a:gd name="connsiteX35-2817" fmla="*/ 1035309 w 2472613"/>
                <a:gd name="connsiteY35-2818" fmla="*/ 263036 h 4892818"/>
                <a:gd name="connsiteX36-2819" fmla="*/ 869400 w 2472613"/>
                <a:gd name="connsiteY36-2820" fmla="*/ 71127 h 4892818"/>
                <a:gd name="connsiteX37-2821" fmla="*/ 597159 w 2472613"/>
                <a:gd name="connsiteY37-2822" fmla="*/ 12907 h 4892818"/>
                <a:gd name="connsiteX38-2823" fmla="*/ 475861 w 2472613"/>
                <a:gd name="connsiteY38-2824" fmla="*/ 516760 h 4892818"/>
                <a:gd name="connsiteX39-2825" fmla="*/ 616015 w 2472613"/>
                <a:gd name="connsiteY39-2826" fmla="*/ 724609 h 4892818"/>
                <a:gd name="connsiteX40-2827" fmla="*/ 319622 w 2472613"/>
                <a:gd name="connsiteY40-2828" fmla="*/ 1088309 h 4892818"/>
                <a:gd name="connsiteX41-2829" fmla="*/ 188994 w 2472613"/>
                <a:gd name="connsiteY41-2830" fmla="*/ 852857 h 4892818"/>
                <a:gd name="connsiteX42-2831" fmla="*/ 275789 w 2472613"/>
                <a:gd name="connsiteY42-2832" fmla="*/ 811890 h 4892818"/>
                <a:gd name="connsiteX43-2833" fmla="*/ 355050 w 2472613"/>
                <a:gd name="connsiteY43-2834" fmla="*/ 730733 h 4892818"/>
                <a:gd name="connsiteX44-2835" fmla="*/ 343143 w 2472613"/>
                <a:gd name="connsiteY44-2836" fmla="*/ 530708 h 4892818"/>
                <a:gd name="connsiteX45-2837" fmla="*/ 147298 w 2472613"/>
                <a:gd name="connsiteY45-2838" fmla="*/ 542954 h 4892818"/>
                <a:gd name="connsiteX0-2839" fmla="*/ 147298 w 2472613"/>
                <a:gd name="connsiteY0-2840" fmla="*/ 542954 h 4892818"/>
                <a:gd name="connsiteX1-2841" fmla="*/ 0 w 2472613"/>
                <a:gd name="connsiteY1-2842" fmla="*/ 796679 h 4892818"/>
                <a:gd name="connsiteX2-2843" fmla="*/ 37323 w 2472613"/>
                <a:gd name="connsiteY2-2844" fmla="*/ 973960 h 4892818"/>
                <a:gd name="connsiteX3-2845" fmla="*/ 251927 w 2472613"/>
                <a:gd name="connsiteY3-2846" fmla="*/ 1720409 h 4892818"/>
                <a:gd name="connsiteX4-2847" fmla="*/ 671804 w 2472613"/>
                <a:gd name="connsiteY4-2848" fmla="*/ 1552458 h 4892818"/>
                <a:gd name="connsiteX5-2849" fmla="*/ 961053 w 2472613"/>
                <a:gd name="connsiteY5-2850" fmla="*/ 1720409 h 4892818"/>
                <a:gd name="connsiteX6-2851" fmla="*/ 989045 w 2472613"/>
                <a:gd name="connsiteY6-2852" fmla="*/ 1916352 h 4892818"/>
                <a:gd name="connsiteX7-2853" fmla="*/ 961053 w 2472613"/>
                <a:gd name="connsiteY7-2854" fmla="*/ 2084303 h 4892818"/>
                <a:gd name="connsiteX8-2855" fmla="*/ 513184 w 2472613"/>
                <a:gd name="connsiteY8-2856" fmla="*/ 2886736 h 4892818"/>
                <a:gd name="connsiteX9-2857" fmla="*/ 494523 w 2472613"/>
                <a:gd name="connsiteY9-2858" fmla="*/ 3325275 h 4892818"/>
                <a:gd name="connsiteX10-2859" fmla="*/ 475861 w 2472613"/>
                <a:gd name="connsiteY10-2860" fmla="*/ 4267667 h 4892818"/>
                <a:gd name="connsiteX11-2861" fmla="*/ 401217 w 2472613"/>
                <a:gd name="connsiteY11-2862" fmla="*/ 4771520 h 4892818"/>
                <a:gd name="connsiteX12-2863" fmla="*/ 186613 w 2472613"/>
                <a:gd name="connsiteY12-2864" fmla="*/ 4892818 h 4892818"/>
                <a:gd name="connsiteX13-2865" fmla="*/ 597159 w 2472613"/>
                <a:gd name="connsiteY13-2866" fmla="*/ 4790181 h 4892818"/>
                <a:gd name="connsiteX14-2867" fmla="*/ 849086 w 2472613"/>
                <a:gd name="connsiteY14-2868" fmla="*/ 4463609 h 4892818"/>
                <a:gd name="connsiteX15-2869" fmla="*/ 746449 w 2472613"/>
                <a:gd name="connsiteY15-2870" fmla="*/ 4193022 h 4892818"/>
                <a:gd name="connsiteX16-2871" fmla="*/ 802433 w 2472613"/>
                <a:gd name="connsiteY16-2872" fmla="*/ 3773144 h 4892818"/>
                <a:gd name="connsiteX17-2873" fmla="*/ 877078 w 2472613"/>
                <a:gd name="connsiteY17-2874" fmla="*/ 3101340 h 4892818"/>
                <a:gd name="connsiteX18-2875" fmla="*/ 1343608 w 2472613"/>
                <a:gd name="connsiteY18-2876" fmla="*/ 2681462 h 4892818"/>
                <a:gd name="connsiteX19-2877" fmla="*/ 1502229 w 2472613"/>
                <a:gd name="connsiteY19-2878" fmla="*/ 3446573 h 4892818"/>
                <a:gd name="connsiteX20-2879" fmla="*/ 1175657 w 2472613"/>
                <a:gd name="connsiteY20-2880" fmla="*/ 4174360 h 4892818"/>
                <a:gd name="connsiteX21-2881" fmla="*/ 933061 w 2472613"/>
                <a:gd name="connsiteY21-2882" fmla="*/ 4771520 h 4892818"/>
                <a:gd name="connsiteX22-2883" fmla="*/ 1231641 w 2472613"/>
                <a:gd name="connsiteY22-2884" fmla="*/ 4827503 h 4892818"/>
                <a:gd name="connsiteX23-2885" fmla="*/ 1642188 w 2472613"/>
                <a:gd name="connsiteY23-2886" fmla="*/ 4883487 h 4892818"/>
                <a:gd name="connsiteX24-2887" fmla="*/ 1698172 w 2472613"/>
                <a:gd name="connsiteY24-2888" fmla="*/ 4827503 h 4892818"/>
                <a:gd name="connsiteX25-2889" fmla="*/ 1278294 w 2472613"/>
                <a:gd name="connsiteY25-2890" fmla="*/ 4640891 h 4892818"/>
                <a:gd name="connsiteX26-2891" fmla="*/ 1735494 w 2472613"/>
                <a:gd name="connsiteY26-2892" fmla="*/ 3698499 h 4892818"/>
                <a:gd name="connsiteX27-2893" fmla="*/ 1875453 w 2472613"/>
                <a:gd name="connsiteY27-2894" fmla="*/ 3343936 h 4892818"/>
                <a:gd name="connsiteX28-2895" fmla="*/ 1978090 w 2472613"/>
                <a:gd name="connsiteY28-2896" fmla="*/ 2196271 h 4892818"/>
                <a:gd name="connsiteX29-2897" fmla="*/ 1959429 w 2472613"/>
                <a:gd name="connsiteY29-2898" fmla="*/ 1972336 h 4892818"/>
                <a:gd name="connsiteX30-2899" fmla="*/ 2024743 w 2472613"/>
                <a:gd name="connsiteY30-2900" fmla="*/ 1739071 h 4892818"/>
                <a:gd name="connsiteX31-2901" fmla="*/ 2472613 w 2472613"/>
                <a:gd name="connsiteY31-2902" fmla="*/ 1011283 h 4892818"/>
                <a:gd name="connsiteX32-2903" fmla="*/ 1931437 w 2472613"/>
                <a:gd name="connsiteY32-2904" fmla="*/ 563413 h 4892818"/>
                <a:gd name="connsiteX33-2905" fmla="*/ 1446245 w 2472613"/>
                <a:gd name="connsiteY33-2906" fmla="*/ 423454 h 4892818"/>
                <a:gd name="connsiteX34-2907" fmla="*/ 1054359 w 2472613"/>
                <a:gd name="connsiteY34-2908" fmla="*/ 451446 h 4892818"/>
                <a:gd name="connsiteX35-2909" fmla="*/ 1035309 w 2472613"/>
                <a:gd name="connsiteY35-2910" fmla="*/ 263036 h 4892818"/>
                <a:gd name="connsiteX36-2911" fmla="*/ 869400 w 2472613"/>
                <a:gd name="connsiteY36-2912" fmla="*/ 71127 h 4892818"/>
                <a:gd name="connsiteX37-2913" fmla="*/ 597159 w 2472613"/>
                <a:gd name="connsiteY37-2914" fmla="*/ 12907 h 4892818"/>
                <a:gd name="connsiteX38-2915" fmla="*/ 475861 w 2472613"/>
                <a:gd name="connsiteY38-2916" fmla="*/ 516760 h 4892818"/>
                <a:gd name="connsiteX39-2917" fmla="*/ 616015 w 2472613"/>
                <a:gd name="connsiteY39-2918" fmla="*/ 724609 h 4892818"/>
                <a:gd name="connsiteX40-2919" fmla="*/ 319622 w 2472613"/>
                <a:gd name="connsiteY40-2920" fmla="*/ 1088309 h 4892818"/>
                <a:gd name="connsiteX41-2921" fmla="*/ 188994 w 2472613"/>
                <a:gd name="connsiteY41-2922" fmla="*/ 852857 h 4892818"/>
                <a:gd name="connsiteX42-2923" fmla="*/ 275789 w 2472613"/>
                <a:gd name="connsiteY42-2924" fmla="*/ 811890 h 4892818"/>
                <a:gd name="connsiteX43-2925" fmla="*/ 355050 w 2472613"/>
                <a:gd name="connsiteY43-2926" fmla="*/ 730733 h 4892818"/>
                <a:gd name="connsiteX44-2927" fmla="*/ 343143 w 2472613"/>
                <a:gd name="connsiteY44-2928" fmla="*/ 530708 h 4892818"/>
                <a:gd name="connsiteX45-2929" fmla="*/ 147298 w 2472613"/>
                <a:gd name="connsiteY45-2930" fmla="*/ 542954 h 4892818"/>
                <a:gd name="connsiteX0-2931" fmla="*/ 147298 w 2472613"/>
                <a:gd name="connsiteY0-2932" fmla="*/ 542954 h 4892818"/>
                <a:gd name="connsiteX1-2933" fmla="*/ 0 w 2472613"/>
                <a:gd name="connsiteY1-2934" fmla="*/ 796679 h 4892818"/>
                <a:gd name="connsiteX2-2935" fmla="*/ 37323 w 2472613"/>
                <a:gd name="connsiteY2-2936" fmla="*/ 973960 h 4892818"/>
                <a:gd name="connsiteX3-2937" fmla="*/ 251927 w 2472613"/>
                <a:gd name="connsiteY3-2938" fmla="*/ 1720409 h 4892818"/>
                <a:gd name="connsiteX4-2939" fmla="*/ 671804 w 2472613"/>
                <a:gd name="connsiteY4-2940" fmla="*/ 1552458 h 4892818"/>
                <a:gd name="connsiteX5-2941" fmla="*/ 961053 w 2472613"/>
                <a:gd name="connsiteY5-2942" fmla="*/ 1720409 h 4892818"/>
                <a:gd name="connsiteX6-2943" fmla="*/ 989045 w 2472613"/>
                <a:gd name="connsiteY6-2944" fmla="*/ 1916352 h 4892818"/>
                <a:gd name="connsiteX7-2945" fmla="*/ 961053 w 2472613"/>
                <a:gd name="connsiteY7-2946" fmla="*/ 2084303 h 4892818"/>
                <a:gd name="connsiteX8-2947" fmla="*/ 513184 w 2472613"/>
                <a:gd name="connsiteY8-2948" fmla="*/ 2886736 h 4892818"/>
                <a:gd name="connsiteX9-2949" fmla="*/ 494523 w 2472613"/>
                <a:gd name="connsiteY9-2950" fmla="*/ 3325275 h 4892818"/>
                <a:gd name="connsiteX10-2951" fmla="*/ 475861 w 2472613"/>
                <a:gd name="connsiteY10-2952" fmla="*/ 4267667 h 4892818"/>
                <a:gd name="connsiteX11-2953" fmla="*/ 401217 w 2472613"/>
                <a:gd name="connsiteY11-2954" fmla="*/ 4771520 h 4892818"/>
                <a:gd name="connsiteX12-2955" fmla="*/ 186613 w 2472613"/>
                <a:gd name="connsiteY12-2956" fmla="*/ 4892818 h 4892818"/>
                <a:gd name="connsiteX13-2957" fmla="*/ 597159 w 2472613"/>
                <a:gd name="connsiteY13-2958" fmla="*/ 4790181 h 4892818"/>
                <a:gd name="connsiteX14-2959" fmla="*/ 849086 w 2472613"/>
                <a:gd name="connsiteY14-2960" fmla="*/ 4463609 h 4892818"/>
                <a:gd name="connsiteX15-2961" fmla="*/ 746449 w 2472613"/>
                <a:gd name="connsiteY15-2962" fmla="*/ 4193022 h 4892818"/>
                <a:gd name="connsiteX16-2963" fmla="*/ 802433 w 2472613"/>
                <a:gd name="connsiteY16-2964" fmla="*/ 3773144 h 4892818"/>
                <a:gd name="connsiteX17-2965" fmla="*/ 877078 w 2472613"/>
                <a:gd name="connsiteY17-2966" fmla="*/ 3101340 h 4892818"/>
                <a:gd name="connsiteX18-2967" fmla="*/ 1343608 w 2472613"/>
                <a:gd name="connsiteY18-2968" fmla="*/ 2681462 h 4892818"/>
                <a:gd name="connsiteX19-2969" fmla="*/ 1502229 w 2472613"/>
                <a:gd name="connsiteY19-2970" fmla="*/ 3446573 h 4892818"/>
                <a:gd name="connsiteX20-2971" fmla="*/ 1175657 w 2472613"/>
                <a:gd name="connsiteY20-2972" fmla="*/ 4174360 h 4892818"/>
                <a:gd name="connsiteX21-2973" fmla="*/ 933061 w 2472613"/>
                <a:gd name="connsiteY21-2974" fmla="*/ 4771520 h 4892818"/>
                <a:gd name="connsiteX22-2975" fmla="*/ 1231641 w 2472613"/>
                <a:gd name="connsiteY22-2976" fmla="*/ 4827503 h 4892818"/>
                <a:gd name="connsiteX23-2977" fmla="*/ 1642188 w 2472613"/>
                <a:gd name="connsiteY23-2978" fmla="*/ 4883487 h 4892818"/>
                <a:gd name="connsiteX24-2979" fmla="*/ 1698172 w 2472613"/>
                <a:gd name="connsiteY24-2980" fmla="*/ 4827503 h 4892818"/>
                <a:gd name="connsiteX25-2981" fmla="*/ 1278294 w 2472613"/>
                <a:gd name="connsiteY25-2982" fmla="*/ 4640891 h 4892818"/>
                <a:gd name="connsiteX26-2983" fmla="*/ 1735494 w 2472613"/>
                <a:gd name="connsiteY26-2984" fmla="*/ 3698499 h 4892818"/>
                <a:gd name="connsiteX27-2985" fmla="*/ 1875453 w 2472613"/>
                <a:gd name="connsiteY27-2986" fmla="*/ 3343936 h 4892818"/>
                <a:gd name="connsiteX28-2987" fmla="*/ 1978090 w 2472613"/>
                <a:gd name="connsiteY28-2988" fmla="*/ 2196271 h 4892818"/>
                <a:gd name="connsiteX29-2989" fmla="*/ 1959429 w 2472613"/>
                <a:gd name="connsiteY29-2990" fmla="*/ 1972336 h 4892818"/>
                <a:gd name="connsiteX30-2991" fmla="*/ 2024743 w 2472613"/>
                <a:gd name="connsiteY30-2992" fmla="*/ 1739071 h 4892818"/>
                <a:gd name="connsiteX31-2993" fmla="*/ 2472613 w 2472613"/>
                <a:gd name="connsiteY31-2994" fmla="*/ 1011283 h 4892818"/>
                <a:gd name="connsiteX32-2995" fmla="*/ 1931437 w 2472613"/>
                <a:gd name="connsiteY32-2996" fmla="*/ 563413 h 4892818"/>
                <a:gd name="connsiteX33-2997" fmla="*/ 1446245 w 2472613"/>
                <a:gd name="connsiteY33-2998" fmla="*/ 423454 h 4892818"/>
                <a:gd name="connsiteX34-2999" fmla="*/ 1054359 w 2472613"/>
                <a:gd name="connsiteY34-3000" fmla="*/ 451446 h 4892818"/>
                <a:gd name="connsiteX35-3001" fmla="*/ 1035309 w 2472613"/>
                <a:gd name="connsiteY35-3002" fmla="*/ 263036 h 4892818"/>
                <a:gd name="connsiteX36-3003" fmla="*/ 869400 w 2472613"/>
                <a:gd name="connsiteY36-3004" fmla="*/ 71127 h 4892818"/>
                <a:gd name="connsiteX37-3005" fmla="*/ 597159 w 2472613"/>
                <a:gd name="connsiteY37-3006" fmla="*/ 12907 h 4892818"/>
                <a:gd name="connsiteX38-3007" fmla="*/ 475861 w 2472613"/>
                <a:gd name="connsiteY38-3008" fmla="*/ 516760 h 4892818"/>
                <a:gd name="connsiteX39-3009" fmla="*/ 616015 w 2472613"/>
                <a:gd name="connsiteY39-3010" fmla="*/ 724609 h 4892818"/>
                <a:gd name="connsiteX40-3011" fmla="*/ 319622 w 2472613"/>
                <a:gd name="connsiteY40-3012" fmla="*/ 1088309 h 4892818"/>
                <a:gd name="connsiteX41-3013" fmla="*/ 188994 w 2472613"/>
                <a:gd name="connsiteY41-3014" fmla="*/ 852857 h 4892818"/>
                <a:gd name="connsiteX42-3015" fmla="*/ 275789 w 2472613"/>
                <a:gd name="connsiteY42-3016" fmla="*/ 811890 h 4892818"/>
                <a:gd name="connsiteX43-3017" fmla="*/ 355050 w 2472613"/>
                <a:gd name="connsiteY43-3018" fmla="*/ 730733 h 4892818"/>
                <a:gd name="connsiteX44-3019" fmla="*/ 343143 w 2472613"/>
                <a:gd name="connsiteY44-3020" fmla="*/ 530708 h 4892818"/>
                <a:gd name="connsiteX45-3021" fmla="*/ 147298 w 2472613"/>
                <a:gd name="connsiteY45-3022" fmla="*/ 542954 h 4892818"/>
                <a:gd name="connsiteX0-3023" fmla="*/ 147298 w 2472613"/>
                <a:gd name="connsiteY0-3024" fmla="*/ 542954 h 4892818"/>
                <a:gd name="connsiteX1-3025" fmla="*/ 0 w 2472613"/>
                <a:gd name="connsiteY1-3026" fmla="*/ 796679 h 4892818"/>
                <a:gd name="connsiteX2-3027" fmla="*/ 37323 w 2472613"/>
                <a:gd name="connsiteY2-3028" fmla="*/ 973960 h 4892818"/>
                <a:gd name="connsiteX3-3029" fmla="*/ 251927 w 2472613"/>
                <a:gd name="connsiteY3-3030" fmla="*/ 1720409 h 4892818"/>
                <a:gd name="connsiteX4-3031" fmla="*/ 671804 w 2472613"/>
                <a:gd name="connsiteY4-3032" fmla="*/ 1552458 h 4892818"/>
                <a:gd name="connsiteX5-3033" fmla="*/ 961053 w 2472613"/>
                <a:gd name="connsiteY5-3034" fmla="*/ 1720409 h 4892818"/>
                <a:gd name="connsiteX6-3035" fmla="*/ 989045 w 2472613"/>
                <a:gd name="connsiteY6-3036" fmla="*/ 1916352 h 4892818"/>
                <a:gd name="connsiteX7-3037" fmla="*/ 961053 w 2472613"/>
                <a:gd name="connsiteY7-3038" fmla="*/ 2084303 h 4892818"/>
                <a:gd name="connsiteX8-3039" fmla="*/ 513184 w 2472613"/>
                <a:gd name="connsiteY8-3040" fmla="*/ 2886736 h 4892818"/>
                <a:gd name="connsiteX9-3041" fmla="*/ 494523 w 2472613"/>
                <a:gd name="connsiteY9-3042" fmla="*/ 3325275 h 4892818"/>
                <a:gd name="connsiteX10-3043" fmla="*/ 475861 w 2472613"/>
                <a:gd name="connsiteY10-3044" fmla="*/ 4267667 h 4892818"/>
                <a:gd name="connsiteX11-3045" fmla="*/ 401217 w 2472613"/>
                <a:gd name="connsiteY11-3046" fmla="*/ 4771520 h 4892818"/>
                <a:gd name="connsiteX12-3047" fmla="*/ 186613 w 2472613"/>
                <a:gd name="connsiteY12-3048" fmla="*/ 4892818 h 4892818"/>
                <a:gd name="connsiteX13-3049" fmla="*/ 597159 w 2472613"/>
                <a:gd name="connsiteY13-3050" fmla="*/ 4790181 h 4892818"/>
                <a:gd name="connsiteX14-3051" fmla="*/ 849086 w 2472613"/>
                <a:gd name="connsiteY14-3052" fmla="*/ 4463609 h 4892818"/>
                <a:gd name="connsiteX15-3053" fmla="*/ 746449 w 2472613"/>
                <a:gd name="connsiteY15-3054" fmla="*/ 4193022 h 4892818"/>
                <a:gd name="connsiteX16-3055" fmla="*/ 802433 w 2472613"/>
                <a:gd name="connsiteY16-3056" fmla="*/ 3773144 h 4892818"/>
                <a:gd name="connsiteX17-3057" fmla="*/ 877078 w 2472613"/>
                <a:gd name="connsiteY17-3058" fmla="*/ 3101340 h 4892818"/>
                <a:gd name="connsiteX18-3059" fmla="*/ 1343608 w 2472613"/>
                <a:gd name="connsiteY18-3060" fmla="*/ 2681462 h 4892818"/>
                <a:gd name="connsiteX19-3061" fmla="*/ 1502229 w 2472613"/>
                <a:gd name="connsiteY19-3062" fmla="*/ 3446573 h 4892818"/>
                <a:gd name="connsiteX20-3063" fmla="*/ 1175657 w 2472613"/>
                <a:gd name="connsiteY20-3064" fmla="*/ 4174360 h 4892818"/>
                <a:gd name="connsiteX21-3065" fmla="*/ 933061 w 2472613"/>
                <a:gd name="connsiteY21-3066" fmla="*/ 4771520 h 4892818"/>
                <a:gd name="connsiteX22-3067" fmla="*/ 1231641 w 2472613"/>
                <a:gd name="connsiteY22-3068" fmla="*/ 4827503 h 4892818"/>
                <a:gd name="connsiteX23-3069" fmla="*/ 1642188 w 2472613"/>
                <a:gd name="connsiteY23-3070" fmla="*/ 4883487 h 4892818"/>
                <a:gd name="connsiteX24-3071" fmla="*/ 1698172 w 2472613"/>
                <a:gd name="connsiteY24-3072" fmla="*/ 4827503 h 4892818"/>
                <a:gd name="connsiteX25-3073" fmla="*/ 1278294 w 2472613"/>
                <a:gd name="connsiteY25-3074" fmla="*/ 4640891 h 4892818"/>
                <a:gd name="connsiteX26-3075" fmla="*/ 1735494 w 2472613"/>
                <a:gd name="connsiteY26-3076" fmla="*/ 3698499 h 4892818"/>
                <a:gd name="connsiteX27-3077" fmla="*/ 1875453 w 2472613"/>
                <a:gd name="connsiteY27-3078" fmla="*/ 3343936 h 4892818"/>
                <a:gd name="connsiteX28-3079" fmla="*/ 1978090 w 2472613"/>
                <a:gd name="connsiteY28-3080" fmla="*/ 2196271 h 4892818"/>
                <a:gd name="connsiteX29-3081" fmla="*/ 1959429 w 2472613"/>
                <a:gd name="connsiteY29-3082" fmla="*/ 1972336 h 4892818"/>
                <a:gd name="connsiteX30-3083" fmla="*/ 2024743 w 2472613"/>
                <a:gd name="connsiteY30-3084" fmla="*/ 1739071 h 4892818"/>
                <a:gd name="connsiteX31-3085" fmla="*/ 2472613 w 2472613"/>
                <a:gd name="connsiteY31-3086" fmla="*/ 1011283 h 4892818"/>
                <a:gd name="connsiteX32-3087" fmla="*/ 1931437 w 2472613"/>
                <a:gd name="connsiteY32-3088" fmla="*/ 563413 h 4892818"/>
                <a:gd name="connsiteX33-3089" fmla="*/ 1446245 w 2472613"/>
                <a:gd name="connsiteY33-3090" fmla="*/ 423454 h 4892818"/>
                <a:gd name="connsiteX34-3091" fmla="*/ 1054359 w 2472613"/>
                <a:gd name="connsiteY34-3092" fmla="*/ 451446 h 4892818"/>
                <a:gd name="connsiteX35-3093" fmla="*/ 1035309 w 2472613"/>
                <a:gd name="connsiteY35-3094" fmla="*/ 263036 h 4892818"/>
                <a:gd name="connsiteX36-3095" fmla="*/ 869400 w 2472613"/>
                <a:gd name="connsiteY36-3096" fmla="*/ 71127 h 4892818"/>
                <a:gd name="connsiteX37-3097" fmla="*/ 597159 w 2472613"/>
                <a:gd name="connsiteY37-3098" fmla="*/ 12907 h 4892818"/>
                <a:gd name="connsiteX38-3099" fmla="*/ 475861 w 2472613"/>
                <a:gd name="connsiteY38-3100" fmla="*/ 516760 h 4892818"/>
                <a:gd name="connsiteX39-3101" fmla="*/ 616015 w 2472613"/>
                <a:gd name="connsiteY39-3102" fmla="*/ 724609 h 4892818"/>
                <a:gd name="connsiteX40-3103" fmla="*/ 319622 w 2472613"/>
                <a:gd name="connsiteY40-3104" fmla="*/ 1088309 h 4892818"/>
                <a:gd name="connsiteX41-3105" fmla="*/ 188994 w 2472613"/>
                <a:gd name="connsiteY41-3106" fmla="*/ 852857 h 4892818"/>
                <a:gd name="connsiteX42-3107" fmla="*/ 275789 w 2472613"/>
                <a:gd name="connsiteY42-3108" fmla="*/ 811890 h 4892818"/>
                <a:gd name="connsiteX43-3109" fmla="*/ 355050 w 2472613"/>
                <a:gd name="connsiteY43-3110" fmla="*/ 730733 h 4892818"/>
                <a:gd name="connsiteX44-3111" fmla="*/ 343143 w 2472613"/>
                <a:gd name="connsiteY44-3112" fmla="*/ 530708 h 4892818"/>
                <a:gd name="connsiteX45-3113" fmla="*/ 147298 w 2472613"/>
                <a:gd name="connsiteY45-3114" fmla="*/ 542954 h 4892818"/>
                <a:gd name="connsiteX0-3115" fmla="*/ 147298 w 2472613"/>
                <a:gd name="connsiteY0-3116" fmla="*/ 542954 h 4892818"/>
                <a:gd name="connsiteX1-3117" fmla="*/ 0 w 2472613"/>
                <a:gd name="connsiteY1-3118" fmla="*/ 796679 h 4892818"/>
                <a:gd name="connsiteX2-3119" fmla="*/ 37323 w 2472613"/>
                <a:gd name="connsiteY2-3120" fmla="*/ 973960 h 4892818"/>
                <a:gd name="connsiteX3-3121" fmla="*/ 251927 w 2472613"/>
                <a:gd name="connsiteY3-3122" fmla="*/ 1720409 h 4892818"/>
                <a:gd name="connsiteX4-3123" fmla="*/ 671804 w 2472613"/>
                <a:gd name="connsiteY4-3124" fmla="*/ 1552458 h 4892818"/>
                <a:gd name="connsiteX5-3125" fmla="*/ 961053 w 2472613"/>
                <a:gd name="connsiteY5-3126" fmla="*/ 1720409 h 4892818"/>
                <a:gd name="connsiteX6-3127" fmla="*/ 989045 w 2472613"/>
                <a:gd name="connsiteY6-3128" fmla="*/ 1916352 h 4892818"/>
                <a:gd name="connsiteX7-3129" fmla="*/ 961053 w 2472613"/>
                <a:gd name="connsiteY7-3130" fmla="*/ 2084303 h 4892818"/>
                <a:gd name="connsiteX8-3131" fmla="*/ 513184 w 2472613"/>
                <a:gd name="connsiteY8-3132" fmla="*/ 2886736 h 4892818"/>
                <a:gd name="connsiteX9-3133" fmla="*/ 494523 w 2472613"/>
                <a:gd name="connsiteY9-3134" fmla="*/ 3325275 h 4892818"/>
                <a:gd name="connsiteX10-3135" fmla="*/ 475861 w 2472613"/>
                <a:gd name="connsiteY10-3136" fmla="*/ 4267667 h 4892818"/>
                <a:gd name="connsiteX11-3137" fmla="*/ 401217 w 2472613"/>
                <a:gd name="connsiteY11-3138" fmla="*/ 4771520 h 4892818"/>
                <a:gd name="connsiteX12-3139" fmla="*/ 186613 w 2472613"/>
                <a:gd name="connsiteY12-3140" fmla="*/ 4892818 h 4892818"/>
                <a:gd name="connsiteX13-3141" fmla="*/ 597159 w 2472613"/>
                <a:gd name="connsiteY13-3142" fmla="*/ 4790181 h 4892818"/>
                <a:gd name="connsiteX14-3143" fmla="*/ 849086 w 2472613"/>
                <a:gd name="connsiteY14-3144" fmla="*/ 4463609 h 4892818"/>
                <a:gd name="connsiteX15-3145" fmla="*/ 746449 w 2472613"/>
                <a:gd name="connsiteY15-3146" fmla="*/ 4193022 h 4892818"/>
                <a:gd name="connsiteX16-3147" fmla="*/ 802433 w 2472613"/>
                <a:gd name="connsiteY16-3148" fmla="*/ 3773144 h 4892818"/>
                <a:gd name="connsiteX17-3149" fmla="*/ 877078 w 2472613"/>
                <a:gd name="connsiteY17-3150" fmla="*/ 3101340 h 4892818"/>
                <a:gd name="connsiteX18-3151" fmla="*/ 1343608 w 2472613"/>
                <a:gd name="connsiteY18-3152" fmla="*/ 2681462 h 4892818"/>
                <a:gd name="connsiteX19-3153" fmla="*/ 1502229 w 2472613"/>
                <a:gd name="connsiteY19-3154" fmla="*/ 3446573 h 4892818"/>
                <a:gd name="connsiteX20-3155" fmla="*/ 1175657 w 2472613"/>
                <a:gd name="connsiteY20-3156" fmla="*/ 4174360 h 4892818"/>
                <a:gd name="connsiteX21-3157" fmla="*/ 933061 w 2472613"/>
                <a:gd name="connsiteY21-3158" fmla="*/ 4771520 h 4892818"/>
                <a:gd name="connsiteX22-3159" fmla="*/ 1231641 w 2472613"/>
                <a:gd name="connsiteY22-3160" fmla="*/ 4827503 h 4892818"/>
                <a:gd name="connsiteX23-3161" fmla="*/ 1642188 w 2472613"/>
                <a:gd name="connsiteY23-3162" fmla="*/ 4883487 h 4892818"/>
                <a:gd name="connsiteX24-3163" fmla="*/ 1698172 w 2472613"/>
                <a:gd name="connsiteY24-3164" fmla="*/ 4827503 h 4892818"/>
                <a:gd name="connsiteX25-3165" fmla="*/ 1278294 w 2472613"/>
                <a:gd name="connsiteY25-3166" fmla="*/ 4640891 h 4892818"/>
                <a:gd name="connsiteX26-3167" fmla="*/ 1735494 w 2472613"/>
                <a:gd name="connsiteY26-3168" fmla="*/ 3698499 h 4892818"/>
                <a:gd name="connsiteX27-3169" fmla="*/ 1875453 w 2472613"/>
                <a:gd name="connsiteY27-3170" fmla="*/ 3343936 h 4892818"/>
                <a:gd name="connsiteX28-3171" fmla="*/ 1978090 w 2472613"/>
                <a:gd name="connsiteY28-3172" fmla="*/ 2196271 h 4892818"/>
                <a:gd name="connsiteX29-3173" fmla="*/ 1959429 w 2472613"/>
                <a:gd name="connsiteY29-3174" fmla="*/ 1972336 h 4892818"/>
                <a:gd name="connsiteX30-3175" fmla="*/ 2024743 w 2472613"/>
                <a:gd name="connsiteY30-3176" fmla="*/ 1739071 h 4892818"/>
                <a:gd name="connsiteX31-3177" fmla="*/ 2472613 w 2472613"/>
                <a:gd name="connsiteY31-3178" fmla="*/ 1011283 h 4892818"/>
                <a:gd name="connsiteX32-3179" fmla="*/ 1931437 w 2472613"/>
                <a:gd name="connsiteY32-3180" fmla="*/ 563413 h 4892818"/>
                <a:gd name="connsiteX33-3181" fmla="*/ 1446245 w 2472613"/>
                <a:gd name="connsiteY33-3182" fmla="*/ 423454 h 4892818"/>
                <a:gd name="connsiteX34-3183" fmla="*/ 1054359 w 2472613"/>
                <a:gd name="connsiteY34-3184" fmla="*/ 451446 h 4892818"/>
                <a:gd name="connsiteX35-3185" fmla="*/ 1035309 w 2472613"/>
                <a:gd name="connsiteY35-3186" fmla="*/ 263036 h 4892818"/>
                <a:gd name="connsiteX36-3187" fmla="*/ 869400 w 2472613"/>
                <a:gd name="connsiteY36-3188" fmla="*/ 71127 h 4892818"/>
                <a:gd name="connsiteX37-3189" fmla="*/ 597159 w 2472613"/>
                <a:gd name="connsiteY37-3190" fmla="*/ 12907 h 4892818"/>
                <a:gd name="connsiteX38-3191" fmla="*/ 475861 w 2472613"/>
                <a:gd name="connsiteY38-3192" fmla="*/ 516760 h 4892818"/>
                <a:gd name="connsiteX39-3193" fmla="*/ 616015 w 2472613"/>
                <a:gd name="connsiteY39-3194" fmla="*/ 724609 h 4892818"/>
                <a:gd name="connsiteX40-3195" fmla="*/ 319622 w 2472613"/>
                <a:gd name="connsiteY40-3196" fmla="*/ 1088309 h 4892818"/>
                <a:gd name="connsiteX41-3197" fmla="*/ 188994 w 2472613"/>
                <a:gd name="connsiteY41-3198" fmla="*/ 852857 h 4892818"/>
                <a:gd name="connsiteX42-3199" fmla="*/ 275789 w 2472613"/>
                <a:gd name="connsiteY42-3200" fmla="*/ 811890 h 4892818"/>
                <a:gd name="connsiteX43-3201" fmla="*/ 355050 w 2472613"/>
                <a:gd name="connsiteY43-3202" fmla="*/ 730733 h 4892818"/>
                <a:gd name="connsiteX44-3203" fmla="*/ 343143 w 2472613"/>
                <a:gd name="connsiteY44-3204" fmla="*/ 530708 h 4892818"/>
                <a:gd name="connsiteX45-3205" fmla="*/ 147298 w 2472613"/>
                <a:gd name="connsiteY45-3206" fmla="*/ 542954 h 4892818"/>
                <a:gd name="connsiteX0-3207" fmla="*/ 147298 w 2472613"/>
                <a:gd name="connsiteY0-3208" fmla="*/ 542954 h 4892818"/>
                <a:gd name="connsiteX1-3209" fmla="*/ 0 w 2472613"/>
                <a:gd name="connsiteY1-3210" fmla="*/ 796679 h 4892818"/>
                <a:gd name="connsiteX2-3211" fmla="*/ 37323 w 2472613"/>
                <a:gd name="connsiteY2-3212" fmla="*/ 973960 h 4892818"/>
                <a:gd name="connsiteX3-3213" fmla="*/ 251927 w 2472613"/>
                <a:gd name="connsiteY3-3214" fmla="*/ 1720409 h 4892818"/>
                <a:gd name="connsiteX4-3215" fmla="*/ 671804 w 2472613"/>
                <a:gd name="connsiteY4-3216" fmla="*/ 1552458 h 4892818"/>
                <a:gd name="connsiteX5-3217" fmla="*/ 961053 w 2472613"/>
                <a:gd name="connsiteY5-3218" fmla="*/ 1720409 h 4892818"/>
                <a:gd name="connsiteX6-3219" fmla="*/ 989045 w 2472613"/>
                <a:gd name="connsiteY6-3220" fmla="*/ 1916352 h 4892818"/>
                <a:gd name="connsiteX7-3221" fmla="*/ 961053 w 2472613"/>
                <a:gd name="connsiteY7-3222" fmla="*/ 2084303 h 4892818"/>
                <a:gd name="connsiteX8-3223" fmla="*/ 513184 w 2472613"/>
                <a:gd name="connsiteY8-3224" fmla="*/ 2886736 h 4892818"/>
                <a:gd name="connsiteX9-3225" fmla="*/ 494523 w 2472613"/>
                <a:gd name="connsiteY9-3226" fmla="*/ 3325275 h 4892818"/>
                <a:gd name="connsiteX10-3227" fmla="*/ 475861 w 2472613"/>
                <a:gd name="connsiteY10-3228" fmla="*/ 4267667 h 4892818"/>
                <a:gd name="connsiteX11-3229" fmla="*/ 401217 w 2472613"/>
                <a:gd name="connsiteY11-3230" fmla="*/ 4771520 h 4892818"/>
                <a:gd name="connsiteX12-3231" fmla="*/ 186613 w 2472613"/>
                <a:gd name="connsiteY12-3232" fmla="*/ 4892818 h 4892818"/>
                <a:gd name="connsiteX13-3233" fmla="*/ 597159 w 2472613"/>
                <a:gd name="connsiteY13-3234" fmla="*/ 4790181 h 4892818"/>
                <a:gd name="connsiteX14-3235" fmla="*/ 849086 w 2472613"/>
                <a:gd name="connsiteY14-3236" fmla="*/ 4463609 h 4892818"/>
                <a:gd name="connsiteX15-3237" fmla="*/ 746449 w 2472613"/>
                <a:gd name="connsiteY15-3238" fmla="*/ 4193022 h 4892818"/>
                <a:gd name="connsiteX16-3239" fmla="*/ 802433 w 2472613"/>
                <a:gd name="connsiteY16-3240" fmla="*/ 3773144 h 4892818"/>
                <a:gd name="connsiteX17-3241" fmla="*/ 877078 w 2472613"/>
                <a:gd name="connsiteY17-3242" fmla="*/ 3101340 h 4892818"/>
                <a:gd name="connsiteX18-3243" fmla="*/ 1343608 w 2472613"/>
                <a:gd name="connsiteY18-3244" fmla="*/ 2681462 h 4892818"/>
                <a:gd name="connsiteX19-3245" fmla="*/ 1502229 w 2472613"/>
                <a:gd name="connsiteY19-3246" fmla="*/ 3446573 h 4892818"/>
                <a:gd name="connsiteX20-3247" fmla="*/ 1175657 w 2472613"/>
                <a:gd name="connsiteY20-3248" fmla="*/ 4174360 h 4892818"/>
                <a:gd name="connsiteX21-3249" fmla="*/ 933061 w 2472613"/>
                <a:gd name="connsiteY21-3250" fmla="*/ 4771520 h 4892818"/>
                <a:gd name="connsiteX22-3251" fmla="*/ 1231641 w 2472613"/>
                <a:gd name="connsiteY22-3252" fmla="*/ 4827503 h 4892818"/>
                <a:gd name="connsiteX23-3253" fmla="*/ 1642188 w 2472613"/>
                <a:gd name="connsiteY23-3254" fmla="*/ 4883487 h 4892818"/>
                <a:gd name="connsiteX24-3255" fmla="*/ 1698172 w 2472613"/>
                <a:gd name="connsiteY24-3256" fmla="*/ 4827503 h 4892818"/>
                <a:gd name="connsiteX25-3257" fmla="*/ 1278294 w 2472613"/>
                <a:gd name="connsiteY25-3258" fmla="*/ 4640891 h 4892818"/>
                <a:gd name="connsiteX26-3259" fmla="*/ 1735494 w 2472613"/>
                <a:gd name="connsiteY26-3260" fmla="*/ 3698499 h 4892818"/>
                <a:gd name="connsiteX27-3261" fmla="*/ 1875453 w 2472613"/>
                <a:gd name="connsiteY27-3262" fmla="*/ 3343936 h 4892818"/>
                <a:gd name="connsiteX28-3263" fmla="*/ 1978090 w 2472613"/>
                <a:gd name="connsiteY28-3264" fmla="*/ 2196271 h 4892818"/>
                <a:gd name="connsiteX29-3265" fmla="*/ 1959429 w 2472613"/>
                <a:gd name="connsiteY29-3266" fmla="*/ 1972336 h 4892818"/>
                <a:gd name="connsiteX30-3267" fmla="*/ 2024743 w 2472613"/>
                <a:gd name="connsiteY30-3268" fmla="*/ 1739071 h 4892818"/>
                <a:gd name="connsiteX31-3269" fmla="*/ 2472613 w 2472613"/>
                <a:gd name="connsiteY31-3270" fmla="*/ 1011283 h 4892818"/>
                <a:gd name="connsiteX32-3271" fmla="*/ 1931437 w 2472613"/>
                <a:gd name="connsiteY32-3272" fmla="*/ 563413 h 4892818"/>
                <a:gd name="connsiteX33-3273" fmla="*/ 1272414 w 2472613"/>
                <a:gd name="connsiteY33-3274" fmla="*/ 409167 h 4892818"/>
                <a:gd name="connsiteX34-3275" fmla="*/ 1054359 w 2472613"/>
                <a:gd name="connsiteY34-3276" fmla="*/ 451446 h 4892818"/>
                <a:gd name="connsiteX35-3277" fmla="*/ 1035309 w 2472613"/>
                <a:gd name="connsiteY35-3278" fmla="*/ 263036 h 4892818"/>
                <a:gd name="connsiteX36-3279" fmla="*/ 869400 w 2472613"/>
                <a:gd name="connsiteY36-3280" fmla="*/ 71127 h 4892818"/>
                <a:gd name="connsiteX37-3281" fmla="*/ 597159 w 2472613"/>
                <a:gd name="connsiteY37-3282" fmla="*/ 12907 h 4892818"/>
                <a:gd name="connsiteX38-3283" fmla="*/ 475861 w 2472613"/>
                <a:gd name="connsiteY38-3284" fmla="*/ 516760 h 4892818"/>
                <a:gd name="connsiteX39-3285" fmla="*/ 616015 w 2472613"/>
                <a:gd name="connsiteY39-3286" fmla="*/ 724609 h 4892818"/>
                <a:gd name="connsiteX40-3287" fmla="*/ 319622 w 2472613"/>
                <a:gd name="connsiteY40-3288" fmla="*/ 1088309 h 4892818"/>
                <a:gd name="connsiteX41-3289" fmla="*/ 188994 w 2472613"/>
                <a:gd name="connsiteY41-3290" fmla="*/ 852857 h 4892818"/>
                <a:gd name="connsiteX42-3291" fmla="*/ 275789 w 2472613"/>
                <a:gd name="connsiteY42-3292" fmla="*/ 811890 h 4892818"/>
                <a:gd name="connsiteX43-3293" fmla="*/ 355050 w 2472613"/>
                <a:gd name="connsiteY43-3294" fmla="*/ 730733 h 4892818"/>
                <a:gd name="connsiteX44-3295" fmla="*/ 343143 w 2472613"/>
                <a:gd name="connsiteY44-3296" fmla="*/ 530708 h 4892818"/>
                <a:gd name="connsiteX45-3297" fmla="*/ 147298 w 2472613"/>
                <a:gd name="connsiteY45-3298" fmla="*/ 542954 h 4892818"/>
                <a:gd name="connsiteX0-3299" fmla="*/ 147298 w 2472613"/>
                <a:gd name="connsiteY0-3300" fmla="*/ 542954 h 4892818"/>
                <a:gd name="connsiteX1-3301" fmla="*/ 0 w 2472613"/>
                <a:gd name="connsiteY1-3302" fmla="*/ 796679 h 4892818"/>
                <a:gd name="connsiteX2-3303" fmla="*/ 37323 w 2472613"/>
                <a:gd name="connsiteY2-3304" fmla="*/ 973960 h 4892818"/>
                <a:gd name="connsiteX3-3305" fmla="*/ 251927 w 2472613"/>
                <a:gd name="connsiteY3-3306" fmla="*/ 1720409 h 4892818"/>
                <a:gd name="connsiteX4-3307" fmla="*/ 671804 w 2472613"/>
                <a:gd name="connsiteY4-3308" fmla="*/ 1552458 h 4892818"/>
                <a:gd name="connsiteX5-3309" fmla="*/ 961053 w 2472613"/>
                <a:gd name="connsiteY5-3310" fmla="*/ 1720409 h 4892818"/>
                <a:gd name="connsiteX6-3311" fmla="*/ 989045 w 2472613"/>
                <a:gd name="connsiteY6-3312" fmla="*/ 1916352 h 4892818"/>
                <a:gd name="connsiteX7-3313" fmla="*/ 961053 w 2472613"/>
                <a:gd name="connsiteY7-3314" fmla="*/ 2084303 h 4892818"/>
                <a:gd name="connsiteX8-3315" fmla="*/ 513184 w 2472613"/>
                <a:gd name="connsiteY8-3316" fmla="*/ 2886736 h 4892818"/>
                <a:gd name="connsiteX9-3317" fmla="*/ 494523 w 2472613"/>
                <a:gd name="connsiteY9-3318" fmla="*/ 3325275 h 4892818"/>
                <a:gd name="connsiteX10-3319" fmla="*/ 475861 w 2472613"/>
                <a:gd name="connsiteY10-3320" fmla="*/ 4267667 h 4892818"/>
                <a:gd name="connsiteX11-3321" fmla="*/ 401217 w 2472613"/>
                <a:gd name="connsiteY11-3322" fmla="*/ 4771520 h 4892818"/>
                <a:gd name="connsiteX12-3323" fmla="*/ 186613 w 2472613"/>
                <a:gd name="connsiteY12-3324" fmla="*/ 4892818 h 4892818"/>
                <a:gd name="connsiteX13-3325" fmla="*/ 597159 w 2472613"/>
                <a:gd name="connsiteY13-3326" fmla="*/ 4790181 h 4892818"/>
                <a:gd name="connsiteX14-3327" fmla="*/ 849086 w 2472613"/>
                <a:gd name="connsiteY14-3328" fmla="*/ 4463609 h 4892818"/>
                <a:gd name="connsiteX15-3329" fmla="*/ 746449 w 2472613"/>
                <a:gd name="connsiteY15-3330" fmla="*/ 4193022 h 4892818"/>
                <a:gd name="connsiteX16-3331" fmla="*/ 802433 w 2472613"/>
                <a:gd name="connsiteY16-3332" fmla="*/ 3773144 h 4892818"/>
                <a:gd name="connsiteX17-3333" fmla="*/ 877078 w 2472613"/>
                <a:gd name="connsiteY17-3334" fmla="*/ 3101340 h 4892818"/>
                <a:gd name="connsiteX18-3335" fmla="*/ 1343608 w 2472613"/>
                <a:gd name="connsiteY18-3336" fmla="*/ 2681462 h 4892818"/>
                <a:gd name="connsiteX19-3337" fmla="*/ 1502229 w 2472613"/>
                <a:gd name="connsiteY19-3338" fmla="*/ 3446573 h 4892818"/>
                <a:gd name="connsiteX20-3339" fmla="*/ 1175657 w 2472613"/>
                <a:gd name="connsiteY20-3340" fmla="*/ 4174360 h 4892818"/>
                <a:gd name="connsiteX21-3341" fmla="*/ 933061 w 2472613"/>
                <a:gd name="connsiteY21-3342" fmla="*/ 4771520 h 4892818"/>
                <a:gd name="connsiteX22-3343" fmla="*/ 1231641 w 2472613"/>
                <a:gd name="connsiteY22-3344" fmla="*/ 4827503 h 4892818"/>
                <a:gd name="connsiteX23-3345" fmla="*/ 1642188 w 2472613"/>
                <a:gd name="connsiteY23-3346" fmla="*/ 4883487 h 4892818"/>
                <a:gd name="connsiteX24-3347" fmla="*/ 1698172 w 2472613"/>
                <a:gd name="connsiteY24-3348" fmla="*/ 4827503 h 4892818"/>
                <a:gd name="connsiteX25-3349" fmla="*/ 1278294 w 2472613"/>
                <a:gd name="connsiteY25-3350" fmla="*/ 4640891 h 4892818"/>
                <a:gd name="connsiteX26-3351" fmla="*/ 1735494 w 2472613"/>
                <a:gd name="connsiteY26-3352" fmla="*/ 3698499 h 4892818"/>
                <a:gd name="connsiteX27-3353" fmla="*/ 1875453 w 2472613"/>
                <a:gd name="connsiteY27-3354" fmla="*/ 3343936 h 4892818"/>
                <a:gd name="connsiteX28-3355" fmla="*/ 1978090 w 2472613"/>
                <a:gd name="connsiteY28-3356" fmla="*/ 2196271 h 4892818"/>
                <a:gd name="connsiteX29-3357" fmla="*/ 1959429 w 2472613"/>
                <a:gd name="connsiteY29-3358" fmla="*/ 1972336 h 4892818"/>
                <a:gd name="connsiteX30-3359" fmla="*/ 2024743 w 2472613"/>
                <a:gd name="connsiteY30-3360" fmla="*/ 1739071 h 4892818"/>
                <a:gd name="connsiteX31-3361" fmla="*/ 2472613 w 2472613"/>
                <a:gd name="connsiteY31-3362" fmla="*/ 1011283 h 4892818"/>
                <a:gd name="connsiteX32-3363" fmla="*/ 1931437 w 2472613"/>
                <a:gd name="connsiteY32-3364" fmla="*/ 563413 h 4892818"/>
                <a:gd name="connsiteX33-3365" fmla="*/ 1476618 w 2472613"/>
                <a:gd name="connsiteY33-3366" fmla="*/ 444983 h 4892818"/>
                <a:gd name="connsiteX34-3367" fmla="*/ 1272414 w 2472613"/>
                <a:gd name="connsiteY34-3368" fmla="*/ 409167 h 4892818"/>
                <a:gd name="connsiteX35-3369" fmla="*/ 1054359 w 2472613"/>
                <a:gd name="connsiteY35-3370" fmla="*/ 451446 h 4892818"/>
                <a:gd name="connsiteX36-3371" fmla="*/ 1035309 w 2472613"/>
                <a:gd name="connsiteY36-3372" fmla="*/ 263036 h 4892818"/>
                <a:gd name="connsiteX37-3373" fmla="*/ 869400 w 2472613"/>
                <a:gd name="connsiteY37-3374" fmla="*/ 71127 h 4892818"/>
                <a:gd name="connsiteX38-3375" fmla="*/ 597159 w 2472613"/>
                <a:gd name="connsiteY38-3376" fmla="*/ 12907 h 4892818"/>
                <a:gd name="connsiteX39-3377" fmla="*/ 475861 w 2472613"/>
                <a:gd name="connsiteY39-3378" fmla="*/ 516760 h 4892818"/>
                <a:gd name="connsiteX40-3379" fmla="*/ 616015 w 2472613"/>
                <a:gd name="connsiteY40-3380" fmla="*/ 724609 h 4892818"/>
                <a:gd name="connsiteX41-3381" fmla="*/ 319622 w 2472613"/>
                <a:gd name="connsiteY41-3382" fmla="*/ 1088309 h 4892818"/>
                <a:gd name="connsiteX42-3383" fmla="*/ 188994 w 2472613"/>
                <a:gd name="connsiteY42-3384" fmla="*/ 852857 h 4892818"/>
                <a:gd name="connsiteX43-3385" fmla="*/ 275789 w 2472613"/>
                <a:gd name="connsiteY43-3386" fmla="*/ 811890 h 4892818"/>
                <a:gd name="connsiteX44-3387" fmla="*/ 355050 w 2472613"/>
                <a:gd name="connsiteY44-3388" fmla="*/ 730733 h 4892818"/>
                <a:gd name="connsiteX45-3389" fmla="*/ 343143 w 2472613"/>
                <a:gd name="connsiteY45-3390" fmla="*/ 530708 h 4892818"/>
                <a:gd name="connsiteX46" fmla="*/ 147298 w 2472613"/>
                <a:gd name="connsiteY46" fmla="*/ 542954 h 4892818"/>
                <a:gd name="connsiteX0-3391" fmla="*/ 147298 w 2472613"/>
                <a:gd name="connsiteY0-3392" fmla="*/ 542954 h 4892818"/>
                <a:gd name="connsiteX1-3393" fmla="*/ 0 w 2472613"/>
                <a:gd name="connsiteY1-3394" fmla="*/ 796679 h 4892818"/>
                <a:gd name="connsiteX2-3395" fmla="*/ 37323 w 2472613"/>
                <a:gd name="connsiteY2-3396" fmla="*/ 973960 h 4892818"/>
                <a:gd name="connsiteX3-3397" fmla="*/ 251927 w 2472613"/>
                <a:gd name="connsiteY3-3398" fmla="*/ 1720409 h 4892818"/>
                <a:gd name="connsiteX4-3399" fmla="*/ 671804 w 2472613"/>
                <a:gd name="connsiteY4-3400" fmla="*/ 1552458 h 4892818"/>
                <a:gd name="connsiteX5-3401" fmla="*/ 961053 w 2472613"/>
                <a:gd name="connsiteY5-3402" fmla="*/ 1720409 h 4892818"/>
                <a:gd name="connsiteX6-3403" fmla="*/ 989045 w 2472613"/>
                <a:gd name="connsiteY6-3404" fmla="*/ 1916352 h 4892818"/>
                <a:gd name="connsiteX7-3405" fmla="*/ 961053 w 2472613"/>
                <a:gd name="connsiteY7-3406" fmla="*/ 2084303 h 4892818"/>
                <a:gd name="connsiteX8-3407" fmla="*/ 513184 w 2472613"/>
                <a:gd name="connsiteY8-3408" fmla="*/ 2886736 h 4892818"/>
                <a:gd name="connsiteX9-3409" fmla="*/ 494523 w 2472613"/>
                <a:gd name="connsiteY9-3410" fmla="*/ 3325275 h 4892818"/>
                <a:gd name="connsiteX10-3411" fmla="*/ 475861 w 2472613"/>
                <a:gd name="connsiteY10-3412" fmla="*/ 4267667 h 4892818"/>
                <a:gd name="connsiteX11-3413" fmla="*/ 401217 w 2472613"/>
                <a:gd name="connsiteY11-3414" fmla="*/ 4771520 h 4892818"/>
                <a:gd name="connsiteX12-3415" fmla="*/ 186613 w 2472613"/>
                <a:gd name="connsiteY12-3416" fmla="*/ 4892818 h 4892818"/>
                <a:gd name="connsiteX13-3417" fmla="*/ 597159 w 2472613"/>
                <a:gd name="connsiteY13-3418" fmla="*/ 4790181 h 4892818"/>
                <a:gd name="connsiteX14-3419" fmla="*/ 849086 w 2472613"/>
                <a:gd name="connsiteY14-3420" fmla="*/ 4463609 h 4892818"/>
                <a:gd name="connsiteX15-3421" fmla="*/ 746449 w 2472613"/>
                <a:gd name="connsiteY15-3422" fmla="*/ 4193022 h 4892818"/>
                <a:gd name="connsiteX16-3423" fmla="*/ 802433 w 2472613"/>
                <a:gd name="connsiteY16-3424" fmla="*/ 3773144 h 4892818"/>
                <a:gd name="connsiteX17-3425" fmla="*/ 877078 w 2472613"/>
                <a:gd name="connsiteY17-3426" fmla="*/ 3101340 h 4892818"/>
                <a:gd name="connsiteX18-3427" fmla="*/ 1343608 w 2472613"/>
                <a:gd name="connsiteY18-3428" fmla="*/ 2681462 h 4892818"/>
                <a:gd name="connsiteX19-3429" fmla="*/ 1502229 w 2472613"/>
                <a:gd name="connsiteY19-3430" fmla="*/ 3446573 h 4892818"/>
                <a:gd name="connsiteX20-3431" fmla="*/ 1175657 w 2472613"/>
                <a:gd name="connsiteY20-3432" fmla="*/ 4174360 h 4892818"/>
                <a:gd name="connsiteX21-3433" fmla="*/ 933061 w 2472613"/>
                <a:gd name="connsiteY21-3434" fmla="*/ 4771520 h 4892818"/>
                <a:gd name="connsiteX22-3435" fmla="*/ 1231641 w 2472613"/>
                <a:gd name="connsiteY22-3436" fmla="*/ 4827503 h 4892818"/>
                <a:gd name="connsiteX23-3437" fmla="*/ 1642188 w 2472613"/>
                <a:gd name="connsiteY23-3438" fmla="*/ 4883487 h 4892818"/>
                <a:gd name="connsiteX24-3439" fmla="*/ 1698172 w 2472613"/>
                <a:gd name="connsiteY24-3440" fmla="*/ 4827503 h 4892818"/>
                <a:gd name="connsiteX25-3441" fmla="*/ 1278294 w 2472613"/>
                <a:gd name="connsiteY25-3442" fmla="*/ 4640891 h 4892818"/>
                <a:gd name="connsiteX26-3443" fmla="*/ 1735494 w 2472613"/>
                <a:gd name="connsiteY26-3444" fmla="*/ 3698499 h 4892818"/>
                <a:gd name="connsiteX27-3445" fmla="*/ 1875453 w 2472613"/>
                <a:gd name="connsiteY27-3446" fmla="*/ 3343936 h 4892818"/>
                <a:gd name="connsiteX28-3447" fmla="*/ 1978090 w 2472613"/>
                <a:gd name="connsiteY28-3448" fmla="*/ 2196271 h 4892818"/>
                <a:gd name="connsiteX29-3449" fmla="*/ 1959429 w 2472613"/>
                <a:gd name="connsiteY29-3450" fmla="*/ 1972336 h 4892818"/>
                <a:gd name="connsiteX30-3451" fmla="*/ 2024743 w 2472613"/>
                <a:gd name="connsiteY30-3452" fmla="*/ 1739071 h 4892818"/>
                <a:gd name="connsiteX31-3453" fmla="*/ 2472613 w 2472613"/>
                <a:gd name="connsiteY31-3454" fmla="*/ 1011283 h 4892818"/>
                <a:gd name="connsiteX32-3455" fmla="*/ 1931437 w 2472613"/>
                <a:gd name="connsiteY32-3456" fmla="*/ 563413 h 4892818"/>
                <a:gd name="connsiteX33-3457" fmla="*/ 1476618 w 2472613"/>
                <a:gd name="connsiteY33-3458" fmla="*/ 444983 h 4892818"/>
                <a:gd name="connsiteX34-3459" fmla="*/ 1272414 w 2472613"/>
                <a:gd name="connsiteY34-3460" fmla="*/ 409167 h 4892818"/>
                <a:gd name="connsiteX35-3461" fmla="*/ 1054359 w 2472613"/>
                <a:gd name="connsiteY35-3462" fmla="*/ 451446 h 4892818"/>
                <a:gd name="connsiteX36-3463" fmla="*/ 1035309 w 2472613"/>
                <a:gd name="connsiteY36-3464" fmla="*/ 263036 h 4892818"/>
                <a:gd name="connsiteX37-3465" fmla="*/ 869400 w 2472613"/>
                <a:gd name="connsiteY37-3466" fmla="*/ 71127 h 4892818"/>
                <a:gd name="connsiteX38-3467" fmla="*/ 597159 w 2472613"/>
                <a:gd name="connsiteY38-3468" fmla="*/ 12907 h 4892818"/>
                <a:gd name="connsiteX39-3469" fmla="*/ 475861 w 2472613"/>
                <a:gd name="connsiteY39-3470" fmla="*/ 516760 h 4892818"/>
                <a:gd name="connsiteX40-3471" fmla="*/ 616015 w 2472613"/>
                <a:gd name="connsiteY40-3472" fmla="*/ 724609 h 4892818"/>
                <a:gd name="connsiteX41-3473" fmla="*/ 319622 w 2472613"/>
                <a:gd name="connsiteY41-3474" fmla="*/ 1088309 h 4892818"/>
                <a:gd name="connsiteX42-3475" fmla="*/ 188994 w 2472613"/>
                <a:gd name="connsiteY42-3476" fmla="*/ 852857 h 4892818"/>
                <a:gd name="connsiteX43-3477" fmla="*/ 275789 w 2472613"/>
                <a:gd name="connsiteY43-3478" fmla="*/ 811890 h 4892818"/>
                <a:gd name="connsiteX44-3479" fmla="*/ 355050 w 2472613"/>
                <a:gd name="connsiteY44-3480" fmla="*/ 730733 h 4892818"/>
                <a:gd name="connsiteX45-3481" fmla="*/ 343143 w 2472613"/>
                <a:gd name="connsiteY45-3482" fmla="*/ 530708 h 4892818"/>
                <a:gd name="connsiteX46-3483" fmla="*/ 147298 w 2472613"/>
                <a:gd name="connsiteY46-3484" fmla="*/ 542954 h 4892818"/>
                <a:gd name="connsiteX0-3485" fmla="*/ 147298 w 2472613"/>
                <a:gd name="connsiteY0-3486" fmla="*/ 542954 h 4892818"/>
                <a:gd name="connsiteX1-3487" fmla="*/ 0 w 2472613"/>
                <a:gd name="connsiteY1-3488" fmla="*/ 796679 h 4892818"/>
                <a:gd name="connsiteX2-3489" fmla="*/ 37323 w 2472613"/>
                <a:gd name="connsiteY2-3490" fmla="*/ 973960 h 4892818"/>
                <a:gd name="connsiteX3-3491" fmla="*/ 251927 w 2472613"/>
                <a:gd name="connsiteY3-3492" fmla="*/ 1720409 h 4892818"/>
                <a:gd name="connsiteX4-3493" fmla="*/ 671804 w 2472613"/>
                <a:gd name="connsiteY4-3494" fmla="*/ 1552458 h 4892818"/>
                <a:gd name="connsiteX5-3495" fmla="*/ 961053 w 2472613"/>
                <a:gd name="connsiteY5-3496" fmla="*/ 1720409 h 4892818"/>
                <a:gd name="connsiteX6-3497" fmla="*/ 989045 w 2472613"/>
                <a:gd name="connsiteY6-3498" fmla="*/ 1916352 h 4892818"/>
                <a:gd name="connsiteX7-3499" fmla="*/ 961053 w 2472613"/>
                <a:gd name="connsiteY7-3500" fmla="*/ 2084303 h 4892818"/>
                <a:gd name="connsiteX8-3501" fmla="*/ 513184 w 2472613"/>
                <a:gd name="connsiteY8-3502" fmla="*/ 2886736 h 4892818"/>
                <a:gd name="connsiteX9-3503" fmla="*/ 494523 w 2472613"/>
                <a:gd name="connsiteY9-3504" fmla="*/ 3325275 h 4892818"/>
                <a:gd name="connsiteX10-3505" fmla="*/ 475861 w 2472613"/>
                <a:gd name="connsiteY10-3506" fmla="*/ 4267667 h 4892818"/>
                <a:gd name="connsiteX11-3507" fmla="*/ 401217 w 2472613"/>
                <a:gd name="connsiteY11-3508" fmla="*/ 4771520 h 4892818"/>
                <a:gd name="connsiteX12-3509" fmla="*/ 186613 w 2472613"/>
                <a:gd name="connsiteY12-3510" fmla="*/ 4892818 h 4892818"/>
                <a:gd name="connsiteX13-3511" fmla="*/ 597159 w 2472613"/>
                <a:gd name="connsiteY13-3512" fmla="*/ 4790181 h 4892818"/>
                <a:gd name="connsiteX14-3513" fmla="*/ 849086 w 2472613"/>
                <a:gd name="connsiteY14-3514" fmla="*/ 4463609 h 4892818"/>
                <a:gd name="connsiteX15-3515" fmla="*/ 746449 w 2472613"/>
                <a:gd name="connsiteY15-3516" fmla="*/ 4193022 h 4892818"/>
                <a:gd name="connsiteX16-3517" fmla="*/ 802433 w 2472613"/>
                <a:gd name="connsiteY16-3518" fmla="*/ 3773144 h 4892818"/>
                <a:gd name="connsiteX17-3519" fmla="*/ 877078 w 2472613"/>
                <a:gd name="connsiteY17-3520" fmla="*/ 3101340 h 4892818"/>
                <a:gd name="connsiteX18-3521" fmla="*/ 1343608 w 2472613"/>
                <a:gd name="connsiteY18-3522" fmla="*/ 2681462 h 4892818"/>
                <a:gd name="connsiteX19-3523" fmla="*/ 1502229 w 2472613"/>
                <a:gd name="connsiteY19-3524" fmla="*/ 3446573 h 4892818"/>
                <a:gd name="connsiteX20-3525" fmla="*/ 1175657 w 2472613"/>
                <a:gd name="connsiteY20-3526" fmla="*/ 4174360 h 4892818"/>
                <a:gd name="connsiteX21-3527" fmla="*/ 933061 w 2472613"/>
                <a:gd name="connsiteY21-3528" fmla="*/ 4771520 h 4892818"/>
                <a:gd name="connsiteX22-3529" fmla="*/ 1231641 w 2472613"/>
                <a:gd name="connsiteY22-3530" fmla="*/ 4827503 h 4892818"/>
                <a:gd name="connsiteX23-3531" fmla="*/ 1642188 w 2472613"/>
                <a:gd name="connsiteY23-3532" fmla="*/ 4883487 h 4892818"/>
                <a:gd name="connsiteX24-3533" fmla="*/ 1698172 w 2472613"/>
                <a:gd name="connsiteY24-3534" fmla="*/ 4827503 h 4892818"/>
                <a:gd name="connsiteX25-3535" fmla="*/ 1278294 w 2472613"/>
                <a:gd name="connsiteY25-3536" fmla="*/ 4640891 h 4892818"/>
                <a:gd name="connsiteX26-3537" fmla="*/ 1735494 w 2472613"/>
                <a:gd name="connsiteY26-3538" fmla="*/ 3698499 h 4892818"/>
                <a:gd name="connsiteX27-3539" fmla="*/ 1875453 w 2472613"/>
                <a:gd name="connsiteY27-3540" fmla="*/ 3343936 h 4892818"/>
                <a:gd name="connsiteX28-3541" fmla="*/ 1978090 w 2472613"/>
                <a:gd name="connsiteY28-3542" fmla="*/ 2196271 h 4892818"/>
                <a:gd name="connsiteX29-3543" fmla="*/ 1959429 w 2472613"/>
                <a:gd name="connsiteY29-3544" fmla="*/ 1972336 h 4892818"/>
                <a:gd name="connsiteX30-3545" fmla="*/ 2024743 w 2472613"/>
                <a:gd name="connsiteY30-3546" fmla="*/ 1739071 h 4892818"/>
                <a:gd name="connsiteX31-3547" fmla="*/ 2472613 w 2472613"/>
                <a:gd name="connsiteY31-3548" fmla="*/ 1011283 h 4892818"/>
                <a:gd name="connsiteX32-3549" fmla="*/ 1931437 w 2472613"/>
                <a:gd name="connsiteY32-3550" fmla="*/ 563413 h 4892818"/>
                <a:gd name="connsiteX33-3551" fmla="*/ 1476618 w 2472613"/>
                <a:gd name="connsiteY33-3552" fmla="*/ 444983 h 4892818"/>
                <a:gd name="connsiteX34-3553" fmla="*/ 1272414 w 2472613"/>
                <a:gd name="connsiteY34-3554" fmla="*/ 409167 h 4892818"/>
                <a:gd name="connsiteX35-3555" fmla="*/ 1054359 w 2472613"/>
                <a:gd name="connsiteY35-3556" fmla="*/ 451446 h 4892818"/>
                <a:gd name="connsiteX36-3557" fmla="*/ 1035309 w 2472613"/>
                <a:gd name="connsiteY36-3558" fmla="*/ 263036 h 4892818"/>
                <a:gd name="connsiteX37-3559" fmla="*/ 869400 w 2472613"/>
                <a:gd name="connsiteY37-3560" fmla="*/ 71127 h 4892818"/>
                <a:gd name="connsiteX38-3561" fmla="*/ 597159 w 2472613"/>
                <a:gd name="connsiteY38-3562" fmla="*/ 12907 h 4892818"/>
                <a:gd name="connsiteX39-3563" fmla="*/ 475861 w 2472613"/>
                <a:gd name="connsiteY39-3564" fmla="*/ 516760 h 4892818"/>
                <a:gd name="connsiteX40-3565" fmla="*/ 616015 w 2472613"/>
                <a:gd name="connsiteY40-3566" fmla="*/ 724609 h 4892818"/>
                <a:gd name="connsiteX41-3567" fmla="*/ 319622 w 2472613"/>
                <a:gd name="connsiteY41-3568" fmla="*/ 1088309 h 4892818"/>
                <a:gd name="connsiteX42-3569" fmla="*/ 188994 w 2472613"/>
                <a:gd name="connsiteY42-3570" fmla="*/ 852857 h 4892818"/>
                <a:gd name="connsiteX43-3571" fmla="*/ 275789 w 2472613"/>
                <a:gd name="connsiteY43-3572" fmla="*/ 811890 h 4892818"/>
                <a:gd name="connsiteX44-3573" fmla="*/ 355050 w 2472613"/>
                <a:gd name="connsiteY44-3574" fmla="*/ 730733 h 4892818"/>
                <a:gd name="connsiteX45-3575" fmla="*/ 343143 w 2472613"/>
                <a:gd name="connsiteY45-3576" fmla="*/ 530708 h 4892818"/>
                <a:gd name="connsiteX46-3577" fmla="*/ 147298 w 2472613"/>
                <a:gd name="connsiteY46-3578" fmla="*/ 542954 h 4892818"/>
                <a:gd name="connsiteX0-3579" fmla="*/ 147298 w 2472613"/>
                <a:gd name="connsiteY0-3580" fmla="*/ 542954 h 4892818"/>
                <a:gd name="connsiteX1-3581" fmla="*/ 0 w 2472613"/>
                <a:gd name="connsiteY1-3582" fmla="*/ 796679 h 4892818"/>
                <a:gd name="connsiteX2-3583" fmla="*/ 37323 w 2472613"/>
                <a:gd name="connsiteY2-3584" fmla="*/ 973960 h 4892818"/>
                <a:gd name="connsiteX3-3585" fmla="*/ 251927 w 2472613"/>
                <a:gd name="connsiteY3-3586" fmla="*/ 1720409 h 4892818"/>
                <a:gd name="connsiteX4-3587" fmla="*/ 671804 w 2472613"/>
                <a:gd name="connsiteY4-3588" fmla="*/ 1552458 h 4892818"/>
                <a:gd name="connsiteX5-3589" fmla="*/ 961053 w 2472613"/>
                <a:gd name="connsiteY5-3590" fmla="*/ 1720409 h 4892818"/>
                <a:gd name="connsiteX6-3591" fmla="*/ 989045 w 2472613"/>
                <a:gd name="connsiteY6-3592" fmla="*/ 1916352 h 4892818"/>
                <a:gd name="connsiteX7-3593" fmla="*/ 961053 w 2472613"/>
                <a:gd name="connsiteY7-3594" fmla="*/ 2084303 h 4892818"/>
                <a:gd name="connsiteX8-3595" fmla="*/ 513184 w 2472613"/>
                <a:gd name="connsiteY8-3596" fmla="*/ 2886736 h 4892818"/>
                <a:gd name="connsiteX9-3597" fmla="*/ 494523 w 2472613"/>
                <a:gd name="connsiteY9-3598" fmla="*/ 3325275 h 4892818"/>
                <a:gd name="connsiteX10-3599" fmla="*/ 475861 w 2472613"/>
                <a:gd name="connsiteY10-3600" fmla="*/ 4267667 h 4892818"/>
                <a:gd name="connsiteX11-3601" fmla="*/ 401217 w 2472613"/>
                <a:gd name="connsiteY11-3602" fmla="*/ 4771520 h 4892818"/>
                <a:gd name="connsiteX12-3603" fmla="*/ 186613 w 2472613"/>
                <a:gd name="connsiteY12-3604" fmla="*/ 4892818 h 4892818"/>
                <a:gd name="connsiteX13-3605" fmla="*/ 597159 w 2472613"/>
                <a:gd name="connsiteY13-3606" fmla="*/ 4790181 h 4892818"/>
                <a:gd name="connsiteX14-3607" fmla="*/ 849086 w 2472613"/>
                <a:gd name="connsiteY14-3608" fmla="*/ 4463609 h 4892818"/>
                <a:gd name="connsiteX15-3609" fmla="*/ 746449 w 2472613"/>
                <a:gd name="connsiteY15-3610" fmla="*/ 4193022 h 4892818"/>
                <a:gd name="connsiteX16-3611" fmla="*/ 802433 w 2472613"/>
                <a:gd name="connsiteY16-3612" fmla="*/ 3773144 h 4892818"/>
                <a:gd name="connsiteX17-3613" fmla="*/ 877078 w 2472613"/>
                <a:gd name="connsiteY17-3614" fmla="*/ 3101340 h 4892818"/>
                <a:gd name="connsiteX18-3615" fmla="*/ 1343608 w 2472613"/>
                <a:gd name="connsiteY18-3616" fmla="*/ 2681462 h 4892818"/>
                <a:gd name="connsiteX19-3617" fmla="*/ 1502229 w 2472613"/>
                <a:gd name="connsiteY19-3618" fmla="*/ 3446573 h 4892818"/>
                <a:gd name="connsiteX20-3619" fmla="*/ 1175657 w 2472613"/>
                <a:gd name="connsiteY20-3620" fmla="*/ 4174360 h 4892818"/>
                <a:gd name="connsiteX21-3621" fmla="*/ 933061 w 2472613"/>
                <a:gd name="connsiteY21-3622" fmla="*/ 4771520 h 4892818"/>
                <a:gd name="connsiteX22-3623" fmla="*/ 1231641 w 2472613"/>
                <a:gd name="connsiteY22-3624" fmla="*/ 4827503 h 4892818"/>
                <a:gd name="connsiteX23-3625" fmla="*/ 1642188 w 2472613"/>
                <a:gd name="connsiteY23-3626" fmla="*/ 4883487 h 4892818"/>
                <a:gd name="connsiteX24-3627" fmla="*/ 1698172 w 2472613"/>
                <a:gd name="connsiteY24-3628" fmla="*/ 4827503 h 4892818"/>
                <a:gd name="connsiteX25-3629" fmla="*/ 1278294 w 2472613"/>
                <a:gd name="connsiteY25-3630" fmla="*/ 4640891 h 4892818"/>
                <a:gd name="connsiteX26-3631" fmla="*/ 1735494 w 2472613"/>
                <a:gd name="connsiteY26-3632" fmla="*/ 3698499 h 4892818"/>
                <a:gd name="connsiteX27-3633" fmla="*/ 1875453 w 2472613"/>
                <a:gd name="connsiteY27-3634" fmla="*/ 3343936 h 4892818"/>
                <a:gd name="connsiteX28-3635" fmla="*/ 1978090 w 2472613"/>
                <a:gd name="connsiteY28-3636" fmla="*/ 2196271 h 4892818"/>
                <a:gd name="connsiteX29-3637" fmla="*/ 1959429 w 2472613"/>
                <a:gd name="connsiteY29-3638" fmla="*/ 1972336 h 4892818"/>
                <a:gd name="connsiteX30-3639" fmla="*/ 2024743 w 2472613"/>
                <a:gd name="connsiteY30-3640" fmla="*/ 1739071 h 4892818"/>
                <a:gd name="connsiteX31-3641" fmla="*/ 2472613 w 2472613"/>
                <a:gd name="connsiteY31-3642" fmla="*/ 1011283 h 4892818"/>
                <a:gd name="connsiteX32-3643" fmla="*/ 1931437 w 2472613"/>
                <a:gd name="connsiteY32-3644" fmla="*/ 563413 h 4892818"/>
                <a:gd name="connsiteX33-3645" fmla="*/ 1476618 w 2472613"/>
                <a:gd name="connsiteY33-3646" fmla="*/ 444983 h 4892818"/>
                <a:gd name="connsiteX34-3647" fmla="*/ 1272414 w 2472613"/>
                <a:gd name="connsiteY34-3648" fmla="*/ 409167 h 4892818"/>
                <a:gd name="connsiteX35-3649" fmla="*/ 1054359 w 2472613"/>
                <a:gd name="connsiteY35-3650" fmla="*/ 451446 h 4892818"/>
                <a:gd name="connsiteX36-3651" fmla="*/ 1035309 w 2472613"/>
                <a:gd name="connsiteY36-3652" fmla="*/ 263036 h 4892818"/>
                <a:gd name="connsiteX37-3653" fmla="*/ 869400 w 2472613"/>
                <a:gd name="connsiteY37-3654" fmla="*/ 71127 h 4892818"/>
                <a:gd name="connsiteX38-3655" fmla="*/ 597159 w 2472613"/>
                <a:gd name="connsiteY38-3656" fmla="*/ 12907 h 4892818"/>
                <a:gd name="connsiteX39-3657" fmla="*/ 475861 w 2472613"/>
                <a:gd name="connsiteY39-3658" fmla="*/ 516760 h 4892818"/>
                <a:gd name="connsiteX40-3659" fmla="*/ 616015 w 2472613"/>
                <a:gd name="connsiteY40-3660" fmla="*/ 724609 h 4892818"/>
                <a:gd name="connsiteX41-3661" fmla="*/ 319622 w 2472613"/>
                <a:gd name="connsiteY41-3662" fmla="*/ 1088309 h 4892818"/>
                <a:gd name="connsiteX42-3663" fmla="*/ 188994 w 2472613"/>
                <a:gd name="connsiteY42-3664" fmla="*/ 852857 h 4892818"/>
                <a:gd name="connsiteX43-3665" fmla="*/ 275789 w 2472613"/>
                <a:gd name="connsiteY43-3666" fmla="*/ 811890 h 4892818"/>
                <a:gd name="connsiteX44-3667" fmla="*/ 355050 w 2472613"/>
                <a:gd name="connsiteY44-3668" fmla="*/ 730733 h 4892818"/>
                <a:gd name="connsiteX45-3669" fmla="*/ 343143 w 2472613"/>
                <a:gd name="connsiteY45-3670" fmla="*/ 530708 h 4892818"/>
                <a:gd name="connsiteX46-3671" fmla="*/ 147298 w 2472613"/>
                <a:gd name="connsiteY46-3672" fmla="*/ 542954 h 4892818"/>
                <a:gd name="connsiteX0-3673" fmla="*/ 147298 w 2472613"/>
                <a:gd name="connsiteY0-3674" fmla="*/ 542954 h 4892818"/>
                <a:gd name="connsiteX1-3675" fmla="*/ 0 w 2472613"/>
                <a:gd name="connsiteY1-3676" fmla="*/ 796679 h 4892818"/>
                <a:gd name="connsiteX2-3677" fmla="*/ 37323 w 2472613"/>
                <a:gd name="connsiteY2-3678" fmla="*/ 973960 h 4892818"/>
                <a:gd name="connsiteX3-3679" fmla="*/ 251927 w 2472613"/>
                <a:gd name="connsiteY3-3680" fmla="*/ 1720409 h 4892818"/>
                <a:gd name="connsiteX4-3681" fmla="*/ 671804 w 2472613"/>
                <a:gd name="connsiteY4-3682" fmla="*/ 1552458 h 4892818"/>
                <a:gd name="connsiteX5-3683" fmla="*/ 961053 w 2472613"/>
                <a:gd name="connsiteY5-3684" fmla="*/ 1720409 h 4892818"/>
                <a:gd name="connsiteX6-3685" fmla="*/ 989045 w 2472613"/>
                <a:gd name="connsiteY6-3686" fmla="*/ 1916352 h 4892818"/>
                <a:gd name="connsiteX7-3687" fmla="*/ 961053 w 2472613"/>
                <a:gd name="connsiteY7-3688" fmla="*/ 2084303 h 4892818"/>
                <a:gd name="connsiteX8-3689" fmla="*/ 513184 w 2472613"/>
                <a:gd name="connsiteY8-3690" fmla="*/ 2886736 h 4892818"/>
                <a:gd name="connsiteX9-3691" fmla="*/ 494523 w 2472613"/>
                <a:gd name="connsiteY9-3692" fmla="*/ 3325275 h 4892818"/>
                <a:gd name="connsiteX10-3693" fmla="*/ 475861 w 2472613"/>
                <a:gd name="connsiteY10-3694" fmla="*/ 4267667 h 4892818"/>
                <a:gd name="connsiteX11-3695" fmla="*/ 401217 w 2472613"/>
                <a:gd name="connsiteY11-3696" fmla="*/ 4771520 h 4892818"/>
                <a:gd name="connsiteX12-3697" fmla="*/ 186613 w 2472613"/>
                <a:gd name="connsiteY12-3698" fmla="*/ 4892818 h 4892818"/>
                <a:gd name="connsiteX13-3699" fmla="*/ 597159 w 2472613"/>
                <a:gd name="connsiteY13-3700" fmla="*/ 4790181 h 4892818"/>
                <a:gd name="connsiteX14-3701" fmla="*/ 849086 w 2472613"/>
                <a:gd name="connsiteY14-3702" fmla="*/ 4463609 h 4892818"/>
                <a:gd name="connsiteX15-3703" fmla="*/ 746449 w 2472613"/>
                <a:gd name="connsiteY15-3704" fmla="*/ 4193022 h 4892818"/>
                <a:gd name="connsiteX16-3705" fmla="*/ 802433 w 2472613"/>
                <a:gd name="connsiteY16-3706" fmla="*/ 3773144 h 4892818"/>
                <a:gd name="connsiteX17-3707" fmla="*/ 877078 w 2472613"/>
                <a:gd name="connsiteY17-3708" fmla="*/ 3101340 h 4892818"/>
                <a:gd name="connsiteX18-3709" fmla="*/ 1343608 w 2472613"/>
                <a:gd name="connsiteY18-3710" fmla="*/ 2681462 h 4892818"/>
                <a:gd name="connsiteX19-3711" fmla="*/ 1502229 w 2472613"/>
                <a:gd name="connsiteY19-3712" fmla="*/ 3446573 h 4892818"/>
                <a:gd name="connsiteX20-3713" fmla="*/ 1175657 w 2472613"/>
                <a:gd name="connsiteY20-3714" fmla="*/ 4174360 h 4892818"/>
                <a:gd name="connsiteX21-3715" fmla="*/ 933061 w 2472613"/>
                <a:gd name="connsiteY21-3716" fmla="*/ 4771520 h 4892818"/>
                <a:gd name="connsiteX22-3717" fmla="*/ 1231641 w 2472613"/>
                <a:gd name="connsiteY22-3718" fmla="*/ 4827503 h 4892818"/>
                <a:gd name="connsiteX23-3719" fmla="*/ 1642188 w 2472613"/>
                <a:gd name="connsiteY23-3720" fmla="*/ 4883487 h 4892818"/>
                <a:gd name="connsiteX24-3721" fmla="*/ 1698172 w 2472613"/>
                <a:gd name="connsiteY24-3722" fmla="*/ 4827503 h 4892818"/>
                <a:gd name="connsiteX25-3723" fmla="*/ 1278294 w 2472613"/>
                <a:gd name="connsiteY25-3724" fmla="*/ 4640891 h 4892818"/>
                <a:gd name="connsiteX26-3725" fmla="*/ 1735494 w 2472613"/>
                <a:gd name="connsiteY26-3726" fmla="*/ 3698499 h 4892818"/>
                <a:gd name="connsiteX27-3727" fmla="*/ 1875453 w 2472613"/>
                <a:gd name="connsiteY27-3728" fmla="*/ 3343936 h 4892818"/>
                <a:gd name="connsiteX28-3729" fmla="*/ 1978090 w 2472613"/>
                <a:gd name="connsiteY28-3730" fmla="*/ 2196271 h 4892818"/>
                <a:gd name="connsiteX29-3731" fmla="*/ 1959429 w 2472613"/>
                <a:gd name="connsiteY29-3732" fmla="*/ 1972336 h 4892818"/>
                <a:gd name="connsiteX30-3733" fmla="*/ 2024743 w 2472613"/>
                <a:gd name="connsiteY30-3734" fmla="*/ 1739071 h 4892818"/>
                <a:gd name="connsiteX31-3735" fmla="*/ 2472613 w 2472613"/>
                <a:gd name="connsiteY31-3736" fmla="*/ 1011283 h 4892818"/>
                <a:gd name="connsiteX32-3737" fmla="*/ 1931437 w 2472613"/>
                <a:gd name="connsiteY32-3738" fmla="*/ 563413 h 4892818"/>
                <a:gd name="connsiteX33-3739" fmla="*/ 1476618 w 2472613"/>
                <a:gd name="connsiteY33-3740" fmla="*/ 444983 h 4892818"/>
                <a:gd name="connsiteX34-3741" fmla="*/ 1272414 w 2472613"/>
                <a:gd name="connsiteY34-3742" fmla="*/ 409167 h 4892818"/>
                <a:gd name="connsiteX35-3743" fmla="*/ 1054359 w 2472613"/>
                <a:gd name="connsiteY35-3744" fmla="*/ 451446 h 4892818"/>
                <a:gd name="connsiteX36-3745" fmla="*/ 1035309 w 2472613"/>
                <a:gd name="connsiteY36-3746" fmla="*/ 263036 h 4892818"/>
                <a:gd name="connsiteX37-3747" fmla="*/ 869400 w 2472613"/>
                <a:gd name="connsiteY37-3748" fmla="*/ 71127 h 4892818"/>
                <a:gd name="connsiteX38-3749" fmla="*/ 597159 w 2472613"/>
                <a:gd name="connsiteY38-3750" fmla="*/ 12907 h 4892818"/>
                <a:gd name="connsiteX39-3751" fmla="*/ 475861 w 2472613"/>
                <a:gd name="connsiteY39-3752" fmla="*/ 516760 h 4892818"/>
                <a:gd name="connsiteX40-3753" fmla="*/ 616015 w 2472613"/>
                <a:gd name="connsiteY40-3754" fmla="*/ 724609 h 4892818"/>
                <a:gd name="connsiteX41-3755" fmla="*/ 319622 w 2472613"/>
                <a:gd name="connsiteY41-3756" fmla="*/ 1088309 h 4892818"/>
                <a:gd name="connsiteX42-3757" fmla="*/ 188994 w 2472613"/>
                <a:gd name="connsiteY42-3758" fmla="*/ 852857 h 4892818"/>
                <a:gd name="connsiteX43-3759" fmla="*/ 275789 w 2472613"/>
                <a:gd name="connsiteY43-3760" fmla="*/ 811890 h 4892818"/>
                <a:gd name="connsiteX44-3761" fmla="*/ 355050 w 2472613"/>
                <a:gd name="connsiteY44-3762" fmla="*/ 730733 h 4892818"/>
                <a:gd name="connsiteX45-3763" fmla="*/ 343143 w 2472613"/>
                <a:gd name="connsiteY45-3764" fmla="*/ 530708 h 4892818"/>
                <a:gd name="connsiteX46-3765" fmla="*/ 147298 w 2472613"/>
                <a:gd name="connsiteY46-3766" fmla="*/ 542954 h 4892818"/>
                <a:gd name="connsiteX0-3767" fmla="*/ 147298 w 2472613"/>
                <a:gd name="connsiteY0-3768" fmla="*/ 542954 h 4892818"/>
                <a:gd name="connsiteX1-3769" fmla="*/ 0 w 2472613"/>
                <a:gd name="connsiteY1-3770" fmla="*/ 796679 h 4892818"/>
                <a:gd name="connsiteX2-3771" fmla="*/ 37323 w 2472613"/>
                <a:gd name="connsiteY2-3772" fmla="*/ 973960 h 4892818"/>
                <a:gd name="connsiteX3-3773" fmla="*/ 251927 w 2472613"/>
                <a:gd name="connsiteY3-3774" fmla="*/ 1720409 h 4892818"/>
                <a:gd name="connsiteX4-3775" fmla="*/ 671804 w 2472613"/>
                <a:gd name="connsiteY4-3776" fmla="*/ 1552458 h 4892818"/>
                <a:gd name="connsiteX5-3777" fmla="*/ 961053 w 2472613"/>
                <a:gd name="connsiteY5-3778" fmla="*/ 1720409 h 4892818"/>
                <a:gd name="connsiteX6-3779" fmla="*/ 989045 w 2472613"/>
                <a:gd name="connsiteY6-3780" fmla="*/ 1916352 h 4892818"/>
                <a:gd name="connsiteX7-3781" fmla="*/ 961053 w 2472613"/>
                <a:gd name="connsiteY7-3782" fmla="*/ 2084303 h 4892818"/>
                <a:gd name="connsiteX8-3783" fmla="*/ 513184 w 2472613"/>
                <a:gd name="connsiteY8-3784" fmla="*/ 2886736 h 4892818"/>
                <a:gd name="connsiteX9-3785" fmla="*/ 494523 w 2472613"/>
                <a:gd name="connsiteY9-3786" fmla="*/ 3325275 h 4892818"/>
                <a:gd name="connsiteX10-3787" fmla="*/ 475861 w 2472613"/>
                <a:gd name="connsiteY10-3788" fmla="*/ 4267667 h 4892818"/>
                <a:gd name="connsiteX11-3789" fmla="*/ 401217 w 2472613"/>
                <a:gd name="connsiteY11-3790" fmla="*/ 4771520 h 4892818"/>
                <a:gd name="connsiteX12-3791" fmla="*/ 186613 w 2472613"/>
                <a:gd name="connsiteY12-3792" fmla="*/ 4892818 h 4892818"/>
                <a:gd name="connsiteX13-3793" fmla="*/ 597159 w 2472613"/>
                <a:gd name="connsiteY13-3794" fmla="*/ 4790181 h 4892818"/>
                <a:gd name="connsiteX14-3795" fmla="*/ 849086 w 2472613"/>
                <a:gd name="connsiteY14-3796" fmla="*/ 4463609 h 4892818"/>
                <a:gd name="connsiteX15-3797" fmla="*/ 746449 w 2472613"/>
                <a:gd name="connsiteY15-3798" fmla="*/ 4193022 h 4892818"/>
                <a:gd name="connsiteX16-3799" fmla="*/ 802433 w 2472613"/>
                <a:gd name="connsiteY16-3800" fmla="*/ 3773144 h 4892818"/>
                <a:gd name="connsiteX17-3801" fmla="*/ 877078 w 2472613"/>
                <a:gd name="connsiteY17-3802" fmla="*/ 3101340 h 4892818"/>
                <a:gd name="connsiteX18-3803" fmla="*/ 1343608 w 2472613"/>
                <a:gd name="connsiteY18-3804" fmla="*/ 2681462 h 4892818"/>
                <a:gd name="connsiteX19-3805" fmla="*/ 1502229 w 2472613"/>
                <a:gd name="connsiteY19-3806" fmla="*/ 3446573 h 4892818"/>
                <a:gd name="connsiteX20-3807" fmla="*/ 1175657 w 2472613"/>
                <a:gd name="connsiteY20-3808" fmla="*/ 4174360 h 4892818"/>
                <a:gd name="connsiteX21-3809" fmla="*/ 933061 w 2472613"/>
                <a:gd name="connsiteY21-3810" fmla="*/ 4771520 h 4892818"/>
                <a:gd name="connsiteX22-3811" fmla="*/ 1231641 w 2472613"/>
                <a:gd name="connsiteY22-3812" fmla="*/ 4827503 h 4892818"/>
                <a:gd name="connsiteX23-3813" fmla="*/ 1642188 w 2472613"/>
                <a:gd name="connsiteY23-3814" fmla="*/ 4883487 h 4892818"/>
                <a:gd name="connsiteX24-3815" fmla="*/ 1698172 w 2472613"/>
                <a:gd name="connsiteY24-3816" fmla="*/ 4827503 h 4892818"/>
                <a:gd name="connsiteX25-3817" fmla="*/ 1278294 w 2472613"/>
                <a:gd name="connsiteY25-3818" fmla="*/ 4640891 h 4892818"/>
                <a:gd name="connsiteX26-3819" fmla="*/ 1735494 w 2472613"/>
                <a:gd name="connsiteY26-3820" fmla="*/ 3698499 h 4892818"/>
                <a:gd name="connsiteX27-3821" fmla="*/ 1875453 w 2472613"/>
                <a:gd name="connsiteY27-3822" fmla="*/ 3343936 h 4892818"/>
                <a:gd name="connsiteX28-3823" fmla="*/ 1978090 w 2472613"/>
                <a:gd name="connsiteY28-3824" fmla="*/ 2196271 h 4892818"/>
                <a:gd name="connsiteX29-3825" fmla="*/ 1959429 w 2472613"/>
                <a:gd name="connsiteY29-3826" fmla="*/ 1972336 h 4892818"/>
                <a:gd name="connsiteX30-3827" fmla="*/ 2024743 w 2472613"/>
                <a:gd name="connsiteY30-3828" fmla="*/ 1739071 h 4892818"/>
                <a:gd name="connsiteX31-3829" fmla="*/ 2472613 w 2472613"/>
                <a:gd name="connsiteY31-3830" fmla="*/ 1011283 h 4892818"/>
                <a:gd name="connsiteX32-3831" fmla="*/ 1931437 w 2472613"/>
                <a:gd name="connsiteY32-3832" fmla="*/ 563413 h 4892818"/>
                <a:gd name="connsiteX33-3833" fmla="*/ 1476618 w 2472613"/>
                <a:gd name="connsiteY33-3834" fmla="*/ 444983 h 4892818"/>
                <a:gd name="connsiteX34-3835" fmla="*/ 1272414 w 2472613"/>
                <a:gd name="connsiteY34-3836" fmla="*/ 409167 h 4892818"/>
                <a:gd name="connsiteX35-3837" fmla="*/ 1054359 w 2472613"/>
                <a:gd name="connsiteY35-3838" fmla="*/ 451446 h 4892818"/>
                <a:gd name="connsiteX36-3839" fmla="*/ 1035309 w 2472613"/>
                <a:gd name="connsiteY36-3840" fmla="*/ 263036 h 4892818"/>
                <a:gd name="connsiteX37-3841" fmla="*/ 869400 w 2472613"/>
                <a:gd name="connsiteY37-3842" fmla="*/ 71127 h 4892818"/>
                <a:gd name="connsiteX38-3843" fmla="*/ 597159 w 2472613"/>
                <a:gd name="connsiteY38-3844" fmla="*/ 12907 h 4892818"/>
                <a:gd name="connsiteX39-3845" fmla="*/ 475861 w 2472613"/>
                <a:gd name="connsiteY39-3846" fmla="*/ 516760 h 4892818"/>
                <a:gd name="connsiteX40-3847" fmla="*/ 616015 w 2472613"/>
                <a:gd name="connsiteY40-3848" fmla="*/ 724609 h 4892818"/>
                <a:gd name="connsiteX41-3849" fmla="*/ 319622 w 2472613"/>
                <a:gd name="connsiteY41-3850" fmla="*/ 1088309 h 4892818"/>
                <a:gd name="connsiteX42-3851" fmla="*/ 188994 w 2472613"/>
                <a:gd name="connsiteY42-3852" fmla="*/ 852857 h 4892818"/>
                <a:gd name="connsiteX43-3853" fmla="*/ 275789 w 2472613"/>
                <a:gd name="connsiteY43-3854" fmla="*/ 811890 h 4892818"/>
                <a:gd name="connsiteX44-3855" fmla="*/ 355050 w 2472613"/>
                <a:gd name="connsiteY44-3856" fmla="*/ 730733 h 4892818"/>
                <a:gd name="connsiteX45-3857" fmla="*/ 343143 w 2472613"/>
                <a:gd name="connsiteY45-3858" fmla="*/ 530708 h 4892818"/>
                <a:gd name="connsiteX46-3859" fmla="*/ 147298 w 2472613"/>
                <a:gd name="connsiteY46-3860" fmla="*/ 542954 h 4892818"/>
                <a:gd name="connsiteX0-3861" fmla="*/ 147298 w 2472613"/>
                <a:gd name="connsiteY0-3862" fmla="*/ 542954 h 4892818"/>
                <a:gd name="connsiteX1-3863" fmla="*/ 0 w 2472613"/>
                <a:gd name="connsiteY1-3864" fmla="*/ 796679 h 4892818"/>
                <a:gd name="connsiteX2-3865" fmla="*/ 37323 w 2472613"/>
                <a:gd name="connsiteY2-3866" fmla="*/ 973960 h 4892818"/>
                <a:gd name="connsiteX3-3867" fmla="*/ 251927 w 2472613"/>
                <a:gd name="connsiteY3-3868" fmla="*/ 1720409 h 4892818"/>
                <a:gd name="connsiteX4-3869" fmla="*/ 671804 w 2472613"/>
                <a:gd name="connsiteY4-3870" fmla="*/ 1552458 h 4892818"/>
                <a:gd name="connsiteX5-3871" fmla="*/ 961053 w 2472613"/>
                <a:gd name="connsiteY5-3872" fmla="*/ 1720409 h 4892818"/>
                <a:gd name="connsiteX6-3873" fmla="*/ 989045 w 2472613"/>
                <a:gd name="connsiteY6-3874" fmla="*/ 1916352 h 4892818"/>
                <a:gd name="connsiteX7-3875" fmla="*/ 961053 w 2472613"/>
                <a:gd name="connsiteY7-3876" fmla="*/ 2084303 h 4892818"/>
                <a:gd name="connsiteX8-3877" fmla="*/ 513184 w 2472613"/>
                <a:gd name="connsiteY8-3878" fmla="*/ 2886736 h 4892818"/>
                <a:gd name="connsiteX9-3879" fmla="*/ 494523 w 2472613"/>
                <a:gd name="connsiteY9-3880" fmla="*/ 3325275 h 4892818"/>
                <a:gd name="connsiteX10-3881" fmla="*/ 475861 w 2472613"/>
                <a:gd name="connsiteY10-3882" fmla="*/ 4267667 h 4892818"/>
                <a:gd name="connsiteX11-3883" fmla="*/ 401217 w 2472613"/>
                <a:gd name="connsiteY11-3884" fmla="*/ 4771520 h 4892818"/>
                <a:gd name="connsiteX12-3885" fmla="*/ 186613 w 2472613"/>
                <a:gd name="connsiteY12-3886" fmla="*/ 4892818 h 4892818"/>
                <a:gd name="connsiteX13-3887" fmla="*/ 597159 w 2472613"/>
                <a:gd name="connsiteY13-3888" fmla="*/ 4790181 h 4892818"/>
                <a:gd name="connsiteX14-3889" fmla="*/ 849086 w 2472613"/>
                <a:gd name="connsiteY14-3890" fmla="*/ 4463609 h 4892818"/>
                <a:gd name="connsiteX15-3891" fmla="*/ 746449 w 2472613"/>
                <a:gd name="connsiteY15-3892" fmla="*/ 4193022 h 4892818"/>
                <a:gd name="connsiteX16-3893" fmla="*/ 802433 w 2472613"/>
                <a:gd name="connsiteY16-3894" fmla="*/ 3773144 h 4892818"/>
                <a:gd name="connsiteX17-3895" fmla="*/ 877078 w 2472613"/>
                <a:gd name="connsiteY17-3896" fmla="*/ 3101340 h 4892818"/>
                <a:gd name="connsiteX18-3897" fmla="*/ 1343608 w 2472613"/>
                <a:gd name="connsiteY18-3898" fmla="*/ 2681462 h 4892818"/>
                <a:gd name="connsiteX19-3899" fmla="*/ 1502229 w 2472613"/>
                <a:gd name="connsiteY19-3900" fmla="*/ 3446573 h 4892818"/>
                <a:gd name="connsiteX20-3901" fmla="*/ 1175657 w 2472613"/>
                <a:gd name="connsiteY20-3902" fmla="*/ 4174360 h 4892818"/>
                <a:gd name="connsiteX21-3903" fmla="*/ 933061 w 2472613"/>
                <a:gd name="connsiteY21-3904" fmla="*/ 4771520 h 4892818"/>
                <a:gd name="connsiteX22-3905" fmla="*/ 1231641 w 2472613"/>
                <a:gd name="connsiteY22-3906" fmla="*/ 4827503 h 4892818"/>
                <a:gd name="connsiteX23-3907" fmla="*/ 1642188 w 2472613"/>
                <a:gd name="connsiteY23-3908" fmla="*/ 4883487 h 4892818"/>
                <a:gd name="connsiteX24-3909" fmla="*/ 1698172 w 2472613"/>
                <a:gd name="connsiteY24-3910" fmla="*/ 4827503 h 4892818"/>
                <a:gd name="connsiteX25-3911" fmla="*/ 1278294 w 2472613"/>
                <a:gd name="connsiteY25-3912" fmla="*/ 4640891 h 4892818"/>
                <a:gd name="connsiteX26-3913" fmla="*/ 1735494 w 2472613"/>
                <a:gd name="connsiteY26-3914" fmla="*/ 3698499 h 4892818"/>
                <a:gd name="connsiteX27-3915" fmla="*/ 1875453 w 2472613"/>
                <a:gd name="connsiteY27-3916" fmla="*/ 3343936 h 4892818"/>
                <a:gd name="connsiteX28-3917" fmla="*/ 1978090 w 2472613"/>
                <a:gd name="connsiteY28-3918" fmla="*/ 2196271 h 4892818"/>
                <a:gd name="connsiteX29-3919" fmla="*/ 1959429 w 2472613"/>
                <a:gd name="connsiteY29-3920" fmla="*/ 1972336 h 4892818"/>
                <a:gd name="connsiteX30-3921" fmla="*/ 2024743 w 2472613"/>
                <a:gd name="connsiteY30-3922" fmla="*/ 1739071 h 4892818"/>
                <a:gd name="connsiteX31-3923" fmla="*/ 2472613 w 2472613"/>
                <a:gd name="connsiteY31-3924" fmla="*/ 1011283 h 4892818"/>
                <a:gd name="connsiteX32-3925" fmla="*/ 1931437 w 2472613"/>
                <a:gd name="connsiteY32-3926" fmla="*/ 563413 h 4892818"/>
                <a:gd name="connsiteX33-3927" fmla="*/ 1476618 w 2472613"/>
                <a:gd name="connsiteY33-3928" fmla="*/ 444983 h 4892818"/>
                <a:gd name="connsiteX34-3929" fmla="*/ 1272414 w 2472613"/>
                <a:gd name="connsiteY34-3930" fmla="*/ 409167 h 4892818"/>
                <a:gd name="connsiteX35-3931" fmla="*/ 1054359 w 2472613"/>
                <a:gd name="connsiteY35-3932" fmla="*/ 451446 h 4892818"/>
                <a:gd name="connsiteX36-3933" fmla="*/ 1035309 w 2472613"/>
                <a:gd name="connsiteY36-3934" fmla="*/ 263036 h 4892818"/>
                <a:gd name="connsiteX37-3935" fmla="*/ 869400 w 2472613"/>
                <a:gd name="connsiteY37-3936" fmla="*/ 71127 h 4892818"/>
                <a:gd name="connsiteX38-3937" fmla="*/ 597159 w 2472613"/>
                <a:gd name="connsiteY38-3938" fmla="*/ 12907 h 4892818"/>
                <a:gd name="connsiteX39-3939" fmla="*/ 475861 w 2472613"/>
                <a:gd name="connsiteY39-3940" fmla="*/ 516760 h 4892818"/>
                <a:gd name="connsiteX40-3941" fmla="*/ 616015 w 2472613"/>
                <a:gd name="connsiteY40-3942" fmla="*/ 724609 h 4892818"/>
                <a:gd name="connsiteX41-3943" fmla="*/ 319622 w 2472613"/>
                <a:gd name="connsiteY41-3944" fmla="*/ 1088309 h 4892818"/>
                <a:gd name="connsiteX42-3945" fmla="*/ 188994 w 2472613"/>
                <a:gd name="connsiteY42-3946" fmla="*/ 852857 h 4892818"/>
                <a:gd name="connsiteX43-3947" fmla="*/ 275789 w 2472613"/>
                <a:gd name="connsiteY43-3948" fmla="*/ 811890 h 4892818"/>
                <a:gd name="connsiteX44-3949" fmla="*/ 355050 w 2472613"/>
                <a:gd name="connsiteY44-3950" fmla="*/ 730733 h 4892818"/>
                <a:gd name="connsiteX45-3951" fmla="*/ 343143 w 2472613"/>
                <a:gd name="connsiteY45-3952" fmla="*/ 530708 h 4892818"/>
                <a:gd name="connsiteX46-3953" fmla="*/ 147298 w 2472613"/>
                <a:gd name="connsiteY46-3954" fmla="*/ 542954 h 4892818"/>
                <a:gd name="connsiteX0-3955" fmla="*/ 147298 w 2472613"/>
                <a:gd name="connsiteY0-3956" fmla="*/ 542954 h 4892818"/>
                <a:gd name="connsiteX1-3957" fmla="*/ 0 w 2472613"/>
                <a:gd name="connsiteY1-3958" fmla="*/ 796679 h 4892818"/>
                <a:gd name="connsiteX2-3959" fmla="*/ 37323 w 2472613"/>
                <a:gd name="connsiteY2-3960" fmla="*/ 973960 h 4892818"/>
                <a:gd name="connsiteX3-3961" fmla="*/ 251927 w 2472613"/>
                <a:gd name="connsiteY3-3962" fmla="*/ 1720409 h 4892818"/>
                <a:gd name="connsiteX4-3963" fmla="*/ 671804 w 2472613"/>
                <a:gd name="connsiteY4-3964" fmla="*/ 1552458 h 4892818"/>
                <a:gd name="connsiteX5-3965" fmla="*/ 961053 w 2472613"/>
                <a:gd name="connsiteY5-3966" fmla="*/ 1720409 h 4892818"/>
                <a:gd name="connsiteX6-3967" fmla="*/ 989045 w 2472613"/>
                <a:gd name="connsiteY6-3968" fmla="*/ 1916352 h 4892818"/>
                <a:gd name="connsiteX7-3969" fmla="*/ 961053 w 2472613"/>
                <a:gd name="connsiteY7-3970" fmla="*/ 2084303 h 4892818"/>
                <a:gd name="connsiteX8-3971" fmla="*/ 513184 w 2472613"/>
                <a:gd name="connsiteY8-3972" fmla="*/ 2886736 h 4892818"/>
                <a:gd name="connsiteX9-3973" fmla="*/ 494523 w 2472613"/>
                <a:gd name="connsiteY9-3974" fmla="*/ 3325275 h 4892818"/>
                <a:gd name="connsiteX10-3975" fmla="*/ 475861 w 2472613"/>
                <a:gd name="connsiteY10-3976" fmla="*/ 4267667 h 4892818"/>
                <a:gd name="connsiteX11-3977" fmla="*/ 401217 w 2472613"/>
                <a:gd name="connsiteY11-3978" fmla="*/ 4771520 h 4892818"/>
                <a:gd name="connsiteX12-3979" fmla="*/ 186613 w 2472613"/>
                <a:gd name="connsiteY12-3980" fmla="*/ 4892818 h 4892818"/>
                <a:gd name="connsiteX13-3981" fmla="*/ 597159 w 2472613"/>
                <a:gd name="connsiteY13-3982" fmla="*/ 4790181 h 4892818"/>
                <a:gd name="connsiteX14-3983" fmla="*/ 849086 w 2472613"/>
                <a:gd name="connsiteY14-3984" fmla="*/ 4463609 h 4892818"/>
                <a:gd name="connsiteX15-3985" fmla="*/ 746449 w 2472613"/>
                <a:gd name="connsiteY15-3986" fmla="*/ 4193022 h 4892818"/>
                <a:gd name="connsiteX16-3987" fmla="*/ 802433 w 2472613"/>
                <a:gd name="connsiteY16-3988" fmla="*/ 3773144 h 4892818"/>
                <a:gd name="connsiteX17-3989" fmla="*/ 877078 w 2472613"/>
                <a:gd name="connsiteY17-3990" fmla="*/ 3101340 h 4892818"/>
                <a:gd name="connsiteX18-3991" fmla="*/ 1343608 w 2472613"/>
                <a:gd name="connsiteY18-3992" fmla="*/ 2681462 h 4892818"/>
                <a:gd name="connsiteX19-3993" fmla="*/ 1502229 w 2472613"/>
                <a:gd name="connsiteY19-3994" fmla="*/ 3446573 h 4892818"/>
                <a:gd name="connsiteX20-3995" fmla="*/ 1175657 w 2472613"/>
                <a:gd name="connsiteY20-3996" fmla="*/ 4174360 h 4892818"/>
                <a:gd name="connsiteX21-3997" fmla="*/ 933061 w 2472613"/>
                <a:gd name="connsiteY21-3998" fmla="*/ 4771520 h 4892818"/>
                <a:gd name="connsiteX22-3999" fmla="*/ 1231641 w 2472613"/>
                <a:gd name="connsiteY22-4000" fmla="*/ 4827503 h 4892818"/>
                <a:gd name="connsiteX23-4001" fmla="*/ 1642188 w 2472613"/>
                <a:gd name="connsiteY23-4002" fmla="*/ 4883487 h 4892818"/>
                <a:gd name="connsiteX24-4003" fmla="*/ 1698172 w 2472613"/>
                <a:gd name="connsiteY24-4004" fmla="*/ 4827503 h 4892818"/>
                <a:gd name="connsiteX25-4005" fmla="*/ 1278294 w 2472613"/>
                <a:gd name="connsiteY25-4006" fmla="*/ 4640891 h 4892818"/>
                <a:gd name="connsiteX26-4007" fmla="*/ 1735494 w 2472613"/>
                <a:gd name="connsiteY26-4008" fmla="*/ 3698499 h 4892818"/>
                <a:gd name="connsiteX27-4009" fmla="*/ 1875453 w 2472613"/>
                <a:gd name="connsiteY27-4010" fmla="*/ 3343936 h 4892818"/>
                <a:gd name="connsiteX28-4011" fmla="*/ 1978090 w 2472613"/>
                <a:gd name="connsiteY28-4012" fmla="*/ 2196271 h 4892818"/>
                <a:gd name="connsiteX29-4013" fmla="*/ 1959429 w 2472613"/>
                <a:gd name="connsiteY29-4014" fmla="*/ 1972336 h 4892818"/>
                <a:gd name="connsiteX30-4015" fmla="*/ 2024743 w 2472613"/>
                <a:gd name="connsiteY30-4016" fmla="*/ 1739071 h 4892818"/>
                <a:gd name="connsiteX31-4017" fmla="*/ 2472613 w 2472613"/>
                <a:gd name="connsiteY31-4018" fmla="*/ 1011283 h 4892818"/>
                <a:gd name="connsiteX32-4019" fmla="*/ 1924294 w 2472613"/>
                <a:gd name="connsiteY32-4020" fmla="*/ 570557 h 4892818"/>
                <a:gd name="connsiteX33-4021" fmla="*/ 1476618 w 2472613"/>
                <a:gd name="connsiteY33-4022" fmla="*/ 444983 h 4892818"/>
                <a:gd name="connsiteX34-4023" fmla="*/ 1272414 w 2472613"/>
                <a:gd name="connsiteY34-4024" fmla="*/ 409167 h 4892818"/>
                <a:gd name="connsiteX35-4025" fmla="*/ 1054359 w 2472613"/>
                <a:gd name="connsiteY35-4026" fmla="*/ 451446 h 4892818"/>
                <a:gd name="connsiteX36-4027" fmla="*/ 1035309 w 2472613"/>
                <a:gd name="connsiteY36-4028" fmla="*/ 263036 h 4892818"/>
                <a:gd name="connsiteX37-4029" fmla="*/ 869400 w 2472613"/>
                <a:gd name="connsiteY37-4030" fmla="*/ 71127 h 4892818"/>
                <a:gd name="connsiteX38-4031" fmla="*/ 597159 w 2472613"/>
                <a:gd name="connsiteY38-4032" fmla="*/ 12907 h 4892818"/>
                <a:gd name="connsiteX39-4033" fmla="*/ 475861 w 2472613"/>
                <a:gd name="connsiteY39-4034" fmla="*/ 516760 h 4892818"/>
                <a:gd name="connsiteX40-4035" fmla="*/ 616015 w 2472613"/>
                <a:gd name="connsiteY40-4036" fmla="*/ 724609 h 4892818"/>
                <a:gd name="connsiteX41-4037" fmla="*/ 319622 w 2472613"/>
                <a:gd name="connsiteY41-4038" fmla="*/ 1088309 h 4892818"/>
                <a:gd name="connsiteX42-4039" fmla="*/ 188994 w 2472613"/>
                <a:gd name="connsiteY42-4040" fmla="*/ 852857 h 4892818"/>
                <a:gd name="connsiteX43-4041" fmla="*/ 275789 w 2472613"/>
                <a:gd name="connsiteY43-4042" fmla="*/ 811890 h 4892818"/>
                <a:gd name="connsiteX44-4043" fmla="*/ 355050 w 2472613"/>
                <a:gd name="connsiteY44-4044" fmla="*/ 730733 h 4892818"/>
                <a:gd name="connsiteX45-4045" fmla="*/ 343143 w 2472613"/>
                <a:gd name="connsiteY45-4046" fmla="*/ 530708 h 4892818"/>
                <a:gd name="connsiteX46-4047" fmla="*/ 147298 w 2472613"/>
                <a:gd name="connsiteY46-4048" fmla="*/ 542954 h 4892818"/>
                <a:gd name="connsiteX0-4049" fmla="*/ 147298 w 2472613"/>
                <a:gd name="connsiteY0-4050" fmla="*/ 542954 h 4892818"/>
                <a:gd name="connsiteX1-4051" fmla="*/ 0 w 2472613"/>
                <a:gd name="connsiteY1-4052" fmla="*/ 796679 h 4892818"/>
                <a:gd name="connsiteX2-4053" fmla="*/ 37323 w 2472613"/>
                <a:gd name="connsiteY2-4054" fmla="*/ 973960 h 4892818"/>
                <a:gd name="connsiteX3-4055" fmla="*/ 251927 w 2472613"/>
                <a:gd name="connsiteY3-4056" fmla="*/ 1720409 h 4892818"/>
                <a:gd name="connsiteX4-4057" fmla="*/ 671804 w 2472613"/>
                <a:gd name="connsiteY4-4058" fmla="*/ 1552458 h 4892818"/>
                <a:gd name="connsiteX5-4059" fmla="*/ 961053 w 2472613"/>
                <a:gd name="connsiteY5-4060" fmla="*/ 1720409 h 4892818"/>
                <a:gd name="connsiteX6-4061" fmla="*/ 989045 w 2472613"/>
                <a:gd name="connsiteY6-4062" fmla="*/ 1916352 h 4892818"/>
                <a:gd name="connsiteX7-4063" fmla="*/ 961053 w 2472613"/>
                <a:gd name="connsiteY7-4064" fmla="*/ 2084303 h 4892818"/>
                <a:gd name="connsiteX8-4065" fmla="*/ 513184 w 2472613"/>
                <a:gd name="connsiteY8-4066" fmla="*/ 2886736 h 4892818"/>
                <a:gd name="connsiteX9-4067" fmla="*/ 494523 w 2472613"/>
                <a:gd name="connsiteY9-4068" fmla="*/ 3325275 h 4892818"/>
                <a:gd name="connsiteX10-4069" fmla="*/ 475861 w 2472613"/>
                <a:gd name="connsiteY10-4070" fmla="*/ 4267667 h 4892818"/>
                <a:gd name="connsiteX11-4071" fmla="*/ 401217 w 2472613"/>
                <a:gd name="connsiteY11-4072" fmla="*/ 4771520 h 4892818"/>
                <a:gd name="connsiteX12-4073" fmla="*/ 186613 w 2472613"/>
                <a:gd name="connsiteY12-4074" fmla="*/ 4892818 h 4892818"/>
                <a:gd name="connsiteX13-4075" fmla="*/ 597159 w 2472613"/>
                <a:gd name="connsiteY13-4076" fmla="*/ 4790181 h 4892818"/>
                <a:gd name="connsiteX14-4077" fmla="*/ 849086 w 2472613"/>
                <a:gd name="connsiteY14-4078" fmla="*/ 4463609 h 4892818"/>
                <a:gd name="connsiteX15-4079" fmla="*/ 746449 w 2472613"/>
                <a:gd name="connsiteY15-4080" fmla="*/ 4193022 h 4892818"/>
                <a:gd name="connsiteX16-4081" fmla="*/ 802433 w 2472613"/>
                <a:gd name="connsiteY16-4082" fmla="*/ 3773144 h 4892818"/>
                <a:gd name="connsiteX17-4083" fmla="*/ 877078 w 2472613"/>
                <a:gd name="connsiteY17-4084" fmla="*/ 3101340 h 4892818"/>
                <a:gd name="connsiteX18-4085" fmla="*/ 1343608 w 2472613"/>
                <a:gd name="connsiteY18-4086" fmla="*/ 2681462 h 4892818"/>
                <a:gd name="connsiteX19-4087" fmla="*/ 1502229 w 2472613"/>
                <a:gd name="connsiteY19-4088" fmla="*/ 3446573 h 4892818"/>
                <a:gd name="connsiteX20-4089" fmla="*/ 1175657 w 2472613"/>
                <a:gd name="connsiteY20-4090" fmla="*/ 4174360 h 4892818"/>
                <a:gd name="connsiteX21-4091" fmla="*/ 933061 w 2472613"/>
                <a:gd name="connsiteY21-4092" fmla="*/ 4771520 h 4892818"/>
                <a:gd name="connsiteX22-4093" fmla="*/ 1231641 w 2472613"/>
                <a:gd name="connsiteY22-4094" fmla="*/ 4827503 h 4892818"/>
                <a:gd name="connsiteX23-4095" fmla="*/ 1642188 w 2472613"/>
                <a:gd name="connsiteY23-4096" fmla="*/ 4883487 h 4892818"/>
                <a:gd name="connsiteX24-4097" fmla="*/ 1698172 w 2472613"/>
                <a:gd name="connsiteY24-4098" fmla="*/ 4827503 h 4892818"/>
                <a:gd name="connsiteX25-4099" fmla="*/ 1278294 w 2472613"/>
                <a:gd name="connsiteY25-4100" fmla="*/ 4640891 h 4892818"/>
                <a:gd name="connsiteX26-4101" fmla="*/ 1735494 w 2472613"/>
                <a:gd name="connsiteY26-4102" fmla="*/ 3698499 h 4892818"/>
                <a:gd name="connsiteX27-4103" fmla="*/ 1875453 w 2472613"/>
                <a:gd name="connsiteY27-4104" fmla="*/ 3343936 h 4892818"/>
                <a:gd name="connsiteX28-4105" fmla="*/ 1978090 w 2472613"/>
                <a:gd name="connsiteY28-4106" fmla="*/ 2196271 h 4892818"/>
                <a:gd name="connsiteX29-4107" fmla="*/ 1959429 w 2472613"/>
                <a:gd name="connsiteY29-4108" fmla="*/ 1972336 h 4892818"/>
                <a:gd name="connsiteX30-4109" fmla="*/ 2024743 w 2472613"/>
                <a:gd name="connsiteY30-4110" fmla="*/ 1739071 h 4892818"/>
                <a:gd name="connsiteX31-4111" fmla="*/ 2472613 w 2472613"/>
                <a:gd name="connsiteY31-4112" fmla="*/ 1011283 h 4892818"/>
                <a:gd name="connsiteX32-4113" fmla="*/ 1924294 w 2472613"/>
                <a:gd name="connsiteY32-4114" fmla="*/ 570557 h 4892818"/>
                <a:gd name="connsiteX33-4115" fmla="*/ 1476618 w 2472613"/>
                <a:gd name="connsiteY33-4116" fmla="*/ 444983 h 4892818"/>
                <a:gd name="connsiteX34-4117" fmla="*/ 1272414 w 2472613"/>
                <a:gd name="connsiteY34-4118" fmla="*/ 409167 h 4892818"/>
                <a:gd name="connsiteX35-4119" fmla="*/ 1054359 w 2472613"/>
                <a:gd name="connsiteY35-4120" fmla="*/ 451446 h 4892818"/>
                <a:gd name="connsiteX36-4121" fmla="*/ 1035309 w 2472613"/>
                <a:gd name="connsiteY36-4122" fmla="*/ 263036 h 4892818"/>
                <a:gd name="connsiteX37-4123" fmla="*/ 869400 w 2472613"/>
                <a:gd name="connsiteY37-4124" fmla="*/ 71127 h 4892818"/>
                <a:gd name="connsiteX38-4125" fmla="*/ 597159 w 2472613"/>
                <a:gd name="connsiteY38-4126" fmla="*/ 12907 h 4892818"/>
                <a:gd name="connsiteX39-4127" fmla="*/ 475861 w 2472613"/>
                <a:gd name="connsiteY39-4128" fmla="*/ 516760 h 4892818"/>
                <a:gd name="connsiteX40-4129" fmla="*/ 616015 w 2472613"/>
                <a:gd name="connsiteY40-4130" fmla="*/ 724609 h 4892818"/>
                <a:gd name="connsiteX41-4131" fmla="*/ 319622 w 2472613"/>
                <a:gd name="connsiteY41-4132" fmla="*/ 1088309 h 4892818"/>
                <a:gd name="connsiteX42-4133" fmla="*/ 188994 w 2472613"/>
                <a:gd name="connsiteY42-4134" fmla="*/ 852857 h 4892818"/>
                <a:gd name="connsiteX43-4135" fmla="*/ 275789 w 2472613"/>
                <a:gd name="connsiteY43-4136" fmla="*/ 811890 h 4892818"/>
                <a:gd name="connsiteX44-4137" fmla="*/ 355050 w 2472613"/>
                <a:gd name="connsiteY44-4138" fmla="*/ 730733 h 4892818"/>
                <a:gd name="connsiteX45-4139" fmla="*/ 343143 w 2472613"/>
                <a:gd name="connsiteY45-4140" fmla="*/ 530708 h 4892818"/>
                <a:gd name="connsiteX46-4141" fmla="*/ 147298 w 2472613"/>
                <a:gd name="connsiteY46-4142" fmla="*/ 542954 h 4892818"/>
                <a:gd name="connsiteX0-4143" fmla="*/ 147298 w 2470232"/>
                <a:gd name="connsiteY0-4144" fmla="*/ 542954 h 4892818"/>
                <a:gd name="connsiteX1-4145" fmla="*/ 0 w 2470232"/>
                <a:gd name="connsiteY1-4146" fmla="*/ 796679 h 4892818"/>
                <a:gd name="connsiteX2-4147" fmla="*/ 37323 w 2470232"/>
                <a:gd name="connsiteY2-4148" fmla="*/ 973960 h 4892818"/>
                <a:gd name="connsiteX3-4149" fmla="*/ 251927 w 2470232"/>
                <a:gd name="connsiteY3-4150" fmla="*/ 1720409 h 4892818"/>
                <a:gd name="connsiteX4-4151" fmla="*/ 671804 w 2470232"/>
                <a:gd name="connsiteY4-4152" fmla="*/ 1552458 h 4892818"/>
                <a:gd name="connsiteX5-4153" fmla="*/ 961053 w 2470232"/>
                <a:gd name="connsiteY5-4154" fmla="*/ 1720409 h 4892818"/>
                <a:gd name="connsiteX6-4155" fmla="*/ 989045 w 2470232"/>
                <a:gd name="connsiteY6-4156" fmla="*/ 1916352 h 4892818"/>
                <a:gd name="connsiteX7-4157" fmla="*/ 961053 w 2470232"/>
                <a:gd name="connsiteY7-4158" fmla="*/ 2084303 h 4892818"/>
                <a:gd name="connsiteX8-4159" fmla="*/ 513184 w 2470232"/>
                <a:gd name="connsiteY8-4160" fmla="*/ 2886736 h 4892818"/>
                <a:gd name="connsiteX9-4161" fmla="*/ 494523 w 2470232"/>
                <a:gd name="connsiteY9-4162" fmla="*/ 3325275 h 4892818"/>
                <a:gd name="connsiteX10-4163" fmla="*/ 475861 w 2470232"/>
                <a:gd name="connsiteY10-4164" fmla="*/ 4267667 h 4892818"/>
                <a:gd name="connsiteX11-4165" fmla="*/ 401217 w 2470232"/>
                <a:gd name="connsiteY11-4166" fmla="*/ 4771520 h 4892818"/>
                <a:gd name="connsiteX12-4167" fmla="*/ 186613 w 2470232"/>
                <a:gd name="connsiteY12-4168" fmla="*/ 4892818 h 4892818"/>
                <a:gd name="connsiteX13-4169" fmla="*/ 597159 w 2470232"/>
                <a:gd name="connsiteY13-4170" fmla="*/ 4790181 h 4892818"/>
                <a:gd name="connsiteX14-4171" fmla="*/ 849086 w 2470232"/>
                <a:gd name="connsiteY14-4172" fmla="*/ 4463609 h 4892818"/>
                <a:gd name="connsiteX15-4173" fmla="*/ 746449 w 2470232"/>
                <a:gd name="connsiteY15-4174" fmla="*/ 4193022 h 4892818"/>
                <a:gd name="connsiteX16-4175" fmla="*/ 802433 w 2470232"/>
                <a:gd name="connsiteY16-4176" fmla="*/ 3773144 h 4892818"/>
                <a:gd name="connsiteX17-4177" fmla="*/ 877078 w 2470232"/>
                <a:gd name="connsiteY17-4178" fmla="*/ 3101340 h 4892818"/>
                <a:gd name="connsiteX18-4179" fmla="*/ 1343608 w 2470232"/>
                <a:gd name="connsiteY18-4180" fmla="*/ 2681462 h 4892818"/>
                <a:gd name="connsiteX19-4181" fmla="*/ 1502229 w 2470232"/>
                <a:gd name="connsiteY19-4182" fmla="*/ 3446573 h 4892818"/>
                <a:gd name="connsiteX20-4183" fmla="*/ 1175657 w 2470232"/>
                <a:gd name="connsiteY20-4184" fmla="*/ 4174360 h 4892818"/>
                <a:gd name="connsiteX21-4185" fmla="*/ 933061 w 2470232"/>
                <a:gd name="connsiteY21-4186" fmla="*/ 4771520 h 4892818"/>
                <a:gd name="connsiteX22-4187" fmla="*/ 1231641 w 2470232"/>
                <a:gd name="connsiteY22-4188" fmla="*/ 4827503 h 4892818"/>
                <a:gd name="connsiteX23-4189" fmla="*/ 1642188 w 2470232"/>
                <a:gd name="connsiteY23-4190" fmla="*/ 4883487 h 4892818"/>
                <a:gd name="connsiteX24-4191" fmla="*/ 1698172 w 2470232"/>
                <a:gd name="connsiteY24-4192" fmla="*/ 4827503 h 4892818"/>
                <a:gd name="connsiteX25-4193" fmla="*/ 1278294 w 2470232"/>
                <a:gd name="connsiteY25-4194" fmla="*/ 4640891 h 4892818"/>
                <a:gd name="connsiteX26-4195" fmla="*/ 1735494 w 2470232"/>
                <a:gd name="connsiteY26-4196" fmla="*/ 3698499 h 4892818"/>
                <a:gd name="connsiteX27-4197" fmla="*/ 1875453 w 2470232"/>
                <a:gd name="connsiteY27-4198" fmla="*/ 3343936 h 4892818"/>
                <a:gd name="connsiteX28-4199" fmla="*/ 1978090 w 2470232"/>
                <a:gd name="connsiteY28-4200" fmla="*/ 2196271 h 4892818"/>
                <a:gd name="connsiteX29-4201" fmla="*/ 1959429 w 2470232"/>
                <a:gd name="connsiteY29-4202" fmla="*/ 1972336 h 4892818"/>
                <a:gd name="connsiteX30-4203" fmla="*/ 2024743 w 2470232"/>
                <a:gd name="connsiteY30-4204" fmla="*/ 1739071 h 4892818"/>
                <a:gd name="connsiteX31-4205" fmla="*/ 2470232 w 2470232"/>
                <a:gd name="connsiteY31-4206" fmla="*/ 1016045 h 4892818"/>
                <a:gd name="connsiteX32-4207" fmla="*/ 1924294 w 2470232"/>
                <a:gd name="connsiteY32-4208" fmla="*/ 570557 h 4892818"/>
                <a:gd name="connsiteX33-4209" fmla="*/ 1476618 w 2470232"/>
                <a:gd name="connsiteY33-4210" fmla="*/ 444983 h 4892818"/>
                <a:gd name="connsiteX34-4211" fmla="*/ 1272414 w 2470232"/>
                <a:gd name="connsiteY34-4212" fmla="*/ 409167 h 4892818"/>
                <a:gd name="connsiteX35-4213" fmla="*/ 1054359 w 2470232"/>
                <a:gd name="connsiteY35-4214" fmla="*/ 451446 h 4892818"/>
                <a:gd name="connsiteX36-4215" fmla="*/ 1035309 w 2470232"/>
                <a:gd name="connsiteY36-4216" fmla="*/ 263036 h 4892818"/>
                <a:gd name="connsiteX37-4217" fmla="*/ 869400 w 2470232"/>
                <a:gd name="connsiteY37-4218" fmla="*/ 71127 h 4892818"/>
                <a:gd name="connsiteX38-4219" fmla="*/ 597159 w 2470232"/>
                <a:gd name="connsiteY38-4220" fmla="*/ 12907 h 4892818"/>
                <a:gd name="connsiteX39-4221" fmla="*/ 475861 w 2470232"/>
                <a:gd name="connsiteY39-4222" fmla="*/ 516760 h 4892818"/>
                <a:gd name="connsiteX40-4223" fmla="*/ 616015 w 2470232"/>
                <a:gd name="connsiteY40-4224" fmla="*/ 724609 h 4892818"/>
                <a:gd name="connsiteX41-4225" fmla="*/ 319622 w 2470232"/>
                <a:gd name="connsiteY41-4226" fmla="*/ 1088309 h 4892818"/>
                <a:gd name="connsiteX42-4227" fmla="*/ 188994 w 2470232"/>
                <a:gd name="connsiteY42-4228" fmla="*/ 852857 h 4892818"/>
                <a:gd name="connsiteX43-4229" fmla="*/ 275789 w 2470232"/>
                <a:gd name="connsiteY43-4230" fmla="*/ 811890 h 4892818"/>
                <a:gd name="connsiteX44-4231" fmla="*/ 355050 w 2470232"/>
                <a:gd name="connsiteY44-4232" fmla="*/ 730733 h 4892818"/>
                <a:gd name="connsiteX45-4233" fmla="*/ 343143 w 2470232"/>
                <a:gd name="connsiteY45-4234" fmla="*/ 530708 h 4892818"/>
                <a:gd name="connsiteX46-4235" fmla="*/ 147298 w 2470232"/>
                <a:gd name="connsiteY46-4236" fmla="*/ 542954 h 4892818"/>
                <a:gd name="connsiteX0-4237" fmla="*/ 147298 w 2470232"/>
                <a:gd name="connsiteY0-4238" fmla="*/ 542954 h 4892818"/>
                <a:gd name="connsiteX1-4239" fmla="*/ 0 w 2470232"/>
                <a:gd name="connsiteY1-4240" fmla="*/ 796679 h 4892818"/>
                <a:gd name="connsiteX2-4241" fmla="*/ 37323 w 2470232"/>
                <a:gd name="connsiteY2-4242" fmla="*/ 973960 h 4892818"/>
                <a:gd name="connsiteX3-4243" fmla="*/ 251927 w 2470232"/>
                <a:gd name="connsiteY3-4244" fmla="*/ 1720409 h 4892818"/>
                <a:gd name="connsiteX4-4245" fmla="*/ 671804 w 2470232"/>
                <a:gd name="connsiteY4-4246" fmla="*/ 1552458 h 4892818"/>
                <a:gd name="connsiteX5-4247" fmla="*/ 961053 w 2470232"/>
                <a:gd name="connsiteY5-4248" fmla="*/ 1720409 h 4892818"/>
                <a:gd name="connsiteX6-4249" fmla="*/ 989045 w 2470232"/>
                <a:gd name="connsiteY6-4250" fmla="*/ 1916352 h 4892818"/>
                <a:gd name="connsiteX7-4251" fmla="*/ 961053 w 2470232"/>
                <a:gd name="connsiteY7-4252" fmla="*/ 2084303 h 4892818"/>
                <a:gd name="connsiteX8-4253" fmla="*/ 513184 w 2470232"/>
                <a:gd name="connsiteY8-4254" fmla="*/ 2886736 h 4892818"/>
                <a:gd name="connsiteX9-4255" fmla="*/ 494523 w 2470232"/>
                <a:gd name="connsiteY9-4256" fmla="*/ 3325275 h 4892818"/>
                <a:gd name="connsiteX10-4257" fmla="*/ 475861 w 2470232"/>
                <a:gd name="connsiteY10-4258" fmla="*/ 4267667 h 4892818"/>
                <a:gd name="connsiteX11-4259" fmla="*/ 401217 w 2470232"/>
                <a:gd name="connsiteY11-4260" fmla="*/ 4771520 h 4892818"/>
                <a:gd name="connsiteX12-4261" fmla="*/ 186613 w 2470232"/>
                <a:gd name="connsiteY12-4262" fmla="*/ 4892818 h 4892818"/>
                <a:gd name="connsiteX13-4263" fmla="*/ 597159 w 2470232"/>
                <a:gd name="connsiteY13-4264" fmla="*/ 4790181 h 4892818"/>
                <a:gd name="connsiteX14-4265" fmla="*/ 849086 w 2470232"/>
                <a:gd name="connsiteY14-4266" fmla="*/ 4463609 h 4892818"/>
                <a:gd name="connsiteX15-4267" fmla="*/ 746449 w 2470232"/>
                <a:gd name="connsiteY15-4268" fmla="*/ 4193022 h 4892818"/>
                <a:gd name="connsiteX16-4269" fmla="*/ 802433 w 2470232"/>
                <a:gd name="connsiteY16-4270" fmla="*/ 3773144 h 4892818"/>
                <a:gd name="connsiteX17-4271" fmla="*/ 877078 w 2470232"/>
                <a:gd name="connsiteY17-4272" fmla="*/ 3101340 h 4892818"/>
                <a:gd name="connsiteX18-4273" fmla="*/ 1343608 w 2470232"/>
                <a:gd name="connsiteY18-4274" fmla="*/ 2681462 h 4892818"/>
                <a:gd name="connsiteX19-4275" fmla="*/ 1502229 w 2470232"/>
                <a:gd name="connsiteY19-4276" fmla="*/ 3446573 h 4892818"/>
                <a:gd name="connsiteX20-4277" fmla="*/ 1175657 w 2470232"/>
                <a:gd name="connsiteY20-4278" fmla="*/ 4174360 h 4892818"/>
                <a:gd name="connsiteX21-4279" fmla="*/ 933061 w 2470232"/>
                <a:gd name="connsiteY21-4280" fmla="*/ 4771520 h 4892818"/>
                <a:gd name="connsiteX22-4281" fmla="*/ 1231641 w 2470232"/>
                <a:gd name="connsiteY22-4282" fmla="*/ 4827503 h 4892818"/>
                <a:gd name="connsiteX23-4283" fmla="*/ 1642188 w 2470232"/>
                <a:gd name="connsiteY23-4284" fmla="*/ 4883487 h 4892818"/>
                <a:gd name="connsiteX24-4285" fmla="*/ 1698172 w 2470232"/>
                <a:gd name="connsiteY24-4286" fmla="*/ 4827503 h 4892818"/>
                <a:gd name="connsiteX25-4287" fmla="*/ 1278294 w 2470232"/>
                <a:gd name="connsiteY25-4288" fmla="*/ 4640891 h 4892818"/>
                <a:gd name="connsiteX26-4289" fmla="*/ 1735494 w 2470232"/>
                <a:gd name="connsiteY26-4290" fmla="*/ 3698499 h 4892818"/>
                <a:gd name="connsiteX27-4291" fmla="*/ 1875453 w 2470232"/>
                <a:gd name="connsiteY27-4292" fmla="*/ 3343936 h 4892818"/>
                <a:gd name="connsiteX28-4293" fmla="*/ 1978090 w 2470232"/>
                <a:gd name="connsiteY28-4294" fmla="*/ 2196271 h 4892818"/>
                <a:gd name="connsiteX29-4295" fmla="*/ 1959429 w 2470232"/>
                <a:gd name="connsiteY29-4296" fmla="*/ 1972336 h 4892818"/>
                <a:gd name="connsiteX30-4297" fmla="*/ 2024743 w 2470232"/>
                <a:gd name="connsiteY30-4298" fmla="*/ 1739071 h 4892818"/>
                <a:gd name="connsiteX31-4299" fmla="*/ 2470232 w 2470232"/>
                <a:gd name="connsiteY31-4300" fmla="*/ 1016045 h 4892818"/>
                <a:gd name="connsiteX32-4301" fmla="*/ 1924294 w 2470232"/>
                <a:gd name="connsiteY32-4302" fmla="*/ 570557 h 4892818"/>
                <a:gd name="connsiteX33-4303" fmla="*/ 1476618 w 2470232"/>
                <a:gd name="connsiteY33-4304" fmla="*/ 444983 h 4892818"/>
                <a:gd name="connsiteX34-4305" fmla="*/ 1272414 w 2470232"/>
                <a:gd name="connsiteY34-4306" fmla="*/ 409167 h 4892818"/>
                <a:gd name="connsiteX35-4307" fmla="*/ 1054359 w 2470232"/>
                <a:gd name="connsiteY35-4308" fmla="*/ 451446 h 4892818"/>
                <a:gd name="connsiteX36-4309" fmla="*/ 1035309 w 2470232"/>
                <a:gd name="connsiteY36-4310" fmla="*/ 263036 h 4892818"/>
                <a:gd name="connsiteX37-4311" fmla="*/ 869400 w 2470232"/>
                <a:gd name="connsiteY37-4312" fmla="*/ 71127 h 4892818"/>
                <a:gd name="connsiteX38-4313" fmla="*/ 597159 w 2470232"/>
                <a:gd name="connsiteY38-4314" fmla="*/ 12907 h 4892818"/>
                <a:gd name="connsiteX39-4315" fmla="*/ 475861 w 2470232"/>
                <a:gd name="connsiteY39-4316" fmla="*/ 516760 h 4892818"/>
                <a:gd name="connsiteX40-4317" fmla="*/ 616015 w 2470232"/>
                <a:gd name="connsiteY40-4318" fmla="*/ 724609 h 4892818"/>
                <a:gd name="connsiteX41-4319" fmla="*/ 319622 w 2470232"/>
                <a:gd name="connsiteY41-4320" fmla="*/ 1088309 h 4892818"/>
                <a:gd name="connsiteX42-4321" fmla="*/ 188994 w 2470232"/>
                <a:gd name="connsiteY42-4322" fmla="*/ 852857 h 4892818"/>
                <a:gd name="connsiteX43-4323" fmla="*/ 275789 w 2470232"/>
                <a:gd name="connsiteY43-4324" fmla="*/ 811890 h 4892818"/>
                <a:gd name="connsiteX44-4325" fmla="*/ 355050 w 2470232"/>
                <a:gd name="connsiteY44-4326" fmla="*/ 730733 h 4892818"/>
                <a:gd name="connsiteX45-4327" fmla="*/ 343143 w 2470232"/>
                <a:gd name="connsiteY45-4328" fmla="*/ 530708 h 4892818"/>
                <a:gd name="connsiteX46-4329" fmla="*/ 147298 w 2470232"/>
                <a:gd name="connsiteY46-4330" fmla="*/ 542954 h 4892818"/>
                <a:gd name="connsiteX0-4331" fmla="*/ 147298 w 2470232"/>
                <a:gd name="connsiteY0-4332" fmla="*/ 542954 h 4892818"/>
                <a:gd name="connsiteX1-4333" fmla="*/ 0 w 2470232"/>
                <a:gd name="connsiteY1-4334" fmla="*/ 796679 h 4892818"/>
                <a:gd name="connsiteX2-4335" fmla="*/ 37323 w 2470232"/>
                <a:gd name="connsiteY2-4336" fmla="*/ 973960 h 4892818"/>
                <a:gd name="connsiteX3-4337" fmla="*/ 251927 w 2470232"/>
                <a:gd name="connsiteY3-4338" fmla="*/ 1720409 h 4892818"/>
                <a:gd name="connsiteX4-4339" fmla="*/ 671804 w 2470232"/>
                <a:gd name="connsiteY4-4340" fmla="*/ 1552458 h 4892818"/>
                <a:gd name="connsiteX5-4341" fmla="*/ 961053 w 2470232"/>
                <a:gd name="connsiteY5-4342" fmla="*/ 1720409 h 4892818"/>
                <a:gd name="connsiteX6-4343" fmla="*/ 989045 w 2470232"/>
                <a:gd name="connsiteY6-4344" fmla="*/ 1916352 h 4892818"/>
                <a:gd name="connsiteX7-4345" fmla="*/ 961053 w 2470232"/>
                <a:gd name="connsiteY7-4346" fmla="*/ 2084303 h 4892818"/>
                <a:gd name="connsiteX8-4347" fmla="*/ 513184 w 2470232"/>
                <a:gd name="connsiteY8-4348" fmla="*/ 2886736 h 4892818"/>
                <a:gd name="connsiteX9-4349" fmla="*/ 494523 w 2470232"/>
                <a:gd name="connsiteY9-4350" fmla="*/ 3325275 h 4892818"/>
                <a:gd name="connsiteX10-4351" fmla="*/ 475861 w 2470232"/>
                <a:gd name="connsiteY10-4352" fmla="*/ 4267667 h 4892818"/>
                <a:gd name="connsiteX11-4353" fmla="*/ 401217 w 2470232"/>
                <a:gd name="connsiteY11-4354" fmla="*/ 4771520 h 4892818"/>
                <a:gd name="connsiteX12-4355" fmla="*/ 186613 w 2470232"/>
                <a:gd name="connsiteY12-4356" fmla="*/ 4892818 h 4892818"/>
                <a:gd name="connsiteX13-4357" fmla="*/ 597159 w 2470232"/>
                <a:gd name="connsiteY13-4358" fmla="*/ 4790181 h 4892818"/>
                <a:gd name="connsiteX14-4359" fmla="*/ 849086 w 2470232"/>
                <a:gd name="connsiteY14-4360" fmla="*/ 4463609 h 4892818"/>
                <a:gd name="connsiteX15-4361" fmla="*/ 746449 w 2470232"/>
                <a:gd name="connsiteY15-4362" fmla="*/ 4193022 h 4892818"/>
                <a:gd name="connsiteX16-4363" fmla="*/ 802433 w 2470232"/>
                <a:gd name="connsiteY16-4364" fmla="*/ 3773144 h 4892818"/>
                <a:gd name="connsiteX17-4365" fmla="*/ 877078 w 2470232"/>
                <a:gd name="connsiteY17-4366" fmla="*/ 3101340 h 4892818"/>
                <a:gd name="connsiteX18-4367" fmla="*/ 1343608 w 2470232"/>
                <a:gd name="connsiteY18-4368" fmla="*/ 2681462 h 4892818"/>
                <a:gd name="connsiteX19-4369" fmla="*/ 1502229 w 2470232"/>
                <a:gd name="connsiteY19-4370" fmla="*/ 3446573 h 4892818"/>
                <a:gd name="connsiteX20-4371" fmla="*/ 1175657 w 2470232"/>
                <a:gd name="connsiteY20-4372" fmla="*/ 4174360 h 4892818"/>
                <a:gd name="connsiteX21-4373" fmla="*/ 933061 w 2470232"/>
                <a:gd name="connsiteY21-4374" fmla="*/ 4771520 h 4892818"/>
                <a:gd name="connsiteX22-4375" fmla="*/ 1231641 w 2470232"/>
                <a:gd name="connsiteY22-4376" fmla="*/ 4827503 h 4892818"/>
                <a:gd name="connsiteX23-4377" fmla="*/ 1642188 w 2470232"/>
                <a:gd name="connsiteY23-4378" fmla="*/ 4883487 h 4892818"/>
                <a:gd name="connsiteX24-4379" fmla="*/ 1698172 w 2470232"/>
                <a:gd name="connsiteY24-4380" fmla="*/ 4827503 h 4892818"/>
                <a:gd name="connsiteX25-4381" fmla="*/ 1278294 w 2470232"/>
                <a:gd name="connsiteY25-4382" fmla="*/ 4640891 h 4892818"/>
                <a:gd name="connsiteX26-4383" fmla="*/ 1735494 w 2470232"/>
                <a:gd name="connsiteY26-4384" fmla="*/ 3698499 h 4892818"/>
                <a:gd name="connsiteX27-4385" fmla="*/ 1875453 w 2470232"/>
                <a:gd name="connsiteY27-4386" fmla="*/ 3343936 h 4892818"/>
                <a:gd name="connsiteX28-4387" fmla="*/ 1978090 w 2470232"/>
                <a:gd name="connsiteY28-4388" fmla="*/ 2196271 h 4892818"/>
                <a:gd name="connsiteX29-4389" fmla="*/ 1959429 w 2470232"/>
                <a:gd name="connsiteY29-4390" fmla="*/ 1972336 h 4892818"/>
                <a:gd name="connsiteX30-4391" fmla="*/ 2024743 w 2470232"/>
                <a:gd name="connsiteY30-4392" fmla="*/ 1739071 h 4892818"/>
                <a:gd name="connsiteX31-4393" fmla="*/ 2470232 w 2470232"/>
                <a:gd name="connsiteY31-4394" fmla="*/ 1016045 h 4892818"/>
                <a:gd name="connsiteX32-4395" fmla="*/ 1924294 w 2470232"/>
                <a:gd name="connsiteY32-4396" fmla="*/ 570557 h 4892818"/>
                <a:gd name="connsiteX33-4397" fmla="*/ 1476618 w 2470232"/>
                <a:gd name="connsiteY33-4398" fmla="*/ 444983 h 4892818"/>
                <a:gd name="connsiteX34-4399" fmla="*/ 1272414 w 2470232"/>
                <a:gd name="connsiteY34-4400" fmla="*/ 409167 h 4892818"/>
                <a:gd name="connsiteX35-4401" fmla="*/ 1054359 w 2470232"/>
                <a:gd name="connsiteY35-4402" fmla="*/ 451446 h 4892818"/>
                <a:gd name="connsiteX36-4403" fmla="*/ 1035309 w 2470232"/>
                <a:gd name="connsiteY36-4404" fmla="*/ 263036 h 4892818"/>
                <a:gd name="connsiteX37-4405" fmla="*/ 869400 w 2470232"/>
                <a:gd name="connsiteY37-4406" fmla="*/ 71127 h 4892818"/>
                <a:gd name="connsiteX38-4407" fmla="*/ 597159 w 2470232"/>
                <a:gd name="connsiteY38-4408" fmla="*/ 12907 h 4892818"/>
                <a:gd name="connsiteX39-4409" fmla="*/ 475861 w 2470232"/>
                <a:gd name="connsiteY39-4410" fmla="*/ 516760 h 4892818"/>
                <a:gd name="connsiteX40-4411" fmla="*/ 616015 w 2470232"/>
                <a:gd name="connsiteY40-4412" fmla="*/ 724609 h 4892818"/>
                <a:gd name="connsiteX41-4413" fmla="*/ 319622 w 2470232"/>
                <a:gd name="connsiteY41-4414" fmla="*/ 1088309 h 4892818"/>
                <a:gd name="connsiteX42-4415" fmla="*/ 188994 w 2470232"/>
                <a:gd name="connsiteY42-4416" fmla="*/ 852857 h 4892818"/>
                <a:gd name="connsiteX43-4417" fmla="*/ 275789 w 2470232"/>
                <a:gd name="connsiteY43-4418" fmla="*/ 811890 h 4892818"/>
                <a:gd name="connsiteX44-4419" fmla="*/ 355050 w 2470232"/>
                <a:gd name="connsiteY44-4420" fmla="*/ 730733 h 4892818"/>
                <a:gd name="connsiteX45-4421" fmla="*/ 343143 w 2470232"/>
                <a:gd name="connsiteY45-4422" fmla="*/ 530708 h 4892818"/>
                <a:gd name="connsiteX46-4423" fmla="*/ 147298 w 2470232"/>
                <a:gd name="connsiteY46-4424" fmla="*/ 542954 h 4892818"/>
                <a:gd name="connsiteX0-4425" fmla="*/ 147298 w 2470232"/>
                <a:gd name="connsiteY0-4426" fmla="*/ 542954 h 4892818"/>
                <a:gd name="connsiteX1-4427" fmla="*/ 0 w 2470232"/>
                <a:gd name="connsiteY1-4428" fmla="*/ 796679 h 4892818"/>
                <a:gd name="connsiteX2-4429" fmla="*/ 37323 w 2470232"/>
                <a:gd name="connsiteY2-4430" fmla="*/ 973960 h 4892818"/>
                <a:gd name="connsiteX3-4431" fmla="*/ 251927 w 2470232"/>
                <a:gd name="connsiteY3-4432" fmla="*/ 1720409 h 4892818"/>
                <a:gd name="connsiteX4-4433" fmla="*/ 671804 w 2470232"/>
                <a:gd name="connsiteY4-4434" fmla="*/ 1552458 h 4892818"/>
                <a:gd name="connsiteX5-4435" fmla="*/ 961053 w 2470232"/>
                <a:gd name="connsiteY5-4436" fmla="*/ 1720409 h 4892818"/>
                <a:gd name="connsiteX6-4437" fmla="*/ 989045 w 2470232"/>
                <a:gd name="connsiteY6-4438" fmla="*/ 1916352 h 4892818"/>
                <a:gd name="connsiteX7-4439" fmla="*/ 961053 w 2470232"/>
                <a:gd name="connsiteY7-4440" fmla="*/ 2084303 h 4892818"/>
                <a:gd name="connsiteX8-4441" fmla="*/ 513184 w 2470232"/>
                <a:gd name="connsiteY8-4442" fmla="*/ 2886736 h 4892818"/>
                <a:gd name="connsiteX9-4443" fmla="*/ 494523 w 2470232"/>
                <a:gd name="connsiteY9-4444" fmla="*/ 3325275 h 4892818"/>
                <a:gd name="connsiteX10-4445" fmla="*/ 475861 w 2470232"/>
                <a:gd name="connsiteY10-4446" fmla="*/ 4267667 h 4892818"/>
                <a:gd name="connsiteX11-4447" fmla="*/ 401217 w 2470232"/>
                <a:gd name="connsiteY11-4448" fmla="*/ 4771520 h 4892818"/>
                <a:gd name="connsiteX12-4449" fmla="*/ 186613 w 2470232"/>
                <a:gd name="connsiteY12-4450" fmla="*/ 4892818 h 4892818"/>
                <a:gd name="connsiteX13-4451" fmla="*/ 597159 w 2470232"/>
                <a:gd name="connsiteY13-4452" fmla="*/ 4790181 h 4892818"/>
                <a:gd name="connsiteX14-4453" fmla="*/ 849086 w 2470232"/>
                <a:gd name="connsiteY14-4454" fmla="*/ 4463609 h 4892818"/>
                <a:gd name="connsiteX15-4455" fmla="*/ 746449 w 2470232"/>
                <a:gd name="connsiteY15-4456" fmla="*/ 4193022 h 4892818"/>
                <a:gd name="connsiteX16-4457" fmla="*/ 802433 w 2470232"/>
                <a:gd name="connsiteY16-4458" fmla="*/ 3773144 h 4892818"/>
                <a:gd name="connsiteX17-4459" fmla="*/ 877078 w 2470232"/>
                <a:gd name="connsiteY17-4460" fmla="*/ 3101340 h 4892818"/>
                <a:gd name="connsiteX18-4461" fmla="*/ 1343608 w 2470232"/>
                <a:gd name="connsiteY18-4462" fmla="*/ 2681462 h 4892818"/>
                <a:gd name="connsiteX19-4463" fmla="*/ 1502229 w 2470232"/>
                <a:gd name="connsiteY19-4464" fmla="*/ 3446573 h 4892818"/>
                <a:gd name="connsiteX20-4465" fmla="*/ 1175657 w 2470232"/>
                <a:gd name="connsiteY20-4466" fmla="*/ 4174360 h 4892818"/>
                <a:gd name="connsiteX21-4467" fmla="*/ 933061 w 2470232"/>
                <a:gd name="connsiteY21-4468" fmla="*/ 4771520 h 4892818"/>
                <a:gd name="connsiteX22-4469" fmla="*/ 1231641 w 2470232"/>
                <a:gd name="connsiteY22-4470" fmla="*/ 4827503 h 4892818"/>
                <a:gd name="connsiteX23-4471" fmla="*/ 1642188 w 2470232"/>
                <a:gd name="connsiteY23-4472" fmla="*/ 4883487 h 4892818"/>
                <a:gd name="connsiteX24-4473" fmla="*/ 1698172 w 2470232"/>
                <a:gd name="connsiteY24-4474" fmla="*/ 4827503 h 4892818"/>
                <a:gd name="connsiteX25-4475" fmla="*/ 1278294 w 2470232"/>
                <a:gd name="connsiteY25-4476" fmla="*/ 4640891 h 4892818"/>
                <a:gd name="connsiteX26-4477" fmla="*/ 1735494 w 2470232"/>
                <a:gd name="connsiteY26-4478" fmla="*/ 3698499 h 4892818"/>
                <a:gd name="connsiteX27-4479" fmla="*/ 1875453 w 2470232"/>
                <a:gd name="connsiteY27-4480" fmla="*/ 3343936 h 4892818"/>
                <a:gd name="connsiteX28-4481" fmla="*/ 1978090 w 2470232"/>
                <a:gd name="connsiteY28-4482" fmla="*/ 2196271 h 4892818"/>
                <a:gd name="connsiteX29-4483" fmla="*/ 1959429 w 2470232"/>
                <a:gd name="connsiteY29-4484" fmla="*/ 1972336 h 4892818"/>
                <a:gd name="connsiteX30-4485" fmla="*/ 2024743 w 2470232"/>
                <a:gd name="connsiteY30-4486" fmla="*/ 1739071 h 4892818"/>
                <a:gd name="connsiteX31-4487" fmla="*/ 2470232 w 2470232"/>
                <a:gd name="connsiteY31-4488" fmla="*/ 1016045 h 4892818"/>
                <a:gd name="connsiteX32-4489" fmla="*/ 1938581 w 2470232"/>
                <a:gd name="connsiteY32-4490" fmla="*/ 589607 h 4892818"/>
                <a:gd name="connsiteX33-4491" fmla="*/ 1476618 w 2470232"/>
                <a:gd name="connsiteY33-4492" fmla="*/ 444983 h 4892818"/>
                <a:gd name="connsiteX34-4493" fmla="*/ 1272414 w 2470232"/>
                <a:gd name="connsiteY34-4494" fmla="*/ 409167 h 4892818"/>
                <a:gd name="connsiteX35-4495" fmla="*/ 1054359 w 2470232"/>
                <a:gd name="connsiteY35-4496" fmla="*/ 451446 h 4892818"/>
                <a:gd name="connsiteX36-4497" fmla="*/ 1035309 w 2470232"/>
                <a:gd name="connsiteY36-4498" fmla="*/ 263036 h 4892818"/>
                <a:gd name="connsiteX37-4499" fmla="*/ 869400 w 2470232"/>
                <a:gd name="connsiteY37-4500" fmla="*/ 71127 h 4892818"/>
                <a:gd name="connsiteX38-4501" fmla="*/ 597159 w 2470232"/>
                <a:gd name="connsiteY38-4502" fmla="*/ 12907 h 4892818"/>
                <a:gd name="connsiteX39-4503" fmla="*/ 475861 w 2470232"/>
                <a:gd name="connsiteY39-4504" fmla="*/ 516760 h 4892818"/>
                <a:gd name="connsiteX40-4505" fmla="*/ 616015 w 2470232"/>
                <a:gd name="connsiteY40-4506" fmla="*/ 724609 h 4892818"/>
                <a:gd name="connsiteX41-4507" fmla="*/ 319622 w 2470232"/>
                <a:gd name="connsiteY41-4508" fmla="*/ 1088309 h 4892818"/>
                <a:gd name="connsiteX42-4509" fmla="*/ 188994 w 2470232"/>
                <a:gd name="connsiteY42-4510" fmla="*/ 852857 h 4892818"/>
                <a:gd name="connsiteX43-4511" fmla="*/ 275789 w 2470232"/>
                <a:gd name="connsiteY43-4512" fmla="*/ 811890 h 4892818"/>
                <a:gd name="connsiteX44-4513" fmla="*/ 355050 w 2470232"/>
                <a:gd name="connsiteY44-4514" fmla="*/ 730733 h 4892818"/>
                <a:gd name="connsiteX45-4515" fmla="*/ 343143 w 2470232"/>
                <a:gd name="connsiteY45-4516" fmla="*/ 530708 h 4892818"/>
                <a:gd name="connsiteX46-4517" fmla="*/ 147298 w 2470232"/>
                <a:gd name="connsiteY46-4518" fmla="*/ 542954 h 4892818"/>
                <a:gd name="connsiteX0-4519" fmla="*/ 147298 w 2470232"/>
                <a:gd name="connsiteY0-4520" fmla="*/ 542954 h 4892818"/>
                <a:gd name="connsiteX1-4521" fmla="*/ 0 w 2470232"/>
                <a:gd name="connsiteY1-4522" fmla="*/ 796679 h 4892818"/>
                <a:gd name="connsiteX2-4523" fmla="*/ 37323 w 2470232"/>
                <a:gd name="connsiteY2-4524" fmla="*/ 973960 h 4892818"/>
                <a:gd name="connsiteX3-4525" fmla="*/ 251927 w 2470232"/>
                <a:gd name="connsiteY3-4526" fmla="*/ 1720409 h 4892818"/>
                <a:gd name="connsiteX4-4527" fmla="*/ 671804 w 2470232"/>
                <a:gd name="connsiteY4-4528" fmla="*/ 1552458 h 4892818"/>
                <a:gd name="connsiteX5-4529" fmla="*/ 961053 w 2470232"/>
                <a:gd name="connsiteY5-4530" fmla="*/ 1720409 h 4892818"/>
                <a:gd name="connsiteX6-4531" fmla="*/ 989045 w 2470232"/>
                <a:gd name="connsiteY6-4532" fmla="*/ 1916352 h 4892818"/>
                <a:gd name="connsiteX7-4533" fmla="*/ 961053 w 2470232"/>
                <a:gd name="connsiteY7-4534" fmla="*/ 2084303 h 4892818"/>
                <a:gd name="connsiteX8-4535" fmla="*/ 513184 w 2470232"/>
                <a:gd name="connsiteY8-4536" fmla="*/ 2886736 h 4892818"/>
                <a:gd name="connsiteX9-4537" fmla="*/ 494523 w 2470232"/>
                <a:gd name="connsiteY9-4538" fmla="*/ 3325275 h 4892818"/>
                <a:gd name="connsiteX10-4539" fmla="*/ 475861 w 2470232"/>
                <a:gd name="connsiteY10-4540" fmla="*/ 4267667 h 4892818"/>
                <a:gd name="connsiteX11-4541" fmla="*/ 401217 w 2470232"/>
                <a:gd name="connsiteY11-4542" fmla="*/ 4771520 h 4892818"/>
                <a:gd name="connsiteX12-4543" fmla="*/ 186613 w 2470232"/>
                <a:gd name="connsiteY12-4544" fmla="*/ 4892818 h 4892818"/>
                <a:gd name="connsiteX13-4545" fmla="*/ 597159 w 2470232"/>
                <a:gd name="connsiteY13-4546" fmla="*/ 4790181 h 4892818"/>
                <a:gd name="connsiteX14-4547" fmla="*/ 849086 w 2470232"/>
                <a:gd name="connsiteY14-4548" fmla="*/ 4463609 h 4892818"/>
                <a:gd name="connsiteX15-4549" fmla="*/ 746449 w 2470232"/>
                <a:gd name="connsiteY15-4550" fmla="*/ 4193022 h 4892818"/>
                <a:gd name="connsiteX16-4551" fmla="*/ 802433 w 2470232"/>
                <a:gd name="connsiteY16-4552" fmla="*/ 3773144 h 4892818"/>
                <a:gd name="connsiteX17-4553" fmla="*/ 877078 w 2470232"/>
                <a:gd name="connsiteY17-4554" fmla="*/ 3101340 h 4892818"/>
                <a:gd name="connsiteX18-4555" fmla="*/ 1343608 w 2470232"/>
                <a:gd name="connsiteY18-4556" fmla="*/ 2681462 h 4892818"/>
                <a:gd name="connsiteX19-4557" fmla="*/ 1502229 w 2470232"/>
                <a:gd name="connsiteY19-4558" fmla="*/ 3446573 h 4892818"/>
                <a:gd name="connsiteX20-4559" fmla="*/ 1175657 w 2470232"/>
                <a:gd name="connsiteY20-4560" fmla="*/ 4174360 h 4892818"/>
                <a:gd name="connsiteX21-4561" fmla="*/ 933061 w 2470232"/>
                <a:gd name="connsiteY21-4562" fmla="*/ 4771520 h 4892818"/>
                <a:gd name="connsiteX22-4563" fmla="*/ 1231641 w 2470232"/>
                <a:gd name="connsiteY22-4564" fmla="*/ 4827503 h 4892818"/>
                <a:gd name="connsiteX23-4565" fmla="*/ 1642188 w 2470232"/>
                <a:gd name="connsiteY23-4566" fmla="*/ 4883487 h 4892818"/>
                <a:gd name="connsiteX24-4567" fmla="*/ 1698172 w 2470232"/>
                <a:gd name="connsiteY24-4568" fmla="*/ 4827503 h 4892818"/>
                <a:gd name="connsiteX25-4569" fmla="*/ 1278294 w 2470232"/>
                <a:gd name="connsiteY25-4570" fmla="*/ 4640891 h 4892818"/>
                <a:gd name="connsiteX26-4571" fmla="*/ 1735494 w 2470232"/>
                <a:gd name="connsiteY26-4572" fmla="*/ 3698499 h 4892818"/>
                <a:gd name="connsiteX27-4573" fmla="*/ 1875453 w 2470232"/>
                <a:gd name="connsiteY27-4574" fmla="*/ 3343936 h 4892818"/>
                <a:gd name="connsiteX28-4575" fmla="*/ 1978090 w 2470232"/>
                <a:gd name="connsiteY28-4576" fmla="*/ 2196271 h 4892818"/>
                <a:gd name="connsiteX29-4577" fmla="*/ 1959429 w 2470232"/>
                <a:gd name="connsiteY29-4578" fmla="*/ 1972336 h 4892818"/>
                <a:gd name="connsiteX30-4579" fmla="*/ 2024743 w 2470232"/>
                <a:gd name="connsiteY30-4580" fmla="*/ 1739071 h 4892818"/>
                <a:gd name="connsiteX31-4581" fmla="*/ 2470232 w 2470232"/>
                <a:gd name="connsiteY31-4582" fmla="*/ 1016045 h 4892818"/>
                <a:gd name="connsiteX32-4583" fmla="*/ 1938581 w 2470232"/>
                <a:gd name="connsiteY32-4584" fmla="*/ 589607 h 4892818"/>
                <a:gd name="connsiteX33-4585" fmla="*/ 1476618 w 2470232"/>
                <a:gd name="connsiteY33-4586" fmla="*/ 444983 h 4892818"/>
                <a:gd name="connsiteX34-4587" fmla="*/ 1272414 w 2470232"/>
                <a:gd name="connsiteY34-4588" fmla="*/ 409167 h 4892818"/>
                <a:gd name="connsiteX35-4589" fmla="*/ 1054359 w 2470232"/>
                <a:gd name="connsiteY35-4590" fmla="*/ 451446 h 4892818"/>
                <a:gd name="connsiteX36-4591" fmla="*/ 1035309 w 2470232"/>
                <a:gd name="connsiteY36-4592" fmla="*/ 263036 h 4892818"/>
                <a:gd name="connsiteX37-4593" fmla="*/ 869400 w 2470232"/>
                <a:gd name="connsiteY37-4594" fmla="*/ 71127 h 4892818"/>
                <a:gd name="connsiteX38-4595" fmla="*/ 597159 w 2470232"/>
                <a:gd name="connsiteY38-4596" fmla="*/ 12907 h 4892818"/>
                <a:gd name="connsiteX39-4597" fmla="*/ 475861 w 2470232"/>
                <a:gd name="connsiteY39-4598" fmla="*/ 516760 h 4892818"/>
                <a:gd name="connsiteX40-4599" fmla="*/ 616015 w 2470232"/>
                <a:gd name="connsiteY40-4600" fmla="*/ 724609 h 4892818"/>
                <a:gd name="connsiteX41-4601" fmla="*/ 319622 w 2470232"/>
                <a:gd name="connsiteY41-4602" fmla="*/ 1088309 h 4892818"/>
                <a:gd name="connsiteX42-4603" fmla="*/ 188994 w 2470232"/>
                <a:gd name="connsiteY42-4604" fmla="*/ 852857 h 4892818"/>
                <a:gd name="connsiteX43-4605" fmla="*/ 275789 w 2470232"/>
                <a:gd name="connsiteY43-4606" fmla="*/ 811890 h 4892818"/>
                <a:gd name="connsiteX44-4607" fmla="*/ 355050 w 2470232"/>
                <a:gd name="connsiteY44-4608" fmla="*/ 730733 h 4892818"/>
                <a:gd name="connsiteX45-4609" fmla="*/ 343143 w 2470232"/>
                <a:gd name="connsiteY45-4610" fmla="*/ 530708 h 4892818"/>
                <a:gd name="connsiteX46-4611" fmla="*/ 147298 w 2470232"/>
                <a:gd name="connsiteY46-4612" fmla="*/ 542954 h 4892818"/>
                <a:gd name="connsiteX0-4613" fmla="*/ 147298 w 2470232"/>
                <a:gd name="connsiteY0-4614" fmla="*/ 542954 h 4892818"/>
                <a:gd name="connsiteX1-4615" fmla="*/ 0 w 2470232"/>
                <a:gd name="connsiteY1-4616" fmla="*/ 796679 h 4892818"/>
                <a:gd name="connsiteX2-4617" fmla="*/ 37323 w 2470232"/>
                <a:gd name="connsiteY2-4618" fmla="*/ 973960 h 4892818"/>
                <a:gd name="connsiteX3-4619" fmla="*/ 251927 w 2470232"/>
                <a:gd name="connsiteY3-4620" fmla="*/ 1720409 h 4892818"/>
                <a:gd name="connsiteX4-4621" fmla="*/ 671804 w 2470232"/>
                <a:gd name="connsiteY4-4622" fmla="*/ 1552458 h 4892818"/>
                <a:gd name="connsiteX5-4623" fmla="*/ 961053 w 2470232"/>
                <a:gd name="connsiteY5-4624" fmla="*/ 1720409 h 4892818"/>
                <a:gd name="connsiteX6-4625" fmla="*/ 989045 w 2470232"/>
                <a:gd name="connsiteY6-4626" fmla="*/ 1916352 h 4892818"/>
                <a:gd name="connsiteX7-4627" fmla="*/ 961053 w 2470232"/>
                <a:gd name="connsiteY7-4628" fmla="*/ 2084303 h 4892818"/>
                <a:gd name="connsiteX8-4629" fmla="*/ 513184 w 2470232"/>
                <a:gd name="connsiteY8-4630" fmla="*/ 2886736 h 4892818"/>
                <a:gd name="connsiteX9-4631" fmla="*/ 494523 w 2470232"/>
                <a:gd name="connsiteY9-4632" fmla="*/ 3325275 h 4892818"/>
                <a:gd name="connsiteX10-4633" fmla="*/ 475861 w 2470232"/>
                <a:gd name="connsiteY10-4634" fmla="*/ 4267667 h 4892818"/>
                <a:gd name="connsiteX11-4635" fmla="*/ 401217 w 2470232"/>
                <a:gd name="connsiteY11-4636" fmla="*/ 4771520 h 4892818"/>
                <a:gd name="connsiteX12-4637" fmla="*/ 186613 w 2470232"/>
                <a:gd name="connsiteY12-4638" fmla="*/ 4892818 h 4892818"/>
                <a:gd name="connsiteX13-4639" fmla="*/ 597159 w 2470232"/>
                <a:gd name="connsiteY13-4640" fmla="*/ 4790181 h 4892818"/>
                <a:gd name="connsiteX14-4641" fmla="*/ 849086 w 2470232"/>
                <a:gd name="connsiteY14-4642" fmla="*/ 4463609 h 4892818"/>
                <a:gd name="connsiteX15-4643" fmla="*/ 746449 w 2470232"/>
                <a:gd name="connsiteY15-4644" fmla="*/ 4193022 h 4892818"/>
                <a:gd name="connsiteX16-4645" fmla="*/ 802433 w 2470232"/>
                <a:gd name="connsiteY16-4646" fmla="*/ 3773144 h 4892818"/>
                <a:gd name="connsiteX17-4647" fmla="*/ 877078 w 2470232"/>
                <a:gd name="connsiteY17-4648" fmla="*/ 3101340 h 4892818"/>
                <a:gd name="connsiteX18-4649" fmla="*/ 1343608 w 2470232"/>
                <a:gd name="connsiteY18-4650" fmla="*/ 2681462 h 4892818"/>
                <a:gd name="connsiteX19-4651" fmla="*/ 1502229 w 2470232"/>
                <a:gd name="connsiteY19-4652" fmla="*/ 3446573 h 4892818"/>
                <a:gd name="connsiteX20-4653" fmla="*/ 1175657 w 2470232"/>
                <a:gd name="connsiteY20-4654" fmla="*/ 4174360 h 4892818"/>
                <a:gd name="connsiteX21-4655" fmla="*/ 933061 w 2470232"/>
                <a:gd name="connsiteY21-4656" fmla="*/ 4771520 h 4892818"/>
                <a:gd name="connsiteX22-4657" fmla="*/ 1231641 w 2470232"/>
                <a:gd name="connsiteY22-4658" fmla="*/ 4827503 h 4892818"/>
                <a:gd name="connsiteX23-4659" fmla="*/ 1642188 w 2470232"/>
                <a:gd name="connsiteY23-4660" fmla="*/ 4883487 h 4892818"/>
                <a:gd name="connsiteX24-4661" fmla="*/ 1698172 w 2470232"/>
                <a:gd name="connsiteY24-4662" fmla="*/ 4827503 h 4892818"/>
                <a:gd name="connsiteX25-4663" fmla="*/ 1278294 w 2470232"/>
                <a:gd name="connsiteY25-4664" fmla="*/ 4640891 h 4892818"/>
                <a:gd name="connsiteX26-4665" fmla="*/ 1735494 w 2470232"/>
                <a:gd name="connsiteY26-4666" fmla="*/ 3698499 h 4892818"/>
                <a:gd name="connsiteX27-4667" fmla="*/ 1875453 w 2470232"/>
                <a:gd name="connsiteY27-4668" fmla="*/ 3343936 h 4892818"/>
                <a:gd name="connsiteX28-4669" fmla="*/ 1978090 w 2470232"/>
                <a:gd name="connsiteY28-4670" fmla="*/ 2196271 h 4892818"/>
                <a:gd name="connsiteX29-4671" fmla="*/ 1959429 w 2470232"/>
                <a:gd name="connsiteY29-4672" fmla="*/ 1972336 h 4892818"/>
                <a:gd name="connsiteX30-4673" fmla="*/ 2024743 w 2470232"/>
                <a:gd name="connsiteY30-4674" fmla="*/ 1739071 h 4892818"/>
                <a:gd name="connsiteX31-4675" fmla="*/ 2470232 w 2470232"/>
                <a:gd name="connsiteY31-4676" fmla="*/ 1016045 h 4892818"/>
                <a:gd name="connsiteX32-4677" fmla="*/ 1938581 w 2470232"/>
                <a:gd name="connsiteY32-4678" fmla="*/ 589607 h 4892818"/>
                <a:gd name="connsiteX33-4679" fmla="*/ 1476618 w 2470232"/>
                <a:gd name="connsiteY33-4680" fmla="*/ 444983 h 4892818"/>
                <a:gd name="connsiteX34-4681" fmla="*/ 1272414 w 2470232"/>
                <a:gd name="connsiteY34-4682" fmla="*/ 409167 h 4892818"/>
                <a:gd name="connsiteX35-4683" fmla="*/ 1054359 w 2470232"/>
                <a:gd name="connsiteY35-4684" fmla="*/ 451446 h 4892818"/>
                <a:gd name="connsiteX36-4685" fmla="*/ 1035309 w 2470232"/>
                <a:gd name="connsiteY36-4686" fmla="*/ 263036 h 4892818"/>
                <a:gd name="connsiteX37-4687" fmla="*/ 869400 w 2470232"/>
                <a:gd name="connsiteY37-4688" fmla="*/ 71127 h 4892818"/>
                <a:gd name="connsiteX38-4689" fmla="*/ 597159 w 2470232"/>
                <a:gd name="connsiteY38-4690" fmla="*/ 12907 h 4892818"/>
                <a:gd name="connsiteX39-4691" fmla="*/ 475861 w 2470232"/>
                <a:gd name="connsiteY39-4692" fmla="*/ 516760 h 4892818"/>
                <a:gd name="connsiteX40-4693" fmla="*/ 616015 w 2470232"/>
                <a:gd name="connsiteY40-4694" fmla="*/ 724609 h 4892818"/>
                <a:gd name="connsiteX41-4695" fmla="*/ 319622 w 2470232"/>
                <a:gd name="connsiteY41-4696" fmla="*/ 1088309 h 4892818"/>
                <a:gd name="connsiteX42-4697" fmla="*/ 188994 w 2470232"/>
                <a:gd name="connsiteY42-4698" fmla="*/ 852857 h 4892818"/>
                <a:gd name="connsiteX43-4699" fmla="*/ 275789 w 2470232"/>
                <a:gd name="connsiteY43-4700" fmla="*/ 811890 h 4892818"/>
                <a:gd name="connsiteX44-4701" fmla="*/ 355050 w 2470232"/>
                <a:gd name="connsiteY44-4702" fmla="*/ 730733 h 4892818"/>
                <a:gd name="connsiteX45-4703" fmla="*/ 343143 w 2470232"/>
                <a:gd name="connsiteY45-4704" fmla="*/ 530708 h 4892818"/>
                <a:gd name="connsiteX46-4705" fmla="*/ 147298 w 2470232"/>
                <a:gd name="connsiteY46-4706" fmla="*/ 542954 h 4892818"/>
                <a:gd name="connsiteX0-4707" fmla="*/ 147298 w 2467851"/>
                <a:gd name="connsiteY0-4708" fmla="*/ 542954 h 4892818"/>
                <a:gd name="connsiteX1-4709" fmla="*/ 0 w 2467851"/>
                <a:gd name="connsiteY1-4710" fmla="*/ 796679 h 4892818"/>
                <a:gd name="connsiteX2-4711" fmla="*/ 37323 w 2467851"/>
                <a:gd name="connsiteY2-4712" fmla="*/ 973960 h 4892818"/>
                <a:gd name="connsiteX3-4713" fmla="*/ 251927 w 2467851"/>
                <a:gd name="connsiteY3-4714" fmla="*/ 1720409 h 4892818"/>
                <a:gd name="connsiteX4-4715" fmla="*/ 671804 w 2467851"/>
                <a:gd name="connsiteY4-4716" fmla="*/ 1552458 h 4892818"/>
                <a:gd name="connsiteX5-4717" fmla="*/ 961053 w 2467851"/>
                <a:gd name="connsiteY5-4718" fmla="*/ 1720409 h 4892818"/>
                <a:gd name="connsiteX6-4719" fmla="*/ 989045 w 2467851"/>
                <a:gd name="connsiteY6-4720" fmla="*/ 1916352 h 4892818"/>
                <a:gd name="connsiteX7-4721" fmla="*/ 961053 w 2467851"/>
                <a:gd name="connsiteY7-4722" fmla="*/ 2084303 h 4892818"/>
                <a:gd name="connsiteX8-4723" fmla="*/ 513184 w 2467851"/>
                <a:gd name="connsiteY8-4724" fmla="*/ 2886736 h 4892818"/>
                <a:gd name="connsiteX9-4725" fmla="*/ 494523 w 2467851"/>
                <a:gd name="connsiteY9-4726" fmla="*/ 3325275 h 4892818"/>
                <a:gd name="connsiteX10-4727" fmla="*/ 475861 w 2467851"/>
                <a:gd name="connsiteY10-4728" fmla="*/ 4267667 h 4892818"/>
                <a:gd name="connsiteX11-4729" fmla="*/ 401217 w 2467851"/>
                <a:gd name="connsiteY11-4730" fmla="*/ 4771520 h 4892818"/>
                <a:gd name="connsiteX12-4731" fmla="*/ 186613 w 2467851"/>
                <a:gd name="connsiteY12-4732" fmla="*/ 4892818 h 4892818"/>
                <a:gd name="connsiteX13-4733" fmla="*/ 597159 w 2467851"/>
                <a:gd name="connsiteY13-4734" fmla="*/ 4790181 h 4892818"/>
                <a:gd name="connsiteX14-4735" fmla="*/ 849086 w 2467851"/>
                <a:gd name="connsiteY14-4736" fmla="*/ 4463609 h 4892818"/>
                <a:gd name="connsiteX15-4737" fmla="*/ 746449 w 2467851"/>
                <a:gd name="connsiteY15-4738" fmla="*/ 4193022 h 4892818"/>
                <a:gd name="connsiteX16-4739" fmla="*/ 802433 w 2467851"/>
                <a:gd name="connsiteY16-4740" fmla="*/ 3773144 h 4892818"/>
                <a:gd name="connsiteX17-4741" fmla="*/ 877078 w 2467851"/>
                <a:gd name="connsiteY17-4742" fmla="*/ 3101340 h 4892818"/>
                <a:gd name="connsiteX18-4743" fmla="*/ 1343608 w 2467851"/>
                <a:gd name="connsiteY18-4744" fmla="*/ 2681462 h 4892818"/>
                <a:gd name="connsiteX19-4745" fmla="*/ 1502229 w 2467851"/>
                <a:gd name="connsiteY19-4746" fmla="*/ 3446573 h 4892818"/>
                <a:gd name="connsiteX20-4747" fmla="*/ 1175657 w 2467851"/>
                <a:gd name="connsiteY20-4748" fmla="*/ 4174360 h 4892818"/>
                <a:gd name="connsiteX21-4749" fmla="*/ 933061 w 2467851"/>
                <a:gd name="connsiteY21-4750" fmla="*/ 4771520 h 4892818"/>
                <a:gd name="connsiteX22-4751" fmla="*/ 1231641 w 2467851"/>
                <a:gd name="connsiteY22-4752" fmla="*/ 4827503 h 4892818"/>
                <a:gd name="connsiteX23-4753" fmla="*/ 1642188 w 2467851"/>
                <a:gd name="connsiteY23-4754" fmla="*/ 4883487 h 4892818"/>
                <a:gd name="connsiteX24-4755" fmla="*/ 1698172 w 2467851"/>
                <a:gd name="connsiteY24-4756" fmla="*/ 4827503 h 4892818"/>
                <a:gd name="connsiteX25-4757" fmla="*/ 1278294 w 2467851"/>
                <a:gd name="connsiteY25-4758" fmla="*/ 4640891 h 4892818"/>
                <a:gd name="connsiteX26-4759" fmla="*/ 1735494 w 2467851"/>
                <a:gd name="connsiteY26-4760" fmla="*/ 3698499 h 4892818"/>
                <a:gd name="connsiteX27-4761" fmla="*/ 1875453 w 2467851"/>
                <a:gd name="connsiteY27-4762" fmla="*/ 3343936 h 4892818"/>
                <a:gd name="connsiteX28-4763" fmla="*/ 1978090 w 2467851"/>
                <a:gd name="connsiteY28-4764" fmla="*/ 2196271 h 4892818"/>
                <a:gd name="connsiteX29-4765" fmla="*/ 1959429 w 2467851"/>
                <a:gd name="connsiteY29-4766" fmla="*/ 1972336 h 4892818"/>
                <a:gd name="connsiteX30-4767" fmla="*/ 2024743 w 2467851"/>
                <a:gd name="connsiteY30-4768" fmla="*/ 1739071 h 4892818"/>
                <a:gd name="connsiteX31-4769" fmla="*/ 2467851 w 2467851"/>
                <a:gd name="connsiteY31-4770" fmla="*/ 1025570 h 4892818"/>
                <a:gd name="connsiteX32-4771" fmla="*/ 1938581 w 2467851"/>
                <a:gd name="connsiteY32-4772" fmla="*/ 589607 h 4892818"/>
                <a:gd name="connsiteX33-4773" fmla="*/ 1476618 w 2467851"/>
                <a:gd name="connsiteY33-4774" fmla="*/ 444983 h 4892818"/>
                <a:gd name="connsiteX34-4775" fmla="*/ 1272414 w 2467851"/>
                <a:gd name="connsiteY34-4776" fmla="*/ 409167 h 4892818"/>
                <a:gd name="connsiteX35-4777" fmla="*/ 1054359 w 2467851"/>
                <a:gd name="connsiteY35-4778" fmla="*/ 451446 h 4892818"/>
                <a:gd name="connsiteX36-4779" fmla="*/ 1035309 w 2467851"/>
                <a:gd name="connsiteY36-4780" fmla="*/ 263036 h 4892818"/>
                <a:gd name="connsiteX37-4781" fmla="*/ 869400 w 2467851"/>
                <a:gd name="connsiteY37-4782" fmla="*/ 71127 h 4892818"/>
                <a:gd name="connsiteX38-4783" fmla="*/ 597159 w 2467851"/>
                <a:gd name="connsiteY38-4784" fmla="*/ 12907 h 4892818"/>
                <a:gd name="connsiteX39-4785" fmla="*/ 475861 w 2467851"/>
                <a:gd name="connsiteY39-4786" fmla="*/ 516760 h 4892818"/>
                <a:gd name="connsiteX40-4787" fmla="*/ 616015 w 2467851"/>
                <a:gd name="connsiteY40-4788" fmla="*/ 724609 h 4892818"/>
                <a:gd name="connsiteX41-4789" fmla="*/ 319622 w 2467851"/>
                <a:gd name="connsiteY41-4790" fmla="*/ 1088309 h 4892818"/>
                <a:gd name="connsiteX42-4791" fmla="*/ 188994 w 2467851"/>
                <a:gd name="connsiteY42-4792" fmla="*/ 852857 h 4892818"/>
                <a:gd name="connsiteX43-4793" fmla="*/ 275789 w 2467851"/>
                <a:gd name="connsiteY43-4794" fmla="*/ 811890 h 4892818"/>
                <a:gd name="connsiteX44-4795" fmla="*/ 355050 w 2467851"/>
                <a:gd name="connsiteY44-4796" fmla="*/ 730733 h 4892818"/>
                <a:gd name="connsiteX45-4797" fmla="*/ 343143 w 2467851"/>
                <a:gd name="connsiteY45-4798" fmla="*/ 530708 h 4892818"/>
                <a:gd name="connsiteX46-4799" fmla="*/ 147298 w 2467851"/>
                <a:gd name="connsiteY46-4800" fmla="*/ 542954 h 4892818"/>
                <a:gd name="connsiteX0-4801" fmla="*/ 147298 w 2467851"/>
                <a:gd name="connsiteY0-4802" fmla="*/ 542954 h 4892818"/>
                <a:gd name="connsiteX1-4803" fmla="*/ 0 w 2467851"/>
                <a:gd name="connsiteY1-4804" fmla="*/ 796679 h 4892818"/>
                <a:gd name="connsiteX2-4805" fmla="*/ 37323 w 2467851"/>
                <a:gd name="connsiteY2-4806" fmla="*/ 973960 h 4892818"/>
                <a:gd name="connsiteX3-4807" fmla="*/ 251927 w 2467851"/>
                <a:gd name="connsiteY3-4808" fmla="*/ 1720409 h 4892818"/>
                <a:gd name="connsiteX4-4809" fmla="*/ 671804 w 2467851"/>
                <a:gd name="connsiteY4-4810" fmla="*/ 1552458 h 4892818"/>
                <a:gd name="connsiteX5-4811" fmla="*/ 961053 w 2467851"/>
                <a:gd name="connsiteY5-4812" fmla="*/ 1720409 h 4892818"/>
                <a:gd name="connsiteX6-4813" fmla="*/ 989045 w 2467851"/>
                <a:gd name="connsiteY6-4814" fmla="*/ 1916352 h 4892818"/>
                <a:gd name="connsiteX7-4815" fmla="*/ 961053 w 2467851"/>
                <a:gd name="connsiteY7-4816" fmla="*/ 2084303 h 4892818"/>
                <a:gd name="connsiteX8-4817" fmla="*/ 513184 w 2467851"/>
                <a:gd name="connsiteY8-4818" fmla="*/ 2886736 h 4892818"/>
                <a:gd name="connsiteX9-4819" fmla="*/ 494523 w 2467851"/>
                <a:gd name="connsiteY9-4820" fmla="*/ 3325275 h 4892818"/>
                <a:gd name="connsiteX10-4821" fmla="*/ 475861 w 2467851"/>
                <a:gd name="connsiteY10-4822" fmla="*/ 4267667 h 4892818"/>
                <a:gd name="connsiteX11-4823" fmla="*/ 401217 w 2467851"/>
                <a:gd name="connsiteY11-4824" fmla="*/ 4771520 h 4892818"/>
                <a:gd name="connsiteX12-4825" fmla="*/ 186613 w 2467851"/>
                <a:gd name="connsiteY12-4826" fmla="*/ 4892818 h 4892818"/>
                <a:gd name="connsiteX13-4827" fmla="*/ 597159 w 2467851"/>
                <a:gd name="connsiteY13-4828" fmla="*/ 4790181 h 4892818"/>
                <a:gd name="connsiteX14-4829" fmla="*/ 849086 w 2467851"/>
                <a:gd name="connsiteY14-4830" fmla="*/ 4463609 h 4892818"/>
                <a:gd name="connsiteX15-4831" fmla="*/ 746449 w 2467851"/>
                <a:gd name="connsiteY15-4832" fmla="*/ 4193022 h 4892818"/>
                <a:gd name="connsiteX16-4833" fmla="*/ 802433 w 2467851"/>
                <a:gd name="connsiteY16-4834" fmla="*/ 3773144 h 4892818"/>
                <a:gd name="connsiteX17-4835" fmla="*/ 877078 w 2467851"/>
                <a:gd name="connsiteY17-4836" fmla="*/ 3101340 h 4892818"/>
                <a:gd name="connsiteX18-4837" fmla="*/ 1343608 w 2467851"/>
                <a:gd name="connsiteY18-4838" fmla="*/ 2681462 h 4892818"/>
                <a:gd name="connsiteX19-4839" fmla="*/ 1502229 w 2467851"/>
                <a:gd name="connsiteY19-4840" fmla="*/ 3446573 h 4892818"/>
                <a:gd name="connsiteX20-4841" fmla="*/ 1175657 w 2467851"/>
                <a:gd name="connsiteY20-4842" fmla="*/ 4174360 h 4892818"/>
                <a:gd name="connsiteX21-4843" fmla="*/ 933061 w 2467851"/>
                <a:gd name="connsiteY21-4844" fmla="*/ 4771520 h 4892818"/>
                <a:gd name="connsiteX22-4845" fmla="*/ 1231641 w 2467851"/>
                <a:gd name="connsiteY22-4846" fmla="*/ 4827503 h 4892818"/>
                <a:gd name="connsiteX23-4847" fmla="*/ 1642188 w 2467851"/>
                <a:gd name="connsiteY23-4848" fmla="*/ 4883487 h 4892818"/>
                <a:gd name="connsiteX24-4849" fmla="*/ 1698172 w 2467851"/>
                <a:gd name="connsiteY24-4850" fmla="*/ 4827503 h 4892818"/>
                <a:gd name="connsiteX25-4851" fmla="*/ 1278294 w 2467851"/>
                <a:gd name="connsiteY25-4852" fmla="*/ 4640891 h 4892818"/>
                <a:gd name="connsiteX26-4853" fmla="*/ 1735494 w 2467851"/>
                <a:gd name="connsiteY26-4854" fmla="*/ 3698499 h 4892818"/>
                <a:gd name="connsiteX27-4855" fmla="*/ 1875453 w 2467851"/>
                <a:gd name="connsiteY27-4856" fmla="*/ 3343936 h 4892818"/>
                <a:gd name="connsiteX28-4857" fmla="*/ 1978090 w 2467851"/>
                <a:gd name="connsiteY28-4858" fmla="*/ 2196271 h 4892818"/>
                <a:gd name="connsiteX29-4859" fmla="*/ 1959429 w 2467851"/>
                <a:gd name="connsiteY29-4860" fmla="*/ 1972336 h 4892818"/>
                <a:gd name="connsiteX30-4861" fmla="*/ 2024743 w 2467851"/>
                <a:gd name="connsiteY30-4862" fmla="*/ 1739071 h 4892818"/>
                <a:gd name="connsiteX31-4863" fmla="*/ 2467851 w 2467851"/>
                <a:gd name="connsiteY31-4864" fmla="*/ 1025570 h 4892818"/>
                <a:gd name="connsiteX32-4865" fmla="*/ 1938581 w 2467851"/>
                <a:gd name="connsiteY32-4866" fmla="*/ 589607 h 4892818"/>
                <a:gd name="connsiteX33-4867" fmla="*/ 1476618 w 2467851"/>
                <a:gd name="connsiteY33-4868" fmla="*/ 444983 h 4892818"/>
                <a:gd name="connsiteX34-4869" fmla="*/ 1272414 w 2467851"/>
                <a:gd name="connsiteY34-4870" fmla="*/ 409167 h 4892818"/>
                <a:gd name="connsiteX35-4871" fmla="*/ 1054359 w 2467851"/>
                <a:gd name="connsiteY35-4872" fmla="*/ 451446 h 4892818"/>
                <a:gd name="connsiteX36-4873" fmla="*/ 1035309 w 2467851"/>
                <a:gd name="connsiteY36-4874" fmla="*/ 263036 h 4892818"/>
                <a:gd name="connsiteX37-4875" fmla="*/ 869400 w 2467851"/>
                <a:gd name="connsiteY37-4876" fmla="*/ 71127 h 4892818"/>
                <a:gd name="connsiteX38-4877" fmla="*/ 597159 w 2467851"/>
                <a:gd name="connsiteY38-4878" fmla="*/ 12907 h 4892818"/>
                <a:gd name="connsiteX39-4879" fmla="*/ 475861 w 2467851"/>
                <a:gd name="connsiteY39-4880" fmla="*/ 516760 h 4892818"/>
                <a:gd name="connsiteX40-4881" fmla="*/ 616015 w 2467851"/>
                <a:gd name="connsiteY40-4882" fmla="*/ 724609 h 4892818"/>
                <a:gd name="connsiteX41-4883" fmla="*/ 319622 w 2467851"/>
                <a:gd name="connsiteY41-4884" fmla="*/ 1088309 h 4892818"/>
                <a:gd name="connsiteX42-4885" fmla="*/ 188994 w 2467851"/>
                <a:gd name="connsiteY42-4886" fmla="*/ 852857 h 4892818"/>
                <a:gd name="connsiteX43-4887" fmla="*/ 275789 w 2467851"/>
                <a:gd name="connsiteY43-4888" fmla="*/ 811890 h 4892818"/>
                <a:gd name="connsiteX44-4889" fmla="*/ 355050 w 2467851"/>
                <a:gd name="connsiteY44-4890" fmla="*/ 730733 h 4892818"/>
                <a:gd name="connsiteX45-4891" fmla="*/ 343143 w 2467851"/>
                <a:gd name="connsiteY45-4892" fmla="*/ 530708 h 4892818"/>
                <a:gd name="connsiteX46-4893" fmla="*/ 147298 w 2467851"/>
                <a:gd name="connsiteY46-4894" fmla="*/ 542954 h 4892818"/>
                <a:gd name="connsiteX0-4895" fmla="*/ 147388 w 2467941"/>
                <a:gd name="connsiteY0-4896" fmla="*/ 542954 h 4892818"/>
                <a:gd name="connsiteX1-4897" fmla="*/ 90 w 2467941"/>
                <a:gd name="connsiteY1-4898" fmla="*/ 796679 h 4892818"/>
                <a:gd name="connsiteX2-4899" fmla="*/ 37413 w 2467941"/>
                <a:gd name="connsiteY2-4900" fmla="*/ 973960 h 4892818"/>
                <a:gd name="connsiteX3-4901" fmla="*/ 252017 w 2467941"/>
                <a:gd name="connsiteY3-4902" fmla="*/ 1720409 h 4892818"/>
                <a:gd name="connsiteX4-4903" fmla="*/ 671894 w 2467941"/>
                <a:gd name="connsiteY4-4904" fmla="*/ 1552458 h 4892818"/>
                <a:gd name="connsiteX5-4905" fmla="*/ 961143 w 2467941"/>
                <a:gd name="connsiteY5-4906" fmla="*/ 1720409 h 4892818"/>
                <a:gd name="connsiteX6-4907" fmla="*/ 989135 w 2467941"/>
                <a:gd name="connsiteY6-4908" fmla="*/ 1916352 h 4892818"/>
                <a:gd name="connsiteX7-4909" fmla="*/ 961143 w 2467941"/>
                <a:gd name="connsiteY7-4910" fmla="*/ 2084303 h 4892818"/>
                <a:gd name="connsiteX8-4911" fmla="*/ 513274 w 2467941"/>
                <a:gd name="connsiteY8-4912" fmla="*/ 2886736 h 4892818"/>
                <a:gd name="connsiteX9-4913" fmla="*/ 494613 w 2467941"/>
                <a:gd name="connsiteY9-4914" fmla="*/ 3325275 h 4892818"/>
                <a:gd name="connsiteX10-4915" fmla="*/ 475951 w 2467941"/>
                <a:gd name="connsiteY10-4916" fmla="*/ 4267667 h 4892818"/>
                <a:gd name="connsiteX11-4917" fmla="*/ 401307 w 2467941"/>
                <a:gd name="connsiteY11-4918" fmla="*/ 4771520 h 4892818"/>
                <a:gd name="connsiteX12-4919" fmla="*/ 186703 w 2467941"/>
                <a:gd name="connsiteY12-4920" fmla="*/ 4892818 h 4892818"/>
                <a:gd name="connsiteX13-4921" fmla="*/ 597249 w 2467941"/>
                <a:gd name="connsiteY13-4922" fmla="*/ 4790181 h 4892818"/>
                <a:gd name="connsiteX14-4923" fmla="*/ 849176 w 2467941"/>
                <a:gd name="connsiteY14-4924" fmla="*/ 4463609 h 4892818"/>
                <a:gd name="connsiteX15-4925" fmla="*/ 746539 w 2467941"/>
                <a:gd name="connsiteY15-4926" fmla="*/ 4193022 h 4892818"/>
                <a:gd name="connsiteX16-4927" fmla="*/ 802523 w 2467941"/>
                <a:gd name="connsiteY16-4928" fmla="*/ 3773144 h 4892818"/>
                <a:gd name="connsiteX17-4929" fmla="*/ 877168 w 2467941"/>
                <a:gd name="connsiteY17-4930" fmla="*/ 3101340 h 4892818"/>
                <a:gd name="connsiteX18-4931" fmla="*/ 1343698 w 2467941"/>
                <a:gd name="connsiteY18-4932" fmla="*/ 2681462 h 4892818"/>
                <a:gd name="connsiteX19-4933" fmla="*/ 1502319 w 2467941"/>
                <a:gd name="connsiteY19-4934" fmla="*/ 3446573 h 4892818"/>
                <a:gd name="connsiteX20-4935" fmla="*/ 1175747 w 2467941"/>
                <a:gd name="connsiteY20-4936" fmla="*/ 4174360 h 4892818"/>
                <a:gd name="connsiteX21-4937" fmla="*/ 933151 w 2467941"/>
                <a:gd name="connsiteY21-4938" fmla="*/ 4771520 h 4892818"/>
                <a:gd name="connsiteX22-4939" fmla="*/ 1231731 w 2467941"/>
                <a:gd name="connsiteY22-4940" fmla="*/ 4827503 h 4892818"/>
                <a:gd name="connsiteX23-4941" fmla="*/ 1642278 w 2467941"/>
                <a:gd name="connsiteY23-4942" fmla="*/ 4883487 h 4892818"/>
                <a:gd name="connsiteX24-4943" fmla="*/ 1698262 w 2467941"/>
                <a:gd name="connsiteY24-4944" fmla="*/ 4827503 h 4892818"/>
                <a:gd name="connsiteX25-4945" fmla="*/ 1278384 w 2467941"/>
                <a:gd name="connsiteY25-4946" fmla="*/ 4640891 h 4892818"/>
                <a:gd name="connsiteX26-4947" fmla="*/ 1735584 w 2467941"/>
                <a:gd name="connsiteY26-4948" fmla="*/ 3698499 h 4892818"/>
                <a:gd name="connsiteX27-4949" fmla="*/ 1875543 w 2467941"/>
                <a:gd name="connsiteY27-4950" fmla="*/ 3343936 h 4892818"/>
                <a:gd name="connsiteX28-4951" fmla="*/ 1978180 w 2467941"/>
                <a:gd name="connsiteY28-4952" fmla="*/ 2196271 h 4892818"/>
                <a:gd name="connsiteX29-4953" fmla="*/ 1959519 w 2467941"/>
                <a:gd name="connsiteY29-4954" fmla="*/ 1972336 h 4892818"/>
                <a:gd name="connsiteX30-4955" fmla="*/ 2024833 w 2467941"/>
                <a:gd name="connsiteY30-4956" fmla="*/ 1739071 h 4892818"/>
                <a:gd name="connsiteX31-4957" fmla="*/ 2467941 w 2467941"/>
                <a:gd name="connsiteY31-4958" fmla="*/ 1025570 h 4892818"/>
                <a:gd name="connsiteX32-4959" fmla="*/ 1938671 w 2467941"/>
                <a:gd name="connsiteY32-4960" fmla="*/ 589607 h 4892818"/>
                <a:gd name="connsiteX33-4961" fmla="*/ 1476708 w 2467941"/>
                <a:gd name="connsiteY33-4962" fmla="*/ 444983 h 4892818"/>
                <a:gd name="connsiteX34-4963" fmla="*/ 1272504 w 2467941"/>
                <a:gd name="connsiteY34-4964" fmla="*/ 409167 h 4892818"/>
                <a:gd name="connsiteX35-4965" fmla="*/ 1054449 w 2467941"/>
                <a:gd name="connsiteY35-4966" fmla="*/ 451446 h 4892818"/>
                <a:gd name="connsiteX36-4967" fmla="*/ 1035399 w 2467941"/>
                <a:gd name="connsiteY36-4968" fmla="*/ 263036 h 4892818"/>
                <a:gd name="connsiteX37-4969" fmla="*/ 869490 w 2467941"/>
                <a:gd name="connsiteY37-4970" fmla="*/ 71127 h 4892818"/>
                <a:gd name="connsiteX38-4971" fmla="*/ 597249 w 2467941"/>
                <a:gd name="connsiteY38-4972" fmla="*/ 12907 h 4892818"/>
                <a:gd name="connsiteX39-4973" fmla="*/ 475951 w 2467941"/>
                <a:gd name="connsiteY39-4974" fmla="*/ 516760 h 4892818"/>
                <a:gd name="connsiteX40-4975" fmla="*/ 616105 w 2467941"/>
                <a:gd name="connsiteY40-4976" fmla="*/ 724609 h 4892818"/>
                <a:gd name="connsiteX41-4977" fmla="*/ 319712 w 2467941"/>
                <a:gd name="connsiteY41-4978" fmla="*/ 1088309 h 4892818"/>
                <a:gd name="connsiteX42-4979" fmla="*/ 189084 w 2467941"/>
                <a:gd name="connsiteY42-4980" fmla="*/ 852857 h 4892818"/>
                <a:gd name="connsiteX43-4981" fmla="*/ 275879 w 2467941"/>
                <a:gd name="connsiteY43-4982" fmla="*/ 811890 h 4892818"/>
                <a:gd name="connsiteX44-4983" fmla="*/ 355140 w 2467941"/>
                <a:gd name="connsiteY44-4984" fmla="*/ 730733 h 4892818"/>
                <a:gd name="connsiteX45-4985" fmla="*/ 343233 w 2467941"/>
                <a:gd name="connsiteY45-4986" fmla="*/ 530708 h 4892818"/>
                <a:gd name="connsiteX46-4987" fmla="*/ 147388 w 2467941"/>
                <a:gd name="connsiteY46-4988" fmla="*/ 542954 h 4892818"/>
                <a:gd name="connsiteX0-4989" fmla="*/ 147388 w 2467941"/>
                <a:gd name="connsiteY0-4990" fmla="*/ 542954 h 4892818"/>
                <a:gd name="connsiteX1-4991" fmla="*/ 90 w 2467941"/>
                <a:gd name="connsiteY1-4992" fmla="*/ 796679 h 4892818"/>
                <a:gd name="connsiteX2-4993" fmla="*/ 37413 w 2467941"/>
                <a:gd name="connsiteY2-4994" fmla="*/ 973960 h 4892818"/>
                <a:gd name="connsiteX3-4995" fmla="*/ 266304 w 2467941"/>
                <a:gd name="connsiteY3-4996" fmla="*/ 1713265 h 4892818"/>
                <a:gd name="connsiteX4-4997" fmla="*/ 671894 w 2467941"/>
                <a:gd name="connsiteY4-4998" fmla="*/ 1552458 h 4892818"/>
                <a:gd name="connsiteX5-4999" fmla="*/ 961143 w 2467941"/>
                <a:gd name="connsiteY5-5000" fmla="*/ 1720409 h 4892818"/>
                <a:gd name="connsiteX6-5001" fmla="*/ 989135 w 2467941"/>
                <a:gd name="connsiteY6-5002" fmla="*/ 1916352 h 4892818"/>
                <a:gd name="connsiteX7-5003" fmla="*/ 961143 w 2467941"/>
                <a:gd name="connsiteY7-5004" fmla="*/ 2084303 h 4892818"/>
                <a:gd name="connsiteX8-5005" fmla="*/ 513274 w 2467941"/>
                <a:gd name="connsiteY8-5006" fmla="*/ 2886736 h 4892818"/>
                <a:gd name="connsiteX9-5007" fmla="*/ 494613 w 2467941"/>
                <a:gd name="connsiteY9-5008" fmla="*/ 3325275 h 4892818"/>
                <a:gd name="connsiteX10-5009" fmla="*/ 475951 w 2467941"/>
                <a:gd name="connsiteY10-5010" fmla="*/ 4267667 h 4892818"/>
                <a:gd name="connsiteX11-5011" fmla="*/ 401307 w 2467941"/>
                <a:gd name="connsiteY11-5012" fmla="*/ 4771520 h 4892818"/>
                <a:gd name="connsiteX12-5013" fmla="*/ 186703 w 2467941"/>
                <a:gd name="connsiteY12-5014" fmla="*/ 4892818 h 4892818"/>
                <a:gd name="connsiteX13-5015" fmla="*/ 597249 w 2467941"/>
                <a:gd name="connsiteY13-5016" fmla="*/ 4790181 h 4892818"/>
                <a:gd name="connsiteX14-5017" fmla="*/ 849176 w 2467941"/>
                <a:gd name="connsiteY14-5018" fmla="*/ 4463609 h 4892818"/>
                <a:gd name="connsiteX15-5019" fmla="*/ 746539 w 2467941"/>
                <a:gd name="connsiteY15-5020" fmla="*/ 4193022 h 4892818"/>
                <a:gd name="connsiteX16-5021" fmla="*/ 802523 w 2467941"/>
                <a:gd name="connsiteY16-5022" fmla="*/ 3773144 h 4892818"/>
                <a:gd name="connsiteX17-5023" fmla="*/ 877168 w 2467941"/>
                <a:gd name="connsiteY17-5024" fmla="*/ 3101340 h 4892818"/>
                <a:gd name="connsiteX18-5025" fmla="*/ 1343698 w 2467941"/>
                <a:gd name="connsiteY18-5026" fmla="*/ 2681462 h 4892818"/>
                <a:gd name="connsiteX19-5027" fmla="*/ 1502319 w 2467941"/>
                <a:gd name="connsiteY19-5028" fmla="*/ 3446573 h 4892818"/>
                <a:gd name="connsiteX20-5029" fmla="*/ 1175747 w 2467941"/>
                <a:gd name="connsiteY20-5030" fmla="*/ 4174360 h 4892818"/>
                <a:gd name="connsiteX21-5031" fmla="*/ 933151 w 2467941"/>
                <a:gd name="connsiteY21-5032" fmla="*/ 4771520 h 4892818"/>
                <a:gd name="connsiteX22-5033" fmla="*/ 1231731 w 2467941"/>
                <a:gd name="connsiteY22-5034" fmla="*/ 4827503 h 4892818"/>
                <a:gd name="connsiteX23-5035" fmla="*/ 1642278 w 2467941"/>
                <a:gd name="connsiteY23-5036" fmla="*/ 4883487 h 4892818"/>
                <a:gd name="connsiteX24-5037" fmla="*/ 1698262 w 2467941"/>
                <a:gd name="connsiteY24-5038" fmla="*/ 4827503 h 4892818"/>
                <a:gd name="connsiteX25-5039" fmla="*/ 1278384 w 2467941"/>
                <a:gd name="connsiteY25-5040" fmla="*/ 4640891 h 4892818"/>
                <a:gd name="connsiteX26-5041" fmla="*/ 1735584 w 2467941"/>
                <a:gd name="connsiteY26-5042" fmla="*/ 3698499 h 4892818"/>
                <a:gd name="connsiteX27-5043" fmla="*/ 1875543 w 2467941"/>
                <a:gd name="connsiteY27-5044" fmla="*/ 3343936 h 4892818"/>
                <a:gd name="connsiteX28-5045" fmla="*/ 1978180 w 2467941"/>
                <a:gd name="connsiteY28-5046" fmla="*/ 2196271 h 4892818"/>
                <a:gd name="connsiteX29-5047" fmla="*/ 1959519 w 2467941"/>
                <a:gd name="connsiteY29-5048" fmla="*/ 1972336 h 4892818"/>
                <a:gd name="connsiteX30-5049" fmla="*/ 2024833 w 2467941"/>
                <a:gd name="connsiteY30-5050" fmla="*/ 1739071 h 4892818"/>
                <a:gd name="connsiteX31-5051" fmla="*/ 2467941 w 2467941"/>
                <a:gd name="connsiteY31-5052" fmla="*/ 1025570 h 4892818"/>
                <a:gd name="connsiteX32-5053" fmla="*/ 1938671 w 2467941"/>
                <a:gd name="connsiteY32-5054" fmla="*/ 589607 h 4892818"/>
                <a:gd name="connsiteX33-5055" fmla="*/ 1476708 w 2467941"/>
                <a:gd name="connsiteY33-5056" fmla="*/ 444983 h 4892818"/>
                <a:gd name="connsiteX34-5057" fmla="*/ 1272504 w 2467941"/>
                <a:gd name="connsiteY34-5058" fmla="*/ 409167 h 4892818"/>
                <a:gd name="connsiteX35-5059" fmla="*/ 1054449 w 2467941"/>
                <a:gd name="connsiteY35-5060" fmla="*/ 451446 h 4892818"/>
                <a:gd name="connsiteX36-5061" fmla="*/ 1035399 w 2467941"/>
                <a:gd name="connsiteY36-5062" fmla="*/ 263036 h 4892818"/>
                <a:gd name="connsiteX37-5063" fmla="*/ 869490 w 2467941"/>
                <a:gd name="connsiteY37-5064" fmla="*/ 71127 h 4892818"/>
                <a:gd name="connsiteX38-5065" fmla="*/ 597249 w 2467941"/>
                <a:gd name="connsiteY38-5066" fmla="*/ 12907 h 4892818"/>
                <a:gd name="connsiteX39-5067" fmla="*/ 475951 w 2467941"/>
                <a:gd name="connsiteY39-5068" fmla="*/ 516760 h 4892818"/>
                <a:gd name="connsiteX40-5069" fmla="*/ 616105 w 2467941"/>
                <a:gd name="connsiteY40-5070" fmla="*/ 724609 h 4892818"/>
                <a:gd name="connsiteX41-5071" fmla="*/ 319712 w 2467941"/>
                <a:gd name="connsiteY41-5072" fmla="*/ 1088309 h 4892818"/>
                <a:gd name="connsiteX42-5073" fmla="*/ 189084 w 2467941"/>
                <a:gd name="connsiteY42-5074" fmla="*/ 852857 h 4892818"/>
                <a:gd name="connsiteX43-5075" fmla="*/ 275879 w 2467941"/>
                <a:gd name="connsiteY43-5076" fmla="*/ 811890 h 4892818"/>
                <a:gd name="connsiteX44-5077" fmla="*/ 355140 w 2467941"/>
                <a:gd name="connsiteY44-5078" fmla="*/ 730733 h 4892818"/>
                <a:gd name="connsiteX45-5079" fmla="*/ 343233 w 2467941"/>
                <a:gd name="connsiteY45-5080" fmla="*/ 530708 h 4892818"/>
                <a:gd name="connsiteX46-5081" fmla="*/ 147388 w 2467941"/>
                <a:gd name="connsiteY46-5082" fmla="*/ 542954 h 4892818"/>
                <a:gd name="connsiteX0-5083" fmla="*/ 147388 w 2467941"/>
                <a:gd name="connsiteY0-5084" fmla="*/ 542954 h 4892818"/>
                <a:gd name="connsiteX1-5085" fmla="*/ 90 w 2467941"/>
                <a:gd name="connsiteY1-5086" fmla="*/ 796679 h 4892818"/>
                <a:gd name="connsiteX2-5087" fmla="*/ 37413 w 2467941"/>
                <a:gd name="connsiteY2-5088" fmla="*/ 973960 h 4892818"/>
                <a:gd name="connsiteX3-5089" fmla="*/ 266304 w 2467941"/>
                <a:gd name="connsiteY3-5090" fmla="*/ 1713265 h 4892818"/>
                <a:gd name="connsiteX4-5091" fmla="*/ 671894 w 2467941"/>
                <a:gd name="connsiteY4-5092" fmla="*/ 1552458 h 4892818"/>
                <a:gd name="connsiteX5-5093" fmla="*/ 961143 w 2467941"/>
                <a:gd name="connsiteY5-5094" fmla="*/ 1720409 h 4892818"/>
                <a:gd name="connsiteX6-5095" fmla="*/ 989135 w 2467941"/>
                <a:gd name="connsiteY6-5096" fmla="*/ 1916352 h 4892818"/>
                <a:gd name="connsiteX7-5097" fmla="*/ 961143 w 2467941"/>
                <a:gd name="connsiteY7-5098" fmla="*/ 2084303 h 4892818"/>
                <a:gd name="connsiteX8-5099" fmla="*/ 513274 w 2467941"/>
                <a:gd name="connsiteY8-5100" fmla="*/ 2886736 h 4892818"/>
                <a:gd name="connsiteX9-5101" fmla="*/ 494613 w 2467941"/>
                <a:gd name="connsiteY9-5102" fmla="*/ 3325275 h 4892818"/>
                <a:gd name="connsiteX10-5103" fmla="*/ 475951 w 2467941"/>
                <a:gd name="connsiteY10-5104" fmla="*/ 4267667 h 4892818"/>
                <a:gd name="connsiteX11-5105" fmla="*/ 401307 w 2467941"/>
                <a:gd name="connsiteY11-5106" fmla="*/ 4771520 h 4892818"/>
                <a:gd name="connsiteX12-5107" fmla="*/ 186703 w 2467941"/>
                <a:gd name="connsiteY12-5108" fmla="*/ 4892818 h 4892818"/>
                <a:gd name="connsiteX13-5109" fmla="*/ 597249 w 2467941"/>
                <a:gd name="connsiteY13-5110" fmla="*/ 4790181 h 4892818"/>
                <a:gd name="connsiteX14-5111" fmla="*/ 849176 w 2467941"/>
                <a:gd name="connsiteY14-5112" fmla="*/ 4463609 h 4892818"/>
                <a:gd name="connsiteX15-5113" fmla="*/ 746539 w 2467941"/>
                <a:gd name="connsiteY15-5114" fmla="*/ 4193022 h 4892818"/>
                <a:gd name="connsiteX16-5115" fmla="*/ 802523 w 2467941"/>
                <a:gd name="connsiteY16-5116" fmla="*/ 3773144 h 4892818"/>
                <a:gd name="connsiteX17-5117" fmla="*/ 877168 w 2467941"/>
                <a:gd name="connsiteY17-5118" fmla="*/ 3101340 h 4892818"/>
                <a:gd name="connsiteX18-5119" fmla="*/ 1343698 w 2467941"/>
                <a:gd name="connsiteY18-5120" fmla="*/ 2681462 h 4892818"/>
                <a:gd name="connsiteX19-5121" fmla="*/ 1502319 w 2467941"/>
                <a:gd name="connsiteY19-5122" fmla="*/ 3446573 h 4892818"/>
                <a:gd name="connsiteX20-5123" fmla="*/ 1175747 w 2467941"/>
                <a:gd name="connsiteY20-5124" fmla="*/ 4174360 h 4892818"/>
                <a:gd name="connsiteX21-5125" fmla="*/ 933151 w 2467941"/>
                <a:gd name="connsiteY21-5126" fmla="*/ 4771520 h 4892818"/>
                <a:gd name="connsiteX22-5127" fmla="*/ 1231731 w 2467941"/>
                <a:gd name="connsiteY22-5128" fmla="*/ 4827503 h 4892818"/>
                <a:gd name="connsiteX23-5129" fmla="*/ 1642278 w 2467941"/>
                <a:gd name="connsiteY23-5130" fmla="*/ 4883487 h 4892818"/>
                <a:gd name="connsiteX24-5131" fmla="*/ 1698262 w 2467941"/>
                <a:gd name="connsiteY24-5132" fmla="*/ 4827503 h 4892818"/>
                <a:gd name="connsiteX25-5133" fmla="*/ 1278384 w 2467941"/>
                <a:gd name="connsiteY25-5134" fmla="*/ 4640891 h 4892818"/>
                <a:gd name="connsiteX26-5135" fmla="*/ 1735584 w 2467941"/>
                <a:gd name="connsiteY26-5136" fmla="*/ 3698499 h 4892818"/>
                <a:gd name="connsiteX27-5137" fmla="*/ 1875543 w 2467941"/>
                <a:gd name="connsiteY27-5138" fmla="*/ 3343936 h 4892818"/>
                <a:gd name="connsiteX28-5139" fmla="*/ 1978180 w 2467941"/>
                <a:gd name="connsiteY28-5140" fmla="*/ 2196271 h 4892818"/>
                <a:gd name="connsiteX29-5141" fmla="*/ 1959519 w 2467941"/>
                <a:gd name="connsiteY29-5142" fmla="*/ 1972336 h 4892818"/>
                <a:gd name="connsiteX30-5143" fmla="*/ 2024833 w 2467941"/>
                <a:gd name="connsiteY30-5144" fmla="*/ 1739071 h 4892818"/>
                <a:gd name="connsiteX31-5145" fmla="*/ 2467941 w 2467941"/>
                <a:gd name="connsiteY31-5146" fmla="*/ 1025570 h 4892818"/>
                <a:gd name="connsiteX32-5147" fmla="*/ 1938671 w 2467941"/>
                <a:gd name="connsiteY32-5148" fmla="*/ 589607 h 4892818"/>
                <a:gd name="connsiteX33-5149" fmla="*/ 1476708 w 2467941"/>
                <a:gd name="connsiteY33-5150" fmla="*/ 444983 h 4892818"/>
                <a:gd name="connsiteX34-5151" fmla="*/ 1272504 w 2467941"/>
                <a:gd name="connsiteY34-5152" fmla="*/ 409167 h 4892818"/>
                <a:gd name="connsiteX35-5153" fmla="*/ 1054449 w 2467941"/>
                <a:gd name="connsiteY35-5154" fmla="*/ 451446 h 4892818"/>
                <a:gd name="connsiteX36-5155" fmla="*/ 1035399 w 2467941"/>
                <a:gd name="connsiteY36-5156" fmla="*/ 263036 h 4892818"/>
                <a:gd name="connsiteX37-5157" fmla="*/ 869490 w 2467941"/>
                <a:gd name="connsiteY37-5158" fmla="*/ 71127 h 4892818"/>
                <a:gd name="connsiteX38-5159" fmla="*/ 597249 w 2467941"/>
                <a:gd name="connsiteY38-5160" fmla="*/ 12907 h 4892818"/>
                <a:gd name="connsiteX39-5161" fmla="*/ 475951 w 2467941"/>
                <a:gd name="connsiteY39-5162" fmla="*/ 516760 h 4892818"/>
                <a:gd name="connsiteX40-5163" fmla="*/ 616105 w 2467941"/>
                <a:gd name="connsiteY40-5164" fmla="*/ 724609 h 4892818"/>
                <a:gd name="connsiteX41-5165" fmla="*/ 319712 w 2467941"/>
                <a:gd name="connsiteY41-5166" fmla="*/ 1088309 h 4892818"/>
                <a:gd name="connsiteX42-5167" fmla="*/ 189084 w 2467941"/>
                <a:gd name="connsiteY42-5168" fmla="*/ 852857 h 4892818"/>
                <a:gd name="connsiteX43-5169" fmla="*/ 275879 w 2467941"/>
                <a:gd name="connsiteY43-5170" fmla="*/ 811890 h 4892818"/>
                <a:gd name="connsiteX44-5171" fmla="*/ 355140 w 2467941"/>
                <a:gd name="connsiteY44-5172" fmla="*/ 730733 h 4892818"/>
                <a:gd name="connsiteX45-5173" fmla="*/ 343233 w 2467941"/>
                <a:gd name="connsiteY45-5174" fmla="*/ 530708 h 4892818"/>
                <a:gd name="connsiteX46-5175" fmla="*/ 147388 w 2467941"/>
                <a:gd name="connsiteY46-5176" fmla="*/ 542954 h 4892818"/>
                <a:gd name="connsiteX0-5177" fmla="*/ 147388 w 2467941"/>
                <a:gd name="connsiteY0-5178" fmla="*/ 542954 h 4892818"/>
                <a:gd name="connsiteX1-5179" fmla="*/ 90 w 2467941"/>
                <a:gd name="connsiteY1-5180" fmla="*/ 796679 h 4892818"/>
                <a:gd name="connsiteX2-5181" fmla="*/ 37413 w 2467941"/>
                <a:gd name="connsiteY2-5182" fmla="*/ 973960 h 4892818"/>
                <a:gd name="connsiteX3-5183" fmla="*/ 266304 w 2467941"/>
                <a:gd name="connsiteY3-5184" fmla="*/ 1713265 h 4892818"/>
                <a:gd name="connsiteX4-5185" fmla="*/ 671894 w 2467941"/>
                <a:gd name="connsiteY4-5186" fmla="*/ 1552458 h 4892818"/>
                <a:gd name="connsiteX5-5187" fmla="*/ 961143 w 2467941"/>
                <a:gd name="connsiteY5-5188" fmla="*/ 1720409 h 4892818"/>
                <a:gd name="connsiteX6-5189" fmla="*/ 989135 w 2467941"/>
                <a:gd name="connsiteY6-5190" fmla="*/ 1916352 h 4892818"/>
                <a:gd name="connsiteX7-5191" fmla="*/ 961143 w 2467941"/>
                <a:gd name="connsiteY7-5192" fmla="*/ 2084303 h 4892818"/>
                <a:gd name="connsiteX8-5193" fmla="*/ 513274 w 2467941"/>
                <a:gd name="connsiteY8-5194" fmla="*/ 2886736 h 4892818"/>
                <a:gd name="connsiteX9-5195" fmla="*/ 494613 w 2467941"/>
                <a:gd name="connsiteY9-5196" fmla="*/ 3325275 h 4892818"/>
                <a:gd name="connsiteX10-5197" fmla="*/ 475951 w 2467941"/>
                <a:gd name="connsiteY10-5198" fmla="*/ 4267667 h 4892818"/>
                <a:gd name="connsiteX11-5199" fmla="*/ 401307 w 2467941"/>
                <a:gd name="connsiteY11-5200" fmla="*/ 4771520 h 4892818"/>
                <a:gd name="connsiteX12-5201" fmla="*/ 186703 w 2467941"/>
                <a:gd name="connsiteY12-5202" fmla="*/ 4892818 h 4892818"/>
                <a:gd name="connsiteX13-5203" fmla="*/ 597249 w 2467941"/>
                <a:gd name="connsiteY13-5204" fmla="*/ 4790181 h 4892818"/>
                <a:gd name="connsiteX14-5205" fmla="*/ 849176 w 2467941"/>
                <a:gd name="connsiteY14-5206" fmla="*/ 4463609 h 4892818"/>
                <a:gd name="connsiteX15-5207" fmla="*/ 746539 w 2467941"/>
                <a:gd name="connsiteY15-5208" fmla="*/ 4193022 h 4892818"/>
                <a:gd name="connsiteX16-5209" fmla="*/ 802523 w 2467941"/>
                <a:gd name="connsiteY16-5210" fmla="*/ 3773144 h 4892818"/>
                <a:gd name="connsiteX17-5211" fmla="*/ 877168 w 2467941"/>
                <a:gd name="connsiteY17-5212" fmla="*/ 3101340 h 4892818"/>
                <a:gd name="connsiteX18-5213" fmla="*/ 1343698 w 2467941"/>
                <a:gd name="connsiteY18-5214" fmla="*/ 2681462 h 4892818"/>
                <a:gd name="connsiteX19-5215" fmla="*/ 1502319 w 2467941"/>
                <a:gd name="connsiteY19-5216" fmla="*/ 3446573 h 4892818"/>
                <a:gd name="connsiteX20-5217" fmla="*/ 1175747 w 2467941"/>
                <a:gd name="connsiteY20-5218" fmla="*/ 4174360 h 4892818"/>
                <a:gd name="connsiteX21-5219" fmla="*/ 933151 w 2467941"/>
                <a:gd name="connsiteY21-5220" fmla="*/ 4771520 h 4892818"/>
                <a:gd name="connsiteX22-5221" fmla="*/ 1231731 w 2467941"/>
                <a:gd name="connsiteY22-5222" fmla="*/ 4827503 h 4892818"/>
                <a:gd name="connsiteX23-5223" fmla="*/ 1642278 w 2467941"/>
                <a:gd name="connsiteY23-5224" fmla="*/ 4883487 h 4892818"/>
                <a:gd name="connsiteX24-5225" fmla="*/ 1698262 w 2467941"/>
                <a:gd name="connsiteY24-5226" fmla="*/ 4827503 h 4892818"/>
                <a:gd name="connsiteX25-5227" fmla="*/ 1278384 w 2467941"/>
                <a:gd name="connsiteY25-5228" fmla="*/ 4640891 h 4892818"/>
                <a:gd name="connsiteX26-5229" fmla="*/ 1735584 w 2467941"/>
                <a:gd name="connsiteY26-5230" fmla="*/ 3698499 h 4892818"/>
                <a:gd name="connsiteX27-5231" fmla="*/ 1875543 w 2467941"/>
                <a:gd name="connsiteY27-5232" fmla="*/ 3343936 h 4892818"/>
                <a:gd name="connsiteX28-5233" fmla="*/ 1978180 w 2467941"/>
                <a:gd name="connsiteY28-5234" fmla="*/ 2196271 h 4892818"/>
                <a:gd name="connsiteX29-5235" fmla="*/ 1959519 w 2467941"/>
                <a:gd name="connsiteY29-5236" fmla="*/ 1972336 h 4892818"/>
                <a:gd name="connsiteX30-5237" fmla="*/ 2024833 w 2467941"/>
                <a:gd name="connsiteY30-5238" fmla="*/ 1739071 h 4892818"/>
                <a:gd name="connsiteX31-5239" fmla="*/ 2467941 w 2467941"/>
                <a:gd name="connsiteY31-5240" fmla="*/ 1025570 h 4892818"/>
                <a:gd name="connsiteX32-5241" fmla="*/ 1938671 w 2467941"/>
                <a:gd name="connsiteY32-5242" fmla="*/ 589607 h 4892818"/>
                <a:gd name="connsiteX33-5243" fmla="*/ 1476708 w 2467941"/>
                <a:gd name="connsiteY33-5244" fmla="*/ 444983 h 4892818"/>
                <a:gd name="connsiteX34-5245" fmla="*/ 1272504 w 2467941"/>
                <a:gd name="connsiteY34-5246" fmla="*/ 409167 h 4892818"/>
                <a:gd name="connsiteX35-5247" fmla="*/ 1054449 w 2467941"/>
                <a:gd name="connsiteY35-5248" fmla="*/ 451446 h 4892818"/>
                <a:gd name="connsiteX36-5249" fmla="*/ 1035399 w 2467941"/>
                <a:gd name="connsiteY36-5250" fmla="*/ 263036 h 4892818"/>
                <a:gd name="connsiteX37-5251" fmla="*/ 869490 w 2467941"/>
                <a:gd name="connsiteY37-5252" fmla="*/ 71127 h 4892818"/>
                <a:gd name="connsiteX38-5253" fmla="*/ 597249 w 2467941"/>
                <a:gd name="connsiteY38-5254" fmla="*/ 12907 h 4892818"/>
                <a:gd name="connsiteX39-5255" fmla="*/ 475951 w 2467941"/>
                <a:gd name="connsiteY39-5256" fmla="*/ 516760 h 4892818"/>
                <a:gd name="connsiteX40-5257" fmla="*/ 616105 w 2467941"/>
                <a:gd name="connsiteY40-5258" fmla="*/ 724609 h 4892818"/>
                <a:gd name="connsiteX41-5259" fmla="*/ 319712 w 2467941"/>
                <a:gd name="connsiteY41-5260" fmla="*/ 1088309 h 4892818"/>
                <a:gd name="connsiteX42-5261" fmla="*/ 189084 w 2467941"/>
                <a:gd name="connsiteY42-5262" fmla="*/ 852857 h 4892818"/>
                <a:gd name="connsiteX43-5263" fmla="*/ 275879 w 2467941"/>
                <a:gd name="connsiteY43-5264" fmla="*/ 811890 h 4892818"/>
                <a:gd name="connsiteX44-5265" fmla="*/ 355140 w 2467941"/>
                <a:gd name="connsiteY44-5266" fmla="*/ 730733 h 4892818"/>
                <a:gd name="connsiteX45-5267" fmla="*/ 343233 w 2467941"/>
                <a:gd name="connsiteY45-5268" fmla="*/ 530708 h 4892818"/>
                <a:gd name="connsiteX46-5269" fmla="*/ 147388 w 2467941"/>
                <a:gd name="connsiteY46-5270" fmla="*/ 542954 h 4892818"/>
                <a:gd name="connsiteX0-5271" fmla="*/ 147388 w 2467941"/>
                <a:gd name="connsiteY0-5272" fmla="*/ 542954 h 4892818"/>
                <a:gd name="connsiteX1-5273" fmla="*/ 90 w 2467941"/>
                <a:gd name="connsiteY1-5274" fmla="*/ 796679 h 4892818"/>
                <a:gd name="connsiteX2-5275" fmla="*/ 37413 w 2467941"/>
                <a:gd name="connsiteY2-5276" fmla="*/ 973960 h 4892818"/>
                <a:gd name="connsiteX3-5277" fmla="*/ 266304 w 2467941"/>
                <a:gd name="connsiteY3-5278" fmla="*/ 1713265 h 4892818"/>
                <a:gd name="connsiteX4-5279" fmla="*/ 671894 w 2467941"/>
                <a:gd name="connsiteY4-5280" fmla="*/ 1552458 h 4892818"/>
                <a:gd name="connsiteX5-5281" fmla="*/ 961143 w 2467941"/>
                <a:gd name="connsiteY5-5282" fmla="*/ 1720409 h 4892818"/>
                <a:gd name="connsiteX6-5283" fmla="*/ 989135 w 2467941"/>
                <a:gd name="connsiteY6-5284" fmla="*/ 1916352 h 4892818"/>
                <a:gd name="connsiteX7-5285" fmla="*/ 961143 w 2467941"/>
                <a:gd name="connsiteY7-5286" fmla="*/ 2084303 h 4892818"/>
                <a:gd name="connsiteX8-5287" fmla="*/ 513274 w 2467941"/>
                <a:gd name="connsiteY8-5288" fmla="*/ 2886736 h 4892818"/>
                <a:gd name="connsiteX9-5289" fmla="*/ 494613 w 2467941"/>
                <a:gd name="connsiteY9-5290" fmla="*/ 3325275 h 4892818"/>
                <a:gd name="connsiteX10-5291" fmla="*/ 475951 w 2467941"/>
                <a:gd name="connsiteY10-5292" fmla="*/ 4267667 h 4892818"/>
                <a:gd name="connsiteX11-5293" fmla="*/ 401307 w 2467941"/>
                <a:gd name="connsiteY11-5294" fmla="*/ 4771520 h 4892818"/>
                <a:gd name="connsiteX12-5295" fmla="*/ 186703 w 2467941"/>
                <a:gd name="connsiteY12-5296" fmla="*/ 4892818 h 4892818"/>
                <a:gd name="connsiteX13-5297" fmla="*/ 597249 w 2467941"/>
                <a:gd name="connsiteY13-5298" fmla="*/ 4790181 h 4892818"/>
                <a:gd name="connsiteX14-5299" fmla="*/ 849176 w 2467941"/>
                <a:gd name="connsiteY14-5300" fmla="*/ 4463609 h 4892818"/>
                <a:gd name="connsiteX15-5301" fmla="*/ 746539 w 2467941"/>
                <a:gd name="connsiteY15-5302" fmla="*/ 4193022 h 4892818"/>
                <a:gd name="connsiteX16-5303" fmla="*/ 802523 w 2467941"/>
                <a:gd name="connsiteY16-5304" fmla="*/ 3773144 h 4892818"/>
                <a:gd name="connsiteX17-5305" fmla="*/ 877168 w 2467941"/>
                <a:gd name="connsiteY17-5306" fmla="*/ 3101340 h 4892818"/>
                <a:gd name="connsiteX18-5307" fmla="*/ 1343698 w 2467941"/>
                <a:gd name="connsiteY18-5308" fmla="*/ 2681462 h 4892818"/>
                <a:gd name="connsiteX19-5309" fmla="*/ 1502319 w 2467941"/>
                <a:gd name="connsiteY19-5310" fmla="*/ 3446573 h 4892818"/>
                <a:gd name="connsiteX20-5311" fmla="*/ 1175747 w 2467941"/>
                <a:gd name="connsiteY20-5312" fmla="*/ 4174360 h 4892818"/>
                <a:gd name="connsiteX21-5313" fmla="*/ 933151 w 2467941"/>
                <a:gd name="connsiteY21-5314" fmla="*/ 4771520 h 4892818"/>
                <a:gd name="connsiteX22-5315" fmla="*/ 1231731 w 2467941"/>
                <a:gd name="connsiteY22-5316" fmla="*/ 4827503 h 4892818"/>
                <a:gd name="connsiteX23-5317" fmla="*/ 1642278 w 2467941"/>
                <a:gd name="connsiteY23-5318" fmla="*/ 4883487 h 4892818"/>
                <a:gd name="connsiteX24-5319" fmla="*/ 1698262 w 2467941"/>
                <a:gd name="connsiteY24-5320" fmla="*/ 4827503 h 4892818"/>
                <a:gd name="connsiteX25-5321" fmla="*/ 1278384 w 2467941"/>
                <a:gd name="connsiteY25-5322" fmla="*/ 4640891 h 4892818"/>
                <a:gd name="connsiteX26-5323" fmla="*/ 1735584 w 2467941"/>
                <a:gd name="connsiteY26-5324" fmla="*/ 3698499 h 4892818"/>
                <a:gd name="connsiteX27-5325" fmla="*/ 1875543 w 2467941"/>
                <a:gd name="connsiteY27-5326" fmla="*/ 3343936 h 4892818"/>
                <a:gd name="connsiteX28-5327" fmla="*/ 1978180 w 2467941"/>
                <a:gd name="connsiteY28-5328" fmla="*/ 2196271 h 4892818"/>
                <a:gd name="connsiteX29-5329" fmla="*/ 1959519 w 2467941"/>
                <a:gd name="connsiteY29-5330" fmla="*/ 1972336 h 4892818"/>
                <a:gd name="connsiteX30-5331" fmla="*/ 2024833 w 2467941"/>
                <a:gd name="connsiteY30-5332" fmla="*/ 1739071 h 4892818"/>
                <a:gd name="connsiteX31-5333" fmla="*/ 2467941 w 2467941"/>
                <a:gd name="connsiteY31-5334" fmla="*/ 1025570 h 4892818"/>
                <a:gd name="connsiteX32-5335" fmla="*/ 1938671 w 2467941"/>
                <a:gd name="connsiteY32-5336" fmla="*/ 589607 h 4892818"/>
                <a:gd name="connsiteX33-5337" fmla="*/ 1476708 w 2467941"/>
                <a:gd name="connsiteY33-5338" fmla="*/ 444983 h 4892818"/>
                <a:gd name="connsiteX34-5339" fmla="*/ 1272504 w 2467941"/>
                <a:gd name="connsiteY34-5340" fmla="*/ 409167 h 4892818"/>
                <a:gd name="connsiteX35-5341" fmla="*/ 1054449 w 2467941"/>
                <a:gd name="connsiteY35-5342" fmla="*/ 451446 h 4892818"/>
                <a:gd name="connsiteX36-5343" fmla="*/ 1035399 w 2467941"/>
                <a:gd name="connsiteY36-5344" fmla="*/ 263036 h 4892818"/>
                <a:gd name="connsiteX37-5345" fmla="*/ 869490 w 2467941"/>
                <a:gd name="connsiteY37-5346" fmla="*/ 71127 h 4892818"/>
                <a:gd name="connsiteX38-5347" fmla="*/ 597249 w 2467941"/>
                <a:gd name="connsiteY38-5348" fmla="*/ 12907 h 4892818"/>
                <a:gd name="connsiteX39-5349" fmla="*/ 475951 w 2467941"/>
                <a:gd name="connsiteY39-5350" fmla="*/ 516760 h 4892818"/>
                <a:gd name="connsiteX40-5351" fmla="*/ 616105 w 2467941"/>
                <a:gd name="connsiteY40-5352" fmla="*/ 724609 h 4892818"/>
                <a:gd name="connsiteX41-5353" fmla="*/ 319712 w 2467941"/>
                <a:gd name="connsiteY41-5354" fmla="*/ 1088309 h 4892818"/>
                <a:gd name="connsiteX42-5355" fmla="*/ 189084 w 2467941"/>
                <a:gd name="connsiteY42-5356" fmla="*/ 852857 h 4892818"/>
                <a:gd name="connsiteX43-5357" fmla="*/ 275879 w 2467941"/>
                <a:gd name="connsiteY43-5358" fmla="*/ 811890 h 4892818"/>
                <a:gd name="connsiteX44-5359" fmla="*/ 355140 w 2467941"/>
                <a:gd name="connsiteY44-5360" fmla="*/ 730733 h 4892818"/>
                <a:gd name="connsiteX45-5361" fmla="*/ 343233 w 2467941"/>
                <a:gd name="connsiteY45-5362" fmla="*/ 530708 h 4892818"/>
                <a:gd name="connsiteX46-5363" fmla="*/ 147388 w 2467941"/>
                <a:gd name="connsiteY46-5364" fmla="*/ 542954 h 4892818"/>
                <a:gd name="connsiteX0-5365" fmla="*/ 147388 w 2467941"/>
                <a:gd name="connsiteY0-5366" fmla="*/ 542954 h 4892818"/>
                <a:gd name="connsiteX1-5367" fmla="*/ 90 w 2467941"/>
                <a:gd name="connsiteY1-5368" fmla="*/ 796679 h 4892818"/>
                <a:gd name="connsiteX2-5369" fmla="*/ 37413 w 2467941"/>
                <a:gd name="connsiteY2-5370" fmla="*/ 973960 h 4892818"/>
                <a:gd name="connsiteX3-5371" fmla="*/ 266304 w 2467941"/>
                <a:gd name="connsiteY3-5372" fmla="*/ 1713265 h 4892818"/>
                <a:gd name="connsiteX4-5373" fmla="*/ 671894 w 2467941"/>
                <a:gd name="connsiteY4-5374" fmla="*/ 1552458 h 4892818"/>
                <a:gd name="connsiteX5-5375" fmla="*/ 961143 w 2467941"/>
                <a:gd name="connsiteY5-5376" fmla="*/ 1720409 h 4892818"/>
                <a:gd name="connsiteX6-5377" fmla="*/ 989135 w 2467941"/>
                <a:gd name="connsiteY6-5378" fmla="*/ 1916352 h 4892818"/>
                <a:gd name="connsiteX7-5379" fmla="*/ 961143 w 2467941"/>
                <a:gd name="connsiteY7-5380" fmla="*/ 2084303 h 4892818"/>
                <a:gd name="connsiteX8-5381" fmla="*/ 513274 w 2467941"/>
                <a:gd name="connsiteY8-5382" fmla="*/ 2886736 h 4892818"/>
                <a:gd name="connsiteX9-5383" fmla="*/ 494613 w 2467941"/>
                <a:gd name="connsiteY9-5384" fmla="*/ 3325275 h 4892818"/>
                <a:gd name="connsiteX10-5385" fmla="*/ 475951 w 2467941"/>
                <a:gd name="connsiteY10-5386" fmla="*/ 4267667 h 4892818"/>
                <a:gd name="connsiteX11-5387" fmla="*/ 401307 w 2467941"/>
                <a:gd name="connsiteY11-5388" fmla="*/ 4771520 h 4892818"/>
                <a:gd name="connsiteX12-5389" fmla="*/ 186703 w 2467941"/>
                <a:gd name="connsiteY12-5390" fmla="*/ 4892818 h 4892818"/>
                <a:gd name="connsiteX13-5391" fmla="*/ 597249 w 2467941"/>
                <a:gd name="connsiteY13-5392" fmla="*/ 4790181 h 4892818"/>
                <a:gd name="connsiteX14-5393" fmla="*/ 849176 w 2467941"/>
                <a:gd name="connsiteY14-5394" fmla="*/ 4463609 h 4892818"/>
                <a:gd name="connsiteX15-5395" fmla="*/ 746539 w 2467941"/>
                <a:gd name="connsiteY15-5396" fmla="*/ 4193022 h 4892818"/>
                <a:gd name="connsiteX16-5397" fmla="*/ 802523 w 2467941"/>
                <a:gd name="connsiteY16-5398" fmla="*/ 3773144 h 4892818"/>
                <a:gd name="connsiteX17-5399" fmla="*/ 877168 w 2467941"/>
                <a:gd name="connsiteY17-5400" fmla="*/ 3101340 h 4892818"/>
                <a:gd name="connsiteX18-5401" fmla="*/ 1343698 w 2467941"/>
                <a:gd name="connsiteY18-5402" fmla="*/ 2681462 h 4892818"/>
                <a:gd name="connsiteX19-5403" fmla="*/ 1502319 w 2467941"/>
                <a:gd name="connsiteY19-5404" fmla="*/ 3446573 h 4892818"/>
                <a:gd name="connsiteX20-5405" fmla="*/ 1175747 w 2467941"/>
                <a:gd name="connsiteY20-5406" fmla="*/ 4174360 h 4892818"/>
                <a:gd name="connsiteX21-5407" fmla="*/ 933151 w 2467941"/>
                <a:gd name="connsiteY21-5408" fmla="*/ 4771520 h 4892818"/>
                <a:gd name="connsiteX22-5409" fmla="*/ 1231731 w 2467941"/>
                <a:gd name="connsiteY22-5410" fmla="*/ 4827503 h 4892818"/>
                <a:gd name="connsiteX23-5411" fmla="*/ 1642278 w 2467941"/>
                <a:gd name="connsiteY23-5412" fmla="*/ 4883487 h 4892818"/>
                <a:gd name="connsiteX24-5413" fmla="*/ 1698262 w 2467941"/>
                <a:gd name="connsiteY24-5414" fmla="*/ 4827503 h 4892818"/>
                <a:gd name="connsiteX25-5415" fmla="*/ 1278384 w 2467941"/>
                <a:gd name="connsiteY25-5416" fmla="*/ 4640891 h 4892818"/>
                <a:gd name="connsiteX26-5417" fmla="*/ 1735584 w 2467941"/>
                <a:gd name="connsiteY26-5418" fmla="*/ 3698499 h 4892818"/>
                <a:gd name="connsiteX27-5419" fmla="*/ 1875543 w 2467941"/>
                <a:gd name="connsiteY27-5420" fmla="*/ 3343936 h 4892818"/>
                <a:gd name="connsiteX28-5421" fmla="*/ 1978180 w 2467941"/>
                <a:gd name="connsiteY28-5422" fmla="*/ 2196271 h 4892818"/>
                <a:gd name="connsiteX29-5423" fmla="*/ 1959519 w 2467941"/>
                <a:gd name="connsiteY29-5424" fmla="*/ 1972336 h 4892818"/>
                <a:gd name="connsiteX30-5425" fmla="*/ 2024833 w 2467941"/>
                <a:gd name="connsiteY30-5426" fmla="*/ 1739071 h 4892818"/>
                <a:gd name="connsiteX31-5427" fmla="*/ 2467941 w 2467941"/>
                <a:gd name="connsiteY31-5428" fmla="*/ 1025570 h 4892818"/>
                <a:gd name="connsiteX32-5429" fmla="*/ 1938671 w 2467941"/>
                <a:gd name="connsiteY32-5430" fmla="*/ 589607 h 4892818"/>
                <a:gd name="connsiteX33-5431" fmla="*/ 1476708 w 2467941"/>
                <a:gd name="connsiteY33-5432" fmla="*/ 444983 h 4892818"/>
                <a:gd name="connsiteX34-5433" fmla="*/ 1272504 w 2467941"/>
                <a:gd name="connsiteY34-5434" fmla="*/ 409167 h 4892818"/>
                <a:gd name="connsiteX35-5435" fmla="*/ 1054449 w 2467941"/>
                <a:gd name="connsiteY35-5436" fmla="*/ 451446 h 4892818"/>
                <a:gd name="connsiteX36-5437" fmla="*/ 1035399 w 2467941"/>
                <a:gd name="connsiteY36-5438" fmla="*/ 263036 h 4892818"/>
                <a:gd name="connsiteX37-5439" fmla="*/ 869490 w 2467941"/>
                <a:gd name="connsiteY37-5440" fmla="*/ 71127 h 4892818"/>
                <a:gd name="connsiteX38-5441" fmla="*/ 597249 w 2467941"/>
                <a:gd name="connsiteY38-5442" fmla="*/ 12907 h 4892818"/>
                <a:gd name="connsiteX39-5443" fmla="*/ 475951 w 2467941"/>
                <a:gd name="connsiteY39-5444" fmla="*/ 516760 h 4892818"/>
                <a:gd name="connsiteX40-5445" fmla="*/ 616105 w 2467941"/>
                <a:gd name="connsiteY40-5446" fmla="*/ 724609 h 4892818"/>
                <a:gd name="connsiteX41-5447" fmla="*/ 319712 w 2467941"/>
                <a:gd name="connsiteY41-5448" fmla="*/ 1088309 h 4892818"/>
                <a:gd name="connsiteX42-5449" fmla="*/ 189084 w 2467941"/>
                <a:gd name="connsiteY42-5450" fmla="*/ 852857 h 4892818"/>
                <a:gd name="connsiteX43-5451" fmla="*/ 275879 w 2467941"/>
                <a:gd name="connsiteY43-5452" fmla="*/ 811890 h 4892818"/>
                <a:gd name="connsiteX44-5453" fmla="*/ 355140 w 2467941"/>
                <a:gd name="connsiteY44-5454" fmla="*/ 730733 h 4892818"/>
                <a:gd name="connsiteX45-5455" fmla="*/ 343233 w 2467941"/>
                <a:gd name="connsiteY45-5456" fmla="*/ 530708 h 4892818"/>
                <a:gd name="connsiteX46-5457" fmla="*/ 147388 w 2467941"/>
                <a:gd name="connsiteY46-5458" fmla="*/ 542954 h 4892818"/>
                <a:gd name="connsiteX0-5459" fmla="*/ 147388 w 2467941"/>
                <a:gd name="connsiteY0-5460" fmla="*/ 542954 h 4892818"/>
                <a:gd name="connsiteX1-5461" fmla="*/ 90 w 2467941"/>
                <a:gd name="connsiteY1-5462" fmla="*/ 796679 h 4892818"/>
                <a:gd name="connsiteX2-5463" fmla="*/ 37413 w 2467941"/>
                <a:gd name="connsiteY2-5464" fmla="*/ 973960 h 4892818"/>
                <a:gd name="connsiteX3-5465" fmla="*/ 266304 w 2467941"/>
                <a:gd name="connsiteY3-5466" fmla="*/ 1713265 h 4892818"/>
                <a:gd name="connsiteX4-5467" fmla="*/ 671894 w 2467941"/>
                <a:gd name="connsiteY4-5468" fmla="*/ 1552458 h 4892818"/>
                <a:gd name="connsiteX5-5469" fmla="*/ 961143 w 2467941"/>
                <a:gd name="connsiteY5-5470" fmla="*/ 1720409 h 4892818"/>
                <a:gd name="connsiteX6-5471" fmla="*/ 989135 w 2467941"/>
                <a:gd name="connsiteY6-5472" fmla="*/ 1916352 h 4892818"/>
                <a:gd name="connsiteX7-5473" fmla="*/ 961143 w 2467941"/>
                <a:gd name="connsiteY7-5474" fmla="*/ 2084303 h 4892818"/>
                <a:gd name="connsiteX8-5475" fmla="*/ 513274 w 2467941"/>
                <a:gd name="connsiteY8-5476" fmla="*/ 2886736 h 4892818"/>
                <a:gd name="connsiteX9-5477" fmla="*/ 494613 w 2467941"/>
                <a:gd name="connsiteY9-5478" fmla="*/ 3325275 h 4892818"/>
                <a:gd name="connsiteX10-5479" fmla="*/ 475951 w 2467941"/>
                <a:gd name="connsiteY10-5480" fmla="*/ 4267667 h 4892818"/>
                <a:gd name="connsiteX11-5481" fmla="*/ 401307 w 2467941"/>
                <a:gd name="connsiteY11-5482" fmla="*/ 4771520 h 4892818"/>
                <a:gd name="connsiteX12-5483" fmla="*/ 186703 w 2467941"/>
                <a:gd name="connsiteY12-5484" fmla="*/ 4892818 h 4892818"/>
                <a:gd name="connsiteX13-5485" fmla="*/ 597249 w 2467941"/>
                <a:gd name="connsiteY13-5486" fmla="*/ 4790181 h 4892818"/>
                <a:gd name="connsiteX14-5487" fmla="*/ 849176 w 2467941"/>
                <a:gd name="connsiteY14-5488" fmla="*/ 4463609 h 4892818"/>
                <a:gd name="connsiteX15-5489" fmla="*/ 746539 w 2467941"/>
                <a:gd name="connsiteY15-5490" fmla="*/ 4193022 h 4892818"/>
                <a:gd name="connsiteX16-5491" fmla="*/ 802523 w 2467941"/>
                <a:gd name="connsiteY16-5492" fmla="*/ 3773144 h 4892818"/>
                <a:gd name="connsiteX17-5493" fmla="*/ 877168 w 2467941"/>
                <a:gd name="connsiteY17-5494" fmla="*/ 3101340 h 4892818"/>
                <a:gd name="connsiteX18-5495" fmla="*/ 1343698 w 2467941"/>
                <a:gd name="connsiteY18-5496" fmla="*/ 2681462 h 4892818"/>
                <a:gd name="connsiteX19-5497" fmla="*/ 1502319 w 2467941"/>
                <a:gd name="connsiteY19-5498" fmla="*/ 3446573 h 4892818"/>
                <a:gd name="connsiteX20-5499" fmla="*/ 1175747 w 2467941"/>
                <a:gd name="connsiteY20-5500" fmla="*/ 4174360 h 4892818"/>
                <a:gd name="connsiteX21-5501" fmla="*/ 933151 w 2467941"/>
                <a:gd name="connsiteY21-5502" fmla="*/ 4771520 h 4892818"/>
                <a:gd name="connsiteX22-5503" fmla="*/ 1231731 w 2467941"/>
                <a:gd name="connsiteY22-5504" fmla="*/ 4827503 h 4892818"/>
                <a:gd name="connsiteX23-5505" fmla="*/ 1642278 w 2467941"/>
                <a:gd name="connsiteY23-5506" fmla="*/ 4883487 h 4892818"/>
                <a:gd name="connsiteX24-5507" fmla="*/ 1698262 w 2467941"/>
                <a:gd name="connsiteY24-5508" fmla="*/ 4827503 h 4892818"/>
                <a:gd name="connsiteX25-5509" fmla="*/ 1278384 w 2467941"/>
                <a:gd name="connsiteY25-5510" fmla="*/ 4640891 h 4892818"/>
                <a:gd name="connsiteX26-5511" fmla="*/ 1735584 w 2467941"/>
                <a:gd name="connsiteY26-5512" fmla="*/ 3698499 h 4892818"/>
                <a:gd name="connsiteX27-5513" fmla="*/ 1875543 w 2467941"/>
                <a:gd name="connsiteY27-5514" fmla="*/ 3343936 h 4892818"/>
                <a:gd name="connsiteX28-5515" fmla="*/ 1978180 w 2467941"/>
                <a:gd name="connsiteY28-5516" fmla="*/ 2196271 h 4892818"/>
                <a:gd name="connsiteX29-5517" fmla="*/ 1959519 w 2467941"/>
                <a:gd name="connsiteY29-5518" fmla="*/ 1972336 h 4892818"/>
                <a:gd name="connsiteX30-5519" fmla="*/ 2024833 w 2467941"/>
                <a:gd name="connsiteY30-5520" fmla="*/ 1739071 h 4892818"/>
                <a:gd name="connsiteX31-5521" fmla="*/ 2467941 w 2467941"/>
                <a:gd name="connsiteY31-5522" fmla="*/ 1025570 h 4892818"/>
                <a:gd name="connsiteX32-5523" fmla="*/ 1938671 w 2467941"/>
                <a:gd name="connsiteY32-5524" fmla="*/ 589607 h 4892818"/>
                <a:gd name="connsiteX33-5525" fmla="*/ 1476708 w 2467941"/>
                <a:gd name="connsiteY33-5526" fmla="*/ 444983 h 4892818"/>
                <a:gd name="connsiteX34-5527" fmla="*/ 1272504 w 2467941"/>
                <a:gd name="connsiteY34-5528" fmla="*/ 409167 h 4892818"/>
                <a:gd name="connsiteX35-5529" fmla="*/ 1054449 w 2467941"/>
                <a:gd name="connsiteY35-5530" fmla="*/ 451446 h 4892818"/>
                <a:gd name="connsiteX36-5531" fmla="*/ 1035399 w 2467941"/>
                <a:gd name="connsiteY36-5532" fmla="*/ 263036 h 4892818"/>
                <a:gd name="connsiteX37-5533" fmla="*/ 869490 w 2467941"/>
                <a:gd name="connsiteY37-5534" fmla="*/ 71127 h 4892818"/>
                <a:gd name="connsiteX38-5535" fmla="*/ 597249 w 2467941"/>
                <a:gd name="connsiteY38-5536" fmla="*/ 12907 h 4892818"/>
                <a:gd name="connsiteX39-5537" fmla="*/ 475951 w 2467941"/>
                <a:gd name="connsiteY39-5538" fmla="*/ 516760 h 4892818"/>
                <a:gd name="connsiteX40-5539" fmla="*/ 616105 w 2467941"/>
                <a:gd name="connsiteY40-5540" fmla="*/ 724609 h 4892818"/>
                <a:gd name="connsiteX41-5541" fmla="*/ 319712 w 2467941"/>
                <a:gd name="connsiteY41-5542" fmla="*/ 1088309 h 4892818"/>
                <a:gd name="connsiteX42-5543" fmla="*/ 189084 w 2467941"/>
                <a:gd name="connsiteY42-5544" fmla="*/ 852857 h 4892818"/>
                <a:gd name="connsiteX43-5545" fmla="*/ 275879 w 2467941"/>
                <a:gd name="connsiteY43-5546" fmla="*/ 811890 h 4892818"/>
                <a:gd name="connsiteX44-5547" fmla="*/ 355140 w 2467941"/>
                <a:gd name="connsiteY44-5548" fmla="*/ 730733 h 4892818"/>
                <a:gd name="connsiteX45-5549" fmla="*/ 343233 w 2467941"/>
                <a:gd name="connsiteY45-5550" fmla="*/ 530708 h 4892818"/>
                <a:gd name="connsiteX46-5551" fmla="*/ 147388 w 2467941"/>
                <a:gd name="connsiteY46-5552" fmla="*/ 542954 h 4892818"/>
                <a:gd name="connsiteX0-5553" fmla="*/ 147388 w 2467941"/>
                <a:gd name="connsiteY0-5554" fmla="*/ 542954 h 4892818"/>
                <a:gd name="connsiteX1-5555" fmla="*/ 90 w 2467941"/>
                <a:gd name="connsiteY1-5556" fmla="*/ 796679 h 4892818"/>
                <a:gd name="connsiteX2-5557" fmla="*/ 37413 w 2467941"/>
                <a:gd name="connsiteY2-5558" fmla="*/ 973960 h 4892818"/>
                <a:gd name="connsiteX3-5559" fmla="*/ 266304 w 2467941"/>
                <a:gd name="connsiteY3-5560" fmla="*/ 1713265 h 4892818"/>
                <a:gd name="connsiteX4-5561" fmla="*/ 671894 w 2467941"/>
                <a:gd name="connsiteY4-5562" fmla="*/ 1552458 h 4892818"/>
                <a:gd name="connsiteX5-5563" fmla="*/ 961143 w 2467941"/>
                <a:gd name="connsiteY5-5564" fmla="*/ 1720409 h 4892818"/>
                <a:gd name="connsiteX6-5565" fmla="*/ 989135 w 2467941"/>
                <a:gd name="connsiteY6-5566" fmla="*/ 1916352 h 4892818"/>
                <a:gd name="connsiteX7-5567" fmla="*/ 961143 w 2467941"/>
                <a:gd name="connsiteY7-5568" fmla="*/ 2084303 h 4892818"/>
                <a:gd name="connsiteX8-5569" fmla="*/ 513274 w 2467941"/>
                <a:gd name="connsiteY8-5570" fmla="*/ 2886736 h 4892818"/>
                <a:gd name="connsiteX9-5571" fmla="*/ 494613 w 2467941"/>
                <a:gd name="connsiteY9-5572" fmla="*/ 3325275 h 4892818"/>
                <a:gd name="connsiteX10-5573" fmla="*/ 475951 w 2467941"/>
                <a:gd name="connsiteY10-5574" fmla="*/ 4267667 h 4892818"/>
                <a:gd name="connsiteX11-5575" fmla="*/ 401307 w 2467941"/>
                <a:gd name="connsiteY11-5576" fmla="*/ 4771520 h 4892818"/>
                <a:gd name="connsiteX12-5577" fmla="*/ 186703 w 2467941"/>
                <a:gd name="connsiteY12-5578" fmla="*/ 4892818 h 4892818"/>
                <a:gd name="connsiteX13-5579" fmla="*/ 597249 w 2467941"/>
                <a:gd name="connsiteY13-5580" fmla="*/ 4790181 h 4892818"/>
                <a:gd name="connsiteX14-5581" fmla="*/ 849176 w 2467941"/>
                <a:gd name="connsiteY14-5582" fmla="*/ 4463609 h 4892818"/>
                <a:gd name="connsiteX15-5583" fmla="*/ 746539 w 2467941"/>
                <a:gd name="connsiteY15-5584" fmla="*/ 4193022 h 4892818"/>
                <a:gd name="connsiteX16-5585" fmla="*/ 802523 w 2467941"/>
                <a:gd name="connsiteY16-5586" fmla="*/ 3773144 h 4892818"/>
                <a:gd name="connsiteX17-5587" fmla="*/ 877168 w 2467941"/>
                <a:gd name="connsiteY17-5588" fmla="*/ 3101340 h 4892818"/>
                <a:gd name="connsiteX18-5589" fmla="*/ 1343698 w 2467941"/>
                <a:gd name="connsiteY18-5590" fmla="*/ 2681462 h 4892818"/>
                <a:gd name="connsiteX19-5591" fmla="*/ 1502319 w 2467941"/>
                <a:gd name="connsiteY19-5592" fmla="*/ 3446573 h 4892818"/>
                <a:gd name="connsiteX20-5593" fmla="*/ 1175747 w 2467941"/>
                <a:gd name="connsiteY20-5594" fmla="*/ 4174360 h 4892818"/>
                <a:gd name="connsiteX21-5595" fmla="*/ 933151 w 2467941"/>
                <a:gd name="connsiteY21-5596" fmla="*/ 4771520 h 4892818"/>
                <a:gd name="connsiteX22-5597" fmla="*/ 1231731 w 2467941"/>
                <a:gd name="connsiteY22-5598" fmla="*/ 4827503 h 4892818"/>
                <a:gd name="connsiteX23-5599" fmla="*/ 1642278 w 2467941"/>
                <a:gd name="connsiteY23-5600" fmla="*/ 4883487 h 4892818"/>
                <a:gd name="connsiteX24-5601" fmla="*/ 1698262 w 2467941"/>
                <a:gd name="connsiteY24-5602" fmla="*/ 4827503 h 4892818"/>
                <a:gd name="connsiteX25-5603" fmla="*/ 1278384 w 2467941"/>
                <a:gd name="connsiteY25-5604" fmla="*/ 4640891 h 4892818"/>
                <a:gd name="connsiteX26-5605" fmla="*/ 1735584 w 2467941"/>
                <a:gd name="connsiteY26-5606" fmla="*/ 3698499 h 4892818"/>
                <a:gd name="connsiteX27-5607" fmla="*/ 1875543 w 2467941"/>
                <a:gd name="connsiteY27-5608" fmla="*/ 3343936 h 4892818"/>
                <a:gd name="connsiteX28-5609" fmla="*/ 1978180 w 2467941"/>
                <a:gd name="connsiteY28-5610" fmla="*/ 2196271 h 4892818"/>
                <a:gd name="connsiteX29-5611" fmla="*/ 1959519 w 2467941"/>
                <a:gd name="connsiteY29-5612" fmla="*/ 1972336 h 4892818"/>
                <a:gd name="connsiteX30-5613" fmla="*/ 2098652 w 2467941"/>
                <a:gd name="connsiteY30-5614" fmla="*/ 1636678 h 4892818"/>
                <a:gd name="connsiteX31-5615" fmla="*/ 2467941 w 2467941"/>
                <a:gd name="connsiteY31-5616" fmla="*/ 1025570 h 4892818"/>
                <a:gd name="connsiteX32-5617" fmla="*/ 1938671 w 2467941"/>
                <a:gd name="connsiteY32-5618" fmla="*/ 589607 h 4892818"/>
                <a:gd name="connsiteX33-5619" fmla="*/ 1476708 w 2467941"/>
                <a:gd name="connsiteY33-5620" fmla="*/ 444983 h 4892818"/>
                <a:gd name="connsiteX34-5621" fmla="*/ 1272504 w 2467941"/>
                <a:gd name="connsiteY34-5622" fmla="*/ 409167 h 4892818"/>
                <a:gd name="connsiteX35-5623" fmla="*/ 1054449 w 2467941"/>
                <a:gd name="connsiteY35-5624" fmla="*/ 451446 h 4892818"/>
                <a:gd name="connsiteX36-5625" fmla="*/ 1035399 w 2467941"/>
                <a:gd name="connsiteY36-5626" fmla="*/ 263036 h 4892818"/>
                <a:gd name="connsiteX37-5627" fmla="*/ 869490 w 2467941"/>
                <a:gd name="connsiteY37-5628" fmla="*/ 71127 h 4892818"/>
                <a:gd name="connsiteX38-5629" fmla="*/ 597249 w 2467941"/>
                <a:gd name="connsiteY38-5630" fmla="*/ 12907 h 4892818"/>
                <a:gd name="connsiteX39-5631" fmla="*/ 475951 w 2467941"/>
                <a:gd name="connsiteY39-5632" fmla="*/ 516760 h 4892818"/>
                <a:gd name="connsiteX40-5633" fmla="*/ 616105 w 2467941"/>
                <a:gd name="connsiteY40-5634" fmla="*/ 724609 h 4892818"/>
                <a:gd name="connsiteX41-5635" fmla="*/ 319712 w 2467941"/>
                <a:gd name="connsiteY41-5636" fmla="*/ 1088309 h 4892818"/>
                <a:gd name="connsiteX42-5637" fmla="*/ 189084 w 2467941"/>
                <a:gd name="connsiteY42-5638" fmla="*/ 852857 h 4892818"/>
                <a:gd name="connsiteX43-5639" fmla="*/ 275879 w 2467941"/>
                <a:gd name="connsiteY43-5640" fmla="*/ 811890 h 4892818"/>
                <a:gd name="connsiteX44-5641" fmla="*/ 355140 w 2467941"/>
                <a:gd name="connsiteY44-5642" fmla="*/ 730733 h 4892818"/>
                <a:gd name="connsiteX45-5643" fmla="*/ 343233 w 2467941"/>
                <a:gd name="connsiteY45-5644" fmla="*/ 530708 h 4892818"/>
                <a:gd name="connsiteX46-5645" fmla="*/ 147388 w 2467941"/>
                <a:gd name="connsiteY46-5646" fmla="*/ 542954 h 4892818"/>
                <a:gd name="connsiteX0-5647" fmla="*/ 147388 w 2467941"/>
                <a:gd name="connsiteY0-5648" fmla="*/ 542954 h 4892818"/>
                <a:gd name="connsiteX1-5649" fmla="*/ 90 w 2467941"/>
                <a:gd name="connsiteY1-5650" fmla="*/ 796679 h 4892818"/>
                <a:gd name="connsiteX2-5651" fmla="*/ 37413 w 2467941"/>
                <a:gd name="connsiteY2-5652" fmla="*/ 973960 h 4892818"/>
                <a:gd name="connsiteX3-5653" fmla="*/ 266304 w 2467941"/>
                <a:gd name="connsiteY3-5654" fmla="*/ 1713265 h 4892818"/>
                <a:gd name="connsiteX4-5655" fmla="*/ 671894 w 2467941"/>
                <a:gd name="connsiteY4-5656" fmla="*/ 1552458 h 4892818"/>
                <a:gd name="connsiteX5-5657" fmla="*/ 961143 w 2467941"/>
                <a:gd name="connsiteY5-5658" fmla="*/ 1720409 h 4892818"/>
                <a:gd name="connsiteX6-5659" fmla="*/ 989135 w 2467941"/>
                <a:gd name="connsiteY6-5660" fmla="*/ 1916352 h 4892818"/>
                <a:gd name="connsiteX7-5661" fmla="*/ 961143 w 2467941"/>
                <a:gd name="connsiteY7-5662" fmla="*/ 2084303 h 4892818"/>
                <a:gd name="connsiteX8-5663" fmla="*/ 513274 w 2467941"/>
                <a:gd name="connsiteY8-5664" fmla="*/ 2886736 h 4892818"/>
                <a:gd name="connsiteX9-5665" fmla="*/ 494613 w 2467941"/>
                <a:gd name="connsiteY9-5666" fmla="*/ 3325275 h 4892818"/>
                <a:gd name="connsiteX10-5667" fmla="*/ 475951 w 2467941"/>
                <a:gd name="connsiteY10-5668" fmla="*/ 4267667 h 4892818"/>
                <a:gd name="connsiteX11-5669" fmla="*/ 401307 w 2467941"/>
                <a:gd name="connsiteY11-5670" fmla="*/ 4771520 h 4892818"/>
                <a:gd name="connsiteX12-5671" fmla="*/ 186703 w 2467941"/>
                <a:gd name="connsiteY12-5672" fmla="*/ 4892818 h 4892818"/>
                <a:gd name="connsiteX13-5673" fmla="*/ 597249 w 2467941"/>
                <a:gd name="connsiteY13-5674" fmla="*/ 4790181 h 4892818"/>
                <a:gd name="connsiteX14-5675" fmla="*/ 849176 w 2467941"/>
                <a:gd name="connsiteY14-5676" fmla="*/ 4463609 h 4892818"/>
                <a:gd name="connsiteX15-5677" fmla="*/ 746539 w 2467941"/>
                <a:gd name="connsiteY15-5678" fmla="*/ 4193022 h 4892818"/>
                <a:gd name="connsiteX16-5679" fmla="*/ 802523 w 2467941"/>
                <a:gd name="connsiteY16-5680" fmla="*/ 3773144 h 4892818"/>
                <a:gd name="connsiteX17-5681" fmla="*/ 877168 w 2467941"/>
                <a:gd name="connsiteY17-5682" fmla="*/ 3101340 h 4892818"/>
                <a:gd name="connsiteX18-5683" fmla="*/ 1343698 w 2467941"/>
                <a:gd name="connsiteY18-5684" fmla="*/ 2681462 h 4892818"/>
                <a:gd name="connsiteX19-5685" fmla="*/ 1502319 w 2467941"/>
                <a:gd name="connsiteY19-5686" fmla="*/ 3446573 h 4892818"/>
                <a:gd name="connsiteX20-5687" fmla="*/ 1175747 w 2467941"/>
                <a:gd name="connsiteY20-5688" fmla="*/ 4174360 h 4892818"/>
                <a:gd name="connsiteX21-5689" fmla="*/ 933151 w 2467941"/>
                <a:gd name="connsiteY21-5690" fmla="*/ 4771520 h 4892818"/>
                <a:gd name="connsiteX22-5691" fmla="*/ 1231731 w 2467941"/>
                <a:gd name="connsiteY22-5692" fmla="*/ 4827503 h 4892818"/>
                <a:gd name="connsiteX23-5693" fmla="*/ 1642278 w 2467941"/>
                <a:gd name="connsiteY23-5694" fmla="*/ 4883487 h 4892818"/>
                <a:gd name="connsiteX24-5695" fmla="*/ 1698262 w 2467941"/>
                <a:gd name="connsiteY24-5696" fmla="*/ 4827503 h 4892818"/>
                <a:gd name="connsiteX25-5697" fmla="*/ 1278384 w 2467941"/>
                <a:gd name="connsiteY25-5698" fmla="*/ 4640891 h 4892818"/>
                <a:gd name="connsiteX26-5699" fmla="*/ 1735584 w 2467941"/>
                <a:gd name="connsiteY26-5700" fmla="*/ 3698499 h 4892818"/>
                <a:gd name="connsiteX27-5701" fmla="*/ 1875543 w 2467941"/>
                <a:gd name="connsiteY27-5702" fmla="*/ 3343936 h 4892818"/>
                <a:gd name="connsiteX28-5703" fmla="*/ 1978180 w 2467941"/>
                <a:gd name="connsiteY28-5704" fmla="*/ 2196271 h 4892818"/>
                <a:gd name="connsiteX29-5705" fmla="*/ 1959519 w 2467941"/>
                <a:gd name="connsiteY29-5706" fmla="*/ 1972336 h 4892818"/>
                <a:gd name="connsiteX30-5707" fmla="*/ 2098652 w 2467941"/>
                <a:gd name="connsiteY30-5708" fmla="*/ 1636678 h 4892818"/>
                <a:gd name="connsiteX31-5709" fmla="*/ 2467941 w 2467941"/>
                <a:gd name="connsiteY31-5710" fmla="*/ 1025570 h 4892818"/>
                <a:gd name="connsiteX32-5711" fmla="*/ 1938671 w 2467941"/>
                <a:gd name="connsiteY32-5712" fmla="*/ 589607 h 4892818"/>
                <a:gd name="connsiteX33-5713" fmla="*/ 1476708 w 2467941"/>
                <a:gd name="connsiteY33-5714" fmla="*/ 444983 h 4892818"/>
                <a:gd name="connsiteX34-5715" fmla="*/ 1272504 w 2467941"/>
                <a:gd name="connsiteY34-5716" fmla="*/ 409167 h 4892818"/>
                <a:gd name="connsiteX35-5717" fmla="*/ 1054449 w 2467941"/>
                <a:gd name="connsiteY35-5718" fmla="*/ 451446 h 4892818"/>
                <a:gd name="connsiteX36-5719" fmla="*/ 1035399 w 2467941"/>
                <a:gd name="connsiteY36-5720" fmla="*/ 263036 h 4892818"/>
                <a:gd name="connsiteX37-5721" fmla="*/ 869490 w 2467941"/>
                <a:gd name="connsiteY37-5722" fmla="*/ 71127 h 4892818"/>
                <a:gd name="connsiteX38-5723" fmla="*/ 597249 w 2467941"/>
                <a:gd name="connsiteY38-5724" fmla="*/ 12907 h 4892818"/>
                <a:gd name="connsiteX39-5725" fmla="*/ 475951 w 2467941"/>
                <a:gd name="connsiteY39-5726" fmla="*/ 516760 h 4892818"/>
                <a:gd name="connsiteX40-5727" fmla="*/ 616105 w 2467941"/>
                <a:gd name="connsiteY40-5728" fmla="*/ 724609 h 4892818"/>
                <a:gd name="connsiteX41-5729" fmla="*/ 319712 w 2467941"/>
                <a:gd name="connsiteY41-5730" fmla="*/ 1088309 h 4892818"/>
                <a:gd name="connsiteX42-5731" fmla="*/ 189084 w 2467941"/>
                <a:gd name="connsiteY42-5732" fmla="*/ 852857 h 4892818"/>
                <a:gd name="connsiteX43-5733" fmla="*/ 275879 w 2467941"/>
                <a:gd name="connsiteY43-5734" fmla="*/ 811890 h 4892818"/>
                <a:gd name="connsiteX44-5735" fmla="*/ 355140 w 2467941"/>
                <a:gd name="connsiteY44-5736" fmla="*/ 730733 h 4892818"/>
                <a:gd name="connsiteX45-5737" fmla="*/ 343233 w 2467941"/>
                <a:gd name="connsiteY45-5738" fmla="*/ 530708 h 4892818"/>
                <a:gd name="connsiteX46-5739" fmla="*/ 147388 w 2467941"/>
                <a:gd name="connsiteY46-5740" fmla="*/ 542954 h 4892818"/>
                <a:gd name="connsiteX0-5741" fmla="*/ 147388 w 2482394"/>
                <a:gd name="connsiteY0-5742" fmla="*/ 542954 h 4892818"/>
                <a:gd name="connsiteX1-5743" fmla="*/ 90 w 2482394"/>
                <a:gd name="connsiteY1-5744" fmla="*/ 796679 h 4892818"/>
                <a:gd name="connsiteX2-5745" fmla="*/ 37413 w 2482394"/>
                <a:gd name="connsiteY2-5746" fmla="*/ 973960 h 4892818"/>
                <a:gd name="connsiteX3-5747" fmla="*/ 266304 w 2482394"/>
                <a:gd name="connsiteY3-5748" fmla="*/ 1713265 h 4892818"/>
                <a:gd name="connsiteX4-5749" fmla="*/ 671894 w 2482394"/>
                <a:gd name="connsiteY4-5750" fmla="*/ 1552458 h 4892818"/>
                <a:gd name="connsiteX5-5751" fmla="*/ 961143 w 2482394"/>
                <a:gd name="connsiteY5-5752" fmla="*/ 1720409 h 4892818"/>
                <a:gd name="connsiteX6-5753" fmla="*/ 989135 w 2482394"/>
                <a:gd name="connsiteY6-5754" fmla="*/ 1916352 h 4892818"/>
                <a:gd name="connsiteX7-5755" fmla="*/ 961143 w 2482394"/>
                <a:gd name="connsiteY7-5756" fmla="*/ 2084303 h 4892818"/>
                <a:gd name="connsiteX8-5757" fmla="*/ 513274 w 2482394"/>
                <a:gd name="connsiteY8-5758" fmla="*/ 2886736 h 4892818"/>
                <a:gd name="connsiteX9-5759" fmla="*/ 494613 w 2482394"/>
                <a:gd name="connsiteY9-5760" fmla="*/ 3325275 h 4892818"/>
                <a:gd name="connsiteX10-5761" fmla="*/ 475951 w 2482394"/>
                <a:gd name="connsiteY10-5762" fmla="*/ 4267667 h 4892818"/>
                <a:gd name="connsiteX11-5763" fmla="*/ 401307 w 2482394"/>
                <a:gd name="connsiteY11-5764" fmla="*/ 4771520 h 4892818"/>
                <a:gd name="connsiteX12-5765" fmla="*/ 186703 w 2482394"/>
                <a:gd name="connsiteY12-5766" fmla="*/ 4892818 h 4892818"/>
                <a:gd name="connsiteX13-5767" fmla="*/ 597249 w 2482394"/>
                <a:gd name="connsiteY13-5768" fmla="*/ 4790181 h 4892818"/>
                <a:gd name="connsiteX14-5769" fmla="*/ 849176 w 2482394"/>
                <a:gd name="connsiteY14-5770" fmla="*/ 4463609 h 4892818"/>
                <a:gd name="connsiteX15-5771" fmla="*/ 746539 w 2482394"/>
                <a:gd name="connsiteY15-5772" fmla="*/ 4193022 h 4892818"/>
                <a:gd name="connsiteX16-5773" fmla="*/ 802523 w 2482394"/>
                <a:gd name="connsiteY16-5774" fmla="*/ 3773144 h 4892818"/>
                <a:gd name="connsiteX17-5775" fmla="*/ 877168 w 2482394"/>
                <a:gd name="connsiteY17-5776" fmla="*/ 3101340 h 4892818"/>
                <a:gd name="connsiteX18-5777" fmla="*/ 1343698 w 2482394"/>
                <a:gd name="connsiteY18-5778" fmla="*/ 2681462 h 4892818"/>
                <a:gd name="connsiteX19-5779" fmla="*/ 1502319 w 2482394"/>
                <a:gd name="connsiteY19-5780" fmla="*/ 3446573 h 4892818"/>
                <a:gd name="connsiteX20-5781" fmla="*/ 1175747 w 2482394"/>
                <a:gd name="connsiteY20-5782" fmla="*/ 4174360 h 4892818"/>
                <a:gd name="connsiteX21-5783" fmla="*/ 933151 w 2482394"/>
                <a:gd name="connsiteY21-5784" fmla="*/ 4771520 h 4892818"/>
                <a:gd name="connsiteX22-5785" fmla="*/ 1231731 w 2482394"/>
                <a:gd name="connsiteY22-5786" fmla="*/ 4827503 h 4892818"/>
                <a:gd name="connsiteX23-5787" fmla="*/ 1642278 w 2482394"/>
                <a:gd name="connsiteY23-5788" fmla="*/ 4883487 h 4892818"/>
                <a:gd name="connsiteX24-5789" fmla="*/ 1698262 w 2482394"/>
                <a:gd name="connsiteY24-5790" fmla="*/ 4827503 h 4892818"/>
                <a:gd name="connsiteX25-5791" fmla="*/ 1278384 w 2482394"/>
                <a:gd name="connsiteY25-5792" fmla="*/ 4640891 h 4892818"/>
                <a:gd name="connsiteX26-5793" fmla="*/ 1735584 w 2482394"/>
                <a:gd name="connsiteY26-5794" fmla="*/ 3698499 h 4892818"/>
                <a:gd name="connsiteX27-5795" fmla="*/ 1875543 w 2482394"/>
                <a:gd name="connsiteY27-5796" fmla="*/ 3343936 h 4892818"/>
                <a:gd name="connsiteX28-5797" fmla="*/ 1978180 w 2482394"/>
                <a:gd name="connsiteY28-5798" fmla="*/ 2196271 h 4892818"/>
                <a:gd name="connsiteX29-5799" fmla="*/ 1959519 w 2482394"/>
                <a:gd name="connsiteY29-5800" fmla="*/ 1972336 h 4892818"/>
                <a:gd name="connsiteX30-5801" fmla="*/ 2098652 w 2482394"/>
                <a:gd name="connsiteY30-5802" fmla="*/ 1636678 h 4892818"/>
                <a:gd name="connsiteX31-5803" fmla="*/ 2324434 w 2482394"/>
                <a:gd name="connsiteY31-5804" fmla="*/ 1337952 h 4892818"/>
                <a:gd name="connsiteX32-5805" fmla="*/ 2467941 w 2482394"/>
                <a:gd name="connsiteY32-5806" fmla="*/ 1025570 h 4892818"/>
                <a:gd name="connsiteX33-5807" fmla="*/ 1938671 w 2482394"/>
                <a:gd name="connsiteY33-5808" fmla="*/ 589607 h 4892818"/>
                <a:gd name="connsiteX34-5809" fmla="*/ 1476708 w 2482394"/>
                <a:gd name="connsiteY34-5810" fmla="*/ 444983 h 4892818"/>
                <a:gd name="connsiteX35-5811" fmla="*/ 1272504 w 2482394"/>
                <a:gd name="connsiteY35-5812" fmla="*/ 409167 h 4892818"/>
                <a:gd name="connsiteX36-5813" fmla="*/ 1054449 w 2482394"/>
                <a:gd name="connsiteY36-5814" fmla="*/ 451446 h 4892818"/>
                <a:gd name="connsiteX37-5815" fmla="*/ 1035399 w 2482394"/>
                <a:gd name="connsiteY37-5816" fmla="*/ 263036 h 4892818"/>
                <a:gd name="connsiteX38-5817" fmla="*/ 869490 w 2482394"/>
                <a:gd name="connsiteY38-5818" fmla="*/ 71127 h 4892818"/>
                <a:gd name="connsiteX39-5819" fmla="*/ 597249 w 2482394"/>
                <a:gd name="connsiteY39-5820" fmla="*/ 12907 h 4892818"/>
                <a:gd name="connsiteX40-5821" fmla="*/ 475951 w 2482394"/>
                <a:gd name="connsiteY40-5822" fmla="*/ 516760 h 4892818"/>
                <a:gd name="connsiteX41-5823" fmla="*/ 616105 w 2482394"/>
                <a:gd name="connsiteY41-5824" fmla="*/ 724609 h 4892818"/>
                <a:gd name="connsiteX42-5825" fmla="*/ 319712 w 2482394"/>
                <a:gd name="connsiteY42-5826" fmla="*/ 1088309 h 4892818"/>
                <a:gd name="connsiteX43-5827" fmla="*/ 189084 w 2482394"/>
                <a:gd name="connsiteY43-5828" fmla="*/ 852857 h 4892818"/>
                <a:gd name="connsiteX44-5829" fmla="*/ 275879 w 2482394"/>
                <a:gd name="connsiteY44-5830" fmla="*/ 811890 h 4892818"/>
                <a:gd name="connsiteX45-5831" fmla="*/ 355140 w 2482394"/>
                <a:gd name="connsiteY45-5832" fmla="*/ 730733 h 4892818"/>
                <a:gd name="connsiteX46-5833" fmla="*/ 343233 w 2482394"/>
                <a:gd name="connsiteY46-5834" fmla="*/ 530708 h 4892818"/>
                <a:gd name="connsiteX47" fmla="*/ 147388 w 2482394"/>
                <a:gd name="connsiteY47" fmla="*/ 542954 h 4892818"/>
                <a:gd name="connsiteX0-5835" fmla="*/ 147388 w 2467941"/>
                <a:gd name="connsiteY0-5836" fmla="*/ 542954 h 4892818"/>
                <a:gd name="connsiteX1-5837" fmla="*/ 90 w 2467941"/>
                <a:gd name="connsiteY1-5838" fmla="*/ 796679 h 4892818"/>
                <a:gd name="connsiteX2-5839" fmla="*/ 37413 w 2467941"/>
                <a:gd name="connsiteY2-5840" fmla="*/ 973960 h 4892818"/>
                <a:gd name="connsiteX3-5841" fmla="*/ 266304 w 2467941"/>
                <a:gd name="connsiteY3-5842" fmla="*/ 1713265 h 4892818"/>
                <a:gd name="connsiteX4-5843" fmla="*/ 671894 w 2467941"/>
                <a:gd name="connsiteY4-5844" fmla="*/ 1552458 h 4892818"/>
                <a:gd name="connsiteX5-5845" fmla="*/ 961143 w 2467941"/>
                <a:gd name="connsiteY5-5846" fmla="*/ 1720409 h 4892818"/>
                <a:gd name="connsiteX6-5847" fmla="*/ 989135 w 2467941"/>
                <a:gd name="connsiteY6-5848" fmla="*/ 1916352 h 4892818"/>
                <a:gd name="connsiteX7-5849" fmla="*/ 961143 w 2467941"/>
                <a:gd name="connsiteY7-5850" fmla="*/ 2084303 h 4892818"/>
                <a:gd name="connsiteX8-5851" fmla="*/ 513274 w 2467941"/>
                <a:gd name="connsiteY8-5852" fmla="*/ 2886736 h 4892818"/>
                <a:gd name="connsiteX9-5853" fmla="*/ 494613 w 2467941"/>
                <a:gd name="connsiteY9-5854" fmla="*/ 3325275 h 4892818"/>
                <a:gd name="connsiteX10-5855" fmla="*/ 475951 w 2467941"/>
                <a:gd name="connsiteY10-5856" fmla="*/ 4267667 h 4892818"/>
                <a:gd name="connsiteX11-5857" fmla="*/ 401307 w 2467941"/>
                <a:gd name="connsiteY11-5858" fmla="*/ 4771520 h 4892818"/>
                <a:gd name="connsiteX12-5859" fmla="*/ 186703 w 2467941"/>
                <a:gd name="connsiteY12-5860" fmla="*/ 4892818 h 4892818"/>
                <a:gd name="connsiteX13-5861" fmla="*/ 597249 w 2467941"/>
                <a:gd name="connsiteY13-5862" fmla="*/ 4790181 h 4892818"/>
                <a:gd name="connsiteX14-5863" fmla="*/ 849176 w 2467941"/>
                <a:gd name="connsiteY14-5864" fmla="*/ 4463609 h 4892818"/>
                <a:gd name="connsiteX15-5865" fmla="*/ 746539 w 2467941"/>
                <a:gd name="connsiteY15-5866" fmla="*/ 4193022 h 4892818"/>
                <a:gd name="connsiteX16-5867" fmla="*/ 802523 w 2467941"/>
                <a:gd name="connsiteY16-5868" fmla="*/ 3773144 h 4892818"/>
                <a:gd name="connsiteX17-5869" fmla="*/ 877168 w 2467941"/>
                <a:gd name="connsiteY17-5870" fmla="*/ 3101340 h 4892818"/>
                <a:gd name="connsiteX18-5871" fmla="*/ 1343698 w 2467941"/>
                <a:gd name="connsiteY18-5872" fmla="*/ 2681462 h 4892818"/>
                <a:gd name="connsiteX19-5873" fmla="*/ 1502319 w 2467941"/>
                <a:gd name="connsiteY19-5874" fmla="*/ 3446573 h 4892818"/>
                <a:gd name="connsiteX20-5875" fmla="*/ 1175747 w 2467941"/>
                <a:gd name="connsiteY20-5876" fmla="*/ 4174360 h 4892818"/>
                <a:gd name="connsiteX21-5877" fmla="*/ 933151 w 2467941"/>
                <a:gd name="connsiteY21-5878" fmla="*/ 4771520 h 4892818"/>
                <a:gd name="connsiteX22-5879" fmla="*/ 1231731 w 2467941"/>
                <a:gd name="connsiteY22-5880" fmla="*/ 4827503 h 4892818"/>
                <a:gd name="connsiteX23-5881" fmla="*/ 1642278 w 2467941"/>
                <a:gd name="connsiteY23-5882" fmla="*/ 4883487 h 4892818"/>
                <a:gd name="connsiteX24-5883" fmla="*/ 1698262 w 2467941"/>
                <a:gd name="connsiteY24-5884" fmla="*/ 4827503 h 4892818"/>
                <a:gd name="connsiteX25-5885" fmla="*/ 1278384 w 2467941"/>
                <a:gd name="connsiteY25-5886" fmla="*/ 4640891 h 4892818"/>
                <a:gd name="connsiteX26-5887" fmla="*/ 1735584 w 2467941"/>
                <a:gd name="connsiteY26-5888" fmla="*/ 3698499 h 4892818"/>
                <a:gd name="connsiteX27-5889" fmla="*/ 1875543 w 2467941"/>
                <a:gd name="connsiteY27-5890" fmla="*/ 3343936 h 4892818"/>
                <a:gd name="connsiteX28-5891" fmla="*/ 1978180 w 2467941"/>
                <a:gd name="connsiteY28-5892" fmla="*/ 2196271 h 4892818"/>
                <a:gd name="connsiteX29-5893" fmla="*/ 1959519 w 2467941"/>
                <a:gd name="connsiteY29-5894" fmla="*/ 1972336 h 4892818"/>
                <a:gd name="connsiteX30-5895" fmla="*/ 2098652 w 2467941"/>
                <a:gd name="connsiteY30-5896" fmla="*/ 1636678 h 4892818"/>
                <a:gd name="connsiteX31-5897" fmla="*/ 2324434 w 2467941"/>
                <a:gd name="connsiteY31-5898" fmla="*/ 1337952 h 4892818"/>
                <a:gd name="connsiteX32-5899" fmla="*/ 2467941 w 2467941"/>
                <a:gd name="connsiteY32-5900" fmla="*/ 1025570 h 4892818"/>
                <a:gd name="connsiteX33-5901" fmla="*/ 1938671 w 2467941"/>
                <a:gd name="connsiteY33-5902" fmla="*/ 589607 h 4892818"/>
                <a:gd name="connsiteX34-5903" fmla="*/ 1476708 w 2467941"/>
                <a:gd name="connsiteY34-5904" fmla="*/ 444983 h 4892818"/>
                <a:gd name="connsiteX35-5905" fmla="*/ 1272504 w 2467941"/>
                <a:gd name="connsiteY35-5906" fmla="*/ 409167 h 4892818"/>
                <a:gd name="connsiteX36-5907" fmla="*/ 1054449 w 2467941"/>
                <a:gd name="connsiteY36-5908" fmla="*/ 451446 h 4892818"/>
                <a:gd name="connsiteX37-5909" fmla="*/ 1035399 w 2467941"/>
                <a:gd name="connsiteY37-5910" fmla="*/ 263036 h 4892818"/>
                <a:gd name="connsiteX38-5911" fmla="*/ 869490 w 2467941"/>
                <a:gd name="connsiteY38-5912" fmla="*/ 71127 h 4892818"/>
                <a:gd name="connsiteX39-5913" fmla="*/ 597249 w 2467941"/>
                <a:gd name="connsiteY39-5914" fmla="*/ 12907 h 4892818"/>
                <a:gd name="connsiteX40-5915" fmla="*/ 475951 w 2467941"/>
                <a:gd name="connsiteY40-5916" fmla="*/ 516760 h 4892818"/>
                <a:gd name="connsiteX41-5917" fmla="*/ 616105 w 2467941"/>
                <a:gd name="connsiteY41-5918" fmla="*/ 724609 h 4892818"/>
                <a:gd name="connsiteX42-5919" fmla="*/ 319712 w 2467941"/>
                <a:gd name="connsiteY42-5920" fmla="*/ 1088309 h 4892818"/>
                <a:gd name="connsiteX43-5921" fmla="*/ 189084 w 2467941"/>
                <a:gd name="connsiteY43-5922" fmla="*/ 852857 h 4892818"/>
                <a:gd name="connsiteX44-5923" fmla="*/ 275879 w 2467941"/>
                <a:gd name="connsiteY44-5924" fmla="*/ 811890 h 4892818"/>
                <a:gd name="connsiteX45-5925" fmla="*/ 355140 w 2467941"/>
                <a:gd name="connsiteY45-5926" fmla="*/ 730733 h 4892818"/>
                <a:gd name="connsiteX46-5927" fmla="*/ 343233 w 2467941"/>
                <a:gd name="connsiteY46-5928" fmla="*/ 530708 h 4892818"/>
                <a:gd name="connsiteX47-5929" fmla="*/ 147388 w 2467941"/>
                <a:gd name="connsiteY47-5930" fmla="*/ 542954 h 4892818"/>
                <a:gd name="connsiteX0-5931" fmla="*/ 147388 w 2467941"/>
                <a:gd name="connsiteY0-5932" fmla="*/ 542954 h 4892818"/>
                <a:gd name="connsiteX1-5933" fmla="*/ 90 w 2467941"/>
                <a:gd name="connsiteY1-5934" fmla="*/ 796679 h 4892818"/>
                <a:gd name="connsiteX2-5935" fmla="*/ 37413 w 2467941"/>
                <a:gd name="connsiteY2-5936" fmla="*/ 973960 h 4892818"/>
                <a:gd name="connsiteX3-5937" fmla="*/ 266304 w 2467941"/>
                <a:gd name="connsiteY3-5938" fmla="*/ 1713265 h 4892818"/>
                <a:gd name="connsiteX4-5939" fmla="*/ 671894 w 2467941"/>
                <a:gd name="connsiteY4-5940" fmla="*/ 1552458 h 4892818"/>
                <a:gd name="connsiteX5-5941" fmla="*/ 961143 w 2467941"/>
                <a:gd name="connsiteY5-5942" fmla="*/ 1720409 h 4892818"/>
                <a:gd name="connsiteX6-5943" fmla="*/ 989135 w 2467941"/>
                <a:gd name="connsiteY6-5944" fmla="*/ 1916352 h 4892818"/>
                <a:gd name="connsiteX7-5945" fmla="*/ 961143 w 2467941"/>
                <a:gd name="connsiteY7-5946" fmla="*/ 2084303 h 4892818"/>
                <a:gd name="connsiteX8-5947" fmla="*/ 513274 w 2467941"/>
                <a:gd name="connsiteY8-5948" fmla="*/ 2886736 h 4892818"/>
                <a:gd name="connsiteX9-5949" fmla="*/ 494613 w 2467941"/>
                <a:gd name="connsiteY9-5950" fmla="*/ 3325275 h 4892818"/>
                <a:gd name="connsiteX10-5951" fmla="*/ 475951 w 2467941"/>
                <a:gd name="connsiteY10-5952" fmla="*/ 4267667 h 4892818"/>
                <a:gd name="connsiteX11-5953" fmla="*/ 401307 w 2467941"/>
                <a:gd name="connsiteY11-5954" fmla="*/ 4771520 h 4892818"/>
                <a:gd name="connsiteX12-5955" fmla="*/ 186703 w 2467941"/>
                <a:gd name="connsiteY12-5956" fmla="*/ 4892818 h 4892818"/>
                <a:gd name="connsiteX13-5957" fmla="*/ 597249 w 2467941"/>
                <a:gd name="connsiteY13-5958" fmla="*/ 4790181 h 4892818"/>
                <a:gd name="connsiteX14-5959" fmla="*/ 849176 w 2467941"/>
                <a:gd name="connsiteY14-5960" fmla="*/ 4463609 h 4892818"/>
                <a:gd name="connsiteX15-5961" fmla="*/ 746539 w 2467941"/>
                <a:gd name="connsiteY15-5962" fmla="*/ 4193022 h 4892818"/>
                <a:gd name="connsiteX16-5963" fmla="*/ 802523 w 2467941"/>
                <a:gd name="connsiteY16-5964" fmla="*/ 3773144 h 4892818"/>
                <a:gd name="connsiteX17-5965" fmla="*/ 877168 w 2467941"/>
                <a:gd name="connsiteY17-5966" fmla="*/ 3101340 h 4892818"/>
                <a:gd name="connsiteX18-5967" fmla="*/ 1343698 w 2467941"/>
                <a:gd name="connsiteY18-5968" fmla="*/ 2681462 h 4892818"/>
                <a:gd name="connsiteX19-5969" fmla="*/ 1502319 w 2467941"/>
                <a:gd name="connsiteY19-5970" fmla="*/ 3446573 h 4892818"/>
                <a:gd name="connsiteX20-5971" fmla="*/ 1175747 w 2467941"/>
                <a:gd name="connsiteY20-5972" fmla="*/ 4174360 h 4892818"/>
                <a:gd name="connsiteX21-5973" fmla="*/ 933151 w 2467941"/>
                <a:gd name="connsiteY21-5974" fmla="*/ 4771520 h 4892818"/>
                <a:gd name="connsiteX22-5975" fmla="*/ 1231731 w 2467941"/>
                <a:gd name="connsiteY22-5976" fmla="*/ 4827503 h 4892818"/>
                <a:gd name="connsiteX23-5977" fmla="*/ 1642278 w 2467941"/>
                <a:gd name="connsiteY23-5978" fmla="*/ 4883487 h 4892818"/>
                <a:gd name="connsiteX24-5979" fmla="*/ 1698262 w 2467941"/>
                <a:gd name="connsiteY24-5980" fmla="*/ 4827503 h 4892818"/>
                <a:gd name="connsiteX25-5981" fmla="*/ 1278384 w 2467941"/>
                <a:gd name="connsiteY25-5982" fmla="*/ 4640891 h 4892818"/>
                <a:gd name="connsiteX26-5983" fmla="*/ 1735584 w 2467941"/>
                <a:gd name="connsiteY26-5984" fmla="*/ 3698499 h 4892818"/>
                <a:gd name="connsiteX27-5985" fmla="*/ 1875543 w 2467941"/>
                <a:gd name="connsiteY27-5986" fmla="*/ 3343936 h 4892818"/>
                <a:gd name="connsiteX28-5987" fmla="*/ 1978180 w 2467941"/>
                <a:gd name="connsiteY28-5988" fmla="*/ 2196271 h 4892818"/>
                <a:gd name="connsiteX29-5989" fmla="*/ 1959519 w 2467941"/>
                <a:gd name="connsiteY29-5990" fmla="*/ 1972336 h 4892818"/>
                <a:gd name="connsiteX30-5991" fmla="*/ 2098652 w 2467941"/>
                <a:gd name="connsiteY30-5992" fmla="*/ 1636678 h 4892818"/>
                <a:gd name="connsiteX31-5993" fmla="*/ 2324434 w 2467941"/>
                <a:gd name="connsiteY31-5994" fmla="*/ 1337952 h 4892818"/>
                <a:gd name="connsiteX32-5995" fmla="*/ 2467941 w 2467941"/>
                <a:gd name="connsiteY32-5996" fmla="*/ 1025570 h 4892818"/>
                <a:gd name="connsiteX33-5997" fmla="*/ 1938671 w 2467941"/>
                <a:gd name="connsiteY33-5998" fmla="*/ 589607 h 4892818"/>
                <a:gd name="connsiteX34-5999" fmla="*/ 1476708 w 2467941"/>
                <a:gd name="connsiteY34-6000" fmla="*/ 444983 h 4892818"/>
                <a:gd name="connsiteX35-6001" fmla="*/ 1272504 w 2467941"/>
                <a:gd name="connsiteY35-6002" fmla="*/ 409167 h 4892818"/>
                <a:gd name="connsiteX36-6003" fmla="*/ 1054449 w 2467941"/>
                <a:gd name="connsiteY36-6004" fmla="*/ 451446 h 4892818"/>
                <a:gd name="connsiteX37-6005" fmla="*/ 1035399 w 2467941"/>
                <a:gd name="connsiteY37-6006" fmla="*/ 263036 h 4892818"/>
                <a:gd name="connsiteX38-6007" fmla="*/ 869490 w 2467941"/>
                <a:gd name="connsiteY38-6008" fmla="*/ 71127 h 4892818"/>
                <a:gd name="connsiteX39-6009" fmla="*/ 597249 w 2467941"/>
                <a:gd name="connsiteY39-6010" fmla="*/ 12907 h 4892818"/>
                <a:gd name="connsiteX40-6011" fmla="*/ 475951 w 2467941"/>
                <a:gd name="connsiteY40-6012" fmla="*/ 516760 h 4892818"/>
                <a:gd name="connsiteX41-6013" fmla="*/ 616105 w 2467941"/>
                <a:gd name="connsiteY41-6014" fmla="*/ 724609 h 4892818"/>
                <a:gd name="connsiteX42-6015" fmla="*/ 319712 w 2467941"/>
                <a:gd name="connsiteY42-6016" fmla="*/ 1088309 h 4892818"/>
                <a:gd name="connsiteX43-6017" fmla="*/ 189084 w 2467941"/>
                <a:gd name="connsiteY43-6018" fmla="*/ 852857 h 4892818"/>
                <a:gd name="connsiteX44-6019" fmla="*/ 275879 w 2467941"/>
                <a:gd name="connsiteY44-6020" fmla="*/ 811890 h 4892818"/>
                <a:gd name="connsiteX45-6021" fmla="*/ 355140 w 2467941"/>
                <a:gd name="connsiteY45-6022" fmla="*/ 730733 h 4892818"/>
                <a:gd name="connsiteX46-6023" fmla="*/ 343233 w 2467941"/>
                <a:gd name="connsiteY46-6024" fmla="*/ 530708 h 4892818"/>
                <a:gd name="connsiteX47-6025" fmla="*/ 147388 w 2467941"/>
                <a:gd name="connsiteY47-6026" fmla="*/ 542954 h 4892818"/>
                <a:gd name="connsiteX0-6027" fmla="*/ 147388 w 2465559"/>
                <a:gd name="connsiteY0-6028" fmla="*/ 542954 h 4892818"/>
                <a:gd name="connsiteX1-6029" fmla="*/ 90 w 2465559"/>
                <a:gd name="connsiteY1-6030" fmla="*/ 796679 h 4892818"/>
                <a:gd name="connsiteX2-6031" fmla="*/ 37413 w 2465559"/>
                <a:gd name="connsiteY2-6032" fmla="*/ 973960 h 4892818"/>
                <a:gd name="connsiteX3-6033" fmla="*/ 266304 w 2465559"/>
                <a:gd name="connsiteY3-6034" fmla="*/ 1713265 h 4892818"/>
                <a:gd name="connsiteX4-6035" fmla="*/ 671894 w 2465559"/>
                <a:gd name="connsiteY4-6036" fmla="*/ 1552458 h 4892818"/>
                <a:gd name="connsiteX5-6037" fmla="*/ 961143 w 2465559"/>
                <a:gd name="connsiteY5-6038" fmla="*/ 1720409 h 4892818"/>
                <a:gd name="connsiteX6-6039" fmla="*/ 989135 w 2465559"/>
                <a:gd name="connsiteY6-6040" fmla="*/ 1916352 h 4892818"/>
                <a:gd name="connsiteX7-6041" fmla="*/ 961143 w 2465559"/>
                <a:gd name="connsiteY7-6042" fmla="*/ 2084303 h 4892818"/>
                <a:gd name="connsiteX8-6043" fmla="*/ 513274 w 2465559"/>
                <a:gd name="connsiteY8-6044" fmla="*/ 2886736 h 4892818"/>
                <a:gd name="connsiteX9-6045" fmla="*/ 494613 w 2465559"/>
                <a:gd name="connsiteY9-6046" fmla="*/ 3325275 h 4892818"/>
                <a:gd name="connsiteX10-6047" fmla="*/ 475951 w 2465559"/>
                <a:gd name="connsiteY10-6048" fmla="*/ 4267667 h 4892818"/>
                <a:gd name="connsiteX11-6049" fmla="*/ 401307 w 2465559"/>
                <a:gd name="connsiteY11-6050" fmla="*/ 4771520 h 4892818"/>
                <a:gd name="connsiteX12-6051" fmla="*/ 186703 w 2465559"/>
                <a:gd name="connsiteY12-6052" fmla="*/ 4892818 h 4892818"/>
                <a:gd name="connsiteX13-6053" fmla="*/ 597249 w 2465559"/>
                <a:gd name="connsiteY13-6054" fmla="*/ 4790181 h 4892818"/>
                <a:gd name="connsiteX14-6055" fmla="*/ 849176 w 2465559"/>
                <a:gd name="connsiteY14-6056" fmla="*/ 4463609 h 4892818"/>
                <a:gd name="connsiteX15-6057" fmla="*/ 746539 w 2465559"/>
                <a:gd name="connsiteY15-6058" fmla="*/ 4193022 h 4892818"/>
                <a:gd name="connsiteX16-6059" fmla="*/ 802523 w 2465559"/>
                <a:gd name="connsiteY16-6060" fmla="*/ 3773144 h 4892818"/>
                <a:gd name="connsiteX17-6061" fmla="*/ 877168 w 2465559"/>
                <a:gd name="connsiteY17-6062" fmla="*/ 3101340 h 4892818"/>
                <a:gd name="connsiteX18-6063" fmla="*/ 1343698 w 2465559"/>
                <a:gd name="connsiteY18-6064" fmla="*/ 2681462 h 4892818"/>
                <a:gd name="connsiteX19-6065" fmla="*/ 1502319 w 2465559"/>
                <a:gd name="connsiteY19-6066" fmla="*/ 3446573 h 4892818"/>
                <a:gd name="connsiteX20-6067" fmla="*/ 1175747 w 2465559"/>
                <a:gd name="connsiteY20-6068" fmla="*/ 4174360 h 4892818"/>
                <a:gd name="connsiteX21-6069" fmla="*/ 933151 w 2465559"/>
                <a:gd name="connsiteY21-6070" fmla="*/ 4771520 h 4892818"/>
                <a:gd name="connsiteX22-6071" fmla="*/ 1231731 w 2465559"/>
                <a:gd name="connsiteY22-6072" fmla="*/ 4827503 h 4892818"/>
                <a:gd name="connsiteX23-6073" fmla="*/ 1642278 w 2465559"/>
                <a:gd name="connsiteY23-6074" fmla="*/ 4883487 h 4892818"/>
                <a:gd name="connsiteX24-6075" fmla="*/ 1698262 w 2465559"/>
                <a:gd name="connsiteY24-6076" fmla="*/ 4827503 h 4892818"/>
                <a:gd name="connsiteX25-6077" fmla="*/ 1278384 w 2465559"/>
                <a:gd name="connsiteY25-6078" fmla="*/ 4640891 h 4892818"/>
                <a:gd name="connsiteX26-6079" fmla="*/ 1735584 w 2465559"/>
                <a:gd name="connsiteY26-6080" fmla="*/ 3698499 h 4892818"/>
                <a:gd name="connsiteX27-6081" fmla="*/ 1875543 w 2465559"/>
                <a:gd name="connsiteY27-6082" fmla="*/ 3343936 h 4892818"/>
                <a:gd name="connsiteX28-6083" fmla="*/ 1978180 w 2465559"/>
                <a:gd name="connsiteY28-6084" fmla="*/ 2196271 h 4892818"/>
                <a:gd name="connsiteX29-6085" fmla="*/ 1959519 w 2465559"/>
                <a:gd name="connsiteY29-6086" fmla="*/ 1972336 h 4892818"/>
                <a:gd name="connsiteX30-6087" fmla="*/ 2098652 w 2465559"/>
                <a:gd name="connsiteY30-6088" fmla="*/ 1636678 h 4892818"/>
                <a:gd name="connsiteX31-6089" fmla="*/ 2324434 w 2465559"/>
                <a:gd name="connsiteY31-6090" fmla="*/ 1337952 h 4892818"/>
                <a:gd name="connsiteX32-6091" fmla="*/ 2465559 w 2465559"/>
                <a:gd name="connsiteY32-6092" fmla="*/ 1020807 h 4892818"/>
                <a:gd name="connsiteX33-6093" fmla="*/ 1938671 w 2465559"/>
                <a:gd name="connsiteY33-6094" fmla="*/ 589607 h 4892818"/>
                <a:gd name="connsiteX34-6095" fmla="*/ 1476708 w 2465559"/>
                <a:gd name="connsiteY34-6096" fmla="*/ 444983 h 4892818"/>
                <a:gd name="connsiteX35-6097" fmla="*/ 1272504 w 2465559"/>
                <a:gd name="connsiteY35-6098" fmla="*/ 409167 h 4892818"/>
                <a:gd name="connsiteX36-6099" fmla="*/ 1054449 w 2465559"/>
                <a:gd name="connsiteY36-6100" fmla="*/ 451446 h 4892818"/>
                <a:gd name="connsiteX37-6101" fmla="*/ 1035399 w 2465559"/>
                <a:gd name="connsiteY37-6102" fmla="*/ 263036 h 4892818"/>
                <a:gd name="connsiteX38-6103" fmla="*/ 869490 w 2465559"/>
                <a:gd name="connsiteY38-6104" fmla="*/ 71127 h 4892818"/>
                <a:gd name="connsiteX39-6105" fmla="*/ 597249 w 2465559"/>
                <a:gd name="connsiteY39-6106" fmla="*/ 12907 h 4892818"/>
                <a:gd name="connsiteX40-6107" fmla="*/ 475951 w 2465559"/>
                <a:gd name="connsiteY40-6108" fmla="*/ 516760 h 4892818"/>
                <a:gd name="connsiteX41-6109" fmla="*/ 616105 w 2465559"/>
                <a:gd name="connsiteY41-6110" fmla="*/ 724609 h 4892818"/>
                <a:gd name="connsiteX42-6111" fmla="*/ 319712 w 2465559"/>
                <a:gd name="connsiteY42-6112" fmla="*/ 1088309 h 4892818"/>
                <a:gd name="connsiteX43-6113" fmla="*/ 189084 w 2465559"/>
                <a:gd name="connsiteY43-6114" fmla="*/ 852857 h 4892818"/>
                <a:gd name="connsiteX44-6115" fmla="*/ 275879 w 2465559"/>
                <a:gd name="connsiteY44-6116" fmla="*/ 811890 h 4892818"/>
                <a:gd name="connsiteX45-6117" fmla="*/ 355140 w 2465559"/>
                <a:gd name="connsiteY45-6118" fmla="*/ 730733 h 4892818"/>
                <a:gd name="connsiteX46-6119" fmla="*/ 343233 w 2465559"/>
                <a:gd name="connsiteY46-6120" fmla="*/ 530708 h 4892818"/>
                <a:gd name="connsiteX47-6121" fmla="*/ 147388 w 2465559"/>
                <a:gd name="connsiteY47-6122" fmla="*/ 542954 h 4892818"/>
                <a:gd name="connsiteX0-6123" fmla="*/ 147388 w 2465559"/>
                <a:gd name="connsiteY0-6124" fmla="*/ 542954 h 4892818"/>
                <a:gd name="connsiteX1-6125" fmla="*/ 90 w 2465559"/>
                <a:gd name="connsiteY1-6126" fmla="*/ 796679 h 4892818"/>
                <a:gd name="connsiteX2-6127" fmla="*/ 37413 w 2465559"/>
                <a:gd name="connsiteY2-6128" fmla="*/ 973960 h 4892818"/>
                <a:gd name="connsiteX3-6129" fmla="*/ 266304 w 2465559"/>
                <a:gd name="connsiteY3-6130" fmla="*/ 1713265 h 4892818"/>
                <a:gd name="connsiteX4-6131" fmla="*/ 671894 w 2465559"/>
                <a:gd name="connsiteY4-6132" fmla="*/ 1552458 h 4892818"/>
                <a:gd name="connsiteX5-6133" fmla="*/ 961143 w 2465559"/>
                <a:gd name="connsiteY5-6134" fmla="*/ 1720409 h 4892818"/>
                <a:gd name="connsiteX6-6135" fmla="*/ 989135 w 2465559"/>
                <a:gd name="connsiteY6-6136" fmla="*/ 1916352 h 4892818"/>
                <a:gd name="connsiteX7-6137" fmla="*/ 961143 w 2465559"/>
                <a:gd name="connsiteY7-6138" fmla="*/ 2084303 h 4892818"/>
                <a:gd name="connsiteX8-6139" fmla="*/ 513274 w 2465559"/>
                <a:gd name="connsiteY8-6140" fmla="*/ 2886736 h 4892818"/>
                <a:gd name="connsiteX9-6141" fmla="*/ 494613 w 2465559"/>
                <a:gd name="connsiteY9-6142" fmla="*/ 3325275 h 4892818"/>
                <a:gd name="connsiteX10-6143" fmla="*/ 475951 w 2465559"/>
                <a:gd name="connsiteY10-6144" fmla="*/ 4267667 h 4892818"/>
                <a:gd name="connsiteX11-6145" fmla="*/ 401307 w 2465559"/>
                <a:gd name="connsiteY11-6146" fmla="*/ 4771520 h 4892818"/>
                <a:gd name="connsiteX12-6147" fmla="*/ 186703 w 2465559"/>
                <a:gd name="connsiteY12-6148" fmla="*/ 4892818 h 4892818"/>
                <a:gd name="connsiteX13-6149" fmla="*/ 597249 w 2465559"/>
                <a:gd name="connsiteY13-6150" fmla="*/ 4790181 h 4892818"/>
                <a:gd name="connsiteX14-6151" fmla="*/ 849176 w 2465559"/>
                <a:gd name="connsiteY14-6152" fmla="*/ 4463609 h 4892818"/>
                <a:gd name="connsiteX15-6153" fmla="*/ 746539 w 2465559"/>
                <a:gd name="connsiteY15-6154" fmla="*/ 4193022 h 4892818"/>
                <a:gd name="connsiteX16-6155" fmla="*/ 802523 w 2465559"/>
                <a:gd name="connsiteY16-6156" fmla="*/ 3773144 h 4892818"/>
                <a:gd name="connsiteX17-6157" fmla="*/ 877168 w 2465559"/>
                <a:gd name="connsiteY17-6158" fmla="*/ 3101340 h 4892818"/>
                <a:gd name="connsiteX18-6159" fmla="*/ 1343698 w 2465559"/>
                <a:gd name="connsiteY18-6160" fmla="*/ 2681462 h 4892818"/>
                <a:gd name="connsiteX19-6161" fmla="*/ 1502319 w 2465559"/>
                <a:gd name="connsiteY19-6162" fmla="*/ 3446573 h 4892818"/>
                <a:gd name="connsiteX20-6163" fmla="*/ 1175747 w 2465559"/>
                <a:gd name="connsiteY20-6164" fmla="*/ 4174360 h 4892818"/>
                <a:gd name="connsiteX21-6165" fmla="*/ 933151 w 2465559"/>
                <a:gd name="connsiteY21-6166" fmla="*/ 4771520 h 4892818"/>
                <a:gd name="connsiteX22-6167" fmla="*/ 1231731 w 2465559"/>
                <a:gd name="connsiteY22-6168" fmla="*/ 4827503 h 4892818"/>
                <a:gd name="connsiteX23-6169" fmla="*/ 1642278 w 2465559"/>
                <a:gd name="connsiteY23-6170" fmla="*/ 4883487 h 4892818"/>
                <a:gd name="connsiteX24-6171" fmla="*/ 1698262 w 2465559"/>
                <a:gd name="connsiteY24-6172" fmla="*/ 4827503 h 4892818"/>
                <a:gd name="connsiteX25-6173" fmla="*/ 1278384 w 2465559"/>
                <a:gd name="connsiteY25-6174" fmla="*/ 4640891 h 4892818"/>
                <a:gd name="connsiteX26-6175" fmla="*/ 1735584 w 2465559"/>
                <a:gd name="connsiteY26-6176" fmla="*/ 3698499 h 4892818"/>
                <a:gd name="connsiteX27-6177" fmla="*/ 1875543 w 2465559"/>
                <a:gd name="connsiteY27-6178" fmla="*/ 3343936 h 4892818"/>
                <a:gd name="connsiteX28-6179" fmla="*/ 1978180 w 2465559"/>
                <a:gd name="connsiteY28-6180" fmla="*/ 2196271 h 4892818"/>
                <a:gd name="connsiteX29-6181" fmla="*/ 1959519 w 2465559"/>
                <a:gd name="connsiteY29-6182" fmla="*/ 1972336 h 4892818"/>
                <a:gd name="connsiteX30-6183" fmla="*/ 2103414 w 2465559"/>
                <a:gd name="connsiteY30-6184" fmla="*/ 1648584 h 4892818"/>
                <a:gd name="connsiteX31-6185" fmla="*/ 2324434 w 2465559"/>
                <a:gd name="connsiteY31-6186" fmla="*/ 1337952 h 4892818"/>
                <a:gd name="connsiteX32-6187" fmla="*/ 2465559 w 2465559"/>
                <a:gd name="connsiteY32-6188" fmla="*/ 1020807 h 4892818"/>
                <a:gd name="connsiteX33-6189" fmla="*/ 1938671 w 2465559"/>
                <a:gd name="connsiteY33-6190" fmla="*/ 589607 h 4892818"/>
                <a:gd name="connsiteX34-6191" fmla="*/ 1476708 w 2465559"/>
                <a:gd name="connsiteY34-6192" fmla="*/ 444983 h 4892818"/>
                <a:gd name="connsiteX35-6193" fmla="*/ 1272504 w 2465559"/>
                <a:gd name="connsiteY35-6194" fmla="*/ 409167 h 4892818"/>
                <a:gd name="connsiteX36-6195" fmla="*/ 1054449 w 2465559"/>
                <a:gd name="connsiteY36-6196" fmla="*/ 451446 h 4892818"/>
                <a:gd name="connsiteX37-6197" fmla="*/ 1035399 w 2465559"/>
                <a:gd name="connsiteY37-6198" fmla="*/ 263036 h 4892818"/>
                <a:gd name="connsiteX38-6199" fmla="*/ 869490 w 2465559"/>
                <a:gd name="connsiteY38-6200" fmla="*/ 71127 h 4892818"/>
                <a:gd name="connsiteX39-6201" fmla="*/ 597249 w 2465559"/>
                <a:gd name="connsiteY39-6202" fmla="*/ 12907 h 4892818"/>
                <a:gd name="connsiteX40-6203" fmla="*/ 475951 w 2465559"/>
                <a:gd name="connsiteY40-6204" fmla="*/ 516760 h 4892818"/>
                <a:gd name="connsiteX41-6205" fmla="*/ 616105 w 2465559"/>
                <a:gd name="connsiteY41-6206" fmla="*/ 724609 h 4892818"/>
                <a:gd name="connsiteX42-6207" fmla="*/ 319712 w 2465559"/>
                <a:gd name="connsiteY42-6208" fmla="*/ 1088309 h 4892818"/>
                <a:gd name="connsiteX43-6209" fmla="*/ 189084 w 2465559"/>
                <a:gd name="connsiteY43-6210" fmla="*/ 852857 h 4892818"/>
                <a:gd name="connsiteX44-6211" fmla="*/ 275879 w 2465559"/>
                <a:gd name="connsiteY44-6212" fmla="*/ 811890 h 4892818"/>
                <a:gd name="connsiteX45-6213" fmla="*/ 355140 w 2465559"/>
                <a:gd name="connsiteY45-6214" fmla="*/ 730733 h 4892818"/>
                <a:gd name="connsiteX46-6215" fmla="*/ 343233 w 2465559"/>
                <a:gd name="connsiteY46-6216" fmla="*/ 530708 h 4892818"/>
                <a:gd name="connsiteX47-6217" fmla="*/ 147388 w 2465559"/>
                <a:gd name="connsiteY47-6218" fmla="*/ 542954 h 4892818"/>
                <a:gd name="connsiteX0-6219" fmla="*/ 147388 w 2465559"/>
                <a:gd name="connsiteY0-6220" fmla="*/ 542954 h 4892818"/>
                <a:gd name="connsiteX1-6221" fmla="*/ 90 w 2465559"/>
                <a:gd name="connsiteY1-6222" fmla="*/ 796679 h 4892818"/>
                <a:gd name="connsiteX2-6223" fmla="*/ 37413 w 2465559"/>
                <a:gd name="connsiteY2-6224" fmla="*/ 973960 h 4892818"/>
                <a:gd name="connsiteX3-6225" fmla="*/ 266304 w 2465559"/>
                <a:gd name="connsiteY3-6226" fmla="*/ 1713265 h 4892818"/>
                <a:gd name="connsiteX4-6227" fmla="*/ 671894 w 2465559"/>
                <a:gd name="connsiteY4-6228" fmla="*/ 1552458 h 4892818"/>
                <a:gd name="connsiteX5-6229" fmla="*/ 961143 w 2465559"/>
                <a:gd name="connsiteY5-6230" fmla="*/ 1720409 h 4892818"/>
                <a:gd name="connsiteX6-6231" fmla="*/ 989135 w 2465559"/>
                <a:gd name="connsiteY6-6232" fmla="*/ 1916352 h 4892818"/>
                <a:gd name="connsiteX7-6233" fmla="*/ 961143 w 2465559"/>
                <a:gd name="connsiteY7-6234" fmla="*/ 2084303 h 4892818"/>
                <a:gd name="connsiteX8-6235" fmla="*/ 513274 w 2465559"/>
                <a:gd name="connsiteY8-6236" fmla="*/ 2886736 h 4892818"/>
                <a:gd name="connsiteX9-6237" fmla="*/ 494613 w 2465559"/>
                <a:gd name="connsiteY9-6238" fmla="*/ 3325275 h 4892818"/>
                <a:gd name="connsiteX10-6239" fmla="*/ 475951 w 2465559"/>
                <a:gd name="connsiteY10-6240" fmla="*/ 4267667 h 4892818"/>
                <a:gd name="connsiteX11-6241" fmla="*/ 401307 w 2465559"/>
                <a:gd name="connsiteY11-6242" fmla="*/ 4771520 h 4892818"/>
                <a:gd name="connsiteX12-6243" fmla="*/ 186703 w 2465559"/>
                <a:gd name="connsiteY12-6244" fmla="*/ 4892818 h 4892818"/>
                <a:gd name="connsiteX13-6245" fmla="*/ 597249 w 2465559"/>
                <a:gd name="connsiteY13-6246" fmla="*/ 4790181 h 4892818"/>
                <a:gd name="connsiteX14-6247" fmla="*/ 849176 w 2465559"/>
                <a:gd name="connsiteY14-6248" fmla="*/ 4463609 h 4892818"/>
                <a:gd name="connsiteX15-6249" fmla="*/ 746539 w 2465559"/>
                <a:gd name="connsiteY15-6250" fmla="*/ 4193022 h 4892818"/>
                <a:gd name="connsiteX16-6251" fmla="*/ 802523 w 2465559"/>
                <a:gd name="connsiteY16-6252" fmla="*/ 3773144 h 4892818"/>
                <a:gd name="connsiteX17-6253" fmla="*/ 877168 w 2465559"/>
                <a:gd name="connsiteY17-6254" fmla="*/ 3101340 h 4892818"/>
                <a:gd name="connsiteX18-6255" fmla="*/ 1343698 w 2465559"/>
                <a:gd name="connsiteY18-6256" fmla="*/ 2681462 h 4892818"/>
                <a:gd name="connsiteX19-6257" fmla="*/ 1502319 w 2465559"/>
                <a:gd name="connsiteY19-6258" fmla="*/ 3446573 h 4892818"/>
                <a:gd name="connsiteX20-6259" fmla="*/ 1175747 w 2465559"/>
                <a:gd name="connsiteY20-6260" fmla="*/ 4174360 h 4892818"/>
                <a:gd name="connsiteX21-6261" fmla="*/ 933151 w 2465559"/>
                <a:gd name="connsiteY21-6262" fmla="*/ 4771520 h 4892818"/>
                <a:gd name="connsiteX22-6263" fmla="*/ 1231731 w 2465559"/>
                <a:gd name="connsiteY22-6264" fmla="*/ 4827503 h 4892818"/>
                <a:gd name="connsiteX23-6265" fmla="*/ 1642278 w 2465559"/>
                <a:gd name="connsiteY23-6266" fmla="*/ 4883487 h 4892818"/>
                <a:gd name="connsiteX24-6267" fmla="*/ 1698262 w 2465559"/>
                <a:gd name="connsiteY24-6268" fmla="*/ 4827503 h 4892818"/>
                <a:gd name="connsiteX25-6269" fmla="*/ 1278384 w 2465559"/>
                <a:gd name="connsiteY25-6270" fmla="*/ 4640891 h 4892818"/>
                <a:gd name="connsiteX26-6271" fmla="*/ 1735584 w 2465559"/>
                <a:gd name="connsiteY26-6272" fmla="*/ 3698499 h 4892818"/>
                <a:gd name="connsiteX27-6273" fmla="*/ 1875543 w 2465559"/>
                <a:gd name="connsiteY27-6274" fmla="*/ 3343936 h 4892818"/>
                <a:gd name="connsiteX28-6275" fmla="*/ 1978180 w 2465559"/>
                <a:gd name="connsiteY28-6276" fmla="*/ 2196271 h 4892818"/>
                <a:gd name="connsiteX29-6277" fmla="*/ 1959519 w 2465559"/>
                <a:gd name="connsiteY29-6278" fmla="*/ 1972336 h 4892818"/>
                <a:gd name="connsiteX30-6279" fmla="*/ 2103414 w 2465559"/>
                <a:gd name="connsiteY30-6280" fmla="*/ 1648584 h 4892818"/>
                <a:gd name="connsiteX31-6281" fmla="*/ 2324434 w 2465559"/>
                <a:gd name="connsiteY31-6282" fmla="*/ 1337952 h 4892818"/>
                <a:gd name="connsiteX32-6283" fmla="*/ 2465559 w 2465559"/>
                <a:gd name="connsiteY32-6284" fmla="*/ 1020807 h 4892818"/>
                <a:gd name="connsiteX33-6285" fmla="*/ 1938671 w 2465559"/>
                <a:gd name="connsiteY33-6286" fmla="*/ 589607 h 4892818"/>
                <a:gd name="connsiteX34-6287" fmla="*/ 1476708 w 2465559"/>
                <a:gd name="connsiteY34-6288" fmla="*/ 444983 h 4892818"/>
                <a:gd name="connsiteX35-6289" fmla="*/ 1272504 w 2465559"/>
                <a:gd name="connsiteY35-6290" fmla="*/ 409167 h 4892818"/>
                <a:gd name="connsiteX36-6291" fmla="*/ 1054449 w 2465559"/>
                <a:gd name="connsiteY36-6292" fmla="*/ 451446 h 4892818"/>
                <a:gd name="connsiteX37-6293" fmla="*/ 1035399 w 2465559"/>
                <a:gd name="connsiteY37-6294" fmla="*/ 263036 h 4892818"/>
                <a:gd name="connsiteX38-6295" fmla="*/ 869490 w 2465559"/>
                <a:gd name="connsiteY38-6296" fmla="*/ 71127 h 4892818"/>
                <a:gd name="connsiteX39-6297" fmla="*/ 597249 w 2465559"/>
                <a:gd name="connsiteY39-6298" fmla="*/ 12907 h 4892818"/>
                <a:gd name="connsiteX40-6299" fmla="*/ 475951 w 2465559"/>
                <a:gd name="connsiteY40-6300" fmla="*/ 516760 h 4892818"/>
                <a:gd name="connsiteX41-6301" fmla="*/ 616105 w 2465559"/>
                <a:gd name="connsiteY41-6302" fmla="*/ 724609 h 4892818"/>
                <a:gd name="connsiteX42-6303" fmla="*/ 319712 w 2465559"/>
                <a:gd name="connsiteY42-6304" fmla="*/ 1088309 h 4892818"/>
                <a:gd name="connsiteX43-6305" fmla="*/ 189084 w 2465559"/>
                <a:gd name="connsiteY43-6306" fmla="*/ 852857 h 4892818"/>
                <a:gd name="connsiteX44-6307" fmla="*/ 275879 w 2465559"/>
                <a:gd name="connsiteY44-6308" fmla="*/ 811890 h 4892818"/>
                <a:gd name="connsiteX45-6309" fmla="*/ 355140 w 2465559"/>
                <a:gd name="connsiteY45-6310" fmla="*/ 730733 h 4892818"/>
                <a:gd name="connsiteX46-6311" fmla="*/ 343233 w 2465559"/>
                <a:gd name="connsiteY46-6312" fmla="*/ 530708 h 4892818"/>
                <a:gd name="connsiteX47-6313" fmla="*/ 147388 w 2465559"/>
                <a:gd name="connsiteY47-6314" fmla="*/ 542954 h 4892818"/>
                <a:gd name="connsiteX0-6315" fmla="*/ 147388 w 2465559"/>
                <a:gd name="connsiteY0-6316" fmla="*/ 542954 h 4892818"/>
                <a:gd name="connsiteX1-6317" fmla="*/ 90 w 2465559"/>
                <a:gd name="connsiteY1-6318" fmla="*/ 796679 h 4892818"/>
                <a:gd name="connsiteX2-6319" fmla="*/ 37413 w 2465559"/>
                <a:gd name="connsiteY2-6320" fmla="*/ 973960 h 4892818"/>
                <a:gd name="connsiteX3-6321" fmla="*/ 266304 w 2465559"/>
                <a:gd name="connsiteY3-6322" fmla="*/ 1713265 h 4892818"/>
                <a:gd name="connsiteX4-6323" fmla="*/ 671894 w 2465559"/>
                <a:gd name="connsiteY4-6324" fmla="*/ 1552458 h 4892818"/>
                <a:gd name="connsiteX5-6325" fmla="*/ 961143 w 2465559"/>
                <a:gd name="connsiteY5-6326" fmla="*/ 1720409 h 4892818"/>
                <a:gd name="connsiteX6-6327" fmla="*/ 989135 w 2465559"/>
                <a:gd name="connsiteY6-6328" fmla="*/ 1916352 h 4892818"/>
                <a:gd name="connsiteX7-6329" fmla="*/ 961143 w 2465559"/>
                <a:gd name="connsiteY7-6330" fmla="*/ 2084303 h 4892818"/>
                <a:gd name="connsiteX8-6331" fmla="*/ 513274 w 2465559"/>
                <a:gd name="connsiteY8-6332" fmla="*/ 2886736 h 4892818"/>
                <a:gd name="connsiteX9-6333" fmla="*/ 494613 w 2465559"/>
                <a:gd name="connsiteY9-6334" fmla="*/ 3325275 h 4892818"/>
                <a:gd name="connsiteX10-6335" fmla="*/ 475951 w 2465559"/>
                <a:gd name="connsiteY10-6336" fmla="*/ 4267667 h 4892818"/>
                <a:gd name="connsiteX11-6337" fmla="*/ 401307 w 2465559"/>
                <a:gd name="connsiteY11-6338" fmla="*/ 4771520 h 4892818"/>
                <a:gd name="connsiteX12-6339" fmla="*/ 186703 w 2465559"/>
                <a:gd name="connsiteY12-6340" fmla="*/ 4892818 h 4892818"/>
                <a:gd name="connsiteX13-6341" fmla="*/ 597249 w 2465559"/>
                <a:gd name="connsiteY13-6342" fmla="*/ 4790181 h 4892818"/>
                <a:gd name="connsiteX14-6343" fmla="*/ 849176 w 2465559"/>
                <a:gd name="connsiteY14-6344" fmla="*/ 4463609 h 4892818"/>
                <a:gd name="connsiteX15-6345" fmla="*/ 746539 w 2465559"/>
                <a:gd name="connsiteY15-6346" fmla="*/ 4193022 h 4892818"/>
                <a:gd name="connsiteX16-6347" fmla="*/ 802523 w 2465559"/>
                <a:gd name="connsiteY16-6348" fmla="*/ 3773144 h 4892818"/>
                <a:gd name="connsiteX17-6349" fmla="*/ 877168 w 2465559"/>
                <a:gd name="connsiteY17-6350" fmla="*/ 3101340 h 4892818"/>
                <a:gd name="connsiteX18-6351" fmla="*/ 1343698 w 2465559"/>
                <a:gd name="connsiteY18-6352" fmla="*/ 2681462 h 4892818"/>
                <a:gd name="connsiteX19-6353" fmla="*/ 1502319 w 2465559"/>
                <a:gd name="connsiteY19-6354" fmla="*/ 3446573 h 4892818"/>
                <a:gd name="connsiteX20-6355" fmla="*/ 1175747 w 2465559"/>
                <a:gd name="connsiteY20-6356" fmla="*/ 4174360 h 4892818"/>
                <a:gd name="connsiteX21-6357" fmla="*/ 933151 w 2465559"/>
                <a:gd name="connsiteY21-6358" fmla="*/ 4771520 h 4892818"/>
                <a:gd name="connsiteX22-6359" fmla="*/ 1231731 w 2465559"/>
                <a:gd name="connsiteY22-6360" fmla="*/ 4827503 h 4892818"/>
                <a:gd name="connsiteX23-6361" fmla="*/ 1642278 w 2465559"/>
                <a:gd name="connsiteY23-6362" fmla="*/ 4883487 h 4892818"/>
                <a:gd name="connsiteX24-6363" fmla="*/ 1698262 w 2465559"/>
                <a:gd name="connsiteY24-6364" fmla="*/ 4827503 h 4892818"/>
                <a:gd name="connsiteX25-6365" fmla="*/ 1278384 w 2465559"/>
                <a:gd name="connsiteY25-6366" fmla="*/ 4640891 h 4892818"/>
                <a:gd name="connsiteX26-6367" fmla="*/ 1735584 w 2465559"/>
                <a:gd name="connsiteY26-6368" fmla="*/ 3698499 h 4892818"/>
                <a:gd name="connsiteX27-6369" fmla="*/ 1875543 w 2465559"/>
                <a:gd name="connsiteY27-6370" fmla="*/ 3343936 h 4892818"/>
                <a:gd name="connsiteX28-6371" fmla="*/ 1978180 w 2465559"/>
                <a:gd name="connsiteY28-6372" fmla="*/ 2196271 h 4892818"/>
                <a:gd name="connsiteX29-6373" fmla="*/ 1959519 w 2465559"/>
                <a:gd name="connsiteY29-6374" fmla="*/ 1972336 h 4892818"/>
                <a:gd name="connsiteX30-6375" fmla="*/ 2010109 w 2465559"/>
                <a:gd name="connsiteY30-6376" fmla="*/ 1807058 h 4892818"/>
                <a:gd name="connsiteX31-6377" fmla="*/ 2103414 w 2465559"/>
                <a:gd name="connsiteY31-6378" fmla="*/ 1648584 h 4892818"/>
                <a:gd name="connsiteX32-6379" fmla="*/ 2324434 w 2465559"/>
                <a:gd name="connsiteY32-6380" fmla="*/ 1337952 h 4892818"/>
                <a:gd name="connsiteX33-6381" fmla="*/ 2465559 w 2465559"/>
                <a:gd name="connsiteY33-6382" fmla="*/ 1020807 h 4892818"/>
                <a:gd name="connsiteX34-6383" fmla="*/ 1938671 w 2465559"/>
                <a:gd name="connsiteY34-6384" fmla="*/ 589607 h 4892818"/>
                <a:gd name="connsiteX35-6385" fmla="*/ 1476708 w 2465559"/>
                <a:gd name="connsiteY35-6386" fmla="*/ 444983 h 4892818"/>
                <a:gd name="connsiteX36-6387" fmla="*/ 1272504 w 2465559"/>
                <a:gd name="connsiteY36-6388" fmla="*/ 409167 h 4892818"/>
                <a:gd name="connsiteX37-6389" fmla="*/ 1054449 w 2465559"/>
                <a:gd name="connsiteY37-6390" fmla="*/ 451446 h 4892818"/>
                <a:gd name="connsiteX38-6391" fmla="*/ 1035399 w 2465559"/>
                <a:gd name="connsiteY38-6392" fmla="*/ 263036 h 4892818"/>
                <a:gd name="connsiteX39-6393" fmla="*/ 869490 w 2465559"/>
                <a:gd name="connsiteY39-6394" fmla="*/ 71127 h 4892818"/>
                <a:gd name="connsiteX40-6395" fmla="*/ 597249 w 2465559"/>
                <a:gd name="connsiteY40-6396" fmla="*/ 12907 h 4892818"/>
                <a:gd name="connsiteX41-6397" fmla="*/ 475951 w 2465559"/>
                <a:gd name="connsiteY41-6398" fmla="*/ 516760 h 4892818"/>
                <a:gd name="connsiteX42-6399" fmla="*/ 616105 w 2465559"/>
                <a:gd name="connsiteY42-6400" fmla="*/ 724609 h 4892818"/>
                <a:gd name="connsiteX43-6401" fmla="*/ 319712 w 2465559"/>
                <a:gd name="connsiteY43-6402" fmla="*/ 1088309 h 4892818"/>
                <a:gd name="connsiteX44-6403" fmla="*/ 189084 w 2465559"/>
                <a:gd name="connsiteY44-6404" fmla="*/ 852857 h 4892818"/>
                <a:gd name="connsiteX45-6405" fmla="*/ 275879 w 2465559"/>
                <a:gd name="connsiteY45-6406" fmla="*/ 811890 h 4892818"/>
                <a:gd name="connsiteX46-6407" fmla="*/ 355140 w 2465559"/>
                <a:gd name="connsiteY46-6408" fmla="*/ 730733 h 4892818"/>
                <a:gd name="connsiteX47-6409" fmla="*/ 343233 w 2465559"/>
                <a:gd name="connsiteY47-6410" fmla="*/ 530708 h 4892818"/>
                <a:gd name="connsiteX48" fmla="*/ 147388 w 2465559"/>
                <a:gd name="connsiteY48" fmla="*/ 542954 h 4892818"/>
                <a:gd name="connsiteX0-6411" fmla="*/ 147388 w 2465559"/>
                <a:gd name="connsiteY0-6412" fmla="*/ 542954 h 4892818"/>
                <a:gd name="connsiteX1-6413" fmla="*/ 90 w 2465559"/>
                <a:gd name="connsiteY1-6414" fmla="*/ 796679 h 4892818"/>
                <a:gd name="connsiteX2-6415" fmla="*/ 37413 w 2465559"/>
                <a:gd name="connsiteY2-6416" fmla="*/ 973960 h 4892818"/>
                <a:gd name="connsiteX3-6417" fmla="*/ 266304 w 2465559"/>
                <a:gd name="connsiteY3-6418" fmla="*/ 1713265 h 4892818"/>
                <a:gd name="connsiteX4-6419" fmla="*/ 671894 w 2465559"/>
                <a:gd name="connsiteY4-6420" fmla="*/ 1552458 h 4892818"/>
                <a:gd name="connsiteX5-6421" fmla="*/ 961143 w 2465559"/>
                <a:gd name="connsiteY5-6422" fmla="*/ 1720409 h 4892818"/>
                <a:gd name="connsiteX6-6423" fmla="*/ 989135 w 2465559"/>
                <a:gd name="connsiteY6-6424" fmla="*/ 1916352 h 4892818"/>
                <a:gd name="connsiteX7-6425" fmla="*/ 961143 w 2465559"/>
                <a:gd name="connsiteY7-6426" fmla="*/ 2084303 h 4892818"/>
                <a:gd name="connsiteX8-6427" fmla="*/ 513274 w 2465559"/>
                <a:gd name="connsiteY8-6428" fmla="*/ 2886736 h 4892818"/>
                <a:gd name="connsiteX9-6429" fmla="*/ 494613 w 2465559"/>
                <a:gd name="connsiteY9-6430" fmla="*/ 3325275 h 4892818"/>
                <a:gd name="connsiteX10-6431" fmla="*/ 475951 w 2465559"/>
                <a:gd name="connsiteY10-6432" fmla="*/ 4267667 h 4892818"/>
                <a:gd name="connsiteX11-6433" fmla="*/ 401307 w 2465559"/>
                <a:gd name="connsiteY11-6434" fmla="*/ 4771520 h 4892818"/>
                <a:gd name="connsiteX12-6435" fmla="*/ 186703 w 2465559"/>
                <a:gd name="connsiteY12-6436" fmla="*/ 4892818 h 4892818"/>
                <a:gd name="connsiteX13-6437" fmla="*/ 597249 w 2465559"/>
                <a:gd name="connsiteY13-6438" fmla="*/ 4790181 h 4892818"/>
                <a:gd name="connsiteX14-6439" fmla="*/ 849176 w 2465559"/>
                <a:gd name="connsiteY14-6440" fmla="*/ 4463609 h 4892818"/>
                <a:gd name="connsiteX15-6441" fmla="*/ 746539 w 2465559"/>
                <a:gd name="connsiteY15-6442" fmla="*/ 4193022 h 4892818"/>
                <a:gd name="connsiteX16-6443" fmla="*/ 802523 w 2465559"/>
                <a:gd name="connsiteY16-6444" fmla="*/ 3773144 h 4892818"/>
                <a:gd name="connsiteX17-6445" fmla="*/ 877168 w 2465559"/>
                <a:gd name="connsiteY17-6446" fmla="*/ 3101340 h 4892818"/>
                <a:gd name="connsiteX18-6447" fmla="*/ 1343698 w 2465559"/>
                <a:gd name="connsiteY18-6448" fmla="*/ 2681462 h 4892818"/>
                <a:gd name="connsiteX19-6449" fmla="*/ 1502319 w 2465559"/>
                <a:gd name="connsiteY19-6450" fmla="*/ 3446573 h 4892818"/>
                <a:gd name="connsiteX20-6451" fmla="*/ 1175747 w 2465559"/>
                <a:gd name="connsiteY20-6452" fmla="*/ 4174360 h 4892818"/>
                <a:gd name="connsiteX21-6453" fmla="*/ 933151 w 2465559"/>
                <a:gd name="connsiteY21-6454" fmla="*/ 4771520 h 4892818"/>
                <a:gd name="connsiteX22-6455" fmla="*/ 1231731 w 2465559"/>
                <a:gd name="connsiteY22-6456" fmla="*/ 4827503 h 4892818"/>
                <a:gd name="connsiteX23-6457" fmla="*/ 1642278 w 2465559"/>
                <a:gd name="connsiteY23-6458" fmla="*/ 4883487 h 4892818"/>
                <a:gd name="connsiteX24-6459" fmla="*/ 1698262 w 2465559"/>
                <a:gd name="connsiteY24-6460" fmla="*/ 4827503 h 4892818"/>
                <a:gd name="connsiteX25-6461" fmla="*/ 1278384 w 2465559"/>
                <a:gd name="connsiteY25-6462" fmla="*/ 4640891 h 4892818"/>
                <a:gd name="connsiteX26-6463" fmla="*/ 1735584 w 2465559"/>
                <a:gd name="connsiteY26-6464" fmla="*/ 3698499 h 4892818"/>
                <a:gd name="connsiteX27-6465" fmla="*/ 1875543 w 2465559"/>
                <a:gd name="connsiteY27-6466" fmla="*/ 3343936 h 4892818"/>
                <a:gd name="connsiteX28-6467" fmla="*/ 1978180 w 2465559"/>
                <a:gd name="connsiteY28-6468" fmla="*/ 2196271 h 4892818"/>
                <a:gd name="connsiteX29-6469" fmla="*/ 1959519 w 2465559"/>
                <a:gd name="connsiteY29-6470" fmla="*/ 1972336 h 4892818"/>
                <a:gd name="connsiteX30-6471" fmla="*/ 2010109 w 2465559"/>
                <a:gd name="connsiteY30-6472" fmla="*/ 1807058 h 4892818"/>
                <a:gd name="connsiteX31-6473" fmla="*/ 2103414 w 2465559"/>
                <a:gd name="connsiteY31-6474" fmla="*/ 1648584 h 4892818"/>
                <a:gd name="connsiteX32-6475" fmla="*/ 2324434 w 2465559"/>
                <a:gd name="connsiteY32-6476" fmla="*/ 1337952 h 4892818"/>
                <a:gd name="connsiteX33-6477" fmla="*/ 2465559 w 2465559"/>
                <a:gd name="connsiteY33-6478" fmla="*/ 1020807 h 4892818"/>
                <a:gd name="connsiteX34-6479" fmla="*/ 1938671 w 2465559"/>
                <a:gd name="connsiteY34-6480" fmla="*/ 589607 h 4892818"/>
                <a:gd name="connsiteX35-6481" fmla="*/ 1476708 w 2465559"/>
                <a:gd name="connsiteY35-6482" fmla="*/ 444983 h 4892818"/>
                <a:gd name="connsiteX36-6483" fmla="*/ 1272504 w 2465559"/>
                <a:gd name="connsiteY36-6484" fmla="*/ 409167 h 4892818"/>
                <a:gd name="connsiteX37-6485" fmla="*/ 1054449 w 2465559"/>
                <a:gd name="connsiteY37-6486" fmla="*/ 451446 h 4892818"/>
                <a:gd name="connsiteX38-6487" fmla="*/ 1035399 w 2465559"/>
                <a:gd name="connsiteY38-6488" fmla="*/ 263036 h 4892818"/>
                <a:gd name="connsiteX39-6489" fmla="*/ 869490 w 2465559"/>
                <a:gd name="connsiteY39-6490" fmla="*/ 71127 h 4892818"/>
                <a:gd name="connsiteX40-6491" fmla="*/ 597249 w 2465559"/>
                <a:gd name="connsiteY40-6492" fmla="*/ 12907 h 4892818"/>
                <a:gd name="connsiteX41-6493" fmla="*/ 475951 w 2465559"/>
                <a:gd name="connsiteY41-6494" fmla="*/ 516760 h 4892818"/>
                <a:gd name="connsiteX42-6495" fmla="*/ 616105 w 2465559"/>
                <a:gd name="connsiteY42-6496" fmla="*/ 724609 h 4892818"/>
                <a:gd name="connsiteX43-6497" fmla="*/ 319712 w 2465559"/>
                <a:gd name="connsiteY43-6498" fmla="*/ 1088309 h 4892818"/>
                <a:gd name="connsiteX44-6499" fmla="*/ 189084 w 2465559"/>
                <a:gd name="connsiteY44-6500" fmla="*/ 852857 h 4892818"/>
                <a:gd name="connsiteX45-6501" fmla="*/ 275879 w 2465559"/>
                <a:gd name="connsiteY45-6502" fmla="*/ 811890 h 4892818"/>
                <a:gd name="connsiteX46-6503" fmla="*/ 355140 w 2465559"/>
                <a:gd name="connsiteY46-6504" fmla="*/ 730733 h 4892818"/>
                <a:gd name="connsiteX47-6505" fmla="*/ 343233 w 2465559"/>
                <a:gd name="connsiteY47-6506" fmla="*/ 530708 h 4892818"/>
                <a:gd name="connsiteX48-6507" fmla="*/ 147388 w 2465559"/>
                <a:gd name="connsiteY48-6508" fmla="*/ 542954 h 4892818"/>
                <a:gd name="connsiteX0-6509" fmla="*/ 147388 w 2465559"/>
                <a:gd name="connsiteY0-6510" fmla="*/ 542954 h 4892818"/>
                <a:gd name="connsiteX1-6511" fmla="*/ 90 w 2465559"/>
                <a:gd name="connsiteY1-6512" fmla="*/ 796679 h 4892818"/>
                <a:gd name="connsiteX2-6513" fmla="*/ 37413 w 2465559"/>
                <a:gd name="connsiteY2-6514" fmla="*/ 973960 h 4892818"/>
                <a:gd name="connsiteX3-6515" fmla="*/ 266304 w 2465559"/>
                <a:gd name="connsiteY3-6516" fmla="*/ 1713265 h 4892818"/>
                <a:gd name="connsiteX4-6517" fmla="*/ 671894 w 2465559"/>
                <a:gd name="connsiteY4-6518" fmla="*/ 1552458 h 4892818"/>
                <a:gd name="connsiteX5-6519" fmla="*/ 961143 w 2465559"/>
                <a:gd name="connsiteY5-6520" fmla="*/ 1720409 h 4892818"/>
                <a:gd name="connsiteX6-6521" fmla="*/ 989135 w 2465559"/>
                <a:gd name="connsiteY6-6522" fmla="*/ 1916352 h 4892818"/>
                <a:gd name="connsiteX7-6523" fmla="*/ 961143 w 2465559"/>
                <a:gd name="connsiteY7-6524" fmla="*/ 2084303 h 4892818"/>
                <a:gd name="connsiteX8-6525" fmla="*/ 513274 w 2465559"/>
                <a:gd name="connsiteY8-6526" fmla="*/ 2886736 h 4892818"/>
                <a:gd name="connsiteX9-6527" fmla="*/ 494613 w 2465559"/>
                <a:gd name="connsiteY9-6528" fmla="*/ 3325275 h 4892818"/>
                <a:gd name="connsiteX10-6529" fmla="*/ 475951 w 2465559"/>
                <a:gd name="connsiteY10-6530" fmla="*/ 4267667 h 4892818"/>
                <a:gd name="connsiteX11-6531" fmla="*/ 401307 w 2465559"/>
                <a:gd name="connsiteY11-6532" fmla="*/ 4771520 h 4892818"/>
                <a:gd name="connsiteX12-6533" fmla="*/ 186703 w 2465559"/>
                <a:gd name="connsiteY12-6534" fmla="*/ 4892818 h 4892818"/>
                <a:gd name="connsiteX13-6535" fmla="*/ 597249 w 2465559"/>
                <a:gd name="connsiteY13-6536" fmla="*/ 4790181 h 4892818"/>
                <a:gd name="connsiteX14-6537" fmla="*/ 849176 w 2465559"/>
                <a:gd name="connsiteY14-6538" fmla="*/ 4463609 h 4892818"/>
                <a:gd name="connsiteX15-6539" fmla="*/ 746539 w 2465559"/>
                <a:gd name="connsiteY15-6540" fmla="*/ 4193022 h 4892818"/>
                <a:gd name="connsiteX16-6541" fmla="*/ 802523 w 2465559"/>
                <a:gd name="connsiteY16-6542" fmla="*/ 3773144 h 4892818"/>
                <a:gd name="connsiteX17-6543" fmla="*/ 877168 w 2465559"/>
                <a:gd name="connsiteY17-6544" fmla="*/ 3101340 h 4892818"/>
                <a:gd name="connsiteX18-6545" fmla="*/ 1343698 w 2465559"/>
                <a:gd name="connsiteY18-6546" fmla="*/ 2681462 h 4892818"/>
                <a:gd name="connsiteX19-6547" fmla="*/ 1502319 w 2465559"/>
                <a:gd name="connsiteY19-6548" fmla="*/ 3446573 h 4892818"/>
                <a:gd name="connsiteX20-6549" fmla="*/ 1175747 w 2465559"/>
                <a:gd name="connsiteY20-6550" fmla="*/ 4174360 h 4892818"/>
                <a:gd name="connsiteX21-6551" fmla="*/ 933151 w 2465559"/>
                <a:gd name="connsiteY21-6552" fmla="*/ 4771520 h 4892818"/>
                <a:gd name="connsiteX22-6553" fmla="*/ 1231731 w 2465559"/>
                <a:gd name="connsiteY22-6554" fmla="*/ 4827503 h 4892818"/>
                <a:gd name="connsiteX23-6555" fmla="*/ 1642278 w 2465559"/>
                <a:gd name="connsiteY23-6556" fmla="*/ 4883487 h 4892818"/>
                <a:gd name="connsiteX24-6557" fmla="*/ 1698262 w 2465559"/>
                <a:gd name="connsiteY24-6558" fmla="*/ 4827503 h 4892818"/>
                <a:gd name="connsiteX25-6559" fmla="*/ 1278384 w 2465559"/>
                <a:gd name="connsiteY25-6560" fmla="*/ 4640891 h 4892818"/>
                <a:gd name="connsiteX26-6561" fmla="*/ 1735584 w 2465559"/>
                <a:gd name="connsiteY26-6562" fmla="*/ 3698499 h 4892818"/>
                <a:gd name="connsiteX27-6563" fmla="*/ 1875543 w 2465559"/>
                <a:gd name="connsiteY27-6564" fmla="*/ 3343936 h 4892818"/>
                <a:gd name="connsiteX28-6565" fmla="*/ 1978180 w 2465559"/>
                <a:gd name="connsiteY28-6566" fmla="*/ 2196271 h 4892818"/>
                <a:gd name="connsiteX29-6567" fmla="*/ 1959519 w 2465559"/>
                <a:gd name="connsiteY29-6568" fmla="*/ 1972336 h 4892818"/>
                <a:gd name="connsiteX30-6569" fmla="*/ 2010109 w 2465559"/>
                <a:gd name="connsiteY30-6570" fmla="*/ 1807058 h 4892818"/>
                <a:gd name="connsiteX31-6571" fmla="*/ 2103414 w 2465559"/>
                <a:gd name="connsiteY31-6572" fmla="*/ 1648584 h 4892818"/>
                <a:gd name="connsiteX32-6573" fmla="*/ 2324434 w 2465559"/>
                <a:gd name="connsiteY32-6574" fmla="*/ 1337952 h 4892818"/>
                <a:gd name="connsiteX33-6575" fmla="*/ 2465559 w 2465559"/>
                <a:gd name="connsiteY33-6576" fmla="*/ 1020807 h 4892818"/>
                <a:gd name="connsiteX34-6577" fmla="*/ 1938671 w 2465559"/>
                <a:gd name="connsiteY34-6578" fmla="*/ 589607 h 4892818"/>
                <a:gd name="connsiteX35-6579" fmla="*/ 1476708 w 2465559"/>
                <a:gd name="connsiteY35-6580" fmla="*/ 444983 h 4892818"/>
                <a:gd name="connsiteX36-6581" fmla="*/ 1272504 w 2465559"/>
                <a:gd name="connsiteY36-6582" fmla="*/ 409167 h 4892818"/>
                <a:gd name="connsiteX37-6583" fmla="*/ 1054449 w 2465559"/>
                <a:gd name="connsiteY37-6584" fmla="*/ 451446 h 4892818"/>
                <a:gd name="connsiteX38-6585" fmla="*/ 1035399 w 2465559"/>
                <a:gd name="connsiteY38-6586" fmla="*/ 263036 h 4892818"/>
                <a:gd name="connsiteX39-6587" fmla="*/ 869490 w 2465559"/>
                <a:gd name="connsiteY39-6588" fmla="*/ 71127 h 4892818"/>
                <a:gd name="connsiteX40-6589" fmla="*/ 597249 w 2465559"/>
                <a:gd name="connsiteY40-6590" fmla="*/ 12907 h 4892818"/>
                <a:gd name="connsiteX41-6591" fmla="*/ 475951 w 2465559"/>
                <a:gd name="connsiteY41-6592" fmla="*/ 516760 h 4892818"/>
                <a:gd name="connsiteX42-6593" fmla="*/ 616105 w 2465559"/>
                <a:gd name="connsiteY42-6594" fmla="*/ 724609 h 4892818"/>
                <a:gd name="connsiteX43-6595" fmla="*/ 319712 w 2465559"/>
                <a:gd name="connsiteY43-6596" fmla="*/ 1088309 h 4892818"/>
                <a:gd name="connsiteX44-6597" fmla="*/ 189084 w 2465559"/>
                <a:gd name="connsiteY44-6598" fmla="*/ 852857 h 4892818"/>
                <a:gd name="connsiteX45-6599" fmla="*/ 275879 w 2465559"/>
                <a:gd name="connsiteY45-6600" fmla="*/ 811890 h 4892818"/>
                <a:gd name="connsiteX46-6601" fmla="*/ 355140 w 2465559"/>
                <a:gd name="connsiteY46-6602" fmla="*/ 730733 h 4892818"/>
                <a:gd name="connsiteX47-6603" fmla="*/ 343233 w 2465559"/>
                <a:gd name="connsiteY47-6604" fmla="*/ 530708 h 4892818"/>
                <a:gd name="connsiteX48-6605" fmla="*/ 147388 w 2465559"/>
                <a:gd name="connsiteY48-6606" fmla="*/ 542954 h 4892818"/>
                <a:gd name="connsiteX0-6607" fmla="*/ 147388 w 2465559"/>
                <a:gd name="connsiteY0-6608" fmla="*/ 542954 h 4892818"/>
                <a:gd name="connsiteX1-6609" fmla="*/ 90 w 2465559"/>
                <a:gd name="connsiteY1-6610" fmla="*/ 796679 h 4892818"/>
                <a:gd name="connsiteX2-6611" fmla="*/ 37413 w 2465559"/>
                <a:gd name="connsiteY2-6612" fmla="*/ 973960 h 4892818"/>
                <a:gd name="connsiteX3-6613" fmla="*/ 266304 w 2465559"/>
                <a:gd name="connsiteY3-6614" fmla="*/ 1713265 h 4892818"/>
                <a:gd name="connsiteX4-6615" fmla="*/ 671894 w 2465559"/>
                <a:gd name="connsiteY4-6616" fmla="*/ 1552458 h 4892818"/>
                <a:gd name="connsiteX5-6617" fmla="*/ 961143 w 2465559"/>
                <a:gd name="connsiteY5-6618" fmla="*/ 1720409 h 4892818"/>
                <a:gd name="connsiteX6-6619" fmla="*/ 989135 w 2465559"/>
                <a:gd name="connsiteY6-6620" fmla="*/ 1916352 h 4892818"/>
                <a:gd name="connsiteX7-6621" fmla="*/ 961143 w 2465559"/>
                <a:gd name="connsiteY7-6622" fmla="*/ 2084303 h 4892818"/>
                <a:gd name="connsiteX8-6623" fmla="*/ 513274 w 2465559"/>
                <a:gd name="connsiteY8-6624" fmla="*/ 2886736 h 4892818"/>
                <a:gd name="connsiteX9-6625" fmla="*/ 494613 w 2465559"/>
                <a:gd name="connsiteY9-6626" fmla="*/ 3325275 h 4892818"/>
                <a:gd name="connsiteX10-6627" fmla="*/ 475951 w 2465559"/>
                <a:gd name="connsiteY10-6628" fmla="*/ 4267667 h 4892818"/>
                <a:gd name="connsiteX11-6629" fmla="*/ 401307 w 2465559"/>
                <a:gd name="connsiteY11-6630" fmla="*/ 4771520 h 4892818"/>
                <a:gd name="connsiteX12-6631" fmla="*/ 186703 w 2465559"/>
                <a:gd name="connsiteY12-6632" fmla="*/ 4892818 h 4892818"/>
                <a:gd name="connsiteX13-6633" fmla="*/ 597249 w 2465559"/>
                <a:gd name="connsiteY13-6634" fmla="*/ 4790181 h 4892818"/>
                <a:gd name="connsiteX14-6635" fmla="*/ 849176 w 2465559"/>
                <a:gd name="connsiteY14-6636" fmla="*/ 4463609 h 4892818"/>
                <a:gd name="connsiteX15-6637" fmla="*/ 746539 w 2465559"/>
                <a:gd name="connsiteY15-6638" fmla="*/ 4193022 h 4892818"/>
                <a:gd name="connsiteX16-6639" fmla="*/ 802523 w 2465559"/>
                <a:gd name="connsiteY16-6640" fmla="*/ 3773144 h 4892818"/>
                <a:gd name="connsiteX17-6641" fmla="*/ 877168 w 2465559"/>
                <a:gd name="connsiteY17-6642" fmla="*/ 3101340 h 4892818"/>
                <a:gd name="connsiteX18-6643" fmla="*/ 1343698 w 2465559"/>
                <a:gd name="connsiteY18-6644" fmla="*/ 2681462 h 4892818"/>
                <a:gd name="connsiteX19-6645" fmla="*/ 1502319 w 2465559"/>
                <a:gd name="connsiteY19-6646" fmla="*/ 3446573 h 4892818"/>
                <a:gd name="connsiteX20-6647" fmla="*/ 1175747 w 2465559"/>
                <a:gd name="connsiteY20-6648" fmla="*/ 4174360 h 4892818"/>
                <a:gd name="connsiteX21-6649" fmla="*/ 933151 w 2465559"/>
                <a:gd name="connsiteY21-6650" fmla="*/ 4771520 h 4892818"/>
                <a:gd name="connsiteX22-6651" fmla="*/ 1231731 w 2465559"/>
                <a:gd name="connsiteY22-6652" fmla="*/ 4827503 h 4892818"/>
                <a:gd name="connsiteX23-6653" fmla="*/ 1642278 w 2465559"/>
                <a:gd name="connsiteY23-6654" fmla="*/ 4883487 h 4892818"/>
                <a:gd name="connsiteX24-6655" fmla="*/ 1698262 w 2465559"/>
                <a:gd name="connsiteY24-6656" fmla="*/ 4827503 h 4892818"/>
                <a:gd name="connsiteX25-6657" fmla="*/ 1278384 w 2465559"/>
                <a:gd name="connsiteY25-6658" fmla="*/ 4640891 h 4892818"/>
                <a:gd name="connsiteX26-6659" fmla="*/ 1735584 w 2465559"/>
                <a:gd name="connsiteY26-6660" fmla="*/ 3698499 h 4892818"/>
                <a:gd name="connsiteX27-6661" fmla="*/ 1875543 w 2465559"/>
                <a:gd name="connsiteY27-6662" fmla="*/ 3343936 h 4892818"/>
                <a:gd name="connsiteX28-6663" fmla="*/ 1978180 w 2465559"/>
                <a:gd name="connsiteY28-6664" fmla="*/ 2196271 h 4892818"/>
                <a:gd name="connsiteX29-6665" fmla="*/ 1959519 w 2465559"/>
                <a:gd name="connsiteY29-6666" fmla="*/ 1972336 h 4892818"/>
                <a:gd name="connsiteX30-6667" fmla="*/ 2010109 w 2465559"/>
                <a:gd name="connsiteY30-6668" fmla="*/ 1807058 h 4892818"/>
                <a:gd name="connsiteX31-6669" fmla="*/ 2103414 w 2465559"/>
                <a:gd name="connsiteY31-6670" fmla="*/ 1648584 h 4892818"/>
                <a:gd name="connsiteX32-6671" fmla="*/ 2324434 w 2465559"/>
                <a:gd name="connsiteY32-6672" fmla="*/ 1337952 h 4892818"/>
                <a:gd name="connsiteX33-6673" fmla="*/ 2465559 w 2465559"/>
                <a:gd name="connsiteY33-6674" fmla="*/ 1020807 h 4892818"/>
                <a:gd name="connsiteX34-6675" fmla="*/ 1938671 w 2465559"/>
                <a:gd name="connsiteY34-6676" fmla="*/ 589607 h 4892818"/>
                <a:gd name="connsiteX35-6677" fmla="*/ 1476708 w 2465559"/>
                <a:gd name="connsiteY35-6678" fmla="*/ 444983 h 4892818"/>
                <a:gd name="connsiteX36-6679" fmla="*/ 1272504 w 2465559"/>
                <a:gd name="connsiteY36-6680" fmla="*/ 409167 h 4892818"/>
                <a:gd name="connsiteX37-6681" fmla="*/ 1054449 w 2465559"/>
                <a:gd name="connsiteY37-6682" fmla="*/ 451446 h 4892818"/>
                <a:gd name="connsiteX38-6683" fmla="*/ 1035399 w 2465559"/>
                <a:gd name="connsiteY38-6684" fmla="*/ 263036 h 4892818"/>
                <a:gd name="connsiteX39-6685" fmla="*/ 869490 w 2465559"/>
                <a:gd name="connsiteY39-6686" fmla="*/ 71127 h 4892818"/>
                <a:gd name="connsiteX40-6687" fmla="*/ 597249 w 2465559"/>
                <a:gd name="connsiteY40-6688" fmla="*/ 12907 h 4892818"/>
                <a:gd name="connsiteX41-6689" fmla="*/ 475951 w 2465559"/>
                <a:gd name="connsiteY41-6690" fmla="*/ 516760 h 4892818"/>
                <a:gd name="connsiteX42-6691" fmla="*/ 616105 w 2465559"/>
                <a:gd name="connsiteY42-6692" fmla="*/ 724609 h 4892818"/>
                <a:gd name="connsiteX43-6693" fmla="*/ 319712 w 2465559"/>
                <a:gd name="connsiteY43-6694" fmla="*/ 1088309 h 4892818"/>
                <a:gd name="connsiteX44-6695" fmla="*/ 189084 w 2465559"/>
                <a:gd name="connsiteY44-6696" fmla="*/ 852857 h 4892818"/>
                <a:gd name="connsiteX45-6697" fmla="*/ 275879 w 2465559"/>
                <a:gd name="connsiteY45-6698" fmla="*/ 811890 h 4892818"/>
                <a:gd name="connsiteX46-6699" fmla="*/ 355140 w 2465559"/>
                <a:gd name="connsiteY46-6700" fmla="*/ 730733 h 4892818"/>
                <a:gd name="connsiteX47-6701" fmla="*/ 343233 w 2465559"/>
                <a:gd name="connsiteY47-6702" fmla="*/ 530708 h 4892818"/>
                <a:gd name="connsiteX48-6703" fmla="*/ 147388 w 2465559"/>
                <a:gd name="connsiteY48-6704" fmla="*/ 542954 h 4892818"/>
                <a:gd name="connsiteX0-6705" fmla="*/ 147388 w 2465559"/>
                <a:gd name="connsiteY0-6706" fmla="*/ 542954 h 4892818"/>
                <a:gd name="connsiteX1-6707" fmla="*/ 90 w 2465559"/>
                <a:gd name="connsiteY1-6708" fmla="*/ 796679 h 4892818"/>
                <a:gd name="connsiteX2-6709" fmla="*/ 37413 w 2465559"/>
                <a:gd name="connsiteY2-6710" fmla="*/ 973960 h 4892818"/>
                <a:gd name="connsiteX3-6711" fmla="*/ 266304 w 2465559"/>
                <a:gd name="connsiteY3-6712" fmla="*/ 1713265 h 4892818"/>
                <a:gd name="connsiteX4-6713" fmla="*/ 671894 w 2465559"/>
                <a:gd name="connsiteY4-6714" fmla="*/ 1552458 h 4892818"/>
                <a:gd name="connsiteX5-6715" fmla="*/ 961143 w 2465559"/>
                <a:gd name="connsiteY5-6716" fmla="*/ 1720409 h 4892818"/>
                <a:gd name="connsiteX6-6717" fmla="*/ 989135 w 2465559"/>
                <a:gd name="connsiteY6-6718" fmla="*/ 1916352 h 4892818"/>
                <a:gd name="connsiteX7-6719" fmla="*/ 961143 w 2465559"/>
                <a:gd name="connsiteY7-6720" fmla="*/ 2084303 h 4892818"/>
                <a:gd name="connsiteX8-6721" fmla="*/ 513274 w 2465559"/>
                <a:gd name="connsiteY8-6722" fmla="*/ 2886736 h 4892818"/>
                <a:gd name="connsiteX9-6723" fmla="*/ 494613 w 2465559"/>
                <a:gd name="connsiteY9-6724" fmla="*/ 3325275 h 4892818"/>
                <a:gd name="connsiteX10-6725" fmla="*/ 475951 w 2465559"/>
                <a:gd name="connsiteY10-6726" fmla="*/ 4267667 h 4892818"/>
                <a:gd name="connsiteX11-6727" fmla="*/ 401307 w 2465559"/>
                <a:gd name="connsiteY11-6728" fmla="*/ 4771520 h 4892818"/>
                <a:gd name="connsiteX12-6729" fmla="*/ 186703 w 2465559"/>
                <a:gd name="connsiteY12-6730" fmla="*/ 4892818 h 4892818"/>
                <a:gd name="connsiteX13-6731" fmla="*/ 597249 w 2465559"/>
                <a:gd name="connsiteY13-6732" fmla="*/ 4790181 h 4892818"/>
                <a:gd name="connsiteX14-6733" fmla="*/ 849176 w 2465559"/>
                <a:gd name="connsiteY14-6734" fmla="*/ 4463609 h 4892818"/>
                <a:gd name="connsiteX15-6735" fmla="*/ 746539 w 2465559"/>
                <a:gd name="connsiteY15-6736" fmla="*/ 4193022 h 4892818"/>
                <a:gd name="connsiteX16-6737" fmla="*/ 802523 w 2465559"/>
                <a:gd name="connsiteY16-6738" fmla="*/ 3773144 h 4892818"/>
                <a:gd name="connsiteX17-6739" fmla="*/ 877168 w 2465559"/>
                <a:gd name="connsiteY17-6740" fmla="*/ 3101340 h 4892818"/>
                <a:gd name="connsiteX18-6741" fmla="*/ 1343698 w 2465559"/>
                <a:gd name="connsiteY18-6742" fmla="*/ 2681462 h 4892818"/>
                <a:gd name="connsiteX19-6743" fmla="*/ 1502319 w 2465559"/>
                <a:gd name="connsiteY19-6744" fmla="*/ 3446573 h 4892818"/>
                <a:gd name="connsiteX20-6745" fmla="*/ 1175747 w 2465559"/>
                <a:gd name="connsiteY20-6746" fmla="*/ 4174360 h 4892818"/>
                <a:gd name="connsiteX21-6747" fmla="*/ 933151 w 2465559"/>
                <a:gd name="connsiteY21-6748" fmla="*/ 4771520 h 4892818"/>
                <a:gd name="connsiteX22-6749" fmla="*/ 1231731 w 2465559"/>
                <a:gd name="connsiteY22-6750" fmla="*/ 4827503 h 4892818"/>
                <a:gd name="connsiteX23-6751" fmla="*/ 1642278 w 2465559"/>
                <a:gd name="connsiteY23-6752" fmla="*/ 4883487 h 4892818"/>
                <a:gd name="connsiteX24-6753" fmla="*/ 1698262 w 2465559"/>
                <a:gd name="connsiteY24-6754" fmla="*/ 4827503 h 4892818"/>
                <a:gd name="connsiteX25-6755" fmla="*/ 1278384 w 2465559"/>
                <a:gd name="connsiteY25-6756" fmla="*/ 4640891 h 4892818"/>
                <a:gd name="connsiteX26-6757" fmla="*/ 1735584 w 2465559"/>
                <a:gd name="connsiteY26-6758" fmla="*/ 3698499 h 4892818"/>
                <a:gd name="connsiteX27-6759" fmla="*/ 1875543 w 2465559"/>
                <a:gd name="connsiteY27-6760" fmla="*/ 3343936 h 4892818"/>
                <a:gd name="connsiteX28-6761" fmla="*/ 1978180 w 2465559"/>
                <a:gd name="connsiteY28-6762" fmla="*/ 2196271 h 4892818"/>
                <a:gd name="connsiteX29-6763" fmla="*/ 1959519 w 2465559"/>
                <a:gd name="connsiteY29-6764" fmla="*/ 1972336 h 4892818"/>
                <a:gd name="connsiteX30-6765" fmla="*/ 2010109 w 2465559"/>
                <a:gd name="connsiteY30-6766" fmla="*/ 1807058 h 4892818"/>
                <a:gd name="connsiteX31-6767" fmla="*/ 2103414 w 2465559"/>
                <a:gd name="connsiteY31-6768" fmla="*/ 1648584 h 4892818"/>
                <a:gd name="connsiteX32-6769" fmla="*/ 2324434 w 2465559"/>
                <a:gd name="connsiteY32-6770" fmla="*/ 1337952 h 4892818"/>
                <a:gd name="connsiteX33-6771" fmla="*/ 2465559 w 2465559"/>
                <a:gd name="connsiteY33-6772" fmla="*/ 1020807 h 4892818"/>
                <a:gd name="connsiteX34-6773" fmla="*/ 1938671 w 2465559"/>
                <a:gd name="connsiteY34-6774" fmla="*/ 589607 h 4892818"/>
                <a:gd name="connsiteX35-6775" fmla="*/ 1476708 w 2465559"/>
                <a:gd name="connsiteY35-6776" fmla="*/ 444983 h 4892818"/>
                <a:gd name="connsiteX36-6777" fmla="*/ 1272504 w 2465559"/>
                <a:gd name="connsiteY36-6778" fmla="*/ 409167 h 4892818"/>
                <a:gd name="connsiteX37-6779" fmla="*/ 1054449 w 2465559"/>
                <a:gd name="connsiteY37-6780" fmla="*/ 451446 h 4892818"/>
                <a:gd name="connsiteX38-6781" fmla="*/ 1035399 w 2465559"/>
                <a:gd name="connsiteY38-6782" fmla="*/ 263036 h 4892818"/>
                <a:gd name="connsiteX39-6783" fmla="*/ 869490 w 2465559"/>
                <a:gd name="connsiteY39-6784" fmla="*/ 71127 h 4892818"/>
                <a:gd name="connsiteX40-6785" fmla="*/ 597249 w 2465559"/>
                <a:gd name="connsiteY40-6786" fmla="*/ 12907 h 4892818"/>
                <a:gd name="connsiteX41-6787" fmla="*/ 475951 w 2465559"/>
                <a:gd name="connsiteY41-6788" fmla="*/ 516760 h 4892818"/>
                <a:gd name="connsiteX42-6789" fmla="*/ 616105 w 2465559"/>
                <a:gd name="connsiteY42-6790" fmla="*/ 724609 h 4892818"/>
                <a:gd name="connsiteX43-6791" fmla="*/ 319712 w 2465559"/>
                <a:gd name="connsiteY43-6792" fmla="*/ 1088309 h 4892818"/>
                <a:gd name="connsiteX44-6793" fmla="*/ 189084 w 2465559"/>
                <a:gd name="connsiteY44-6794" fmla="*/ 852857 h 4892818"/>
                <a:gd name="connsiteX45-6795" fmla="*/ 275879 w 2465559"/>
                <a:gd name="connsiteY45-6796" fmla="*/ 811890 h 4892818"/>
                <a:gd name="connsiteX46-6797" fmla="*/ 355140 w 2465559"/>
                <a:gd name="connsiteY46-6798" fmla="*/ 730733 h 4892818"/>
                <a:gd name="connsiteX47-6799" fmla="*/ 343233 w 2465559"/>
                <a:gd name="connsiteY47-6800" fmla="*/ 530708 h 4892818"/>
                <a:gd name="connsiteX48-6801" fmla="*/ 147388 w 2465559"/>
                <a:gd name="connsiteY48-6802" fmla="*/ 542954 h 4892818"/>
                <a:gd name="connsiteX0-6803" fmla="*/ 147388 w 2465559"/>
                <a:gd name="connsiteY0-6804" fmla="*/ 542954 h 4892818"/>
                <a:gd name="connsiteX1-6805" fmla="*/ 90 w 2465559"/>
                <a:gd name="connsiteY1-6806" fmla="*/ 796679 h 4892818"/>
                <a:gd name="connsiteX2-6807" fmla="*/ 37413 w 2465559"/>
                <a:gd name="connsiteY2-6808" fmla="*/ 973960 h 4892818"/>
                <a:gd name="connsiteX3-6809" fmla="*/ 266304 w 2465559"/>
                <a:gd name="connsiteY3-6810" fmla="*/ 1713265 h 4892818"/>
                <a:gd name="connsiteX4-6811" fmla="*/ 671894 w 2465559"/>
                <a:gd name="connsiteY4-6812" fmla="*/ 1552458 h 4892818"/>
                <a:gd name="connsiteX5-6813" fmla="*/ 961143 w 2465559"/>
                <a:gd name="connsiteY5-6814" fmla="*/ 1720409 h 4892818"/>
                <a:gd name="connsiteX6-6815" fmla="*/ 989135 w 2465559"/>
                <a:gd name="connsiteY6-6816" fmla="*/ 1916352 h 4892818"/>
                <a:gd name="connsiteX7-6817" fmla="*/ 961143 w 2465559"/>
                <a:gd name="connsiteY7-6818" fmla="*/ 2084303 h 4892818"/>
                <a:gd name="connsiteX8-6819" fmla="*/ 513274 w 2465559"/>
                <a:gd name="connsiteY8-6820" fmla="*/ 2886736 h 4892818"/>
                <a:gd name="connsiteX9-6821" fmla="*/ 494613 w 2465559"/>
                <a:gd name="connsiteY9-6822" fmla="*/ 3325275 h 4892818"/>
                <a:gd name="connsiteX10-6823" fmla="*/ 475951 w 2465559"/>
                <a:gd name="connsiteY10-6824" fmla="*/ 4267667 h 4892818"/>
                <a:gd name="connsiteX11-6825" fmla="*/ 401307 w 2465559"/>
                <a:gd name="connsiteY11-6826" fmla="*/ 4771520 h 4892818"/>
                <a:gd name="connsiteX12-6827" fmla="*/ 186703 w 2465559"/>
                <a:gd name="connsiteY12-6828" fmla="*/ 4892818 h 4892818"/>
                <a:gd name="connsiteX13-6829" fmla="*/ 597249 w 2465559"/>
                <a:gd name="connsiteY13-6830" fmla="*/ 4790181 h 4892818"/>
                <a:gd name="connsiteX14-6831" fmla="*/ 849176 w 2465559"/>
                <a:gd name="connsiteY14-6832" fmla="*/ 4463609 h 4892818"/>
                <a:gd name="connsiteX15-6833" fmla="*/ 746539 w 2465559"/>
                <a:gd name="connsiteY15-6834" fmla="*/ 4193022 h 4892818"/>
                <a:gd name="connsiteX16-6835" fmla="*/ 802523 w 2465559"/>
                <a:gd name="connsiteY16-6836" fmla="*/ 3773144 h 4892818"/>
                <a:gd name="connsiteX17-6837" fmla="*/ 877168 w 2465559"/>
                <a:gd name="connsiteY17-6838" fmla="*/ 3101340 h 4892818"/>
                <a:gd name="connsiteX18-6839" fmla="*/ 1343698 w 2465559"/>
                <a:gd name="connsiteY18-6840" fmla="*/ 2681462 h 4892818"/>
                <a:gd name="connsiteX19-6841" fmla="*/ 1502319 w 2465559"/>
                <a:gd name="connsiteY19-6842" fmla="*/ 3446573 h 4892818"/>
                <a:gd name="connsiteX20-6843" fmla="*/ 1175747 w 2465559"/>
                <a:gd name="connsiteY20-6844" fmla="*/ 4174360 h 4892818"/>
                <a:gd name="connsiteX21-6845" fmla="*/ 933151 w 2465559"/>
                <a:gd name="connsiteY21-6846" fmla="*/ 4771520 h 4892818"/>
                <a:gd name="connsiteX22-6847" fmla="*/ 1231731 w 2465559"/>
                <a:gd name="connsiteY22-6848" fmla="*/ 4827503 h 4892818"/>
                <a:gd name="connsiteX23-6849" fmla="*/ 1642278 w 2465559"/>
                <a:gd name="connsiteY23-6850" fmla="*/ 4883487 h 4892818"/>
                <a:gd name="connsiteX24-6851" fmla="*/ 1698262 w 2465559"/>
                <a:gd name="connsiteY24-6852" fmla="*/ 4827503 h 4892818"/>
                <a:gd name="connsiteX25-6853" fmla="*/ 1278384 w 2465559"/>
                <a:gd name="connsiteY25-6854" fmla="*/ 4640891 h 4892818"/>
                <a:gd name="connsiteX26-6855" fmla="*/ 1735584 w 2465559"/>
                <a:gd name="connsiteY26-6856" fmla="*/ 3698499 h 4892818"/>
                <a:gd name="connsiteX27-6857" fmla="*/ 1875543 w 2465559"/>
                <a:gd name="connsiteY27-6858" fmla="*/ 3343936 h 4892818"/>
                <a:gd name="connsiteX28-6859" fmla="*/ 1978180 w 2465559"/>
                <a:gd name="connsiteY28-6860" fmla="*/ 2196271 h 4892818"/>
                <a:gd name="connsiteX29-6861" fmla="*/ 1959519 w 2465559"/>
                <a:gd name="connsiteY29-6862" fmla="*/ 1972336 h 4892818"/>
                <a:gd name="connsiteX30-6863" fmla="*/ 2010109 w 2465559"/>
                <a:gd name="connsiteY30-6864" fmla="*/ 1807058 h 4892818"/>
                <a:gd name="connsiteX31-6865" fmla="*/ 2103414 w 2465559"/>
                <a:gd name="connsiteY31-6866" fmla="*/ 1648584 h 4892818"/>
                <a:gd name="connsiteX32-6867" fmla="*/ 2324434 w 2465559"/>
                <a:gd name="connsiteY32-6868" fmla="*/ 1337952 h 4892818"/>
                <a:gd name="connsiteX33-6869" fmla="*/ 2465559 w 2465559"/>
                <a:gd name="connsiteY33-6870" fmla="*/ 1020807 h 4892818"/>
                <a:gd name="connsiteX34-6871" fmla="*/ 1938671 w 2465559"/>
                <a:gd name="connsiteY34-6872" fmla="*/ 589607 h 4892818"/>
                <a:gd name="connsiteX35-6873" fmla="*/ 1476708 w 2465559"/>
                <a:gd name="connsiteY35-6874" fmla="*/ 444983 h 4892818"/>
                <a:gd name="connsiteX36-6875" fmla="*/ 1272504 w 2465559"/>
                <a:gd name="connsiteY36-6876" fmla="*/ 409167 h 4892818"/>
                <a:gd name="connsiteX37-6877" fmla="*/ 1054449 w 2465559"/>
                <a:gd name="connsiteY37-6878" fmla="*/ 451446 h 4892818"/>
                <a:gd name="connsiteX38-6879" fmla="*/ 1035399 w 2465559"/>
                <a:gd name="connsiteY38-6880" fmla="*/ 263036 h 4892818"/>
                <a:gd name="connsiteX39-6881" fmla="*/ 869490 w 2465559"/>
                <a:gd name="connsiteY39-6882" fmla="*/ 71127 h 4892818"/>
                <a:gd name="connsiteX40-6883" fmla="*/ 597249 w 2465559"/>
                <a:gd name="connsiteY40-6884" fmla="*/ 12907 h 4892818"/>
                <a:gd name="connsiteX41-6885" fmla="*/ 475951 w 2465559"/>
                <a:gd name="connsiteY41-6886" fmla="*/ 516760 h 4892818"/>
                <a:gd name="connsiteX42-6887" fmla="*/ 616105 w 2465559"/>
                <a:gd name="connsiteY42-6888" fmla="*/ 724609 h 4892818"/>
                <a:gd name="connsiteX43-6889" fmla="*/ 319712 w 2465559"/>
                <a:gd name="connsiteY43-6890" fmla="*/ 1088309 h 4892818"/>
                <a:gd name="connsiteX44-6891" fmla="*/ 189084 w 2465559"/>
                <a:gd name="connsiteY44-6892" fmla="*/ 852857 h 4892818"/>
                <a:gd name="connsiteX45-6893" fmla="*/ 275879 w 2465559"/>
                <a:gd name="connsiteY45-6894" fmla="*/ 811890 h 4892818"/>
                <a:gd name="connsiteX46-6895" fmla="*/ 355140 w 2465559"/>
                <a:gd name="connsiteY46-6896" fmla="*/ 730733 h 4892818"/>
                <a:gd name="connsiteX47-6897" fmla="*/ 343233 w 2465559"/>
                <a:gd name="connsiteY47-6898" fmla="*/ 530708 h 4892818"/>
                <a:gd name="connsiteX48-6899" fmla="*/ 147388 w 2465559"/>
                <a:gd name="connsiteY48-6900" fmla="*/ 542954 h 4892818"/>
                <a:gd name="connsiteX0-6901" fmla="*/ 147388 w 2465559"/>
                <a:gd name="connsiteY0-6902" fmla="*/ 542954 h 4892818"/>
                <a:gd name="connsiteX1-6903" fmla="*/ 90 w 2465559"/>
                <a:gd name="connsiteY1-6904" fmla="*/ 796679 h 4892818"/>
                <a:gd name="connsiteX2-6905" fmla="*/ 37413 w 2465559"/>
                <a:gd name="connsiteY2-6906" fmla="*/ 973960 h 4892818"/>
                <a:gd name="connsiteX3-6907" fmla="*/ 266304 w 2465559"/>
                <a:gd name="connsiteY3-6908" fmla="*/ 1713265 h 4892818"/>
                <a:gd name="connsiteX4-6909" fmla="*/ 671894 w 2465559"/>
                <a:gd name="connsiteY4-6910" fmla="*/ 1552458 h 4892818"/>
                <a:gd name="connsiteX5-6911" fmla="*/ 961143 w 2465559"/>
                <a:gd name="connsiteY5-6912" fmla="*/ 1720409 h 4892818"/>
                <a:gd name="connsiteX6-6913" fmla="*/ 989135 w 2465559"/>
                <a:gd name="connsiteY6-6914" fmla="*/ 1916352 h 4892818"/>
                <a:gd name="connsiteX7-6915" fmla="*/ 961143 w 2465559"/>
                <a:gd name="connsiteY7-6916" fmla="*/ 2084303 h 4892818"/>
                <a:gd name="connsiteX8-6917" fmla="*/ 513274 w 2465559"/>
                <a:gd name="connsiteY8-6918" fmla="*/ 2886736 h 4892818"/>
                <a:gd name="connsiteX9-6919" fmla="*/ 494613 w 2465559"/>
                <a:gd name="connsiteY9-6920" fmla="*/ 3325275 h 4892818"/>
                <a:gd name="connsiteX10-6921" fmla="*/ 475951 w 2465559"/>
                <a:gd name="connsiteY10-6922" fmla="*/ 4267667 h 4892818"/>
                <a:gd name="connsiteX11-6923" fmla="*/ 401307 w 2465559"/>
                <a:gd name="connsiteY11-6924" fmla="*/ 4771520 h 4892818"/>
                <a:gd name="connsiteX12-6925" fmla="*/ 186703 w 2465559"/>
                <a:gd name="connsiteY12-6926" fmla="*/ 4892818 h 4892818"/>
                <a:gd name="connsiteX13-6927" fmla="*/ 597249 w 2465559"/>
                <a:gd name="connsiteY13-6928" fmla="*/ 4790181 h 4892818"/>
                <a:gd name="connsiteX14-6929" fmla="*/ 849176 w 2465559"/>
                <a:gd name="connsiteY14-6930" fmla="*/ 4463609 h 4892818"/>
                <a:gd name="connsiteX15-6931" fmla="*/ 746539 w 2465559"/>
                <a:gd name="connsiteY15-6932" fmla="*/ 4193022 h 4892818"/>
                <a:gd name="connsiteX16-6933" fmla="*/ 802523 w 2465559"/>
                <a:gd name="connsiteY16-6934" fmla="*/ 3773144 h 4892818"/>
                <a:gd name="connsiteX17-6935" fmla="*/ 877168 w 2465559"/>
                <a:gd name="connsiteY17-6936" fmla="*/ 3101340 h 4892818"/>
                <a:gd name="connsiteX18-6937" fmla="*/ 1343698 w 2465559"/>
                <a:gd name="connsiteY18-6938" fmla="*/ 2681462 h 4892818"/>
                <a:gd name="connsiteX19-6939" fmla="*/ 1502319 w 2465559"/>
                <a:gd name="connsiteY19-6940" fmla="*/ 3446573 h 4892818"/>
                <a:gd name="connsiteX20-6941" fmla="*/ 1175747 w 2465559"/>
                <a:gd name="connsiteY20-6942" fmla="*/ 4174360 h 4892818"/>
                <a:gd name="connsiteX21-6943" fmla="*/ 933151 w 2465559"/>
                <a:gd name="connsiteY21-6944" fmla="*/ 4771520 h 4892818"/>
                <a:gd name="connsiteX22-6945" fmla="*/ 1231731 w 2465559"/>
                <a:gd name="connsiteY22-6946" fmla="*/ 4827503 h 4892818"/>
                <a:gd name="connsiteX23-6947" fmla="*/ 1642278 w 2465559"/>
                <a:gd name="connsiteY23-6948" fmla="*/ 4883487 h 4892818"/>
                <a:gd name="connsiteX24-6949" fmla="*/ 1698262 w 2465559"/>
                <a:gd name="connsiteY24-6950" fmla="*/ 4827503 h 4892818"/>
                <a:gd name="connsiteX25-6951" fmla="*/ 1278384 w 2465559"/>
                <a:gd name="connsiteY25-6952" fmla="*/ 4640891 h 4892818"/>
                <a:gd name="connsiteX26-6953" fmla="*/ 1735584 w 2465559"/>
                <a:gd name="connsiteY26-6954" fmla="*/ 3698499 h 4892818"/>
                <a:gd name="connsiteX27-6955" fmla="*/ 1875543 w 2465559"/>
                <a:gd name="connsiteY27-6956" fmla="*/ 3343936 h 4892818"/>
                <a:gd name="connsiteX28-6957" fmla="*/ 1978180 w 2465559"/>
                <a:gd name="connsiteY28-6958" fmla="*/ 2196271 h 4892818"/>
                <a:gd name="connsiteX29-6959" fmla="*/ 1959519 w 2465559"/>
                <a:gd name="connsiteY29-6960" fmla="*/ 1972336 h 4892818"/>
                <a:gd name="connsiteX30-6961" fmla="*/ 2010109 w 2465559"/>
                <a:gd name="connsiteY30-6962" fmla="*/ 1807058 h 4892818"/>
                <a:gd name="connsiteX31-6963" fmla="*/ 2103414 w 2465559"/>
                <a:gd name="connsiteY31-6964" fmla="*/ 1648584 h 4892818"/>
                <a:gd name="connsiteX32-6965" fmla="*/ 2324434 w 2465559"/>
                <a:gd name="connsiteY32-6966" fmla="*/ 1337952 h 4892818"/>
                <a:gd name="connsiteX33-6967" fmla="*/ 2465559 w 2465559"/>
                <a:gd name="connsiteY33-6968" fmla="*/ 1020807 h 4892818"/>
                <a:gd name="connsiteX34-6969" fmla="*/ 1938671 w 2465559"/>
                <a:gd name="connsiteY34-6970" fmla="*/ 589607 h 4892818"/>
                <a:gd name="connsiteX35-6971" fmla="*/ 1476708 w 2465559"/>
                <a:gd name="connsiteY35-6972" fmla="*/ 444983 h 4892818"/>
                <a:gd name="connsiteX36-6973" fmla="*/ 1272504 w 2465559"/>
                <a:gd name="connsiteY36-6974" fmla="*/ 409167 h 4892818"/>
                <a:gd name="connsiteX37-6975" fmla="*/ 1054449 w 2465559"/>
                <a:gd name="connsiteY37-6976" fmla="*/ 451446 h 4892818"/>
                <a:gd name="connsiteX38-6977" fmla="*/ 1035399 w 2465559"/>
                <a:gd name="connsiteY38-6978" fmla="*/ 263036 h 4892818"/>
                <a:gd name="connsiteX39-6979" fmla="*/ 869490 w 2465559"/>
                <a:gd name="connsiteY39-6980" fmla="*/ 71127 h 4892818"/>
                <a:gd name="connsiteX40-6981" fmla="*/ 597249 w 2465559"/>
                <a:gd name="connsiteY40-6982" fmla="*/ 12907 h 4892818"/>
                <a:gd name="connsiteX41-6983" fmla="*/ 475951 w 2465559"/>
                <a:gd name="connsiteY41-6984" fmla="*/ 516760 h 4892818"/>
                <a:gd name="connsiteX42-6985" fmla="*/ 616105 w 2465559"/>
                <a:gd name="connsiteY42-6986" fmla="*/ 724609 h 4892818"/>
                <a:gd name="connsiteX43-6987" fmla="*/ 319712 w 2465559"/>
                <a:gd name="connsiteY43-6988" fmla="*/ 1088309 h 4892818"/>
                <a:gd name="connsiteX44-6989" fmla="*/ 189084 w 2465559"/>
                <a:gd name="connsiteY44-6990" fmla="*/ 852857 h 4892818"/>
                <a:gd name="connsiteX45-6991" fmla="*/ 275879 w 2465559"/>
                <a:gd name="connsiteY45-6992" fmla="*/ 811890 h 4892818"/>
                <a:gd name="connsiteX46-6993" fmla="*/ 355140 w 2465559"/>
                <a:gd name="connsiteY46-6994" fmla="*/ 730733 h 4892818"/>
                <a:gd name="connsiteX47-6995" fmla="*/ 343233 w 2465559"/>
                <a:gd name="connsiteY47-6996" fmla="*/ 530708 h 4892818"/>
                <a:gd name="connsiteX48-6997" fmla="*/ 147388 w 2465559"/>
                <a:gd name="connsiteY48-6998" fmla="*/ 542954 h 4892818"/>
                <a:gd name="connsiteX0-6999" fmla="*/ 147388 w 2465559"/>
                <a:gd name="connsiteY0-7000" fmla="*/ 542954 h 4892818"/>
                <a:gd name="connsiteX1-7001" fmla="*/ 90 w 2465559"/>
                <a:gd name="connsiteY1-7002" fmla="*/ 796679 h 4892818"/>
                <a:gd name="connsiteX2-7003" fmla="*/ 37413 w 2465559"/>
                <a:gd name="connsiteY2-7004" fmla="*/ 973960 h 4892818"/>
                <a:gd name="connsiteX3-7005" fmla="*/ 266304 w 2465559"/>
                <a:gd name="connsiteY3-7006" fmla="*/ 1713265 h 4892818"/>
                <a:gd name="connsiteX4-7007" fmla="*/ 671894 w 2465559"/>
                <a:gd name="connsiteY4-7008" fmla="*/ 1552458 h 4892818"/>
                <a:gd name="connsiteX5-7009" fmla="*/ 961143 w 2465559"/>
                <a:gd name="connsiteY5-7010" fmla="*/ 1720409 h 4892818"/>
                <a:gd name="connsiteX6-7011" fmla="*/ 989135 w 2465559"/>
                <a:gd name="connsiteY6-7012" fmla="*/ 1916352 h 4892818"/>
                <a:gd name="connsiteX7-7013" fmla="*/ 961143 w 2465559"/>
                <a:gd name="connsiteY7-7014" fmla="*/ 2084303 h 4892818"/>
                <a:gd name="connsiteX8-7015" fmla="*/ 513274 w 2465559"/>
                <a:gd name="connsiteY8-7016" fmla="*/ 2886736 h 4892818"/>
                <a:gd name="connsiteX9-7017" fmla="*/ 494613 w 2465559"/>
                <a:gd name="connsiteY9-7018" fmla="*/ 3325275 h 4892818"/>
                <a:gd name="connsiteX10-7019" fmla="*/ 475951 w 2465559"/>
                <a:gd name="connsiteY10-7020" fmla="*/ 4267667 h 4892818"/>
                <a:gd name="connsiteX11-7021" fmla="*/ 401307 w 2465559"/>
                <a:gd name="connsiteY11-7022" fmla="*/ 4771520 h 4892818"/>
                <a:gd name="connsiteX12-7023" fmla="*/ 186703 w 2465559"/>
                <a:gd name="connsiteY12-7024" fmla="*/ 4892818 h 4892818"/>
                <a:gd name="connsiteX13-7025" fmla="*/ 597249 w 2465559"/>
                <a:gd name="connsiteY13-7026" fmla="*/ 4790181 h 4892818"/>
                <a:gd name="connsiteX14-7027" fmla="*/ 849176 w 2465559"/>
                <a:gd name="connsiteY14-7028" fmla="*/ 4463609 h 4892818"/>
                <a:gd name="connsiteX15-7029" fmla="*/ 746539 w 2465559"/>
                <a:gd name="connsiteY15-7030" fmla="*/ 4193022 h 4892818"/>
                <a:gd name="connsiteX16-7031" fmla="*/ 802523 w 2465559"/>
                <a:gd name="connsiteY16-7032" fmla="*/ 3773144 h 4892818"/>
                <a:gd name="connsiteX17-7033" fmla="*/ 877168 w 2465559"/>
                <a:gd name="connsiteY17-7034" fmla="*/ 3101340 h 4892818"/>
                <a:gd name="connsiteX18-7035" fmla="*/ 1343698 w 2465559"/>
                <a:gd name="connsiteY18-7036" fmla="*/ 2681462 h 4892818"/>
                <a:gd name="connsiteX19-7037" fmla="*/ 1502319 w 2465559"/>
                <a:gd name="connsiteY19-7038" fmla="*/ 3446573 h 4892818"/>
                <a:gd name="connsiteX20-7039" fmla="*/ 1175747 w 2465559"/>
                <a:gd name="connsiteY20-7040" fmla="*/ 4174360 h 4892818"/>
                <a:gd name="connsiteX21-7041" fmla="*/ 933151 w 2465559"/>
                <a:gd name="connsiteY21-7042" fmla="*/ 4771520 h 4892818"/>
                <a:gd name="connsiteX22-7043" fmla="*/ 1231731 w 2465559"/>
                <a:gd name="connsiteY22-7044" fmla="*/ 4827503 h 4892818"/>
                <a:gd name="connsiteX23-7045" fmla="*/ 1642278 w 2465559"/>
                <a:gd name="connsiteY23-7046" fmla="*/ 4883487 h 4892818"/>
                <a:gd name="connsiteX24-7047" fmla="*/ 1698262 w 2465559"/>
                <a:gd name="connsiteY24-7048" fmla="*/ 4827503 h 4892818"/>
                <a:gd name="connsiteX25-7049" fmla="*/ 1278384 w 2465559"/>
                <a:gd name="connsiteY25-7050" fmla="*/ 4640891 h 4892818"/>
                <a:gd name="connsiteX26-7051" fmla="*/ 1735584 w 2465559"/>
                <a:gd name="connsiteY26-7052" fmla="*/ 3698499 h 4892818"/>
                <a:gd name="connsiteX27-7053" fmla="*/ 1875543 w 2465559"/>
                <a:gd name="connsiteY27-7054" fmla="*/ 3343936 h 4892818"/>
                <a:gd name="connsiteX28-7055" fmla="*/ 1978180 w 2465559"/>
                <a:gd name="connsiteY28-7056" fmla="*/ 2196271 h 4892818"/>
                <a:gd name="connsiteX29-7057" fmla="*/ 1959519 w 2465559"/>
                <a:gd name="connsiteY29-7058" fmla="*/ 1972336 h 4892818"/>
                <a:gd name="connsiteX30-7059" fmla="*/ 2010109 w 2465559"/>
                <a:gd name="connsiteY30-7060" fmla="*/ 1807058 h 4892818"/>
                <a:gd name="connsiteX31-7061" fmla="*/ 2103414 w 2465559"/>
                <a:gd name="connsiteY31-7062" fmla="*/ 1648584 h 4892818"/>
                <a:gd name="connsiteX32-7063" fmla="*/ 2324434 w 2465559"/>
                <a:gd name="connsiteY32-7064" fmla="*/ 1337952 h 4892818"/>
                <a:gd name="connsiteX33-7065" fmla="*/ 2465559 w 2465559"/>
                <a:gd name="connsiteY33-7066" fmla="*/ 1020807 h 4892818"/>
                <a:gd name="connsiteX34-7067" fmla="*/ 1938671 w 2465559"/>
                <a:gd name="connsiteY34-7068" fmla="*/ 589607 h 4892818"/>
                <a:gd name="connsiteX35-7069" fmla="*/ 1476708 w 2465559"/>
                <a:gd name="connsiteY35-7070" fmla="*/ 444983 h 4892818"/>
                <a:gd name="connsiteX36-7071" fmla="*/ 1272504 w 2465559"/>
                <a:gd name="connsiteY36-7072" fmla="*/ 409167 h 4892818"/>
                <a:gd name="connsiteX37-7073" fmla="*/ 1054449 w 2465559"/>
                <a:gd name="connsiteY37-7074" fmla="*/ 451446 h 4892818"/>
                <a:gd name="connsiteX38-7075" fmla="*/ 1035399 w 2465559"/>
                <a:gd name="connsiteY38-7076" fmla="*/ 263036 h 4892818"/>
                <a:gd name="connsiteX39-7077" fmla="*/ 869490 w 2465559"/>
                <a:gd name="connsiteY39-7078" fmla="*/ 71127 h 4892818"/>
                <a:gd name="connsiteX40-7079" fmla="*/ 597249 w 2465559"/>
                <a:gd name="connsiteY40-7080" fmla="*/ 12907 h 4892818"/>
                <a:gd name="connsiteX41-7081" fmla="*/ 475951 w 2465559"/>
                <a:gd name="connsiteY41-7082" fmla="*/ 516760 h 4892818"/>
                <a:gd name="connsiteX42-7083" fmla="*/ 616105 w 2465559"/>
                <a:gd name="connsiteY42-7084" fmla="*/ 724609 h 4892818"/>
                <a:gd name="connsiteX43-7085" fmla="*/ 319712 w 2465559"/>
                <a:gd name="connsiteY43-7086" fmla="*/ 1088309 h 4892818"/>
                <a:gd name="connsiteX44-7087" fmla="*/ 189084 w 2465559"/>
                <a:gd name="connsiteY44-7088" fmla="*/ 852857 h 4892818"/>
                <a:gd name="connsiteX45-7089" fmla="*/ 275879 w 2465559"/>
                <a:gd name="connsiteY45-7090" fmla="*/ 811890 h 4892818"/>
                <a:gd name="connsiteX46-7091" fmla="*/ 355140 w 2465559"/>
                <a:gd name="connsiteY46-7092" fmla="*/ 730733 h 4892818"/>
                <a:gd name="connsiteX47-7093" fmla="*/ 343233 w 2465559"/>
                <a:gd name="connsiteY47-7094" fmla="*/ 530708 h 4892818"/>
                <a:gd name="connsiteX48-7095" fmla="*/ 147388 w 2465559"/>
                <a:gd name="connsiteY48-7096" fmla="*/ 542954 h 4892818"/>
                <a:gd name="connsiteX0-7097" fmla="*/ 147388 w 2465559"/>
                <a:gd name="connsiteY0-7098" fmla="*/ 542954 h 4892818"/>
                <a:gd name="connsiteX1-7099" fmla="*/ 90 w 2465559"/>
                <a:gd name="connsiteY1-7100" fmla="*/ 796679 h 4892818"/>
                <a:gd name="connsiteX2-7101" fmla="*/ 37413 w 2465559"/>
                <a:gd name="connsiteY2-7102" fmla="*/ 973960 h 4892818"/>
                <a:gd name="connsiteX3-7103" fmla="*/ 266304 w 2465559"/>
                <a:gd name="connsiteY3-7104" fmla="*/ 1713265 h 4892818"/>
                <a:gd name="connsiteX4-7105" fmla="*/ 671894 w 2465559"/>
                <a:gd name="connsiteY4-7106" fmla="*/ 1552458 h 4892818"/>
                <a:gd name="connsiteX5-7107" fmla="*/ 961143 w 2465559"/>
                <a:gd name="connsiteY5-7108" fmla="*/ 1720409 h 4892818"/>
                <a:gd name="connsiteX6-7109" fmla="*/ 989135 w 2465559"/>
                <a:gd name="connsiteY6-7110" fmla="*/ 1916352 h 4892818"/>
                <a:gd name="connsiteX7-7111" fmla="*/ 961143 w 2465559"/>
                <a:gd name="connsiteY7-7112" fmla="*/ 2084303 h 4892818"/>
                <a:gd name="connsiteX8-7113" fmla="*/ 513274 w 2465559"/>
                <a:gd name="connsiteY8-7114" fmla="*/ 2886736 h 4892818"/>
                <a:gd name="connsiteX9-7115" fmla="*/ 494613 w 2465559"/>
                <a:gd name="connsiteY9-7116" fmla="*/ 3325275 h 4892818"/>
                <a:gd name="connsiteX10-7117" fmla="*/ 475951 w 2465559"/>
                <a:gd name="connsiteY10-7118" fmla="*/ 4267667 h 4892818"/>
                <a:gd name="connsiteX11-7119" fmla="*/ 401307 w 2465559"/>
                <a:gd name="connsiteY11-7120" fmla="*/ 4771520 h 4892818"/>
                <a:gd name="connsiteX12-7121" fmla="*/ 186703 w 2465559"/>
                <a:gd name="connsiteY12-7122" fmla="*/ 4892818 h 4892818"/>
                <a:gd name="connsiteX13-7123" fmla="*/ 597249 w 2465559"/>
                <a:gd name="connsiteY13-7124" fmla="*/ 4790181 h 4892818"/>
                <a:gd name="connsiteX14-7125" fmla="*/ 849176 w 2465559"/>
                <a:gd name="connsiteY14-7126" fmla="*/ 4463609 h 4892818"/>
                <a:gd name="connsiteX15-7127" fmla="*/ 746539 w 2465559"/>
                <a:gd name="connsiteY15-7128" fmla="*/ 4193022 h 4892818"/>
                <a:gd name="connsiteX16-7129" fmla="*/ 802523 w 2465559"/>
                <a:gd name="connsiteY16-7130" fmla="*/ 3773144 h 4892818"/>
                <a:gd name="connsiteX17-7131" fmla="*/ 877168 w 2465559"/>
                <a:gd name="connsiteY17-7132" fmla="*/ 3101340 h 4892818"/>
                <a:gd name="connsiteX18-7133" fmla="*/ 1343698 w 2465559"/>
                <a:gd name="connsiteY18-7134" fmla="*/ 2681462 h 4892818"/>
                <a:gd name="connsiteX19-7135" fmla="*/ 1502319 w 2465559"/>
                <a:gd name="connsiteY19-7136" fmla="*/ 3446573 h 4892818"/>
                <a:gd name="connsiteX20-7137" fmla="*/ 1175747 w 2465559"/>
                <a:gd name="connsiteY20-7138" fmla="*/ 4174360 h 4892818"/>
                <a:gd name="connsiteX21-7139" fmla="*/ 933151 w 2465559"/>
                <a:gd name="connsiteY21-7140" fmla="*/ 4771520 h 4892818"/>
                <a:gd name="connsiteX22-7141" fmla="*/ 1231731 w 2465559"/>
                <a:gd name="connsiteY22-7142" fmla="*/ 4827503 h 4892818"/>
                <a:gd name="connsiteX23-7143" fmla="*/ 1642278 w 2465559"/>
                <a:gd name="connsiteY23-7144" fmla="*/ 4883487 h 4892818"/>
                <a:gd name="connsiteX24-7145" fmla="*/ 1698262 w 2465559"/>
                <a:gd name="connsiteY24-7146" fmla="*/ 4827503 h 4892818"/>
                <a:gd name="connsiteX25-7147" fmla="*/ 1278384 w 2465559"/>
                <a:gd name="connsiteY25-7148" fmla="*/ 4640891 h 4892818"/>
                <a:gd name="connsiteX26-7149" fmla="*/ 1735584 w 2465559"/>
                <a:gd name="connsiteY26-7150" fmla="*/ 3698499 h 4892818"/>
                <a:gd name="connsiteX27-7151" fmla="*/ 1875543 w 2465559"/>
                <a:gd name="connsiteY27-7152" fmla="*/ 3343936 h 4892818"/>
                <a:gd name="connsiteX28-7153" fmla="*/ 1978180 w 2465559"/>
                <a:gd name="connsiteY28-7154" fmla="*/ 2196271 h 4892818"/>
                <a:gd name="connsiteX29-7155" fmla="*/ 1959519 w 2465559"/>
                <a:gd name="connsiteY29-7156" fmla="*/ 1972336 h 4892818"/>
                <a:gd name="connsiteX30-7157" fmla="*/ 2010109 w 2465559"/>
                <a:gd name="connsiteY30-7158" fmla="*/ 1807058 h 4892818"/>
                <a:gd name="connsiteX31-7159" fmla="*/ 2103414 w 2465559"/>
                <a:gd name="connsiteY31-7160" fmla="*/ 1648584 h 4892818"/>
                <a:gd name="connsiteX32-7161" fmla="*/ 2324434 w 2465559"/>
                <a:gd name="connsiteY32-7162" fmla="*/ 1337952 h 4892818"/>
                <a:gd name="connsiteX33-7163" fmla="*/ 2465559 w 2465559"/>
                <a:gd name="connsiteY33-7164" fmla="*/ 1020807 h 4892818"/>
                <a:gd name="connsiteX34-7165" fmla="*/ 1938671 w 2465559"/>
                <a:gd name="connsiteY34-7166" fmla="*/ 589607 h 4892818"/>
                <a:gd name="connsiteX35-7167" fmla="*/ 1476708 w 2465559"/>
                <a:gd name="connsiteY35-7168" fmla="*/ 444983 h 4892818"/>
                <a:gd name="connsiteX36-7169" fmla="*/ 1272504 w 2465559"/>
                <a:gd name="connsiteY36-7170" fmla="*/ 409167 h 4892818"/>
                <a:gd name="connsiteX37-7171" fmla="*/ 1054449 w 2465559"/>
                <a:gd name="connsiteY37-7172" fmla="*/ 451446 h 4892818"/>
                <a:gd name="connsiteX38-7173" fmla="*/ 1035399 w 2465559"/>
                <a:gd name="connsiteY38-7174" fmla="*/ 263036 h 4892818"/>
                <a:gd name="connsiteX39-7175" fmla="*/ 869490 w 2465559"/>
                <a:gd name="connsiteY39-7176" fmla="*/ 71127 h 4892818"/>
                <a:gd name="connsiteX40-7177" fmla="*/ 597249 w 2465559"/>
                <a:gd name="connsiteY40-7178" fmla="*/ 12907 h 4892818"/>
                <a:gd name="connsiteX41-7179" fmla="*/ 475951 w 2465559"/>
                <a:gd name="connsiteY41-7180" fmla="*/ 516760 h 4892818"/>
                <a:gd name="connsiteX42-7181" fmla="*/ 616105 w 2465559"/>
                <a:gd name="connsiteY42-7182" fmla="*/ 724609 h 4892818"/>
                <a:gd name="connsiteX43-7183" fmla="*/ 319712 w 2465559"/>
                <a:gd name="connsiteY43-7184" fmla="*/ 1088309 h 4892818"/>
                <a:gd name="connsiteX44-7185" fmla="*/ 189084 w 2465559"/>
                <a:gd name="connsiteY44-7186" fmla="*/ 852857 h 4892818"/>
                <a:gd name="connsiteX45-7187" fmla="*/ 275879 w 2465559"/>
                <a:gd name="connsiteY45-7188" fmla="*/ 811890 h 4892818"/>
                <a:gd name="connsiteX46-7189" fmla="*/ 355140 w 2465559"/>
                <a:gd name="connsiteY46-7190" fmla="*/ 730733 h 4892818"/>
                <a:gd name="connsiteX47-7191" fmla="*/ 343233 w 2465559"/>
                <a:gd name="connsiteY47-7192" fmla="*/ 530708 h 4892818"/>
                <a:gd name="connsiteX48-7193" fmla="*/ 147388 w 2465559"/>
                <a:gd name="connsiteY48-7194" fmla="*/ 542954 h 4892818"/>
                <a:gd name="connsiteX0-7195" fmla="*/ 147388 w 2465559"/>
                <a:gd name="connsiteY0-7196" fmla="*/ 542954 h 4892818"/>
                <a:gd name="connsiteX1-7197" fmla="*/ 90 w 2465559"/>
                <a:gd name="connsiteY1-7198" fmla="*/ 796679 h 4892818"/>
                <a:gd name="connsiteX2-7199" fmla="*/ 37413 w 2465559"/>
                <a:gd name="connsiteY2-7200" fmla="*/ 973960 h 4892818"/>
                <a:gd name="connsiteX3-7201" fmla="*/ 266304 w 2465559"/>
                <a:gd name="connsiteY3-7202" fmla="*/ 1713265 h 4892818"/>
                <a:gd name="connsiteX4-7203" fmla="*/ 671894 w 2465559"/>
                <a:gd name="connsiteY4-7204" fmla="*/ 1552458 h 4892818"/>
                <a:gd name="connsiteX5-7205" fmla="*/ 961143 w 2465559"/>
                <a:gd name="connsiteY5-7206" fmla="*/ 1720409 h 4892818"/>
                <a:gd name="connsiteX6-7207" fmla="*/ 989135 w 2465559"/>
                <a:gd name="connsiteY6-7208" fmla="*/ 1916352 h 4892818"/>
                <a:gd name="connsiteX7-7209" fmla="*/ 961143 w 2465559"/>
                <a:gd name="connsiteY7-7210" fmla="*/ 2084303 h 4892818"/>
                <a:gd name="connsiteX8-7211" fmla="*/ 515655 w 2465559"/>
                <a:gd name="connsiteY8-7212" fmla="*/ 2903404 h 4892818"/>
                <a:gd name="connsiteX9-7213" fmla="*/ 494613 w 2465559"/>
                <a:gd name="connsiteY9-7214" fmla="*/ 3325275 h 4892818"/>
                <a:gd name="connsiteX10-7215" fmla="*/ 475951 w 2465559"/>
                <a:gd name="connsiteY10-7216" fmla="*/ 4267667 h 4892818"/>
                <a:gd name="connsiteX11-7217" fmla="*/ 401307 w 2465559"/>
                <a:gd name="connsiteY11-7218" fmla="*/ 4771520 h 4892818"/>
                <a:gd name="connsiteX12-7219" fmla="*/ 186703 w 2465559"/>
                <a:gd name="connsiteY12-7220" fmla="*/ 4892818 h 4892818"/>
                <a:gd name="connsiteX13-7221" fmla="*/ 597249 w 2465559"/>
                <a:gd name="connsiteY13-7222" fmla="*/ 4790181 h 4892818"/>
                <a:gd name="connsiteX14-7223" fmla="*/ 849176 w 2465559"/>
                <a:gd name="connsiteY14-7224" fmla="*/ 4463609 h 4892818"/>
                <a:gd name="connsiteX15-7225" fmla="*/ 746539 w 2465559"/>
                <a:gd name="connsiteY15-7226" fmla="*/ 4193022 h 4892818"/>
                <a:gd name="connsiteX16-7227" fmla="*/ 802523 w 2465559"/>
                <a:gd name="connsiteY16-7228" fmla="*/ 3773144 h 4892818"/>
                <a:gd name="connsiteX17-7229" fmla="*/ 877168 w 2465559"/>
                <a:gd name="connsiteY17-7230" fmla="*/ 3101340 h 4892818"/>
                <a:gd name="connsiteX18-7231" fmla="*/ 1343698 w 2465559"/>
                <a:gd name="connsiteY18-7232" fmla="*/ 2681462 h 4892818"/>
                <a:gd name="connsiteX19-7233" fmla="*/ 1502319 w 2465559"/>
                <a:gd name="connsiteY19-7234" fmla="*/ 3446573 h 4892818"/>
                <a:gd name="connsiteX20-7235" fmla="*/ 1175747 w 2465559"/>
                <a:gd name="connsiteY20-7236" fmla="*/ 4174360 h 4892818"/>
                <a:gd name="connsiteX21-7237" fmla="*/ 933151 w 2465559"/>
                <a:gd name="connsiteY21-7238" fmla="*/ 4771520 h 4892818"/>
                <a:gd name="connsiteX22-7239" fmla="*/ 1231731 w 2465559"/>
                <a:gd name="connsiteY22-7240" fmla="*/ 4827503 h 4892818"/>
                <a:gd name="connsiteX23-7241" fmla="*/ 1642278 w 2465559"/>
                <a:gd name="connsiteY23-7242" fmla="*/ 4883487 h 4892818"/>
                <a:gd name="connsiteX24-7243" fmla="*/ 1698262 w 2465559"/>
                <a:gd name="connsiteY24-7244" fmla="*/ 4827503 h 4892818"/>
                <a:gd name="connsiteX25-7245" fmla="*/ 1278384 w 2465559"/>
                <a:gd name="connsiteY25-7246" fmla="*/ 4640891 h 4892818"/>
                <a:gd name="connsiteX26-7247" fmla="*/ 1735584 w 2465559"/>
                <a:gd name="connsiteY26-7248" fmla="*/ 3698499 h 4892818"/>
                <a:gd name="connsiteX27-7249" fmla="*/ 1875543 w 2465559"/>
                <a:gd name="connsiteY27-7250" fmla="*/ 3343936 h 4892818"/>
                <a:gd name="connsiteX28-7251" fmla="*/ 1978180 w 2465559"/>
                <a:gd name="connsiteY28-7252" fmla="*/ 2196271 h 4892818"/>
                <a:gd name="connsiteX29-7253" fmla="*/ 1959519 w 2465559"/>
                <a:gd name="connsiteY29-7254" fmla="*/ 1972336 h 4892818"/>
                <a:gd name="connsiteX30-7255" fmla="*/ 2010109 w 2465559"/>
                <a:gd name="connsiteY30-7256" fmla="*/ 1807058 h 4892818"/>
                <a:gd name="connsiteX31-7257" fmla="*/ 2103414 w 2465559"/>
                <a:gd name="connsiteY31-7258" fmla="*/ 1648584 h 4892818"/>
                <a:gd name="connsiteX32-7259" fmla="*/ 2324434 w 2465559"/>
                <a:gd name="connsiteY32-7260" fmla="*/ 1337952 h 4892818"/>
                <a:gd name="connsiteX33-7261" fmla="*/ 2465559 w 2465559"/>
                <a:gd name="connsiteY33-7262" fmla="*/ 1020807 h 4892818"/>
                <a:gd name="connsiteX34-7263" fmla="*/ 1938671 w 2465559"/>
                <a:gd name="connsiteY34-7264" fmla="*/ 589607 h 4892818"/>
                <a:gd name="connsiteX35-7265" fmla="*/ 1476708 w 2465559"/>
                <a:gd name="connsiteY35-7266" fmla="*/ 444983 h 4892818"/>
                <a:gd name="connsiteX36-7267" fmla="*/ 1272504 w 2465559"/>
                <a:gd name="connsiteY36-7268" fmla="*/ 409167 h 4892818"/>
                <a:gd name="connsiteX37-7269" fmla="*/ 1054449 w 2465559"/>
                <a:gd name="connsiteY37-7270" fmla="*/ 451446 h 4892818"/>
                <a:gd name="connsiteX38-7271" fmla="*/ 1035399 w 2465559"/>
                <a:gd name="connsiteY38-7272" fmla="*/ 263036 h 4892818"/>
                <a:gd name="connsiteX39-7273" fmla="*/ 869490 w 2465559"/>
                <a:gd name="connsiteY39-7274" fmla="*/ 71127 h 4892818"/>
                <a:gd name="connsiteX40-7275" fmla="*/ 597249 w 2465559"/>
                <a:gd name="connsiteY40-7276" fmla="*/ 12907 h 4892818"/>
                <a:gd name="connsiteX41-7277" fmla="*/ 475951 w 2465559"/>
                <a:gd name="connsiteY41-7278" fmla="*/ 516760 h 4892818"/>
                <a:gd name="connsiteX42-7279" fmla="*/ 616105 w 2465559"/>
                <a:gd name="connsiteY42-7280" fmla="*/ 724609 h 4892818"/>
                <a:gd name="connsiteX43-7281" fmla="*/ 319712 w 2465559"/>
                <a:gd name="connsiteY43-7282" fmla="*/ 1088309 h 4892818"/>
                <a:gd name="connsiteX44-7283" fmla="*/ 189084 w 2465559"/>
                <a:gd name="connsiteY44-7284" fmla="*/ 852857 h 4892818"/>
                <a:gd name="connsiteX45-7285" fmla="*/ 275879 w 2465559"/>
                <a:gd name="connsiteY45-7286" fmla="*/ 811890 h 4892818"/>
                <a:gd name="connsiteX46-7287" fmla="*/ 355140 w 2465559"/>
                <a:gd name="connsiteY46-7288" fmla="*/ 730733 h 4892818"/>
                <a:gd name="connsiteX47-7289" fmla="*/ 343233 w 2465559"/>
                <a:gd name="connsiteY47-7290" fmla="*/ 530708 h 4892818"/>
                <a:gd name="connsiteX48-7291" fmla="*/ 147388 w 2465559"/>
                <a:gd name="connsiteY48-7292" fmla="*/ 542954 h 4892818"/>
                <a:gd name="connsiteX0-7293" fmla="*/ 147388 w 2465559"/>
                <a:gd name="connsiteY0-7294" fmla="*/ 542954 h 4892818"/>
                <a:gd name="connsiteX1-7295" fmla="*/ 90 w 2465559"/>
                <a:gd name="connsiteY1-7296" fmla="*/ 796679 h 4892818"/>
                <a:gd name="connsiteX2-7297" fmla="*/ 37413 w 2465559"/>
                <a:gd name="connsiteY2-7298" fmla="*/ 973960 h 4892818"/>
                <a:gd name="connsiteX3-7299" fmla="*/ 266304 w 2465559"/>
                <a:gd name="connsiteY3-7300" fmla="*/ 1713265 h 4892818"/>
                <a:gd name="connsiteX4-7301" fmla="*/ 671894 w 2465559"/>
                <a:gd name="connsiteY4-7302" fmla="*/ 1552458 h 4892818"/>
                <a:gd name="connsiteX5-7303" fmla="*/ 961143 w 2465559"/>
                <a:gd name="connsiteY5-7304" fmla="*/ 1720409 h 4892818"/>
                <a:gd name="connsiteX6-7305" fmla="*/ 989135 w 2465559"/>
                <a:gd name="connsiteY6-7306" fmla="*/ 1916352 h 4892818"/>
                <a:gd name="connsiteX7-7307" fmla="*/ 961143 w 2465559"/>
                <a:gd name="connsiteY7-7308" fmla="*/ 2084303 h 4892818"/>
                <a:gd name="connsiteX8-7309" fmla="*/ 515655 w 2465559"/>
                <a:gd name="connsiteY8-7310" fmla="*/ 2903404 h 4892818"/>
                <a:gd name="connsiteX9-7311" fmla="*/ 494613 w 2465559"/>
                <a:gd name="connsiteY9-7312" fmla="*/ 3325275 h 4892818"/>
                <a:gd name="connsiteX10-7313" fmla="*/ 475951 w 2465559"/>
                <a:gd name="connsiteY10-7314" fmla="*/ 4267667 h 4892818"/>
                <a:gd name="connsiteX11-7315" fmla="*/ 401307 w 2465559"/>
                <a:gd name="connsiteY11-7316" fmla="*/ 4771520 h 4892818"/>
                <a:gd name="connsiteX12-7317" fmla="*/ 186703 w 2465559"/>
                <a:gd name="connsiteY12-7318" fmla="*/ 4892818 h 4892818"/>
                <a:gd name="connsiteX13-7319" fmla="*/ 597249 w 2465559"/>
                <a:gd name="connsiteY13-7320" fmla="*/ 4790181 h 4892818"/>
                <a:gd name="connsiteX14-7321" fmla="*/ 849176 w 2465559"/>
                <a:gd name="connsiteY14-7322" fmla="*/ 4463609 h 4892818"/>
                <a:gd name="connsiteX15-7323" fmla="*/ 746539 w 2465559"/>
                <a:gd name="connsiteY15-7324" fmla="*/ 4193022 h 4892818"/>
                <a:gd name="connsiteX16-7325" fmla="*/ 802523 w 2465559"/>
                <a:gd name="connsiteY16-7326" fmla="*/ 3773144 h 4892818"/>
                <a:gd name="connsiteX17-7327" fmla="*/ 877168 w 2465559"/>
                <a:gd name="connsiteY17-7328" fmla="*/ 3101340 h 4892818"/>
                <a:gd name="connsiteX18-7329" fmla="*/ 1343698 w 2465559"/>
                <a:gd name="connsiteY18-7330" fmla="*/ 2681462 h 4892818"/>
                <a:gd name="connsiteX19-7331" fmla="*/ 1502319 w 2465559"/>
                <a:gd name="connsiteY19-7332" fmla="*/ 3446573 h 4892818"/>
                <a:gd name="connsiteX20-7333" fmla="*/ 1175747 w 2465559"/>
                <a:gd name="connsiteY20-7334" fmla="*/ 4174360 h 4892818"/>
                <a:gd name="connsiteX21-7335" fmla="*/ 933151 w 2465559"/>
                <a:gd name="connsiteY21-7336" fmla="*/ 4771520 h 4892818"/>
                <a:gd name="connsiteX22-7337" fmla="*/ 1231731 w 2465559"/>
                <a:gd name="connsiteY22-7338" fmla="*/ 4827503 h 4892818"/>
                <a:gd name="connsiteX23-7339" fmla="*/ 1642278 w 2465559"/>
                <a:gd name="connsiteY23-7340" fmla="*/ 4883487 h 4892818"/>
                <a:gd name="connsiteX24-7341" fmla="*/ 1698262 w 2465559"/>
                <a:gd name="connsiteY24-7342" fmla="*/ 4827503 h 4892818"/>
                <a:gd name="connsiteX25-7343" fmla="*/ 1278384 w 2465559"/>
                <a:gd name="connsiteY25-7344" fmla="*/ 4640891 h 4892818"/>
                <a:gd name="connsiteX26-7345" fmla="*/ 1735584 w 2465559"/>
                <a:gd name="connsiteY26-7346" fmla="*/ 3698499 h 4892818"/>
                <a:gd name="connsiteX27-7347" fmla="*/ 1875543 w 2465559"/>
                <a:gd name="connsiteY27-7348" fmla="*/ 3343936 h 4892818"/>
                <a:gd name="connsiteX28-7349" fmla="*/ 1978180 w 2465559"/>
                <a:gd name="connsiteY28-7350" fmla="*/ 2196271 h 4892818"/>
                <a:gd name="connsiteX29-7351" fmla="*/ 1959519 w 2465559"/>
                <a:gd name="connsiteY29-7352" fmla="*/ 1972336 h 4892818"/>
                <a:gd name="connsiteX30-7353" fmla="*/ 2010109 w 2465559"/>
                <a:gd name="connsiteY30-7354" fmla="*/ 1807058 h 4892818"/>
                <a:gd name="connsiteX31-7355" fmla="*/ 2103414 w 2465559"/>
                <a:gd name="connsiteY31-7356" fmla="*/ 1648584 h 4892818"/>
                <a:gd name="connsiteX32-7357" fmla="*/ 2324434 w 2465559"/>
                <a:gd name="connsiteY32-7358" fmla="*/ 1337952 h 4892818"/>
                <a:gd name="connsiteX33-7359" fmla="*/ 2465559 w 2465559"/>
                <a:gd name="connsiteY33-7360" fmla="*/ 1020807 h 4892818"/>
                <a:gd name="connsiteX34-7361" fmla="*/ 1938671 w 2465559"/>
                <a:gd name="connsiteY34-7362" fmla="*/ 589607 h 4892818"/>
                <a:gd name="connsiteX35-7363" fmla="*/ 1476708 w 2465559"/>
                <a:gd name="connsiteY35-7364" fmla="*/ 444983 h 4892818"/>
                <a:gd name="connsiteX36-7365" fmla="*/ 1272504 w 2465559"/>
                <a:gd name="connsiteY36-7366" fmla="*/ 409167 h 4892818"/>
                <a:gd name="connsiteX37-7367" fmla="*/ 1054449 w 2465559"/>
                <a:gd name="connsiteY37-7368" fmla="*/ 451446 h 4892818"/>
                <a:gd name="connsiteX38-7369" fmla="*/ 1035399 w 2465559"/>
                <a:gd name="connsiteY38-7370" fmla="*/ 263036 h 4892818"/>
                <a:gd name="connsiteX39-7371" fmla="*/ 869490 w 2465559"/>
                <a:gd name="connsiteY39-7372" fmla="*/ 71127 h 4892818"/>
                <a:gd name="connsiteX40-7373" fmla="*/ 597249 w 2465559"/>
                <a:gd name="connsiteY40-7374" fmla="*/ 12907 h 4892818"/>
                <a:gd name="connsiteX41-7375" fmla="*/ 475951 w 2465559"/>
                <a:gd name="connsiteY41-7376" fmla="*/ 516760 h 4892818"/>
                <a:gd name="connsiteX42-7377" fmla="*/ 616105 w 2465559"/>
                <a:gd name="connsiteY42-7378" fmla="*/ 724609 h 4892818"/>
                <a:gd name="connsiteX43-7379" fmla="*/ 319712 w 2465559"/>
                <a:gd name="connsiteY43-7380" fmla="*/ 1088309 h 4892818"/>
                <a:gd name="connsiteX44-7381" fmla="*/ 189084 w 2465559"/>
                <a:gd name="connsiteY44-7382" fmla="*/ 852857 h 4892818"/>
                <a:gd name="connsiteX45-7383" fmla="*/ 275879 w 2465559"/>
                <a:gd name="connsiteY45-7384" fmla="*/ 811890 h 4892818"/>
                <a:gd name="connsiteX46-7385" fmla="*/ 355140 w 2465559"/>
                <a:gd name="connsiteY46-7386" fmla="*/ 730733 h 4892818"/>
                <a:gd name="connsiteX47-7387" fmla="*/ 343233 w 2465559"/>
                <a:gd name="connsiteY47-7388" fmla="*/ 530708 h 4892818"/>
                <a:gd name="connsiteX48-7389" fmla="*/ 147388 w 2465559"/>
                <a:gd name="connsiteY48-7390" fmla="*/ 542954 h 4892818"/>
                <a:gd name="connsiteX0-7391" fmla="*/ 147388 w 2465559"/>
                <a:gd name="connsiteY0-7392" fmla="*/ 542954 h 4892818"/>
                <a:gd name="connsiteX1-7393" fmla="*/ 90 w 2465559"/>
                <a:gd name="connsiteY1-7394" fmla="*/ 796679 h 4892818"/>
                <a:gd name="connsiteX2-7395" fmla="*/ 37413 w 2465559"/>
                <a:gd name="connsiteY2-7396" fmla="*/ 973960 h 4892818"/>
                <a:gd name="connsiteX3-7397" fmla="*/ 266304 w 2465559"/>
                <a:gd name="connsiteY3-7398" fmla="*/ 1713265 h 4892818"/>
                <a:gd name="connsiteX4-7399" fmla="*/ 671894 w 2465559"/>
                <a:gd name="connsiteY4-7400" fmla="*/ 1552458 h 4892818"/>
                <a:gd name="connsiteX5-7401" fmla="*/ 961143 w 2465559"/>
                <a:gd name="connsiteY5-7402" fmla="*/ 1720409 h 4892818"/>
                <a:gd name="connsiteX6-7403" fmla="*/ 989135 w 2465559"/>
                <a:gd name="connsiteY6-7404" fmla="*/ 1916352 h 4892818"/>
                <a:gd name="connsiteX7-7405" fmla="*/ 961143 w 2465559"/>
                <a:gd name="connsiteY7-7406" fmla="*/ 2093828 h 4892818"/>
                <a:gd name="connsiteX8-7407" fmla="*/ 515655 w 2465559"/>
                <a:gd name="connsiteY8-7408" fmla="*/ 2903404 h 4892818"/>
                <a:gd name="connsiteX9-7409" fmla="*/ 494613 w 2465559"/>
                <a:gd name="connsiteY9-7410" fmla="*/ 3325275 h 4892818"/>
                <a:gd name="connsiteX10-7411" fmla="*/ 475951 w 2465559"/>
                <a:gd name="connsiteY10-7412" fmla="*/ 4267667 h 4892818"/>
                <a:gd name="connsiteX11-7413" fmla="*/ 401307 w 2465559"/>
                <a:gd name="connsiteY11-7414" fmla="*/ 4771520 h 4892818"/>
                <a:gd name="connsiteX12-7415" fmla="*/ 186703 w 2465559"/>
                <a:gd name="connsiteY12-7416" fmla="*/ 4892818 h 4892818"/>
                <a:gd name="connsiteX13-7417" fmla="*/ 597249 w 2465559"/>
                <a:gd name="connsiteY13-7418" fmla="*/ 4790181 h 4892818"/>
                <a:gd name="connsiteX14-7419" fmla="*/ 849176 w 2465559"/>
                <a:gd name="connsiteY14-7420" fmla="*/ 4463609 h 4892818"/>
                <a:gd name="connsiteX15-7421" fmla="*/ 746539 w 2465559"/>
                <a:gd name="connsiteY15-7422" fmla="*/ 4193022 h 4892818"/>
                <a:gd name="connsiteX16-7423" fmla="*/ 802523 w 2465559"/>
                <a:gd name="connsiteY16-7424" fmla="*/ 3773144 h 4892818"/>
                <a:gd name="connsiteX17-7425" fmla="*/ 877168 w 2465559"/>
                <a:gd name="connsiteY17-7426" fmla="*/ 3101340 h 4892818"/>
                <a:gd name="connsiteX18-7427" fmla="*/ 1343698 w 2465559"/>
                <a:gd name="connsiteY18-7428" fmla="*/ 2681462 h 4892818"/>
                <a:gd name="connsiteX19-7429" fmla="*/ 1502319 w 2465559"/>
                <a:gd name="connsiteY19-7430" fmla="*/ 3446573 h 4892818"/>
                <a:gd name="connsiteX20-7431" fmla="*/ 1175747 w 2465559"/>
                <a:gd name="connsiteY20-7432" fmla="*/ 4174360 h 4892818"/>
                <a:gd name="connsiteX21-7433" fmla="*/ 933151 w 2465559"/>
                <a:gd name="connsiteY21-7434" fmla="*/ 4771520 h 4892818"/>
                <a:gd name="connsiteX22-7435" fmla="*/ 1231731 w 2465559"/>
                <a:gd name="connsiteY22-7436" fmla="*/ 4827503 h 4892818"/>
                <a:gd name="connsiteX23-7437" fmla="*/ 1642278 w 2465559"/>
                <a:gd name="connsiteY23-7438" fmla="*/ 4883487 h 4892818"/>
                <a:gd name="connsiteX24-7439" fmla="*/ 1698262 w 2465559"/>
                <a:gd name="connsiteY24-7440" fmla="*/ 4827503 h 4892818"/>
                <a:gd name="connsiteX25-7441" fmla="*/ 1278384 w 2465559"/>
                <a:gd name="connsiteY25-7442" fmla="*/ 4640891 h 4892818"/>
                <a:gd name="connsiteX26-7443" fmla="*/ 1735584 w 2465559"/>
                <a:gd name="connsiteY26-7444" fmla="*/ 3698499 h 4892818"/>
                <a:gd name="connsiteX27-7445" fmla="*/ 1875543 w 2465559"/>
                <a:gd name="connsiteY27-7446" fmla="*/ 3343936 h 4892818"/>
                <a:gd name="connsiteX28-7447" fmla="*/ 1978180 w 2465559"/>
                <a:gd name="connsiteY28-7448" fmla="*/ 2196271 h 4892818"/>
                <a:gd name="connsiteX29-7449" fmla="*/ 1959519 w 2465559"/>
                <a:gd name="connsiteY29-7450" fmla="*/ 1972336 h 4892818"/>
                <a:gd name="connsiteX30-7451" fmla="*/ 2010109 w 2465559"/>
                <a:gd name="connsiteY30-7452" fmla="*/ 1807058 h 4892818"/>
                <a:gd name="connsiteX31-7453" fmla="*/ 2103414 w 2465559"/>
                <a:gd name="connsiteY31-7454" fmla="*/ 1648584 h 4892818"/>
                <a:gd name="connsiteX32-7455" fmla="*/ 2324434 w 2465559"/>
                <a:gd name="connsiteY32-7456" fmla="*/ 1337952 h 4892818"/>
                <a:gd name="connsiteX33-7457" fmla="*/ 2465559 w 2465559"/>
                <a:gd name="connsiteY33-7458" fmla="*/ 1020807 h 4892818"/>
                <a:gd name="connsiteX34-7459" fmla="*/ 1938671 w 2465559"/>
                <a:gd name="connsiteY34-7460" fmla="*/ 589607 h 4892818"/>
                <a:gd name="connsiteX35-7461" fmla="*/ 1476708 w 2465559"/>
                <a:gd name="connsiteY35-7462" fmla="*/ 444983 h 4892818"/>
                <a:gd name="connsiteX36-7463" fmla="*/ 1272504 w 2465559"/>
                <a:gd name="connsiteY36-7464" fmla="*/ 409167 h 4892818"/>
                <a:gd name="connsiteX37-7465" fmla="*/ 1054449 w 2465559"/>
                <a:gd name="connsiteY37-7466" fmla="*/ 451446 h 4892818"/>
                <a:gd name="connsiteX38-7467" fmla="*/ 1035399 w 2465559"/>
                <a:gd name="connsiteY38-7468" fmla="*/ 263036 h 4892818"/>
                <a:gd name="connsiteX39-7469" fmla="*/ 869490 w 2465559"/>
                <a:gd name="connsiteY39-7470" fmla="*/ 71127 h 4892818"/>
                <a:gd name="connsiteX40-7471" fmla="*/ 597249 w 2465559"/>
                <a:gd name="connsiteY40-7472" fmla="*/ 12907 h 4892818"/>
                <a:gd name="connsiteX41-7473" fmla="*/ 475951 w 2465559"/>
                <a:gd name="connsiteY41-7474" fmla="*/ 516760 h 4892818"/>
                <a:gd name="connsiteX42-7475" fmla="*/ 616105 w 2465559"/>
                <a:gd name="connsiteY42-7476" fmla="*/ 724609 h 4892818"/>
                <a:gd name="connsiteX43-7477" fmla="*/ 319712 w 2465559"/>
                <a:gd name="connsiteY43-7478" fmla="*/ 1088309 h 4892818"/>
                <a:gd name="connsiteX44-7479" fmla="*/ 189084 w 2465559"/>
                <a:gd name="connsiteY44-7480" fmla="*/ 852857 h 4892818"/>
                <a:gd name="connsiteX45-7481" fmla="*/ 275879 w 2465559"/>
                <a:gd name="connsiteY45-7482" fmla="*/ 811890 h 4892818"/>
                <a:gd name="connsiteX46-7483" fmla="*/ 355140 w 2465559"/>
                <a:gd name="connsiteY46-7484" fmla="*/ 730733 h 4892818"/>
                <a:gd name="connsiteX47-7485" fmla="*/ 343233 w 2465559"/>
                <a:gd name="connsiteY47-7486" fmla="*/ 530708 h 4892818"/>
                <a:gd name="connsiteX48-7487" fmla="*/ 147388 w 2465559"/>
                <a:gd name="connsiteY48-7488" fmla="*/ 542954 h 4892818"/>
                <a:gd name="connsiteX0-7489" fmla="*/ 147388 w 2465559"/>
                <a:gd name="connsiteY0-7490" fmla="*/ 542954 h 4892818"/>
                <a:gd name="connsiteX1-7491" fmla="*/ 90 w 2465559"/>
                <a:gd name="connsiteY1-7492" fmla="*/ 796679 h 4892818"/>
                <a:gd name="connsiteX2-7493" fmla="*/ 37413 w 2465559"/>
                <a:gd name="connsiteY2-7494" fmla="*/ 973960 h 4892818"/>
                <a:gd name="connsiteX3-7495" fmla="*/ 266304 w 2465559"/>
                <a:gd name="connsiteY3-7496" fmla="*/ 1713265 h 4892818"/>
                <a:gd name="connsiteX4-7497" fmla="*/ 671894 w 2465559"/>
                <a:gd name="connsiteY4-7498" fmla="*/ 1552458 h 4892818"/>
                <a:gd name="connsiteX5-7499" fmla="*/ 961143 w 2465559"/>
                <a:gd name="connsiteY5-7500" fmla="*/ 1720409 h 4892818"/>
                <a:gd name="connsiteX6-7501" fmla="*/ 989135 w 2465559"/>
                <a:gd name="connsiteY6-7502" fmla="*/ 1916352 h 4892818"/>
                <a:gd name="connsiteX7-7503" fmla="*/ 961143 w 2465559"/>
                <a:gd name="connsiteY7-7504" fmla="*/ 2093828 h 4892818"/>
                <a:gd name="connsiteX8-7505" fmla="*/ 515655 w 2465559"/>
                <a:gd name="connsiteY8-7506" fmla="*/ 2903404 h 4892818"/>
                <a:gd name="connsiteX9-7507" fmla="*/ 494613 w 2465559"/>
                <a:gd name="connsiteY9-7508" fmla="*/ 3325275 h 4892818"/>
                <a:gd name="connsiteX10-7509" fmla="*/ 475951 w 2465559"/>
                <a:gd name="connsiteY10-7510" fmla="*/ 4267667 h 4892818"/>
                <a:gd name="connsiteX11-7511" fmla="*/ 401307 w 2465559"/>
                <a:gd name="connsiteY11-7512" fmla="*/ 4771520 h 4892818"/>
                <a:gd name="connsiteX12-7513" fmla="*/ 186703 w 2465559"/>
                <a:gd name="connsiteY12-7514" fmla="*/ 4892818 h 4892818"/>
                <a:gd name="connsiteX13-7515" fmla="*/ 597249 w 2465559"/>
                <a:gd name="connsiteY13-7516" fmla="*/ 4790181 h 4892818"/>
                <a:gd name="connsiteX14-7517" fmla="*/ 849176 w 2465559"/>
                <a:gd name="connsiteY14-7518" fmla="*/ 4463609 h 4892818"/>
                <a:gd name="connsiteX15-7519" fmla="*/ 746539 w 2465559"/>
                <a:gd name="connsiteY15-7520" fmla="*/ 4193022 h 4892818"/>
                <a:gd name="connsiteX16-7521" fmla="*/ 802523 w 2465559"/>
                <a:gd name="connsiteY16-7522" fmla="*/ 3773144 h 4892818"/>
                <a:gd name="connsiteX17-7523" fmla="*/ 877168 w 2465559"/>
                <a:gd name="connsiteY17-7524" fmla="*/ 3101340 h 4892818"/>
                <a:gd name="connsiteX18-7525" fmla="*/ 1343698 w 2465559"/>
                <a:gd name="connsiteY18-7526" fmla="*/ 2681462 h 4892818"/>
                <a:gd name="connsiteX19-7527" fmla="*/ 1502319 w 2465559"/>
                <a:gd name="connsiteY19-7528" fmla="*/ 3446573 h 4892818"/>
                <a:gd name="connsiteX20-7529" fmla="*/ 1175747 w 2465559"/>
                <a:gd name="connsiteY20-7530" fmla="*/ 4174360 h 4892818"/>
                <a:gd name="connsiteX21-7531" fmla="*/ 933151 w 2465559"/>
                <a:gd name="connsiteY21-7532" fmla="*/ 4771520 h 4892818"/>
                <a:gd name="connsiteX22-7533" fmla="*/ 1231731 w 2465559"/>
                <a:gd name="connsiteY22-7534" fmla="*/ 4827503 h 4892818"/>
                <a:gd name="connsiteX23-7535" fmla="*/ 1642278 w 2465559"/>
                <a:gd name="connsiteY23-7536" fmla="*/ 4883487 h 4892818"/>
                <a:gd name="connsiteX24-7537" fmla="*/ 1698262 w 2465559"/>
                <a:gd name="connsiteY24-7538" fmla="*/ 4827503 h 4892818"/>
                <a:gd name="connsiteX25-7539" fmla="*/ 1278384 w 2465559"/>
                <a:gd name="connsiteY25-7540" fmla="*/ 4640891 h 4892818"/>
                <a:gd name="connsiteX26-7541" fmla="*/ 1735584 w 2465559"/>
                <a:gd name="connsiteY26-7542" fmla="*/ 3698499 h 4892818"/>
                <a:gd name="connsiteX27-7543" fmla="*/ 1875543 w 2465559"/>
                <a:gd name="connsiteY27-7544" fmla="*/ 3343936 h 4892818"/>
                <a:gd name="connsiteX28-7545" fmla="*/ 1971036 w 2465559"/>
                <a:gd name="connsiteY28-7546" fmla="*/ 2205796 h 4892818"/>
                <a:gd name="connsiteX29-7547" fmla="*/ 1959519 w 2465559"/>
                <a:gd name="connsiteY29-7548" fmla="*/ 1972336 h 4892818"/>
                <a:gd name="connsiteX30-7549" fmla="*/ 2010109 w 2465559"/>
                <a:gd name="connsiteY30-7550" fmla="*/ 1807058 h 4892818"/>
                <a:gd name="connsiteX31-7551" fmla="*/ 2103414 w 2465559"/>
                <a:gd name="connsiteY31-7552" fmla="*/ 1648584 h 4892818"/>
                <a:gd name="connsiteX32-7553" fmla="*/ 2324434 w 2465559"/>
                <a:gd name="connsiteY32-7554" fmla="*/ 1337952 h 4892818"/>
                <a:gd name="connsiteX33-7555" fmla="*/ 2465559 w 2465559"/>
                <a:gd name="connsiteY33-7556" fmla="*/ 1020807 h 4892818"/>
                <a:gd name="connsiteX34-7557" fmla="*/ 1938671 w 2465559"/>
                <a:gd name="connsiteY34-7558" fmla="*/ 589607 h 4892818"/>
                <a:gd name="connsiteX35-7559" fmla="*/ 1476708 w 2465559"/>
                <a:gd name="connsiteY35-7560" fmla="*/ 444983 h 4892818"/>
                <a:gd name="connsiteX36-7561" fmla="*/ 1272504 w 2465559"/>
                <a:gd name="connsiteY36-7562" fmla="*/ 409167 h 4892818"/>
                <a:gd name="connsiteX37-7563" fmla="*/ 1054449 w 2465559"/>
                <a:gd name="connsiteY37-7564" fmla="*/ 451446 h 4892818"/>
                <a:gd name="connsiteX38-7565" fmla="*/ 1035399 w 2465559"/>
                <a:gd name="connsiteY38-7566" fmla="*/ 263036 h 4892818"/>
                <a:gd name="connsiteX39-7567" fmla="*/ 869490 w 2465559"/>
                <a:gd name="connsiteY39-7568" fmla="*/ 71127 h 4892818"/>
                <a:gd name="connsiteX40-7569" fmla="*/ 597249 w 2465559"/>
                <a:gd name="connsiteY40-7570" fmla="*/ 12907 h 4892818"/>
                <a:gd name="connsiteX41-7571" fmla="*/ 475951 w 2465559"/>
                <a:gd name="connsiteY41-7572" fmla="*/ 516760 h 4892818"/>
                <a:gd name="connsiteX42-7573" fmla="*/ 616105 w 2465559"/>
                <a:gd name="connsiteY42-7574" fmla="*/ 724609 h 4892818"/>
                <a:gd name="connsiteX43-7575" fmla="*/ 319712 w 2465559"/>
                <a:gd name="connsiteY43-7576" fmla="*/ 1088309 h 4892818"/>
                <a:gd name="connsiteX44-7577" fmla="*/ 189084 w 2465559"/>
                <a:gd name="connsiteY44-7578" fmla="*/ 852857 h 4892818"/>
                <a:gd name="connsiteX45-7579" fmla="*/ 275879 w 2465559"/>
                <a:gd name="connsiteY45-7580" fmla="*/ 811890 h 4892818"/>
                <a:gd name="connsiteX46-7581" fmla="*/ 355140 w 2465559"/>
                <a:gd name="connsiteY46-7582" fmla="*/ 730733 h 4892818"/>
                <a:gd name="connsiteX47-7583" fmla="*/ 343233 w 2465559"/>
                <a:gd name="connsiteY47-7584" fmla="*/ 530708 h 4892818"/>
                <a:gd name="connsiteX48-7585" fmla="*/ 147388 w 2465559"/>
                <a:gd name="connsiteY48-7586" fmla="*/ 542954 h 4892818"/>
                <a:gd name="connsiteX0-7587" fmla="*/ 147388 w 2465559"/>
                <a:gd name="connsiteY0-7588" fmla="*/ 542954 h 4892818"/>
                <a:gd name="connsiteX1-7589" fmla="*/ 90 w 2465559"/>
                <a:gd name="connsiteY1-7590" fmla="*/ 796679 h 4892818"/>
                <a:gd name="connsiteX2-7591" fmla="*/ 37413 w 2465559"/>
                <a:gd name="connsiteY2-7592" fmla="*/ 973960 h 4892818"/>
                <a:gd name="connsiteX3-7593" fmla="*/ 266304 w 2465559"/>
                <a:gd name="connsiteY3-7594" fmla="*/ 1713265 h 4892818"/>
                <a:gd name="connsiteX4-7595" fmla="*/ 671894 w 2465559"/>
                <a:gd name="connsiteY4-7596" fmla="*/ 1552458 h 4892818"/>
                <a:gd name="connsiteX5-7597" fmla="*/ 961143 w 2465559"/>
                <a:gd name="connsiteY5-7598" fmla="*/ 1720409 h 4892818"/>
                <a:gd name="connsiteX6-7599" fmla="*/ 989135 w 2465559"/>
                <a:gd name="connsiteY6-7600" fmla="*/ 1916352 h 4892818"/>
                <a:gd name="connsiteX7-7601" fmla="*/ 961143 w 2465559"/>
                <a:gd name="connsiteY7-7602" fmla="*/ 2093828 h 4892818"/>
                <a:gd name="connsiteX8-7603" fmla="*/ 515655 w 2465559"/>
                <a:gd name="connsiteY8-7604" fmla="*/ 2903404 h 4892818"/>
                <a:gd name="connsiteX9-7605" fmla="*/ 494613 w 2465559"/>
                <a:gd name="connsiteY9-7606" fmla="*/ 3325275 h 4892818"/>
                <a:gd name="connsiteX10-7607" fmla="*/ 475951 w 2465559"/>
                <a:gd name="connsiteY10-7608" fmla="*/ 4267667 h 4892818"/>
                <a:gd name="connsiteX11-7609" fmla="*/ 401307 w 2465559"/>
                <a:gd name="connsiteY11-7610" fmla="*/ 4771520 h 4892818"/>
                <a:gd name="connsiteX12-7611" fmla="*/ 186703 w 2465559"/>
                <a:gd name="connsiteY12-7612" fmla="*/ 4892818 h 4892818"/>
                <a:gd name="connsiteX13-7613" fmla="*/ 597249 w 2465559"/>
                <a:gd name="connsiteY13-7614" fmla="*/ 4790181 h 4892818"/>
                <a:gd name="connsiteX14-7615" fmla="*/ 849176 w 2465559"/>
                <a:gd name="connsiteY14-7616" fmla="*/ 4463609 h 4892818"/>
                <a:gd name="connsiteX15-7617" fmla="*/ 746539 w 2465559"/>
                <a:gd name="connsiteY15-7618" fmla="*/ 4193022 h 4892818"/>
                <a:gd name="connsiteX16-7619" fmla="*/ 802523 w 2465559"/>
                <a:gd name="connsiteY16-7620" fmla="*/ 3773144 h 4892818"/>
                <a:gd name="connsiteX17-7621" fmla="*/ 877168 w 2465559"/>
                <a:gd name="connsiteY17-7622" fmla="*/ 3101340 h 4892818"/>
                <a:gd name="connsiteX18-7623" fmla="*/ 1343698 w 2465559"/>
                <a:gd name="connsiteY18-7624" fmla="*/ 2681462 h 4892818"/>
                <a:gd name="connsiteX19-7625" fmla="*/ 1502319 w 2465559"/>
                <a:gd name="connsiteY19-7626" fmla="*/ 3446573 h 4892818"/>
                <a:gd name="connsiteX20-7627" fmla="*/ 1175747 w 2465559"/>
                <a:gd name="connsiteY20-7628" fmla="*/ 4174360 h 4892818"/>
                <a:gd name="connsiteX21-7629" fmla="*/ 933151 w 2465559"/>
                <a:gd name="connsiteY21-7630" fmla="*/ 4771520 h 4892818"/>
                <a:gd name="connsiteX22-7631" fmla="*/ 1231731 w 2465559"/>
                <a:gd name="connsiteY22-7632" fmla="*/ 4827503 h 4892818"/>
                <a:gd name="connsiteX23-7633" fmla="*/ 1642278 w 2465559"/>
                <a:gd name="connsiteY23-7634" fmla="*/ 4883487 h 4892818"/>
                <a:gd name="connsiteX24-7635" fmla="*/ 1698262 w 2465559"/>
                <a:gd name="connsiteY24-7636" fmla="*/ 4827503 h 4892818"/>
                <a:gd name="connsiteX25-7637" fmla="*/ 1278384 w 2465559"/>
                <a:gd name="connsiteY25-7638" fmla="*/ 4640891 h 4892818"/>
                <a:gd name="connsiteX26-7639" fmla="*/ 1735584 w 2465559"/>
                <a:gd name="connsiteY26-7640" fmla="*/ 3698499 h 4892818"/>
                <a:gd name="connsiteX27-7641" fmla="*/ 1875543 w 2465559"/>
                <a:gd name="connsiteY27-7642" fmla="*/ 3343936 h 4892818"/>
                <a:gd name="connsiteX28-7643" fmla="*/ 1971036 w 2465559"/>
                <a:gd name="connsiteY28-7644" fmla="*/ 2205796 h 4892818"/>
                <a:gd name="connsiteX29-7645" fmla="*/ 1959519 w 2465559"/>
                <a:gd name="connsiteY29-7646" fmla="*/ 1972336 h 4892818"/>
                <a:gd name="connsiteX30-7647" fmla="*/ 2010109 w 2465559"/>
                <a:gd name="connsiteY30-7648" fmla="*/ 1807058 h 4892818"/>
                <a:gd name="connsiteX31-7649" fmla="*/ 2103414 w 2465559"/>
                <a:gd name="connsiteY31-7650" fmla="*/ 1648584 h 4892818"/>
                <a:gd name="connsiteX32-7651" fmla="*/ 2324434 w 2465559"/>
                <a:gd name="connsiteY32-7652" fmla="*/ 1337952 h 4892818"/>
                <a:gd name="connsiteX33-7653" fmla="*/ 2465559 w 2465559"/>
                <a:gd name="connsiteY33-7654" fmla="*/ 1020807 h 4892818"/>
                <a:gd name="connsiteX34-7655" fmla="*/ 1938671 w 2465559"/>
                <a:gd name="connsiteY34-7656" fmla="*/ 589607 h 4892818"/>
                <a:gd name="connsiteX35-7657" fmla="*/ 1476708 w 2465559"/>
                <a:gd name="connsiteY35-7658" fmla="*/ 444983 h 4892818"/>
                <a:gd name="connsiteX36-7659" fmla="*/ 1272504 w 2465559"/>
                <a:gd name="connsiteY36-7660" fmla="*/ 409167 h 4892818"/>
                <a:gd name="connsiteX37-7661" fmla="*/ 1054449 w 2465559"/>
                <a:gd name="connsiteY37-7662" fmla="*/ 451446 h 4892818"/>
                <a:gd name="connsiteX38-7663" fmla="*/ 1035399 w 2465559"/>
                <a:gd name="connsiteY38-7664" fmla="*/ 263036 h 4892818"/>
                <a:gd name="connsiteX39-7665" fmla="*/ 869490 w 2465559"/>
                <a:gd name="connsiteY39-7666" fmla="*/ 71127 h 4892818"/>
                <a:gd name="connsiteX40-7667" fmla="*/ 597249 w 2465559"/>
                <a:gd name="connsiteY40-7668" fmla="*/ 12907 h 4892818"/>
                <a:gd name="connsiteX41-7669" fmla="*/ 475951 w 2465559"/>
                <a:gd name="connsiteY41-7670" fmla="*/ 516760 h 4892818"/>
                <a:gd name="connsiteX42-7671" fmla="*/ 616105 w 2465559"/>
                <a:gd name="connsiteY42-7672" fmla="*/ 724609 h 4892818"/>
                <a:gd name="connsiteX43-7673" fmla="*/ 319712 w 2465559"/>
                <a:gd name="connsiteY43-7674" fmla="*/ 1088309 h 4892818"/>
                <a:gd name="connsiteX44-7675" fmla="*/ 189084 w 2465559"/>
                <a:gd name="connsiteY44-7676" fmla="*/ 852857 h 4892818"/>
                <a:gd name="connsiteX45-7677" fmla="*/ 275879 w 2465559"/>
                <a:gd name="connsiteY45-7678" fmla="*/ 811890 h 4892818"/>
                <a:gd name="connsiteX46-7679" fmla="*/ 355140 w 2465559"/>
                <a:gd name="connsiteY46-7680" fmla="*/ 730733 h 4892818"/>
                <a:gd name="connsiteX47-7681" fmla="*/ 343233 w 2465559"/>
                <a:gd name="connsiteY47-7682" fmla="*/ 530708 h 4892818"/>
                <a:gd name="connsiteX48-7683" fmla="*/ 147388 w 2465559"/>
                <a:gd name="connsiteY48-7684" fmla="*/ 542954 h 4892818"/>
                <a:gd name="connsiteX0-7685" fmla="*/ 147388 w 2465559"/>
                <a:gd name="connsiteY0-7686" fmla="*/ 542954 h 4892818"/>
                <a:gd name="connsiteX1-7687" fmla="*/ 90 w 2465559"/>
                <a:gd name="connsiteY1-7688" fmla="*/ 796679 h 4892818"/>
                <a:gd name="connsiteX2-7689" fmla="*/ 37413 w 2465559"/>
                <a:gd name="connsiteY2-7690" fmla="*/ 973960 h 4892818"/>
                <a:gd name="connsiteX3-7691" fmla="*/ 266304 w 2465559"/>
                <a:gd name="connsiteY3-7692" fmla="*/ 1713265 h 4892818"/>
                <a:gd name="connsiteX4-7693" fmla="*/ 671894 w 2465559"/>
                <a:gd name="connsiteY4-7694" fmla="*/ 1552458 h 4892818"/>
                <a:gd name="connsiteX5-7695" fmla="*/ 961143 w 2465559"/>
                <a:gd name="connsiteY5-7696" fmla="*/ 1720409 h 4892818"/>
                <a:gd name="connsiteX6-7697" fmla="*/ 989135 w 2465559"/>
                <a:gd name="connsiteY6-7698" fmla="*/ 1916352 h 4892818"/>
                <a:gd name="connsiteX7-7699" fmla="*/ 961143 w 2465559"/>
                <a:gd name="connsiteY7-7700" fmla="*/ 2093828 h 4892818"/>
                <a:gd name="connsiteX8-7701" fmla="*/ 515655 w 2465559"/>
                <a:gd name="connsiteY8-7702" fmla="*/ 2903404 h 4892818"/>
                <a:gd name="connsiteX9-7703" fmla="*/ 494613 w 2465559"/>
                <a:gd name="connsiteY9-7704" fmla="*/ 3325275 h 4892818"/>
                <a:gd name="connsiteX10-7705" fmla="*/ 475951 w 2465559"/>
                <a:gd name="connsiteY10-7706" fmla="*/ 4267667 h 4892818"/>
                <a:gd name="connsiteX11-7707" fmla="*/ 401307 w 2465559"/>
                <a:gd name="connsiteY11-7708" fmla="*/ 4771520 h 4892818"/>
                <a:gd name="connsiteX12-7709" fmla="*/ 186703 w 2465559"/>
                <a:gd name="connsiteY12-7710" fmla="*/ 4892818 h 4892818"/>
                <a:gd name="connsiteX13-7711" fmla="*/ 597249 w 2465559"/>
                <a:gd name="connsiteY13-7712" fmla="*/ 4790181 h 4892818"/>
                <a:gd name="connsiteX14-7713" fmla="*/ 849176 w 2465559"/>
                <a:gd name="connsiteY14-7714" fmla="*/ 4463609 h 4892818"/>
                <a:gd name="connsiteX15-7715" fmla="*/ 746539 w 2465559"/>
                <a:gd name="connsiteY15-7716" fmla="*/ 4193022 h 4892818"/>
                <a:gd name="connsiteX16-7717" fmla="*/ 802523 w 2465559"/>
                <a:gd name="connsiteY16-7718" fmla="*/ 3773144 h 4892818"/>
                <a:gd name="connsiteX17-7719" fmla="*/ 877168 w 2465559"/>
                <a:gd name="connsiteY17-7720" fmla="*/ 3101340 h 4892818"/>
                <a:gd name="connsiteX18-7721" fmla="*/ 1343698 w 2465559"/>
                <a:gd name="connsiteY18-7722" fmla="*/ 2681462 h 4892818"/>
                <a:gd name="connsiteX19-7723" fmla="*/ 1502319 w 2465559"/>
                <a:gd name="connsiteY19-7724" fmla="*/ 3446573 h 4892818"/>
                <a:gd name="connsiteX20-7725" fmla="*/ 1175747 w 2465559"/>
                <a:gd name="connsiteY20-7726" fmla="*/ 4174360 h 4892818"/>
                <a:gd name="connsiteX21-7727" fmla="*/ 933151 w 2465559"/>
                <a:gd name="connsiteY21-7728" fmla="*/ 4771520 h 4892818"/>
                <a:gd name="connsiteX22-7729" fmla="*/ 1231731 w 2465559"/>
                <a:gd name="connsiteY22-7730" fmla="*/ 4827503 h 4892818"/>
                <a:gd name="connsiteX23-7731" fmla="*/ 1642278 w 2465559"/>
                <a:gd name="connsiteY23-7732" fmla="*/ 4883487 h 4892818"/>
                <a:gd name="connsiteX24-7733" fmla="*/ 1698262 w 2465559"/>
                <a:gd name="connsiteY24-7734" fmla="*/ 4827503 h 4892818"/>
                <a:gd name="connsiteX25-7735" fmla="*/ 1278384 w 2465559"/>
                <a:gd name="connsiteY25-7736" fmla="*/ 4640891 h 4892818"/>
                <a:gd name="connsiteX26-7737" fmla="*/ 1735584 w 2465559"/>
                <a:gd name="connsiteY26-7738" fmla="*/ 3698499 h 4892818"/>
                <a:gd name="connsiteX27-7739" fmla="*/ 1875543 w 2465559"/>
                <a:gd name="connsiteY27-7740" fmla="*/ 3343936 h 4892818"/>
                <a:gd name="connsiteX28-7741" fmla="*/ 1971036 w 2465559"/>
                <a:gd name="connsiteY28-7742" fmla="*/ 2205796 h 4892818"/>
                <a:gd name="connsiteX29-7743" fmla="*/ 1959519 w 2465559"/>
                <a:gd name="connsiteY29-7744" fmla="*/ 1972336 h 4892818"/>
                <a:gd name="connsiteX30-7745" fmla="*/ 2010109 w 2465559"/>
                <a:gd name="connsiteY30-7746" fmla="*/ 1807058 h 4892818"/>
                <a:gd name="connsiteX31-7747" fmla="*/ 2103414 w 2465559"/>
                <a:gd name="connsiteY31-7748" fmla="*/ 1648584 h 4892818"/>
                <a:gd name="connsiteX32-7749" fmla="*/ 2324434 w 2465559"/>
                <a:gd name="connsiteY32-7750" fmla="*/ 1337952 h 4892818"/>
                <a:gd name="connsiteX33-7751" fmla="*/ 2465559 w 2465559"/>
                <a:gd name="connsiteY33-7752" fmla="*/ 1020807 h 4892818"/>
                <a:gd name="connsiteX34-7753" fmla="*/ 1938671 w 2465559"/>
                <a:gd name="connsiteY34-7754" fmla="*/ 589607 h 4892818"/>
                <a:gd name="connsiteX35-7755" fmla="*/ 1476708 w 2465559"/>
                <a:gd name="connsiteY35-7756" fmla="*/ 444983 h 4892818"/>
                <a:gd name="connsiteX36-7757" fmla="*/ 1272504 w 2465559"/>
                <a:gd name="connsiteY36-7758" fmla="*/ 409167 h 4892818"/>
                <a:gd name="connsiteX37-7759" fmla="*/ 1054449 w 2465559"/>
                <a:gd name="connsiteY37-7760" fmla="*/ 451446 h 4892818"/>
                <a:gd name="connsiteX38-7761" fmla="*/ 1035399 w 2465559"/>
                <a:gd name="connsiteY38-7762" fmla="*/ 263036 h 4892818"/>
                <a:gd name="connsiteX39-7763" fmla="*/ 869490 w 2465559"/>
                <a:gd name="connsiteY39-7764" fmla="*/ 71127 h 4892818"/>
                <a:gd name="connsiteX40-7765" fmla="*/ 597249 w 2465559"/>
                <a:gd name="connsiteY40-7766" fmla="*/ 12907 h 4892818"/>
                <a:gd name="connsiteX41-7767" fmla="*/ 475951 w 2465559"/>
                <a:gd name="connsiteY41-7768" fmla="*/ 516760 h 4892818"/>
                <a:gd name="connsiteX42-7769" fmla="*/ 616105 w 2465559"/>
                <a:gd name="connsiteY42-7770" fmla="*/ 724609 h 4892818"/>
                <a:gd name="connsiteX43-7771" fmla="*/ 319712 w 2465559"/>
                <a:gd name="connsiteY43-7772" fmla="*/ 1088309 h 4892818"/>
                <a:gd name="connsiteX44-7773" fmla="*/ 189084 w 2465559"/>
                <a:gd name="connsiteY44-7774" fmla="*/ 852857 h 4892818"/>
                <a:gd name="connsiteX45-7775" fmla="*/ 275879 w 2465559"/>
                <a:gd name="connsiteY45-7776" fmla="*/ 811890 h 4892818"/>
                <a:gd name="connsiteX46-7777" fmla="*/ 355140 w 2465559"/>
                <a:gd name="connsiteY46-7778" fmla="*/ 730733 h 4892818"/>
                <a:gd name="connsiteX47-7779" fmla="*/ 343233 w 2465559"/>
                <a:gd name="connsiteY47-7780" fmla="*/ 530708 h 4892818"/>
                <a:gd name="connsiteX48-7781" fmla="*/ 147388 w 2465559"/>
                <a:gd name="connsiteY48-7782" fmla="*/ 542954 h 4892818"/>
                <a:gd name="connsiteX0-7783" fmla="*/ 147388 w 2465559"/>
                <a:gd name="connsiteY0-7784" fmla="*/ 542954 h 4892818"/>
                <a:gd name="connsiteX1-7785" fmla="*/ 90 w 2465559"/>
                <a:gd name="connsiteY1-7786" fmla="*/ 796679 h 4892818"/>
                <a:gd name="connsiteX2-7787" fmla="*/ 37413 w 2465559"/>
                <a:gd name="connsiteY2-7788" fmla="*/ 973960 h 4892818"/>
                <a:gd name="connsiteX3-7789" fmla="*/ 266304 w 2465559"/>
                <a:gd name="connsiteY3-7790" fmla="*/ 1713265 h 4892818"/>
                <a:gd name="connsiteX4-7791" fmla="*/ 671894 w 2465559"/>
                <a:gd name="connsiteY4-7792" fmla="*/ 1552458 h 4892818"/>
                <a:gd name="connsiteX5-7793" fmla="*/ 961143 w 2465559"/>
                <a:gd name="connsiteY5-7794" fmla="*/ 1720409 h 4892818"/>
                <a:gd name="connsiteX6-7795" fmla="*/ 989135 w 2465559"/>
                <a:gd name="connsiteY6-7796" fmla="*/ 1916352 h 4892818"/>
                <a:gd name="connsiteX7-7797" fmla="*/ 961143 w 2465559"/>
                <a:gd name="connsiteY7-7798" fmla="*/ 2093828 h 4892818"/>
                <a:gd name="connsiteX8-7799" fmla="*/ 515655 w 2465559"/>
                <a:gd name="connsiteY8-7800" fmla="*/ 2903404 h 4892818"/>
                <a:gd name="connsiteX9-7801" fmla="*/ 494613 w 2465559"/>
                <a:gd name="connsiteY9-7802" fmla="*/ 3325275 h 4892818"/>
                <a:gd name="connsiteX10-7803" fmla="*/ 475951 w 2465559"/>
                <a:gd name="connsiteY10-7804" fmla="*/ 4267667 h 4892818"/>
                <a:gd name="connsiteX11-7805" fmla="*/ 401307 w 2465559"/>
                <a:gd name="connsiteY11-7806" fmla="*/ 4771520 h 4892818"/>
                <a:gd name="connsiteX12-7807" fmla="*/ 186703 w 2465559"/>
                <a:gd name="connsiteY12-7808" fmla="*/ 4892818 h 4892818"/>
                <a:gd name="connsiteX13-7809" fmla="*/ 597249 w 2465559"/>
                <a:gd name="connsiteY13-7810" fmla="*/ 4790181 h 4892818"/>
                <a:gd name="connsiteX14-7811" fmla="*/ 849176 w 2465559"/>
                <a:gd name="connsiteY14-7812" fmla="*/ 4463609 h 4892818"/>
                <a:gd name="connsiteX15-7813" fmla="*/ 746539 w 2465559"/>
                <a:gd name="connsiteY15-7814" fmla="*/ 4193022 h 4892818"/>
                <a:gd name="connsiteX16-7815" fmla="*/ 802523 w 2465559"/>
                <a:gd name="connsiteY16-7816" fmla="*/ 3773144 h 4892818"/>
                <a:gd name="connsiteX17-7817" fmla="*/ 877168 w 2465559"/>
                <a:gd name="connsiteY17-7818" fmla="*/ 3101340 h 4892818"/>
                <a:gd name="connsiteX18-7819" fmla="*/ 1365129 w 2465559"/>
                <a:gd name="connsiteY18-7820" fmla="*/ 2671937 h 4892818"/>
                <a:gd name="connsiteX19-7821" fmla="*/ 1502319 w 2465559"/>
                <a:gd name="connsiteY19-7822" fmla="*/ 3446573 h 4892818"/>
                <a:gd name="connsiteX20-7823" fmla="*/ 1175747 w 2465559"/>
                <a:gd name="connsiteY20-7824" fmla="*/ 4174360 h 4892818"/>
                <a:gd name="connsiteX21-7825" fmla="*/ 933151 w 2465559"/>
                <a:gd name="connsiteY21-7826" fmla="*/ 4771520 h 4892818"/>
                <a:gd name="connsiteX22-7827" fmla="*/ 1231731 w 2465559"/>
                <a:gd name="connsiteY22-7828" fmla="*/ 4827503 h 4892818"/>
                <a:gd name="connsiteX23-7829" fmla="*/ 1642278 w 2465559"/>
                <a:gd name="connsiteY23-7830" fmla="*/ 4883487 h 4892818"/>
                <a:gd name="connsiteX24-7831" fmla="*/ 1698262 w 2465559"/>
                <a:gd name="connsiteY24-7832" fmla="*/ 4827503 h 4892818"/>
                <a:gd name="connsiteX25-7833" fmla="*/ 1278384 w 2465559"/>
                <a:gd name="connsiteY25-7834" fmla="*/ 4640891 h 4892818"/>
                <a:gd name="connsiteX26-7835" fmla="*/ 1735584 w 2465559"/>
                <a:gd name="connsiteY26-7836" fmla="*/ 3698499 h 4892818"/>
                <a:gd name="connsiteX27-7837" fmla="*/ 1875543 w 2465559"/>
                <a:gd name="connsiteY27-7838" fmla="*/ 3343936 h 4892818"/>
                <a:gd name="connsiteX28-7839" fmla="*/ 1971036 w 2465559"/>
                <a:gd name="connsiteY28-7840" fmla="*/ 2205796 h 4892818"/>
                <a:gd name="connsiteX29-7841" fmla="*/ 1959519 w 2465559"/>
                <a:gd name="connsiteY29-7842" fmla="*/ 1972336 h 4892818"/>
                <a:gd name="connsiteX30-7843" fmla="*/ 2010109 w 2465559"/>
                <a:gd name="connsiteY30-7844" fmla="*/ 1807058 h 4892818"/>
                <a:gd name="connsiteX31-7845" fmla="*/ 2103414 w 2465559"/>
                <a:gd name="connsiteY31-7846" fmla="*/ 1648584 h 4892818"/>
                <a:gd name="connsiteX32-7847" fmla="*/ 2324434 w 2465559"/>
                <a:gd name="connsiteY32-7848" fmla="*/ 1337952 h 4892818"/>
                <a:gd name="connsiteX33-7849" fmla="*/ 2465559 w 2465559"/>
                <a:gd name="connsiteY33-7850" fmla="*/ 1020807 h 4892818"/>
                <a:gd name="connsiteX34-7851" fmla="*/ 1938671 w 2465559"/>
                <a:gd name="connsiteY34-7852" fmla="*/ 589607 h 4892818"/>
                <a:gd name="connsiteX35-7853" fmla="*/ 1476708 w 2465559"/>
                <a:gd name="connsiteY35-7854" fmla="*/ 444983 h 4892818"/>
                <a:gd name="connsiteX36-7855" fmla="*/ 1272504 w 2465559"/>
                <a:gd name="connsiteY36-7856" fmla="*/ 409167 h 4892818"/>
                <a:gd name="connsiteX37-7857" fmla="*/ 1054449 w 2465559"/>
                <a:gd name="connsiteY37-7858" fmla="*/ 451446 h 4892818"/>
                <a:gd name="connsiteX38-7859" fmla="*/ 1035399 w 2465559"/>
                <a:gd name="connsiteY38-7860" fmla="*/ 263036 h 4892818"/>
                <a:gd name="connsiteX39-7861" fmla="*/ 869490 w 2465559"/>
                <a:gd name="connsiteY39-7862" fmla="*/ 71127 h 4892818"/>
                <a:gd name="connsiteX40-7863" fmla="*/ 597249 w 2465559"/>
                <a:gd name="connsiteY40-7864" fmla="*/ 12907 h 4892818"/>
                <a:gd name="connsiteX41-7865" fmla="*/ 475951 w 2465559"/>
                <a:gd name="connsiteY41-7866" fmla="*/ 516760 h 4892818"/>
                <a:gd name="connsiteX42-7867" fmla="*/ 616105 w 2465559"/>
                <a:gd name="connsiteY42-7868" fmla="*/ 724609 h 4892818"/>
                <a:gd name="connsiteX43-7869" fmla="*/ 319712 w 2465559"/>
                <a:gd name="connsiteY43-7870" fmla="*/ 1088309 h 4892818"/>
                <a:gd name="connsiteX44-7871" fmla="*/ 189084 w 2465559"/>
                <a:gd name="connsiteY44-7872" fmla="*/ 852857 h 4892818"/>
                <a:gd name="connsiteX45-7873" fmla="*/ 275879 w 2465559"/>
                <a:gd name="connsiteY45-7874" fmla="*/ 811890 h 4892818"/>
                <a:gd name="connsiteX46-7875" fmla="*/ 355140 w 2465559"/>
                <a:gd name="connsiteY46-7876" fmla="*/ 730733 h 4892818"/>
                <a:gd name="connsiteX47-7877" fmla="*/ 343233 w 2465559"/>
                <a:gd name="connsiteY47-7878" fmla="*/ 530708 h 4892818"/>
                <a:gd name="connsiteX48-7879" fmla="*/ 147388 w 2465559"/>
                <a:gd name="connsiteY48-7880" fmla="*/ 542954 h 4892818"/>
                <a:gd name="connsiteX0-7881" fmla="*/ 147388 w 2465559"/>
                <a:gd name="connsiteY0-7882" fmla="*/ 542954 h 4892818"/>
                <a:gd name="connsiteX1-7883" fmla="*/ 90 w 2465559"/>
                <a:gd name="connsiteY1-7884" fmla="*/ 796679 h 4892818"/>
                <a:gd name="connsiteX2-7885" fmla="*/ 37413 w 2465559"/>
                <a:gd name="connsiteY2-7886" fmla="*/ 973960 h 4892818"/>
                <a:gd name="connsiteX3-7887" fmla="*/ 266304 w 2465559"/>
                <a:gd name="connsiteY3-7888" fmla="*/ 1713265 h 4892818"/>
                <a:gd name="connsiteX4-7889" fmla="*/ 671894 w 2465559"/>
                <a:gd name="connsiteY4-7890" fmla="*/ 1552458 h 4892818"/>
                <a:gd name="connsiteX5-7891" fmla="*/ 961143 w 2465559"/>
                <a:gd name="connsiteY5-7892" fmla="*/ 1720409 h 4892818"/>
                <a:gd name="connsiteX6-7893" fmla="*/ 989135 w 2465559"/>
                <a:gd name="connsiteY6-7894" fmla="*/ 1916352 h 4892818"/>
                <a:gd name="connsiteX7-7895" fmla="*/ 961143 w 2465559"/>
                <a:gd name="connsiteY7-7896" fmla="*/ 2093828 h 4892818"/>
                <a:gd name="connsiteX8-7897" fmla="*/ 515655 w 2465559"/>
                <a:gd name="connsiteY8-7898" fmla="*/ 2903404 h 4892818"/>
                <a:gd name="connsiteX9-7899" fmla="*/ 494613 w 2465559"/>
                <a:gd name="connsiteY9-7900" fmla="*/ 3325275 h 4892818"/>
                <a:gd name="connsiteX10-7901" fmla="*/ 475951 w 2465559"/>
                <a:gd name="connsiteY10-7902" fmla="*/ 4267667 h 4892818"/>
                <a:gd name="connsiteX11-7903" fmla="*/ 401307 w 2465559"/>
                <a:gd name="connsiteY11-7904" fmla="*/ 4771520 h 4892818"/>
                <a:gd name="connsiteX12-7905" fmla="*/ 186703 w 2465559"/>
                <a:gd name="connsiteY12-7906" fmla="*/ 4892818 h 4892818"/>
                <a:gd name="connsiteX13-7907" fmla="*/ 597249 w 2465559"/>
                <a:gd name="connsiteY13-7908" fmla="*/ 4790181 h 4892818"/>
                <a:gd name="connsiteX14-7909" fmla="*/ 849176 w 2465559"/>
                <a:gd name="connsiteY14-7910" fmla="*/ 4463609 h 4892818"/>
                <a:gd name="connsiteX15-7911" fmla="*/ 746539 w 2465559"/>
                <a:gd name="connsiteY15-7912" fmla="*/ 4193022 h 4892818"/>
                <a:gd name="connsiteX16-7913" fmla="*/ 802523 w 2465559"/>
                <a:gd name="connsiteY16-7914" fmla="*/ 3773144 h 4892818"/>
                <a:gd name="connsiteX17-7915" fmla="*/ 867643 w 2465559"/>
                <a:gd name="connsiteY17-7916" fmla="*/ 3120390 h 4892818"/>
                <a:gd name="connsiteX18-7917" fmla="*/ 1365129 w 2465559"/>
                <a:gd name="connsiteY18-7918" fmla="*/ 2671937 h 4892818"/>
                <a:gd name="connsiteX19-7919" fmla="*/ 1502319 w 2465559"/>
                <a:gd name="connsiteY19-7920" fmla="*/ 3446573 h 4892818"/>
                <a:gd name="connsiteX20-7921" fmla="*/ 1175747 w 2465559"/>
                <a:gd name="connsiteY20-7922" fmla="*/ 4174360 h 4892818"/>
                <a:gd name="connsiteX21-7923" fmla="*/ 933151 w 2465559"/>
                <a:gd name="connsiteY21-7924" fmla="*/ 4771520 h 4892818"/>
                <a:gd name="connsiteX22-7925" fmla="*/ 1231731 w 2465559"/>
                <a:gd name="connsiteY22-7926" fmla="*/ 4827503 h 4892818"/>
                <a:gd name="connsiteX23-7927" fmla="*/ 1642278 w 2465559"/>
                <a:gd name="connsiteY23-7928" fmla="*/ 4883487 h 4892818"/>
                <a:gd name="connsiteX24-7929" fmla="*/ 1698262 w 2465559"/>
                <a:gd name="connsiteY24-7930" fmla="*/ 4827503 h 4892818"/>
                <a:gd name="connsiteX25-7931" fmla="*/ 1278384 w 2465559"/>
                <a:gd name="connsiteY25-7932" fmla="*/ 4640891 h 4892818"/>
                <a:gd name="connsiteX26-7933" fmla="*/ 1735584 w 2465559"/>
                <a:gd name="connsiteY26-7934" fmla="*/ 3698499 h 4892818"/>
                <a:gd name="connsiteX27-7935" fmla="*/ 1875543 w 2465559"/>
                <a:gd name="connsiteY27-7936" fmla="*/ 3343936 h 4892818"/>
                <a:gd name="connsiteX28-7937" fmla="*/ 1971036 w 2465559"/>
                <a:gd name="connsiteY28-7938" fmla="*/ 2205796 h 4892818"/>
                <a:gd name="connsiteX29-7939" fmla="*/ 1959519 w 2465559"/>
                <a:gd name="connsiteY29-7940" fmla="*/ 1972336 h 4892818"/>
                <a:gd name="connsiteX30-7941" fmla="*/ 2010109 w 2465559"/>
                <a:gd name="connsiteY30-7942" fmla="*/ 1807058 h 4892818"/>
                <a:gd name="connsiteX31-7943" fmla="*/ 2103414 w 2465559"/>
                <a:gd name="connsiteY31-7944" fmla="*/ 1648584 h 4892818"/>
                <a:gd name="connsiteX32-7945" fmla="*/ 2324434 w 2465559"/>
                <a:gd name="connsiteY32-7946" fmla="*/ 1337952 h 4892818"/>
                <a:gd name="connsiteX33-7947" fmla="*/ 2465559 w 2465559"/>
                <a:gd name="connsiteY33-7948" fmla="*/ 1020807 h 4892818"/>
                <a:gd name="connsiteX34-7949" fmla="*/ 1938671 w 2465559"/>
                <a:gd name="connsiteY34-7950" fmla="*/ 589607 h 4892818"/>
                <a:gd name="connsiteX35-7951" fmla="*/ 1476708 w 2465559"/>
                <a:gd name="connsiteY35-7952" fmla="*/ 444983 h 4892818"/>
                <a:gd name="connsiteX36-7953" fmla="*/ 1272504 w 2465559"/>
                <a:gd name="connsiteY36-7954" fmla="*/ 409167 h 4892818"/>
                <a:gd name="connsiteX37-7955" fmla="*/ 1054449 w 2465559"/>
                <a:gd name="connsiteY37-7956" fmla="*/ 451446 h 4892818"/>
                <a:gd name="connsiteX38-7957" fmla="*/ 1035399 w 2465559"/>
                <a:gd name="connsiteY38-7958" fmla="*/ 263036 h 4892818"/>
                <a:gd name="connsiteX39-7959" fmla="*/ 869490 w 2465559"/>
                <a:gd name="connsiteY39-7960" fmla="*/ 71127 h 4892818"/>
                <a:gd name="connsiteX40-7961" fmla="*/ 597249 w 2465559"/>
                <a:gd name="connsiteY40-7962" fmla="*/ 12907 h 4892818"/>
                <a:gd name="connsiteX41-7963" fmla="*/ 475951 w 2465559"/>
                <a:gd name="connsiteY41-7964" fmla="*/ 516760 h 4892818"/>
                <a:gd name="connsiteX42-7965" fmla="*/ 616105 w 2465559"/>
                <a:gd name="connsiteY42-7966" fmla="*/ 724609 h 4892818"/>
                <a:gd name="connsiteX43-7967" fmla="*/ 319712 w 2465559"/>
                <a:gd name="connsiteY43-7968" fmla="*/ 1088309 h 4892818"/>
                <a:gd name="connsiteX44-7969" fmla="*/ 189084 w 2465559"/>
                <a:gd name="connsiteY44-7970" fmla="*/ 852857 h 4892818"/>
                <a:gd name="connsiteX45-7971" fmla="*/ 275879 w 2465559"/>
                <a:gd name="connsiteY45-7972" fmla="*/ 811890 h 4892818"/>
                <a:gd name="connsiteX46-7973" fmla="*/ 355140 w 2465559"/>
                <a:gd name="connsiteY46-7974" fmla="*/ 730733 h 4892818"/>
                <a:gd name="connsiteX47-7975" fmla="*/ 343233 w 2465559"/>
                <a:gd name="connsiteY47-7976" fmla="*/ 530708 h 4892818"/>
                <a:gd name="connsiteX48-7977" fmla="*/ 147388 w 2465559"/>
                <a:gd name="connsiteY48-7978" fmla="*/ 542954 h 4892818"/>
                <a:gd name="connsiteX0-7979" fmla="*/ 147388 w 2465559"/>
                <a:gd name="connsiteY0-7980" fmla="*/ 542954 h 4892818"/>
                <a:gd name="connsiteX1-7981" fmla="*/ 90 w 2465559"/>
                <a:gd name="connsiteY1-7982" fmla="*/ 796679 h 4892818"/>
                <a:gd name="connsiteX2-7983" fmla="*/ 37413 w 2465559"/>
                <a:gd name="connsiteY2-7984" fmla="*/ 973960 h 4892818"/>
                <a:gd name="connsiteX3-7985" fmla="*/ 266304 w 2465559"/>
                <a:gd name="connsiteY3-7986" fmla="*/ 1713265 h 4892818"/>
                <a:gd name="connsiteX4-7987" fmla="*/ 671894 w 2465559"/>
                <a:gd name="connsiteY4-7988" fmla="*/ 1552458 h 4892818"/>
                <a:gd name="connsiteX5-7989" fmla="*/ 961143 w 2465559"/>
                <a:gd name="connsiteY5-7990" fmla="*/ 1720409 h 4892818"/>
                <a:gd name="connsiteX6-7991" fmla="*/ 989135 w 2465559"/>
                <a:gd name="connsiteY6-7992" fmla="*/ 1916352 h 4892818"/>
                <a:gd name="connsiteX7-7993" fmla="*/ 961143 w 2465559"/>
                <a:gd name="connsiteY7-7994" fmla="*/ 2093828 h 4892818"/>
                <a:gd name="connsiteX8-7995" fmla="*/ 515655 w 2465559"/>
                <a:gd name="connsiteY8-7996" fmla="*/ 2903404 h 4892818"/>
                <a:gd name="connsiteX9-7997" fmla="*/ 494613 w 2465559"/>
                <a:gd name="connsiteY9-7998" fmla="*/ 3325275 h 4892818"/>
                <a:gd name="connsiteX10-7999" fmla="*/ 475951 w 2465559"/>
                <a:gd name="connsiteY10-8000" fmla="*/ 4267667 h 4892818"/>
                <a:gd name="connsiteX11-8001" fmla="*/ 401307 w 2465559"/>
                <a:gd name="connsiteY11-8002" fmla="*/ 4771520 h 4892818"/>
                <a:gd name="connsiteX12-8003" fmla="*/ 186703 w 2465559"/>
                <a:gd name="connsiteY12-8004" fmla="*/ 4892818 h 4892818"/>
                <a:gd name="connsiteX13-8005" fmla="*/ 597249 w 2465559"/>
                <a:gd name="connsiteY13-8006" fmla="*/ 4790181 h 4892818"/>
                <a:gd name="connsiteX14-8007" fmla="*/ 849176 w 2465559"/>
                <a:gd name="connsiteY14-8008" fmla="*/ 4463609 h 4892818"/>
                <a:gd name="connsiteX15-8009" fmla="*/ 746539 w 2465559"/>
                <a:gd name="connsiteY15-8010" fmla="*/ 4193022 h 4892818"/>
                <a:gd name="connsiteX16-8011" fmla="*/ 802523 w 2465559"/>
                <a:gd name="connsiteY16-8012" fmla="*/ 3773144 h 4892818"/>
                <a:gd name="connsiteX17-8013" fmla="*/ 867643 w 2465559"/>
                <a:gd name="connsiteY17-8014" fmla="*/ 3120390 h 4892818"/>
                <a:gd name="connsiteX18-8015" fmla="*/ 1365129 w 2465559"/>
                <a:gd name="connsiteY18-8016" fmla="*/ 2671937 h 4892818"/>
                <a:gd name="connsiteX19-8017" fmla="*/ 1502319 w 2465559"/>
                <a:gd name="connsiteY19-8018" fmla="*/ 3446573 h 4892818"/>
                <a:gd name="connsiteX20-8019" fmla="*/ 1175747 w 2465559"/>
                <a:gd name="connsiteY20-8020" fmla="*/ 4174360 h 4892818"/>
                <a:gd name="connsiteX21-8021" fmla="*/ 933151 w 2465559"/>
                <a:gd name="connsiteY21-8022" fmla="*/ 4771520 h 4892818"/>
                <a:gd name="connsiteX22-8023" fmla="*/ 1231731 w 2465559"/>
                <a:gd name="connsiteY22-8024" fmla="*/ 4827503 h 4892818"/>
                <a:gd name="connsiteX23-8025" fmla="*/ 1642278 w 2465559"/>
                <a:gd name="connsiteY23-8026" fmla="*/ 4883487 h 4892818"/>
                <a:gd name="connsiteX24-8027" fmla="*/ 1698262 w 2465559"/>
                <a:gd name="connsiteY24-8028" fmla="*/ 4827503 h 4892818"/>
                <a:gd name="connsiteX25-8029" fmla="*/ 1278384 w 2465559"/>
                <a:gd name="connsiteY25-8030" fmla="*/ 4640891 h 4892818"/>
                <a:gd name="connsiteX26-8031" fmla="*/ 1735584 w 2465559"/>
                <a:gd name="connsiteY26-8032" fmla="*/ 3698499 h 4892818"/>
                <a:gd name="connsiteX27-8033" fmla="*/ 1875543 w 2465559"/>
                <a:gd name="connsiteY27-8034" fmla="*/ 3343936 h 4892818"/>
                <a:gd name="connsiteX28-8035" fmla="*/ 1971036 w 2465559"/>
                <a:gd name="connsiteY28-8036" fmla="*/ 2205796 h 4892818"/>
                <a:gd name="connsiteX29-8037" fmla="*/ 1959519 w 2465559"/>
                <a:gd name="connsiteY29-8038" fmla="*/ 1972336 h 4892818"/>
                <a:gd name="connsiteX30-8039" fmla="*/ 2010109 w 2465559"/>
                <a:gd name="connsiteY30-8040" fmla="*/ 1807058 h 4892818"/>
                <a:gd name="connsiteX31-8041" fmla="*/ 2103414 w 2465559"/>
                <a:gd name="connsiteY31-8042" fmla="*/ 1648584 h 4892818"/>
                <a:gd name="connsiteX32-8043" fmla="*/ 2324434 w 2465559"/>
                <a:gd name="connsiteY32-8044" fmla="*/ 1337952 h 4892818"/>
                <a:gd name="connsiteX33-8045" fmla="*/ 2465559 w 2465559"/>
                <a:gd name="connsiteY33-8046" fmla="*/ 1020807 h 4892818"/>
                <a:gd name="connsiteX34-8047" fmla="*/ 1938671 w 2465559"/>
                <a:gd name="connsiteY34-8048" fmla="*/ 589607 h 4892818"/>
                <a:gd name="connsiteX35-8049" fmla="*/ 1476708 w 2465559"/>
                <a:gd name="connsiteY35-8050" fmla="*/ 444983 h 4892818"/>
                <a:gd name="connsiteX36-8051" fmla="*/ 1272504 w 2465559"/>
                <a:gd name="connsiteY36-8052" fmla="*/ 409167 h 4892818"/>
                <a:gd name="connsiteX37-8053" fmla="*/ 1054449 w 2465559"/>
                <a:gd name="connsiteY37-8054" fmla="*/ 451446 h 4892818"/>
                <a:gd name="connsiteX38-8055" fmla="*/ 1035399 w 2465559"/>
                <a:gd name="connsiteY38-8056" fmla="*/ 263036 h 4892818"/>
                <a:gd name="connsiteX39-8057" fmla="*/ 869490 w 2465559"/>
                <a:gd name="connsiteY39-8058" fmla="*/ 71127 h 4892818"/>
                <a:gd name="connsiteX40-8059" fmla="*/ 597249 w 2465559"/>
                <a:gd name="connsiteY40-8060" fmla="*/ 12907 h 4892818"/>
                <a:gd name="connsiteX41-8061" fmla="*/ 475951 w 2465559"/>
                <a:gd name="connsiteY41-8062" fmla="*/ 516760 h 4892818"/>
                <a:gd name="connsiteX42-8063" fmla="*/ 616105 w 2465559"/>
                <a:gd name="connsiteY42-8064" fmla="*/ 724609 h 4892818"/>
                <a:gd name="connsiteX43-8065" fmla="*/ 319712 w 2465559"/>
                <a:gd name="connsiteY43-8066" fmla="*/ 1088309 h 4892818"/>
                <a:gd name="connsiteX44-8067" fmla="*/ 189084 w 2465559"/>
                <a:gd name="connsiteY44-8068" fmla="*/ 852857 h 4892818"/>
                <a:gd name="connsiteX45-8069" fmla="*/ 275879 w 2465559"/>
                <a:gd name="connsiteY45-8070" fmla="*/ 811890 h 4892818"/>
                <a:gd name="connsiteX46-8071" fmla="*/ 355140 w 2465559"/>
                <a:gd name="connsiteY46-8072" fmla="*/ 730733 h 4892818"/>
                <a:gd name="connsiteX47-8073" fmla="*/ 343233 w 2465559"/>
                <a:gd name="connsiteY47-8074" fmla="*/ 530708 h 4892818"/>
                <a:gd name="connsiteX48-8075" fmla="*/ 147388 w 2465559"/>
                <a:gd name="connsiteY48-8076" fmla="*/ 542954 h 4892818"/>
                <a:gd name="connsiteX0-8077" fmla="*/ 147388 w 2465559"/>
                <a:gd name="connsiteY0-8078" fmla="*/ 542954 h 4892818"/>
                <a:gd name="connsiteX1-8079" fmla="*/ 90 w 2465559"/>
                <a:gd name="connsiteY1-8080" fmla="*/ 796679 h 4892818"/>
                <a:gd name="connsiteX2-8081" fmla="*/ 37413 w 2465559"/>
                <a:gd name="connsiteY2-8082" fmla="*/ 973960 h 4892818"/>
                <a:gd name="connsiteX3-8083" fmla="*/ 266304 w 2465559"/>
                <a:gd name="connsiteY3-8084" fmla="*/ 1713265 h 4892818"/>
                <a:gd name="connsiteX4-8085" fmla="*/ 671894 w 2465559"/>
                <a:gd name="connsiteY4-8086" fmla="*/ 1552458 h 4892818"/>
                <a:gd name="connsiteX5-8087" fmla="*/ 961143 w 2465559"/>
                <a:gd name="connsiteY5-8088" fmla="*/ 1720409 h 4892818"/>
                <a:gd name="connsiteX6-8089" fmla="*/ 989135 w 2465559"/>
                <a:gd name="connsiteY6-8090" fmla="*/ 1916352 h 4892818"/>
                <a:gd name="connsiteX7-8091" fmla="*/ 961143 w 2465559"/>
                <a:gd name="connsiteY7-8092" fmla="*/ 2093828 h 4892818"/>
                <a:gd name="connsiteX8-8093" fmla="*/ 515655 w 2465559"/>
                <a:gd name="connsiteY8-8094" fmla="*/ 2903404 h 4892818"/>
                <a:gd name="connsiteX9-8095" fmla="*/ 494613 w 2465559"/>
                <a:gd name="connsiteY9-8096" fmla="*/ 3325275 h 4892818"/>
                <a:gd name="connsiteX10-8097" fmla="*/ 475951 w 2465559"/>
                <a:gd name="connsiteY10-8098" fmla="*/ 4267667 h 4892818"/>
                <a:gd name="connsiteX11-8099" fmla="*/ 401307 w 2465559"/>
                <a:gd name="connsiteY11-8100" fmla="*/ 4771520 h 4892818"/>
                <a:gd name="connsiteX12-8101" fmla="*/ 186703 w 2465559"/>
                <a:gd name="connsiteY12-8102" fmla="*/ 4892818 h 4892818"/>
                <a:gd name="connsiteX13-8103" fmla="*/ 597249 w 2465559"/>
                <a:gd name="connsiteY13-8104" fmla="*/ 4790181 h 4892818"/>
                <a:gd name="connsiteX14-8105" fmla="*/ 849176 w 2465559"/>
                <a:gd name="connsiteY14-8106" fmla="*/ 4463609 h 4892818"/>
                <a:gd name="connsiteX15-8107" fmla="*/ 746539 w 2465559"/>
                <a:gd name="connsiteY15-8108" fmla="*/ 4193022 h 4892818"/>
                <a:gd name="connsiteX16-8109" fmla="*/ 802523 w 2465559"/>
                <a:gd name="connsiteY16-8110" fmla="*/ 3773144 h 4892818"/>
                <a:gd name="connsiteX17-8111" fmla="*/ 867643 w 2465559"/>
                <a:gd name="connsiteY17-8112" fmla="*/ 3120390 h 4892818"/>
                <a:gd name="connsiteX18-8113" fmla="*/ 1365129 w 2465559"/>
                <a:gd name="connsiteY18-8114" fmla="*/ 2671937 h 4892818"/>
                <a:gd name="connsiteX19-8115" fmla="*/ 1502319 w 2465559"/>
                <a:gd name="connsiteY19-8116" fmla="*/ 3446573 h 4892818"/>
                <a:gd name="connsiteX20-8117" fmla="*/ 1175747 w 2465559"/>
                <a:gd name="connsiteY20-8118" fmla="*/ 4174360 h 4892818"/>
                <a:gd name="connsiteX21-8119" fmla="*/ 933151 w 2465559"/>
                <a:gd name="connsiteY21-8120" fmla="*/ 4771520 h 4892818"/>
                <a:gd name="connsiteX22-8121" fmla="*/ 1231731 w 2465559"/>
                <a:gd name="connsiteY22-8122" fmla="*/ 4827503 h 4892818"/>
                <a:gd name="connsiteX23-8123" fmla="*/ 1642278 w 2465559"/>
                <a:gd name="connsiteY23-8124" fmla="*/ 4883487 h 4892818"/>
                <a:gd name="connsiteX24-8125" fmla="*/ 1698262 w 2465559"/>
                <a:gd name="connsiteY24-8126" fmla="*/ 4827503 h 4892818"/>
                <a:gd name="connsiteX25-8127" fmla="*/ 1278384 w 2465559"/>
                <a:gd name="connsiteY25-8128" fmla="*/ 4640891 h 4892818"/>
                <a:gd name="connsiteX26-8129" fmla="*/ 1735584 w 2465559"/>
                <a:gd name="connsiteY26-8130" fmla="*/ 3698499 h 4892818"/>
                <a:gd name="connsiteX27-8131" fmla="*/ 1875543 w 2465559"/>
                <a:gd name="connsiteY27-8132" fmla="*/ 3343936 h 4892818"/>
                <a:gd name="connsiteX28-8133" fmla="*/ 1971036 w 2465559"/>
                <a:gd name="connsiteY28-8134" fmla="*/ 2205796 h 4892818"/>
                <a:gd name="connsiteX29-8135" fmla="*/ 1959519 w 2465559"/>
                <a:gd name="connsiteY29-8136" fmla="*/ 1972336 h 4892818"/>
                <a:gd name="connsiteX30-8137" fmla="*/ 2010109 w 2465559"/>
                <a:gd name="connsiteY30-8138" fmla="*/ 1807058 h 4892818"/>
                <a:gd name="connsiteX31-8139" fmla="*/ 2103414 w 2465559"/>
                <a:gd name="connsiteY31-8140" fmla="*/ 1648584 h 4892818"/>
                <a:gd name="connsiteX32-8141" fmla="*/ 2324434 w 2465559"/>
                <a:gd name="connsiteY32-8142" fmla="*/ 1337952 h 4892818"/>
                <a:gd name="connsiteX33-8143" fmla="*/ 2465559 w 2465559"/>
                <a:gd name="connsiteY33-8144" fmla="*/ 1020807 h 4892818"/>
                <a:gd name="connsiteX34-8145" fmla="*/ 1938671 w 2465559"/>
                <a:gd name="connsiteY34-8146" fmla="*/ 589607 h 4892818"/>
                <a:gd name="connsiteX35-8147" fmla="*/ 1476708 w 2465559"/>
                <a:gd name="connsiteY35-8148" fmla="*/ 444983 h 4892818"/>
                <a:gd name="connsiteX36-8149" fmla="*/ 1272504 w 2465559"/>
                <a:gd name="connsiteY36-8150" fmla="*/ 409167 h 4892818"/>
                <a:gd name="connsiteX37-8151" fmla="*/ 1054449 w 2465559"/>
                <a:gd name="connsiteY37-8152" fmla="*/ 451446 h 4892818"/>
                <a:gd name="connsiteX38-8153" fmla="*/ 1035399 w 2465559"/>
                <a:gd name="connsiteY38-8154" fmla="*/ 263036 h 4892818"/>
                <a:gd name="connsiteX39-8155" fmla="*/ 869490 w 2465559"/>
                <a:gd name="connsiteY39-8156" fmla="*/ 71127 h 4892818"/>
                <a:gd name="connsiteX40-8157" fmla="*/ 597249 w 2465559"/>
                <a:gd name="connsiteY40-8158" fmla="*/ 12907 h 4892818"/>
                <a:gd name="connsiteX41-8159" fmla="*/ 475951 w 2465559"/>
                <a:gd name="connsiteY41-8160" fmla="*/ 516760 h 4892818"/>
                <a:gd name="connsiteX42-8161" fmla="*/ 616105 w 2465559"/>
                <a:gd name="connsiteY42-8162" fmla="*/ 724609 h 4892818"/>
                <a:gd name="connsiteX43-8163" fmla="*/ 319712 w 2465559"/>
                <a:gd name="connsiteY43-8164" fmla="*/ 1088309 h 4892818"/>
                <a:gd name="connsiteX44-8165" fmla="*/ 189084 w 2465559"/>
                <a:gd name="connsiteY44-8166" fmla="*/ 852857 h 4892818"/>
                <a:gd name="connsiteX45-8167" fmla="*/ 275879 w 2465559"/>
                <a:gd name="connsiteY45-8168" fmla="*/ 811890 h 4892818"/>
                <a:gd name="connsiteX46-8169" fmla="*/ 355140 w 2465559"/>
                <a:gd name="connsiteY46-8170" fmla="*/ 730733 h 4892818"/>
                <a:gd name="connsiteX47-8171" fmla="*/ 343233 w 2465559"/>
                <a:gd name="connsiteY47-8172" fmla="*/ 530708 h 4892818"/>
                <a:gd name="connsiteX48-8173" fmla="*/ 147388 w 2465559"/>
                <a:gd name="connsiteY48-8174" fmla="*/ 542954 h 4892818"/>
                <a:gd name="connsiteX0-8175" fmla="*/ 147388 w 2465559"/>
                <a:gd name="connsiteY0-8176" fmla="*/ 542954 h 4892818"/>
                <a:gd name="connsiteX1-8177" fmla="*/ 90 w 2465559"/>
                <a:gd name="connsiteY1-8178" fmla="*/ 796679 h 4892818"/>
                <a:gd name="connsiteX2-8179" fmla="*/ 37413 w 2465559"/>
                <a:gd name="connsiteY2-8180" fmla="*/ 973960 h 4892818"/>
                <a:gd name="connsiteX3-8181" fmla="*/ 266304 w 2465559"/>
                <a:gd name="connsiteY3-8182" fmla="*/ 1713265 h 4892818"/>
                <a:gd name="connsiteX4-8183" fmla="*/ 671894 w 2465559"/>
                <a:gd name="connsiteY4-8184" fmla="*/ 1552458 h 4892818"/>
                <a:gd name="connsiteX5-8185" fmla="*/ 961143 w 2465559"/>
                <a:gd name="connsiteY5-8186" fmla="*/ 1720409 h 4892818"/>
                <a:gd name="connsiteX6-8187" fmla="*/ 989135 w 2465559"/>
                <a:gd name="connsiteY6-8188" fmla="*/ 1916352 h 4892818"/>
                <a:gd name="connsiteX7-8189" fmla="*/ 961143 w 2465559"/>
                <a:gd name="connsiteY7-8190" fmla="*/ 2093828 h 4892818"/>
                <a:gd name="connsiteX8-8191" fmla="*/ 515655 w 2465559"/>
                <a:gd name="connsiteY8-8192" fmla="*/ 2903404 h 4892818"/>
                <a:gd name="connsiteX9-8193" fmla="*/ 494613 w 2465559"/>
                <a:gd name="connsiteY9-8194" fmla="*/ 3325275 h 4892818"/>
                <a:gd name="connsiteX10-8195" fmla="*/ 475951 w 2465559"/>
                <a:gd name="connsiteY10-8196" fmla="*/ 4267667 h 4892818"/>
                <a:gd name="connsiteX11-8197" fmla="*/ 401307 w 2465559"/>
                <a:gd name="connsiteY11-8198" fmla="*/ 4771520 h 4892818"/>
                <a:gd name="connsiteX12-8199" fmla="*/ 186703 w 2465559"/>
                <a:gd name="connsiteY12-8200" fmla="*/ 4892818 h 4892818"/>
                <a:gd name="connsiteX13-8201" fmla="*/ 597249 w 2465559"/>
                <a:gd name="connsiteY13-8202" fmla="*/ 4790181 h 4892818"/>
                <a:gd name="connsiteX14-8203" fmla="*/ 849176 w 2465559"/>
                <a:gd name="connsiteY14-8204" fmla="*/ 4463609 h 4892818"/>
                <a:gd name="connsiteX15-8205" fmla="*/ 746539 w 2465559"/>
                <a:gd name="connsiteY15-8206" fmla="*/ 4193022 h 4892818"/>
                <a:gd name="connsiteX16-8207" fmla="*/ 802523 w 2465559"/>
                <a:gd name="connsiteY16-8208" fmla="*/ 3773144 h 4892818"/>
                <a:gd name="connsiteX17-8209" fmla="*/ 867643 w 2465559"/>
                <a:gd name="connsiteY17-8210" fmla="*/ 3120390 h 4892818"/>
                <a:gd name="connsiteX18-8211" fmla="*/ 1365129 w 2465559"/>
                <a:gd name="connsiteY18-8212" fmla="*/ 2671937 h 4892818"/>
                <a:gd name="connsiteX19-8213" fmla="*/ 1502319 w 2465559"/>
                <a:gd name="connsiteY19-8214" fmla="*/ 3446573 h 4892818"/>
                <a:gd name="connsiteX20-8215" fmla="*/ 1175747 w 2465559"/>
                <a:gd name="connsiteY20-8216" fmla="*/ 4174360 h 4892818"/>
                <a:gd name="connsiteX21-8217" fmla="*/ 933151 w 2465559"/>
                <a:gd name="connsiteY21-8218" fmla="*/ 4771520 h 4892818"/>
                <a:gd name="connsiteX22-8219" fmla="*/ 1231731 w 2465559"/>
                <a:gd name="connsiteY22-8220" fmla="*/ 4827503 h 4892818"/>
                <a:gd name="connsiteX23-8221" fmla="*/ 1642278 w 2465559"/>
                <a:gd name="connsiteY23-8222" fmla="*/ 4883487 h 4892818"/>
                <a:gd name="connsiteX24-8223" fmla="*/ 1698262 w 2465559"/>
                <a:gd name="connsiteY24-8224" fmla="*/ 4827503 h 4892818"/>
                <a:gd name="connsiteX25-8225" fmla="*/ 1278384 w 2465559"/>
                <a:gd name="connsiteY25-8226" fmla="*/ 4640891 h 4892818"/>
                <a:gd name="connsiteX26-8227" fmla="*/ 1735584 w 2465559"/>
                <a:gd name="connsiteY26-8228" fmla="*/ 3698499 h 4892818"/>
                <a:gd name="connsiteX27-8229" fmla="*/ 1868399 w 2465559"/>
                <a:gd name="connsiteY27-8230" fmla="*/ 3372511 h 4892818"/>
                <a:gd name="connsiteX28-8231" fmla="*/ 1971036 w 2465559"/>
                <a:gd name="connsiteY28-8232" fmla="*/ 2205796 h 4892818"/>
                <a:gd name="connsiteX29-8233" fmla="*/ 1959519 w 2465559"/>
                <a:gd name="connsiteY29-8234" fmla="*/ 1972336 h 4892818"/>
                <a:gd name="connsiteX30-8235" fmla="*/ 2010109 w 2465559"/>
                <a:gd name="connsiteY30-8236" fmla="*/ 1807058 h 4892818"/>
                <a:gd name="connsiteX31-8237" fmla="*/ 2103414 w 2465559"/>
                <a:gd name="connsiteY31-8238" fmla="*/ 1648584 h 4892818"/>
                <a:gd name="connsiteX32-8239" fmla="*/ 2324434 w 2465559"/>
                <a:gd name="connsiteY32-8240" fmla="*/ 1337952 h 4892818"/>
                <a:gd name="connsiteX33-8241" fmla="*/ 2465559 w 2465559"/>
                <a:gd name="connsiteY33-8242" fmla="*/ 1020807 h 4892818"/>
                <a:gd name="connsiteX34-8243" fmla="*/ 1938671 w 2465559"/>
                <a:gd name="connsiteY34-8244" fmla="*/ 589607 h 4892818"/>
                <a:gd name="connsiteX35-8245" fmla="*/ 1476708 w 2465559"/>
                <a:gd name="connsiteY35-8246" fmla="*/ 444983 h 4892818"/>
                <a:gd name="connsiteX36-8247" fmla="*/ 1272504 w 2465559"/>
                <a:gd name="connsiteY36-8248" fmla="*/ 409167 h 4892818"/>
                <a:gd name="connsiteX37-8249" fmla="*/ 1054449 w 2465559"/>
                <a:gd name="connsiteY37-8250" fmla="*/ 451446 h 4892818"/>
                <a:gd name="connsiteX38-8251" fmla="*/ 1035399 w 2465559"/>
                <a:gd name="connsiteY38-8252" fmla="*/ 263036 h 4892818"/>
                <a:gd name="connsiteX39-8253" fmla="*/ 869490 w 2465559"/>
                <a:gd name="connsiteY39-8254" fmla="*/ 71127 h 4892818"/>
                <a:gd name="connsiteX40-8255" fmla="*/ 597249 w 2465559"/>
                <a:gd name="connsiteY40-8256" fmla="*/ 12907 h 4892818"/>
                <a:gd name="connsiteX41-8257" fmla="*/ 475951 w 2465559"/>
                <a:gd name="connsiteY41-8258" fmla="*/ 516760 h 4892818"/>
                <a:gd name="connsiteX42-8259" fmla="*/ 616105 w 2465559"/>
                <a:gd name="connsiteY42-8260" fmla="*/ 724609 h 4892818"/>
                <a:gd name="connsiteX43-8261" fmla="*/ 319712 w 2465559"/>
                <a:gd name="connsiteY43-8262" fmla="*/ 1088309 h 4892818"/>
                <a:gd name="connsiteX44-8263" fmla="*/ 189084 w 2465559"/>
                <a:gd name="connsiteY44-8264" fmla="*/ 852857 h 4892818"/>
                <a:gd name="connsiteX45-8265" fmla="*/ 275879 w 2465559"/>
                <a:gd name="connsiteY45-8266" fmla="*/ 811890 h 4892818"/>
                <a:gd name="connsiteX46-8267" fmla="*/ 355140 w 2465559"/>
                <a:gd name="connsiteY46-8268" fmla="*/ 730733 h 4892818"/>
                <a:gd name="connsiteX47-8269" fmla="*/ 343233 w 2465559"/>
                <a:gd name="connsiteY47-8270" fmla="*/ 530708 h 4892818"/>
                <a:gd name="connsiteX48-8271" fmla="*/ 147388 w 2465559"/>
                <a:gd name="connsiteY48-8272" fmla="*/ 542954 h 4892818"/>
                <a:gd name="connsiteX0-8273" fmla="*/ 147388 w 2465559"/>
                <a:gd name="connsiteY0-8274" fmla="*/ 542954 h 4892818"/>
                <a:gd name="connsiteX1-8275" fmla="*/ 90 w 2465559"/>
                <a:gd name="connsiteY1-8276" fmla="*/ 796679 h 4892818"/>
                <a:gd name="connsiteX2-8277" fmla="*/ 37413 w 2465559"/>
                <a:gd name="connsiteY2-8278" fmla="*/ 973960 h 4892818"/>
                <a:gd name="connsiteX3-8279" fmla="*/ 266304 w 2465559"/>
                <a:gd name="connsiteY3-8280" fmla="*/ 1713265 h 4892818"/>
                <a:gd name="connsiteX4-8281" fmla="*/ 671894 w 2465559"/>
                <a:gd name="connsiteY4-8282" fmla="*/ 1552458 h 4892818"/>
                <a:gd name="connsiteX5-8283" fmla="*/ 961143 w 2465559"/>
                <a:gd name="connsiteY5-8284" fmla="*/ 1720409 h 4892818"/>
                <a:gd name="connsiteX6-8285" fmla="*/ 989135 w 2465559"/>
                <a:gd name="connsiteY6-8286" fmla="*/ 1916352 h 4892818"/>
                <a:gd name="connsiteX7-8287" fmla="*/ 961143 w 2465559"/>
                <a:gd name="connsiteY7-8288" fmla="*/ 2093828 h 4892818"/>
                <a:gd name="connsiteX8-8289" fmla="*/ 515655 w 2465559"/>
                <a:gd name="connsiteY8-8290" fmla="*/ 2903404 h 4892818"/>
                <a:gd name="connsiteX9-8291" fmla="*/ 494613 w 2465559"/>
                <a:gd name="connsiteY9-8292" fmla="*/ 3325275 h 4892818"/>
                <a:gd name="connsiteX10-8293" fmla="*/ 475951 w 2465559"/>
                <a:gd name="connsiteY10-8294" fmla="*/ 4267667 h 4892818"/>
                <a:gd name="connsiteX11-8295" fmla="*/ 401307 w 2465559"/>
                <a:gd name="connsiteY11-8296" fmla="*/ 4771520 h 4892818"/>
                <a:gd name="connsiteX12-8297" fmla="*/ 186703 w 2465559"/>
                <a:gd name="connsiteY12-8298" fmla="*/ 4892818 h 4892818"/>
                <a:gd name="connsiteX13-8299" fmla="*/ 597249 w 2465559"/>
                <a:gd name="connsiteY13-8300" fmla="*/ 4790181 h 4892818"/>
                <a:gd name="connsiteX14-8301" fmla="*/ 849176 w 2465559"/>
                <a:gd name="connsiteY14-8302" fmla="*/ 4463609 h 4892818"/>
                <a:gd name="connsiteX15-8303" fmla="*/ 746539 w 2465559"/>
                <a:gd name="connsiteY15-8304" fmla="*/ 4193022 h 4892818"/>
                <a:gd name="connsiteX16-8305" fmla="*/ 802523 w 2465559"/>
                <a:gd name="connsiteY16-8306" fmla="*/ 3773144 h 4892818"/>
                <a:gd name="connsiteX17-8307" fmla="*/ 867643 w 2465559"/>
                <a:gd name="connsiteY17-8308" fmla="*/ 3120390 h 4892818"/>
                <a:gd name="connsiteX18-8309" fmla="*/ 1365129 w 2465559"/>
                <a:gd name="connsiteY18-8310" fmla="*/ 2671937 h 4892818"/>
                <a:gd name="connsiteX19-8311" fmla="*/ 1502319 w 2465559"/>
                <a:gd name="connsiteY19-8312" fmla="*/ 3446573 h 4892818"/>
                <a:gd name="connsiteX20-8313" fmla="*/ 1175747 w 2465559"/>
                <a:gd name="connsiteY20-8314" fmla="*/ 4174360 h 4892818"/>
                <a:gd name="connsiteX21-8315" fmla="*/ 933151 w 2465559"/>
                <a:gd name="connsiteY21-8316" fmla="*/ 4771520 h 4892818"/>
                <a:gd name="connsiteX22-8317" fmla="*/ 1231731 w 2465559"/>
                <a:gd name="connsiteY22-8318" fmla="*/ 4827503 h 4892818"/>
                <a:gd name="connsiteX23-8319" fmla="*/ 1642278 w 2465559"/>
                <a:gd name="connsiteY23-8320" fmla="*/ 4883487 h 4892818"/>
                <a:gd name="connsiteX24-8321" fmla="*/ 1698262 w 2465559"/>
                <a:gd name="connsiteY24-8322" fmla="*/ 4827503 h 4892818"/>
                <a:gd name="connsiteX25-8323" fmla="*/ 1278384 w 2465559"/>
                <a:gd name="connsiteY25-8324" fmla="*/ 4640891 h 4892818"/>
                <a:gd name="connsiteX26-8325" fmla="*/ 1735584 w 2465559"/>
                <a:gd name="connsiteY26-8326" fmla="*/ 3698499 h 4892818"/>
                <a:gd name="connsiteX27-8327" fmla="*/ 1868399 w 2465559"/>
                <a:gd name="connsiteY27-8328" fmla="*/ 3372511 h 4892818"/>
                <a:gd name="connsiteX28-8329" fmla="*/ 1971036 w 2465559"/>
                <a:gd name="connsiteY28-8330" fmla="*/ 2205796 h 4892818"/>
                <a:gd name="connsiteX29-8331" fmla="*/ 1959519 w 2465559"/>
                <a:gd name="connsiteY29-8332" fmla="*/ 1972336 h 4892818"/>
                <a:gd name="connsiteX30-8333" fmla="*/ 2010109 w 2465559"/>
                <a:gd name="connsiteY30-8334" fmla="*/ 1807058 h 4892818"/>
                <a:gd name="connsiteX31-8335" fmla="*/ 2103414 w 2465559"/>
                <a:gd name="connsiteY31-8336" fmla="*/ 1648584 h 4892818"/>
                <a:gd name="connsiteX32-8337" fmla="*/ 2324434 w 2465559"/>
                <a:gd name="connsiteY32-8338" fmla="*/ 1337952 h 4892818"/>
                <a:gd name="connsiteX33-8339" fmla="*/ 2465559 w 2465559"/>
                <a:gd name="connsiteY33-8340" fmla="*/ 1020807 h 4892818"/>
                <a:gd name="connsiteX34-8341" fmla="*/ 1938671 w 2465559"/>
                <a:gd name="connsiteY34-8342" fmla="*/ 589607 h 4892818"/>
                <a:gd name="connsiteX35-8343" fmla="*/ 1476708 w 2465559"/>
                <a:gd name="connsiteY35-8344" fmla="*/ 444983 h 4892818"/>
                <a:gd name="connsiteX36-8345" fmla="*/ 1272504 w 2465559"/>
                <a:gd name="connsiteY36-8346" fmla="*/ 409167 h 4892818"/>
                <a:gd name="connsiteX37-8347" fmla="*/ 1054449 w 2465559"/>
                <a:gd name="connsiteY37-8348" fmla="*/ 451446 h 4892818"/>
                <a:gd name="connsiteX38-8349" fmla="*/ 1035399 w 2465559"/>
                <a:gd name="connsiteY38-8350" fmla="*/ 263036 h 4892818"/>
                <a:gd name="connsiteX39-8351" fmla="*/ 869490 w 2465559"/>
                <a:gd name="connsiteY39-8352" fmla="*/ 71127 h 4892818"/>
                <a:gd name="connsiteX40-8353" fmla="*/ 597249 w 2465559"/>
                <a:gd name="connsiteY40-8354" fmla="*/ 12907 h 4892818"/>
                <a:gd name="connsiteX41-8355" fmla="*/ 475951 w 2465559"/>
                <a:gd name="connsiteY41-8356" fmla="*/ 516760 h 4892818"/>
                <a:gd name="connsiteX42-8357" fmla="*/ 616105 w 2465559"/>
                <a:gd name="connsiteY42-8358" fmla="*/ 724609 h 4892818"/>
                <a:gd name="connsiteX43-8359" fmla="*/ 319712 w 2465559"/>
                <a:gd name="connsiteY43-8360" fmla="*/ 1088309 h 4892818"/>
                <a:gd name="connsiteX44-8361" fmla="*/ 189084 w 2465559"/>
                <a:gd name="connsiteY44-8362" fmla="*/ 852857 h 4892818"/>
                <a:gd name="connsiteX45-8363" fmla="*/ 275879 w 2465559"/>
                <a:gd name="connsiteY45-8364" fmla="*/ 811890 h 4892818"/>
                <a:gd name="connsiteX46-8365" fmla="*/ 355140 w 2465559"/>
                <a:gd name="connsiteY46-8366" fmla="*/ 730733 h 4892818"/>
                <a:gd name="connsiteX47-8367" fmla="*/ 343233 w 2465559"/>
                <a:gd name="connsiteY47-8368" fmla="*/ 530708 h 4892818"/>
                <a:gd name="connsiteX48-8369" fmla="*/ 147388 w 2465559"/>
                <a:gd name="connsiteY48-8370" fmla="*/ 542954 h 4892818"/>
                <a:gd name="connsiteX0-8371" fmla="*/ 147388 w 2465559"/>
                <a:gd name="connsiteY0-8372" fmla="*/ 542954 h 4892818"/>
                <a:gd name="connsiteX1-8373" fmla="*/ 90 w 2465559"/>
                <a:gd name="connsiteY1-8374" fmla="*/ 796679 h 4892818"/>
                <a:gd name="connsiteX2-8375" fmla="*/ 37413 w 2465559"/>
                <a:gd name="connsiteY2-8376" fmla="*/ 973960 h 4892818"/>
                <a:gd name="connsiteX3-8377" fmla="*/ 266304 w 2465559"/>
                <a:gd name="connsiteY3-8378" fmla="*/ 1713265 h 4892818"/>
                <a:gd name="connsiteX4-8379" fmla="*/ 671894 w 2465559"/>
                <a:gd name="connsiteY4-8380" fmla="*/ 1552458 h 4892818"/>
                <a:gd name="connsiteX5-8381" fmla="*/ 961143 w 2465559"/>
                <a:gd name="connsiteY5-8382" fmla="*/ 1720409 h 4892818"/>
                <a:gd name="connsiteX6-8383" fmla="*/ 989135 w 2465559"/>
                <a:gd name="connsiteY6-8384" fmla="*/ 1916352 h 4892818"/>
                <a:gd name="connsiteX7-8385" fmla="*/ 961143 w 2465559"/>
                <a:gd name="connsiteY7-8386" fmla="*/ 2093828 h 4892818"/>
                <a:gd name="connsiteX8-8387" fmla="*/ 515655 w 2465559"/>
                <a:gd name="connsiteY8-8388" fmla="*/ 2903404 h 4892818"/>
                <a:gd name="connsiteX9-8389" fmla="*/ 494613 w 2465559"/>
                <a:gd name="connsiteY9-8390" fmla="*/ 3325275 h 4892818"/>
                <a:gd name="connsiteX10-8391" fmla="*/ 475951 w 2465559"/>
                <a:gd name="connsiteY10-8392" fmla="*/ 4267667 h 4892818"/>
                <a:gd name="connsiteX11-8393" fmla="*/ 401307 w 2465559"/>
                <a:gd name="connsiteY11-8394" fmla="*/ 4771520 h 4892818"/>
                <a:gd name="connsiteX12-8395" fmla="*/ 186703 w 2465559"/>
                <a:gd name="connsiteY12-8396" fmla="*/ 4892818 h 4892818"/>
                <a:gd name="connsiteX13-8397" fmla="*/ 597249 w 2465559"/>
                <a:gd name="connsiteY13-8398" fmla="*/ 4790181 h 4892818"/>
                <a:gd name="connsiteX14-8399" fmla="*/ 849176 w 2465559"/>
                <a:gd name="connsiteY14-8400" fmla="*/ 4463609 h 4892818"/>
                <a:gd name="connsiteX15-8401" fmla="*/ 746539 w 2465559"/>
                <a:gd name="connsiteY15-8402" fmla="*/ 4193022 h 4892818"/>
                <a:gd name="connsiteX16-8403" fmla="*/ 802523 w 2465559"/>
                <a:gd name="connsiteY16-8404" fmla="*/ 3773144 h 4892818"/>
                <a:gd name="connsiteX17-8405" fmla="*/ 867643 w 2465559"/>
                <a:gd name="connsiteY17-8406" fmla="*/ 3120390 h 4892818"/>
                <a:gd name="connsiteX18-8407" fmla="*/ 1365129 w 2465559"/>
                <a:gd name="connsiteY18-8408" fmla="*/ 2671937 h 4892818"/>
                <a:gd name="connsiteX19-8409" fmla="*/ 1502319 w 2465559"/>
                <a:gd name="connsiteY19-8410" fmla="*/ 3446573 h 4892818"/>
                <a:gd name="connsiteX20-8411" fmla="*/ 1175747 w 2465559"/>
                <a:gd name="connsiteY20-8412" fmla="*/ 4174360 h 4892818"/>
                <a:gd name="connsiteX21-8413" fmla="*/ 933151 w 2465559"/>
                <a:gd name="connsiteY21-8414" fmla="*/ 4771520 h 4892818"/>
                <a:gd name="connsiteX22-8415" fmla="*/ 1231731 w 2465559"/>
                <a:gd name="connsiteY22-8416" fmla="*/ 4827503 h 4892818"/>
                <a:gd name="connsiteX23-8417" fmla="*/ 1642278 w 2465559"/>
                <a:gd name="connsiteY23-8418" fmla="*/ 4883487 h 4892818"/>
                <a:gd name="connsiteX24-8419" fmla="*/ 1698262 w 2465559"/>
                <a:gd name="connsiteY24-8420" fmla="*/ 4827503 h 4892818"/>
                <a:gd name="connsiteX25-8421" fmla="*/ 1278384 w 2465559"/>
                <a:gd name="connsiteY25-8422" fmla="*/ 4640891 h 4892818"/>
                <a:gd name="connsiteX26-8423" fmla="*/ 1735584 w 2465559"/>
                <a:gd name="connsiteY26-8424" fmla="*/ 3698499 h 4892818"/>
                <a:gd name="connsiteX27-8425" fmla="*/ 1868399 w 2465559"/>
                <a:gd name="connsiteY27-8426" fmla="*/ 3372511 h 4892818"/>
                <a:gd name="connsiteX28-8427" fmla="*/ 1971036 w 2465559"/>
                <a:gd name="connsiteY28-8428" fmla="*/ 2205796 h 4892818"/>
                <a:gd name="connsiteX29-8429" fmla="*/ 1959519 w 2465559"/>
                <a:gd name="connsiteY29-8430" fmla="*/ 1972336 h 4892818"/>
                <a:gd name="connsiteX30-8431" fmla="*/ 2010109 w 2465559"/>
                <a:gd name="connsiteY30-8432" fmla="*/ 1807058 h 4892818"/>
                <a:gd name="connsiteX31-8433" fmla="*/ 2103414 w 2465559"/>
                <a:gd name="connsiteY31-8434" fmla="*/ 1648584 h 4892818"/>
                <a:gd name="connsiteX32-8435" fmla="*/ 2324434 w 2465559"/>
                <a:gd name="connsiteY32-8436" fmla="*/ 1337952 h 4892818"/>
                <a:gd name="connsiteX33-8437" fmla="*/ 2465559 w 2465559"/>
                <a:gd name="connsiteY33-8438" fmla="*/ 1020807 h 4892818"/>
                <a:gd name="connsiteX34-8439" fmla="*/ 1938671 w 2465559"/>
                <a:gd name="connsiteY34-8440" fmla="*/ 589607 h 4892818"/>
                <a:gd name="connsiteX35-8441" fmla="*/ 1476708 w 2465559"/>
                <a:gd name="connsiteY35-8442" fmla="*/ 444983 h 4892818"/>
                <a:gd name="connsiteX36-8443" fmla="*/ 1272504 w 2465559"/>
                <a:gd name="connsiteY36-8444" fmla="*/ 409167 h 4892818"/>
                <a:gd name="connsiteX37-8445" fmla="*/ 1054449 w 2465559"/>
                <a:gd name="connsiteY37-8446" fmla="*/ 451446 h 4892818"/>
                <a:gd name="connsiteX38-8447" fmla="*/ 1035399 w 2465559"/>
                <a:gd name="connsiteY38-8448" fmla="*/ 263036 h 4892818"/>
                <a:gd name="connsiteX39-8449" fmla="*/ 869490 w 2465559"/>
                <a:gd name="connsiteY39-8450" fmla="*/ 71127 h 4892818"/>
                <a:gd name="connsiteX40-8451" fmla="*/ 597249 w 2465559"/>
                <a:gd name="connsiteY40-8452" fmla="*/ 12907 h 4892818"/>
                <a:gd name="connsiteX41-8453" fmla="*/ 475951 w 2465559"/>
                <a:gd name="connsiteY41-8454" fmla="*/ 516760 h 4892818"/>
                <a:gd name="connsiteX42-8455" fmla="*/ 616105 w 2465559"/>
                <a:gd name="connsiteY42-8456" fmla="*/ 724609 h 4892818"/>
                <a:gd name="connsiteX43-8457" fmla="*/ 319712 w 2465559"/>
                <a:gd name="connsiteY43-8458" fmla="*/ 1088309 h 4892818"/>
                <a:gd name="connsiteX44-8459" fmla="*/ 189084 w 2465559"/>
                <a:gd name="connsiteY44-8460" fmla="*/ 852857 h 4892818"/>
                <a:gd name="connsiteX45-8461" fmla="*/ 275879 w 2465559"/>
                <a:gd name="connsiteY45-8462" fmla="*/ 811890 h 4892818"/>
                <a:gd name="connsiteX46-8463" fmla="*/ 355140 w 2465559"/>
                <a:gd name="connsiteY46-8464" fmla="*/ 730733 h 4892818"/>
                <a:gd name="connsiteX47-8465" fmla="*/ 343233 w 2465559"/>
                <a:gd name="connsiteY47-8466" fmla="*/ 530708 h 4892818"/>
                <a:gd name="connsiteX48-8467" fmla="*/ 147388 w 2465559"/>
                <a:gd name="connsiteY48-8468" fmla="*/ 542954 h 4892818"/>
                <a:gd name="connsiteX0-8469" fmla="*/ 147388 w 2465559"/>
                <a:gd name="connsiteY0-8470" fmla="*/ 542954 h 4892818"/>
                <a:gd name="connsiteX1-8471" fmla="*/ 90 w 2465559"/>
                <a:gd name="connsiteY1-8472" fmla="*/ 796679 h 4892818"/>
                <a:gd name="connsiteX2-8473" fmla="*/ 37413 w 2465559"/>
                <a:gd name="connsiteY2-8474" fmla="*/ 973960 h 4892818"/>
                <a:gd name="connsiteX3-8475" fmla="*/ 266304 w 2465559"/>
                <a:gd name="connsiteY3-8476" fmla="*/ 1713265 h 4892818"/>
                <a:gd name="connsiteX4-8477" fmla="*/ 671894 w 2465559"/>
                <a:gd name="connsiteY4-8478" fmla="*/ 1552458 h 4892818"/>
                <a:gd name="connsiteX5-8479" fmla="*/ 961143 w 2465559"/>
                <a:gd name="connsiteY5-8480" fmla="*/ 1720409 h 4892818"/>
                <a:gd name="connsiteX6-8481" fmla="*/ 989135 w 2465559"/>
                <a:gd name="connsiteY6-8482" fmla="*/ 1916352 h 4892818"/>
                <a:gd name="connsiteX7-8483" fmla="*/ 961143 w 2465559"/>
                <a:gd name="connsiteY7-8484" fmla="*/ 2093828 h 4892818"/>
                <a:gd name="connsiteX8-8485" fmla="*/ 515655 w 2465559"/>
                <a:gd name="connsiteY8-8486" fmla="*/ 2903404 h 4892818"/>
                <a:gd name="connsiteX9-8487" fmla="*/ 494613 w 2465559"/>
                <a:gd name="connsiteY9-8488" fmla="*/ 3325275 h 4892818"/>
                <a:gd name="connsiteX10-8489" fmla="*/ 475951 w 2465559"/>
                <a:gd name="connsiteY10-8490" fmla="*/ 4267667 h 4892818"/>
                <a:gd name="connsiteX11-8491" fmla="*/ 401307 w 2465559"/>
                <a:gd name="connsiteY11-8492" fmla="*/ 4771520 h 4892818"/>
                <a:gd name="connsiteX12-8493" fmla="*/ 186703 w 2465559"/>
                <a:gd name="connsiteY12-8494" fmla="*/ 4892818 h 4892818"/>
                <a:gd name="connsiteX13-8495" fmla="*/ 597249 w 2465559"/>
                <a:gd name="connsiteY13-8496" fmla="*/ 4790181 h 4892818"/>
                <a:gd name="connsiteX14-8497" fmla="*/ 849176 w 2465559"/>
                <a:gd name="connsiteY14-8498" fmla="*/ 4463609 h 4892818"/>
                <a:gd name="connsiteX15-8499" fmla="*/ 746539 w 2465559"/>
                <a:gd name="connsiteY15-8500" fmla="*/ 4193022 h 4892818"/>
                <a:gd name="connsiteX16-8501" fmla="*/ 802523 w 2465559"/>
                <a:gd name="connsiteY16-8502" fmla="*/ 3773144 h 4892818"/>
                <a:gd name="connsiteX17-8503" fmla="*/ 867643 w 2465559"/>
                <a:gd name="connsiteY17-8504" fmla="*/ 3120390 h 4892818"/>
                <a:gd name="connsiteX18-8505" fmla="*/ 1365129 w 2465559"/>
                <a:gd name="connsiteY18-8506" fmla="*/ 2671937 h 4892818"/>
                <a:gd name="connsiteX19-8507" fmla="*/ 1502319 w 2465559"/>
                <a:gd name="connsiteY19-8508" fmla="*/ 3446573 h 4892818"/>
                <a:gd name="connsiteX20-8509" fmla="*/ 1175747 w 2465559"/>
                <a:gd name="connsiteY20-8510" fmla="*/ 4174360 h 4892818"/>
                <a:gd name="connsiteX21-8511" fmla="*/ 933151 w 2465559"/>
                <a:gd name="connsiteY21-8512" fmla="*/ 4771520 h 4892818"/>
                <a:gd name="connsiteX22-8513" fmla="*/ 1231731 w 2465559"/>
                <a:gd name="connsiteY22-8514" fmla="*/ 4827503 h 4892818"/>
                <a:gd name="connsiteX23-8515" fmla="*/ 1642278 w 2465559"/>
                <a:gd name="connsiteY23-8516" fmla="*/ 4883487 h 4892818"/>
                <a:gd name="connsiteX24-8517" fmla="*/ 1698262 w 2465559"/>
                <a:gd name="connsiteY24-8518" fmla="*/ 4827503 h 4892818"/>
                <a:gd name="connsiteX25-8519" fmla="*/ 1278384 w 2465559"/>
                <a:gd name="connsiteY25-8520" fmla="*/ 4640891 h 4892818"/>
                <a:gd name="connsiteX26-8521" fmla="*/ 1735584 w 2465559"/>
                <a:gd name="connsiteY26-8522" fmla="*/ 3698499 h 4892818"/>
                <a:gd name="connsiteX27-8523" fmla="*/ 1868399 w 2465559"/>
                <a:gd name="connsiteY27-8524" fmla="*/ 3372511 h 4892818"/>
                <a:gd name="connsiteX28-8525" fmla="*/ 1971036 w 2465559"/>
                <a:gd name="connsiteY28-8526" fmla="*/ 2205796 h 4892818"/>
                <a:gd name="connsiteX29-8527" fmla="*/ 1959519 w 2465559"/>
                <a:gd name="connsiteY29-8528" fmla="*/ 1972336 h 4892818"/>
                <a:gd name="connsiteX30-8529" fmla="*/ 2010109 w 2465559"/>
                <a:gd name="connsiteY30-8530" fmla="*/ 1807058 h 4892818"/>
                <a:gd name="connsiteX31-8531" fmla="*/ 2103414 w 2465559"/>
                <a:gd name="connsiteY31-8532" fmla="*/ 1648584 h 4892818"/>
                <a:gd name="connsiteX32-8533" fmla="*/ 2324434 w 2465559"/>
                <a:gd name="connsiteY32-8534" fmla="*/ 1337952 h 4892818"/>
                <a:gd name="connsiteX33-8535" fmla="*/ 2465559 w 2465559"/>
                <a:gd name="connsiteY33-8536" fmla="*/ 1020807 h 4892818"/>
                <a:gd name="connsiteX34-8537" fmla="*/ 1938671 w 2465559"/>
                <a:gd name="connsiteY34-8538" fmla="*/ 589607 h 4892818"/>
                <a:gd name="connsiteX35-8539" fmla="*/ 1476708 w 2465559"/>
                <a:gd name="connsiteY35-8540" fmla="*/ 444983 h 4892818"/>
                <a:gd name="connsiteX36-8541" fmla="*/ 1272504 w 2465559"/>
                <a:gd name="connsiteY36-8542" fmla="*/ 409167 h 4892818"/>
                <a:gd name="connsiteX37-8543" fmla="*/ 1054449 w 2465559"/>
                <a:gd name="connsiteY37-8544" fmla="*/ 451446 h 4892818"/>
                <a:gd name="connsiteX38-8545" fmla="*/ 1035399 w 2465559"/>
                <a:gd name="connsiteY38-8546" fmla="*/ 263036 h 4892818"/>
                <a:gd name="connsiteX39-8547" fmla="*/ 869490 w 2465559"/>
                <a:gd name="connsiteY39-8548" fmla="*/ 71127 h 4892818"/>
                <a:gd name="connsiteX40-8549" fmla="*/ 597249 w 2465559"/>
                <a:gd name="connsiteY40-8550" fmla="*/ 12907 h 4892818"/>
                <a:gd name="connsiteX41-8551" fmla="*/ 475951 w 2465559"/>
                <a:gd name="connsiteY41-8552" fmla="*/ 516760 h 4892818"/>
                <a:gd name="connsiteX42-8553" fmla="*/ 616105 w 2465559"/>
                <a:gd name="connsiteY42-8554" fmla="*/ 724609 h 4892818"/>
                <a:gd name="connsiteX43-8555" fmla="*/ 319712 w 2465559"/>
                <a:gd name="connsiteY43-8556" fmla="*/ 1088309 h 4892818"/>
                <a:gd name="connsiteX44-8557" fmla="*/ 189084 w 2465559"/>
                <a:gd name="connsiteY44-8558" fmla="*/ 852857 h 4892818"/>
                <a:gd name="connsiteX45-8559" fmla="*/ 275879 w 2465559"/>
                <a:gd name="connsiteY45-8560" fmla="*/ 811890 h 4892818"/>
                <a:gd name="connsiteX46-8561" fmla="*/ 355140 w 2465559"/>
                <a:gd name="connsiteY46-8562" fmla="*/ 730733 h 4892818"/>
                <a:gd name="connsiteX47-8563" fmla="*/ 343233 w 2465559"/>
                <a:gd name="connsiteY47-8564" fmla="*/ 530708 h 4892818"/>
                <a:gd name="connsiteX48-8565" fmla="*/ 147388 w 2465559"/>
                <a:gd name="connsiteY48-8566" fmla="*/ 542954 h 4892818"/>
                <a:gd name="connsiteX0-8567" fmla="*/ 147388 w 2465559"/>
                <a:gd name="connsiteY0-8568" fmla="*/ 542954 h 4892818"/>
                <a:gd name="connsiteX1-8569" fmla="*/ 90 w 2465559"/>
                <a:gd name="connsiteY1-8570" fmla="*/ 796679 h 4892818"/>
                <a:gd name="connsiteX2-8571" fmla="*/ 37413 w 2465559"/>
                <a:gd name="connsiteY2-8572" fmla="*/ 973960 h 4892818"/>
                <a:gd name="connsiteX3-8573" fmla="*/ 266304 w 2465559"/>
                <a:gd name="connsiteY3-8574" fmla="*/ 1713265 h 4892818"/>
                <a:gd name="connsiteX4-8575" fmla="*/ 671894 w 2465559"/>
                <a:gd name="connsiteY4-8576" fmla="*/ 1552458 h 4892818"/>
                <a:gd name="connsiteX5-8577" fmla="*/ 961143 w 2465559"/>
                <a:gd name="connsiteY5-8578" fmla="*/ 1720409 h 4892818"/>
                <a:gd name="connsiteX6-8579" fmla="*/ 989135 w 2465559"/>
                <a:gd name="connsiteY6-8580" fmla="*/ 1916352 h 4892818"/>
                <a:gd name="connsiteX7-8581" fmla="*/ 961143 w 2465559"/>
                <a:gd name="connsiteY7-8582" fmla="*/ 2093828 h 4892818"/>
                <a:gd name="connsiteX8-8583" fmla="*/ 515655 w 2465559"/>
                <a:gd name="connsiteY8-8584" fmla="*/ 2903404 h 4892818"/>
                <a:gd name="connsiteX9-8585" fmla="*/ 494613 w 2465559"/>
                <a:gd name="connsiteY9-8586" fmla="*/ 3325275 h 4892818"/>
                <a:gd name="connsiteX10-8587" fmla="*/ 475951 w 2465559"/>
                <a:gd name="connsiteY10-8588" fmla="*/ 4267667 h 4892818"/>
                <a:gd name="connsiteX11-8589" fmla="*/ 401307 w 2465559"/>
                <a:gd name="connsiteY11-8590" fmla="*/ 4771520 h 4892818"/>
                <a:gd name="connsiteX12-8591" fmla="*/ 186703 w 2465559"/>
                <a:gd name="connsiteY12-8592" fmla="*/ 4892818 h 4892818"/>
                <a:gd name="connsiteX13-8593" fmla="*/ 597249 w 2465559"/>
                <a:gd name="connsiteY13-8594" fmla="*/ 4790181 h 4892818"/>
                <a:gd name="connsiteX14-8595" fmla="*/ 849176 w 2465559"/>
                <a:gd name="connsiteY14-8596" fmla="*/ 4463609 h 4892818"/>
                <a:gd name="connsiteX15-8597" fmla="*/ 746539 w 2465559"/>
                <a:gd name="connsiteY15-8598" fmla="*/ 4193022 h 4892818"/>
                <a:gd name="connsiteX16-8599" fmla="*/ 802523 w 2465559"/>
                <a:gd name="connsiteY16-8600" fmla="*/ 3773144 h 4892818"/>
                <a:gd name="connsiteX17-8601" fmla="*/ 867643 w 2465559"/>
                <a:gd name="connsiteY17-8602" fmla="*/ 3120390 h 4892818"/>
                <a:gd name="connsiteX18-8603" fmla="*/ 1365129 w 2465559"/>
                <a:gd name="connsiteY18-8604" fmla="*/ 2671937 h 4892818"/>
                <a:gd name="connsiteX19-8605" fmla="*/ 1502319 w 2465559"/>
                <a:gd name="connsiteY19-8606" fmla="*/ 3446573 h 4892818"/>
                <a:gd name="connsiteX20-8607" fmla="*/ 1175747 w 2465559"/>
                <a:gd name="connsiteY20-8608" fmla="*/ 4174360 h 4892818"/>
                <a:gd name="connsiteX21-8609" fmla="*/ 933151 w 2465559"/>
                <a:gd name="connsiteY21-8610" fmla="*/ 4771520 h 4892818"/>
                <a:gd name="connsiteX22-8611" fmla="*/ 1231731 w 2465559"/>
                <a:gd name="connsiteY22-8612" fmla="*/ 4827503 h 4892818"/>
                <a:gd name="connsiteX23-8613" fmla="*/ 1642278 w 2465559"/>
                <a:gd name="connsiteY23-8614" fmla="*/ 4883487 h 4892818"/>
                <a:gd name="connsiteX24-8615" fmla="*/ 1698262 w 2465559"/>
                <a:gd name="connsiteY24-8616" fmla="*/ 4827503 h 4892818"/>
                <a:gd name="connsiteX25-8617" fmla="*/ 1278384 w 2465559"/>
                <a:gd name="connsiteY25-8618" fmla="*/ 4640891 h 4892818"/>
                <a:gd name="connsiteX26-8619" fmla="*/ 1735584 w 2465559"/>
                <a:gd name="connsiteY26-8620" fmla="*/ 3698499 h 4892818"/>
                <a:gd name="connsiteX27-8621" fmla="*/ 1868399 w 2465559"/>
                <a:gd name="connsiteY27-8622" fmla="*/ 3372511 h 4892818"/>
                <a:gd name="connsiteX28-8623" fmla="*/ 1971036 w 2465559"/>
                <a:gd name="connsiteY28-8624" fmla="*/ 2205796 h 4892818"/>
                <a:gd name="connsiteX29-8625" fmla="*/ 1959519 w 2465559"/>
                <a:gd name="connsiteY29-8626" fmla="*/ 1972336 h 4892818"/>
                <a:gd name="connsiteX30-8627" fmla="*/ 2010109 w 2465559"/>
                <a:gd name="connsiteY30-8628" fmla="*/ 1807058 h 4892818"/>
                <a:gd name="connsiteX31-8629" fmla="*/ 2103414 w 2465559"/>
                <a:gd name="connsiteY31-8630" fmla="*/ 1648584 h 4892818"/>
                <a:gd name="connsiteX32-8631" fmla="*/ 2324434 w 2465559"/>
                <a:gd name="connsiteY32-8632" fmla="*/ 1337952 h 4892818"/>
                <a:gd name="connsiteX33-8633" fmla="*/ 2465559 w 2465559"/>
                <a:gd name="connsiteY33-8634" fmla="*/ 1020807 h 4892818"/>
                <a:gd name="connsiteX34-8635" fmla="*/ 1938671 w 2465559"/>
                <a:gd name="connsiteY34-8636" fmla="*/ 589607 h 4892818"/>
                <a:gd name="connsiteX35-8637" fmla="*/ 1476708 w 2465559"/>
                <a:gd name="connsiteY35-8638" fmla="*/ 444983 h 4892818"/>
                <a:gd name="connsiteX36-8639" fmla="*/ 1272504 w 2465559"/>
                <a:gd name="connsiteY36-8640" fmla="*/ 409167 h 4892818"/>
                <a:gd name="connsiteX37-8641" fmla="*/ 1054449 w 2465559"/>
                <a:gd name="connsiteY37-8642" fmla="*/ 451446 h 4892818"/>
                <a:gd name="connsiteX38-8643" fmla="*/ 1035399 w 2465559"/>
                <a:gd name="connsiteY38-8644" fmla="*/ 263036 h 4892818"/>
                <a:gd name="connsiteX39-8645" fmla="*/ 869490 w 2465559"/>
                <a:gd name="connsiteY39-8646" fmla="*/ 71127 h 4892818"/>
                <a:gd name="connsiteX40-8647" fmla="*/ 597249 w 2465559"/>
                <a:gd name="connsiteY40-8648" fmla="*/ 12907 h 4892818"/>
                <a:gd name="connsiteX41-8649" fmla="*/ 475951 w 2465559"/>
                <a:gd name="connsiteY41-8650" fmla="*/ 516760 h 4892818"/>
                <a:gd name="connsiteX42-8651" fmla="*/ 616105 w 2465559"/>
                <a:gd name="connsiteY42-8652" fmla="*/ 724609 h 4892818"/>
                <a:gd name="connsiteX43-8653" fmla="*/ 319712 w 2465559"/>
                <a:gd name="connsiteY43-8654" fmla="*/ 1088309 h 4892818"/>
                <a:gd name="connsiteX44-8655" fmla="*/ 189084 w 2465559"/>
                <a:gd name="connsiteY44-8656" fmla="*/ 852857 h 4892818"/>
                <a:gd name="connsiteX45-8657" fmla="*/ 275879 w 2465559"/>
                <a:gd name="connsiteY45-8658" fmla="*/ 811890 h 4892818"/>
                <a:gd name="connsiteX46-8659" fmla="*/ 355140 w 2465559"/>
                <a:gd name="connsiteY46-8660" fmla="*/ 730733 h 4892818"/>
                <a:gd name="connsiteX47-8661" fmla="*/ 343233 w 2465559"/>
                <a:gd name="connsiteY47-8662" fmla="*/ 530708 h 4892818"/>
                <a:gd name="connsiteX48-8663" fmla="*/ 147388 w 2465559"/>
                <a:gd name="connsiteY48-8664" fmla="*/ 542954 h 4892818"/>
                <a:gd name="connsiteX0-8665" fmla="*/ 147388 w 2465559"/>
                <a:gd name="connsiteY0-8666" fmla="*/ 542954 h 4892818"/>
                <a:gd name="connsiteX1-8667" fmla="*/ 90 w 2465559"/>
                <a:gd name="connsiteY1-8668" fmla="*/ 796679 h 4892818"/>
                <a:gd name="connsiteX2-8669" fmla="*/ 37413 w 2465559"/>
                <a:gd name="connsiteY2-8670" fmla="*/ 973960 h 4892818"/>
                <a:gd name="connsiteX3-8671" fmla="*/ 266304 w 2465559"/>
                <a:gd name="connsiteY3-8672" fmla="*/ 1713265 h 4892818"/>
                <a:gd name="connsiteX4-8673" fmla="*/ 671894 w 2465559"/>
                <a:gd name="connsiteY4-8674" fmla="*/ 1552458 h 4892818"/>
                <a:gd name="connsiteX5-8675" fmla="*/ 961143 w 2465559"/>
                <a:gd name="connsiteY5-8676" fmla="*/ 1720409 h 4892818"/>
                <a:gd name="connsiteX6-8677" fmla="*/ 989135 w 2465559"/>
                <a:gd name="connsiteY6-8678" fmla="*/ 1916352 h 4892818"/>
                <a:gd name="connsiteX7-8679" fmla="*/ 961143 w 2465559"/>
                <a:gd name="connsiteY7-8680" fmla="*/ 2093828 h 4892818"/>
                <a:gd name="connsiteX8-8681" fmla="*/ 515655 w 2465559"/>
                <a:gd name="connsiteY8-8682" fmla="*/ 2903404 h 4892818"/>
                <a:gd name="connsiteX9-8683" fmla="*/ 494613 w 2465559"/>
                <a:gd name="connsiteY9-8684" fmla="*/ 3325275 h 4892818"/>
                <a:gd name="connsiteX10-8685" fmla="*/ 475951 w 2465559"/>
                <a:gd name="connsiteY10-8686" fmla="*/ 4267667 h 4892818"/>
                <a:gd name="connsiteX11-8687" fmla="*/ 401307 w 2465559"/>
                <a:gd name="connsiteY11-8688" fmla="*/ 4771520 h 4892818"/>
                <a:gd name="connsiteX12-8689" fmla="*/ 186703 w 2465559"/>
                <a:gd name="connsiteY12-8690" fmla="*/ 4892818 h 4892818"/>
                <a:gd name="connsiteX13-8691" fmla="*/ 597249 w 2465559"/>
                <a:gd name="connsiteY13-8692" fmla="*/ 4790181 h 4892818"/>
                <a:gd name="connsiteX14-8693" fmla="*/ 849176 w 2465559"/>
                <a:gd name="connsiteY14-8694" fmla="*/ 4463609 h 4892818"/>
                <a:gd name="connsiteX15-8695" fmla="*/ 746539 w 2465559"/>
                <a:gd name="connsiteY15-8696" fmla="*/ 4193022 h 4892818"/>
                <a:gd name="connsiteX16-8697" fmla="*/ 802523 w 2465559"/>
                <a:gd name="connsiteY16-8698" fmla="*/ 3773144 h 4892818"/>
                <a:gd name="connsiteX17-8699" fmla="*/ 867643 w 2465559"/>
                <a:gd name="connsiteY17-8700" fmla="*/ 3120390 h 4892818"/>
                <a:gd name="connsiteX18-8701" fmla="*/ 1365129 w 2465559"/>
                <a:gd name="connsiteY18-8702" fmla="*/ 2671937 h 4892818"/>
                <a:gd name="connsiteX19-8703" fmla="*/ 1502319 w 2465559"/>
                <a:gd name="connsiteY19-8704" fmla="*/ 3446573 h 4892818"/>
                <a:gd name="connsiteX20-8705" fmla="*/ 1175747 w 2465559"/>
                <a:gd name="connsiteY20-8706" fmla="*/ 4174360 h 4892818"/>
                <a:gd name="connsiteX21-8707" fmla="*/ 933151 w 2465559"/>
                <a:gd name="connsiteY21-8708" fmla="*/ 4771520 h 4892818"/>
                <a:gd name="connsiteX22-8709" fmla="*/ 1231731 w 2465559"/>
                <a:gd name="connsiteY22-8710" fmla="*/ 4827503 h 4892818"/>
                <a:gd name="connsiteX23-8711" fmla="*/ 1642278 w 2465559"/>
                <a:gd name="connsiteY23-8712" fmla="*/ 4883487 h 4892818"/>
                <a:gd name="connsiteX24-8713" fmla="*/ 1698262 w 2465559"/>
                <a:gd name="connsiteY24-8714" fmla="*/ 4827503 h 4892818"/>
                <a:gd name="connsiteX25-8715" fmla="*/ 1278384 w 2465559"/>
                <a:gd name="connsiteY25-8716" fmla="*/ 4640891 h 4892818"/>
                <a:gd name="connsiteX26-8717" fmla="*/ 1735584 w 2465559"/>
                <a:gd name="connsiteY26-8718" fmla="*/ 3698499 h 4892818"/>
                <a:gd name="connsiteX27-8719" fmla="*/ 1868399 w 2465559"/>
                <a:gd name="connsiteY27-8720" fmla="*/ 3372511 h 4892818"/>
                <a:gd name="connsiteX28-8721" fmla="*/ 1971036 w 2465559"/>
                <a:gd name="connsiteY28-8722" fmla="*/ 2205796 h 4892818"/>
                <a:gd name="connsiteX29-8723" fmla="*/ 1959519 w 2465559"/>
                <a:gd name="connsiteY29-8724" fmla="*/ 1972336 h 4892818"/>
                <a:gd name="connsiteX30-8725" fmla="*/ 2010109 w 2465559"/>
                <a:gd name="connsiteY30-8726" fmla="*/ 1807058 h 4892818"/>
                <a:gd name="connsiteX31-8727" fmla="*/ 2103414 w 2465559"/>
                <a:gd name="connsiteY31-8728" fmla="*/ 1648584 h 4892818"/>
                <a:gd name="connsiteX32-8729" fmla="*/ 2324434 w 2465559"/>
                <a:gd name="connsiteY32-8730" fmla="*/ 1337952 h 4892818"/>
                <a:gd name="connsiteX33-8731" fmla="*/ 2465559 w 2465559"/>
                <a:gd name="connsiteY33-8732" fmla="*/ 1020807 h 4892818"/>
                <a:gd name="connsiteX34-8733" fmla="*/ 1938671 w 2465559"/>
                <a:gd name="connsiteY34-8734" fmla="*/ 589607 h 4892818"/>
                <a:gd name="connsiteX35-8735" fmla="*/ 1476708 w 2465559"/>
                <a:gd name="connsiteY35-8736" fmla="*/ 444983 h 4892818"/>
                <a:gd name="connsiteX36-8737" fmla="*/ 1272504 w 2465559"/>
                <a:gd name="connsiteY36-8738" fmla="*/ 409167 h 4892818"/>
                <a:gd name="connsiteX37-8739" fmla="*/ 1054449 w 2465559"/>
                <a:gd name="connsiteY37-8740" fmla="*/ 451446 h 4892818"/>
                <a:gd name="connsiteX38-8741" fmla="*/ 1035399 w 2465559"/>
                <a:gd name="connsiteY38-8742" fmla="*/ 263036 h 4892818"/>
                <a:gd name="connsiteX39-8743" fmla="*/ 869490 w 2465559"/>
                <a:gd name="connsiteY39-8744" fmla="*/ 71127 h 4892818"/>
                <a:gd name="connsiteX40-8745" fmla="*/ 597249 w 2465559"/>
                <a:gd name="connsiteY40-8746" fmla="*/ 12907 h 4892818"/>
                <a:gd name="connsiteX41-8747" fmla="*/ 475951 w 2465559"/>
                <a:gd name="connsiteY41-8748" fmla="*/ 516760 h 4892818"/>
                <a:gd name="connsiteX42-8749" fmla="*/ 616105 w 2465559"/>
                <a:gd name="connsiteY42-8750" fmla="*/ 724609 h 4892818"/>
                <a:gd name="connsiteX43-8751" fmla="*/ 319712 w 2465559"/>
                <a:gd name="connsiteY43-8752" fmla="*/ 1088309 h 4892818"/>
                <a:gd name="connsiteX44-8753" fmla="*/ 189084 w 2465559"/>
                <a:gd name="connsiteY44-8754" fmla="*/ 852857 h 4892818"/>
                <a:gd name="connsiteX45-8755" fmla="*/ 275879 w 2465559"/>
                <a:gd name="connsiteY45-8756" fmla="*/ 811890 h 4892818"/>
                <a:gd name="connsiteX46-8757" fmla="*/ 355140 w 2465559"/>
                <a:gd name="connsiteY46-8758" fmla="*/ 730733 h 4892818"/>
                <a:gd name="connsiteX47-8759" fmla="*/ 343233 w 2465559"/>
                <a:gd name="connsiteY47-8760" fmla="*/ 530708 h 4892818"/>
                <a:gd name="connsiteX48-8761" fmla="*/ 147388 w 2465559"/>
                <a:gd name="connsiteY48-8762" fmla="*/ 542954 h 4892818"/>
                <a:gd name="connsiteX0-8763" fmla="*/ 147388 w 2465559"/>
                <a:gd name="connsiteY0-8764" fmla="*/ 542954 h 4892818"/>
                <a:gd name="connsiteX1-8765" fmla="*/ 90 w 2465559"/>
                <a:gd name="connsiteY1-8766" fmla="*/ 796679 h 4892818"/>
                <a:gd name="connsiteX2-8767" fmla="*/ 37413 w 2465559"/>
                <a:gd name="connsiteY2-8768" fmla="*/ 973960 h 4892818"/>
                <a:gd name="connsiteX3-8769" fmla="*/ 266304 w 2465559"/>
                <a:gd name="connsiteY3-8770" fmla="*/ 1713265 h 4892818"/>
                <a:gd name="connsiteX4-8771" fmla="*/ 671894 w 2465559"/>
                <a:gd name="connsiteY4-8772" fmla="*/ 1552458 h 4892818"/>
                <a:gd name="connsiteX5-8773" fmla="*/ 961143 w 2465559"/>
                <a:gd name="connsiteY5-8774" fmla="*/ 1720409 h 4892818"/>
                <a:gd name="connsiteX6-8775" fmla="*/ 989135 w 2465559"/>
                <a:gd name="connsiteY6-8776" fmla="*/ 1916352 h 4892818"/>
                <a:gd name="connsiteX7-8777" fmla="*/ 961143 w 2465559"/>
                <a:gd name="connsiteY7-8778" fmla="*/ 2093828 h 4892818"/>
                <a:gd name="connsiteX8-8779" fmla="*/ 515655 w 2465559"/>
                <a:gd name="connsiteY8-8780" fmla="*/ 2903404 h 4892818"/>
                <a:gd name="connsiteX9-8781" fmla="*/ 494613 w 2465559"/>
                <a:gd name="connsiteY9-8782" fmla="*/ 3325275 h 4892818"/>
                <a:gd name="connsiteX10-8783" fmla="*/ 475951 w 2465559"/>
                <a:gd name="connsiteY10-8784" fmla="*/ 4267667 h 4892818"/>
                <a:gd name="connsiteX11-8785" fmla="*/ 401307 w 2465559"/>
                <a:gd name="connsiteY11-8786" fmla="*/ 4771520 h 4892818"/>
                <a:gd name="connsiteX12-8787" fmla="*/ 186703 w 2465559"/>
                <a:gd name="connsiteY12-8788" fmla="*/ 4892818 h 4892818"/>
                <a:gd name="connsiteX13-8789" fmla="*/ 597249 w 2465559"/>
                <a:gd name="connsiteY13-8790" fmla="*/ 4790181 h 4892818"/>
                <a:gd name="connsiteX14-8791" fmla="*/ 849176 w 2465559"/>
                <a:gd name="connsiteY14-8792" fmla="*/ 4463609 h 4892818"/>
                <a:gd name="connsiteX15-8793" fmla="*/ 746539 w 2465559"/>
                <a:gd name="connsiteY15-8794" fmla="*/ 4193022 h 4892818"/>
                <a:gd name="connsiteX16-8795" fmla="*/ 802523 w 2465559"/>
                <a:gd name="connsiteY16-8796" fmla="*/ 3773144 h 4892818"/>
                <a:gd name="connsiteX17-8797" fmla="*/ 867643 w 2465559"/>
                <a:gd name="connsiteY17-8798" fmla="*/ 3120390 h 4892818"/>
                <a:gd name="connsiteX18-8799" fmla="*/ 1365129 w 2465559"/>
                <a:gd name="connsiteY18-8800" fmla="*/ 2671937 h 4892818"/>
                <a:gd name="connsiteX19-8801" fmla="*/ 1495176 w 2465559"/>
                <a:gd name="connsiteY19-8802" fmla="*/ 3437048 h 4892818"/>
                <a:gd name="connsiteX20-8803" fmla="*/ 1175747 w 2465559"/>
                <a:gd name="connsiteY20-8804" fmla="*/ 4174360 h 4892818"/>
                <a:gd name="connsiteX21-8805" fmla="*/ 933151 w 2465559"/>
                <a:gd name="connsiteY21-8806" fmla="*/ 4771520 h 4892818"/>
                <a:gd name="connsiteX22-8807" fmla="*/ 1231731 w 2465559"/>
                <a:gd name="connsiteY22-8808" fmla="*/ 4827503 h 4892818"/>
                <a:gd name="connsiteX23-8809" fmla="*/ 1642278 w 2465559"/>
                <a:gd name="connsiteY23-8810" fmla="*/ 4883487 h 4892818"/>
                <a:gd name="connsiteX24-8811" fmla="*/ 1698262 w 2465559"/>
                <a:gd name="connsiteY24-8812" fmla="*/ 4827503 h 4892818"/>
                <a:gd name="connsiteX25-8813" fmla="*/ 1278384 w 2465559"/>
                <a:gd name="connsiteY25-8814" fmla="*/ 4640891 h 4892818"/>
                <a:gd name="connsiteX26-8815" fmla="*/ 1735584 w 2465559"/>
                <a:gd name="connsiteY26-8816" fmla="*/ 3698499 h 4892818"/>
                <a:gd name="connsiteX27-8817" fmla="*/ 1868399 w 2465559"/>
                <a:gd name="connsiteY27-8818" fmla="*/ 3372511 h 4892818"/>
                <a:gd name="connsiteX28-8819" fmla="*/ 1971036 w 2465559"/>
                <a:gd name="connsiteY28-8820" fmla="*/ 2205796 h 4892818"/>
                <a:gd name="connsiteX29-8821" fmla="*/ 1959519 w 2465559"/>
                <a:gd name="connsiteY29-8822" fmla="*/ 1972336 h 4892818"/>
                <a:gd name="connsiteX30-8823" fmla="*/ 2010109 w 2465559"/>
                <a:gd name="connsiteY30-8824" fmla="*/ 1807058 h 4892818"/>
                <a:gd name="connsiteX31-8825" fmla="*/ 2103414 w 2465559"/>
                <a:gd name="connsiteY31-8826" fmla="*/ 1648584 h 4892818"/>
                <a:gd name="connsiteX32-8827" fmla="*/ 2324434 w 2465559"/>
                <a:gd name="connsiteY32-8828" fmla="*/ 1337952 h 4892818"/>
                <a:gd name="connsiteX33-8829" fmla="*/ 2465559 w 2465559"/>
                <a:gd name="connsiteY33-8830" fmla="*/ 1020807 h 4892818"/>
                <a:gd name="connsiteX34-8831" fmla="*/ 1938671 w 2465559"/>
                <a:gd name="connsiteY34-8832" fmla="*/ 589607 h 4892818"/>
                <a:gd name="connsiteX35-8833" fmla="*/ 1476708 w 2465559"/>
                <a:gd name="connsiteY35-8834" fmla="*/ 444983 h 4892818"/>
                <a:gd name="connsiteX36-8835" fmla="*/ 1272504 w 2465559"/>
                <a:gd name="connsiteY36-8836" fmla="*/ 409167 h 4892818"/>
                <a:gd name="connsiteX37-8837" fmla="*/ 1054449 w 2465559"/>
                <a:gd name="connsiteY37-8838" fmla="*/ 451446 h 4892818"/>
                <a:gd name="connsiteX38-8839" fmla="*/ 1035399 w 2465559"/>
                <a:gd name="connsiteY38-8840" fmla="*/ 263036 h 4892818"/>
                <a:gd name="connsiteX39-8841" fmla="*/ 869490 w 2465559"/>
                <a:gd name="connsiteY39-8842" fmla="*/ 71127 h 4892818"/>
                <a:gd name="connsiteX40-8843" fmla="*/ 597249 w 2465559"/>
                <a:gd name="connsiteY40-8844" fmla="*/ 12907 h 4892818"/>
                <a:gd name="connsiteX41-8845" fmla="*/ 475951 w 2465559"/>
                <a:gd name="connsiteY41-8846" fmla="*/ 516760 h 4892818"/>
                <a:gd name="connsiteX42-8847" fmla="*/ 616105 w 2465559"/>
                <a:gd name="connsiteY42-8848" fmla="*/ 724609 h 4892818"/>
                <a:gd name="connsiteX43-8849" fmla="*/ 319712 w 2465559"/>
                <a:gd name="connsiteY43-8850" fmla="*/ 1088309 h 4892818"/>
                <a:gd name="connsiteX44-8851" fmla="*/ 189084 w 2465559"/>
                <a:gd name="connsiteY44-8852" fmla="*/ 852857 h 4892818"/>
                <a:gd name="connsiteX45-8853" fmla="*/ 275879 w 2465559"/>
                <a:gd name="connsiteY45-8854" fmla="*/ 811890 h 4892818"/>
                <a:gd name="connsiteX46-8855" fmla="*/ 355140 w 2465559"/>
                <a:gd name="connsiteY46-8856" fmla="*/ 730733 h 4892818"/>
                <a:gd name="connsiteX47-8857" fmla="*/ 343233 w 2465559"/>
                <a:gd name="connsiteY47-8858" fmla="*/ 530708 h 4892818"/>
                <a:gd name="connsiteX48-8859" fmla="*/ 147388 w 2465559"/>
                <a:gd name="connsiteY48-8860" fmla="*/ 542954 h 4892818"/>
                <a:gd name="connsiteX0-8861" fmla="*/ 147388 w 2465559"/>
                <a:gd name="connsiteY0-8862" fmla="*/ 542954 h 4892818"/>
                <a:gd name="connsiteX1-8863" fmla="*/ 90 w 2465559"/>
                <a:gd name="connsiteY1-8864" fmla="*/ 796679 h 4892818"/>
                <a:gd name="connsiteX2-8865" fmla="*/ 37413 w 2465559"/>
                <a:gd name="connsiteY2-8866" fmla="*/ 973960 h 4892818"/>
                <a:gd name="connsiteX3-8867" fmla="*/ 266304 w 2465559"/>
                <a:gd name="connsiteY3-8868" fmla="*/ 1713265 h 4892818"/>
                <a:gd name="connsiteX4-8869" fmla="*/ 671894 w 2465559"/>
                <a:gd name="connsiteY4-8870" fmla="*/ 1552458 h 4892818"/>
                <a:gd name="connsiteX5-8871" fmla="*/ 961143 w 2465559"/>
                <a:gd name="connsiteY5-8872" fmla="*/ 1720409 h 4892818"/>
                <a:gd name="connsiteX6-8873" fmla="*/ 989135 w 2465559"/>
                <a:gd name="connsiteY6-8874" fmla="*/ 1916352 h 4892818"/>
                <a:gd name="connsiteX7-8875" fmla="*/ 961143 w 2465559"/>
                <a:gd name="connsiteY7-8876" fmla="*/ 2093828 h 4892818"/>
                <a:gd name="connsiteX8-8877" fmla="*/ 515655 w 2465559"/>
                <a:gd name="connsiteY8-8878" fmla="*/ 2903404 h 4892818"/>
                <a:gd name="connsiteX9-8879" fmla="*/ 494613 w 2465559"/>
                <a:gd name="connsiteY9-8880" fmla="*/ 3325275 h 4892818"/>
                <a:gd name="connsiteX10-8881" fmla="*/ 475951 w 2465559"/>
                <a:gd name="connsiteY10-8882" fmla="*/ 4267667 h 4892818"/>
                <a:gd name="connsiteX11-8883" fmla="*/ 401307 w 2465559"/>
                <a:gd name="connsiteY11-8884" fmla="*/ 4771520 h 4892818"/>
                <a:gd name="connsiteX12-8885" fmla="*/ 186703 w 2465559"/>
                <a:gd name="connsiteY12-8886" fmla="*/ 4892818 h 4892818"/>
                <a:gd name="connsiteX13-8887" fmla="*/ 597249 w 2465559"/>
                <a:gd name="connsiteY13-8888" fmla="*/ 4790181 h 4892818"/>
                <a:gd name="connsiteX14-8889" fmla="*/ 849176 w 2465559"/>
                <a:gd name="connsiteY14-8890" fmla="*/ 4463609 h 4892818"/>
                <a:gd name="connsiteX15-8891" fmla="*/ 746539 w 2465559"/>
                <a:gd name="connsiteY15-8892" fmla="*/ 4193022 h 4892818"/>
                <a:gd name="connsiteX16-8893" fmla="*/ 802523 w 2465559"/>
                <a:gd name="connsiteY16-8894" fmla="*/ 3773144 h 4892818"/>
                <a:gd name="connsiteX17-8895" fmla="*/ 867643 w 2465559"/>
                <a:gd name="connsiteY17-8896" fmla="*/ 3120390 h 4892818"/>
                <a:gd name="connsiteX18-8897" fmla="*/ 1365129 w 2465559"/>
                <a:gd name="connsiteY18-8898" fmla="*/ 2671937 h 4892818"/>
                <a:gd name="connsiteX19-8899" fmla="*/ 1495176 w 2465559"/>
                <a:gd name="connsiteY19-8900" fmla="*/ 3437048 h 4892818"/>
                <a:gd name="connsiteX20-8901" fmla="*/ 1175747 w 2465559"/>
                <a:gd name="connsiteY20-8902" fmla="*/ 4174360 h 4892818"/>
                <a:gd name="connsiteX21-8903" fmla="*/ 933151 w 2465559"/>
                <a:gd name="connsiteY21-8904" fmla="*/ 4771520 h 4892818"/>
                <a:gd name="connsiteX22-8905" fmla="*/ 1231731 w 2465559"/>
                <a:gd name="connsiteY22-8906" fmla="*/ 4827503 h 4892818"/>
                <a:gd name="connsiteX23-8907" fmla="*/ 1642278 w 2465559"/>
                <a:gd name="connsiteY23-8908" fmla="*/ 4883487 h 4892818"/>
                <a:gd name="connsiteX24-8909" fmla="*/ 1698262 w 2465559"/>
                <a:gd name="connsiteY24-8910" fmla="*/ 4827503 h 4892818"/>
                <a:gd name="connsiteX25-8911" fmla="*/ 1278384 w 2465559"/>
                <a:gd name="connsiteY25-8912" fmla="*/ 4640891 h 4892818"/>
                <a:gd name="connsiteX26-8913" fmla="*/ 1735584 w 2465559"/>
                <a:gd name="connsiteY26-8914" fmla="*/ 3698499 h 4892818"/>
                <a:gd name="connsiteX27-8915" fmla="*/ 1868399 w 2465559"/>
                <a:gd name="connsiteY27-8916" fmla="*/ 3372511 h 4892818"/>
                <a:gd name="connsiteX28-8917" fmla="*/ 1971036 w 2465559"/>
                <a:gd name="connsiteY28-8918" fmla="*/ 2205796 h 4892818"/>
                <a:gd name="connsiteX29-8919" fmla="*/ 1959519 w 2465559"/>
                <a:gd name="connsiteY29-8920" fmla="*/ 1972336 h 4892818"/>
                <a:gd name="connsiteX30-8921" fmla="*/ 2010109 w 2465559"/>
                <a:gd name="connsiteY30-8922" fmla="*/ 1807058 h 4892818"/>
                <a:gd name="connsiteX31-8923" fmla="*/ 2103414 w 2465559"/>
                <a:gd name="connsiteY31-8924" fmla="*/ 1648584 h 4892818"/>
                <a:gd name="connsiteX32-8925" fmla="*/ 2324434 w 2465559"/>
                <a:gd name="connsiteY32-8926" fmla="*/ 1337952 h 4892818"/>
                <a:gd name="connsiteX33-8927" fmla="*/ 2465559 w 2465559"/>
                <a:gd name="connsiteY33-8928" fmla="*/ 1020807 h 4892818"/>
                <a:gd name="connsiteX34-8929" fmla="*/ 1938671 w 2465559"/>
                <a:gd name="connsiteY34-8930" fmla="*/ 589607 h 4892818"/>
                <a:gd name="connsiteX35-8931" fmla="*/ 1476708 w 2465559"/>
                <a:gd name="connsiteY35-8932" fmla="*/ 444983 h 4892818"/>
                <a:gd name="connsiteX36-8933" fmla="*/ 1272504 w 2465559"/>
                <a:gd name="connsiteY36-8934" fmla="*/ 409167 h 4892818"/>
                <a:gd name="connsiteX37-8935" fmla="*/ 1054449 w 2465559"/>
                <a:gd name="connsiteY37-8936" fmla="*/ 451446 h 4892818"/>
                <a:gd name="connsiteX38-8937" fmla="*/ 1035399 w 2465559"/>
                <a:gd name="connsiteY38-8938" fmla="*/ 263036 h 4892818"/>
                <a:gd name="connsiteX39-8939" fmla="*/ 869490 w 2465559"/>
                <a:gd name="connsiteY39-8940" fmla="*/ 71127 h 4892818"/>
                <a:gd name="connsiteX40-8941" fmla="*/ 597249 w 2465559"/>
                <a:gd name="connsiteY40-8942" fmla="*/ 12907 h 4892818"/>
                <a:gd name="connsiteX41-8943" fmla="*/ 475951 w 2465559"/>
                <a:gd name="connsiteY41-8944" fmla="*/ 516760 h 4892818"/>
                <a:gd name="connsiteX42-8945" fmla="*/ 616105 w 2465559"/>
                <a:gd name="connsiteY42-8946" fmla="*/ 724609 h 4892818"/>
                <a:gd name="connsiteX43-8947" fmla="*/ 319712 w 2465559"/>
                <a:gd name="connsiteY43-8948" fmla="*/ 1088309 h 4892818"/>
                <a:gd name="connsiteX44-8949" fmla="*/ 189084 w 2465559"/>
                <a:gd name="connsiteY44-8950" fmla="*/ 852857 h 4892818"/>
                <a:gd name="connsiteX45-8951" fmla="*/ 275879 w 2465559"/>
                <a:gd name="connsiteY45-8952" fmla="*/ 811890 h 4892818"/>
                <a:gd name="connsiteX46-8953" fmla="*/ 355140 w 2465559"/>
                <a:gd name="connsiteY46-8954" fmla="*/ 730733 h 4892818"/>
                <a:gd name="connsiteX47-8955" fmla="*/ 343233 w 2465559"/>
                <a:gd name="connsiteY47-8956" fmla="*/ 530708 h 4892818"/>
                <a:gd name="connsiteX48-8957" fmla="*/ 147388 w 2465559"/>
                <a:gd name="connsiteY48-8958" fmla="*/ 542954 h 4892818"/>
                <a:gd name="connsiteX0-8959" fmla="*/ 147388 w 2465559"/>
                <a:gd name="connsiteY0-8960" fmla="*/ 542954 h 4892818"/>
                <a:gd name="connsiteX1-8961" fmla="*/ 90 w 2465559"/>
                <a:gd name="connsiteY1-8962" fmla="*/ 796679 h 4892818"/>
                <a:gd name="connsiteX2-8963" fmla="*/ 37413 w 2465559"/>
                <a:gd name="connsiteY2-8964" fmla="*/ 973960 h 4892818"/>
                <a:gd name="connsiteX3-8965" fmla="*/ 266304 w 2465559"/>
                <a:gd name="connsiteY3-8966" fmla="*/ 1713265 h 4892818"/>
                <a:gd name="connsiteX4-8967" fmla="*/ 671894 w 2465559"/>
                <a:gd name="connsiteY4-8968" fmla="*/ 1552458 h 4892818"/>
                <a:gd name="connsiteX5-8969" fmla="*/ 961143 w 2465559"/>
                <a:gd name="connsiteY5-8970" fmla="*/ 1720409 h 4892818"/>
                <a:gd name="connsiteX6-8971" fmla="*/ 989135 w 2465559"/>
                <a:gd name="connsiteY6-8972" fmla="*/ 1916352 h 4892818"/>
                <a:gd name="connsiteX7-8973" fmla="*/ 961143 w 2465559"/>
                <a:gd name="connsiteY7-8974" fmla="*/ 2093828 h 4892818"/>
                <a:gd name="connsiteX8-8975" fmla="*/ 515655 w 2465559"/>
                <a:gd name="connsiteY8-8976" fmla="*/ 2903404 h 4892818"/>
                <a:gd name="connsiteX9-8977" fmla="*/ 494613 w 2465559"/>
                <a:gd name="connsiteY9-8978" fmla="*/ 3325275 h 4892818"/>
                <a:gd name="connsiteX10-8979" fmla="*/ 475951 w 2465559"/>
                <a:gd name="connsiteY10-8980" fmla="*/ 4267667 h 4892818"/>
                <a:gd name="connsiteX11-8981" fmla="*/ 401307 w 2465559"/>
                <a:gd name="connsiteY11-8982" fmla="*/ 4771520 h 4892818"/>
                <a:gd name="connsiteX12-8983" fmla="*/ 186703 w 2465559"/>
                <a:gd name="connsiteY12-8984" fmla="*/ 4892818 h 4892818"/>
                <a:gd name="connsiteX13-8985" fmla="*/ 597249 w 2465559"/>
                <a:gd name="connsiteY13-8986" fmla="*/ 4790181 h 4892818"/>
                <a:gd name="connsiteX14-8987" fmla="*/ 849176 w 2465559"/>
                <a:gd name="connsiteY14-8988" fmla="*/ 4463609 h 4892818"/>
                <a:gd name="connsiteX15-8989" fmla="*/ 746539 w 2465559"/>
                <a:gd name="connsiteY15-8990" fmla="*/ 4193022 h 4892818"/>
                <a:gd name="connsiteX16-8991" fmla="*/ 802523 w 2465559"/>
                <a:gd name="connsiteY16-8992" fmla="*/ 3773144 h 4892818"/>
                <a:gd name="connsiteX17-8993" fmla="*/ 867643 w 2465559"/>
                <a:gd name="connsiteY17-8994" fmla="*/ 3120390 h 4892818"/>
                <a:gd name="connsiteX18-8995" fmla="*/ 1365129 w 2465559"/>
                <a:gd name="connsiteY18-8996" fmla="*/ 2671937 h 4892818"/>
                <a:gd name="connsiteX19-8997" fmla="*/ 1495176 w 2465559"/>
                <a:gd name="connsiteY19-8998" fmla="*/ 3437048 h 4892818"/>
                <a:gd name="connsiteX20-8999" fmla="*/ 1175747 w 2465559"/>
                <a:gd name="connsiteY20-9000" fmla="*/ 4174360 h 4892818"/>
                <a:gd name="connsiteX21-9001" fmla="*/ 933151 w 2465559"/>
                <a:gd name="connsiteY21-9002" fmla="*/ 4771520 h 4892818"/>
                <a:gd name="connsiteX22-9003" fmla="*/ 1231731 w 2465559"/>
                <a:gd name="connsiteY22-9004" fmla="*/ 4827503 h 4892818"/>
                <a:gd name="connsiteX23-9005" fmla="*/ 1642278 w 2465559"/>
                <a:gd name="connsiteY23-9006" fmla="*/ 4883487 h 4892818"/>
                <a:gd name="connsiteX24-9007" fmla="*/ 1698262 w 2465559"/>
                <a:gd name="connsiteY24-9008" fmla="*/ 4827503 h 4892818"/>
                <a:gd name="connsiteX25-9009" fmla="*/ 1278384 w 2465559"/>
                <a:gd name="connsiteY25-9010" fmla="*/ 4640891 h 4892818"/>
                <a:gd name="connsiteX26-9011" fmla="*/ 1735584 w 2465559"/>
                <a:gd name="connsiteY26-9012" fmla="*/ 3698499 h 4892818"/>
                <a:gd name="connsiteX27-9013" fmla="*/ 1868399 w 2465559"/>
                <a:gd name="connsiteY27-9014" fmla="*/ 3372511 h 4892818"/>
                <a:gd name="connsiteX28-9015" fmla="*/ 1971036 w 2465559"/>
                <a:gd name="connsiteY28-9016" fmla="*/ 2205796 h 4892818"/>
                <a:gd name="connsiteX29-9017" fmla="*/ 1959519 w 2465559"/>
                <a:gd name="connsiteY29-9018" fmla="*/ 1972336 h 4892818"/>
                <a:gd name="connsiteX30-9019" fmla="*/ 2010109 w 2465559"/>
                <a:gd name="connsiteY30-9020" fmla="*/ 1807058 h 4892818"/>
                <a:gd name="connsiteX31-9021" fmla="*/ 2103414 w 2465559"/>
                <a:gd name="connsiteY31-9022" fmla="*/ 1648584 h 4892818"/>
                <a:gd name="connsiteX32-9023" fmla="*/ 2324434 w 2465559"/>
                <a:gd name="connsiteY32-9024" fmla="*/ 1337952 h 4892818"/>
                <a:gd name="connsiteX33-9025" fmla="*/ 2465559 w 2465559"/>
                <a:gd name="connsiteY33-9026" fmla="*/ 1020807 h 4892818"/>
                <a:gd name="connsiteX34-9027" fmla="*/ 1938671 w 2465559"/>
                <a:gd name="connsiteY34-9028" fmla="*/ 589607 h 4892818"/>
                <a:gd name="connsiteX35-9029" fmla="*/ 1476708 w 2465559"/>
                <a:gd name="connsiteY35-9030" fmla="*/ 444983 h 4892818"/>
                <a:gd name="connsiteX36-9031" fmla="*/ 1272504 w 2465559"/>
                <a:gd name="connsiteY36-9032" fmla="*/ 409167 h 4892818"/>
                <a:gd name="connsiteX37-9033" fmla="*/ 1054449 w 2465559"/>
                <a:gd name="connsiteY37-9034" fmla="*/ 451446 h 4892818"/>
                <a:gd name="connsiteX38-9035" fmla="*/ 1035399 w 2465559"/>
                <a:gd name="connsiteY38-9036" fmla="*/ 263036 h 4892818"/>
                <a:gd name="connsiteX39-9037" fmla="*/ 869490 w 2465559"/>
                <a:gd name="connsiteY39-9038" fmla="*/ 71127 h 4892818"/>
                <a:gd name="connsiteX40-9039" fmla="*/ 597249 w 2465559"/>
                <a:gd name="connsiteY40-9040" fmla="*/ 12907 h 4892818"/>
                <a:gd name="connsiteX41-9041" fmla="*/ 475951 w 2465559"/>
                <a:gd name="connsiteY41-9042" fmla="*/ 516760 h 4892818"/>
                <a:gd name="connsiteX42-9043" fmla="*/ 616105 w 2465559"/>
                <a:gd name="connsiteY42-9044" fmla="*/ 724609 h 4892818"/>
                <a:gd name="connsiteX43-9045" fmla="*/ 319712 w 2465559"/>
                <a:gd name="connsiteY43-9046" fmla="*/ 1088309 h 4892818"/>
                <a:gd name="connsiteX44-9047" fmla="*/ 189084 w 2465559"/>
                <a:gd name="connsiteY44-9048" fmla="*/ 852857 h 4892818"/>
                <a:gd name="connsiteX45-9049" fmla="*/ 275879 w 2465559"/>
                <a:gd name="connsiteY45-9050" fmla="*/ 811890 h 4892818"/>
                <a:gd name="connsiteX46-9051" fmla="*/ 355140 w 2465559"/>
                <a:gd name="connsiteY46-9052" fmla="*/ 730733 h 4892818"/>
                <a:gd name="connsiteX47-9053" fmla="*/ 343233 w 2465559"/>
                <a:gd name="connsiteY47-9054" fmla="*/ 530708 h 4892818"/>
                <a:gd name="connsiteX48-9055" fmla="*/ 147388 w 2465559"/>
                <a:gd name="connsiteY48-9056" fmla="*/ 542954 h 4892818"/>
                <a:gd name="connsiteX0-9057" fmla="*/ 147388 w 2465559"/>
                <a:gd name="connsiteY0-9058" fmla="*/ 542954 h 4892818"/>
                <a:gd name="connsiteX1-9059" fmla="*/ 90 w 2465559"/>
                <a:gd name="connsiteY1-9060" fmla="*/ 796679 h 4892818"/>
                <a:gd name="connsiteX2-9061" fmla="*/ 37413 w 2465559"/>
                <a:gd name="connsiteY2-9062" fmla="*/ 973960 h 4892818"/>
                <a:gd name="connsiteX3-9063" fmla="*/ 266304 w 2465559"/>
                <a:gd name="connsiteY3-9064" fmla="*/ 1713265 h 4892818"/>
                <a:gd name="connsiteX4-9065" fmla="*/ 671894 w 2465559"/>
                <a:gd name="connsiteY4-9066" fmla="*/ 1552458 h 4892818"/>
                <a:gd name="connsiteX5-9067" fmla="*/ 961143 w 2465559"/>
                <a:gd name="connsiteY5-9068" fmla="*/ 1720409 h 4892818"/>
                <a:gd name="connsiteX6-9069" fmla="*/ 989135 w 2465559"/>
                <a:gd name="connsiteY6-9070" fmla="*/ 1916352 h 4892818"/>
                <a:gd name="connsiteX7-9071" fmla="*/ 961143 w 2465559"/>
                <a:gd name="connsiteY7-9072" fmla="*/ 2093828 h 4892818"/>
                <a:gd name="connsiteX8-9073" fmla="*/ 515655 w 2465559"/>
                <a:gd name="connsiteY8-9074" fmla="*/ 2903404 h 4892818"/>
                <a:gd name="connsiteX9-9075" fmla="*/ 494613 w 2465559"/>
                <a:gd name="connsiteY9-9076" fmla="*/ 3325275 h 4892818"/>
                <a:gd name="connsiteX10-9077" fmla="*/ 475951 w 2465559"/>
                <a:gd name="connsiteY10-9078" fmla="*/ 4267667 h 4892818"/>
                <a:gd name="connsiteX11-9079" fmla="*/ 401307 w 2465559"/>
                <a:gd name="connsiteY11-9080" fmla="*/ 4771520 h 4892818"/>
                <a:gd name="connsiteX12-9081" fmla="*/ 186703 w 2465559"/>
                <a:gd name="connsiteY12-9082" fmla="*/ 4892818 h 4892818"/>
                <a:gd name="connsiteX13-9083" fmla="*/ 597249 w 2465559"/>
                <a:gd name="connsiteY13-9084" fmla="*/ 4790181 h 4892818"/>
                <a:gd name="connsiteX14-9085" fmla="*/ 849176 w 2465559"/>
                <a:gd name="connsiteY14-9086" fmla="*/ 4463609 h 4892818"/>
                <a:gd name="connsiteX15-9087" fmla="*/ 746539 w 2465559"/>
                <a:gd name="connsiteY15-9088" fmla="*/ 4193022 h 4892818"/>
                <a:gd name="connsiteX16-9089" fmla="*/ 802523 w 2465559"/>
                <a:gd name="connsiteY16-9090" fmla="*/ 3773144 h 4892818"/>
                <a:gd name="connsiteX17-9091" fmla="*/ 867643 w 2465559"/>
                <a:gd name="connsiteY17-9092" fmla="*/ 3120390 h 4892818"/>
                <a:gd name="connsiteX18-9093" fmla="*/ 1365129 w 2465559"/>
                <a:gd name="connsiteY18-9094" fmla="*/ 2671937 h 4892818"/>
                <a:gd name="connsiteX19-9095" fmla="*/ 1495176 w 2465559"/>
                <a:gd name="connsiteY19-9096" fmla="*/ 3437048 h 4892818"/>
                <a:gd name="connsiteX20-9097" fmla="*/ 1175747 w 2465559"/>
                <a:gd name="connsiteY20-9098" fmla="*/ 4186267 h 4892818"/>
                <a:gd name="connsiteX21-9099" fmla="*/ 933151 w 2465559"/>
                <a:gd name="connsiteY21-9100" fmla="*/ 4771520 h 4892818"/>
                <a:gd name="connsiteX22-9101" fmla="*/ 1231731 w 2465559"/>
                <a:gd name="connsiteY22-9102" fmla="*/ 4827503 h 4892818"/>
                <a:gd name="connsiteX23-9103" fmla="*/ 1642278 w 2465559"/>
                <a:gd name="connsiteY23-9104" fmla="*/ 4883487 h 4892818"/>
                <a:gd name="connsiteX24-9105" fmla="*/ 1698262 w 2465559"/>
                <a:gd name="connsiteY24-9106" fmla="*/ 4827503 h 4892818"/>
                <a:gd name="connsiteX25-9107" fmla="*/ 1278384 w 2465559"/>
                <a:gd name="connsiteY25-9108" fmla="*/ 4640891 h 4892818"/>
                <a:gd name="connsiteX26-9109" fmla="*/ 1735584 w 2465559"/>
                <a:gd name="connsiteY26-9110" fmla="*/ 3698499 h 4892818"/>
                <a:gd name="connsiteX27-9111" fmla="*/ 1868399 w 2465559"/>
                <a:gd name="connsiteY27-9112" fmla="*/ 3372511 h 4892818"/>
                <a:gd name="connsiteX28-9113" fmla="*/ 1971036 w 2465559"/>
                <a:gd name="connsiteY28-9114" fmla="*/ 2205796 h 4892818"/>
                <a:gd name="connsiteX29-9115" fmla="*/ 1959519 w 2465559"/>
                <a:gd name="connsiteY29-9116" fmla="*/ 1972336 h 4892818"/>
                <a:gd name="connsiteX30-9117" fmla="*/ 2010109 w 2465559"/>
                <a:gd name="connsiteY30-9118" fmla="*/ 1807058 h 4892818"/>
                <a:gd name="connsiteX31-9119" fmla="*/ 2103414 w 2465559"/>
                <a:gd name="connsiteY31-9120" fmla="*/ 1648584 h 4892818"/>
                <a:gd name="connsiteX32-9121" fmla="*/ 2324434 w 2465559"/>
                <a:gd name="connsiteY32-9122" fmla="*/ 1337952 h 4892818"/>
                <a:gd name="connsiteX33-9123" fmla="*/ 2465559 w 2465559"/>
                <a:gd name="connsiteY33-9124" fmla="*/ 1020807 h 4892818"/>
                <a:gd name="connsiteX34-9125" fmla="*/ 1938671 w 2465559"/>
                <a:gd name="connsiteY34-9126" fmla="*/ 589607 h 4892818"/>
                <a:gd name="connsiteX35-9127" fmla="*/ 1476708 w 2465559"/>
                <a:gd name="connsiteY35-9128" fmla="*/ 444983 h 4892818"/>
                <a:gd name="connsiteX36-9129" fmla="*/ 1272504 w 2465559"/>
                <a:gd name="connsiteY36-9130" fmla="*/ 409167 h 4892818"/>
                <a:gd name="connsiteX37-9131" fmla="*/ 1054449 w 2465559"/>
                <a:gd name="connsiteY37-9132" fmla="*/ 451446 h 4892818"/>
                <a:gd name="connsiteX38-9133" fmla="*/ 1035399 w 2465559"/>
                <a:gd name="connsiteY38-9134" fmla="*/ 263036 h 4892818"/>
                <a:gd name="connsiteX39-9135" fmla="*/ 869490 w 2465559"/>
                <a:gd name="connsiteY39-9136" fmla="*/ 71127 h 4892818"/>
                <a:gd name="connsiteX40-9137" fmla="*/ 597249 w 2465559"/>
                <a:gd name="connsiteY40-9138" fmla="*/ 12907 h 4892818"/>
                <a:gd name="connsiteX41-9139" fmla="*/ 475951 w 2465559"/>
                <a:gd name="connsiteY41-9140" fmla="*/ 516760 h 4892818"/>
                <a:gd name="connsiteX42-9141" fmla="*/ 616105 w 2465559"/>
                <a:gd name="connsiteY42-9142" fmla="*/ 724609 h 4892818"/>
                <a:gd name="connsiteX43-9143" fmla="*/ 319712 w 2465559"/>
                <a:gd name="connsiteY43-9144" fmla="*/ 1088309 h 4892818"/>
                <a:gd name="connsiteX44-9145" fmla="*/ 189084 w 2465559"/>
                <a:gd name="connsiteY44-9146" fmla="*/ 852857 h 4892818"/>
                <a:gd name="connsiteX45-9147" fmla="*/ 275879 w 2465559"/>
                <a:gd name="connsiteY45-9148" fmla="*/ 811890 h 4892818"/>
                <a:gd name="connsiteX46-9149" fmla="*/ 355140 w 2465559"/>
                <a:gd name="connsiteY46-9150" fmla="*/ 730733 h 4892818"/>
                <a:gd name="connsiteX47-9151" fmla="*/ 343233 w 2465559"/>
                <a:gd name="connsiteY47-9152" fmla="*/ 530708 h 4892818"/>
                <a:gd name="connsiteX48-9153" fmla="*/ 147388 w 2465559"/>
                <a:gd name="connsiteY48-9154" fmla="*/ 542954 h 4892818"/>
                <a:gd name="connsiteX0-9155" fmla="*/ 147388 w 2465559"/>
                <a:gd name="connsiteY0-9156" fmla="*/ 542954 h 4892818"/>
                <a:gd name="connsiteX1-9157" fmla="*/ 90 w 2465559"/>
                <a:gd name="connsiteY1-9158" fmla="*/ 796679 h 4892818"/>
                <a:gd name="connsiteX2-9159" fmla="*/ 37413 w 2465559"/>
                <a:gd name="connsiteY2-9160" fmla="*/ 973960 h 4892818"/>
                <a:gd name="connsiteX3-9161" fmla="*/ 266304 w 2465559"/>
                <a:gd name="connsiteY3-9162" fmla="*/ 1713265 h 4892818"/>
                <a:gd name="connsiteX4-9163" fmla="*/ 671894 w 2465559"/>
                <a:gd name="connsiteY4-9164" fmla="*/ 1552458 h 4892818"/>
                <a:gd name="connsiteX5-9165" fmla="*/ 961143 w 2465559"/>
                <a:gd name="connsiteY5-9166" fmla="*/ 1720409 h 4892818"/>
                <a:gd name="connsiteX6-9167" fmla="*/ 989135 w 2465559"/>
                <a:gd name="connsiteY6-9168" fmla="*/ 1916352 h 4892818"/>
                <a:gd name="connsiteX7-9169" fmla="*/ 961143 w 2465559"/>
                <a:gd name="connsiteY7-9170" fmla="*/ 2093828 h 4892818"/>
                <a:gd name="connsiteX8-9171" fmla="*/ 515655 w 2465559"/>
                <a:gd name="connsiteY8-9172" fmla="*/ 2903404 h 4892818"/>
                <a:gd name="connsiteX9-9173" fmla="*/ 494613 w 2465559"/>
                <a:gd name="connsiteY9-9174" fmla="*/ 3325275 h 4892818"/>
                <a:gd name="connsiteX10-9175" fmla="*/ 475951 w 2465559"/>
                <a:gd name="connsiteY10-9176" fmla="*/ 4267667 h 4892818"/>
                <a:gd name="connsiteX11-9177" fmla="*/ 401307 w 2465559"/>
                <a:gd name="connsiteY11-9178" fmla="*/ 4771520 h 4892818"/>
                <a:gd name="connsiteX12-9179" fmla="*/ 186703 w 2465559"/>
                <a:gd name="connsiteY12-9180" fmla="*/ 4892818 h 4892818"/>
                <a:gd name="connsiteX13-9181" fmla="*/ 597249 w 2465559"/>
                <a:gd name="connsiteY13-9182" fmla="*/ 4790181 h 4892818"/>
                <a:gd name="connsiteX14-9183" fmla="*/ 849176 w 2465559"/>
                <a:gd name="connsiteY14-9184" fmla="*/ 4463609 h 4892818"/>
                <a:gd name="connsiteX15-9185" fmla="*/ 746539 w 2465559"/>
                <a:gd name="connsiteY15-9186" fmla="*/ 4193022 h 4892818"/>
                <a:gd name="connsiteX16-9187" fmla="*/ 802523 w 2465559"/>
                <a:gd name="connsiteY16-9188" fmla="*/ 3773144 h 4892818"/>
                <a:gd name="connsiteX17-9189" fmla="*/ 867643 w 2465559"/>
                <a:gd name="connsiteY17-9190" fmla="*/ 3120390 h 4892818"/>
                <a:gd name="connsiteX18-9191" fmla="*/ 1365129 w 2465559"/>
                <a:gd name="connsiteY18-9192" fmla="*/ 2671937 h 4892818"/>
                <a:gd name="connsiteX19-9193" fmla="*/ 1495176 w 2465559"/>
                <a:gd name="connsiteY19-9194" fmla="*/ 3437048 h 4892818"/>
                <a:gd name="connsiteX20-9195" fmla="*/ 1175747 w 2465559"/>
                <a:gd name="connsiteY20-9196" fmla="*/ 4186267 h 4892818"/>
                <a:gd name="connsiteX21-9197" fmla="*/ 933151 w 2465559"/>
                <a:gd name="connsiteY21-9198" fmla="*/ 4771520 h 4892818"/>
                <a:gd name="connsiteX22-9199" fmla="*/ 1231731 w 2465559"/>
                <a:gd name="connsiteY22-9200" fmla="*/ 4827503 h 4892818"/>
                <a:gd name="connsiteX23-9201" fmla="*/ 1642278 w 2465559"/>
                <a:gd name="connsiteY23-9202" fmla="*/ 4883487 h 4892818"/>
                <a:gd name="connsiteX24-9203" fmla="*/ 1698262 w 2465559"/>
                <a:gd name="connsiteY24-9204" fmla="*/ 4827503 h 4892818"/>
                <a:gd name="connsiteX25-9205" fmla="*/ 1278384 w 2465559"/>
                <a:gd name="connsiteY25-9206" fmla="*/ 4640891 h 4892818"/>
                <a:gd name="connsiteX26-9207" fmla="*/ 1735584 w 2465559"/>
                <a:gd name="connsiteY26-9208" fmla="*/ 3698499 h 4892818"/>
                <a:gd name="connsiteX27-9209" fmla="*/ 1868399 w 2465559"/>
                <a:gd name="connsiteY27-9210" fmla="*/ 3372511 h 4892818"/>
                <a:gd name="connsiteX28-9211" fmla="*/ 1971036 w 2465559"/>
                <a:gd name="connsiteY28-9212" fmla="*/ 2205796 h 4892818"/>
                <a:gd name="connsiteX29-9213" fmla="*/ 1959519 w 2465559"/>
                <a:gd name="connsiteY29-9214" fmla="*/ 1972336 h 4892818"/>
                <a:gd name="connsiteX30-9215" fmla="*/ 2010109 w 2465559"/>
                <a:gd name="connsiteY30-9216" fmla="*/ 1807058 h 4892818"/>
                <a:gd name="connsiteX31-9217" fmla="*/ 2103414 w 2465559"/>
                <a:gd name="connsiteY31-9218" fmla="*/ 1648584 h 4892818"/>
                <a:gd name="connsiteX32-9219" fmla="*/ 2324434 w 2465559"/>
                <a:gd name="connsiteY32-9220" fmla="*/ 1337952 h 4892818"/>
                <a:gd name="connsiteX33-9221" fmla="*/ 2465559 w 2465559"/>
                <a:gd name="connsiteY33-9222" fmla="*/ 1020807 h 4892818"/>
                <a:gd name="connsiteX34-9223" fmla="*/ 1938671 w 2465559"/>
                <a:gd name="connsiteY34-9224" fmla="*/ 589607 h 4892818"/>
                <a:gd name="connsiteX35-9225" fmla="*/ 1476708 w 2465559"/>
                <a:gd name="connsiteY35-9226" fmla="*/ 444983 h 4892818"/>
                <a:gd name="connsiteX36-9227" fmla="*/ 1272504 w 2465559"/>
                <a:gd name="connsiteY36-9228" fmla="*/ 409167 h 4892818"/>
                <a:gd name="connsiteX37-9229" fmla="*/ 1054449 w 2465559"/>
                <a:gd name="connsiteY37-9230" fmla="*/ 451446 h 4892818"/>
                <a:gd name="connsiteX38-9231" fmla="*/ 1035399 w 2465559"/>
                <a:gd name="connsiteY38-9232" fmla="*/ 263036 h 4892818"/>
                <a:gd name="connsiteX39-9233" fmla="*/ 869490 w 2465559"/>
                <a:gd name="connsiteY39-9234" fmla="*/ 71127 h 4892818"/>
                <a:gd name="connsiteX40-9235" fmla="*/ 597249 w 2465559"/>
                <a:gd name="connsiteY40-9236" fmla="*/ 12907 h 4892818"/>
                <a:gd name="connsiteX41-9237" fmla="*/ 475951 w 2465559"/>
                <a:gd name="connsiteY41-9238" fmla="*/ 516760 h 4892818"/>
                <a:gd name="connsiteX42-9239" fmla="*/ 616105 w 2465559"/>
                <a:gd name="connsiteY42-9240" fmla="*/ 724609 h 4892818"/>
                <a:gd name="connsiteX43-9241" fmla="*/ 319712 w 2465559"/>
                <a:gd name="connsiteY43-9242" fmla="*/ 1088309 h 4892818"/>
                <a:gd name="connsiteX44-9243" fmla="*/ 189084 w 2465559"/>
                <a:gd name="connsiteY44-9244" fmla="*/ 852857 h 4892818"/>
                <a:gd name="connsiteX45-9245" fmla="*/ 275879 w 2465559"/>
                <a:gd name="connsiteY45-9246" fmla="*/ 811890 h 4892818"/>
                <a:gd name="connsiteX46-9247" fmla="*/ 355140 w 2465559"/>
                <a:gd name="connsiteY46-9248" fmla="*/ 730733 h 4892818"/>
                <a:gd name="connsiteX47-9249" fmla="*/ 343233 w 2465559"/>
                <a:gd name="connsiteY47-9250" fmla="*/ 530708 h 4892818"/>
                <a:gd name="connsiteX48-9251" fmla="*/ 147388 w 2465559"/>
                <a:gd name="connsiteY48-9252" fmla="*/ 542954 h 4892818"/>
                <a:gd name="connsiteX0-9253" fmla="*/ 147388 w 2465559"/>
                <a:gd name="connsiteY0-9254" fmla="*/ 542954 h 4892818"/>
                <a:gd name="connsiteX1-9255" fmla="*/ 90 w 2465559"/>
                <a:gd name="connsiteY1-9256" fmla="*/ 796679 h 4892818"/>
                <a:gd name="connsiteX2-9257" fmla="*/ 37413 w 2465559"/>
                <a:gd name="connsiteY2-9258" fmla="*/ 973960 h 4892818"/>
                <a:gd name="connsiteX3-9259" fmla="*/ 266304 w 2465559"/>
                <a:gd name="connsiteY3-9260" fmla="*/ 1713265 h 4892818"/>
                <a:gd name="connsiteX4-9261" fmla="*/ 671894 w 2465559"/>
                <a:gd name="connsiteY4-9262" fmla="*/ 1552458 h 4892818"/>
                <a:gd name="connsiteX5-9263" fmla="*/ 961143 w 2465559"/>
                <a:gd name="connsiteY5-9264" fmla="*/ 1720409 h 4892818"/>
                <a:gd name="connsiteX6-9265" fmla="*/ 989135 w 2465559"/>
                <a:gd name="connsiteY6-9266" fmla="*/ 1916352 h 4892818"/>
                <a:gd name="connsiteX7-9267" fmla="*/ 961143 w 2465559"/>
                <a:gd name="connsiteY7-9268" fmla="*/ 2093828 h 4892818"/>
                <a:gd name="connsiteX8-9269" fmla="*/ 515655 w 2465559"/>
                <a:gd name="connsiteY8-9270" fmla="*/ 2903404 h 4892818"/>
                <a:gd name="connsiteX9-9271" fmla="*/ 494613 w 2465559"/>
                <a:gd name="connsiteY9-9272" fmla="*/ 3325275 h 4892818"/>
                <a:gd name="connsiteX10-9273" fmla="*/ 475951 w 2465559"/>
                <a:gd name="connsiteY10-9274" fmla="*/ 4267667 h 4892818"/>
                <a:gd name="connsiteX11-9275" fmla="*/ 401307 w 2465559"/>
                <a:gd name="connsiteY11-9276" fmla="*/ 4771520 h 4892818"/>
                <a:gd name="connsiteX12-9277" fmla="*/ 186703 w 2465559"/>
                <a:gd name="connsiteY12-9278" fmla="*/ 4892818 h 4892818"/>
                <a:gd name="connsiteX13-9279" fmla="*/ 597249 w 2465559"/>
                <a:gd name="connsiteY13-9280" fmla="*/ 4790181 h 4892818"/>
                <a:gd name="connsiteX14-9281" fmla="*/ 849176 w 2465559"/>
                <a:gd name="connsiteY14-9282" fmla="*/ 4463609 h 4892818"/>
                <a:gd name="connsiteX15-9283" fmla="*/ 746539 w 2465559"/>
                <a:gd name="connsiteY15-9284" fmla="*/ 4193022 h 4892818"/>
                <a:gd name="connsiteX16-9285" fmla="*/ 802523 w 2465559"/>
                <a:gd name="connsiteY16-9286" fmla="*/ 3773144 h 4892818"/>
                <a:gd name="connsiteX17-9287" fmla="*/ 867643 w 2465559"/>
                <a:gd name="connsiteY17-9288" fmla="*/ 3120390 h 4892818"/>
                <a:gd name="connsiteX18-9289" fmla="*/ 1365129 w 2465559"/>
                <a:gd name="connsiteY18-9290" fmla="*/ 2671937 h 4892818"/>
                <a:gd name="connsiteX19-9291" fmla="*/ 1495176 w 2465559"/>
                <a:gd name="connsiteY19-9292" fmla="*/ 3437048 h 4892818"/>
                <a:gd name="connsiteX20-9293" fmla="*/ 1175747 w 2465559"/>
                <a:gd name="connsiteY20-9294" fmla="*/ 4186267 h 4892818"/>
                <a:gd name="connsiteX21-9295" fmla="*/ 933151 w 2465559"/>
                <a:gd name="connsiteY21-9296" fmla="*/ 4771520 h 4892818"/>
                <a:gd name="connsiteX22-9297" fmla="*/ 1231731 w 2465559"/>
                <a:gd name="connsiteY22-9298" fmla="*/ 4827503 h 4892818"/>
                <a:gd name="connsiteX23-9299" fmla="*/ 1642278 w 2465559"/>
                <a:gd name="connsiteY23-9300" fmla="*/ 4883487 h 4892818"/>
                <a:gd name="connsiteX24-9301" fmla="*/ 1698262 w 2465559"/>
                <a:gd name="connsiteY24-9302" fmla="*/ 4827503 h 4892818"/>
                <a:gd name="connsiteX25-9303" fmla="*/ 1278384 w 2465559"/>
                <a:gd name="connsiteY25-9304" fmla="*/ 4640891 h 4892818"/>
                <a:gd name="connsiteX26-9305" fmla="*/ 1735584 w 2465559"/>
                <a:gd name="connsiteY26-9306" fmla="*/ 3698499 h 4892818"/>
                <a:gd name="connsiteX27-9307" fmla="*/ 1868399 w 2465559"/>
                <a:gd name="connsiteY27-9308" fmla="*/ 3372511 h 4892818"/>
                <a:gd name="connsiteX28-9309" fmla="*/ 1971036 w 2465559"/>
                <a:gd name="connsiteY28-9310" fmla="*/ 2205796 h 4892818"/>
                <a:gd name="connsiteX29-9311" fmla="*/ 1959519 w 2465559"/>
                <a:gd name="connsiteY29-9312" fmla="*/ 1972336 h 4892818"/>
                <a:gd name="connsiteX30-9313" fmla="*/ 2010109 w 2465559"/>
                <a:gd name="connsiteY30-9314" fmla="*/ 1807058 h 4892818"/>
                <a:gd name="connsiteX31-9315" fmla="*/ 2103414 w 2465559"/>
                <a:gd name="connsiteY31-9316" fmla="*/ 1648584 h 4892818"/>
                <a:gd name="connsiteX32-9317" fmla="*/ 2324434 w 2465559"/>
                <a:gd name="connsiteY32-9318" fmla="*/ 1337952 h 4892818"/>
                <a:gd name="connsiteX33-9319" fmla="*/ 2465559 w 2465559"/>
                <a:gd name="connsiteY33-9320" fmla="*/ 1020807 h 4892818"/>
                <a:gd name="connsiteX34-9321" fmla="*/ 1938671 w 2465559"/>
                <a:gd name="connsiteY34-9322" fmla="*/ 589607 h 4892818"/>
                <a:gd name="connsiteX35-9323" fmla="*/ 1476708 w 2465559"/>
                <a:gd name="connsiteY35-9324" fmla="*/ 444983 h 4892818"/>
                <a:gd name="connsiteX36-9325" fmla="*/ 1272504 w 2465559"/>
                <a:gd name="connsiteY36-9326" fmla="*/ 409167 h 4892818"/>
                <a:gd name="connsiteX37-9327" fmla="*/ 1054449 w 2465559"/>
                <a:gd name="connsiteY37-9328" fmla="*/ 451446 h 4892818"/>
                <a:gd name="connsiteX38-9329" fmla="*/ 1035399 w 2465559"/>
                <a:gd name="connsiteY38-9330" fmla="*/ 263036 h 4892818"/>
                <a:gd name="connsiteX39-9331" fmla="*/ 869490 w 2465559"/>
                <a:gd name="connsiteY39-9332" fmla="*/ 71127 h 4892818"/>
                <a:gd name="connsiteX40-9333" fmla="*/ 597249 w 2465559"/>
                <a:gd name="connsiteY40-9334" fmla="*/ 12907 h 4892818"/>
                <a:gd name="connsiteX41-9335" fmla="*/ 475951 w 2465559"/>
                <a:gd name="connsiteY41-9336" fmla="*/ 516760 h 4892818"/>
                <a:gd name="connsiteX42-9337" fmla="*/ 616105 w 2465559"/>
                <a:gd name="connsiteY42-9338" fmla="*/ 724609 h 4892818"/>
                <a:gd name="connsiteX43-9339" fmla="*/ 319712 w 2465559"/>
                <a:gd name="connsiteY43-9340" fmla="*/ 1088309 h 4892818"/>
                <a:gd name="connsiteX44-9341" fmla="*/ 189084 w 2465559"/>
                <a:gd name="connsiteY44-9342" fmla="*/ 852857 h 4892818"/>
                <a:gd name="connsiteX45-9343" fmla="*/ 275879 w 2465559"/>
                <a:gd name="connsiteY45-9344" fmla="*/ 811890 h 4892818"/>
                <a:gd name="connsiteX46-9345" fmla="*/ 355140 w 2465559"/>
                <a:gd name="connsiteY46-9346" fmla="*/ 730733 h 4892818"/>
                <a:gd name="connsiteX47-9347" fmla="*/ 343233 w 2465559"/>
                <a:gd name="connsiteY47-9348" fmla="*/ 530708 h 4892818"/>
                <a:gd name="connsiteX48-9349" fmla="*/ 147388 w 2465559"/>
                <a:gd name="connsiteY48-9350" fmla="*/ 542954 h 4892818"/>
                <a:gd name="connsiteX0-9351" fmla="*/ 147388 w 2465559"/>
                <a:gd name="connsiteY0-9352" fmla="*/ 542954 h 4892818"/>
                <a:gd name="connsiteX1-9353" fmla="*/ 90 w 2465559"/>
                <a:gd name="connsiteY1-9354" fmla="*/ 796679 h 4892818"/>
                <a:gd name="connsiteX2-9355" fmla="*/ 37413 w 2465559"/>
                <a:gd name="connsiteY2-9356" fmla="*/ 973960 h 4892818"/>
                <a:gd name="connsiteX3-9357" fmla="*/ 266304 w 2465559"/>
                <a:gd name="connsiteY3-9358" fmla="*/ 1713265 h 4892818"/>
                <a:gd name="connsiteX4-9359" fmla="*/ 671894 w 2465559"/>
                <a:gd name="connsiteY4-9360" fmla="*/ 1552458 h 4892818"/>
                <a:gd name="connsiteX5-9361" fmla="*/ 961143 w 2465559"/>
                <a:gd name="connsiteY5-9362" fmla="*/ 1720409 h 4892818"/>
                <a:gd name="connsiteX6-9363" fmla="*/ 989135 w 2465559"/>
                <a:gd name="connsiteY6-9364" fmla="*/ 1916352 h 4892818"/>
                <a:gd name="connsiteX7-9365" fmla="*/ 961143 w 2465559"/>
                <a:gd name="connsiteY7-9366" fmla="*/ 2093828 h 4892818"/>
                <a:gd name="connsiteX8-9367" fmla="*/ 515655 w 2465559"/>
                <a:gd name="connsiteY8-9368" fmla="*/ 2903404 h 4892818"/>
                <a:gd name="connsiteX9-9369" fmla="*/ 494613 w 2465559"/>
                <a:gd name="connsiteY9-9370" fmla="*/ 3325275 h 4892818"/>
                <a:gd name="connsiteX10-9371" fmla="*/ 475951 w 2465559"/>
                <a:gd name="connsiteY10-9372" fmla="*/ 4267667 h 4892818"/>
                <a:gd name="connsiteX11-9373" fmla="*/ 401307 w 2465559"/>
                <a:gd name="connsiteY11-9374" fmla="*/ 4771520 h 4892818"/>
                <a:gd name="connsiteX12-9375" fmla="*/ 186703 w 2465559"/>
                <a:gd name="connsiteY12-9376" fmla="*/ 4892818 h 4892818"/>
                <a:gd name="connsiteX13-9377" fmla="*/ 597249 w 2465559"/>
                <a:gd name="connsiteY13-9378" fmla="*/ 4790181 h 4892818"/>
                <a:gd name="connsiteX14-9379" fmla="*/ 849176 w 2465559"/>
                <a:gd name="connsiteY14-9380" fmla="*/ 4463609 h 4892818"/>
                <a:gd name="connsiteX15-9381" fmla="*/ 746539 w 2465559"/>
                <a:gd name="connsiteY15-9382" fmla="*/ 4193022 h 4892818"/>
                <a:gd name="connsiteX16-9383" fmla="*/ 802523 w 2465559"/>
                <a:gd name="connsiteY16-9384" fmla="*/ 3773144 h 4892818"/>
                <a:gd name="connsiteX17-9385" fmla="*/ 867643 w 2465559"/>
                <a:gd name="connsiteY17-9386" fmla="*/ 3120390 h 4892818"/>
                <a:gd name="connsiteX18-9387" fmla="*/ 1365129 w 2465559"/>
                <a:gd name="connsiteY18-9388" fmla="*/ 2671937 h 4892818"/>
                <a:gd name="connsiteX19-9389" fmla="*/ 1495176 w 2465559"/>
                <a:gd name="connsiteY19-9390" fmla="*/ 3437048 h 4892818"/>
                <a:gd name="connsiteX20-9391" fmla="*/ 1175747 w 2465559"/>
                <a:gd name="connsiteY20-9392" fmla="*/ 4186267 h 4892818"/>
                <a:gd name="connsiteX21-9393" fmla="*/ 933151 w 2465559"/>
                <a:gd name="connsiteY21-9394" fmla="*/ 4771520 h 4892818"/>
                <a:gd name="connsiteX22-9395" fmla="*/ 1231731 w 2465559"/>
                <a:gd name="connsiteY22-9396" fmla="*/ 4827503 h 4892818"/>
                <a:gd name="connsiteX23-9397" fmla="*/ 1642278 w 2465559"/>
                <a:gd name="connsiteY23-9398" fmla="*/ 4883487 h 4892818"/>
                <a:gd name="connsiteX24-9399" fmla="*/ 1698262 w 2465559"/>
                <a:gd name="connsiteY24-9400" fmla="*/ 4827503 h 4892818"/>
                <a:gd name="connsiteX25-9401" fmla="*/ 1278384 w 2465559"/>
                <a:gd name="connsiteY25-9402" fmla="*/ 4640891 h 4892818"/>
                <a:gd name="connsiteX26-9403" fmla="*/ 1735584 w 2465559"/>
                <a:gd name="connsiteY26-9404" fmla="*/ 3698499 h 4892818"/>
                <a:gd name="connsiteX27-9405" fmla="*/ 1868399 w 2465559"/>
                <a:gd name="connsiteY27-9406" fmla="*/ 3372511 h 4892818"/>
                <a:gd name="connsiteX28-9407" fmla="*/ 1971036 w 2465559"/>
                <a:gd name="connsiteY28-9408" fmla="*/ 2205796 h 4892818"/>
                <a:gd name="connsiteX29-9409" fmla="*/ 1959519 w 2465559"/>
                <a:gd name="connsiteY29-9410" fmla="*/ 1972336 h 4892818"/>
                <a:gd name="connsiteX30-9411" fmla="*/ 2010109 w 2465559"/>
                <a:gd name="connsiteY30-9412" fmla="*/ 1807058 h 4892818"/>
                <a:gd name="connsiteX31-9413" fmla="*/ 2103414 w 2465559"/>
                <a:gd name="connsiteY31-9414" fmla="*/ 1648584 h 4892818"/>
                <a:gd name="connsiteX32-9415" fmla="*/ 2324434 w 2465559"/>
                <a:gd name="connsiteY32-9416" fmla="*/ 1337952 h 4892818"/>
                <a:gd name="connsiteX33-9417" fmla="*/ 2465559 w 2465559"/>
                <a:gd name="connsiteY33-9418" fmla="*/ 1020807 h 4892818"/>
                <a:gd name="connsiteX34-9419" fmla="*/ 1938671 w 2465559"/>
                <a:gd name="connsiteY34-9420" fmla="*/ 589607 h 4892818"/>
                <a:gd name="connsiteX35-9421" fmla="*/ 1476708 w 2465559"/>
                <a:gd name="connsiteY35-9422" fmla="*/ 444983 h 4892818"/>
                <a:gd name="connsiteX36-9423" fmla="*/ 1272504 w 2465559"/>
                <a:gd name="connsiteY36-9424" fmla="*/ 409167 h 4892818"/>
                <a:gd name="connsiteX37-9425" fmla="*/ 1054449 w 2465559"/>
                <a:gd name="connsiteY37-9426" fmla="*/ 451446 h 4892818"/>
                <a:gd name="connsiteX38-9427" fmla="*/ 1035399 w 2465559"/>
                <a:gd name="connsiteY38-9428" fmla="*/ 263036 h 4892818"/>
                <a:gd name="connsiteX39-9429" fmla="*/ 869490 w 2465559"/>
                <a:gd name="connsiteY39-9430" fmla="*/ 71127 h 4892818"/>
                <a:gd name="connsiteX40-9431" fmla="*/ 597249 w 2465559"/>
                <a:gd name="connsiteY40-9432" fmla="*/ 12907 h 4892818"/>
                <a:gd name="connsiteX41-9433" fmla="*/ 475951 w 2465559"/>
                <a:gd name="connsiteY41-9434" fmla="*/ 516760 h 4892818"/>
                <a:gd name="connsiteX42-9435" fmla="*/ 616105 w 2465559"/>
                <a:gd name="connsiteY42-9436" fmla="*/ 724609 h 4892818"/>
                <a:gd name="connsiteX43-9437" fmla="*/ 319712 w 2465559"/>
                <a:gd name="connsiteY43-9438" fmla="*/ 1088309 h 4892818"/>
                <a:gd name="connsiteX44-9439" fmla="*/ 189084 w 2465559"/>
                <a:gd name="connsiteY44-9440" fmla="*/ 852857 h 4892818"/>
                <a:gd name="connsiteX45-9441" fmla="*/ 275879 w 2465559"/>
                <a:gd name="connsiteY45-9442" fmla="*/ 811890 h 4892818"/>
                <a:gd name="connsiteX46-9443" fmla="*/ 355140 w 2465559"/>
                <a:gd name="connsiteY46-9444" fmla="*/ 730733 h 4892818"/>
                <a:gd name="connsiteX47-9445" fmla="*/ 343233 w 2465559"/>
                <a:gd name="connsiteY47-9446" fmla="*/ 530708 h 4892818"/>
                <a:gd name="connsiteX48-9447" fmla="*/ 147388 w 2465559"/>
                <a:gd name="connsiteY48-9448" fmla="*/ 542954 h 4892818"/>
                <a:gd name="connsiteX0-9449" fmla="*/ 147388 w 2465559"/>
                <a:gd name="connsiteY0-9450" fmla="*/ 542954 h 4892818"/>
                <a:gd name="connsiteX1-9451" fmla="*/ 90 w 2465559"/>
                <a:gd name="connsiteY1-9452" fmla="*/ 796679 h 4892818"/>
                <a:gd name="connsiteX2-9453" fmla="*/ 37413 w 2465559"/>
                <a:gd name="connsiteY2-9454" fmla="*/ 973960 h 4892818"/>
                <a:gd name="connsiteX3-9455" fmla="*/ 266304 w 2465559"/>
                <a:gd name="connsiteY3-9456" fmla="*/ 1713265 h 4892818"/>
                <a:gd name="connsiteX4-9457" fmla="*/ 671894 w 2465559"/>
                <a:gd name="connsiteY4-9458" fmla="*/ 1552458 h 4892818"/>
                <a:gd name="connsiteX5-9459" fmla="*/ 961143 w 2465559"/>
                <a:gd name="connsiteY5-9460" fmla="*/ 1720409 h 4892818"/>
                <a:gd name="connsiteX6-9461" fmla="*/ 989135 w 2465559"/>
                <a:gd name="connsiteY6-9462" fmla="*/ 1916352 h 4892818"/>
                <a:gd name="connsiteX7-9463" fmla="*/ 961143 w 2465559"/>
                <a:gd name="connsiteY7-9464" fmla="*/ 2093828 h 4892818"/>
                <a:gd name="connsiteX8-9465" fmla="*/ 515655 w 2465559"/>
                <a:gd name="connsiteY8-9466" fmla="*/ 2903404 h 4892818"/>
                <a:gd name="connsiteX9-9467" fmla="*/ 494613 w 2465559"/>
                <a:gd name="connsiteY9-9468" fmla="*/ 3325275 h 4892818"/>
                <a:gd name="connsiteX10-9469" fmla="*/ 475951 w 2465559"/>
                <a:gd name="connsiteY10-9470" fmla="*/ 4267667 h 4892818"/>
                <a:gd name="connsiteX11-9471" fmla="*/ 401307 w 2465559"/>
                <a:gd name="connsiteY11-9472" fmla="*/ 4771520 h 4892818"/>
                <a:gd name="connsiteX12-9473" fmla="*/ 186703 w 2465559"/>
                <a:gd name="connsiteY12-9474" fmla="*/ 4892818 h 4892818"/>
                <a:gd name="connsiteX13-9475" fmla="*/ 597249 w 2465559"/>
                <a:gd name="connsiteY13-9476" fmla="*/ 4790181 h 4892818"/>
                <a:gd name="connsiteX14-9477" fmla="*/ 849176 w 2465559"/>
                <a:gd name="connsiteY14-9478" fmla="*/ 4463609 h 4892818"/>
                <a:gd name="connsiteX15-9479" fmla="*/ 746539 w 2465559"/>
                <a:gd name="connsiteY15-9480" fmla="*/ 4193022 h 4892818"/>
                <a:gd name="connsiteX16-9481" fmla="*/ 812048 w 2465559"/>
                <a:gd name="connsiteY16-9482" fmla="*/ 3816007 h 4892818"/>
                <a:gd name="connsiteX17-9483" fmla="*/ 867643 w 2465559"/>
                <a:gd name="connsiteY17-9484" fmla="*/ 3120390 h 4892818"/>
                <a:gd name="connsiteX18-9485" fmla="*/ 1365129 w 2465559"/>
                <a:gd name="connsiteY18-9486" fmla="*/ 2671937 h 4892818"/>
                <a:gd name="connsiteX19-9487" fmla="*/ 1495176 w 2465559"/>
                <a:gd name="connsiteY19-9488" fmla="*/ 3437048 h 4892818"/>
                <a:gd name="connsiteX20-9489" fmla="*/ 1175747 w 2465559"/>
                <a:gd name="connsiteY20-9490" fmla="*/ 4186267 h 4892818"/>
                <a:gd name="connsiteX21-9491" fmla="*/ 933151 w 2465559"/>
                <a:gd name="connsiteY21-9492" fmla="*/ 4771520 h 4892818"/>
                <a:gd name="connsiteX22-9493" fmla="*/ 1231731 w 2465559"/>
                <a:gd name="connsiteY22-9494" fmla="*/ 4827503 h 4892818"/>
                <a:gd name="connsiteX23-9495" fmla="*/ 1642278 w 2465559"/>
                <a:gd name="connsiteY23-9496" fmla="*/ 4883487 h 4892818"/>
                <a:gd name="connsiteX24-9497" fmla="*/ 1698262 w 2465559"/>
                <a:gd name="connsiteY24-9498" fmla="*/ 4827503 h 4892818"/>
                <a:gd name="connsiteX25-9499" fmla="*/ 1278384 w 2465559"/>
                <a:gd name="connsiteY25-9500" fmla="*/ 4640891 h 4892818"/>
                <a:gd name="connsiteX26-9501" fmla="*/ 1735584 w 2465559"/>
                <a:gd name="connsiteY26-9502" fmla="*/ 3698499 h 4892818"/>
                <a:gd name="connsiteX27-9503" fmla="*/ 1868399 w 2465559"/>
                <a:gd name="connsiteY27-9504" fmla="*/ 3372511 h 4892818"/>
                <a:gd name="connsiteX28-9505" fmla="*/ 1971036 w 2465559"/>
                <a:gd name="connsiteY28-9506" fmla="*/ 2205796 h 4892818"/>
                <a:gd name="connsiteX29-9507" fmla="*/ 1959519 w 2465559"/>
                <a:gd name="connsiteY29-9508" fmla="*/ 1972336 h 4892818"/>
                <a:gd name="connsiteX30-9509" fmla="*/ 2010109 w 2465559"/>
                <a:gd name="connsiteY30-9510" fmla="*/ 1807058 h 4892818"/>
                <a:gd name="connsiteX31-9511" fmla="*/ 2103414 w 2465559"/>
                <a:gd name="connsiteY31-9512" fmla="*/ 1648584 h 4892818"/>
                <a:gd name="connsiteX32-9513" fmla="*/ 2324434 w 2465559"/>
                <a:gd name="connsiteY32-9514" fmla="*/ 1337952 h 4892818"/>
                <a:gd name="connsiteX33-9515" fmla="*/ 2465559 w 2465559"/>
                <a:gd name="connsiteY33-9516" fmla="*/ 1020807 h 4892818"/>
                <a:gd name="connsiteX34-9517" fmla="*/ 1938671 w 2465559"/>
                <a:gd name="connsiteY34-9518" fmla="*/ 589607 h 4892818"/>
                <a:gd name="connsiteX35-9519" fmla="*/ 1476708 w 2465559"/>
                <a:gd name="connsiteY35-9520" fmla="*/ 444983 h 4892818"/>
                <a:gd name="connsiteX36-9521" fmla="*/ 1272504 w 2465559"/>
                <a:gd name="connsiteY36-9522" fmla="*/ 409167 h 4892818"/>
                <a:gd name="connsiteX37-9523" fmla="*/ 1054449 w 2465559"/>
                <a:gd name="connsiteY37-9524" fmla="*/ 451446 h 4892818"/>
                <a:gd name="connsiteX38-9525" fmla="*/ 1035399 w 2465559"/>
                <a:gd name="connsiteY38-9526" fmla="*/ 263036 h 4892818"/>
                <a:gd name="connsiteX39-9527" fmla="*/ 869490 w 2465559"/>
                <a:gd name="connsiteY39-9528" fmla="*/ 71127 h 4892818"/>
                <a:gd name="connsiteX40-9529" fmla="*/ 597249 w 2465559"/>
                <a:gd name="connsiteY40-9530" fmla="*/ 12907 h 4892818"/>
                <a:gd name="connsiteX41-9531" fmla="*/ 475951 w 2465559"/>
                <a:gd name="connsiteY41-9532" fmla="*/ 516760 h 4892818"/>
                <a:gd name="connsiteX42-9533" fmla="*/ 616105 w 2465559"/>
                <a:gd name="connsiteY42-9534" fmla="*/ 724609 h 4892818"/>
                <a:gd name="connsiteX43-9535" fmla="*/ 319712 w 2465559"/>
                <a:gd name="connsiteY43-9536" fmla="*/ 1088309 h 4892818"/>
                <a:gd name="connsiteX44-9537" fmla="*/ 189084 w 2465559"/>
                <a:gd name="connsiteY44-9538" fmla="*/ 852857 h 4892818"/>
                <a:gd name="connsiteX45-9539" fmla="*/ 275879 w 2465559"/>
                <a:gd name="connsiteY45-9540" fmla="*/ 811890 h 4892818"/>
                <a:gd name="connsiteX46-9541" fmla="*/ 355140 w 2465559"/>
                <a:gd name="connsiteY46-9542" fmla="*/ 730733 h 4892818"/>
                <a:gd name="connsiteX47-9543" fmla="*/ 343233 w 2465559"/>
                <a:gd name="connsiteY47-9544" fmla="*/ 530708 h 4892818"/>
                <a:gd name="connsiteX48-9545" fmla="*/ 147388 w 2465559"/>
                <a:gd name="connsiteY48-9546" fmla="*/ 542954 h 4892818"/>
                <a:gd name="connsiteX0-9547" fmla="*/ 147388 w 2465559"/>
                <a:gd name="connsiteY0-9548" fmla="*/ 542954 h 4892818"/>
                <a:gd name="connsiteX1-9549" fmla="*/ 90 w 2465559"/>
                <a:gd name="connsiteY1-9550" fmla="*/ 796679 h 4892818"/>
                <a:gd name="connsiteX2-9551" fmla="*/ 37413 w 2465559"/>
                <a:gd name="connsiteY2-9552" fmla="*/ 973960 h 4892818"/>
                <a:gd name="connsiteX3-9553" fmla="*/ 266304 w 2465559"/>
                <a:gd name="connsiteY3-9554" fmla="*/ 1713265 h 4892818"/>
                <a:gd name="connsiteX4-9555" fmla="*/ 671894 w 2465559"/>
                <a:gd name="connsiteY4-9556" fmla="*/ 1552458 h 4892818"/>
                <a:gd name="connsiteX5-9557" fmla="*/ 961143 w 2465559"/>
                <a:gd name="connsiteY5-9558" fmla="*/ 1720409 h 4892818"/>
                <a:gd name="connsiteX6-9559" fmla="*/ 989135 w 2465559"/>
                <a:gd name="connsiteY6-9560" fmla="*/ 1916352 h 4892818"/>
                <a:gd name="connsiteX7-9561" fmla="*/ 961143 w 2465559"/>
                <a:gd name="connsiteY7-9562" fmla="*/ 2093828 h 4892818"/>
                <a:gd name="connsiteX8-9563" fmla="*/ 515655 w 2465559"/>
                <a:gd name="connsiteY8-9564" fmla="*/ 2903404 h 4892818"/>
                <a:gd name="connsiteX9-9565" fmla="*/ 494613 w 2465559"/>
                <a:gd name="connsiteY9-9566" fmla="*/ 3325275 h 4892818"/>
                <a:gd name="connsiteX10-9567" fmla="*/ 475951 w 2465559"/>
                <a:gd name="connsiteY10-9568" fmla="*/ 4267667 h 4892818"/>
                <a:gd name="connsiteX11-9569" fmla="*/ 401307 w 2465559"/>
                <a:gd name="connsiteY11-9570" fmla="*/ 4771520 h 4892818"/>
                <a:gd name="connsiteX12-9571" fmla="*/ 186703 w 2465559"/>
                <a:gd name="connsiteY12-9572" fmla="*/ 4892818 h 4892818"/>
                <a:gd name="connsiteX13-9573" fmla="*/ 597249 w 2465559"/>
                <a:gd name="connsiteY13-9574" fmla="*/ 4790181 h 4892818"/>
                <a:gd name="connsiteX14-9575" fmla="*/ 849176 w 2465559"/>
                <a:gd name="connsiteY14-9576" fmla="*/ 4463609 h 4892818"/>
                <a:gd name="connsiteX15-9577" fmla="*/ 746539 w 2465559"/>
                <a:gd name="connsiteY15-9578" fmla="*/ 4193022 h 4892818"/>
                <a:gd name="connsiteX16-9579" fmla="*/ 812048 w 2465559"/>
                <a:gd name="connsiteY16-9580" fmla="*/ 3816007 h 4892818"/>
                <a:gd name="connsiteX17-9581" fmla="*/ 867643 w 2465559"/>
                <a:gd name="connsiteY17-9582" fmla="*/ 3120390 h 4892818"/>
                <a:gd name="connsiteX18-9583" fmla="*/ 1365129 w 2465559"/>
                <a:gd name="connsiteY18-9584" fmla="*/ 2671937 h 4892818"/>
                <a:gd name="connsiteX19-9585" fmla="*/ 1495176 w 2465559"/>
                <a:gd name="connsiteY19-9586" fmla="*/ 3437048 h 4892818"/>
                <a:gd name="connsiteX20-9587" fmla="*/ 1175747 w 2465559"/>
                <a:gd name="connsiteY20-9588" fmla="*/ 4186267 h 4892818"/>
                <a:gd name="connsiteX21-9589" fmla="*/ 933151 w 2465559"/>
                <a:gd name="connsiteY21-9590" fmla="*/ 4771520 h 4892818"/>
                <a:gd name="connsiteX22-9591" fmla="*/ 1231731 w 2465559"/>
                <a:gd name="connsiteY22-9592" fmla="*/ 4827503 h 4892818"/>
                <a:gd name="connsiteX23-9593" fmla="*/ 1642278 w 2465559"/>
                <a:gd name="connsiteY23-9594" fmla="*/ 4883487 h 4892818"/>
                <a:gd name="connsiteX24-9595" fmla="*/ 1698262 w 2465559"/>
                <a:gd name="connsiteY24-9596" fmla="*/ 4827503 h 4892818"/>
                <a:gd name="connsiteX25-9597" fmla="*/ 1278384 w 2465559"/>
                <a:gd name="connsiteY25-9598" fmla="*/ 4640891 h 4892818"/>
                <a:gd name="connsiteX26-9599" fmla="*/ 1735584 w 2465559"/>
                <a:gd name="connsiteY26-9600" fmla="*/ 3698499 h 4892818"/>
                <a:gd name="connsiteX27-9601" fmla="*/ 1868399 w 2465559"/>
                <a:gd name="connsiteY27-9602" fmla="*/ 3372511 h 4892818"/>
                <a:gd name="connsiteX28-9603" fmla="*/ 1971036 w 2465559"/>
                <a:gd name="connsiteY28-9604" fmla="*/ 2205796 h 4892818"/>
                <a:gd name="connsiteX29-9605" fmla="*/ 1959519 w 2465559"/>
                <a:gd name="connsiteY29-9606" fmla="*/ 1972336 h 4892818"/>
                <a:gd name="connsiteX30-9607" fmla="*/ 2010109 w 2465559"/>
                <a:gd name="connsiteY30-9608" fmla="*/ 1807058 h 4892818"/>
                <a:gd name="connsiteX31-9609" fmla="*/ 2103414 w 2465559"/>
                <a:gd name="connsiteY31-9610" fmla="*/ 1648584 h 4892818"/>
                <a:gd name="connsiteX32-9611" fmla="*/ 2324434 w 2465559"/>
                <a:gd name="connsiteY32-9612" fmla="*/ 1337952 h 4892818"/>
                <a:gd name="connsiteX33-9613" fmla="*/ 2465559 w 2465559"/>
                <a:gd name="connsiteY33-9614" fmla="*/ 1020807 h 4892818"/>
                <a:gd name="connsiteX34-9615" fmla="*/ 1938671 w 2465559"/>
                <a:gd name="connsiteY34-9616" fmla="*/ 589607 h 4892818"/>
                <a:gd name="connsiteX35-9617" fmla="*/ 1476708 w 2465559"/>
                <a:gd name="connsiteY35-9618" fmla="*/ 444983 h 4892818"/>
                <a:gd name="connsiteX36-9619" fmla="*/ 1272504 w 2465559"/>
                <a:gd name="connsiteY36-9620" fmla="*/ 409167 h 4892818"/>
                <a:gd name="connsiteX37-9621" fmla="*/ 1054449 w 2465559"/>
                <a:gd name="connsiteY37-9622" fmla="*/ 451446 h 4892818"/>
                <a:gd name="connsiteX38-9623" fmla="*/ 1035399 w 2465559"/>
                <a:gd name="connsiteY38-9624" fmla="*/ 263036 h 4892818"/>
                <a:gd name="connsiteX39-9625" fmla="*/ 869490 w 2465559"/>
                <a:gd name="connsiteY39-9626" fmla="*/ 71127 h 4892818"/>
                <a:gd name="connsiteX40-9627" fmla="*/ 597249 w 2465559"/>
                <a:gd name="connsiteY40-9628" fmla="*/ 12907 h 4892818"/>
                <a:gd name="connsiteX41-9629" fmla="*/ 475951 w 2465559"/>
                <a:gd name="connsiteY41-9630" fmla="*/ 516760 h 4892818"/>
                <a:gd name="connsiteX42-9631" fmla="*/ 616105 w 2465559"/>
                <a:gd name="connsiteY42-9632" fmla="*/ 724609 h 4892818"/>
                <a:gd name="connsiteX43-9633" fmla="*/ 319712 w 2465559"/>
                <a:gd name="connsiteY43-9634" fmla="*/ 1088309 h 4892818"/>
                <a:gd name="connsiteX44-9635" fmla="*/ 189084 w 2465559"/>
                <a:gd name="connsiteY44-9636" fmla="*/ 852857 h 4892818"/>
                <a:gd name="connsiteX45-9637" fmla="*/ 275879 w 2465559"/>
                <a:gd name="connsiteY45-9638" fmla="*/ 811890 h 4892818"/>
                <a:gd name="connsiteX46-9639" fmla="*/ 355140 w 2465559"/>
                <a:gd name="connsiteY46-9640" fmla="*/ 730733 h 4892818"/>
                <a:gd name="connsiteX47-9641" fmla="*/ 343233 w 2465559"/>
                <a:gd name="connsiteY47-9642" fmla="*/ 530708 h 4892818"/>
                <a:gd name="connsiteX48-9643" fmla="*/ 147388 w 2465559"/>
                <a:gd name="connsiteY48-9644" fmla="*/ 542954 h 4892818"/>
                <a:gd name="connsiteX0-9645" fmla="*/ 147388 w 2465559"/>
                <a:gd name="connsiteY0-9646" fmla="*/ 542954 h 4892818"/>
                <a:gd name="connsiteX1-9647" fmla="*/ 90 w 2465559"/>
                <a:gd name="connsiteY1-9648" fmla="*/ 796679 h 4892818"/>
                <a:gd name="connsiteX2-9649" fmla="*/ 37413 w 2465559"/>
                <a:gd name="connsiteY2-9650" fmla="*/ 973960 h 4892818"/>
                <a:gd name="connsiteX3-9651" fmla="*/ 266304 w 2465559"/>
                <a:gd name="connsiteY3-9652" fmla="*/ 1713265 h 4892818"/>
                <a:gd name="connsiteX4-9653" fmla="*/ 671894 w 2465559"/>
                <a:gd name="connsiteY4-9654" fmla="*/ 1552458 h 4892818"/>
                <a:gd name="connsiteX5-9655" fmla="*/ 961143 w 2465559"/>
                <a:gd name="connsiteY5-9656" fmla="*/ 1720409 h 4892818"/>
                <a:gd name="connsiteX6-9657" fmla="*/ 989135 w 2465559"/>
                <a:gd name="connsiteY6-9658" fmla="*/ 1916352 h 4892818"/>
                <a:gd name="connsiteX7-9659" fmla="*/ 961143 w 2465559"/>
                <a:gd name="connsiteY7-9660" fmla="*/ 2093828 h 4892818"/>
                <a:gd name="connsiteX8-9661" fmla="*/ 515655 w 2465559"/>
                <a:gd name="connsiteY8-9662" fmla="*/ 2903404 h 4892818"/>
                <a:gd name="connsiteX9-9663" fmla="*/ 494613 w 2465559"/>
                <a:gd name="connsiteY9-9664" fmla="*/ 3325275 h 4892818"/>
                <a:gd name="connsiteX10-9665" fmla="*/ 475951 w 2465559"/>
                <a:gd name="connsiteY10-9666" fmla="*/ 4267667 h 4892818"/>
                <a:gd name="connsiteX11-9667" fmla="*/ 401307 w 2465559"/>
                <a:gd name="connsiteY11-9668" fmla="*/ 4771520 h 4892818"/>
                <a:gd name="connsiteX12-9669" fmla="*/ 186703 w 2465559"/>
                <a:gd name="connsiteY12-9670" fmla="*/ 4892818 h 4892818"/>
                <a:gd name="connsiteX13-9671" fmla="*/ 597249 w 2465559"/>
                <a:gd name="connsiteY13-9672" fmla="*/ 4790181 h 4892818"/>
                <a:gd name="connsiteX14-9673" fmla="*/ 849176 w 2465559"/>
                <a:gd name="connsiteY14-9674" fmla="*/ 4463609 h 4892818"/>
                <a:gd name="connsiteX15-9675" fmla="*/ 746539 w 2465559"/>
                <a:gd name="connsiteY15-9676" fmla="*/ 4193022 h 4892818"/>
                <a:gd name="connsiteX16-9677" fmla="*/ 812048 w 2465559"/>
                <a:gd name="connsiteY16-9678" fmla="*/ 3816007 h 4892818"/>
                <a:gd name="connsiteX17-9679" fmla="*/ 867643 w 2465559"/>
                <a:gd name="connsiteY17-9680" fmla="*/ 3120390 h 4892818"/>
                <a:gd name="connsiteX18-9681" fmla="*/ 1365129 w 2465559"/>
                <a:gd name="connsiteY18-9682" fmla="*/ 2671937 h 4892818"/>
                <a:gd name="connsiteX19-9683" fmla="*/ 1495176 w 2465559"/>
                <a:gd name="connsiteY19-9684" fmla="*/ 3437048 h 4892818"/>
                <a:gd name="connsiteX20-9685" fmla="*/ 1175747 w 2465559"/>
                <a:gd name="connsiteY20-9686" fmla="*/ 4186267 h 4892818"/>
                <a:gd name="connsiteX21-9687" fmla="*/ 933151 w 2465559"/>
                <a:gd name="connsiteY21-9688" fmla="*/ 4771520 h 4892818"/>
                <a:gd name="connsiteX22-9689" fmla="*/ 1231731 w 2465559"/>
                <a:gd name="connsiteY22-9690" fmla="*/ 4827503 h 4892818"/>
                <a:gd name="connsiteX23-9691" fmla="*/ 1642278 w 2465559"/>
                <a:gd name="connsiteY23-9692" fmla="*/ 4883487 h 4892818"/>
                <a:gd name="connsiteX24-9693" fmla="*/ 1698262 w 2465559"/>
                <a:gd name="connsiteY24-9694" fmla="*/ 4827503 h 4892818"/>
                <a:gd name="connsiteX25-9695" fmla="*/ 1278384 w 2465559"/>
                <a:gd name="connsiteY25-9696" fmla="*/ 4640891 h 4892818"/>
                <a:gd name="connsiteX26-9697" fmla="*/ 1735584 w 2465559"/>
                <a:gd name="connsiteY26-9698" fmla="*/ 3698499 h 4892818"/>
                <a:gd name="connsiteX27-9699" fmla="*/ 1868399 w 2465559"/>
                <a:gd name="connsiteY27-9700" fmla="*/ 3372511 h 4892818"/>
                <a:gd name="connsiteX28-9701" fmla="*/ 1971036 w 2465559"/>
                <a:gd name="connsiteY28-9702" fmla="*/ 2205796 h 4892818"/>
                <a:gd name="connsiteX29-9703" fmla="*/ 1959519 w 2465559"/>
                <a:gd name="connsiteY29-9704" fmla="*/ 1972336 h 4892818"/>
                <a:gd name="connsiteX30-9705" fmla="*/ 2010109 w 2465559"/>
                <a:gd name="connsiteY30-9706" fmla="*/ 1807058 h 4892818"/>
                <a:gd name="connsiteX31-9707" fmla="*/ 2103414 w 2465559"/>
                <a:gd name="connsiteY31-9708" fmla="*/ 1648584 h 4892818"/>
                <a:gd name="connsiteX32-9709" fmla="*/ 2324434 w 2465559"/>
                <a:gd name="connsiteY32-9710" fmla="*/ 1337952 h 4892818"/>
                <a:gd name="connsiteX33-9711" fmla="*/ 2465559 w 2465559"/>
                <a:gd name="connsiteY33-9712" fmla="*/ 1020807 h 4892818"/>
                <a:gd name="connsiteX34-9713" fmla="*/ 1938671 w 2465559"/>
                <a:gd name="connsiteY34-9714" fmla="*/ 589607 h 4892818"/>
                <a:gd name="connsiteX35-9715" fmla="*/ 1476708 w 2465559"/>
                <a:gd name="connsiteY35-9716" fmla="*/ 444983 h 4892818"/>
                <a:gd name="connsiteX36-9717" fmla="*/ 1272504 w 2465559"/>
                <a:gd name="connsiteY36-9718" fmla="*/ 409167 h 4892818"/>
                <a:gd name="connsiteX37-9719" fmla="*/ 1054449 w 2465559"/>
                <a:gd name="connsiteY37-9720" fmla="*/ 451446 h 4892818"/>
                <a:gd name="connsiteX38-9721" fmla="*/ 1035399 w 2465559"/>
                <a:gd name="connsiteY38-9722" fmla="*/ 263036 h 4892818"/>
                <a:gd name="connsiteX39-9723" fmla="*/ 869490 w 2465559"/>
                <a:gd name="connsiteY39-9724" fmla="*/ 71127 h 4892818"/>
                <a:gd name="connsiteX40-9725" fmla="*/ 597249 w 2465559"/>
                <a:gd name="connsiteY40-9726" fmla="*/ 12907 h 4892818"/>
                <a:gd name="connsiteX41-9727" fmla="*/ 475951 w 2465559"/>
                <a:gd name="connsiteY41-9728" fmla="*/ 516760 h 4892818"/>
                <a:gd name="connsiteX42-9729" fmla="*/ 616105 w 2465559"/>
                <a:gd name="connsiteY42-9730" fmla="*/ 724609 h 4892818"/>
                <a:gd name="connsiteX43-9731" fmla="*/ 319712 w 2465559"/>
                <a:gd name="connsiteY43-9732" fmla="*/ 1088309 h 4892818"/>
                <a:gd name="connsiteX44-9733" fmla="*/ 189084 w 2465559"/>
                <a:gd name="connsiteY44-9734" fmla="*/ 852857 h 4892818"/>
                <a:gd name="connsiteX45-9735" fmla="*/ 275879 w 2465559"/>
                <a:gd name="connsiteY45-9736" fmla="*/ 811890 h 4892818"/>
                <a:gd name="connsiteX46-9737" fmla="*/ 355140 w 2465559"/>
                <a:gd name="connsiteY46-9738" fmla="*/ 730733 h 4892818"/>
                <a:gd name="connsiteX47-9739" fmla="*/ 343233 w 2465559"/>
                <a:gd name="connsiteY47-9740" fmla="*/ 530708 h 4892818"/>
                <a:gd name="connsiteX48-9741" fmla="*/ 147388 w 2465559"/>
                <a:gd name="connsiteY48-9742" fmla="*/ 542954 h 4892818"/>
                <a:gd name="connsiteX0-9743" fmla="*/ 147388 w 2465559"/>
                <a:gd name="connsiteY0-9744" fmla="*/ 542954 h 4892818"/>
                <a:gd name="connsiteX1-9745" fmla="*/ 90 w 2465559"/>
                <a:gd name="connsiteY1-9746" fmla="*/ 796679 h 4892818"/>
                <a:gd name="connsiteX2-9747" fmla="*/ 37413 w 2465559"/>
                <a:gd name="connsiteY2-9748" fmla="*/ 973960 h 4892818"/>
                <a:gd name="connsiteX3-9749" fmla="*/ 266304 w 2465559"/>
                <a:gd name="connsiteY3-9750" fmla="*/ 1713265 h 4892818"/>
                <a:gd name="connsiteX4-9751" fmla="*/ 671894 w 2465559"/>
                <a:gd name="connsiteY4-9752" fmla="*/ 1552458 h 4892818"/>
                <a:gd name="connsiteX5-9753" fmla="*/ 961143 w 2465559"/>
                <a:gd name="connsiteY5-9754" fmla="*/ 1720409 h 4892818"/>
                <a:gd name="connsiteX6-9755" fmla="*/ 989135 w 2465559"/>
                <a:gd name="connsiteY6-9756" fmla="*/ 1916352 h 4892818"/>
                <a:gd name="connsiteX7-9757" fmla="*/ 961143 w 2465559"/>
                <a:gd name="connsiteY7-9758" fmla="*/ 2093828 h 4892818"/>
                <a:gd name="connsiteX8-9759" fmla="*/ 515655 w 2465559"/>
                <a:gd name="connsiteY8-9760" fmla="*/ 2903404 h 4892818"/>
                <a:gd name="connsiteX9-9761" fmla="*/ 494613 w 2465559"/>
                <a:gd name="connsiteY9-9762" fmla="*/ 3325275 h 4892818"/>
                <a:gd name="connsiteX10-9763" fmla="*/ 475951 w 2465559"/>
                <a:gd name="connsiteY10-9764" fmla="*/ 4267667 h 4892818"/>
                <a:gd name="connsiteX11-9765" fmla="*/ 401307 w 2465559"/>
                <a:gd name="connsiteY11-9766" fmla="*/ 4771520 h 4892818"/>
                <a:gd name="connsiteX12-9767" fmla="*/ 186703 w 2465559"/>
                <a:gd name="connsiteY12-9768" fmla="*/ 4892818 h 4892818"/>
                <a:gd name="connsiteX13-9769" fmla="*/ 597249 w 2465559"/>
                <a:gd name="connsiteY13-9770" fmla="*/ 4790181 h 4892818"/>
                <a:gd name="connsiteX14-9771" fmla="*/ 849176 w 2465559"/>
                <a:gd name="connsiteY14-9772" fmla="*/ 4463609 h 4892818"/>
                <a:gd name="connsiteX15-9773" fmla="*/ 746539 w 2465559"/>
                <a:gd name="connsiteY15-9774" fmla="*/ 4193022 h 4892818"/>
                <a:gd name="connsiteX16-9775" fmla="*/ 812048 w 2465559"/>
                <a:gd name="connsiteY16-9776" fmla="*/ 3816007 h 4892818"/>
                <a:gd name="connsiteX17-9777" fmla="*/ 867643 w 2465559"/>
                <a:gd name="connsiteY17-9778" fmla="*/ 3120390 h 4892818"/>
                <a:gd name="connsiteX18-9779" fmla="*/ 1365129 w 2465559"/>
                <a:gd name="connsiteY18-9780" fmla="*/ 2671937 h 4892818"/>
                <a:gd name="connsiteX19-9781" fmla="*/ 1495176 w 2465559"/>
                <a:gd name="connsiteY19-9782" fmla="*/ 3437048 h 4892818"/>
                <a:gd name="connsiteX20-9783" fmla="*/ 1175747 w 2465559"/>
                <a:gd name="connsiteY20-9784" fmla="*/ 4186267 h 4892818"/>
                <a:gd name="connsiteX21-9785" fmla="*/ 933151 w 2465559"/>
                <a:gd name="connsiteY21-9786" fmla="*/ 4771520 h 4892818"/>
                <a:gd name="connsiteX22-9787" fmla="*/ 1231731 w 2465559"/>
                <a:gd name="connsiteY22-9788" fmla="*/ 4827503 h 4892818"/>
                <a:gd name="connsiteX23-9789" fmla="*/ 1642278 w 2465559"/>
                <a:gd name="connsiteY23-9790" fmla="*/ 4883487 h 4892818"/>
                <a:gd name="connsiteX24-9791" fmla="*/ 1698262 w 2465559"/>
                <a:gd name="connsiteY24-9792" fmla="*/ 4827503 h 4892818"/>
                <a:gd name="connsiteX25-9793" fmla="*/ 1278384 w 2465559"/>
                <a:gd name="connsiteY25-9794" fmla="*/ 4640891 h 4892818"/>
                <a:gd name="connsiteX26-9795" fmla="*/ 1735584 w 2465559"/>
                <a:gd name="connsiteY26-9796" fmla="*/ 3698499 h 4892818"/>
                <a:gd name="connsiteX27-9797" fmla="*/ 1868399 w 2465559"/>
                <a:gd name="connsiteY27-9798" fmla="*/ 3372511 h 4892818"/>
                <a:gd name="connsiteX28-9799" fmla="*/ 1971036 w 2465559"/>
                <a:gd name="connsiteY28-9800" fmla="*/ 2205796 h 4892818"/>
                <a:gd name="connsiteX29-9801" fmla="*/ 1959519 w 2465559"/>
                <a:gd name="connsiteY29-9802" fmla="*/ 1972336 h 4892818"/>
                <a:gd name="connsiteX30-9803" fmla="*/ 2010109 w 2465559"/>
                <a:gd name="connsiteY30-9804" fmla="*/ 1807058 h 4892818"/>
                <a:gd name="connsiteX31-9805" fmla="*/ 2103414 w 2465559"/>
                <a:gd name="connsiteY31-9806" fmla="*/ 1648584 h 4892818"/>
                <a:gd name="connsiteX32-9807" fmla="*/ 2324434 w 2465559"/>
                <a:gd name="connsiteY32-9808" fmla="*/ 1337952 h 4892818"/>
                <a:gd name="connsiteX33-9809" fmla="*/ 2465559 w 2465559"/>
                <a:gd name="connsiteY33-9810" fmla="*/ 1020807 h 4892818"/>
                <a:gd name="connsiteX34-9811" fmla="*/ 1938671 w 2465559"/>
                <a:gd name="connsiteY34-9812" fmla="*/ 589607 h 4892818"/>
                <a:gd name="connsiteX35-9813" fmla="*/ 1476708 w 2465559"/>
                <a:gd name="connsiteY35-9814" fmla="*/ 444983 h 4892818"/>
                <a:gd name="connsiteX36-9815" fmla="*/ 1272504 w 2465559"/>
                <a:gd name="connsiteY36-9816" fmla="*/ 409167 h 4892818"/>
                <a:gd name="connsiteX37-9817" fmla="*/ 1054449 w 2465559"/>
                <a:gd name="connsiteY37-9818" fmla="*/ 451446 h 4892818"/>
                <a:gd name="connsiteX38-9819" fmla="*/ 1035399 w 2465559"/>
                <a:gd name="connsiteY38-9820" fmla="*/ 263036 h 4892818"/>
                <a:gd name="connsiteX39-9821" fmla="*/ 869490 w 2465559"/>
                <a:gd name="connsiteY39-9822" fmla="*/ 71127 h 4892818"/>
                <a:gd name="connsiteX40-9823" fmla="*/ 597249 w 2465559"/>
                <a:gd name="connsiteY40-9824" fmla="*/ 12907 h 4892818"/>
                <a:gd name="connsiteX41-9825" fmla="*/ 475951 w 2465559"/>
                <a:gd name="connsiteY41-9826" fmla="*/ 516760 h 4892818"/>
                <a:gd name="connsiteX42-9827" fmla="*/ 616105 w 2465559"/>
                <a:gd name="connsiteY42-9828" fmla="*/ 724609 h 4892818"/>
                <a:gd name="connsiteX43-9829" fmla="*/ 319712 w 2465559"/>
                <a:gd name="connsiteY43-9830" fmla="*/ 1088309 h 4892818"/>
                <a:gd name="connsiteX44-9831" fmla="*/ 189084 w 2465559"/>
                <a:gd name="connsiteY44-9832" fmla="*/ 852857 h 4892818"/>
                <a:gd name="connsiteX45-9833" fmla="*/ 275879 w 2465559"/>
                <a:gd name="connsiteY45-9834" fmla="*/ 811890 h 4892818"/>
                <a:gd name="connsiteX46-9835" fmla="*/ 355140 w 2465559"/>
                <a:gd name="connsiteY46-9836" fmla="*/ 730733 h 4892818"/>
                <a:gd name="connsiteX47-9837" fmla="*/ 343233 w 2465559"/>
                <a:gd name="connsiteY47-9838" fmla="*/ 530708 h 4892818"/>
                <a:gd name="connsiteX48-9839" fmla="*/ 147388 w 2465559"/>
                <a:gd name="connsiteY48-9840" fmla="*/ 542954 h 4892818"/>
                <a:gd name="connsiteX0-9841" fmla="*/ 147388 w 2465559"/>
                <a:gd name="connsiteY0-9842" fmla="*/ 542954 h 4892818"/>
                <a:gd name="connsiteX1-9843" fmla="*/ 90 w 2465559"/>
                <a:gd name="connsiteY1-9844" fmla="*/ 796679 h 4892818"/>
                <a:gd name="connsiteX2-9845" fmla="*/ 37413 w 2465559"/>
                <a:gd name="connsiteY2-9846" fmla="*/ 973960 h 4892818"/>
                <a:gd name="connsiteX3-9847" fmla="*/ 266304 w 2465559"/>
                <a:gd name="connsiteY3-9848" fmla="*/ 1713265 h 4892818"/>
                <a:gd name="connsiteX4-9849" fmla="*/ 671894 w 2465559"/>
                <a:gd name="connsiteY4-9850" fmla="*/ 1552458 h 4892818"/>
                <a:gd name="connsiteX5-9851" fmla="*/ 961143 w 2465559"/>
                <a:gd name="connsiteY5-9852" fmla="*/ 1720409 h 4892818"/>
                <a:gd name="connsiteX6-9853" fmla="*/ 989135 w 2465559"/>
                <a:gd name="connsiteY6-9854" fmla="*/ 1916352 h 4892818"/>
                <a:gd name="connsiteX7-9855" fmla="*/ 961143 w 2465559"/>
                <a:gd name="connsiteY7-9856" fmla="*/ 2093828 h 4892818"/>
                <a:gd name="connsiteX8-9857" fmla="*/ 515655 w 2465559"/>
                <a:gd name="connsiteY8-9858" fmla="*/ 2903404 h 4892818"/>
                <a:gd name="connsiteX9-9859" fmla="*/ 494613 w 2465559"/>
                <a:gd name="connsiteY9-9860" fmla="*/ 3325275 h 4892818"/>
                <a:gd name="connsiteX10-9861" fmla="*/ 475951 w 2465559"/>
                <a:gd name="connsiteY10-9862" fmla="*/ 4267667 h 4892818"/>
                <a:gd name="connsiteX11-9863" fmla="*/ 401307 w 2465559"/>
                <a:gd name="connsiteY11-9864" fmla="*/ 4771520 h 4892818"/>
                <a:gd name="connsiteX12-9865" fmla="*/ 186703 w 2465559"/>
                <a:gd name="connsiteY12-9866" fmla="*/ 4892818 h 4892818"/>
                <a:gd name="connsiteX13-9867" fmla="*/ 597249 w 2465559"/>
                <a:gd name="connsiteY13-9868" fmla="*/ 4790181 h 4892818"/>
                <a:gd name="connsiteX14-9869" fmla="*/ 849176 w 2465559"/>
                <a:gd name="connsiteY14-9870" fmla="*/ 4463609 h 4892818"/>
                <a:gd name="connsiteX15-9871" fmla="*/ 746539 w 2465559"/>
                <a:gd name="connsiteY15-9872" fmla="*/ 4193022 h 4892818"/>
                <a:gd name="connsiteX16-9873" fmla="*/ 902535 w 2465559"/>
                <a:gd name="connsiteY16-9874" fmla="*/ 3718376 h 4892818"/>
                <a:gd name="connsiteX17-9875" fmla="*/ 867643 w 2465559"/>
                <a:gd name="connsiteY17-9876" fmla="*/ 3120390 h 4892818"/>
                <a:gd name="connsiteX18-9877" fmla="*/ 1365129 w 2465559"/>
                <a:gd name="connsiteY18-9878" fmla="*/ 2671937 h 4892818"/>
                <a:gd name="connsiteX19-9879" fmla="*/ 1495176 w 2465559"/>
                <a:gd name="connsiteY19-9880" fmla="*/ 3437048 h 4892818"/>
                <a:gd name="connsiteX20-9881" fmla="*/ 1175747 w 2465559"/>
                <a:gd name="connsiteY20-9882" fmla="*/ 4186267 h 4892818"/>
                <a:gd name="connsiteX21-9883" fmla="*/ 933151 w 2465559"/>
                <a:gd name="connsiteY21-9884" fmla="*/ 4771520 h 4892818"/>
                <a:gd name="connsiteX22-9885" fmla="*/ 1231731 w 2465559"/>
                <a:gd name="connsiteY22-9886" fmla="*/ 4827503 h 4892818"/>
                <a:gd name="connsiteX23-9887" fmla="*/ 1642278 w 2465559"/>
                <a:gd name="connsiteY23-9888" fmla="*/ 4883487 h 4892818"/>
                <a:gd name="connsiteX24-9889" fmla="*/ 1698262 w 2465559"/>
                <a:gd name="connsiteY24-9890" fmla="*/ 4827503 h 4892818"/>
                <a:gd name="connsiteX25-9891" fmla="*/ 1278384 w 2465559"/>
                <a:gd name="connsiteY25-9892" fmla="*/ 4640891 h 4892818"/>
                <a:gd name="connsiteX26-9893" fmla="*/ 1735584 w 2465559"/>
                <a:gd name="connsiteY26-9894" fmla="*/ 3698499 h 4892818"/>
                <a:gd name="connsiteX27-9895" fmla="*/ 1868399 w 2465559"/>
                <a:gd name="connsiteY27-9896" fmla="*/ 3372511 h 4892818"/>
                <a:gd name="connsiteX28-9897" fmla="*/ 1971036 w 2465559"/>
                <a:gd name="connsiteY28-9898" fmla="*/ 2205796 h 4892818"/>
                <a:gd name="connsiteX29-9899" fmla="*/ 1959519 w 2465559"/>
                <a:gd name="connsiteY29-9900" fmla="*/ 1972336 h 4892818"/>
                <a:gd name="connsiteX30-9901" fmla="*/ 2010109 w 2465559"/>
                <a:gd name="connsiteY30-9902" fmla="*/ 1807058 h 4892818"/>
                <a:gd name="connsiteX31-9903" fmla="*/ 2103414 w 2465559"/>
                <a:gd name="connsiteY31-9904" fmla="*/ 1648584 h 4892818"/>
                <a:gd name="connsiteX32-9905" fmla="*/ 2324434 w 2465559"/>
                <a:gd name="connsiteY32-9906" fmla="*/ 1337952 h 4892818"/>
                <a:gd name="connsiteX33-9907" fmla="*/ 2465559 w 2465559"/>
                <a:gd name="connsiteY33-9908" fmla="*/ 1020807 h 4892818"/>
                <a:gd name="connsiteX34-9909" fmla="*/ 1938671 w 2465559"/>
                <a:gd name="connsiteY34-9910" fmla="*/ 589607 h 4892818"/>
                <a:gd name="connsiteX35-9911" fmla="*/ 1476708 w 2465559"/>
                <a:gd name="connsiteY35-9912" fmla="*/ 444983 h 4892818"/>
                <a:gd name="connsiteX36-9913" fmla="*/ 1272504 w 2465559"/>
                <a:gd name="connsiteY36-9914" fmla="*/ 409167 h 4892818"/>
                <a:gd name="connsiteX37-9915" fmla="*/ 1054449 w 2465559"/>
                <a:gd name="connsiteY37-9916" fmla="*/ 451446 h 4892818"/>
                <a:gd name="connsiteX38-9917" fmla="*/ 1035399 w 2465559"/>
                <a:gd name="connsiteY38-9918" fmla="*/ 263036 h 4892818"/>
                <a:gd name="connsiteX39-9919" fmla="*/ 869490 w 2465559"/>
                <a:gd name="connsiteY39-9920" fmla="*/ 71127 h 4892818"/>
                <a:gd name="connsiteX40-9921" fmla="*/ 597249 w 2465559"/>
                <a:gd name="connsiteY40-9922" fmla="*/ 12907 h 4892818"/>
                <a:gd name="connsiteX41-9923" fmla="*/ 475951 w 2465559"/>
                <a:gd name="connsiteY41-9924" fmla="*/ 516760 h 4892818"/>
                <a:gd name="connsiteX42-9925" fmla="*/ 616105 w 2465559"/>
                <a:gd name="connsiteY42-9926" fmla="*/ 724609 h 4892818"/>
                <a:gd name="connsiteX43-9927" fmla="*/ 319712 w 2465559"/>
                <a:gd name="connsiteY43-9928" fmla="*/ 1088309 h 4892818"/>
                <a:gd name="connsiteX44-9929" fmla="*/ 189084 w 2465559"/>
                <a:gd name="connsiteY44-9930" fmla="*/ 852857 h 4892818"/>
                <a:gd name="connsiteX45-9931" fmla="*/ 275879 w 2465559"/>
                <a:gd name="connsiteY45-9932" fmla="*/ 811890 h 4892818"/>
                <a:gd name="connsiteX46-9933" fmla="*/ 355140 w 2465559"/>
                <a:gd name="connsiteY46-9934" fmla="*/ 730733 h 4892818"/>
                <a:gd name="connsiteX47-9935" fmla="*/ 343233 w 2465559"/>
                <a:gd name="connsiteY47-9936" fmla="*/ 530708 h 4892818"/>
                <a:gd name="connsiteX48-9937" fmla="*/ 147388 w 2465559"/>
                <a:gd name="connsiteY48-9938" fmla="*/ 542954 h 4892818"/>
                <a:gd name="connsiteX0-9939" fmla="*/ 147388 w 2465559"/>
                <a:gd name="connsiteY0-9940" fmla="*/ 542954 h 4892818"/>
                <a:gd name="connsiteX1-9941" fmla="*/ 90 w 2465559"/>
                <a:gd name="connsiteY1-9942" fmla="*/ 796679 h 4892818"/>
                <a:gd name="connsiteX2-9943" fmla="*/ 37413 w 2465559"/>
                <a:gd name="connsiteY2-9944" fmla="*/ 973960 h 4892818"/>
                <a:gd name="connsiteX3-9945" fmla="*/ 266304 w 2465559"/>
                <a:gd name="connsiteY3-9946" fmla="*/ 1713265 h 4892818"/>
                <a:gd name="connsiteX4-9947" fmla="*/ 671894 w 2465559"/>
                <a:gd name="connsiteY4-9948" fmla="*/ 1552458 h 4892818"/>
                <a:gd name="connsiteX5-9949" fmla="*/ 961143 w 2465559"/>
                <a:gd name="connsiteY5-9950" fmla="*/ 1720409 h 4892818"/>
                <a:gd name="connsiteX6-9951" fmla="*/ 989135 w 2465559"/>
                <a:gd name="connsiteY6-9952" fmla="*/ 1916352 h 4892818"/>
                <a:gd name="connsiteX7-9953" fmla="*/ 961143 w 2465559"/>
                <a:gd name="connsiteY7-9954" fmla="*/ 2093828 h 4892818"/>
                <a:gd name="connsiteX8-9955" fmla="*/ 515655 w 2465559"/>
                <a:gd name="connsiteY8-9956" fmla="*/ 2903404 h 4892818"/>
                <a:gd name="connsiteX9-9957" fmla="*/ 494613 w 2465559"/>
                <a:gd name="connsiteY9-9958" fmla="*/ 3325275 h 4892818"/>
                <a:gd name="connsiteX10-9959" fmla="*/ 475951 w 2465559"/>
                <a:gd name="connsiteY10-9960" fmla="*/ 4267667 h 4892818"/>
                <a:gd name="connsiteX11-9961" fmla="*/ 401307 w 2465559"/>
                <a:gd name="connsiteY11-9962" fmla="*/ 4771520 h 4892818"/>
                <a:gd name="connsiteX12-9963" fmla="*/ 186703 w 2465559"/>
                <a:gd name="connsiteY12-9964" fmla="*/ 4892818 h 4892818"/>
                <a:gd name="connsiteX13-9965" fmla="*/ 597249 w 2465559"/>
                <a:gd name="connsiteY13-9966" fmla="*/ 4790181 h 4892818"/>
                <a:gd name="connsiteX14-9967" fmla="*/ 849176 w 2465559"/>
                <a:gd name="connsiteY14-9968" fmla="*/ 4463609 h 4892818"/>
                <a:gd name="connsiteX15-9969" fmla="*/ 746539 w 2465559"/>
                <a:gd name="connsiteY15-9970" fmla="*/ 4193022 h 4892818"/>
                <a:gd name="connsiteX16-9971" fmla="*/ 902535 w 2465559"/>
                <a:gd name="connsiteY16-9972" fmla="*/ 3718376 h 4892818"/>
                <a:gd name="connsiteX17-9973" fmla="*/ 867643 w 2465559"/>
                <a:gd name="connsiteY17-9974" fmla="*/ 3120390 h 4892818"/>
                <a:gd name="connsiteX18-9975" fmla="*/ 1365129 w 2465559"/>
                <a:gd name="connsiteY18-9976" fmla="*/ 2671937 h 4892818"/>
                <a:gd name="connsiteX19-9977" fmla="*/ 1495176 w 2465559"/>
                <a:gd name="connsiteY19-9978" fmla="*/ 3437048 h 4892818"/>
                <a:gd name="connsiteX20-9979" fmla="*/ 1175747 w 2465559"/>
                <a:gd name="connsiteY20-9980" fmla="*/ 4186267 h 4892818"/>
                <a:gd name="connsiteX21-9981" fmla="*/ 933151 w 2465559"/>
                <a:gd name="connsiteY21-9982" fmla="*/ 4771520 h 4892818"/>
                <a:gd name="connsiteX22-9983" fmla="*/ 1231731 w 2465559"/>
                <a:gd name="connsiteY22-9984" fmla="*/ 4827503 h 4892818"/>
                <a:gd name="connsiteX23-9985" fmla="*/ 1642278 w 2465559"/>
                <a:gd name="connsiteY23-9986" fmla="*/ 4883487 h 4892818"/>
                <a:gd name="connsiteX24-9987" fmla="*/ 1698262 w 2465559"/>
                <a:gd name="connsiteY24-9988" fmla="*/ 4827503 h 4892818"/>
                <a:gd name="connsiteX25-9989" fmla="*/ 1278384 w 2465559"/>
                <a:gd name="connsiteY25-9990" fmla="*/ 4640891 h 4892818"/>
                <a:gd name="connsiteX26-9991" fmla="*/ 1735584 w 2465559"/>
                <a:gd name="connsiteY26-9992" fmla="*/ 3698499 h 4892818"/>
                <a:gd name="connsiteX27-9993" fmla="*/ 1868399 w 2465559"/>
                <a:gd name="connsiteY27-9994" fmla="*/ 3372511 h 4892818"/>
                <a:gd name="connsiteX28-9995" fmla="*/ 1971036 w 2465559"/>
                <a:gd name="connsiteY28-9996" fmla="*/ 2205796 h 4892818"/>
                <a:gd name="connsiteX29-9997" fmla="*/ 1959519 w 2465559"/>
                <a:gd name="connsiteY29-9998" fmla="*/ 1972336 h 4892818"/>
                <a:gd name="connsiteX30-9999" fmla="*/ 2010109 w 2465559"/>
                <a:gd name="connsiteY30-10000" fmla="*/ 1807058 h 4892818"/>
                <a:gd name="connsiteX31-10001" fmla="*/ 2103414 w 2465559"/>
                <a:gd name="connsiteY31-10002" fmla="*/ 1648584 h 4892818"/>
                <a:gd name="connsiteX32-10003" fmla="*/ 2324434 w 2465559"/>
                <a:gd name="connsiteY32-10004" fmla="*/ 1337952 h 4892818"/>
                <a:gd name="connsiteX33-10005" fmla="*/ 2465559 w 2465559"/>
                <a:gd name="connsiteY33-10006" fmla="*/ 1020807 h 4892818"/>
                <a:gd name="connsiteX34-10007" fmla="*/ 1938671 w 2465559"/>
                <a:gd name="connsiteY34-10008" fmla="*/ 589607 h 4892818"/>
                <a:gd name="connsiteX35-10009" fmla="*/ 1476708 w 2465559"/>
                <a:gd name="connsiteY35-10010" fmla="*/ 444983 h 4892818"/>
                <a:gd name="connsiteX36-10011" fmla="*/ 1272504 w 2465559"/>
                <a:gd name="connsiteY36-10012" fmla="*/ 409167 h 4892818"/>
                <a:gd name="connsiteX37-10013" fmla="*/ 1054449 w 2465559"/>
                <a:gd name="connsiteY37-10014" fmla="*/ 451446 h 4892818"/>
                <a:gd name="connsiteX38-10015" fmla="*/ 1035399 w 2465559"/>
                <a:gd name="connsiteY38-10016" fmla="*/ 263036 h 4892818"/>
                <a:gd name="connsiteX39-10017" fmla="*/ 869490 w 2465559"/>
                <a:gd name="connsiteY39-10018" fmla="*/ 71127 h 4892818"/>
                <a:gd name="connsiteX40-10019" fmla="*/ 597249 w 2465559"/>
                <a:gd name="connsiteY40-10020" fmla="*/ 12907 h 4892818"/>
                <a:gd name="connsiteX41-10021" fmla="*/ 475951 w 2465559"/>
                <a:gd name="connsiteY41-10022" fmla="*/ 516760 h 4892818"/>
                <a:gd name="connsiteX42-10023" fmla="*/ 616105 w 2465559"/>
                <a:gd name="connsiteY42-10024" fmla="*/ 724609 h 4892818"/>
                <a:gd name="connsiteX43-10025" fmla="*/ 319712 w 2465559"/>
                <a:gd name="connsiteY43-10026" fmla="*/ 1088309 h 4892818"/>
                <a:gd name="connsiteX44-10027" fmla="*/ 189084 w 2465559"/>
                <a:gd name="connsiteY44-10028" fmla="*/ 852857 h 4892818"/>
                <a:gd name="connsiteX45-10029" fmla="*/ 275879 w 2465559"/>
                <a:gd name="connsiteY45-10030" fmla="*/ 811890 h 4892818"/>
                <a:gd name="connsiteX46-10031" fmla="*/ 355140 w 2465559"/>
                <a:gd name="connsiteY46-10032" fmla="*/ 730733 h 4892818"/>
                <a:gd name="connsiteX47-10033" fmla="*/ 343233 w 2465559"/>
                <a:gd name="connsiteY47-10034" fmla="*/ 530708 h 4892818"/>
                <a:gd name="connsiteX48-10035" fmla="*/ 147388 w 2465559"/>
                <a:gd name="connsiteY48-10036" fmla="*/ 542954 h 4892818"/>
                <a:gd name="connsiteX0-10037" fmla="*/ 147388 w 2465559"/>
                <a:gd name="connsiteY0-10038" fmla="*/ 542954 h 4892818"/>
                <a:gd name="connsiteX1-10039" fmla="*/ 90 w 2465559"/>
                <a:gd name="connsiteY1-10040" fmla="*/ 796679 h 4892818"/>
                <a:gd name="connsiteX2-10041" fmla="*/ 37413 w 2465559"/>
                <a:gd name="connsiteY2-10042" fmla="*/ 973960 h 4892818"/>
                <a:gd name="connsiteX3-10043" fmla="*/ 266304 w 2465559"/>
                <a:gd name="connsiteY3-10044" fmla="*/ 1713265 h 4892818"/>
                <a:gd name="connsiteX4-10045" fmla="*/ 671894 w 2465559"/>
                <a:gd name="connsiteY4-10046" fmla="*/ 1552458 h 4892818"/>
                <a:gd name="connsiteX5-10047" fmla="*/ 961143 w 2465559"/>
                <a:gd name="connsiteY5-10048" fmla="*/ 1720409 h 4892818"/>
                <a:gd name="connsiteX6-10049" fmla="*/ 989135 w 2465559"/>
                <a:gd name="connsiteY6-10050" fmla="*/ 1916352 h 4892818"/>
                <a:gd name="connsiteX7-10051" fmla="*/ 961143 w 2465559"/>
                <a:gd name="connsiteY7-10052" fmla="*/ 2093828 h 4892818"/>
                <a:gd name="connsiteX8-10053" fmla="*/ 515655 w 2465559"/>
                <a:gd name="connsiteY8-10054" fmla="*/ 2903404 h 4892818"/>
                <a:gd name="connsiteX9-10055" fmla="*/ 494613 w 2465559"/>
                <a:gd name="connsiteY9-10056" fmla="*/ 3325275 h 4892818"/>
                <a:gd name="connsiteX10-10057" fmla="*/ 475951 w 2465559"/>
                <a:gd name="connsiteY10-10058" fmla="*/ 4267667 h 4892818"/>
                <a:gd name="connsiteX11-10059" fmla="*/ 401307 w 2465559"/>
                <a:gd name="connsiteY11-10060" fmla="*/ 4771520 h 4892818"/>
                <a:gd name="connsiteX12-10061" fmla="*/ 186703 w 2465559"/>
                <a:gd name="connsiteY12-10062" fmla="*/ 4892818 h 4892818"/>
                <a:gd name="connsiteX13-10063" fmla="*/ 597249 w 2465559"/>
                <a:gd name="connsiteY13-10064" fmla="*/ 4790181 h 4892818"/>
                <a:gd name="connsiteX14-10065" fmla="*/ 849176 w 2465559"/>
                <a:gd name="connsiteY14-10066" fmla="*/ 4463609 h 4892818"/>
                <a:gd name="connsiteX15-10067" fmla="*/ 746539 w 2465559"/>
                <a:gd name="connsiteY15-10068" fmla="*/ 4193022 h 4892818"/>
                <a:gd name="connsiteX16-10069" fmla="*/ 902535 w 2465559"/>
                <a:gd name="connsiteY16-10070" fmla="*/ 3718376 h 4892818"/>
                <a:gd name="connsiteX17-10071" fmla="*/ 867643 w 2465559"/>
                <a:gd name="connsiteY17-10072" fmla="*/ 3120390 h 4892818"/>
                <a:gd name="connsiteX18-10073" fmla="*/ 1365129 w 2465559"/>
                <a:gd name="connsiteY18-10074" fmla="*/ 2671937 h 4892818"/>
                <a:gd name="connsiteX19-10075" fmla="*/ 1495176 w 2465559"/>
                <a:gd name="connsiteY19-10076" fmla="*/ 3437048 h 4892818"/>
                <a:gd name="connsiteX20-10077" fmla="*/ 1175747 w 2465559"/>
                <a:gd name="connsiteY20-10078" fmla="*/ 4186267 h 4892818"/>
                <a:gd name="connsiteX21-10079" fmla="*/ 933151 w 2465559"/>
                <a:gd name="connsiteY21-10080" fmla="*/ 4771520 h 4892818"/>
                <a:gd name="connsiteX22-10081" fmla="*/ 1231731 w 2465559"/>
                <a:gd name="connsiteY22-10082" fmla="*/ 4827503 h 4892818"/>
                <a:gd name="connsiteX23-10083" fmla="*/ 1642278 w 2465559"/>
                <a:gd name="connsiteY23-10084" fmla="*/ 4883487 h 4892818"/>
                <a:gd name="connsiteX24-10085" fmla="*/ 1698262 w 2465559"/>
                <a:gd name="connsiteY24-10086" fmla="*/ 4827503 h 4892818"/>
                <a:gd name="connsiteX25-10087" fmla="*/ 1278384 w 2465559"/>
                <a:gd name="connsiteY25-10088" fmla="*/ 4640891 h 4892818"/>
                <a:gd name="connsiteX26-10089" fmla="*/ 1735584 w 2465559"/>
                <a:gd name="connsiteY26-10090" fmla="*/ 3698499 h 4892818"/>
                <a:gd name="connsiteX27-10091" fmla="*/ 1868399 w 2465559"/>
                <a:gd name="connsiteY27-10092" fmla="*/ 3372511 h 4892818"/>
                <a:gd name="connsiteX28-10093" fmla="*/ 1971036 w 2465559"/>
                <a:gd name="connsiteY28-10094" fmla="*/ 2205796 h 4892818"/>
                <a:gd name="connsiteX29-10095" fmla="*/ 1959519 w 2465559"/>
                <a:gd name="connsiteY29-10096" fmla="*/ 1972336 h 4892818"/>
                <a:gd name="connsiteX30-10097" fmla="*/ 2010109 w 2465559"/>
                <a:gd name="connsiteY30-10098" fmla="*/ 1807058 h 4892818"/>
                <a:gd name="connsiteX31-10099" fmla="*/ 2103414 w 2465559"/>
                <a:gd name="connsiteY31-10100" fmla="*/ 1648584 h 4892818"/>
                <a:gd name="connsiteX32-10101" fmla="*/ 2324434 w 2465559"/>
                <a:gd name="connsiteY32-10102" fmla="*/ 1337952 h 4892818"/>
                <a:gd name="connsiteX33-10103" fmla="*/ 2465559 w 2465559"/>
                <a:gd name="connsiteY33-10104" fmla="*/ 1020807 h 4892818"/>
                <a:gd name="connsiteX34-10105" fmla="*/ 1938671 w 2465559"/>
                <a:gd name="connsiteY34-10106" fmla="*/ 589607 h 4892818"/>
                <a:gd name="connsiteX35-10107" fmla="*/ 1476708 w 2465559"/>
                <a:gd name="connsiteY35-10108" fmla="*/ 444983 h 4892818"/>
                <a:gd name="connsiteX36-10109" fmla="*/ 1272504 w 2465559"/>
                <a:gd name="connsiteY36-10110" fmla="*/ 409167 h 4892818"/>
                <a:gd name="connsiteX37-10111" fmla="*/ 1054449 w 2465559"/>
                <a:gd name="connsiteY37-10112" fmla="*/ 451446 h 4892818"/>
                <a:gd name="connsiteX38-10113" fmla="*/ 1035399 w 2465559"/>
                <a:gd name="connsiteY38-10114" fmla="*/ 263036 h 4892818"/>
                <a:gd name="connsiteX39-10115" fmla="*/ 869490 w 2465559"/>
                <a:gd name="connsiteY39-10116" fmla="*/ 71127 h 4892818"/>
                <a:gd name="connsiteX40-10117" fmla="*/ 597249 w 2465559"/>
                <a:gd name="connsiteY40-10118" fmla="*/ 12907 h 4892818"/>
                <a:gd name="connsiteX41-10119" fmla="*/ 475951 w 2465559"/>
                <a:gd name="connsiteY41-10120" fmla="*/ 516760 h 4892818"/>
                <a:gd name="connsiteX42-10121" fmla="*/ 616105 w 2465559"/>
                <a:gd name="connsiteY42-10122" fmla="*/ 724609 h 4892818"/>
                <a:gd name="connsiteX43-10123" fmla="*/ 319712 w 2465559"/>
                <a:gd name="connsiteY43-10124" fmla="*/ 1088309 h 4892818"/>
                <a:gd name="connsiteX44-10125" fmla="*/ 189084 w 2465559"/>
                <a:gd name="connsiteY44-10126" fmla="*/ 852857 h 4892818"/>
                <a:gd name="connsiteX45-10127" fmla="*/ 275879 w 2465559"/>
                <a:gd name="connsiteY45-10128" fmla="*/ 811890 h 4892818"/>
                <a:gd name="connsiteX46-10129" fmla="*/ 355140 w 2465559"/>
                <a:gd name="connsiteY46-10130" fmla="*/ 730733 h 4892818"/>
                <a:gd name="connsiteX47-10131" fmla="*/ 343233 w 2465559"/>
                <a:gd name="connsiteY47-10132" fmla="*/ 530708 h 4892818"/>
                <a:gd name="connsiteX48-10133" fmla="*/ 147388 w 2465559"/>
                <a:gd name="connsiteY48-10134" fmla="*/ 542954 h 4892818"/>
                <a:gd name="connsiteX0-10135" fmla="*/ 147388 w 2465559"/>
                <a:gd name="connsiteY0-10136" fmla="*/ 542954 h 4892818"/>
                <a:gd name="connsiteX1-10137" fmla="*/ 90 w 2465559"/>
                <a:gd name="connsiteY1-10138" fmla="*/ 796679 h 4892818"/>
                <a:gd name="connsiteX2-10139" fmla="*/ 37413 w 2465559"/>
                <a:gd name="connsiteY2-10140" fmla="*/ 973960 h 4892818"/>
                <a:gd name="connsiteX3-10141" fmla="*/ 266304 w 2465559"/>
                <a:gd name="connsiteY3-10142" fmla="*/ 1713265 h 4892818"/>
                <a:gd name="connsiteX4-10143" fmla="*/ 671894 w 2465559"/>
                <a:gd name="connsiteY4-10144" fmla="*/ 1552458 h 4892818"/>
                <a:gd name="connsiteX5-10145" fmla="*/ 961143 w 2465559"/>
                <a:gd name="connsiteY5-10146" fmla="*/ 1720409 h 4892818"/>
                <a:gd name="connsiteX6-10147" fmla="*/ 989135 w 2465559"/>
                <a:gd name="connsiteY6-10148" fmla="*/ 1916352 h 4892818"/>
                <a:gd name="connsiteX7-10149" fmla="*/ 961143 w 2465559"/>
                <a:gd name="connsiteY7-10150" fmla="*/ 2093828 h 4892818"/>
                <a:gd name="connsiteX8-10151" fmla="*/ 515655 w 2465559"/>
                <a:gd name="connsiteY8-10152" fmla="*/ 2903404 h 4892818"/>
                <a:gd name="connsiteX9-10153" fmla="*/ 494613 w 2465559"/>
                <a:gd name="connsiteY9-10154" fmla="*/ 3325275 h 4892818"/>
                <a:gd name="connsiteX10-10155" fmla="*/ 475951 w 2465559"/>
                <a:gd name="connsiteY10-10156" fmla="*/ 4267667 h 4892818"/>
                <a:gd name="connsiteX11-10157" fmla="*/ 401307 w 2465559"/>
                <a:gd name="connsiteY11-10158" fmla="*/ 4771520 h 4892818"/>
                <a:gd name="connsiteX12-10159" fmla="*/ 186703 w 2465559"/>
                <a:gd name="connsiteY12-10160" fmla="*/ 4892818 h 4892818"/>
                <a:gd name="connsiteX13-10161" fmla="*/ 597249 w 2465559"/>
                <a:gd name="connsiteY13-10162" fmla="*/ 4790181 h 4892818"/>
                <a:gd name="connsiteX14-10163" fmla="*/ 849176 w 2465559"/>
                <a:gd name="connsiteY14-10164" fmla="*/ 4463609 h 4892818"/>
                <a:gd name="connsiteX15-10165" fmla="*/ 746539 w 2465559"/>
                <a:gd name="connsiteY15-10166" fmla="*/ 4193022 h 4892818"/>
                <a:gd name="connsiteX16-10167" fmla="*/ 902535 w 2465559"/>
                <a:gd name="connsiteY16-10168" fmla="*/ 3718376 h 4892818"/>
                <a:gd name="connsiteX17-10169" fmla="*/ 867643 w 2465559"/>
                <a:gd name="connsiteY17-10170" fmla="*/ 3120390 h 4892818"/>
                <a:gd name="connsiteX18-10171" fmla="*/ 1365129 w 2465559"/>
                <a:gd name="connsiteY18-10172" fmla="*/ 2671937 h 4892818"/>
                <a:gd name="connsiteX19-10173" fmla="*/ 1495176 w 2465559"/>
                <a:gd name="connsiteY19-10174" fmla="*/ 3437048 h 4892818"/>
                <a:gd name="connsiteX20-10175" fmla="*/ 1175747 w 2465559"/>
                <a:gd name="connsiteY20-10176" fmla="*/ 4186267 h 4892818"/>
                <a:gd name="connsiteX21-10177" fmla="*/ 933151 w 2465559"/>
                <a:gd name="connsiteY21-10178" fmla="*/ 4771520 h 4892818"/>
                <a:gd name="connsiteX22-10179" fmla="*/ 1231731 w 2465559"/>
                <a:gd name="connsiteY22-10180" fmla="*/ 4827503 h 4892818"/>
                <a:gd name="connsiteX23-10181" fmla="*/ 1642278 w 2465559"/>
                <a:gd name="connsiteY23-10182" fmla="*/ 4883487 h 4892818"/>
                <a:gd name="connsiteX24-10183" fmla="*/ 1698262 w 2465559"/>
                <a:gd name="connsiteY24-10184" fmla="*/ 4827503 h 4892818"/>
                <a:gd name="connsiteX25-10185" fmla="*/ 1278384 w 2465559"/>
                <a:gd name="connsiteY25-10186" fmla="*/ 4640891 h 4892818"/>
                <a:gd name="connsiteX26-10187" fmla="*/ 1735584 w 2465559"/>
                <a:gd name="connsiteY26-10188" fmla="*/ 3698499 h 4892818"/>
                <a:gd name="connsiteX27-10189" fmla="*/ 1868399 w 2465559"/>
                <a:gd name="connsiteY27-10190" fmla="*/ 3372511 h 4892818"/>
                <a:gd name="connsiteX28-10191" fmla="*/ 1971036 w 2465559"/>
                <a:gd name="connsiteY28-10192" fmla="*/ 2205796 h 4892818"/>
                <a:gd name="connsiteX29-10193" fmla="*/ 1959519 w 2465559"/>
                <a:gd name="connsiteY29-10194" fmla="*/ 1972336 h 4892818"/>
                <a:gd name="connsiteX30-10195" fmla="*/ 2010109 w 2465559"/>
                <a:gd name="connsiteY30-10196" fmla="*/ 1807058 h 4892818"/>
                <a:gd name="connsiteX31-10197" fmla="*/ 2103414 w 2465559"/>
                <a:gd name="connsiteY31-10198" fmla="*/ 1648584 h 4892818"/>
                <a:gd name="connsiteX32-10199" fmla="*/ 2324434 w 2465559"/>
                <a:gd name="connsiteY32-10200" fmla="*/ 1337952 h 4892818"/>
                <a:gd name="connsiteX33-10201" fmla="*/ 2465559 w 2465559"/>
                <a:gd name="connsiteY33-10202" fmla="*/ 1020807 h 4892818"/>
                <a:gd name="connsiteX34-10203" fmla="*/ 1938671 w 2465559"/>
                <a:gd name="connsiteY34-10204" fmla="*/ 589607 h 4892818"/>
                <a:gd name="connsiteX35-10205" fmla="*/ 1476708 w 2465559"/>
                <a:gd name="connsiteY35-10206" fmla="*/ 444983 h 4892818"/>
                <a:gd name="connsiteX36-10207" fmla="*/ 1272504 w 2465559"/>
                <a:gd name="connsiteY36-10208" fmla="*/ 409167 h 4892818"/>
                <a:gd name="connsiteX37-10209" fmla="*/ 1054449 w 2465559"/>
                <a:gd name="connsiteY37-10210" fmla="*/ 451446 h 4892818"/>
                <a:gd name="connsiteX38-10211" fmla="*/ 1035399 w 2465559"/>
                <a:gd name="connsiteY38-10212" fmla="*/ 263036 h 4892818"/>
                <a:gd name="connsiteX39-10213" fmla="*/ 869490 w 2465559"/>
                <a:gd name="connsiteY39-10214" fmla="*/ 71127 h 4892818"/>
                <a:gd name="connsiteX40-10215" fmla="*/ 597249 w 2465559"/>
                <a:gd name="connsiteY40-10216" fmla="*/ 12907 h 4892818"/>
                <a:gd name="connsiteX41-10217" fmla="*/ 475951 w 2465559"/>
                <a:gd name="connsiteY41-10218" fmla="*/ 516760 h 4892818"/>
                <a:gd name="connsiteX42-10219" fmla="*/ 616105 w 2465559"/>
                <a:gd name="connsiteY42-10220" fmla="*/ 724609 h 4892818"/>
                <a:gd name="connsiteX43-10221" fmla="*/ 319712 w 2465559"/>
                <a:gd name="connsiteY43-10222" fmla="*/ 1088309 h 4892818"/>
                <a:gd name="connsiteX44-10223" fmla="*/ 189084 w 2465559"/>
                <a:gd name="connsiteY44-10224" fmla="*/ 852857 h 4892818"/>
                <a:gd name="connsiteX45-10225" fmla="*/ 275879 w 2465559"/>
                <a:gd name="connsiteY45-10226" fmla="*/ 811890 h 4892818"/>
                <a:gd name="connsiteX46-10227" fmla="*/ 355140 w 2465559"/>
                <a:gd name="connsiteY46-10228" fmla="*/ 730733 h 4892818"/>
                <a:gd name="connsiteX47-10229" fmla="*/ 343233 w 2465559"/>
                <a:gd name="connsiteY47-10230" fmla="*/ 530708 h 4892818"/>
                <a:gd name="connsiteX48-10231" fmla="*/ 147388 w 2465559"/>
                <a:gd name="connsiteY48-10232" fmla="*/ 542954 h 4892818"/>
                <a:gd name="connsiteX0-10233" fmla="*/ 147388 w 2465559"/>
                <a:gd name="connsiteY0-10234" fmla="*/ 542954 h 4892818"/>
                <a:gd name="connsiteX1-10235" fmla="*/ 90 w 2465559"/>
                <a:gd name="connsiteY1-10236" fmla="*/ 796679 h 4892818"/>
                <a:gd name="connsiteX2-10237" fmla="*/ 37413 w 2465559"/>
                <a:gd name="connsiteY2-10238" fmla="*/ 973960 h 4892818"/>
                <a:gd name="connsiteX3-10239" fmla="*/ 266304 w 2465559"/>
                <a:gd name="connsiteY3-10240" fmla="*/ 1713265 h 4892818"/>
                <a:gd name="connsiteX4-10241" fmla="*/ 671894 w 2465559"/>
                <a:gd name="connsiteY4-10242" fmla="*/ 1552458 h 4892818"/>
                <a:gd name="connsiteX5-10243" fmla="*/ 961143 w 2465559"/>
                <a:gd name="connsiteY5-10244" fmla="*/ 1720409 h 4892818"/>
                <a:gd name="connsiteX6-10245" fmla="*/ 989135 w 2465559"/>
                <a:gd name="connsiteY6-10246" fmla="*/ 1916352 h 4892818"/>
                <a:gd name="connsiteX7-10247" fmla="*/ 961143 w 2465559"/>
                <a:gd name="connsiteY7-10248" fmla="*/ 2093828 h 4892818"/>
                <a:gd name="connsiteX8-10249" fmla="*/ 515655 w 2465559"/>
                <a:gd name="connsiteY8-10250" fmla="*/ 2903404 h 4892818"/>
                <a:gd name="connsiteX9-10251" fmla="*/ 494613 w 2465559"/>
                <a:gd name="connsiteY9-10252" fmla="*/ 3325275 h 4892818"/>
                <a:gd name="connsiteX10-10253" fmla="*/ 475951 w 2465559"/>
                <a:gd name="connsiteY10-10254" fmla="*/ 4267667 h 4892818"/>
                <a:gd name="connsiteX11-10255" fmla="*/ 401307 w 2465559"/>
                <a:gd name="connsiteY11-10256" fmla="*/ 4771520 h 4892818"/>
                <a:gd name="connsiteX12-10257" fmla="*/ 186703 w 2465559"/>
                <a:gd name="connsiteY12-10258" fmla="*/ 4892818 h 4892818"/>
                <a:gd name="connsiteX13-10259" fmla="*/ 597249 w 2465559"/>
                <a:gd name="connsiteY13-10260" fmla="*/ 4790181 h 4892818"/>
                <a:gd name="connsiteX14-10261" fmla="*/ 849176 w 2465559"/>
                <a:gd name="connsiteY14-10262" fmla="*/ 4463609 h 4892818"/>
                <a:gd name="connsiteX15-10263" fmla="*/ 746539 w 2465559"/>
                <a:gd name="connsiteY15-10264" fmla="*/ 4193022 h 4892818"/>
                <a:gd name="connsiteX16-10265" fmla="*/ 902535 w 2465559"/>
                <a:gd name="connsiteY16-10266" fmla="*/ 3718376 h 4892818"/>
                <a:gd name="connsiteX17-10267" fmla="*/ 867643 w 2465559"/>
                <a:gd name="connsiteY17-10268" fmla="*/ 3120390 h 4892818"/>
                <a:gd name="connsiteX18-10269" fmla="*/ 1365129 w 2465559"/>
                <a:gd name="connsiteY18-10270" fmla="*/ 2671937 h 4892818"/>
                <a:gd name="connsiteX19-10271" fmla="*/ 1495176 w 2465559"/>
                <a:gd name="connsiteY19-10272" fmla="*/ 3437048 h 4892818"/>
                <a:gd name="connsiteX20-10273" fmla="*/ 1175747 w 2465559"/>
                <a:gd name="connsiteY20-10274" fmla="*/ 4186267 h 4892818"/>
                <a:gd name="connsiteX21-10275" fmla="*/ 933151 w 2465559"/>
                <a:gd name="connsiteY21-10276" fmla="*/ 4771520 h 4892818"/>
                <a:gd name="connsiteX22-10277" fmla="*/ 1231731 w 2465559"/>
                <a:gd name="connsiteY22-10278" fmla="*/ 4827503 h 4892818"/>
                <a:gd name="connsiteX23-10279" fmla="*/ 1642278 w 2465559"/>
                <a:gd name="connsiteY23-10280" fmla="*/ 4883487 h 4892818"/>
                <a:gd name="connsiteX24-10281" fmla="*/ 1698262 w 2465559"/>
                <a:gd name="connsiteY24-10282" fmla="*/ 4827503 h 4892818"/>
                <a:gd name="connsiteX25-10283" fmla="*/ 1278384 w 2465559"/>
                <a:gd name="connsiteY25-10284" fmla="*/ 4640891 h 4892818"/>
                <a:gd name="connsiteX26-10285" fmla="*/ 1735584 w 2465559"/>
                <a:gd name="connsiteY26-10286" fmla="*/ 3698499 h 4892818"/>
                <a:gd name="connsiteX27-10287" fmla="*/ 1868399 w 2465559"/>
                <a:gd name="connsiteY27-10288" fmla="*/ 3372511 h 4892818"/>
                <a:gd name="connsiteX28-10289" fmla="*/ 1971036 w 2465559"/>
                <a:gd name="connsiteY28-10290" fmla="*/ 2205796 h 4892818"/>
                <a:gd name="connsiteX29-10291" fmla="*/ 1959519 w 2465559"/>
                <a:gd name="connsiteY29-10292" fmla="*/ 1972336 h 4892818"/>
                <a:gd name="connsiteX30-10293" fmla="*/ 2010109 w 2465559"/>
                <a:gd name="connsiteY30-10294" fmla="*/ 1807058 h 4892818"/>
                <a:gd name="connsiteX31-10295" fmla="*/ 2103414 w 2465559"/>
                <a:gd name="connsiteY31-10296" fmla="*/ 1648584 h 4892818"/>
                <a:gd name="connsiteX32-10297" fmla="*/ 2324434 w 2465559"/>
                <a:gd name="connsiteY32-10298" fmla="*/ 1337952 h 4892818"/>
                <a:gd name="connsiteX33-10299" fmla="*/ 2465559 w 2465559"/>
                <a:gd name="connsiteY33-10300" fmla="*/ 1020807 h 4892818"/>
                <a:gd name="connsiteX34-10301" fmla="*/ 1938671 w 2465559"/>
                <a:gd name="connsiteY34-10302" fmla="*/ 589607 h 4892818"/>
                <a:gd name="connsiteX35-10303" fmla="*/ 1476708 w 2465559"/>
                <a:gd name="connsiteY35-10304" fmla="*/ 444983 h 4892818"/>
                <a:gd name="connsiteX36-10305" fmla="*/ 1272504 w 2465559"/>
                <a:gd name="connsiteY36-10306" fmla="*/ 409167 h 4892818"/>
                <a:gd name="connsiteX37-10307" fmla="*/ 1054449 w 2465559"/>
                <a:gd name="connsiteY37-10308" fmla="*/ 451446 h 4892818"/>
                <a:gd name="connsiteX38-10309" fmla="*/ 1035399 w 2465559"/>
                <a:gd name="connsiteY38-10310" fmla="*/ 263036 h 4892818"/>
                <a:gd name="connsiteX39-10311" fmla="*/ 869490 w 2465559"/>
                <a:gd name="connsiteY39-10312" fmla="*/ 71127 h 4892818"/>
                <a:gd name="connsiteX40-10313" fmla="*/ 597249 w 2465559"/>
                <a:gd name="connsiteY40-10314" fmla="*/ 12907 h 4892818"/>
                <a:gd name="connsiteX41-10315" fmla="*/ 475951 w 2465559"/>
                <a:gd name="connsiteY41-10316" fmla="*/ 516760 h 4892818"/>
                <a:gd name="connsiteX42-10317" fmla="*/ 616105 w 2465559"/>
                <a:gd name="connsiteY42-10318" fmla="*/ 724609 h 4892818"/>
                <a:gd name="connsiteX43-10319" fmla="*/ 319712 w 2465559"/>
                <a:gd name="connsiteY43-10320" fmla="*/ 1088309 h 4892818"/>
                <a:gd name="connsiteX44-10321" fmla="*/ 189084 w 2465559"/>
                <a:gd name="connsiteY44-10322" fmla="*/ 852857 h 4892818"/>
                <a:gd name="connsiteX45-10323" fmla="*/ 275879 w 2465559"/>
                <a:gd name="connsiteY45-10324" fmla="*/ 811890 h 4892818"/>
                <a:gd name="connsiteX46-10325" fmla="*/ 355140 w 2465559"/>
                <a:gd name="connsiteY46-10326" fmla="*/ 730733 h 4892818"/>
                <a:gd name="connsiteX47-10327" fmla="*/ 343233 w 2465559"/>
                <a:gd name="connsiteY47-10328" fmla="*/ 530708 h 4892818"/>
                <a:gd name="connsiteX48-10329" fmla="*/ 147388 w 2465559"/>
                <a:gd name="connsiteY48-10330" fmla="*/ 542954 h 4892818"/>
                <a:gd name="connsiteX0-10331" fmla="*/ 147388 w 2465559"/>
                <a:gd name="connsiteY0-10332" fmla="*/ 542954 h 4892818"/>
                <a:gd name="connsiteX1-10333" fmla="*/ 90 w 2465559"/>
                <a:gd name="connsiteY1-10334" fmla="*/ 796679 h 4892818"/>
                <a:gd name="connsiteX2-10335" fmla="*/ 37413 w 2465559"/>
                <a:gd name="connsiteY2-10336" fmla="*/ 973960 h 4892818"/>
                <a:gd name="connsiteX3-10337" fmla="*/ 266304 w 2465559"/>
                <a:gd name="connsiteY3-10338" fmla="*/ 1713265 h 4892818"/>
                <a:gd name="connsiteX4-10339" fmla="*/ 671894 w 2465559"/>
                <a:gd name="connsiteY4-10340" fmla="*/ 1552458 h 4892818"/>
                <a:gd name="connsiteX5-10341" fmla="*/ 961143 w 2465559"/>
                <a:gd name="connsiteY5-10342" fmla="*/ 1720409 h 4892818"/>
                <a:gd name="connsiteX6-10343" fmla="*/ 989135 w 2465559"/>
                <a:gd name="connsiteY6-10344" fmla="*/ 1916352 h 4892818"/>
                <a:gd name="connsiteX7-10345" fmla="*/ 961143 w 2465559"/>
                <a:gd name="connsiteY7-10346" fmla="*/ 2093828 h 4892818"/>
                <a:gd name="connsiteX8-10347" fmla="*/ 515655 w 2465559"/>
                <a:gd name="connsiteY8-10348" fmla="*/ 2903404 h 4892818"/>
                <a:gd name="connsiteX9-10349" fmla="*/ 494613 w 2465559"/>
                <a:gd name="connsiteY9-10350" fmla="*/ 3325275 h 4892818"/>
                <a:gd name="connsiteX10-10351" fmla="*/ 475951 w 2465559"/>
                <a:gd name="connsiteY10-10352" fmla="*/ 4267667 h 4892818"/>
                <a:gd name="connsiteX11-10353" fmla="*/ 401307 w 2465559"/>
                <a:gd name="connsiteY11-10354" fmla="*/ 4771520 h 4892818"/>
                <a:gd name="connsiteX12-10355" fmla="*/ 186703 w 2465559"/>
                <a:gd name="connsiteY12-10356" fmla="*/ 4892818 h 4892818"/>
                <a:gd name="connsiteX13-10357" fmla="*/ 597249 w 2465559"/>
                <a:gd name="connsiteY13-10358" fmla="*/ 4790181 h 4892818"/>
                <a:gd name="connsiteX14-10359" fmla="*/ 849176 w 2465559"/>
                <a:gd name="connsiteY14-10360" fmla="*/ 4463609 h 4892818"/>
                <a:gd name="connsiteX15-10361" fmla="*/ 753683 w 2465559"/>
                <a:gd name="connsiteY15-10362" fmla="*/ 4304940 h 4892818"/>
                <a:gd name="connsiteX16-10363" fmla="*/ 902535 w 2465559"/>
                <a:gd name="connsiteY16-10364" fmla="*/ 3718376 h 4892818"/>
                <a:gd name="connsiteX17-10365" fmla="*/ 867643 w 2465559"/>
                <a:gd name="connsiteY17-10366" fmla="*/ 3120390 h 4892818"/>
                <a:gd name="connsiteX18-10367" fmla="*/ 1365129 w 2465559"/>
                <a:gd name="connsiteY18-10368" fmla="*/ 2671937 h 4892818"/>
                <a:gd name="connsiteX19-10369" fmla="*/ 1495176 w 2465559"/>
                <a:gd name="connsiteY19-10370" fmla="*/ 3437048 h 4892818"/>
                <a:gd name="connsiteX20-10371" fmla="*/ 1175747 w 2465559"/>
                <a:gd name="connsiteY20-10372" fmla="*/ 4186267 h 4892818"/>
                <a:gd name="connsiteX21-10373" fmla="*/ 933151 w 2465559"/>
                <a:gd name="connsiteY21-10374" fmla="*/ 4771520 h 4892818"/>
                <a:gd name="connsiteX22-10375" fmla="*/ 1231731 w 2465559"/>
                <a:gd name="connsiteY22-10376" fmla="*/ 4827503 h 4892818"/>
                <a:gd name="connsiteX23-10377" fmla="*/ 1642278 w 2465559"/>
                <a:gd name="connsiteY23-10378" fmla="*/ 4883487 h 4892818"/>
                <a:gd name="connsiteX24-10379" fmla="*/ 1698262 w 2465559"/>
                <a:gd name="connsiteY24-10380" fmla="*/ 4827503 h 4892818"/>
                <a:gd name="connsiteX25-10381" fmla="*/ 1278384 w 2465559"/>
                <a:gd name="connsiteY25-10382" fmla="*/ 4640891 h 4892818"/>
                <a:gd name="connsiteX26-10383" fmla="*/ 1735584 w 2465559"/>
                <a:gd name="connsiteY26-10384" fmla="*/ 3698499 h 4892818"/>
                <a:gd name="connsiteX27-10385" fmla="*/ 1868399 w 2465559"/>
                <a:gd name="connsiteY27-10386" fmla="*/ 3372511 h 4892818"/>
                <a:gd name="connsiteX28-10387" fmla="*/ 1971036 w 2465559"/>
                <a:gd name="connsiteY28-10388" fmla="*/ 2205796 h 4892818"/>
                <a:gd name="connsiteX29-10389" fmla="*/ 1959519 w 2465559"/>
                <a:gd name="connsiteY29-10390" fmla="*/ 1972336 h 4892818"/>
                <a:gd name="connsiteX30-10391" fmla="*/ 2010109 w 2465559"/>
                <a:gd name="connsiteY30-10392" fmla="*/ 1807058 h 4892818"/>
                <a:gd name="connsiteX31-10393" fmla="*/ 2103414 w 2465559"/>
                <a:gd name="connsiteY31-10394" fmla="*/ 1648584 h 4892818"/>
                <a:gd name="connsiteX32-10395" fmla="*/ 2324434 w 2465559"/>
                <a:gd name="connsiteY32-10396" fmla="*/ 1337952 h 4892818"/>
                <a:gd name="connsiteX33-10397" fmla="*/ 2465559 w 2465559"/>
                <a:gd name="connsiteY33-10398" fmla="*/ 1020807 h 4892818"/>
                <a:gd name="connsiteX34-10399" fmla="*/ 1938671 w 2465559"/>
                <a:gd name="connsiteY34-10400" fmla="*/ 589607 h 4892818"/>
                <a:gd name="connsiteX35-10401" fmla="*/ 1476708 w 2465559"/>
                <a:gd name="connsiteY35-10402" fmla="*/ 444983 h 4892818"/>
                <a:gd name="connsiteX36-10403" fmla="*/ 1272504 w 2465559"/>
                <a:gd name="connsiteY36-10404" fmla="*/ 409167 h 4892818"/>
                <a:gd name="connsiteX37-10405" fmla="*/ 1054449 w 2465559"/>
                <a:gd name="connsiteY37-10406" fmla="*/ 451446 h 4892818"/>
                <a:gd name="connsiteX38-10407" fmla="*/ 1035399 w 2465559"/>
                <a:gd name="connsiteY38-10408" fmla="*/ 263036 h 4892818"/>
                <a:gd name="connsiteX39-10409" fmla="*/ 869490 w 2465559"/>
                <a:gd name="connsiteY39-10410" fmla="*/ 71127 h 4892818"/>
                <a:gd name="connsiteX40-10411" fmla="*/ 597249 w 2465559"/>
                <a:gd name="connsiteY40-10412" fmla="*/ 12907 h 4892818"/>
                <a:gd name="connsiteX41-10413" fmla="*/ 475951 w 2465559"/>
                <a:gd name="connsiteY41-10414" fmla="*/ 516760 h 4892818"/>
                <a:gd name="connsiteX42-10415" fmla="*/ 616105 w 2465559"/>
                <a:gd name="connsiteY42-10416" fmla="*/ 724609 h 4892818"/>
                <a:gd name="connsiteX43-10417" fmla="*/ 319712 w 2465559"/>
                <a:gd name="connsiteY43-10418" fmla="*/ 1088309 h 4892818"/>
                <a:gd name="connsiteX44-10419" fmla="*/ 189084 w 2465559"/>
                <a:gd name="connsiteY44-10420" fmla="*/ 852857 h 4892818"/>
                <a:gd name="connsiteX45-10421" fmla="*/ 275879 w 2465559"/>
                <a:gd name="connsiteY45-10422" fmla="*/ 811890 h 4892818"/>
                <a:gd name="connsiteX46-10423" fmla="*/ 355140 w 2465559"/>
                <a:gd name="connsiteY46-10424" fmla="*/ 730733 h 4892818"/>
                <a:gd name="connsiteX47-10425" fmla="*/ 343233 w 2465559"/>
                <a:gd name="connsiteY47-10426" fmla="*/ 530708 h 4892818"/>
                <a:gd name="connsiteX48-10427" fmla="*/ 147388 w 2465559"/>
                <a:gd name="connsiteY48-10428" fmla="*/ 542954 h 4892818"/>
                <a:gd name="connsiteX0-10429" fmla="*/ 147388 w 2465559"/>
                <a:gd name="connsiteY0-10430" fmla="*/ 542954 h 4892818"/>
                <a:gd name="connsiteX1-10431" fmla="*/ 90 w 2465559"/>
                <a:gd name="connsiteY1-10432" fmla="*/ 796679 h 4892818"/>
                <a:gd name="connsiteX2-10433" fmla="*/ 37413 w 2465559"/>
                <a:gd name="connsiteY2-10434" fmla="*/ 973960 h 4892818"/>
                <a:gd name="connsiteX3-10435" fmla="*/ 266304 w 2465559"/>
                <a:gd name="connsiteY3-10436" fmla="*/ 1713265 h 4892818"/>
                <a:gd name="connsiteX4-10437" fmla="*/ 671894 w 2465559"/>
                <a:gd name="connsiteY4-10438" fmla="*/ 1552458 h 4892818"/>
                <a:gd name="connsiteX5-10439" fmla="*/ 961143 w 2465559"/>
                <a:gd name="connsiteY5-10440" fmla="*/ 1720409 h 4892818"/>
                <a:gd name="connsiteX6-10441" fmla="*/ 989135 w 2465559"/>
                <a:gd name="connsiteY6-10442" fmla="*/ 1916352 h 4892818"/>
                <a:gd name="connsiteX7-10443" fmla="*/ 961143 w 2465559"/>
                <a:gd name="connsiteY7-10444" fmla="*/ 2093828 h 4892818"/>
                <a:gd name="connsiteX8-10445" fmla="*/ 515655 w 2465559"/>
                <a:gd name="connsiteY8-10446" fmla="*/ 2903404 h 4892818"/>
                <a:gd name="connsiteX9-10447" fmla="*/ 494613 w 2465559"/>
                <a:gd name="connsiteY9-10448" fmla="*/ 3325275 h 4892818"/>
                <a:gd name="connsiteX10-10449" fmla="*/ 475951 w 2465559"/>
                <a:gd name="connsiteY10-10450" fmla="*/ 4267667 h 4892818"/>
                <a:gd name="connsiteX11-10451" fmla="*/ 401307 w 2465559"/>
                <a:gd name="connsiteY11-10452" fmla="*/ 4771520 h 4892818"/>
                <a:gd name="connsiteX12-10453" fmla="*/ 186703 w 2465559"/>
                <a:gd name="connsiteY12-10454" fmla="*/ 4892818 h 4892818"/>
                <a:gd name="connsiteX13-10455" fmla="*/ 597249 w 2465559"/>
                <a:gd name="connsiteY13-10456" fmla="*/ 4790181 h 4892818"/>
                <a:gd name="connsiteX14-10457" fmla="*/ 849176 w 2465559"/>
                <a:gd name="connsiteY14-10458" fmla="*/ 4463609 h 4892818"/>
                <a:gd name="connsiteX15-10459" fmla="*/ 753683 w 2465559"/>
                <a:gd name="connsiteY15-10460" fmla="*/ 4304940 h 4892818"/>
                <a:gd name="connsiteX16-10461" fmla="*/ 902535 w 2465559"/>
                <a:gd name="connsiteY16-10462" fmla="*/ 3718376 h 4892818"/>
                <a:gd name="connsiteX17-10463" fmla="*/ 867643 w 2465559"/>
                <a:gd name="connsiteY17-10464" fmla="*/ 3120390 h 4892818"/>
                <a:gd name="connsiteX18-10465" fmla="*/ 1365129 w 2465559"/>
                <a:gd name="connsiteY18-10466" fmla="*/ 2671937 h 4892818"/>
                <a:gd name="connsiteX19-10467" fmla="*/ 1495176 w 2465559"/>
                <a:gd name="connsiteY19-10468" fmla="*/ 3437048 h 4892818"/>
                <a:gd name="connsiteX20-10469" fmla="*/ 1175747 w 2465559"/>
                <a:gd name="connsiteY20-10470" fmla="*/ 4186267 h 4892818"/>
                <a:gd name="connsiteX21-10471" fmla="*/ 933151 w 2465559"/>
                <a:gd name="connsiteY21-10472" fmla="*/ 4771520 h 4892818"/>
                <a:gd name="connsiteX22-10473" fmla="*/ 1231731 w 2465559"/>
                <a:gd name="connsiteY22-10474" fmla="*/ 4827503 h 4892818"/>
                <a:gd name="connsiteX23-10475" fmla="*/ 1642278 w 2465559"/>
                <a:gd name="connsiteY23-10476" fmla="*/ 4883487 h 4892818"/>
                <a:gd name="connsiteX24-10477" fmla="*/ 1698262 w 2465559"/>
                <a:gd name="connsiteY24-10478" fmla="*/ 4827503 h 4892818"/>
                <a:gd name="connsiteX25-10479" fmla="*/ 1278384 w 2465559"/>
                <a:gd name="connsiteY25-10480" fmla="*/ 4640891 h 4892818"/>
                <a:gd name="connsiteX26-10481" fmla="*/ 1735584 w 2465559"/>
                <a:gd name="connsiteY26-10482" fmla="*/ 3698499 h 4892818"/>
                <a:gd name="connsiteX27-10483" fmla="*/ 1868399 w 2465559"/>
                <a:gd name="connsiteY27-10484" fmla="*/ 3372511 h 4892818"/>
                <a:gd name="connsiteX28-10485" fmla="*/ 1971036 w 2465559"/>
                <a:gd name="connsiteY28-10486" fmla="*/ 2205796 h 4892818"/>
                <a:gd name="connsiteX29-10487" fmla="*/ 1959519 w 2465559"/>
                <a:gd name="connsiteY29-10488" fmla="*/ 1972336 h 4892818"/>
                <a:gd name="connsiteX30-10489" fmla="*/ 2010109 w 2465559"/>
                <a:gd name="connsiteY30-10490" fmla="*/ 1807058 h 4892818"/>
                <a:gd name="connsiteX31-10491" fmla="*/ 2103414 w 2465559"/>
                <a:gd name="connsiteY31-10492" fmla="*/ 1648584 h 4892818"/>
                <a:gd name="connsiteX32-10493" fmla="*/ 2324434 w 2465559"/>
                <a:gd name="connsiteY32-10494" fmla="*/ 1337952 h 4892818"/>
                <a:gd name="connsiteX33-10495" fmla="*/ 2465559 w 2465559"/>
                <a:gd name="connsiteY33-10496" fmla="*/ 1020807 h 4892818"/>
                <a:gd name="connsiteX34-10497" fmla="*/ 1938671 w 2465559"/>
                <a:gd name="connsiteY34-10498" fmla="*/ 589607 h 4892818"/>
                <a:gd name="connsiteX35-10499" fmla="*/ 1476708 w 2465559"/>
                <a:gd name="connsiteY35-10500" fmla="*/ 444983 h 4892818"/>
                <a:gd name="connsiteX36-10501" fmla="*/ 1272504 w 2465559"/>
                <a:gd name="connsiteY36-10502" fmla="*/ 409167 h 4892818"/>
                <a:gd name="connsiteX37-10503" fmla="*/ 1054449 w 2465559"/>
                <a:gd name="connsiteY37-10504" fmla="*/ 451446 h 4892818"/>
                <a:gd name="connsiteX38-10505" fmla="*/ 1035399 w 2465559"/>
                <a:gd name="connsiteY38-10506" fmla="*/ 263036 h 4892818"/>
                <a:gd name="connsiteX39-10507" fmla="*/ 869490 w 2465559"/>
                <a:gd name="connsiteY39-10508" fmla="*/ 71127 h 4892818"/>
                <a:gd name="connsiteX40-10509" fmla="*/ 597249 w 2465559"/>
                <a:gd name="connsiteY40-10510" fmla="*/ 12907 h 4892818"/>
                <a:gd name="connsiteX41-10511" fmla="*/ 475951 w 2465559"/>
                <a:gd name="connsiteY41-10512" fmla="*/ 516760 h 4892818"/>
                <a:gd name="connsiteX42-10513" fmla="*/ 616105 w 2465559"/>
                <a:gd name="connsiteY42-10514" fmla="*/ 724609 h 4892818"/>
                <a:gd name="connsiteX43-10515" fmla="*/ 319712 w 2465559"/>
                <a:gd name="connsiteY43-10516" fmla="*/ 1088309 h 4892818"/>
                <a:gd name="connsiteX44-10517" fmla="*/ 189084 w 2465559"/>
                <a:gd name="connsiteY44-10518" fmla="*/ 852857 h 4892818"/>
                <a:gd name="connsiteX45-10519" fmla="*/ 275879 w 2465559"/>
                <a:gd name="connsiteY45-10520" fmla="*/ 811890 h 4892818"/>
                <a:gd name="connsiteX46-10521" fmla="*/ 355140 w 2465559"/>
                <a:gd name="connsiteY46-10522" fmla="*/ 730733 h 4892818"/>
                <a:gd name="connsiteX47-10523" fmla="*/ 343233 w 2465559"/>
                <a:gd name="connsiteY47-10524" fmla="*/ 530708 h 4892818"/>
                <a:gd name="connsiteX48-10525" fmla="*/ 147388 w 2465559"/>
                <a:gd name="connsiteY48-10526" fmla="*/ 542954 h 4892818"/>
                <a:gd name="connsiteX0-10527" fmla="*/ 147388 w 2465559"/>
                <a:gd name="connsiteY0-10528" fmla="*/ 542954 h 4892818"/>
                <a:gd name="connsiteX1-10529" fmla="*/ 90 w 2465559"/>
                <a:gd name="connsiteY1-10530" fmla="*/ 796679 h 4892818"/>
                <a:gd name="connsiteX2-10531" fmla="*/ 37413 w 2465559"/>
                <a:gd name="connsiteY2-10532" fmla="*/ 973960 h 4892818"/>
                <a:gd name="connsiteX3-10533" fmla="*/ 266304 w 2465559"/>
                <a:gd name="connsiteY3-10534" fmla="*/ 1713265 h 4892818"/>
                <a:gd name="connsiteX4-10535" fmla="*/ 671894 w 2465559"/>
                <a:gd name="connsiteY4-10536" fmla="*/ 1552458 h 4892818"/>
                <a:gd name="connsiteX5-10537" fmla="*/ 961143 w 2465559"/>
                <a:gd name="connsiteY5-10538" fmla="*/ 1720409 h 4892818"/>
                <a:gd name="connsiteX6-10539" fmla="*/ 989135 w 2465559"/>
                <a:gd name="connsiteY6-10540" fmla="*/ 1916352 h 4892818"/>
                <a:gd name="connsiteX7-10541" fmla="*/ 961143 w 2465559"/>
                <a:gd name="connsiteY7-10542" fmla="*/ 2093828 h 4892818"/>
                <a:gd name="connsiteX8-10543" fmla="*/ 515655 w 2465559"/>
                <a:gd name="connsiteY8-10544" fmla="*/ 2903404 h 4892818"/>
                <a:gd name="connsiteX9-10545" fmla="*/ 494613 w 2465559"/>
                <a:gd name="connsiteY9-10546" fmla="*/ 3325275 h 4892818"/>
                <a:gd name="connsiteX10-10547" fmla="*/ 475951 w 2465559"/>
                <a:gd name="connsiteY10-10548" fmla="*/ 4267667 h 4892818"/>
                <a:gd name="connsiteX11-10549" fmla="*/ 401307 w 2465559"/>
                <a:gd name="connsiteY11-10550" fmla="*/ 4771520 h 4892818"/>
                <a:gd name="connsiteX12-10551" fmla="*/ 186703 w 2465559"/>
                <a:gd name="connsiteY12-10552" fmla="*/ 4892818 h 4892818"/>
                <a:gd name="connsiteX13-10553" fmla="*/ 597249 w 2465559"/>
                <a:gd name="connsiteY13-10554" fmla="*/ 4790181 h 4892818"/>
                <a:gd name="connsiteX14-10555" fmla="*/ 849176 w 2465559"/>
                <a:gd name="connsiteY14-10556" fmla="*/ 4463609 h 4892818"/>
                <a:gd name="connsiteX15-10557" fmla="*/ 753683 w 2465559"/>
                <a:gd name="connsiteY15-10558" fmla="*/ 4304940 h 4892818"/>
                <a:gd name="connsiteX16-10559" fmla="*/ 909679 w 2465559"/>
                <a:gd name="connsiteY16-10560" fmla="*/ 3694564 h 4892818"/>
                <a:gd name="connsiteX17-10561" fmla="*/ 867643 w 2465559"/>
                <a:gd name="connsiteY17-10562" fmla="*/ 3120390 h 4892818"/>
                <a:gd name="connsiteX18-10563" fmla="*/ 1365129 w 2465559"/>
                <a:gd name="connsiteY18-10564" fmla="*/ 2671937 h 4892818"/>
                <a:gd name="connsiteX19-10565" fmla="*/ 1495176 w 2465559"/>
                <a:gd name="connsiteY19-10566" fmla="*/ 3437048 h 4892818"/>
                <a:gd name="connsiteX20-10567" fmla="*/ 1175747 w 2465559"/>
                <a:gd name="connsiteY20-10568" fmla="*/ 4186267 h 4892818"/>
                <a:gd name="connsiteX21-10569" fmla="*/ 933151 w 2465559"/>
                <a:gd name="connsiteY21-10570" fmla="*/ 4771520 h 4892818"/>
                <a:gd name="connsiteX22-10571" fmla="*/ 1231731 w 2465559"/>
                <a:gd name="connsiteY22-10572" fmla="*/ 4827503 h 4892818"/>
                <a:gd name="connsiteX23-10573" fmla="*/ 1642278 w 2465559"/>
                <a:gd name="connsiteY23-10574" fmla="*/ 4883487 h 4892818"/>
                <a:gd name="connsiteX24-10575" fmla="*/ 1698262 w 2465559"/>
                <a:gd name="connsiteY24-10576" fmla="*/ 4827503 h 4892818"/>
                <a:gd name="connsiteX25-10577" fmla="*/ 1278384 w 2465559"/>
                <a:gd name="connsiteY25-10578" fmla="*/ 4640891 h 4892818"/>
                <a:gd name="connsiteX26-10579" fmla="*/ 1735584 w 2465559"/>
                <a:gd name="connsiteY26-10580" fmla="*/ 3698499 h 4892818"/>
                <a:gd name="connsiteX27-10581" fmla="*/ 1868399 w 2465559"/>
                <a:gd name="connsiteY27-10582" fmla="*/ 3372511 h 4892818"/>
                <a:gd name="connsiteX28-10583" fmla="*/ 1971036 w 2465559"/>
                <a:gd name="connsiteY28-10584" fmla="*/ 2205796 h 4892818"/>
                <a:gd name="connsiteX29-10585" fmla="*/ 1959519 w 2465559"/>
                <a:gd name="connsiteY29-10586" fmla="*/ 1972336 h 4892818"/>
                <a:gd name="connsiteX30-10587" fmla="*/ 2010109 w 2465559"/>
                <a:gd name="connsiteY30-10588" fmla="*/ 1807058 h 4892818"/>
                <a:gd name="connsiteX31-10589" fmla="*/ 2103414 w 2465559"/>
                <a:gd name="connsiteY31-10590" fmla="*/ 1648584 h 4892818"/>
                <a:gd name="connsiteX32-10591" fmla="*/ 2324434 w 2465559"/>
                <a:gd name="connsiteY32-10592" fmla="*/ 1337952 h 4892818"/>
                <a:gd name="connsiteX33-10593" fmla="*/ 2465559 w 2465559"/>
                <a:gd name="connsiteY33-10594" fmla="*/ 1020807 h 4892818"/>
                <a:gd name="connsiteX34-10595" fmla="*/ 1938671 w 2465559"/>
                <a:gd name="connsiteY34-10596" fmla="*/ 589607 h 4892818"/>
                <a:gd name="connsiteX35-10597" fmla="*/ 1476708 w 2465559"/>
                <a:gd name="connsiteY35-10598" fmla="*/ 444983 h 4892818"/>
                <a:gd name="connsiteX36-10599" fmla="*/ 1272504 w 2465559"/>
                <a:gd name="connsiteY36-10600" fmla="*/ 409167 h 4892818"/>
                <a:gd name="connsiteX37-10601" fmla="*/ 1054449 w 2465559"/>
                <a:gd name="connsiteY37-10602" fmla="*/ 451446 h 4892818"/>
                <a:gd name="connsiteX38-10603" fmla="*/ 1035399 w 2465559"/>
                <a:gd name="connsiteY38-10604" fmla="*/ 263036 h 4892818"/>
                <a:gd name="connsiteX39-10605" fmla="*/ 869490 w 2465559"/>
                <a:gd name="connsiteY39-10606" fmla="*/ 71127 h 4892818"/>
                <a:gd name="connsiteX40-10607" fmla="*/ 597249 w 2465559"/>
                <a:gd name="connsiteY40-10608" fmla="*/ 12907 h 4892818"/>
                <a:gd name="connsiteX41-10609" fmla="*/ 475951 w 2465559"/>
                <a:gd name="connsiteY41-10610" fmla="*/ 516760 h 4892818"/>
                <a:gd name="connsiteX42-10611" fmla="*/ 616105 w 2465559"/>
                <a:gd name="connsiteY42-10612" fmla="*/ 724609 h 4892818"/>
                <a:gd name="connsiteX43-10613" fmla="*/ 319712 w 2465559"/>
                <a:gd name="connsiteY43-10614" fmla="*/ 1088309 h 4892818"/>
                <a:gd name="connsiteX44-10615" fmla="*/ 189084 w 2465559"/>
                <a:gd name="connsiteY44-10616" fmla="*/ 852857 h 4892818"/>
                <a:gd name="connsiteX45-10617" fmla="*/ 275879 w 2465559"/>
                <a:gd name="connsiteY45-10618" fmla="*/ 811890 h 4892818"/>
                <a:gd name="connsiteX46-10619" fmla="*/ 355140 w 2465559"/>
                <a:gd name="connsiteY46-10620" fmla="*/ 730733 h 4892818"/>
                <a:gd name="connsiteX47-10621" fmla="*/ 343233 w 2465559"/>
                <a:gd name="connsiteY47-10622" fmla="*/ 530708 h 4892818"/>
                <a:gd name="connsiteX48-10623" fmla="*/ 147388 w 2465559"/>
                <a:gd name="connsiteY48-10624" fmla="*/ 542954 h 4892818"/>
                <a:gd name="connsiteX0-10625" fmla="*/ 147388 w 2465559"/>
                <a:gd name="connsiteY0-10626" fmla="*/ 542954 h 4892818"/>
                <a:gd name="connsiteX1-10627" fmla="*/ 90 w 2465559"/>
                <a:gd name="connsiteY1-10628" fmla="*/ 796679 h 4892818"/>
                <a:gd name="connsiteX2-10629" fmla="*/ 37413 w 2465559"/>
                <a:gd name="connsiteY2-10630" fmla="*/ 973960 h 4892818"/>
                <a:gd name="connsiteX3-10631" fmla="*/ 266304 w 2465559"/>
                <a:gd name="connsiteY3-10632" fmla="*/ 1713265 h 4892818"/>
                <a:gd name="connsiteX4-10633" fmla="*/ 671894 w 2465559"/>
                <a:gd name="connsiteY4-10634" fmla="*/ 1552458 h 4892818"/>
                <a:gd name="connsiteX5-10635" fmla="*/ 961143 w 2465559"/>
                <a:gd name="connsiteY5-10636" fmla="*/ 1720409 h 4892818"/>
                <a:gd name="connsiteX6-10637" fmla="*/ 989135 w 2465559"/>
                <a:gd name="connsiteY6-10638" fmla="*/ 1916352 h 4892818"/>
                <a:gd name="connsiteX7-10639" fmla="*/ 961143 w 2465559"/>
                <a:gd name="connsiteY7-10640" fmla="*/ 2093828 h 4892818"/>
                <a:gd name="connsiteX8-10641" fmla="*/ 515655 w 2465559"/>
                <a:gd name="connsiteY8-10642" fmla="*/ 2903404 h 4892818"/>
                <a:gd name="connsiteX9-10643" fmla="*/ 494613 w 2465559"/>
                <a:gd name="connsiteY9-10644" fmla="*/ 3325275 h 4892818"/>
                <a:gd name="connsiteX10-10645" fmla="*/ 475951 w 2465559"/>
                <a:gd name="connsiteY10-10646" fmla="*/ 4267667 h 4892818"/>
                <a:gd name="connsiteX11-10647" fmla="*/ 401307 w 2465559"/>
                <a:gd name="connsiteY11-10648" fmla="*/ 4771520 h 4892818"/>
                <a:gd name="connsiteX12-10649" fmla="*/ 186703 w 2465559"/>
                <a:gd name="connsiteY12-10650" fmla="*/ 4892818 h 4892818"/>
                <a:gd name="connsiteX13-10651" fmla="*/ 597249 w 2465559"/>
                <a:gd name="connsiteY13-10652" fmla="*/ 4790181 h 4892818"/>
                <a:gd name="connsiteX14-10653" fmla="*/ 849176 w 2465559"/>
                <a:gd name="connsiteY14-10654" fmla="*/ 4463609 h 4892818"/>
                <a:gd name="connsiteX15-10655" fmla="*/ 753683 w 2465559"/>
                <a:gd name="connsiteY15-10656" fmla="*/ 4304940 h 4892818"/>
                <a:gd name="connsiteX16-10657" fmla="*/ 909679 w 2465559"/>
                <a:gd name="connsiteY16-10658" fmla="*/ 3694564 h 4892818"/>
                <a:gd name="connsiteX17-10659" fmla="*/ 867643 w 2465559"/>
                <a:gd name="connsiteY17-10660" fmla="*/ 3120390 h 4892818"/>
                <a:gd name="connsiteX18-10661" fmla="*/ 1365129 w 2465559"/>
                <a:gd name="connsiteY18-10662" fmla="*/ 2671937 h 4892818"/>
                <a:gd name="connsiteX19-10663" fmla="*/ 1495176 w 2465559"/>
                <a:gd name="connsiteY19-10664" fmla="*/ 3437048 h 4892818"/>
                <a:gd name="connsiteX20-10665" fmla="*/ 1175747 w 2465559"/>
                <a:gd name="connsiteY20-10666" fmla="*/ 4186267 h 4892818"/>
                <a:gd name="connsiteX21-10667" fmla="*/ 933151 w 2465559"/>
                <a:gd name="connsiteY21-10668" fmla="*/ 4771520 h 4892818"/>
                <a:gd name="connsiteX22-10669" fmla="*/ 1231731 w 2465559"/>
                <a:gd name="connsiteY22-10670" fmla="*/ 4827503 h 4892818"/>
                <a:gd name="connsiteX23-10671" fmla="*/ 1642278 w 2465559"/>
                <a:gd name="connsiteY23-10672" fmla="*/ 4883487 h 4892818"/>
                <a:gd name="connsiteX24-10673" fmla="*/ 1698262 w 2465559"/>
                <a:gd name="connsiteY24-10674" fmla="*/ 4827503 h 4892818"/>
                <a:gd name="connsiteX25-10675" fmla="*/ 1278384 w 2465559"/>
                <a:gd name="connsiteY25-10676" fmla="*/ 4640891 h 4892818"/>
                <a:gd name="connsiteX26-10677" fmla="*/ 1735584 w 2465559"/>
                <a:gd name="connsiteY26-10678" fmla="*/ 3698499 h 4892818"/>
                <a:gd name="connsiteX27-10679" fmla="*/ 1868399 w 2465559"/>
                <a:gd name="connsiteY27-10680" fmla="*/ 3372511 h 4892818"/>
                <a:gd name="connsiteX28-10681" fmla="*/ 1971036 w 2465559"/>
                <a:gd name="connsiteY28-10682" fmla="*/ 2205796 h 4892818"/>
                <a:gd name="connsiteX29-10683" fmla="*/ 1959519 w 2465559"/>
                <a:gd name="connsiteY29-10684" fmla="*/ 1972336 h 4892818"/>
                <a:gd name="connsiteX30-10685" fmla="*/ 2010109 w 2465559"/>
                <a:gd name="connsiteY30-10686" fmla="*/ 1807058 h 4892818"/>
                <a:gd name="connsiteX31-10687" fmla="*/ 2103414 w 2465559"/>
                <a:gd name="connsiteY31-10688" fmla="*/ 1648584 h 4892818"/>
                <a:gd name="connsiteX32-10689" fmla="*/ 2324434 w 2465559"/>
                <a:gd name="connsiteY32-10690" fmla="*/ 1337952 h 4892818"/>
                <a:gd name="connsiteX33-10691" fmla="*/ 2465559 w 2465559"/>
                <a:gd name="connsiteY33-10692" fmla="*/ 1020807 h 4892818"/>
                <a:gd name="connsiteX34-10693" fmla="*/ 1938671 w 2465559"/>
                <a:gd name="connsiteY34-10694" fmla="*/ 589607 h 4892818"/>
                <a:gd name="connsiteX35-10695" fmla="*/ 1476708 w 2465559"/>
                <a:gd name="connsiteY35-10696" fmla="*/ 444983 h 4892818"/>
                <a:gd name="connsiteX36-10697" fmla="*/ 1272504 w 2465559"/>
                <a:gd name="connsiteY36-10698" fmla="*/ 409167 h 4892818"/>
                <a:gd name="connsiteX37-10699" fmla="*/ 1054449 w 2465559"/>
                <a:gd name="connsiteY37-10700" fmla="*/ 451446 h 4892818"/>
                <a:gd name="connsiteX38-10701" fmla="*/ 1035399 w 2465559"/>
                <a:gd name="connsiteY38-10702" fmla="*/ 263036 h 4892818"/>
                <a:gd name="connsiteX39-10703" fmla="*/ 869490 w 2465559"/>
                <a:gd name="connsiteY39-10704" fmla="*/ 71127 h 4892818"/>
                <a:gd name="connsiteX40-10705" fmla="*/ 597249 w 2465559"/>
                <a:gd name="connsiteY40-10706" fmla="*/ 12907 h 4892818"/>
                <a:gd name="connsiteX41-10707" fmla="*/ 475951 w 2465559"/>
                <a:gd name="connsiteY41-10708" fmla="*/ 516760 h 4892818"/>
                <a:gd name="connsiteX42-10709" fmla="*/ 616105 w 2465559"/>
                <a:gd name="connsiteY42-10710" fmla="*/ 724609 h 4892818"/>
                <a:gd name="connsiteX43-10711" fmla="*/ 319712 w 2465559"/>
                <a:gd name="connsiteY43-10712" fmla="*/ 1088309 h 4892818"/>
                <a:gd name="connsiteX44-10713" fmla="*/ 189084 w 2465559"/>
                <a:gd name="connsiteY44-10714" fmla="*/ 852857 h 4892818"/>
                <a:gd name="connsiteX45-10715" fmla="*/ 275879 w 2465559"/>
                <a:gd name="connsiteY45-10716" fmla="*/ 811890 h 4892818"/>
                <a:gd name="connsiteX46-10717" fmla="*/ 355140 w 2465559"/>
                <a:gd name="connsiteY46-10718" fmla="*/ 730733 h 4892818"/>
                <a:gd name="connsiteX47-10719" fmla="*/ 343233 w 2465559"/>
                <a:gd name="connsiteY47-10720" fmla="*/ 530708 h 4892818"/>
                <a:gd name="connsiteX48-10721" fmla="*/ 147388 w 2465559"/>
                <a:gd name="connsiteY48-10722" fmla="*/ 542954 h 4892818"/>
                <a:gd name="connsiteX0-10723" fmla="*/ 147388 w 2465559"/>
                <a:gd name="connsiteY0-10724" fmla="*/ 542954 h 4892818"/>
                <a:gd name="connsiteX1-10725" fmla="*/ 90 w 2465559"/>
                <a:gd name="connsiteY1-10726" fmla="*/ 796679 h 4892818"/>
                <a:gd name="connsiteX2-10727" fmla="*/ 37413 w 2465559"/>
                <a:gd name="connsiteY2-10728" fmla="*/ 973960 h 4892818"/>
                <a:gd name="connsiteX3-10729" fmla="*/ 266304 w 2465559"/>
                <a:gd name="connsiteY3-10730" fmla="*/ 1713265 h 4892818"/>
                <a:gd name="connsiteX4-10731" fmla="*/ 671894 w 2465559"/>
                <a:gd name="connsiteY4-10732" fmla="*/ 1552458 h 4892818"/>
                <a:gd name="connsiteX5-10733" fmla="*/ 961143 w 2465559"/>
                <a:gd name="connsiteY5-10734" fmla="*/ 1720409 h 4892818"/>
                <a:gd name="connsiteX6-10735" fmla="*/ 989135 w 2465559"/>
                <a:gd name="connsiteY6-10736" fmla="*/ 1916352 h 4892818"/>
                <a:gd name="connsiteX7-10737" fmla="*/ 961143 w 2465559"/>
                <a:gd name="connsiteY7-10738" fmla="*/ 2093828 h 4892818"/>
                <a:gd name="connsiteX8-10739" fmla="*/ 515655 w 2465559"/>
                <a:gd name="connsiteY8-10740" fmla="*/ 2903404 h 4892818"/>
                <a:gd name="connsiteX9-10741" fmla="*/ 494613 w 2465559"/>
                <a:gd name="connsiteY9-10742" fmla="*/ 3325275 h 4892818"/>
                <a:gd name="connsiteX10-10743" fmla="*/ 475951 w 2465559"/>
                <a:gd name="connsiteY10-10744" fmla="*/ 4267667 h 4892818"/>
                <a:gd name="connsiteX11-10745" fmla="*/ 401307 w 2465559"/>
                <a:gd name="connsiteY11-10746" fmla="*/ 4771520 h 4892818"/>
                <a:gd name="connsiteX12-10747" fmla="*/ 186703 w 2465559"/>
                <a:gd name="connsiteY12-10748" fmla="*/ 4892818 h 4892818"/>
                <a:gd name="connsiteX13-10749" fmla="*/ 597249 w 2465559"/>
                <a:gd name="connsiteY13-10750" fmla="*/ 4790181 h 4892818"/>
                <a:gd name="connsiteX14-10751" fmla="*/ 849176 w 2465559"/>
                <a:gd name="connsiteY14-10752" fmla="*/ 4463609 h 4892818"/>
                <a:gd name="connsiteX15-10753" fmla="*/ 753683 w 2465559"/>
                <a:gd name="connsiteY15-10754" fmla="*/ 4304940 h 4892818"/>
                <a:gd name="connsiteX16-10755" fmla="*/ 909679 w 2465559"/>
                <a:gd name="connsiteY16-10756" fmla="*/ 3694564 h 4892818"/>
                <a:gd name="connsiteX17-10757" fmla="*/ 867643 w 2465559"/>
                <a:gd name="connsiteY17-10758" fmla="*/ 3120390 h 4892818"/>
                <a:gd name="connsiteX18-10759" fmla="*/ 1365129 w 2465559"/>
                <a:gd name="connsiteY18-10760" fmla="*/ 2671937 h 4892818"/>
                <a:gd name="connsiteX19-10761" fmla="*/ 1495176 w 2465559"/>
                <a:gd name="connsiteY19-10762" fmla="*/ 3437048 h 4892818"/>
                <a:gd name="connsiteX20-10763" fmla="*/ 1175747 w 2465559"/>
                <a:gd name="connsiteY20-10764" fmla="*/ 4186267 h 4892818"/>
                <a:gd name="connsiteX21-10765" fmla="*/ 933151 w 2465559"/>
                <a:gd name="connsiteY21-10766" fmla="*/ 4771520 h 4892818"/>
                <a:gd name="connsiteX22-10767" fmla="*/ 1231731 w 2465559"/>
                <a:gd name="connsiteY22-10768" fmla="*/ 4827503 h 4892818"/>
                <a:gd name="connsiteX23-10769" fmla="*/ 1642278 w 2465559"/>
                <a:gd name="connsiteY23-10770" fmla="*/ 4883487 h 4892818"/>
                <a:gd name="connsiteX24-10771" fmla="*/ 1698262 w 2465559"/>
                <a:gd name="connsiteY24-10772" fmla="*/ 4827503 h 4892818"/>
                <a:gd name="connsiteX25-10773" fmla="*/ 1278384 w 2465559"/>
                <a:gd name="connsiteY25-10774" fmla="*/ 4640891 h 4892818"/>
                <a:gd name="connsiteX26-10775" fmla="*/ 1735584 w 2465559"/>
                <a:gd name="connsiteY26-10776" fmla="*/ 3698499 h 4892818"/>
                <a:gd name="connsiteX27-10777" fmla="*/ 1868399 w 2465559"/>
                <a:gd name="connsiteY27-10778" fmla="*/ 3372511 h 4892818"/>
                <a:gd name="connsiteX28-10779" fmla="*/ 1971036 w 2465559"/>
                <a:gd name="connsiteY28-10780" fmla="*/ 2205796 h 4892818"/>
                <a:gd name="connsiteX29-10781" fmla="*/ 1959519 w 2465559"/>
                <a:gd name="connsiteY29-10782" fmla="*/ 1972336 h 4892818"/>
                <a:gd name="connsiteX30-10783" fmla="*/ 2010109 w 2465559"/>
                <a:gd name="connsiteY30-10784" fmla="*/ 1807058 h 4892818"/>
                <a:gd name="connsiteX31-10785" fmla="*/ 2103414 w 2465559"/>
                <a:gd name="connsiteY31-10786" fmla="*/ 1648584 h 4892818"/>
                <a:gd name="connsiteX32-10787" fmla="*/ 2324434 w 2465559"/>
                <a:gd name="connsiteY32-10788" fmla="*/ 1337952 h 4892818"/>
                <a:gd name="connsiteX33-10789" fmla="*/ 2465559 w 2465559"/>
                <a:gd name="connsiteY33-10790" fmla="*/ 1020807 h 4892818"/>
                <a:gd name="connsiteX34-10791" fmla="*/ 1938671 w 2465559"/>
                <a:gd name="connsiteY34-10792" fmla="*/ 589607 h 4892818"/>
                <a:gd name="connsiteX35-10793" fmla="*/ 1476708 w 2465559"/>
                <a:gd name="connsiteY35-10794" fmla="*/ 444983 h 4892818"/>
                <a:gd name="connsiteX36-10795" fmla="*/ 1272504 w 2465559"/>
                <a:gd name="connsiteY36-10796" fmla="*/ 409167 h 4892818"/>
                <a:gd name="connsiteX37-10797" fmla="*/ 1054449 w 2465559"/>
                <a:gd name="connsiteY37-10798" fmla="*/ 451446 h 4892818"/>
                <a:gd name="connsiteX38-10799" fmla="*/ 1035399 w 2465559"/>
                <a:gd name="connsiteY38-10800" fmla="*/ 263036 h 4892818"/>
                <a:gd name="connsiteX39-10801" fmla="*/ 869490 w 2465559"/>
                <a:gd name="connsiteY39-10802" fmla="*/ 71127 h 4892818"/>
                <a:gd name="connsiteX40-10803" fmla="*/ 597249 w 2465559"/>
                <a:gd name="connsiteY40-10804" fmla="*/ 12907 h 4892818"/>
                <a:gd name="connsiteX41-10805" fmla="*/ 475951 w 2465559"/>
                <a:gd name="connsiteY41-10806" fmla="*/ 516760 h 4892818"/>
                <a:gd name="connsiteX42-10807" fmla="*/ 616105 w 2465559"/>
                <a:gd name="connsiteY42-10808" fmla="*/ 724609 h 4892818"/>
                <a:gd name="connsiteX43-10809" fmla="*/ 319712 w 2465559"/>
                <a:gd name="connsiteY43-10810" fmla="*/ 1088309 h 4892818"/>
                <a:gd name="connsiteX44-10811" fmla="*/ 189084 w 2465559"/>
                <a:gd name="connsiteY44-10812" fmla="*/ 852857 h 4892818"/>
                <a:gd name="connsiteX45-10813" fmla="*/ 275879 w 2465559"/>
                <a:gd name="connsiteY45-10814" fmla="*/ 811890 h 4892818"/>
                <a:gd name="connsiteX46-10815" fmla="*/ 355140 w 2465559"/>
                <a:gd name="connsiteY46-10816" fmla="*/ 730733 h 4892818"/>
                <a:gd name="connsiteX47-10817" fmla="*/ 343233 w 2465559"/>
                <a:gd name="connsiteY47-10818" fmla="*/ 530708 h 4892818"/>
                <a:gd name="connsiteX48-10819" fmla="*/ 147388 w 2465559"/>
                <a:gd name="connsiteY48-10820" fmla="*/ 542954 h 4892818"/>
                <a:gd name="connsiteX0-10821" fmla="*/ 147388 w 2465559"/>
                <a:gd name="connsiteY0-10822" fmla="*/ 542954 h 4892818"/>
                <a:gd name="connsiteX1-10823" fmla="*/ 90 w 2465559"/>
                <a:gd name="connsiteY1-10824" fmla="*/ 796679 h 4892818"/>
                <a:gd name="connsiteX2-10825" fmla="*/ 37413 w 2465559"/>
                <a:gd name="connsiteY2-10826" fmla="*/ 973960 h 4892818"/>
                <a:gd name="connsiteX3-10827" fmla="*/ 266304 w 2465559"/>
                <a:gd name="connsiteY3-10828" fmla="*/ 1713265 h 4892818"/>
                <a:gd name="connsiteX4-10829" fmla="*/ 671894 w 2465559"/>
                <a:gd name="connsiteY4-10830" fmla="*/ 1552458 h 4892818"/>
                <a:gd name="connsiteX5-10831" fmla="*/ 961143 w 2465559"/>
                <a:gd name="connsiteY5-10832" fmla="*/ 1720409 h 4892818"/>
                <a:gd name="connsiteX6-10833" fmla="*/ 989135 w 2465559"/>
                <a:gd name="connsiteY6-10834" fmla="*/ 1916352 h 4892818"/>
                <a:gd name="connsiteX7-10835" fmla="*/ 961143 w 2465559"/>
                <a:gd name="connsiteY7-10836" fmla="*/ 2093828 h 4892818"/>
                <a:gd name="connsiteX8-10837" fmla="*/ 515655 w 2465559"/>
                <a:gd name="connsiteY8-10838" fmla="*/ 2903404 h 4892818"/>
                <a:gd name="connsiteX9-10839" fmla="*/ 501757 w 2465559"/>
                <a:gd name="connsiteY9-10840" fmla="*/ 3339562 h 4892818"/>
                <a:gd name="connsiteX10-10841" fmla="*/ 475951 w 2465559"/>
                <a:gd name="connsiteY10-10842" fmla="*/ 4267667 h 4892818"/>
                <a:gd name="connsiteX11-10843" fmla="*/ 401307 w 2465559"/>
                <a:gd name="connsiteY11-10844" fmla="*/ 4771520 h 4892818"/>
                <a:gd name="connsiteX12-10845" fmla="*/ 186703 w 2465559"/>
                <a:gd name="connsiteY12-10846" fmla="*/ 4892818 h 4892818"/>
                <a:gd name="connsiteX13-10847" fmla="*/ 597249 w 2465559"/>
                <a:gd name="connsiteY13-10848" fmla="*/ 4790181 h 4892818"/>
                <a:gd name="connsiteX14-10849" fmla="*/ 849176 w 2465559"/>
                <a:gd name="connsiteY14-10850" fmla="*/ 4463609 h 4892818"/>
                <a:gd name="connsiteX15-10851" fmla="*/ 753683 w 2465559"/>
                <a:gd name="connsiteY15-10852" fmla="*/ 4304940 h 4892818"/>
                <a:gd name="connsiteX16-10853" fmla="*/ 909679 w 2465559"/>
                <a:gd name="connsiteY16-10854" fmla="*/ 3694564 h 4892818"/>
                <a:gd name="connsiteX17-10855" fmla="*/ 867643 w 2465559"/>
                <a:gd name="connsiteY17-10856" fmla="*/ 3120390 h 4892818"/>
                <a:gd name="connsiteX18-10857" fmla="*/ 1365129 w 2465559"/>
                <a:gd name="connsiteY18-10858" fmla="*/ 2671937 h 4892818"/>
                <a:gd name="connsiteX19-10859" fmla="*/ 1495176 w 2465559"/>
                <a:gd name="connsiteY19-10860" fmla="*/ 3437048 h 4892818"/>
                <a:gd name="connsiteX20-10861" fmla="*/ 1175747 w 2465559"/>
                <a:gd name="connsiteY20-10862" fmla="*/ 4186267 h 4892818"/>
                <a:gd name="connsiteX21-10863" fmla="*/ 933151 w 2465559"/>
                <a:gd name="connsiteY21-10864" fmla="*/ 4771520 h 4892818"/>
                <a:gd name="connsiteX22-10865" fmla="*/ 1231731 w 2465559"/>
                <a:gd name="connsiteY22-10866" fmla="*/ 4827503 h 4892818"/>
                <a:gd name="connsiteX23-10867" fmla="*/ 1642278 w 2465559"/>
                <a:gd name="connsiteY23-10868" fmla="*/ 4883487 h 4892818"/>
                <a:gd name="connsiteX24-10869" fmla="*/ 1698262 w 2465559"/>
                <a:gd name="connsiteY24-10870" fmla="*/ 4827503 h 4892818"/>
                <a:gd name="connsiteX25-10871" fmla="*/ 1278384 w 2465559"/>
                <a:gd name="connsiteY25-10872" fmla="*/ 4640891 h 4892818"/>
                <a:gd name="connsiteX26-10873" fmla="*/ 1735584 w 2465559"/>
                <a:gd name="connsiteY26-10874" fmla="*/ 3698499 h 4892818"/>
                <a:gd name="connsiteX27-10875" fmla="*/ 1868399 w 2465559"/>
                <a:gd name="connsiteY27-10876" fmla="*/ 3372511 h 4892818"/>
                <a:gd name="connsiteX28-10877" fmla="*/ 1971036 w 2465559"/>
                <a:gd name="connsiteY28-10878" fmla="*/ 2205796 h 4892818"/>
                <a:gd name="connsiteX29-10879" fmla="*/ 1959519 w 2465559"/>
                <a:gd name="connsiteY29-10880" fmla="*/ 1972336 h 4892818"/>
                <a:gd name="connsiteX30-10881" fmla="*/ 2010109 w 2465559"/>
                <a:gd name="connsiteY30-10882" fmla="*/ 1807058 h 4892818"/>
                <a:gd name="connsiteX31-10883" fmla="*/ 2103414 w 2465559"/>
                <a:gd name="connsiteY31-10884" fmla="*/ 1648584 h 4892818"/>
                <a:gd name="connsiteX32-10885" fmla="*/ 2324434 w 2465559"/>
                <a:gd name="connsiteY32-10886" fmla="*/ 1337952 h 4892818"/>
                <a:gd name="connsiteX33-10887" fmla="*/ 2465559 w 2465559"/>
                <a:gd name="connsiteY33-10888" fmla="*/ 1020807 h 4892818"/>
                <a:gd name="connsiteX34-10889" fmla="*/ 1938671 w 2465559"/>
                <a:gd name="connsiteY34-10890" fmla="*/ 589607 h 4892818"/>
                <a:gd name="connsiteX35-10891" fmla="*/ 1476708 w 2465559"/>
                <a:gd name="connsiteY35-10892" fmla="*/ 444983 h 4892818"/>
                <a:gd name="connsiteX36-10893" fmla="*/ 1272504 w 2465559"/>
                <a:gd name="connsiteY36-10894" fmla="*/ 409167 h 4892818"/>
                <a:gd name="connsiteX37-10895" fmla="*/ 1054449 w 2465559"/>
                <a:gd name="connsiteY37-10896" fmla="*/ 451446 h 4892818"/>
                <a:gd name="connsiteX38-10897" fmla="*/ 1035399 w 2465559"/>
                <a:gd name="connsiteY38-10898" fmla="*/ 263036 h 4892818"/>
                <a:gd name="connsiteX39-10899" fmla="*/ 869490 w 2465559"/>
                <a:gd name="connsiteY39-10900" fmla="*/ 71127 h 4892818"/>
                <a:gd name="connsiteX40-10901" fmla="*/ 597249 w 2465559"/>
                <a:gd name="connsiteY40-10902" fmla="*/ 12907 h 4892818"/>
                <a:gd name="connsiteX41-10903" fmla="*/ 475951 w 2465559"/>
                <a:gd name="connsiteY41-10904" fmla="*/ 516760 h 4892818"/>
                <a:gd name="connsiteX42-10905" fmla="*/ 616105 w 2465559"/>
                <a:gd name="connsiteY42-10906" fmla="*/ 724609 h 4892818"/>
                <a:gd name="connsiteX43-10907" fmla="*/ 319712 w 2465559"/>
                <a:gd name="connsiteY43-10908" fmla="*/ 1088309 h 4892818"/>
                <a:gd name="connsiteX44-10909" fmla="*/ 189084 w 2465559"/>
                <a:gd name="connsiteY44-10910" fmla="*/ 852857 h 4892818"/>
                <a:gd name="connsiteX45-10911" fmla="*/ 275879 w 2465559"/>
                <a:gd name="connsiteY45-10912" fmla="*/ 811890 h 4892818"/>
                <a:gd name="connsiteX46-10913" fmla="*/ 355140 w 2465559"/>
                <a:gd name="connsiteY46-10914" fmla="*/ 730733 h 4892818"/>
                <a:gd name="connsiteX47-10915" fmla="*/ 343233 w 2465559"/>
                <a:gd name="connsiteY47-10916" fmla="*/ 530708 h 4892818"/>
                <a:gd name="connsiteX48-10917" fmla="*/ 147388 w 2465559"/>
                <a:gd name="connsiteY48-10918" fmla="*/ 542954 h 4892818"/>
                <a:gd name="connsiteX0-10919" fmla="*/ 147388 w 2465559"/>
                <a:gd name="connsiteY0-10920" fmla="*/ 542954 h 4892818"/>
                <a:gd name="connsiteX1-10921" fmla="*/ 90 w 2465559"/>
                <a:gd name="connsiteY1-10922" fmla="*/ 796679 h 4892818"/>
                <a:gd name="connsiteX2-10923" fmla="*/ 37413 w 2465559"/>
                <a:gd name="connsiteY2-10924" fmla="*/ 973960 h 4892818"/>
                <a:gd name="connsiteX3-10925" fmla="*/ 266304 w 2465559"/>
                <a:gd name="connsiteY3-10926" fmla="*/ 1713265 h 4892818"/>
                <a:gd name="connsiteX4-10927" fmla="*/ 671894 w 2465559"/>
                <a:gd name="connsiteY4-10928" fmla="*/ 1552458 h 4892818"/>
                <a:gd name="connsiteX5-10929" fmla="*/ 961143 w 2465559"/>
                <a:gd name="connsiteY5-10930" fmla="*/ 1720409 h 4892818"/>
                <a:gd name="connsiteX6-10931" fmla="*/ 989135 w 2465559"/>
                <a:gd name="connsiteY6-10932" fmla="*/ 1916352 h 4892818"/>
                <a:gd name="connsiteX7-10933" fmla="*/ 961143 w 2465559"/>
                <a:gd name="connsiteY7-10934" fmla="*/ 2093828 h 4892818"/>
                <a:gd name="connsiteX8-10935" fmla="*/ 520418 w 2465559"/>
                <a:gd name="connsiteY8-10936" fmla="*/ 2903404 h 4892818"/>
                <a:gd name="connsiteX9-10937" fmla="*/ 501757 w 2465559"/>
                <a:gd name="connsiteY9-10938" fmla="*/ 3339562 h 4892818"/>
                <a:gd name="connsiteX10-10939" fmla="*/ 475951 w 2465559"/>
                <a:gd name="connsiteY10-10940" fmla="*/ 4267667 h 4892818"/>
                <a:gd name="connsiteX11-10941" fmla="*/ 401307 w 2465559"/>
                <a:gd name="connsiteY11-10942" fmla="*/ 4771520 h 4892818"/>
                <a:gd name="connsiteX12-10943" fmla="*/ 186703 w 2465559"/>
                <a:gd name="connsiteY12-10944" fmla="*/ 4892818 h 4892818"/>
                <a:gd name="connsiteX13-10945" fmla="*/ 597249 w 2465559"/>
                <a:gd name="connsiteY13-10946" fmla="*/ 4790181 h 4892818"/>
                <a:gd name="connsiteX14-10947" fmla="*/ 849176 w 2465559"/>
                <a:gd name="connsiteY14-10948" fmla="*/ 4463609 h 4892818"/>
                <a:gd name="connsiteX15-10949" fmla="*/ 753683 w 2465559"/>
                <a:gd name="connsiteY15-10950" fmla="*/ 4304940 h 4892818"/>
                <a:gd name="connsiteX16-10951" fmla="*/ 909679 w 2465559"/>
                <a:gd name="connsiteY16-10952" fmla="*/ 3694564 h 4892818"/>
                <a:gd name="connsiteX17-10953" fmla="*/ 867643 w 2465559"/>
                <a:gd name="connsiteY17-10954" fmla="*/ 3120390 h 4892818"/>
                <a:gd name="connsiteX18-10955" fmla="*/ 1365129 w 2465559"/>
                <a:gd name="connsiteY18-10956" fmla="*/ 2671937 h 4892818"/>
                <a:gd name="connsiteX19-10957" fmla="*/ 1495176 w 2465559"/>
                <a:gd name="connsiteY19-10958" fmla="*/ 3437048 h 4892818"/>
                <a:gd name="connsiteX20-10959" fmla="*/ 1175747 w 2465559"/>
                <a:gd name="connsiteY20-10960" fmla="*/ 4186267 h 4892818"/>
                <a:gd name="connsiteX21-10961" fmla="*/ 933151 w 2465559"/>
                <a:gd name="connsiteY21-10962" fmla="*/ 4771520 h 4892818"/>
                <a:gd name="connsiteX22-10963" fmla="*/ 1231731 w 2465559"/>
                <a:gd name="connsiteY22-10964" fmla="*/ 4827503 h 4892818"/>
                <a:gd name="connsiteX23-10965" fmla="*/ 1642278 w 2465559"/>
                <a:gd name="connsiteY23-10966" fmla="*/ 4883487 h 4892818"/>
                <a:gd name="connsiteX24-10967" fmla="*/ 1698262 w 2465559"/>
                <a:gd name="connsiteY24-10968" fmla="*/ 4827503 h 4892818"/>
                <a:gd name="connsiteX25-10969" fmla="*/ 1278384 w 2465559"/>
                <a:gd name="connsiteY25-10970" fmla="*/ 4640891 h 4892818"/>
                <a:gd name="connsiteX26-10971" fmla="*/ 1735584 w 2465559"/>
                <a:gd name="connsiteY26-10972" fmla="*/ 3698499 h 4892818"/>
                <a:gd name="connsiteX27-10973" fmla="*/ 1868399 w 2465559"/>
                <a:gd name="connsiteY27-10974" fmla="*/ 3372511 h 4892818"/>
                <a:gd name="connsiteX28-10975" fmla="*/ 1971036 w 2465559"/>
                <a:gd name="connsiteY28-10976" fmla="*/ 2205796 h 4892818"/>
                <a:gd name="connsiteX29-10977" fmla="*/ 1959519 w 2465559"/>
                <a:gd name="connsiteY29-10978" fmla="*/ 1972336 h 4892818"/>
                <a:gd name="connsiteX30-10979" fmla="*/ 2010109 w 2465559"/>
                <a:gd name="connsiteY30-10980" fmla="*/ 1807058 h 4892818"/>
                <a:gd name="connsiteX31-10981" fmla="*/ 2103414 w 2465559"/>
                <a:gd name="connsiteY31-10982" fmla="*/ 1648584 h 4892818"/>
                <a:gd name="connsiteX32-10983" fmla="*/ 2324434 w 2465559"/>
                <a:gd name="connsiteY32-10984" fmla="*/ 1337952 h 4892818"/>
                <a:gd name="connsiteX33-10985" fmla="*/ 2465559 w 2465559"/>
                <a:gd name="connsiteY33-10986" fmla="*/ 1020807 h 4892818"/>
                <a:gd name="connsiteX34-10987" fmla="*/ 1938671 w 2465559"/>
                <a:gd name="connsiteY34-10988" fmla="*/ 589607 h 4892818"/>
                <a:gd name="connsiteX35-10989" fmla="*/ 1476708 w 2465559"/>
                <a:gd name="connsiteY35-10990" fmla="*/ 444983 h 4892818"/>
                <a:gd name="connsiteX36-10991" fmla="*/ 1272504 w 2465559"/>
                <a:gd name="connsiteY36-10992" fmla="*/ 409167 h 4892818"/>
                <a:gd name="connsiteX37-10993" fmla="*/ 1054449 w 2465559"/>
                <a:gd name="connsiteY37-10994" fmla="*/ 451446 h 4892818"/>
                <a:gd name="connsiteX38-10995" fmla="*/ 1035399 w 2465559"/>
                <a:gd name="connsiteY38-10996" fmla="*/ 263036 h 4892818"/>
                <a:gd name="connsiteX39-10997" fmla="*/ 869490 w 2465559"/>
                <a:gd name="connsiteY39-10998" fmla="*/ 71127 h 4892818"/>
                <a:gd name="connsiteX40-10999" fmla="*/ 597249 w 2465559"/>
                <a:gd name="connsiteY40-11000" fmla="*/ 12907 h 4892818"/>
                <a:gd name="connsiteX41-11001" fmla="*/ 475951 w 2465559"/>
                <a:gd name="connsiteY41-11002" fmla="*/ 516760 h 4892818"/>
                <a:gd name="connsiteX42-11003" fmla="*/ 616105 w 2465559"/>
                <a:gd name="connsiteY42-11004" fmla="*/ 724609 h 4892818"/>
                <a:gd name="connsiteX43-11005" fmla="*/ 319712 w 2465559"/>
                <a:gd name="connsiteY43-11006" fmla="*/ 1088309 h 4892818"/>
                <a:gd name="connsiteX44-11007" fmla="*/ 189084 w 2465559"/>
                <a:gd name="connsiteY44-11008" fmla="*/ 852857 h 4892818"/>
                <a:gd name="connsiteX45-11009" fmla="*/ 275879 w 2465559"/>
                <a:gd name="connsiteY45-11010" fmla="*/ 811890 h 4892818"/>
                <a:gd name="connsiteX46-11011" fmla="*/ 355140 w 2465559"/>
                <a:gd name="connsiteY46-11012" fmla="*/ 730733 h 4892818"/>
                <a:gd name="connsiteX47-11013" fmla="*/ 343233 w 2465559"/>
                <a:gd name="connsiteY47-11014" fmla="*/ 530708 h 4892818"/>
                <a:gd name="connsiteX48-11015" fmla="*/ 147388 w 2465559"/>
                <a:gd name="connsiteY48-11016" fmla="*/ 542954 h 4892818"/>
                <a:gd name="connsiteX0-11017" fmla="*/ 147388 w 2465559"/>
                <a:gd name="connsiteY0-11018" fmla="*/ 542954 h 4892818"/>
                <a:gd name="connsiteX1-11019" fmla="*/ 90 w 2465559"/>
                <a:gd name="connsiteY1-11020" fmla="*/ 796679 h 4892818"/>
                <a:gd name="connsiteX2-11021" fmla="*/ 37413 w 2465559"/>
                <a:gd name="connsiteY2-11022" fmla="*/ 973960 h 4892818"/>
                <a:gd name="connsiteX3-11023" fmla="*/ 266304 w 2465559"/>
                <a:gd name="connsiteY3-11024" fmla="*/ 1713265 h 4892818"/>
                <a:gd name="connsiteX4-11025" fmla="*/ 671894 w 2465559"/>
                <a:gd name="connsiteY4-11026" fmla="*/ 1552458 h 4892818"/>
                <a:gd name="connsiteX5-11027" fmla="*/ 961143 w 2465559"/>
                <a:gd name="connsiteY5-11028" fmla="*/ 1720409 h 4892818"/>
                <a:gd name="connsiteX6-11029" fmla="*/ 989135 w 2465559"/>
                <a:gd name="connsiteY6-11030" fmla="*/ 1916352 h 4892818"/>
                <a:gd name="connsiteX7-11031" fmla="*/ 961143 w 2465559"/>
                <a:gd name="connsiteY7-11032" fmla="*/ 2093828 h 4892818"/>
                <a:gd name="connsiteX8-11033" fmla="*/ 520418 w 2465559"/>
                <a:gd name="connsiteY8-11034" fmla="*/ 2903404 h 4892818"/>
                <a:gd name="connsiteX9-11035" fmla="*/ 501757 w 2465559"/>
                <a:gd name="connsiteY9-11036" fmla="*/ 3339562 h 4892818"/>
                <a:gd name="connsiteX10-11037" fmla="*/ 475951 w 2465559"/>
                <a:gd name="connsiteY10-11038" fmla="*/ 4267667 h 4892818"/>
                <a:gd name="connsiteX11-11039" fmla="*/ 401307 w 2465559"/>
                <a:gd name="connsiteY11-11040" fmla="*/ 4771520 h 4892818"/>
                <a:gd name="connsiteX12-11041" fmla="*/ 186703 w 2465559"/>
                <a:gd name="connsiteY12-11042" fmla="*/ 4892818 h 4892818"/>
                <a:gd name="connsiteX13-11043" fmla="*/ 597249 w 2465559"/>
                <a:gd name="connsiteY13-11044" fmla="*/ 4790181 h 4892818"/>
                <a:gd name="connsiteX14-11045" fmla="*/ 849176 w 2465559"/>
                <a:gd name="connsiteY14-11046" fmla="*/ 4463609 h 4892818"/>
                <a:gd name="connsiteX15-11047" fmla="*/ 753683 w 2465559"/>
                <a:gd name="connsiteY15-11048" fmla="*/ 4304940 h 4892818"/>
                <a:gd name="connsiteX16-11049" fmla="*/ 909679 w 2465559"/>
                <a:gd name="connsiteY16-11050" fmla="*/ 3694564 h 4892818"/>
                <a:gd name="connsiteX17-11051" fmla="*/ 867643 w 2465559"/>
                <a:gd name="connsiteY17-11052" fmla="*/ 3120390 h 4892818"/>
                <a:gd name="connsiteX18-11053" fmla="*/ 1365129 w 2465559"/>
                <a:gd name="connsiteY18-11054" fmla="*/ 2671937 h 4892818"/>
                <a:gd name="connsiteX19-11055" fmla="*/ 1495176 w 2465559"/>
                <a:gd name="connsiteY19-11056" fmla="*/ 3437048 h 4892818"/>
                <a:gd name="connsiteX20-11057" fmla="*/ 1175747 w 2465559"/>
                <a:gd name="connsiteY20-11058" fmla="*/ 4186267 h 4892818"/>
                <a:gd name="connsiteX21-11059" fmla="*/ 933151 w 2465559"/>
                <a:gd name="connsiteY21-11060" fmla="*/ 4771520 h 4892818"/>
                <a:gd name="connsiteX22-11061" fmla="*/ 1231731 w 2465559"/>
                <a:gd name="connsiteY22-11062" fmla="*/ 4827503 h 4892818"/>
                <a:gd name="connsiteX23-11063" fmla="*/ 1642278 w 2465559"/>
                <a:gd name="connsiteY23-11064" fmla="*/ 4883487 h 4892818"/>
                <a:gd name="connsiteX24-11065" fmla="*/ 1698262 w 2465559"/>
                <a:gd name="connsiteY24-11066" fmla="*/ 4827503 h 4892818"/>
                <a:gd name="connsiteX25-11067" fmla="*/ 1278384 w 2465559"/>
                <a:gd name="connsiteY25-11068" fmla="*/ 4640891 h 4892818"/>
                <a:gd name="connsiteX26-11069" fmla="*/ 1735584 w 2465559"/>
                <a:gd name="connsiteY26-11070" fmla="*/ 3698499 h 4892818"/>
                <a:gd name="connsiteX27-11071" fmla="*/ 1868399 w 2465559"/>
                <a:gd name="connsiteY27-11072" fmla="*/ 3372511 h 4892818"/>
                <a:gd name="connsiteX28-11073" fmla="*/ 1971036 w 2465559"/>
                <a:gd name="connsiteY28-11074" fmla="*/ 2205796 h 4892818"/>
                <a:gd name="connsiteX29-11075" fmla="*/ 1959519 w 2465559"/>
                <a:gd name="connsiteY29-11076" fmla="*/ 1972336 h 4892818"/>
                <a:gd name="connsiteX30-11077" fmla="*/ 2010109 w 2465559"/>
                <a:gd name="connsiteY30-11078" fmla="*/ 1807058 h 4892818"/>
                <a:gd name="connsiteX31-11079" fmla="*/ 2103414 w 2465559"/>
                <a:gd name="connsiteY31-11080" fmla="*/ 1648584 h 4892818"/>
                <a:gd name="connsiteX32-11081" fmla="*/ 2324434 w 2465559"/>
                <a:gd name="connsiteY32-11082" fmla="*/ 1337952 h 4892818"/>
                <a:gd name="connsiteX33-11083" fmla="*/ 2465559 w 2465559"/>
                <a:gd name="connsiteY33-11084" fmla="*/ 1020807 h 4892818"/>
                <a:gd name="connsiteX34-11085" fmla="*/ 1938671 w 2465559"/>
                <a:gd name="connsiteY34-11086" fmla="*/ 589607 h 4892818"/>
                <a:gd name="connsiteX35-11087" fmla="*/ 1476708 w 2465559"/>
                <a:gd name="connsiteY35-11088" fmla="*/ 444983 h 4892818"/>
                <a:gd name="connsiteX36-11089" fmla="*/ 1272504 w 2465559"/>
                <a:gd name="connsiteY36-11090" fmla="*/ 409167 h 4892818"/>
                <a:gd name="connsiteX37-11091" fmla="*/ 1054449 w 2465559"/>
                <a:gd name="connsiteY37-11092" fmla="*/ 451446 h 4892818"/>
                <a:gd name="connsiteX38-11093" fmla="*/ 1035399 w 2465559"/>
                <a:gd name="connsiteY38-11094" fmla="*/ 263036 h 4892818"/>
                <a:gd name="connsiteX39-11095" fmla="*/ 869490 w 2465559"/>
                <a:gd name="connsiteY39-11096" fmla="*/ 71127 h 4892818"/>
                <a:gd name="connsiteX40-11097" fmla="*/ 597249 w 2465559"/>
                <a:gd name="connsiteY40-11098" fmla="*/ 12907 h 4892818"/>
                <a:gd name="connsiteX41-11099" fmla="*/ 475951 w 2465559"/>
                <a:gd name="connsiteY41-11100" fmla="*/ 516760 h 4892818"/>
                <a:gd name="connsiteX42-11101" fmla="*/ 616105 w 2465559"/>
                <a:gd name="connsiteY42-11102" fmla="*/ 724609 h 4892818"/>
                <a:gd name="connsiteX43-11103" fmla="*/ 319712 w 2465559"/>
                <a:gd name="connsiteY43-11104" fmla="*/ 1088309 h 4892818"/>
                <a:gd name="connsiteX44-11105" fmla="*/ 189084 w 2465559"/>
                <a:gd name="connsiteY44-11106" fmla="*/ 852857 h 4892818"/>
                <a:gd name="connsiteX45-11107" fmla="*/ 275879 w 2465559"/>
                <a:gd name="connsiteY45-11108" fmla="*/ 811890 h 4892818"/>
                <a:gd name="connsiteX46-11109" fmla="*/ 355140 w 2465559"/>
                <a:gd name="connsiteY46-11110" fmla="*/ 730733 h 4892818"/>
                <a:gd name="connsiteX47-11111" fmla="*/ 343233 w 2465559"/>
                <a:gd name="connsiteY47-11112" fmla="*/ 530708 h 4892818"/>
                <a:gd name="connsiteX48-11113" fmla="*/ 147388 w 2465559"/>
                <a:gd name="connsiteY48-11114" fmla="*/ 542954 h 4892818"/>
                <a:gd name="connsiteX0-11115" fmla="*/ 147388 w 2465559"/>
                <a:gd name="connsiteY0-11116" fmla="*/ 542954 h 4892818"/>
                <a:gd name="connsiteX1-11117" fmla="*/ 90 w 2465559"/>
                <a:gd name="connsiteY1-11118" fmla="*/ 796679 h 4892818"/>
                <a:gd name="connsiteX2-11119" fmla="*/ 37413 w 2465559"/>
                <a:gd name="connsiteY2-11120" fmla="*/ 973960 h 4892818"/>
                <a:gd name="connsiteX3-11121" fmla="*/ 266304 w 2465559"/>
                <a:gd name="connsiteY3-11122" fmla="*/ 1713265 h 4892818"/>
                <a:gd name="connsiteX4-11123" fmla="*/ 671894 w 2465559"/>
                <a:gd name="connsiteY4-11124" fmla="*/ 1552458 h 4892818"/>
                <a:gd name="connsiteX5-11125" fmla="*/ 961143 w 2465559"/>
                <a:gd name="connsiteY5-11126" fmla="*/ 1720409 h 4892818"/>
                <a:gd name="connsiteX6-11127" fmla="*/ 989135 w 2465559"/>
                <a:gd name="connsiteY6-11128" fmla="*/ 1916352 h 4892818"/>
                <a:gd name="connsiteX7-11129" fmla="*/ 961143 w 2465559"/>
                <a:gd name="connsiteY7-11130" fmla="*/ 2093828 h 4892818"/>
                <a:gd name="connsiteX8-11131" fmla="*/ 520418 w 2465559"/>
                <a:gd name="connsiteY8-11132" fmla="*/ 2903404 h 4892818"/>
                <a:gd name="connsiteX9-11133" fmla="*/ 501757 w 2465559"/>
                <a:gd name="connsiteY9-11134" fmla="*/ 3339562 h 4892818"/>
                <a:gd name="connsiteX10-11135" fmla="*/ 475951 w 2465559"/>
                <a:gd name="connsiteY10-11136" fmla="*/ 4267667 h 4892818"/>
                <a:gd name="connsiteX11-11137" fmla="*/ 401307 w 2465559"/>
                <a:gd name="connsiteY11-11138" fmla="*/ 4771520 h 4892818"/>
                <a:gd name="connsiteX12-11139" fmla="*/ 186703 w 2465559"/>
                <a:gd name="connsiteY12-11140" fmla="*/ 4892818 h 4892818"/>
                <a:gd name="connsiteX13-11141" fmla="*/ 597249 w 2465559"/>
                <a:gd name="connsiteY13-11142" fmla="*/ 4790181 h 4892818"/>
                <a:gd name="connsiteX14-11143" fmla="*/ 849176 w 2465559"/>
                <a:gd name="connsiteY14-11144" fmla="*/ 4463609 h 4892818"/>
                <a:gd name="connsiteX15-11145" fmla="*/ 753683 w 2465559"/>
                <a:gd name="connsiteY15-11146" fmla="*/ 4304940 h 4892818"/>
                <a:gd name="connsiteX16-11147" fmla="*/ 909679 w 2465559"/>
                <a:gd name="connsiteY16-11148" fmla="*/ 3694564 h 4892818"/>
                <a:gd name="connsiteX17-11149" fmla="*/ 867643 w 2465559"/>
                <a:gd name="connsiteY17-11150" fmla="*/ 3120390 h 4892818"/>
                <a:gd name="connsiteX18-11151" fmla="*/ 1365129 w 2465559"/>
                <a:gd name="connsiteY18-11152" fmla="*/ 2671937 h 4892818"/>
                <a:gd name="connsiteX19-11153" fmla="*/ 1495176 w 2465559"/>
                <a:gd name="connsiteY19-11154" fmla="*/ 3437048 h 4892818"/>
                <a:gd name="connsiteX20-11155" fmla="*/ 1175747 w 2465559"/>
                <a:gd name="connsiteY20-11156" fmla="*/ 4186267 h 4892818"/>
                <a:gd name="connsiteX21-11157" fmla="*/ 933151 w 2465559"/>
                <a:gd name="connsiteY21-11158" fmla="*/ 4771520 h 4892818"/>
                <a:gd name="connsiteX22-11159" fmla="*/ 1231731 w 2465559"/>
                <a:gd name="connsiteY22-11160" fmla="*/ 4827503 h 4892818"/>
                <a:gd name="connsiteX23-11161" fmla="*/ 1642278 w 2465559"/>
                <a:gd name="connsiteY23-11162" fmla="*/ 4883487 h 4892818"/>
                <a:gd name="connsiteX24-11163" fmla="*/ 1698262 w 2465559"/>
                <a:gd name="connsiteY24-11164" fmla="*/ 4827503 h 4892818"/>
                <a:gd name="connsiteX25-11165" fmla="*/ 1278384 w 2465559"/>
                <a:gd name="connsiteY25-11166" fmla="*/ 4640891 h 4892818"/>
                <a:gd name="connsiteX26-11167" fmla="*/ 1735584 w 2465559"/>
                <a:gd name="connsiteY26-11168" fmla="*/ 3698499 h 4892818"/>
                <a:gd name="connsiteX27-11169" fmla="*/ 1868399 w 2465559"/>
                <a:gd name="connsiteY27-11170" fmla="*/ 3372511 h 4892818"/>
                <a:gd name="connsiteX28-11171" fmla="*/ 1971036 w 2465559"/>
                <a:gd name="connsiteY28-11172" fmla="*/ 2205796 h 4892818"/>
                <a:gd name="connsiteX29-11173" fmla="*/ 1959519 w 2465559"/>
                <a:gd name="connsiteY29-11174" fmla="*/ 1972336 h 4892818"/>
                <a:gd name="connsiteX30-11175" fmla="*/ 2010109 w 2465559"/>
                <a:gd name="connsiteY30-11176" fmla="*/ 1807058 h 4892818"/>
                <a:gd name="connsiteX31-11177" fmla="*/ 2103414 w 2465559"/>
                <a:gd name="connsiteY31-11178" fmla="*/ 1648584 h 4892818"/>
                <a:gd name="connsiteX32-11179" fmla="*/ 2324434 w 2465559"/>
                <a:gd name="connsiteY32-11180" fmla="*/ 1337952 h 4892818"/>
                <a:gd name="connsiteX33-11181" fmla="*/ 2465559 w 2465559"/>
                <a:gd name="connsiteY33-11182" fmla="*/ 1020807 h 4892818"/>
                <a:gd name="connsiteX34-11183" fmla="*/ 1938671 w 2465559"/>
                <a:gd name="connsiteY34-11184" fmla="*/ 589607 h 4892818"/>
                <a:gd name="connsiteX35-11185" fmla="*/ 1476708 w 2465559"/>
                <a:gd name="connsiteY35-11186" fmla="*/ 444983 h 4892818"/>
                <a:gd name="connsiteX36-11187" fmla="*/ 1272504 w 2465559"/>
                <a:gd name="connsiteY36-11188" fmla="*/ 409167 h 4892818"/>
                <a:gd name="connsiteX37-11189" fmla="*/ 1054449 w 2465559"/>
                <a:gd name="connsiteY37-11190" fmla="*/ 451446 h 4892818"/>
                <a:gd name="connsiteX38-11191" fmla="*/ 1035399 w 2465559"/>
                <a:gd name="connsiteY38-11192" fmla="*/ 263036 h 4892818"/>
                <a:gd name="connsiteX39-11193" fmla="*/ 869490 w 2465559"/>
                <a:gd name="connsiteY39-11194" fmla="*/ 71127 h 4892818"/>
                <a:gd name="connsiteX40-11195" fmla="*/ 597249 w 2465559"/>
                <a:gd name="connsiteY40-11196" fmla="*/ 12907 h 4892818"/>
                <a:gd name="connsiteX41-11197" fmla="*/ 475951 w 2465559"/>
                <a:gd name="connsiteY41-11198" fmla="*/ 516760 h 4892818"/>
                <a:gd name="connsiteX42-11199" fmla="*/ 616105 w 2465559"/>
                <a:gd name="connsiteY42-11200" fmla="*/ 724609 h 4892818"/>
                <a:gd name="connsiteX43-11201" fmla="*/ 319712 w 2465559"/>
                <a:gd name="connsiteY43-11202" fmla="*/ 1088309 h 4892818"/>
                <a:gd name="connsiteX44-11203" fmla="*/ 189084 w 2465559"/>
                <a:gd name="connsiteY44-11204" fmla="*/ 852857 h 4892818"/>
                <a:gd name="connsiteX45-11205" fmla="*/ 275879 w 2465559"/>
                <a:gd name="connsiteY45-11206" fmla="*/ 811890 h 4892818"/>
                <a:gd name="connsiteX46-11207" fmla="*/ 355140 w 2465559"/>
                <a:gd name="connsiteY46-11208" fmla="*/ 730733 h 4892818"/>
                <a:gd name="connsiteX47-11209" fmla="*/ 343233 w 2465559"/>
                <a:gd name="connsiteY47-11210" fmla="*/ 530708 h 4892818"/>
                <a:gd name="connsiteX48-11211" fmla="*/ 147388 w 2465559"/>
                <a:gd name="connsiteY48-11212" fmla="*/ 542954 h 4892818"/>
                <a:gd name="connsiteX0-11213" fmla="*/ 147388 w 2465559"/>
                <a:gd name="connsiteY0-11214" fmla="*/ 542954 h 4892818"/>
                <a:gd name="connsiteX1-11215" fmla="*/ 90 w 2465559"/>
                <a:gd name="connsiteY1-11216" fmla="*/ 796679 h 4892818"/>
                <a:gd name="connsiteX2-11217" fmla="*/ 37413 w 2465559"/>
                <a:gd name="connsiteY2-11218" fmla="*/ 973960 h 4892818"/>
                <a:gd name="connsiteX3-11219" fmla="*/ 266304 w 2465559"/>
                <a:gd name="connsiteY3-11220" fmla="*/ 1713265 h 4892818"/>
                <a:gd name="connsiteX4-11221" fmla="*/ 671894 w 2465559"/>
                <a:gd name="connsiteY4-11222" fmla="*/ 1552458 h 4892818"/>
                <a:gd name="connsiteX5-11223" fmla="*/ 961143 w 2465559"/>
                <a:gd name="connsiteY5-11224" fmla="*/ 1720409 h 4892818"/>
                <a:gd name="connsiteX6-11225" fmla="*/ 989135 w 2465559"/>
                <a:gd name="connsiteY6-11226" fmla="*/ 1916352 h 4892818"/>
                <a:gd name="connsiteX7-11227" fmla="*/ 961143 w 2465559"/>
                <a:gd name="connsiteY7-11228" fmla="*/ 2093828 h 4892818"/>
                <a:gd name="connsiteX8-11229" fmla="*/ 520418 w 2465559"/>
                <a:gd name="connsiteY8-11230" fmla="*/ 2903404 h 4892818"/>
                <a:gd name="connsiteX9-11231" fmla="*/ 501757 w 2465559"/>
                <a:gd name="connsiteY9-11232" fmla="*/ 3339562 h 4892818"/>
                <a:gd name="connsiteX10-11233" fmla="*/ 475951 w 2465559"/>
                <a:gd name="connsiteY10-11234" fmla="*/ 4267667 h 4892818"/>
                <a:gd name="connsiteX11-11235" fmla="*/ 401307 w 2465559"/>
                <a:gd name="connsiteY11-11236" fmla="*/ 4771520 h 4892818"/>
                <a:gd name="connsiteX12-11237" fmla="*/ 186703 w 2465559"/>
                <a:gd name="connsiteY12-11238" fmla="*/ 4892818 h 4892818"/>
                <a:gd name="connsiteX13-11239" fmla="*/ 597249 w 2465559"/>
                <a:gd name="connsiteY13-11240" fmla="*/ 4790181 h 4892818"/>
                <a:gd name="connsiteX14-11241" fmla="*/ 849176 w 2465559"/>
                <a:gd name="connsiteY14-11242" fmla="*/ 4463609 h 4892818"/>
                <a:gd name="connsiteX15-11243" fmla="*/ 753683 w 2465559"/>
                <a:gd name="connsiteY15-11244" fmla="*/ 4304940 h 4892818"/>
                <a:gd name="connsiteX16-11245" fmla="*/ 909679 w 2465559"/>
                <a:gd name="connsiteY16-11246" fmla="*/ 3694564 h 4892818"/>
                <a:gd name="connsiteX17-11247" fmla="*/ 867643 w 2465559"/>
                <a:gd name="connsiteY17-11248" fmla="*/ 3120390 h 4892818"/>
                <a:gd name="connsiteX18-11249" fmla="*/ 1365129 w 2465559"/>
                <a:gd name="connsiteY18-11250" fmla="*/ 2671937 h 4892818"/>
                <a:gd name="connsiteX19-11251" fmla="*/ 1495176 w 2465559"/>
                <a:gd name="connsiteY19-11252" fmla="*/ 3437048 h 4892818"/>
                <a:gd name="connsiteX20-11253" fmla="*/ 1175747 w 2465559"/>
                <a:gd name="connsiteY20-11254" fmla="*/ 4186267 h 4892818"/>
                <a:gd name="connsiteX21-11255" fmla="*/ 933151 w 2465559"/>
                <a:gd name="connsiteY21-11256" fmla="*/ 4771520 h 4892818"/>
                <a:gd name="connsiteX22-11257" fmla="*/ 1231731 w 2465559"/>
                <a:gd name="connsiteY22-11258" fmla="*/ 4827503 h 4892818"/>
                <a:gd name="connsiteX23-11259" fmla="*/ 1642278 w 2465559"/>
                <a:gd name="connsiteY23-11260" fmla="*/ 4883487 h 4892818"/>
                <a:gd name="connsiteX24-11261" fmla="*/ 1698262 w 2465559"/>
                <a:gd name="connsiteY24-11262" fmla="*/ 4827503 h 4892818"/>
                <a:gd name="connsiteX25-11263" fmla="*/ 1278384 w 2465559"/>
                <a:gd name="connsiteY25-11264" fmla="*/ 4640891 h 4892818"/>
                <a:gd name="connsiteX26-11265" fmla="*/ 1735584 w 2465559"/>
                <a:gd name="connsiteY26-11266" fmla="*/ 3698499 h 4892818"/>
                <a:gd name="connsiteX27-11267" fmla="*/ 1868399 w 2465559"/>
                <a:gd name="connsiteY27-11268" fmla="*/ 3372511 h 4892818"/>
                <a:gd name="connsiteX28-11269" fmla="*/ 1971036 w 2465559"/>
                <a:gd name="connsiteY28-11270" fmla="*/ 2205796 h 4892818"/>
                <a:gd name="connsiteX29-11271" fmla="*/ 1959519 w 2465559"/>
                <a:gd name="connsiteY29-11272" fmla="*/ 1972336 h 4892818"/>
                <a:gd name="connsiteX30-11273" fmla="*/ 2010109 w 2465559"/>
                <a:gd name="connsiteY30-11274" fmla="*/ 1807058 h 4892818"/>
                <a:gd name="connsiteX31-11275" fmla="*/ 2103414 w 2465559"/>
                <a:gd name="connsiteY31-11276" fmla="*/ 1648584 h 4892818"/>
                <a:gd name="connsiteX32-11277" fmla="*/ 2324434 w 2465559"/>
                <a:gd name="connsiteY32-11278" fmla="*/ 1337952 h 4892818"/>
                <a:gd name="connsiteX33-11279" fmla="*/ 2465559 w 2465559"/>
                <a:gd name="connsiteY33-11280" fmla="*/ 1020807 h 4892818"/>
                <a:gd name="connsiteX34-11281" fmla="*/ 1938671 w 2465559"/>
                <a:gd name="connsiteY34-11282" fmla="*/ 589607 h 4892818"/>
                <a:gd name="connsiteX35-11283" fmla="*/ 1476708 w 2465559"/>
                <a:gd name="connsiteY35-11284" fmla="*/ 444983 h 4892818"/>
                <a:gd name="connsiteX36-11285" fmla="*/ 1272504 w 2465559"/>
                <a:gd name="connsiteY36-11286" fmla="*/ 409167 h 4892818"/>
                <a:gd name="connsiteX37-11287" fmla="*/ 1054449 w 2465559"/>
                <a:gd name="connsiteY37-11288" fmla="*/ 451446 h 4892818"/>
                <a:gd name="connsiteX38-11289" fmla="*/ 1035399 w 2465559"/>
                <a:gd name="connsiteY38-11290" fmla="*/ 263036 h 4892818"/>
                <a:gd name="connsiteX39-11291" fmla="*/ 869490 w 2465559"/>
                <a:gd name="connsiteY39-11292" fmla="*/ 71127 h 4892818"/>
                <a:gd name="connsiteX40-11293" fmla="*/ 597249 w 2465559"/>
                <a:gd name="connsiteY40-11294" fmla="*/ 12907 h 4892818"/>
                <a:gd name="connsiteX41-11295" fmla="*/ 475951 w 2465559"/>
                <a:gd name="connsiteY41-11296" fmla="*/ 516760 h 4892818"/>
                <a:gd name="connsiteX42-11297" fmla="*/ 616105 w 2465559"/>
                <a:gd name="connsiteY42-11298" fmla="*/ 724609 h 4892818"/>
                <a:gd name="connsiteX43-11299" fmla="*/ 319712 w 2465559"/>
                <a:gd name="connsiteY43-11300" fmla="*/ 1088309 h 4892818"/>
                <a:gd name="connsiteX44-11301" fmla="*/ 189084 w 2465559"/>
                <a:gd name="connsiteY44-11302" fmla="*/ 852857 h 4892818"/>
                <a:gd name="connsiteX45-11303" fmla="*/ 275879 w 2465559"/>
                <a:gd name="connsiteY45-11304" fmla="*/ 811890 h 4892818"/>
                <a:gd name="connsiteX46-11305" fmla="*/ 355140 w 2465559"/>
                <a:gd name="connsiteY46-11306" fmla="*/ 730733 h 4892818"/>
                <a:gd name="connsiteX47-11307" fmla="*/ 343233 w 2465559"/>
                <a:gd name="connsiteY47-11308" fmla="*/ 530708 h 4892818"/>
                <a:gd name="connsiteX48-11309" fmla="*/ 147388 w 2465559"/>
                <a:gd name="connsiteY48-11310" fmla="*/ 542954 h 4892818"/>
                <a:gd name="connsiteX0-11311" fmla="*/ 147388 w 2465559"/>
                <a:gd name="connsiteY0-11312" fmla="*/ 542954 h 4892818"/>
                <a:gd name="connsiteX1-11313" fmla="*/ 90 w 2465559"/>
                <a:gd name="connsiteY1-11314" fmla="*/ 796679 h 4892818"/>
                <a:gd name="connsiteX2-11315" fmla="*/ 37413 w 2465559"/>
                <a:gd name="connsiteY2-11316" fmla="*/ 973960 h 4892818"/>
                <a:gd name="connsiteX3-11317" fmla="*/ 266304 w 2465559"/>
                <a:gd name="connsiteY3-11318" fmla="*/ 1713265 h 4892818"/>
                <a:gd name="connsiteX4-11319" fmla="*/ 671894 w 2465559"/>
                <a:gd name="connsiteY4-11320" fmla="*/ 1552458 h 4892818"/>
                <a:gd name="connsiteX5-11321" fmla="*/ 961143 w 2465559"/>
                <a:gd name="connsiteY5-11322" fmla="*/ 1720409 h 4892818"/>
                <a:gd name="connsiteX6-11323" fmla="*/ 989135 w 2465559"/>
                <a:gd name="connsiteY6-11324" fmla="*/ 1916352 h 4892818"/>
                <a:gd name="connsiteX7-11325" fmla="*/ 961143 w 2465559"/>
                <a:gd name="connsiteY7-11326" fmla="*/ 2093828 h 4892818"/>
                <a:gd name="connsiteX8-11327" fmla="*/ 520418 w 2465559"/>
                <a:gd name="connsiteY8-11328" fmla="*/ 2903404 h 4892818"/>
                <a:gd name="connsiteX9-11329" fmla="*/ 501757 w 2465559"/>
                <a:gd name="connsiteY9-11330" fmla="*/ 3339562 h 4892818"/>
                <a:gd name="connsiteX10-11331" fmla="*/ 475951 w 2465559"/>
                <a:gd name="connsiteY10-11332" fmla="*/ 4286717 h 4892818"/>
                <a:gd name="connsiteX11-11333" fmla="*/ 401307 w 2465559"/>
                <a:gd name="connsiteY11-11334" fmla="*/ 4771520 h 4892818"/>
                <a:gd name="connsiteX12-11335" fmla="*/ 186703 w 2465559"/>
                <a:gd name="connsiteY12-11336" fmla="*/ 4892818 h 4892818"/>
                <a:gd name="connsiteX13-11337" fmla="*/ 597249 w 2465559"/>
                <a:gd name="connsiteY13-11338" fmla="*/ 4790181 h 4892818"/>
                <a:gd name="connsiteX14-11339" fmla="*/ 849176 w 2465559"/>
                <a:gd name="connsiteY14-11340" fmla="*/ 4463609 h 4892818"/>
                <a:gd name="connsiteX15-11341" fmla="*/ 753683 w 2465559"/>
                <a:gd name="connsiteY15-11342" fmla="*/ 4304940 h 4892818"/>
                <a:gd name="connsiteX16-11343" fmla="*/ 909679 w 2465559"/>
                <a:gd name="connsiteY16-11344" fmla="*/ 3694564 h 4892818"/>
                <a:gd name="connsiteX17-11345" fmla="*/ 867643 w 2465559"/>
                <a:gd name="connsiteY17-11346" fmla="*/ 3120390 h 4892818"/>
                <a:gd name="connsiteX18-11347" fmla="*/ 1365129 w 2465559"/>
                <a:gd name="connsiteY18-11348" fmla="*/ 2671937 h 4892818"/>
                <a:gd name="connsiteX19-11349" fmla="*/ 1495176 w 2465559"/>
                <a:gd name="connsiteY19-11350" fmla="*/ 3437048 h 4892818"/>
                <a:gd name="connsiteX20-11351" fmla="*/ 1175747 w 2465559"/>
                <a:gd name="connsiteY20-11352" fmla="*/ 4186267 h 4892818"/>
                <a:gd name="connsiteX21-11353" fmla="*/ 933151 w 2465559"/>
                <a:gd name="connsiteY21-11354" fmla="*/ 4771520 h 4892818"/>
                <a:gd name="connsiteX22-11355" fmla="*/ 1231731 w 2465559"/>
                <a:gd name="connsiteY22-11356" fmla="*/ 4827503 h 4892818"/>
                <a:gd name="connsiteX23-11357" fmla="*/ 1642278 w 2465559"/>
                <a:gd name="connsiteY23-11358" fmla="*/ 4883487 h 4892818"/>
                <a:gd name="connsiteX24-11359" fmla="*/ 1698262 w 2465559"/>
                <a:gd name="connsiteY24-11360" fmla="*/ 4827503 h 4892818"/>
                <a:gd name="connsiteX25-11361" fmla="*/ 1278384 w 2465559"/>
                <a:gd name="connsiteY25-11362" fmla="*/ 4640891 h 4892818"/>
                <a:gd name="connsiteX26-11363" fmla="*/ 1735584 w 2465559"/>
                <a:gd name="connsiteY26-11364" fmla="*/ 3698499 h 4892818"/>
                <a:gd name="connsiteX27-11365" fmla="*/ 1868399 w 2465559"/>
                <a:gd name="connsiteY27-11366" fmla="*/ 3372511 h 4892818"/>
                <a:gd name="connsiteX28-11367" fmla="*/ 1971036 w 2465559"/>
                <a:gd name="connsiteY28-11368" fmla="*/ 2205796 h 4892818"/>
                <a:gd name="connsiteX29-11369" fmla="*/ 1959519 w 2465559"/>
                <a:gd name="connsiteY29-11370" fmla="*/ 1972336 h 4892818"/>
                <a:gd name="connsiteX30-11371" fmla="*/ 2010109 w 2465559"/>
                <a:gd name="connsiteY30-11372" fmla="*/ 1807058 h 4892818"/>
                <a:gd name="connsiteX31-11373" fmla="*/ 2103414 w 2465559"/>
                <a:gd name="connsiteY31-11374" fmla="*/ 1648584 h 4892818"/>
                <a:gd name="connsiteX32-11375" fmla="*/ 2324434 w 2465559"/>
                <a:gd name="connsiteY32-11376" fmla="*/ 1337952 h 4892818"/>
                <a:gd name="connsiteX33-11377" fmla="*/ 2465559 w 2465559"/>
                <a:gd name="connsiteY33-11378" fmla="*/ 1020807 h 4892818"/>
                <a:gd name="connsiteX34-11379" fmla="*/ 1938671 w 2465559"/>
                <a:gd name="connsiteY34-11380" fmla="*/ 589607 h 4892818"/>
                <a:gd name="connsiteX35-11381" fmla="*/ 1476708 w 2465559"/>
                <a:gd name="connsiteY35-11382" fmla="*/ 444983 h 4892818"/>
                <a:gd name="connsiteX36-11383" fmla="*/ 1272504 w 2465559"/>
                <a:gd name="connsiteY36-11384" fmla="*/ 409167 h 4892818"/>
                <a:gd name="connsiteX37-11385" fmla="*/ 1054449 w 2465559"/>
                <a:gd name="connsiteY37-11386" fmla="*/ 451446 h 4892818"/>
                <a:gd name="connsiteX38-11387" fmla="*/ 1035399 w 2465559"/>
                <a:gd name="connsiteY38-11388" fmla="*/ 263036 h 4892818"/>
                <a:gd name="connsiteX39-11389" fmla="*/ 869490 w 2465559"/>
                <a:gd name="connsiteY39-11390" fmla="*/ 71127 h 4892818"/>
                <a:gd name="connsiteX40-11391" fmla="*/ 597249 w 2465559"/>
                <a:gd name="connsiteY40-11392" fmla="*/ 12907 h 4892818"/>
                <a:gd name="connsiteX41-11393" fmla="*/ 475951 w 2465559"/>
                <a:gd name="connsiteY41-11394" fmla="*/ 516760 h 4892818"/>
                <a:gd name="connsiteX42-11395" fmla="*/ 616105 w 2465559"/>
                <a:gd name="connsiteY42-11396" fmla="*/ 724609 h 4892818"/>
                <a:gd name="connsiteX43-11397" fmla="*/ 319712 w 2465559"/>
                <a:gd name="connsiteY43-11398" fmla="*/ 1088309 h 4892818"/>
                <a:gd name="connsiteX44-11399" fmla="*/ 189084 w 2465559"/>
                <a:gd name="connsiteY44-11400" fmla="*/ 852857 h 4892818"/>
                <a:gd name="connsiteX45-11401" fmla="*/ 275879 w 2465559"/>
                <a:gd name="connsiteY45-11402" fmla="*/ 811890 h 4892818"/>
                <a:gd name="connsiteX46-11403" fmla="*/ 355140 w 2465559"/>
                <a:gd name="connsiteY46-11404" fmla="*/ 730733 h 4892818"/>
                <a:gd name="connsiteX47-11405" fmla="*/ 343233 w 2465559"/>
                <a:gd name="connsiteY47-11406" fmla="*/ 530708 h 4892818"/>
                <a:gd name="connsiteX48-11407" fmla="*/ 147388 w 2465559"/>
                <a:gd name="connsiteY48-11408" fmla="*/ 542954 h 4892818"/>
                <a:gd name="connsiteX0-11409" fmla="*/ 147388 w 2465559"/>
                <a:gd name="connsiteY0-11410" fmla="*/ 542954 h 4892818"/>
                <a:gd name="connsiteX1-11411" fmla="*/ 90 w 2465559"/>
                <a:gd name="connsiteY1-11412" fmla="*/ 796679 h 4892818"/>
                <a:gd name="connsiteX2-11413" fmla="*/ 37413 w 2465559"/>
                <a:gd name="connsiteY2-11414" fmla="*/ 973960 h 4892818"/>
                <a:gd name="connsiteX3-11415" fmla="*/ 266304 w 2465559"/>
                <a:gd name="connsiteY3-11416" fmla="*/ 1713265 h 4892818"/>
                <a:gd name="connsiteX4-11417" fmla="*/ 671894 w 2465559"/>
                <a:gd name="connsiteY4-11418" fmla="*/ 1552458 h 4892818"/>
                <a:gd name="connsiteX5-11419" fmla="*/ 961143 w 2465559"/>
                <a:gd name="connsiteY5-11420" fmla="*/ 1720409 h 4892818"/>
                <a:gd name="connsiteX6-11421" fmla="*/ 989135 w 2465559"/>
                <a:gd name="connsiteY6-11422" fmla="*/ 1916352 h 4892818"/>
                <a:gd name="connsiteX7-11423" fmla="*/ 961143 w 2465559"/>
                <a:gd name="connsiteY7-11424" fmla="*/ 2093828 h 4892818"/>
                <a:gd name="connsiteX8-11425" fmla="*/ 520418 w 2465559"/>
                <a:gd name="connsiteY8-11426" fmla="*/ 2903404 h 4892818"/>
                <a:gd name="connsiteX9-11427" fmla="*/ 501757 w 2465559"/>
                <a:gd name="connsiteY9-11428" fmla="*/ 3339562 h 4892818"/>
                <a:gd name="connsiteX10-11429" fmla="*/ 475951 w 2465559"/>
                <a:gd name="connsiteY10-11430" fmla="*/ 4286717 h 4892818"/>
                <a:gd name="connsiteX11-11431" fmla="*/ 401307 w 2465559"/>
                <a:gd name="connsiteY11-11432" fmla="*/ 4771520 h 4892818"/>
                <a:gd name="connsiteX12-11433" fmla="*/ 186703 w 2465559"/>
                <a:gd name="connsiteY12-11434" fmla="*/ 4892818 h 4892818"/>
                <a:gd name="connsiteX13-11435" fmla="*/ 597249 w 2465559"/>
                <a:gd name="connsiteY13-11436" fmla="*/ 4790181 h 4892818"/>
                <a:gd name="connsiteX14-11437" fmla="*/ 849176 w 2465559"/>
                <a:gd name="connsiteY14-11438" fmla="*/ 4463609 h 4892818"/>
                <a:gd name="connsiteX15-11439" fmla="*/ 753683 w 2465559"/>
                <a:gd name="connsiteY15-11440" fmla="*/ 4304940 h 4892818"/>
                <a:gd name="connsiteX16-11441" fmla="*/ 909679 w 2465559"/>
                <a:gd name="connsiteY16-11442" fmla="*/ 3694564 h 4892818"/>
                <a:gd name="connsiteX17-11443" fmla="*/ 867643 w 2465559"/>
                <a:gd name="connsiteY17-11444" fmla="*/ 3120390 h 4892818"/>
                <a:gd name="connsiteX18-11445" fmla="*/ 1365129 w 2465559"/>
                <a:gd name="connsiteY18-11446" fmla="*/ 2671937 h 4892818"/>
                <a:gd name="connsiteX19-11447" fmla="*/ 1495176 w 2465559"/>
                <a:gd name="connsiteY19-11448" fmla="*/ 3437048 h 4892818"/>
                <a:gd name="connsiteX20-11449" fmla="*/ 1175747 w 2465559"/>
                <a:gd name="connsiteY20-11450" fmla="*/ 4186267 h 4892818"/>
                <a:gd name="connsiteX21-11451" fmla="*/ 933151 w 2465559"/>
                <a:gd name="connsiteY21-11452" fmla="*/ 4771520 h 4892818"/>
                <a:gd name="connsiteX22-11453" fmla="*/ 1231731 w 2465559"/>
                <a:gd name="connsiteY22-11454" fmla="*/ 4827503 h 4892818"/>
                <a:gd name="connsiteX23-11455" fmla="*/ 1642278 w 2465559"/>
                <a:gd name="connsiteY23-11456" fmla="*/ 4883487 h 4892818"/>
                <a:gd name="connsiteX24-11457" fmla="*/ 1698262 w 2465559"/>
                <a:gd name="connsiteY24-11458" fmla="*/ 4827503 h 4892818"/>
                <a:gd name="connsiteX25-11459" fmla="*/ 1278384 w 2465559"/>
                <a:gd name="connsiteY25-11460" fmla="*/ 4640891 h 4892818"/>
                <a:gd name="connsiteX26-11461" fmla="*/ 1735584 w 2465559"/>
                <a:gd name="connsiteY26-11462" fmla="*/ 3698499 h 4892818"/>
                <a:gd name="connsiteX27-11463" fmla="*/ 1868399 w 2465559"/>
                <a:gd name="connsiteY27-11464" fmla="*/ 3372511 h 4892818"/>
                <a:gd name="connsiteX28-11465" fmla="*/ 1971036 w 2465559"/>
                <a:gd name="connsiteY28-11466" fmla="*/ 2205796 h 4892818"/>
                <a:gd name="connsiteX29-11467" fmla="*/ 1959519 w 2465559"/>
                <a:gd name="connsiteY29-11468" fmla="*/ 1972336 h 4892818"/>
                <a:gd name="connsiteX30-11469" fmla="*/ 2010109 w 2465559"/>
                <a:gd name="connsiteY30-11470" fmla="*/ 1807058 h 4892818"/>
                <a:gd name="connsiteX31-11471" fmla="*/ 2103414 w 2465559"/>
                <a:gd name="connsiteY31-11472" fmla="*/ 1648584 h 4892818"/>
                <a:gd name="connsiteX32-11473" fmla="*/ 2324434 w 2465559"/>
                <a:gd name="connsiteY32-11474" fmla="*/ 1337952 h 4892818"/>
                <a:gd name="connsiteX33-11475" fmla="*/ 2465559 w 2465559"/>
                <a:gd name="connsiteY33-11476" fmla="*/ 1020807 h 4892818"/>
                <a:gd name="connsiteX34-11477" fmla="*/ 1938671 w 2465559"/>
                <a:gd name="connsiteY34-11478" fmla="*/ 589607 h 4892818"/>
                <a:gd name="connsiteX35-11479" fmla="*/ 1476708 w 2465559"/>
                <a:gd name="connsiteY35-11480" fmla="*/ 444983 h 4892818"/>
                <a:gd name="connsiteX36-11481" fmla="*/ 1272504 w 2465559"/>
                <a:gd name="connsiteY36-11482" fmla="*/ 409167 h 4892818"/>
                <a:gd name="connsiteX37-11483" fmla="*/ 1054449 w 2465559"/>
                <a:gd name="connsiteY37-11484" fmla="*/ 451446 h 4892818"/>
                <a:gd name="connsiteX38-11485" fmla="*/ 1035399 w 2465559"/>
                <a:gd name="connsiteY38-11486" fmla="*/ 263036 h 4892818"/>
                <a:gd name="connsiteX39-11487" fmla="*/ 869490 w 2465559"/>
                <a:gd name="connsiteY39-11488" fmla="*/ 71127 h 4892818"/>
                <a:gd name="connsiteX40-11489" fmla="*/ 597249 w 2465559"/>
                <a:gd name="connsiteY40-11490" fmla="*/ 12907 h 4892818"/>
                <a:gd name="connsiteX41-11491" fmla="*/ 475951 w 2465559"/>
                <a:gd name="connsiteY41-11492" fmla="*/ 516760 h 4892818"/>
                <a:gd name="connsiteX42-11493" fmla="*/ 616105 w 2465559"/>
                <a:gd name="connsiteY42-11494" fmla="*/ 724609 h 4892818"/>
                <a:gd name="connsiteX43-11495" fmla="*/ 319712 w 2465559"/>
                <a:gd name="connsiteY43-11496" fmla="*/ 1088309 h 4892818"/>
                <a:gd name="connsiteX44-11497" fmla="*/ 189084 w 2465559"/>
                <a:gd name="connsiteY44-11498" fmla="*/ 852857 h 4892818"/>
                <a:gd name="connsiteX45-11499" fmla="*/ 275879 w 2465559"/>
                <a:gd name="connsiteY45-11500" fmla="*/ 811890 h 4892818"/>
                <a:gd name="connsiteX46-11501" fmla="*/ 355140 w 2465559"/>
                <a:gd name="connsiteY46-11502" fmla="*/ 730733 h 4892818"/>
                <a:gd name="connsiteX47-11503" fmla="*/ 343233 w 2465559"/>
                <a:gd name="connsiteY47-11504" fmla="*/ 530708 h 4892818"/>
                <a:gd name="connsiteX48-11505" fmla="*/ 147388 w 2465559"/>
                <a:gd name="connsiteY48-11506" fmla="*/ 542954 h 4892818"/>
                <a:gd name="connsiteX0-11507" fmla="*/ 147388 w 2465559"/>
                <a:gd name="connsiteY0-11508" fmla="*/ 542954 h 4892818"/>
                <a:gd name="connsiteX1-11509" fmla="*/ 90 w 2465559"/>
                <a:gd name="connsiteY1-11510" fmla="*/ 796679 h 4892818"/>
                <a:gd name="connsiteX2-11511" fmla="*/ 37413 w 2465559"/>
                <a:gd name="connsiteY2-11512" fmla="*/ 973960 h 4892818"/>
                <a:gd name="connsiteX3-11513" fmla="*/ 266304 w 2465559"/>
                <a:gd name="connsiteY3-11514" fmla="*/ 1713265 h 4892818"/>
                <a:gd name="connsiteX4-11515" fmla="*/ 671894 w 2465559"/>
                <a:gd name="connsiteY4-11516" fmla="*/ 1552458 h 4892818"/>
                <a:gd name="connsiteX5-11517" fmla="*/ 961143 w 2465559"/>
                <a:gd name="connsiteY5-11518" fmla="*/ 1720409 h 4892818"/>
                <a:gd name="connsiteX6-11519" fmla="*/ 989135 w 2465559"/>
                <a:gd name="connsiteY6-11520" fmla="*/ 1916352 h 4892818"/>
                <a:gd name="connsiteX7-11521" fmla="*/ 961143 w 2465559"/>
                <a:gd name="connsiteY7-11522" fmla="*/ 2093828 h 4892818"/>
                <a:gd name="connsiteX8-11523" fmla="*/ 520418 w 2465559"/>
                <a:gd name="connsiteY8-11524" fmla="*/ 2903404 h 4892818"/>
                <a:gd name="connsiteX9-11525" fmla="*/ 501757 w 2465559"/>
                <a:gd name="connsiteY9-11526" fmla="*/ 3339562 h 4892818"/>
                <a:gd name="connsiteX10-11527" fmla="*/ 475951 w 2465559"/>
                <a:gd name="connsiteY10-11528" fmla="*/ 4286717 h 4892818"/>
                <a:gd name="connsiteX11-11529" fmla="*/ 401307 w 2465559"/>
                <a:gd name="connsiteY11-11530" fmla="*/ 4771520 h 4892818"/>
                <a:gd name="connsiteX12-11531" fmla="*/ 186703 w 2465559"/>
                <a:gd name="connsiteY12-11532" fmla="*/ 4892818 h 4892818"/>
                <a:gd name="connsiteX13-11533" fmla="*/ 597249 w 2465559"/>
                <a:gd name="connsiteY13-11534" fmla="*/ 4790181 h 4892818"/>
                <a:gd name="connsiteX14-11535" fmla="*/ 849176 w 2465559"/>
                <a:gd name="connsiteY14-11536" fmla="*/ 4463609 h 4892818"/>
                <a:gd name="connsiteX15-11537" fmla="*/ 753683 w 2465559"/>
                <a:gd name="connsiteY15-11538" fmla="*/ 4304940 h 4892818"/>
                <a:gd name="connsiteX16-11539" fmla="*/ 909679 w 2465559"/>
                <a:gd name="connsiteY16-11540" fmla="*/ 3694564 h 4892818"/>
                <a:gd name="connsiteX17-11541" fmla="*/ 867643 w 2465559"/>
                <a:gd name="connsiteY17-11542" fmla="*/ 3120390 h 4892818"/>
                <a:gd name="connsiteX18-11543" fmla="*/ 1365129 w 2465559"/>
                <a:gd name="connsiteY18-11544" fmla="*/ 2671937 h 4892818"/>
                <a:gd name="connsiteX19-11545" fmla="*/ 1495176 w 2465559"/>
                <a:gd name="connsiteY19-11546" fmla="*/ 3437048 h 4892818"/>
                <a:gd name="connsiteX20-11547" fmla="*/ 1175747 w 2465559"/>
                <a:gd name="connsiteY20-11548" fmla="*/ 4186267 h 4892818"/>
                <a:gd name="connsiteX21-11549" fmla="*/ 933151 w 2465559"/>
                <a:gd name="connsiteY21-11550" fmla="*/ 4771520 h 4892818"/>
                <a:gd name="connsiteX22-11551" fmla="*/ 1231731 w 2465559"/>
                <a:gd name="connsiteY22-11552" fmla="*/ 4827503 h 4892818"/>
                <a:gd name="connsiteX23-11553" fmla="*/ 1642278 w 2465559"/>
                <a:gd name="connsiteY23-11554" fmla="*/ 4883487 h 4892818"/>
                <a:gd name="connsiteX24-11555" fmla="*/ 1698262 w 2465559"/>
                <a:gd name="connsiteY24-11556" fmla="*/ 4827503 h 4892818"/>
                <a:gd name="connsiteX25-11557" fmla="*/ 1278384 w 2465559"/>
                <a:gd name="connsiteY25-11558" fmla="*/ 4640891 h 4892818"/>
                <a:gd name="connsiteX26-11559" fmla="*/ 1735584 w 2465559"/>
                <a:gd name="connsiteY26-11560" fmla="*/ 3698499 h 4892818"/>
                <a:gd name="connsiteX27-11561" fmla="*/ 1868399 w 2465559"/>
                <a:gd name="connsiteY27-11562" fmla="*/ 3372511 h 4892818"/>
                <a:gd name="connsiteX28-11563" fmla="*/ 1971036 w 2465559"/>
                <a:gd name="connsiteY28-11564" fmla="*/ 2205796 h 4892818"/>
                <a:gd name="connsiteX29-11565" fmla="*/ 1959519 w 2465559"/>
                <a:gd name="connsiteY29-11566" fmla="*/ 1972336 h 4892818"/>
                <a:gd name="connsiteX30-11567" fmla="*/ 2010109 w 2465559"/>
                <a:gd name="connsiteY30-11568" fmla="*/ 1807058 h 4892818"/>
                <a:gd name="connsiteX31-11569" fmla="*/ 2103414 w 2465559"/>
                <a:gd name="connsiteY31-11570" fmla="*/ 1648584 h 4892818"/>
                <a:gd name="connsiteX32-11571" fmla="*/ 2324434 w 2465559"/>
                <a:gd name="connsiteY32-11572" fmla="*/ 1337952 h 4892818"/>
                <a:gd name="connsiteX33-11573" fmla="*/ 2465559 w 2465559"/>
                <a:gd name="connsiteY33-11574" fmla="*/ 1020807 h 4892818"/>
                <a:gd name="connsiteX34-11575" fmla="*/ 1938671 w 2465559"/>
                <a:gd name="connsiteY34-11576" fmla="*/ 589607 h 4892818"/>
                <a:gd name="connsiteX35-11577" fmla="*/ 1476708 w 2465559"/>
                <a:gd name="connsiteY35-11578" fmla="*/ 444983 h 4892818"/>
                <a:gd name="connsiteX36-11579" fmla="*/ 1272504 w 2465559"/>
                <a:gd name="connsiteY36-11580" fmla="*/ 409167 h 4892818"/>
                <a:gd name="connsiteX37-11581" fmla="*/ 1054449 w 2465559"/>
                <a:gd name="connsiteY37-11582" fmla="*/ 451446 h 4892818"/>
                <a:gd name="connsiteX38-11583" fmla="*/ 1035399 w 2465559"/>
                <a:gd name="connsiteY38-11584" fmla="*/ 263036 h 4892818"/>
                <a:gd name="connsiteX39-11585" fmla="*/ 869490 w 2465559"/>
                <a:gd name="connsiteY39-11586" fmla="*/ 71127 h 4892818"/>
                <a:gd name="connsiteX40-11587" fmla="*/ 597249 w 2465559"/>
                <a:gd name="connsiteY40-11588" fmla="*/ 12907 h 4892818"/>
                <a:gd name="connsiteX41-11589" fmla="*/ 475951 w 2465559"/>
                <a:gd name="connsiteY41-11590" fmla="*/ 516760 h 4892818"/>
                <a:gd name="connsiteX42-11591" fmla="*/ 616105 w 2465559"/>
                <a:gd name="connsiteY42-11592" fmla="*/ 724609 h 4892818"/>
                <a:gd name="connsiteX43-11593" fmla="*/ 319712 w 2465559"/>
                <a:gd name="connsiteY43-11594" fmla="*/ 1088309 h 4892818"/>
                <a:gd name="connsiteX44-11595" fmla="*/ 189084 w 2465559"/>
                <a:gd name="connsiteY44-11596" fmla="*/ 852857 h 4892818"/>
                <a:gd name="connsiteX45-11597" fmla="*/ 275879 w 2465559"/>
                <a:gd name="connsiteY45-11598" fmla="*/ 811890 h 4892818"/>
                <a:gd name="connsiteX46-11599" fmla="*/ 355140 w 2465559"/>
                <a:gd name="connsiteY46-11600" fmla="*/ 730733 h 4892818"/>
                <a:gd name="connsiteX47-11601" fmla="*/ 343233 w 2465559"/>
                <a:gd name="connsiteY47-11602" fmla="*/ 530708 h 4892818"/>
                <a:gd name="connsiteX48-11603" fmla="*/ 147388 w 2465559"/>
                <a:gd name="connsiteY48-11604" fmla="*/ 542954 h 4892818"/>
                <a:gd name="connsiteX0-11605" fmla="*/ 147388 w 2465559"/>
                <a:gd name="connsiteY0-11606" fmla="*/ 542954 h 4892818"/>
                <a:gd name="connsiteX1-11607" fmla="*/ 90 w 2465559"/>
                <a:gd name="connsiteY1-11608" fmla="*/ 796679 h 4892818"/>
                <a:gd name="connsiteX2-11609" fmla="*/ 37413 w 2465559"/>
                <a:gd name="connsiteY2-11610" fmla="*/ 973960 h 4892818"/>
                <a:gd name="connsiteX3-11611" fmla="*/ 266304 w 2465559"/>
                <a:gd name="connsiteY3-11612" fmla="*/ 1713265 h 4892818"/>
                <a:gd name="connsiteX4-11613" fmla="*/ 671894 w 2465559"/>
                <a:gd name="connsiteY4-11614" fmla="*/ 1552458 h 4892818"/>
                <a:gd name="connsiteX5-11615" fmla="*/ 961143 w 2465559"/>
                <a:gd name="connsiteY5-11616" fmla="*/ 1720409 h 4892818"/>
                <a:gd name="connsiteX6-11617" fmla="*/ 989135 w 2465559"/>
                <a:gd name="connsiteY6-11618" fmla="*/ 1916352 h 4892818"/>
                <a:gd name="connsiteX7-11619" fmla="*/ 961143 w 2465559"/>
                <a:gd name="connsiteY7-11620" fmla="*/ 2093828 h 4892818"/>
                <a:gd name="connsiteX8-11621" fmla="*/ 520418 w 2465559"/>
                <a:gd name="connsiteY8-11622" fmla="*/ 2903404 h 4892818"/>
                <a:gd name="connsiteX9-11623" fmla="*/ 501757 w 2465559"/>
                <a:gd name="connsiteY9-11624" fmla="*/ 3339562 h 4892818"/>
                <a:gd name="connsiteX10-11625" fmla="*/ 475951 w 2465559"/>
                <a:gd name="connsiteY10-11626" fmla="*/ 4286717 h 4892818"/>
                <a:gd name="connsiteX11-11627" fmla="*/ 401307 w 2465559"/>
                <a:gd name="connsiteY11-11628" fmla="*/ 4771520 h 4892818"/>
                <a:gd name="connsiteX12-11629" fmla="*/ 186703 w 2465559"/>
                <a:gd name="connsiteY12-11630" fmla="*/ 4892818 h 4892818"/>
                <a:gd name="connsiteX13-11631" fmla="*/ 597249 w 2465559"/>
                <a:gd name="connsiteY13-11632" fmla="*/ 4790181 h 4892818"/>
                <a:gd name="connsiteX14-11633" fmla="*/ 849176 w 2465559"/>
                <a:gd name="connsiteY14-11634" fmla="*/ 4463609 h 4892818"/>
                <a:gd name="connsiteX15-11635" fmla="*/ 753683 w 2465559"/>
                <a:gd name="connsiteY15-11636" fmla="*/ 4304940 h 4892818"/>
                <a:gd name="connsiteX16-11637" fmla="*/ 909679 w 2465559"/>
                <a:gd name="connsiteY16-11638" fmla="*/ 3694564 h 4892818"/>
                <a:gd name="connsiteX17-11639" fmla="*/ 867643 w 2465559"/>
                <a:gd name="connsiteY17-11640" fmla="*/ 3120390 h 4892818"/>
                <a:gd name="connsiteX18-11641" fmla="*/ 1365129 w 2465559"/>
                <a:gd name="connsiteY18-11642" fmla="*/ 2671937 h 4892818"/>
                <a:gd name="connsiteX19-11643" fmla="*/ 1495176 w 2465559"/>
                <a:gd name="connsiteY19-11644" fmla="*/ 3437048 h 4892818"/>
                <a:gd name="connsiteX20-11645" fmla="*/ 1175747 w 2465559"/>
                <a:gd name="connsiteY20-11646" fmla="*/ 4186267 h 4892818"/>
                <a:gd name="connsiteX21-11647" fmla="*/ 933151 w 2465559"/>
                <a:gd name="connsiteY21-11648" fmla="*/ 4771520 h 4892818"/>
                <a:gd name="connsiteX22-11649" fmla="*/ 1231731 w 2465559"/>
                <a:gd name="connsiteY22-11650" fmla="*/ 4827503 h 4892818"/>
                <a:gd name="connsiteX23-11651" fmla="*/ 1642278 w 2465559"/>
                <a:gd name="connsiteY23-11652" fmla="*/ 4883487 h 4892818"/>
                <a:gd name="connsiteX24-11653" fmla="*/ 1698262 w 2465559"/>
                <a:gd name="connsiteY24-11654" fmla="*/ 4827503 h 4892818"/>
                <a:gd name="connsiteX25-11655" fmla="*/ 1278384 w 2465559"/>
                <a:gd name="connsiteY25-11656" fmla="*/ 4640891 h 4892818"/>
                <a:gd name="connsiteX26-11657" fmla="*/ 1735584 w 2465559"/>
                <a:gd name="connsiteY26-11658" fmla="*/ 3698499 h 4892818"/>
                <a:gd name="connsiteX27-11659" fmla="*/ 1868399 w 2465559"/>
                <a:gd name="connsiteY27-11660" fmla="*/ 3372511 h 4892818"/>
                <a:gd name="connsiteX28-11661" fmla="*/ 1971036 w 2465559"/>
                <a:gd name="connsiteY28-11662" fmla="*/ 2205796 h 4892818"/>
                <a:gd name="connsiteX29-11663" fmla="*/ 1959519 w 2465559"/>
                <a:gd name="connsiteY29-11664" fmla="*/ 1972336 h 4892818"/>
                <a:gd name="connsiteX30-11665" fmla="*/ 2010109 w 2465559"/>
                <a:gd name="connsiteY30-11666" fmla="*/ 1807058 h 4892818"/>
                <a:gd name="connsiteX31-11667" fmla="*/ 2103414 w 2465559"/>
                <a:gd name="connsiteY31-11668" fmla="*/ 1648584 h 4892818"/>
                <a:gd name="connsiteX32-11669" fmla="*/ 2324434 w 2465559"/>
                <a:gd name="connsiteY32-11670" fmla="*/ 1337952 h 4892818"/>
                <a:gd name="connsiteX33-11671" fmla="*/ 2465559 w 2465559"/>
                <a:gd name="connsiteY33-11672" fmla="*/ 1020807 h 4892818"/>
                <a:gd name="connsiteX34-11673" fmla="*/ 1938671 w 2465559"/>
                <a:gd name="connsiteY34-11674" fmla="*/ 589607 h 4892818"/>
                <a:gd name="connsiteX35-11675" fmla="*/ 1476708 w 2465559"/>
                <a:gd name="connsiteY35-11676" fmla="*/ 444983 h 4892818"/>
                <a:gd name="connsiteX36-11677" fmla="*/ 1272504 w 2465559"/>
                <a:gd name="connsiteY36-11678" fmla="*/ 409167 h 4892818"/>
                <a:gd name="connsiteX37-11679" fmla="*/ 1054449 w 2465559"/>
                <a:gd name="connsiteY37-11680" fmla="*/ 451446 h 4892818"/>
                <a:gd name="connsiteX38-11681" fmla="*/ 1035399 w 2465559"/>
                <a:gd name="connsiteY38-11682" fmla="*/ 263036 h 4892818"/>
                <a:gd name="connsiteX39-11683" fmla="*/ 869490 w 2465559"/>
                <a:gd name="connsiteY39-11684" fmla="*/ 71127 h 4892818"/>
                <a:gd name="connsiteX40-11685" fmla="*/ 597249 w 2465559"/>
                <a:gd name="connsiteY40-11686" fmla="*/ 12907 h 4892818"/>
                <a:gd name="connsiteX41-11687" fmla="*/ 475951 w 2465559"/>
                <a:gd name="connsiteY41-11688" fmla="*/ 516760 h 4892818"/>
                <a:gd name="connsiteX42-11689" fmla="*/ 616105 w 2465559"/>
                <a:gd name="connsiteY42-11690" fmla="*/ 724609 h 4892818"/>
                <a:gd name="connsiteX43-11691" fmla="*/ 319712 w 2465559"/>
                <a:gd name="connsiteY43-11692" fmla="*/ 1088309 h 4892818"/>
                <a:gd name="connsiteX44-11693" fmla="*/ 189084 w 2465559"/>
                <a:gd name="connsiteY44-11694" fmla="*/ 852857 h 4892818"/>
                <a:gd name="connsiteX45-11695" fmla="*/ 275879 w 2465559"/>
                <a:gd name="connsiteY45-11696" fmla="*/ 811890 h 4892818"/>
                <a:gd name="connsiteX46-11697" fmla="*/ 355140 w 2465559"/>
                <a:gd name="connsiteY46-11698" fmla="*/ 730733 h 4892818"/>
                <a:gd name="connsiteX47-11699" fmla="*/ 343233 w 2465559"/>
                <a:gd name="connsiteY47-11700" fmla="*/ 530708 h 4892818"/>
                <a:gd name="connsiteX48-11701" fmla="*/ 147388 w 2465559"/>
                <a:gd name="connsiteY48-11702" fmla="*/ 542954 h 4892818"/>
                <a:gd name="connsiteX0-11703" fmla="*/ 147388 w 2465559"/>
                <a:gd name="connsiteY0-11704" fmla="*/ 542954 h 4892818"/>
                <a:gd name="connsiteX1-11705" fmla="*/ 90 w 2465559"/>
                <a:gd name="connsiteY1-11706" fmla="*/ 796679 h 4892818"/>
                <a:gd name="connsiteX2-11707" fmla="*/ 37413 w 2465559"/>
                <a:gd name="connsiteY2-11708" fmla="*/ 973960 h 4892818"/>
                <a:gd name="connsiteX3-11709" fmla="*/ 266304 w 2465559"/>
                <a:gd name="connsiteY3-11710" fmla="*/ 1713265 h 4892818"/>
                <a:gd name="connsiteX4-11711" fmla="*/ 671894 w 2465559"/>
                <a:gd name="connsiteY4-11712" fmla="*/ 1552458 h 4892818"/>
                <a:gd name="connsiteX5-11713" fmla="*/ 961143 w 2465559"/>
                <a:gd name="connsiteY5-11714" fmla="*/ 1720409 h 4892818"/>
                <a:gd name="connsiteX6-11715" fmla="*/ 989135 w 2465559"/>
                <a:gd name="connsiteY6-11716" fmla="*/ 1916352 h 4892818"/>
                <a:gd name="connsiteX7-11717" fmla="*/ 961143 w 2465559"/>
                <a:gd name="connsiteY7-11718" fmla="*/ 2093828 h 4892818"/>
                <a:gd name="connsiteX8-11719" fmla="*/ 520418 w 2465559"/>
                <a:gd name="connsiteY8-11720" fmla="*/ 2903404 h 4892818"/>
                <a:gd name="connsiteX9-11721" fmla="*/ 501757 w 2465559"/>
                <a:gd name="connsiteY9-11722" fmla="*/ 3339562 h 4892818"/>
                <a:gd name="connsiteX10-11723" fmla="*/ 475951 w 2465559"/>
                <a:gd name="connsiteY10-11724" fmla="*/ 4286717 h 4892818"/>
                <a:gd name="connsiteX11-11725" fmla="*/ 401307 w 2465559"/>
                <a:gd name="connsiteY11-11726" fmla="*/ 4771520 h 4892818"/>
                <a:gd name="connsiteX12-11727" fmla="*/ 186703 w 2465559"/>
                <a:gd name="connsiteY12-11728" fmla="*/ 4892818 h 4892818"/>
                <a:gd name="connsiteX13-11729" fmla="*/ 597249 w 2465559"/>
                <a:gd name="connsiteY13-11730" fmla="*/ 4790181 h 4892818"/>
                <a:gd name="connsiteX14-11731" fmla="*/ 849176 w 2465559"/>
                <a:gd name="connsiteY14-11732" fmla="*/ 4463609 h 4892818"/>
                <a:gd name="connsiteX15-11733" fmla="*/ 753683 w 2465559"/>
                <a:gd name="connsiteY15-11734" fmla="*/ 4304940 h 4892818"/>
                <a:gd name="connsiteX16-11735" fmla="*/ 909679 w 2465559"/>
                <a:gd name="connsiteY16-11736" fmla="*/ 3694564 h 4892818"/>
                <a:gd name="connsiteX17-11737" fmla="*/ 867643 w 2465559"/>
                <a:gd name="connsiteY17-11738" fmla="*/ 3120390 h 4892818"/>
                <a:gd name="connsiteX18-11739" fmla="*/ 1365129 w 2465559"/>
                <a:gd name="connsiteY18-11740" fmla="*/ 2671937 h 4892818"/>
                <a:gd name="connsiteX19-11741" fmla="*/ 1495176 w 2465559"/>
                <a:gd name="connsiteY19-11742" fmla="*/ 3437048 h 4892818"/>
                <a:gd name="connsiteX20-11743" fmla="*/ 1175747 w 2465559"/>
                <a:gd name="connsiteY20-11744" fmla="*/ 4186267 h 4892818"/>
                <a:gd name="connsiteX21-11745" fmla="*/ 933151 w 2465559"/>
                <a:gd name="connsiteY21-11746" fmla="*/ 4771520 h 4892818"/>
                <a:gd name="connsiteX22-11747" fmla="*/ 1231731 w 2465559"/>
                <a:gd name="connsiteY22-11748" fmla="*/ 4827503 h 4892818"/>
                <a:gd name="connsiteX23-11749" fmla="*/ 1642278 w 2465559"/>
                <a:gd name="connsiteY23-11750" fmla="*/ 4883487 h 4892818"/>
                <a:gd name="connsiteX24-11751" fmla="*/ 1698262 w 2465559"/>
                <a:gd name="connsiteY24-11752" fmla="*/ 4827503 h 4892818"/>
                <a:gd name="connsiteX25-11753" fmla="*/ 1278384 w 2465559"/>
                <a:gd name="connsiteY25-11754" fmla="*/ 4640891 h 4892818"/>
                <a:gd name="connsiteX26-11755" fmla="*/ 1735584 w 2465559"/>
                <a:gd name="connsiteY26-11756" fmla="*/ 3698499 h 4892818"/>
                <a:gd name="connsiteX27-11757" fmla="*/ 1868399 w 2465559"/>
                <a:gd name="connsiteY27-11758" fmla="*/ 3372511 h 4892818"/>
                <a:gd name="connsiteX28-11759" fmla="*/ 1971036 w 2465559"/>
                <a:gd name="connsiteY28-11760" fmla="*/ 2205796 h 4892818"/>
                <a:gd name="connsiteX29-11761" fmla="*/ 1959519 w 2465559"/>
                <a:gd name="connsiteY29-11762" fmla="*/ 1972336 h 4892818"/>
                <a:gd name="connsiteX30-11763" fmla="*/ 2010109 w 2465559"/>
                <a:gd name="connsiteY30-11764" fmla="*/ 1807058 h 4892818"/>
                <a:gd name="connsiteX31-11765" fmla="*/ 2103414 w 2465559"/>
                <a:gd name="connsiteY31-11766" fmla="*/ 1648584 h 4892818"/>
                <a:gd name="connsiteX32-11767" fmla="*/ 2324434 w 2465559"/>
                <a:gd name="connsiteY32-11768" fmla="*/ 1337952 h 4892818"/>
                <a:gd name="connsiteX33-11769" fmla="*/ 2465559 w 2465559"/>
                <a:gd name="connsiteY33-11770" fmla="*/ 1020807 h 4892818"/>
                <a:gd name="connsiteX34-11771" fmla="*/ 1938671 w 2465559"/>
                <a:gd name="connsiteY34-11772" fmla="*/ 589607 h 4892818"/>
                <a:gd name="connsiteX35-11773" fmla="*/ 1476708 w 2465559"/>
                <a:gd name="connsiteY35-11774" fmla="*/ 444983 h 4892818"/>
                <a:gd name="connsiteX36-11775" fmla="*/ 1272504 w 2465559"/>
                <a:gd name="connsiteY36-11776" fmla="*/ 409167 h 4892818"/>
                <a:gd name="connsiteX37-11777" fmla="*/ 1054449 w 2465559"/>
                <a:gd name="connsiteY37-11778" fmla="*/ 451446 h 4892818"/>
                <a:gd name="connsiteX38-11779" fmla="*/ 1035399 w 2465559"/>
                <a:gd name="connsiteY38-11780" fmla="*/ 263036 h 4892818"/>
                <a:gd name="connsiteX39-11781" fmla="*/ 869490 w 2465559"/>
                <a:gd name="connsiteY39-11782" fmla="*/ 71127 h 4892818"/>
                <a:gd name="connsiteX40-11783" fmla="*/ 597249 w 2465559"/>
                <a:gd name="connsiteY40-11784" fmla="*/ 12907 h 4892818"/>
                <a:gd name="connsiteX41-11785" fmla="*/ 475951 w 2465559"/>
                <a:gd name="connsiteY41-11786" fmla="*/ 516760 h 4892818"/>
                <a:gd name="connsiteX42-11787" fmla="*/ 616105 w 2465559"/>
                <a:gd name="connsiteY42-11788" fmla="*/ 724609 h 4892818"/>
                <a:gd name="connsiteX43-11789" fmla="*/ 319712 w 2465559"/>
                <a:gd name="connsiteY43-11790" fmla="*/ 1088309 h 4892818"/>
                <a:gd name="connsiteX44-11791" fmla="*/ 189084 w 2465559"/>
                <a:gd name="connsiteY44-11792" fmla="*/ 852857 h 4892818"/>
                <a:gd name="connsiteX45-11793" fmla="*/ 275879 w 2465559"/>
                <a:gd name="connsiteY45-11794" fmla="*/ 811890 h 4892818"/>
                <a:gd name="connsiteX46-11795" fmla="*/ 355140 w 2465559"/>
                <a:gd name="connsiteY46-11796" fmla="*/ 730733 h 4892818"/>
                <a:gd name="connsiteX47-11797" fmla="*/ 343233 w 2465559"/>
                <a:gd name="connsiteY47-11798" fmla="*/ 530708 h 4892818"/>
                <a:gd name="connsiteX48-11799" fmla="*/ 147388 w 2465559"/>
                <a:gd name="connsiteY48-11800" fmla="*/ 542954 h 4892818"/>
                <a:gd name="connsiteX0-11801" fmla="*/ 147388 w 2465559"/>
                <a:gd name="connsiteY0-11802" fmla="*/ 542954 h 4892818"/>
                <a:gd name="connsiteX1-11803" fmla="*/ 90 w 2465559"/>
                <a:gd name="connsiteY1-11804" fmla="*/ 796679 h 4892818"/>
                <a:gd name="connsiteX2-11805" fmla="*/ 37413 w 2465559"/>
                <a:gd name="connsiteY2-11806" fmla="*/ 973960 h 4892818"/>
                <a:gd name="connsiteX3-11807" fmla="*/ 266304 w 2465559"/>
                <a:gd name="connsiteY3-11808" fmla="*/ 1713265 h 4892818"/>
                <a:gd name="connsiteX4-11809" fmla="*/ 671894 w 2465559"/>
                <a:gd name="connsiteY4-11810" fmla="*/ 1552458 h 4892818"/>
                <a:gd name="connsiteX5-11811" fmla="*/ 961143 w 2465559"/>
                <a:gd name="connsiteY5-11812" fmla="*/ 1720409 h 4892818"/>
                <a:gd name="connsiteX6-11813" fmla="*/ 989135 w 2465559"/>
                <a:gd name="connsiteY6-11814" fmla="*/ 1916352 h 4892818"/>
                <a:gd name="connsiteX7-11815" fmla="*/ 961143 w 2465559"/>
                <a:gd name="connsiteY7-11816" fmla="*/ 2093828 h 4892818"/>
                <a:gd name="connsiteX8-11817" fmla="*/ 520418 w 2465559"/>
                <a:gd name="connsiteY8-11818" fmla="*/ 2903404 h 4892818"/>
                <a:gd name="connsiteX9-11819" fmla="*/ 501757 w 2465559"/>
                <a:gd name="connsiteY9-11820" fmla="*/ 3339562 h 4892818"/>
                <a:gd name="connsiteX10-11821" fmla="*/ 475951 w 2465559"/>
                <a:gd name="connsiteY10-11822" fmla="*/ 4286717 h 4892818"/>
                <a:gd name="connsiteX11-11823" fmla="*/ 401307 w 2465559"/>
                <a:gd name="connsiteY11-11824" fmla="*/ 4771520 h 4892818"/>
                <a:gd name="connsiteX12-11825" fmla="*/ 186703 w 2465559"/>
                <a:gd name="connsiteY12-11826" fmla="*/ 4892818 h 4892818"/>
                <a:gd name="connsiteX13-11827" fmla="*/ 597249 w 2465559"/>
                <a:gd name="connsiteY13-11828" fmla="*/ 4790181 h 4892818"/>
                <a:gd name="connsiteX14-11829" fmla="*/ 849176 w 2465559"/>
                <a:gd name="connsiteY14-11830" fmla="*/ 4463609 h 4892818"/>
                <a:gd name="connsiteX15-11831" fmla="*/ 753683 w 2465559"/>
                <a:gd name="connsiteY15-11832" fmla="*/ 4304940 h 4892818"/>
                <a:gd name="connsiteX16-11833" fmla="*/ 909679 w 2465559"/>
                <a:gd name="connsiteY16-11834" fmla="*/ 3694564 h 4892818"/>
                <a:gd name="connsiteX17-11835" fmla="*/ 867643 w 2465559"/>
                <a:gd name="connsiteY17-11836" fmla="*/ 3120390 h 4892818"/>
                <a:gd name="connsiteX18-11837" fmla="*/ 1365129 w 2465559"/>
                <a:gd name="connsiteY18-11838" fmla="*/ 2671937 h 4892818"/>
                <a:gd name="connsiteX19-11839" fmla="*/ 1495176 w 2465559"/>
                <a:gd name="connsiteY19-11840" fmla="*/ 3437048 h 4892818"/>
                <a:gd name="connsiteX20-11841" fmla="*/ 1175747 w 2465559"/>
                <a:gd name="connsiteY20-11842" fmla="*/ 4186267 h 4892818"/>
                <a:gd name="connsiteX21-11843" fmla="*/ 933151 w 2465559"/>
                <a:gd name="connsiteY21-11844" fmla="*/ 4771520 h 4892818"/>
                <a:gd name="connsiteX22-11845" fmla="*/ 1231731 w 2465559"/>
                <a:gd name="connsiteY22-11846" fmla="*/ 4827503 h 4892818"/>
                <a:gd name="connsiteX23-11847" fmla="*/ 1642278 w 2465559"/>
                <a:gd name="connsiteY23-11848" fmla="*/ 4883487 h 4892818"/>
                <a:gd name="connsiteX24-11849" fmla="*/ 1698262 w 2465559"/>
                <a:gd name="connsiteY24-11850" fmla="*/ 4827503 h 4892818"/>
                <a:gd name="connsiteX25-11851" fmla="*/ 1278384 w 2465559"/>
                <a:gd name="connsiteY25-11852" fmla="*/ 4640891 h 4892818"/>
                <a:gd name="connsiteX26-11853" fmla="*/ 1735584 w 2465559"/>
                <a:gd name="connsiteY26-11854" fmla="*/ 3698499 h 4892818"/>
                <a:gd name="connsiteX27-11855" fmla="*/ 1868399 w 2465559"/>
                <a:gd name="connsiteY27-11856" fmla="*/ 3372511 h 4892818"/>
                <a:gd name="connsiteX28-11857" fmla="*/ 1971036 w 2465559"/>
                <a:gd name="connsiteY28-11858" fmla="*/ 2205796 h 4892818"/>
                <a:gd name="connsiteX29-11859" fmla="*/ 1959519 w 2465559"/>
                <a:gd name="connsiteY29-11860" fmla="*/ 1972336 h 4892818"/>
                <a:gd name="connsiteX30-11861" fmla="*/ 2010109 w 2465559"/>
                <a:gd name="connsiteY30-11862" fmla="*/ 1807058 h 4892818"/>
                <a:gd name="connsiteX31-11863" fmla="*/ 2103414 w 2465559"/>
                <a:gd name="connsiteY31-11864" fmla="*/ 1648584 h 4892818"/>
                <a:gd name="connsiteX32-11865" fmla="*/ 2324434 w 2465559"/>
                <a:gd name="connsiteY32-11866" fmla="*/ 1337952 h 4892818"/>
                <a:gd name="connsiteX33-11867" fmla="*/ 2465559 w 2465559"/>
                <a:gd name="connsiteY33-11868" fmla="*/ 1020807 h 4892818"/>
                <a:gd name="connsiteX34-11869" fmla="*/ 1938671 w 2465559"/>
                <a:gd name="connsiteY34-11870" fmla="*/ 589607 h 4892818"/>
                <a:gd name="connsiteX35-11871" fmla="*/ 1476708 w 2465559"/>
                <a:gd name="connsiteY35-11872" fmla="*/ 444983 h 4892818"/>
                <a:gd name="connsiteX36-11873" fmla="*/ 1272504 w 2465559"/>
                <a:gd name="connsiteY36-11874" fmla="*/ 409167 h 4892818"/>
                <a:gd name="connsiteX37-11875" fmla="*/ 1054449 w 2465559"/>
                <a:gd name="connsiteY37-11876" fmla="*/ 451446 h 4892818"/>
                <a:gd name="connsiteX38-11877" fmla="*/ 1035399 w 2465559"/>
                <a:gd name="connsiteY38-11878" fmla="*/ 263036 h 4892818"/>
                <a:gd name="connsiteX39-11879" fmla="*/ 869490 w 2465559"/>
                <a:gd name="connsiteY39-11880" fmla="*/ 71127 h 4892818"/>
                <a:gd name="connsiteX40-11881" fmla="*/ 597249 w 2465559"/>
                <a:gd name="connsiteY40-11882" fmla="*/ 12907 h 4892818"/>
                <a:gd name="connsiteX41-11883" fmla="*/ 475951 w 2465559"/>
                <a:gd name="connsiteY41-11884" fmla="*/ 516760 h 4892818"/>
                <a:gd name="connsiteX42-11885" fmla="*/ 616105 w 2465559"/>
                <a:gd name="connsiteY42-11886" fmla="*/ 724609 h 4892818"/>
                <a:gd name="connsiteX43-11887" fmla="*/ 319712 w 2465559"/>
                <a:gd name="connsiteY43-11888" fmla="*/ 1088309 h 4892818"/>
                <a:gd name="connsiteX44-11889" fmla="*/ 189084 w 2465559"/>
                <a:gd name="connsiteY44-11890" fmla="*/ 852857 h 4892818"/>
                <a:gd name="connsiteX45-11891" fmla="*/ 275879 w 2465559"/>
                <a:gd name="connsiteY45-11892" fmla="*/ 811890 h 4892818"/>
                <a:gd name="connsiteX46-11893" fmla="*/ 355140 w 2465559"/>
                <a:gd name="connsiteY46-11894" fmla="*/ 730733 h 4892818"/>
                <a:gd name="connsiteX47-11895" fmla="*/ 343233 w 2465559"/>
                <a:gd name="connsiteY47-11896" fmla="*/ 530708 h 4892818"/>
                <a:gd name="connsiteX48-11897" fmla="*/ 147388 w 2465559"/>
                <a:gd name="connsiteY48-11898" fmla="*/ 542954 h 4892818"/>
                <a:gd name="connsiteX0-11899" fmla="*/ 147388 w 2465559"/>
                <a:gd name="connsiteY0-11900" fmla="*/ 542954 h 4892818"/>
                <a:gd name="connsiteX1-11901" fmla="*/ 90 w 2465559"/>
                <a:gd name="connsiteY1-11902" fmla="*/ 796679 h 4892818"/>
                <a:gd name="connsiteX2-11903" fmla="*/ 37413 w 2465559"/>
                <a:gd name="connsiteY2-11904" fmla="*/ 973960 h 4892818"/>
                <a:gd name="connsiteX3-11905" fmla="*/ 266304 w 2465559"/>
                <a:gd name="connsiteY3-11906" fmla="*/ 1713265 h 4892818"/>
                <a:gd name="connsiteX4-11907" fmla="*/ 671894 w 2465559"/>
                <a:gd name="connsiteY4-11908" fmla="*/ 1552458 h 4892818"/>
                <a:gd name="connsiteX5-11909" fmla="*/ 961143 w 2465559"/>
                <a:gd name="connsiteY5-11910" fmla="*/ 1720409 h 4892818"/>
                <a:gd name="connsiteX6-11911" fmla="*/ 989135 w 2465559"/>
                <a:gd name="connsiteY6-11912" fmla="*/ 1916352 h 4892818"/>
                <a:gd name="connsiteX7-11913" fmla="*/ 961143 w 2465559"/>
                <a:gd name="connsiteY7-11914" fmla="*/ 2093828 h 4892818"/>
                <a:gd name="connsiteX8-11915" fmla="*/ 520418 w 2465559"/>
                <a:gd name="connsiteY8-11916" fmla="*/ 2903404 h 4892818"/>
                <a:gd name="connsiteX9-11917" fmla="*/ 501757 w 2465559"/>
                <a:gd name="connsiteY9-11918" fmla="*/ 3339562 h 4892818"/>
                <a:gd name="connsiteX10-11919" fmla="*/ 475951 w 2465559"/>
                <a:gd name="connsiteY10-11920" fmla="*/ 4286717 h 4892818"/>
                <a:gd name="connsiteX11-11921" fmla="*/ 401307 w 2465559"/>
                <a:gd name="connsiteY11-11922" fmla="*/ 4771520 h 4892818"/>
                <a:gd name="connsiteX12-11923" fmla="*/ 186703 w 2465559"/>
                <a:gd name="connsiteY12-11924" fmla="*/ 4892818 h 4892818"/>
                <a:gd name="connsiteX13-11925" fmla="*/ 597249 w 2465559"/>
                <a:gd name="connsiteY13-11926" fmla="*/ 4790181 h 4892818"/>
                <a:gd name="connsiteX14-11927" fmla="*/ 849176 w 2465559"/>
                <a:gd name="connsiteY14-11928" fmla="*/ 4463609 h 4892818"/>
                <a:gd name="connsiteX15-11929" fmla="*/ 753683 w 2465559"/>
                <a:gd name="connsiteY15-11930" fmla="*/ 4304940 h 4892818"/>
                <a:gd name="connsiteX16-11931" fmla="*/ 909679 w 2465559"/>
                <a:gd name="connsiteY16-11932" fmla="*/ 3694564 h 4892818"/>
                <a:gd name="connsiteX17-11933" fmla="*/ 867643 w 2465559"/>
                <a:gd name="connsiteY17-11934" fmla="*/ 3120390 h 4892818"/>
                <a:gd name="connsiteX18-11935" fmla="*/ 1365129 w 2465559"/>
                <a:gd name="connsiteY18-11936" fmla="*/ 2671937 h 4892818"/>
                <a:gd name="connsiteX19-11937" fmla="*/ 1495176 w 2465559"/>
                <a:gd name="connsiteY19-11938" fmla="*/ 3437048 h 4892818"/>
                <a:gd name="connsiteX20-11939" fmla="*/ 1175747 w 2465559"/>
                <a:gd name="connsiteY20-11940" fmla="*/ 4186267 h 4892818"/>
                <a:gd name="connsiteX21-11941" fmla="*/ 933151 w 2465559"/>
                <a:gd name="connsiteY21-11942" fmla="*/ 4771520 h 4892818"/>
                <a:gd name="connsiteX22-11943" fmla="*/ 1231731 w 2465559"/>
                <a:gd name="connsiteY22-11944" fmla="*/ 4827503 h 4892818"/>
                <a:gd name="connsiteX23-11945" fmla="*/ 1642278 w 2465559"/>
                <a:gd name="connsiteY23-11946" fmla="*/ 4883487 h 4892818"/>
                <a:gd name="connsiteX24-11947" fmla="*/ 1698262 w 2465559"/>
                <a:gd name="connsiteY24-11948" fmla="*/ 4827503 h 4892818"/>
                <a:gd name="connsiteX25-11949" fmla="*/ 1278384 w 2465559"/>
                <a:gd name="connsiteY25-11950" fmla="*/ 4640891 h 4892818"/>
                <a:gd name="connsiteX26-11951" fmla="*/ 1735584 w 2465559"/>
                <a:gd name="connsiteY26-11952" fmla="*/ 3698499 h 4892818"/>
                <a:gd name="connsiteX27-11953" fmla="*/ 1868399 w 2465559"/>
                <a:gd name="connsiteY27-11954" fmla="*/ 3372511 h 4892818"/>
                <a:gd name="connsiteX28-11955" fmla="*/ 1971036 w 2465559"/>
                <a:gd name="connsiteY28-11956" fmla="*/ 2205796 h 4892818"/>
                <a:gd name="connsiteX29-11957" fmla="*/ 1959519 w 2465559"/>
                <a:gd name="connsiteY29-11958" fmla="*/ 1972336 h 4892818"/>
                <a:gd name="connsiteX30-11959" fmla="*/ 2010109 w 2465559"/>
                <a:gd name="connsiteY30-11960" fmla="*/ 1807058 h 4892818"/>
                <a:gd name="connsiteX31-11961" fmla="*/ 2103414 w 2465559"/>
                <a:gd name="connsiteY31-11962" fmla="*/ 1648584 h 4892818"/>
                <a:gd name="connsiteX32-11963" fmla="*/ 2324434 w 2465559"/>
                <a:gd name="connsiteY32-11964" fmla="*/ 1337952 h 4892818"/>
                <a:gd name="connsiteX33-11965" fmla="*/ 2465559 w 2465559"/>
                <a:gd name="connsiteY33-11966" fmla="*/ 1020807 h 4892818"/>
                <a:gd name="connsiteX34-11967" fmla="*/ 1938671 w 2465559"/>
                <a:gd name="connsiteY34-11968" fmla="*/ 589607 h 4892818"/>
                <a:gd name="connsiteX35-11969" fmla="*/ 1476708 w 2465559"/>
                <a:gd name="connsiteY35-11970" fmla="*/ 444983 h 4892818"/>
                <a:gd name="connsiteX36-11971" fmla="*/ 1272504 w 2465559"/>
                <a:gd name="connsiteY36-11972" fmla="*/ 409167 h 4892818"/>
                <a:gd name="connsiteX37-11973" fmla="*/ 1054449 w 2465559"/>
                <a:gd name="connsiteY37-11974" fmla="*/ 451446 h 4892818"/>
                <a:gd name="connsiteX38-11975" fmla="*/ 1035399 w 2465559"/>
                <a:gd name="connsiteY38-11976" fmla="*/ 263036 h 4892818"/>
                <a:gd name="connsiteX39-11977" fmla="*/ 869490 w 2465559"/>
                <a:gd name="connsiteY39-11978" fmla="*/ 71127 h 4892818"/>
                <a:gd name="connsiteX40-11979" fmla="*/ 597249 w 2465559"/>
                <a:gd name="connsiteY40-11980" fmla="*/ 12907 h 4892818"/>
                <a:gd name="connsiteX41-11981" fmla="*/ 475951 w 2465559"/>
                <a:gd name="connsiteY41-11982" fmla="*/ 516760 h 4892818"/>
                <a:gd name="connsiteX42-11983" fmla="*/ 616105 w 2465559"/>
                <a:gd name="connsiteY42-11984" fmla="*/ 724609 h 4892818"/>
                <a:gd name="connsiteX43-11985" fmla="*/ 319712 w 2465559"/>
                <a:gd name="connsiteY43-11986" fmla="*/ 1088309 h 4892818"/>
                <a:gd name="connsiteX44-11987" fmla="*/ 189084 w 2465559"/>
                <a:gd name="connsiteY44-11988" fmla="*/ 852857 h 4892818"/>
                <a:gd name="connsiteX45-11989" fmla="*/ 275879 w 2465559"/>
                <a:gd name="connsiteY45-11990" fmla="*/ 811890 h 4892818"/>
                <a:gd name="connsiteX46-11991" fmla="*/ 355140 w 2465559"/>
                <a:gd name="connsiteY46-11992" fmla="*/ 730733 h 4892818"/>
                <a:gd name="connsiteX47-11993" fmla="*/ 343233 w 2465559"/>
                <a:gd name="connsiteY47-11994" fmla="*/ 530708 h 4892818"/>
                <a:gd name="connsiteX48-11995" fmla="*/ 147388 w 2465559"/>
                <a:gd name="connsiteY48-11996" fmla="*/ 542954 h 4892818"/>
                <a:gd name="connsiteX0-11997" fmla="*/ 147388 w 2465559"/>
                <a:gd name="connsiteY0-11998" fmla="*/ 542954 h 4892818"/>
                <a:gd name="connsiteX1-11999" fmla="*/ 90 w 2465559"/>
                <a:gd name="connsiteY1-12000" fmla="*/ 796679 h 4892818"/>
                <a:gd name="connsiteX2-12001" fmla="*/ 37413 w 2465559"/>
                <a:gd name="connsiteY2-12002" fmla="*/ 973960 h 4892818"/>
                <a:gd name="connsiteX3-12003" fmla="*/ 266304 w 2465559"/>
                <a:gd name="connsiteY3-12004" fmla="*/ 1713265 h 4892818"/>
                <a:gd name="connsiteX4-12005" fmla="*/ 671894 w 2465559"/>
                <a:gd name="connsiteY4-12006" fmla="*/ 1552458 h 4892818"/>
                <a:gd name="connsiteX5-12007" fmla="*/ 961143 w 2465559"/>
                <a:gd name="connsiteY5-12008" fmla="*/ 1720409 h 4892818"/>
                <a:gd name="connsiteX6-12009" fmla="*/ 989135 w 2465559"/>
                <a:gd name="connsiteY6-12010" fmla="*/ 1916352 h 4892818"/>
                <a:gd name="connsiteX7-12011" fmla="*/ 961143 w 2465559"/>
                <a:gd name="connsiteY7-12012" fmla="*/ 2093828 h 4892818"/>
                <a:gd name="connsiteX8-12013" fmla="*/ 520418 w 2465559"/>
                <a:gd name="connsiteY8-12014" fmla="*/ 2903404 h 4892818"/>
                <a:gd name="connsiteX9-12015" fmla="*/ 501757 w 2465559"/>
                <a:gd name="connsiteY9-12016" fmla="*/ 3339562 h 4892818"/>
                <a:gd name="connsiteX10-12017" fmla="*/ 475951 w 2465559"/>
                <a:gd name="connsiteY10-12018" fmla="*/ 4286717 h 4892818"/>
                <a:gd name="connsiteX11-12019" fmla="*/ 401307 w 2465559"/>
                <a:gd name="connsiteY11-12020" fmla="*/ 4771520 h 4892818"/>
                <a:gd name="connsiteX12-12021" fmla="*/ 186703 w 2465559"/>
                <a:gd name="connsiteY12-12022" fmla="*/ 4892818 h 4892818"/>
                <a:gd name="connsiteX13-12023" fmla="*/ 592486 w 2465559"/>
                <a:gd name="connsiteY13-12024" fmla="*/ 4785418 h 4892818"/>
                <a:gd name="connsiteX14-12025" fmla="*/ 849176 w 2465559"/>
                <a:gd name="connsiteY14-12026" fmla="*/ 4463609 h 4892818"/>
                <a:gd name="connsiteX15-12027" fmla="*/ 753683 w 2465559"/>
                <a:gd name="connsiteY15-12028" fmla="*/ 4304940 h 4892818"/>
                <a:gd name="connsiteX16-12029" fmla="*/ 909679 w 2465559"/>
                <a:gd name="connsiteY16-12030" fmla="*/ 3694564 h 4892818"/>
                <a:gd name="connsiteX17-12031" fmla="*/ 867643 w 2465559"/>
                <a:gd name="connsiteY17-12032" fmla="*/ 3120390 h 4892818"/>
                <a:gd name="connsiteX18-12033" fmla="*/ 1365129 w 2465559"/>
                <a:gd name="connsiteY18-12034" fmla="*/ 2671937 h 4892818"/>
                <a:gd name="connsiteX19-12035" fmla="*/ 1495176 w 2465559"/>
                <a:gd name="connsiteY19-12036" fmla="*/ 3437048 h 4892818"/>
                <a:gd name="connsiteX20-12037" fmla="*/ 1175747 w 2465559"/>
                <a:gd name="connsiteY20-12038" fmla="*/ 4186267 h 4892818"/>
                <a:gd name="connsiteX21-12039" fmla="*/ 933151 w 2465559"/>
                <a:gd name="connsiteY21-12040" fmla="*/ 4771520 h 4892818"/>
                <a:gd name="connsiteX22-12041" fmla="*/ 1231731 w 2465559"/>
                <a:gd name="connsiteY22-12042" fmla="*/ 4827503 h 4892818"/>
                <a:gd name="connsiteX23-12043" fmla="*/ 1642278 w 2465559"/>
                <a:gd name="connsiteY23-12044" fmla="*/ 4883487 h 4892818"/>
                <a:gd name="connsiteX24-12045" fmla="*/ 1698262 w 2465559"/>
                <a:gd name="connsiteY24-12046" fmla="*/ 4827503 h 4892818"/>
                <a:gd name="connsiteX25-12047" fmla="*/ 1278384 w 2465559"/>
                <a:gd name="connsiteY25-12048" fmla="*/ 4640891 h 4892818"/>
                <a:gd name="connsiteX26-12049" fmla="*/ 1735584 w 2465559"/>
                <a:gd name="connsiteY26-12050" fmla="*/ 3698499 h 4892818"/>
                <a:gd name="connsiteX27-12051" fmla="*/ 1868399 w 2465559"/>
                <a:gd name="connsiteY27-12052" fmla="*/ 3372511 h 4892818"/>
                <a:gd name="connsiteX28-12053" fmla="*/ 1971036 w 2465559"/>
                <a:gd name="connsiteY28-12054" fmla="*/ 2205796 h 4892818"/>
                <a:gd name="connsiteX29-12055" fmla="*/ 1959519 w 2465559"/>
                <a:gd name="connsiteY29-12056" fmla="*/ 1972336 h 4892818"/>
                <a:gd name="connsiteX30-12057" fmla="*/ 2010109 w 2465559"/>
                <a:gd name="connsiteY30-12058" fmla="*/ 1807058 h 4892818"/>
                <a:gd name="connsiteX31-12059" fmla="*/ 2103414 w 2465559"/>
                <a:gd name="connsiteY31-12060" fmla="*/ 1648584 h 4892818"/>
                <a:gd name="connsiteX32-12061" fmla="*/ 2324434 w 2465559"/>
                <a:gd name="connsiteY32-12062" fmla="*/ 1337952 h 4892818"/>
                <a:gd name="connsiteX33-12063" fmla="*/ 2465559 w 2465559"/>
                <a:gd name="connsiteY33-12064" fmla="*/ 1020807 h 4892818"/>
                <a:gd name="connsiteX34-12065" fmla="*/ 1938671 w 2465559"/>
                <a:gd name="connsiteY34-12066" fmla="*/ 589607 h 4892818"/>
                <a:gd name="connsiteX35-12067" fmla="*/ 1476708 w 2465559"/>
                <a:gd name="connsiteY35-12068" fmla="*/ 444983 h 4892818"/>
                <a:gd name="connsiteX36-12069" fmla="*/ 1272504 w 2465559"/>
                <a:gd name="connsiteY36-12070" fmla="*/ 409167 h 4892818"/>
                <a:gd name="connsiteX37-12071" fmla="*/ 1054449 w 2465559"/>
                <a:gd name="connsiteY37-12072" fmla="*/ 451446 h 4892818"/>
                <a:gd name="connsiteX38-12073" fmla="*/ 1035399 w 2465559"/>
                <a:gd name="connsiteY38-12074" fmla="*/ 263036 h 4892818"/>
                <a:gd name="connsiteX39-12075" fmla="*/ 869490 w 2465559"/>
                <a:gd name="connsiteY39-12076" fmla="*/ 71127 h 4892818"/>
                <a:gd name="connsiteX40-12077" fmla="*/ 597249 w 2465559"/>
                <a:gd name="connsiteY40-12078" fmla="*/ 12907 h 4892818"/>
                <a:gd name="connsiteX41-12079" fmla="*/ 475951 w 2465559"/>
                <a:gd name="connsiteY41-12080" fmla="*/ 516760 h 4892818"/>
                <a:gd name="connsiteX42-12081" fmla="*/ 616105 w 2465559"/>
                <a:gd name="connsiteY42-12082" fmla="*/ 724609 h 4892818"/>
                <a:gd name="connsiteX43-12083" fmla="*/ 319712 w 2465559"/>
                <a:gd name="connsiteY43-12084" fmla="*/ 1088309 h 4892818"/>
                <a:gd name="connsiteX44-12085" fmla="*/ 189084 w 2465559"/>
                <a:gd name="connsiteY44-12086" fmla="*/ 852857 h 4892818"/>
                <a:gd name="connsiteX45-12087" fmla="*/ 275879 w 2465559"/>
                <a:gd name="connsiteY45-12088" fmla="*/ 811890 h 4892818"/>
                <a:gd name="connsiteX46-12089" fmla="*/ 355140 w 2465559"/>
                <a:gd name="connsiteY46-12090" fmla="*/ 730733 h 4892818"/>
                <a:gd name="connsiteX47-12091" fmla="*/ 343233 w 2465559"/>
                <a:gd name="connsiteY47-12092" fmla="*/ 530708 h 4892818"/>
                <a:gd name="connsiteX48-12093" fmla="*/ 147388 w 2465559"/>
                <a:gd name="connsiteY48-12094" fmla="*/ 542954 h 4892818"/>
                <a:gd name="connsiteX0-12095" fmla="*/ 147388 w 2465559"/>
                <a:gd name="connsiteY0-12096" fmla="*/ 542954 h 4892818"/>
                <a:gd name="connsiteX1-12097" fmla="*/ 90 w 2465559"/>
                <a:gd name="connsiteY1-12098" fmla="*/ 796679 h 4892818"/>
                <a:gd name="connsiteX2-12099" fmla="*/ 37413 w 2465559"/>
                <a:gd name="connsiteY2-12100" fmla="*/ 973960 h 4892818"/>
                <a:gd name="connsiteX3-12101" fmla="*/ 266304 w 2465559"/>
                <a:gd name="connsiteY3-12102" fmla="*/ 1713265 h 4892818"/>
                <a:gd name="connsiteX4-12103" fmla="*/ 671894 w 2465559"/>
                <a:gd name="connsiteY4-12104" fmla="*/ 1552458 h 4892818"/>
                <a:gd name="connsiteX5-12105" fmla="*/ 961143 w 2465559"/>
                <a:gd name="connsiteY5-12106" fmla="*/ 1720409 h 4892818"/>
                <a:gd name="connsiteX6-12107" fmla="*/ 989135 w 2465559"/>
                <a:gd name="connsiteY6-12108" fmla="*/ 1916352 h 4892818"/>
                <a:gd name="connsiteX7-12109" fmla="*/ 961143 w 2465559"/>
                <a:gd name="connsiteY7-12110" fmla="*/ 2093828 h 4892818"/>
                <a:gd name="connsiteX8-12111" fmla="*/ 520418 w 2465559"/>
                <a:gd name="connsiteY8-12112" fmla="*/ 2903404 h 4892818"/>
                <a:gd name="connsiteX9-12113" fmla="*/ 501757 w 2465559"/>
                <a:gd name="connsiteY9-12114" fmla="*/ 3339562 h 4892818"/>
                <a:gd name="connsiteX10-12115" fmla="*/ 475951 w 2465559"/>
                <a:gd name="connsiteY10-12116" fmla="*/ 4286717 h 4892818"/>
                <a:gd name="connsiteX11-12117" fmla="*/ 401307 w 2465559"/>
                <a:gd name="connsiteY11-12118" fmla="*/ 4771520 h 4892818"/>
                <a:gd name="connsiteX12-12119" fmla="*/ 186703 w 2465559"/>
                <a:gd name="connsiteY12-12120" fmla="*/ 4892818 h 4892818"/>
                <a:gd name="connsiteX13-12121" fmla="*/ 592486 w 2465559"/>
                <a:gd name="connsiteY13-12122" fmla="*/ 4785418 h 4892818"/>
                <a:gd name="connsiteX14-12123" fmla="*/ 849176 w 2465559"/>
                <a:gd name="connsiteY14-12124" fmla="*/ 4463609 h 4892818"/>
                <a:gd name="connsiteX15-12125" fmla="*/ 753683 w 2465559"/>
                <a:gd name="connsiteY15-12126" fmla="*/ 4304940 h 4892818"/>
                <a:gd name="connsiteX16-12127" fmla="*/ 909679 w 2465559"/>
                <a:gd name="connsiteY16-12128" fmla="*/ 3694564 h 4892818"/>
                <a:gd name="connsiteX17-12129" fmla="*/ 867643 w 2465559"/>
                <a:gd name="connsiteY17-12130" fmla="*/ 3120390 h 4892818"/>
                <a:gd name="connsiteX18-12131" fmla="*/ 1365129 w 2465559"/>
                <a:gd name="connsiteY18-12132" fmla="*/ 2671937 h 4892818"/>
                <a:gd name="connsiteX19-12133" fmla="*/ 1495176 w 2465559"/>
                <a:gd name="connsiteY19-12134" fmla="*/ 3437048 h 4892818"/>
                <a:gd name="connsiteX20-12135" fmla="*/ 1175747 w 2465559"/>
                <a:gd name="connsiteY20-12136" fmla="*/ 4186267 h 4892818"/>
                <a:gd name="connsiteX21-12137" fmla="*/ 933151 w 2465559"/>
                <a:gd name="connsiteY21-12138" fmla="*/ 4771520 h 4892818"/>
                <a:gd name="connsiteX22-12139" fmla="*/ 1231731 w 2465559"/>
                <a:gd name="connsiteY22-12140" fmla="*/ 4827503 h 4892818"/>
                <a:gd name="connsiteX23-12141" fmla="*/ 1642278 w 2465559"/>
                <a:gd name="connsiteY23-12142" fmla="*/ 4883487 h 4892818"/>
                <a:gd name="connsiteX24-12143" fmla="*/ 1698262 w 2465559"/>
                <a:gd name="connsiteY24-12144" fmla="*/ 4827503 h 4892818"/>
                <a:gd name="connsiteX25-12145" fmla="*/ 1278384 w 2465559"/>
                <a:gd name="connsiteY25-12146" fmla="*/ 4640891 h 4892818"/>
                <a:gd name="connsiteX26-12147" fmla="*/ 1735584 w 2465559"/>
                <a:gd name="connsiteY26-12148" fmla="*/ 3698499 h 4892818"/>
                <a:gd name="connsiteX27-12149" fmla="*/ 1868399 w 2465559"/>
                <a:gd name="connsiteY27-12150" fmla="*/ 3372511 h 4892818"/>
                <a:gd name="connsiteX28-12151" fmla="*/ 1971036 w 2465559"/>
                <a:gd name="connsiteY28-12152" fmla="*/ 2205796 h 4892818"/>
                <a:gd name="connsiteX29-12153" fmla="*/ 1959519 w 2465559"/>
                <a:gd name="connsiteY29-12154" fmla="*/ 1972336 h 4892818"/>
                <a:gd name="connsiteX30-12155" fmla="*/ 2010109 w 2465559"/>
                <a:gd name="connsiteY30-12156" fmla="*/ 1807058 h 4892818"/>
                <a:gd name="connsiteX31-12157" fmla="*/ 2103414 w 2465559"/>
                <a:gd name="connsiteY31-12158" fmla="*/ 1648584 h 4892818"/>
                <a:gd name="connsiteX32-12159" fmla="*/ 2324434 w 2465559"/>
                <a:gd name="connsiteY32-12160" fmla="*/ 1337952 h 4892818"/>
                <a:gd name="connsiteX33-12161" fmla="*/ 2465559 w 2465559"/>
                <a:gd name="connsiteY33-12162" fmla="*/ 1020807 h 4892818"/>
                <a:gd name="connsiteX34-12163" fmla="*/ 1938671 w 2465559"/>
                <a:gd name="connsiteY34-12164" fmla="*/ 589607 h 4892818"/>
                <a:gd name="connsiteX35-12165" fmla="*/ 1476708 w 2465559"/>
                <a:gd name="connsiteY35-12166" fmla="*/ 444983 h 4892818"/>
                <a:gd name="connsiteX36-12167" fmla="*/ 1272504 w 2465559"/>
                <a:gd name="connsiteY36-12168" fmla="*/ 409167 h 4892818"/>
                <a:gd name="connsiteX37-12169" fmla="*/ 1054449 w 2465559"/>
                <a:gd name="connsiteY37-12170" fmla="*/ 451446 h 4892818"/>
                <a:gd name="connsiteX38-12171" fmla="*/ 1035399 w 2465559"/>
                <a:gd name="connsiteY38-12172" fmla="*/ 263036 h 4892818"/>
                <a:gd name="connsiteX39-12173" fmla="*/ 869490 w 2465559"/>
                <a:gd name="connsiteY39-12174" fmla="*/ 71127 h 4892818"/>
                <a:gd name="connsiteX40-12175" fmla="*/ 597249 w 2465559"/>
                <a:gd name="connsiteY40-12176" fmla="*/ 12907 h 4892818"/>
                <a:gd name="connsiteX41-12177" fmla="*/ 475951 w 2465559"/>
                <a:gd name="connsiteY41-12178" fmla="*/ 516760 h 4892818"/>
                <a:gd name="connsiteX42-12179" fmla="*/ 616105 w 2465559"/>
                <a:gd name="connsiteY42-12180" fmla="*/ 724609 h 4892818"/>
                <a:gd name="connsiteX43-12181" fmla="*/ 319712 w 2465559"/>
                <a:gd name="connsiteY43-12182" fmla="*/ 1088309 h 4892818"/>
                <a:gd name="connsiteX44-12183" fmla="*/ 189084 w 2465559"/>
                <a:gd name="connsiteY44-12184" fmla="*/ 852857 h 4892818"/>
                <a:gd name="connsiteX45-12185" fmla="*/ 275879 w 2465559"/>
                <a:gd name="connsiteY45-12186" fmla="*/ 811890 h 4892818"/>
                <a:gd name="connsiteX46-12187" fmla="*/ 355140 w 2465559"/>
                <a:gd name="connsiteY46-12188" fmla="*/ 730733 h 4892818"/>
                <a:gd name="connsiteX47-12189" fmla="*/ 343233 w 2465559"/>
                <a:gd name="connsiteY47-12190" fmla="*/ 530708 h 4892818"/>
                <a:gd name="connsiteX48-12191" fmla="*/ 147388 w 2465559"/>
                <a:gd name="connsiteY48-12192" fmla="*/ 542954 h 4892818"/>
                <a:gd name="connsiteX0-12193" fmla="*/ 147388 w 2465559"/>
                <a:gd name="connsiteY0-12194" fmla="*/ 542954 h 4892818"/>
                <a:gd name="connsiteX1-12195" fmla="*/ 90 w 2465559"/>
                <a:gd name="connsiteY1-12196" fmla="*/ 796679 h 4892818"/>
                <a:gd name="connsiteX2-12197" fmla="*/ 37413 w 2465559"/>
                <a:gd name="connsiteY2-12198" fmla="*/ 973960 h 4892818"/>
                <a:gd name="connsiteX3-12199" fmla="*/ 266304 w 2465559"/>
                <a:gd name="connsiteY3-12200" fmla="*/ 1713265 h 4892818"/>
                <a:gd name="connsiteX4-12201" fmla="*/ 671894 w 2465559"/>
                <a:gd name="connsiteY4-12202" fmla="*/ 1552458 h 4892818"/>
                <a:gd name="connsiteX5-12203" fmla="*/ 961143 w 2465559"/>
                <a:gd name="connsiteY5-12204" fmla="*/ 1720409 h 4892818"/>
                <a:gd name="connsiteX6-12205" fmla="*/ 989135 w 2465559"/>
                <a:gd name="connsiteY6-12206" fmla="*/ 1916352 h 4892818"/>
                <a:gd name="connsiteX7-12207" fmla="*/ 961143 w 2465559"/>
                <a:gd name="connsiteY7-12208" fmla="*/ 2093828 h 4892818"/>
                <a:gd name="connsiteX8-12209" fmla="*/ 520418 w 2465559"/>
                <a:gd name="connsiteY8-12210" fmla="*/ 2903404 h 4892818"/>
                <a:gd name="connsiteX9-12211" fmla="*/ 501757 w 2465559"/>
                <a:gd name="connsiteY9-12212" fmla="*/ 3339562 h 4892818"/>
                <a:gd name="connsiteX10-12213" fmla="*/ 475951 w 2465559"/>
                <a:gd name="connsiteY10-12214" fmla="*/ 4286717 h 4892818"/>
                <a:gd name="connsiteX11-12215" fmla="*/ 401307 w 2465559"/>
                <a:gd name="connsiteY11-12216" fmla="*/ 4771520 h 4892818"/>
                <a:gd name="connsiteX12-12217" fmla="*/ 186703 w 2465559"/>
                <a:gd name="connsiteY12-12218" fmla="*/ 4892818 h 4892818"/>
                <a:gd name="connsiteX13-12219" fmla="*/ 592486 w 2465559"/>
                <a:gd name="connsiteY13-12220" fmla="*/ 4785418 h 4892818"/>
                <a:gd name="connsiteX14-12221" fmla="*/ 849176 w 2465559"/>
                <a:gd name="connsiteY14-12222" fmla="*/ 4463609 h 4892818"/>
                <a:gd name="connsiteX15-12223" fmla="*/ 753683 w 2465559"/>
                <a:gd name="connsiteY15-12224" fmla="*/ 4304940 h 4892818"/>
                <a:gd name="connsiteX16-12225" fmla="*/ 909679 w 2465559"/>
                <a:gd name="connsiteY16-12226" fmla="*/ 3694564 h 4892818"/>
                <a:gd name="connsiteX17-12227" fmla="*/ 867643 w 2465559"/>
                <a:gd name="connsiteY17-12228" fmla="*/ 3120390 h 4892818"/>
                <a:gd name="connsiteX18-12229" fmla="*/ 1365129 w 2465559"/>
                <a:gd name="connsiteY18-12230" fmla="*/ 2671937 h 4892818"/>
                <a:gd name="connsiteX19-12231" fmla="*/ 1495176 w 2465559"/>
                <a:gd name="connsiteY19-12232" fmla="*/ 3437048 h 4892818"/>
                <a:gd name="connsiteX20-12233" fmla="*/ 1175747 w 2465559"/>
                <a:gd name="connsiteY20-12234" fmla="*/ 4186267 h 4892818"/>
                <a:gd name="connsiteX21-12235" fmla="*/ 933151 w 2465559"/>
                <a:gd name="connsiteY21-12236" fmla="*/ 4771520 h 4892818"/>
                <a:gd name="connsiteX22-12237" fmla="*/ 1231731 w 2465559"/>
                <a:gd name="connsiteY22-12238" fmla="*/ 4827503 h 4892818"/>
                <a:gd name="connsiteX23-12239" fmla="*/ 1642278 w 2465559"/>
                <a:gd name="connsiteY23-12240" fmla="*/ 4883487 h 4892818"/>
                <a:gd name="connsiteX24-12241" fmla="*/ 1698262 w 2465559"/>
                <a:gd name="connsiteY24-12242" fmla="*/ 4827503 h 4892818"/>
                <a:gd name="connsiteX25-12243" fmla="*/ 1278384 w 2465559"/>
                <a:gd name="connsiteY25-12244" fmla="*/ 4640891 h 4892818"/>
                <a:gd name="connsiteX26-12245" fmla="*/ 1735584 w 2465559"/>
                <a:gd name="connsiteY26-12246" fmla="*/ 3698499 h 4892818"/>
                <a:gd name="connsiteX27-12247" fmla="*/ 1868399 w 2465559"/>
                <a:gd name="connsiteY27-12248" fmla="*/ 3372511 h 4892818"/>
                <a:gd name="connsiteX28-12249" fmla="*/ 1971036 w 2465559"/>
                <a:gd name="connsiteY28-12250" fmla="*/ 2205796 h 4892818"/>
                <a:gd name="connsiteX29-12251" fmla="*/ 1959519 w 2465559"/>
                <a:gd name="connsiteY29-12252" fmla="*/ 1972336 h 4892818"/>
                <a:gd name="connsiteX30-12253" fmla="*/ 2010109 w 2465559"/>
                <a:gd name="connsiteY30-12254" fmla="*/ 1807058 h 4892818"/>
                <a:gd name="connsiteX31-12255" fmla="*/ 2103414 w 2465559"/>
                <a:gd name="connsiteY31-12256" fmla="*/ 1648584 h 4892818"/>
                <a:gd name="connsiteX32-12257" fmla="*/ 2324434 w 2465559"/>
                <a:gd name="connsiteY32-12258" fmla="*/ 1337952 h 4892818"/>
                <a:gd name="connsiteX33-12259" fmla="*/ 2465559 w 2465559"/>
                <a:gd name="connsiteY33-12260" fmla="*/ 1020807 h 4892818"/>
                <a:gd name="connsiteX34-12261" fmla="*/ 1938671 w 2465559"/>
                <a:gd name="connsiteY34-12262" fmla="*/ 589607 h 4892818"/>
                <a:gd name="connsiteX35-12263" fmla="*/ 1476708 w 2465559"/>
                <a:gd name="connsiteY35-12264" fmla="*/ 444983 h 4892818"/>
                <a:gd name="connsiteX36-12265" fmla="*/ 1272504 w 2465559"/>
                <a:gd name="connsiteY36-12266" fmla="*/ 409167 h 4892818"/>
                <a:gd name="connsiteX37-12267" fmla="*/ 1054449 w 2465559"/>
                <a:gd name="connsiteY37-12268" fmla="*/ 451446 h 4892818"/>
                <a:gd name="connsiteX38-12269" fmla="*/ 1035399 w 2465559"/>
                <a:gd name="connsiteY38-12270" fmla="*/ 263036 h 4892818"/>
                <a:gd name="connsiteX39-12271" fmla="*/ 869490 w 2465559"/>
                <a:gd name="connsiteY39-12272" fmla="*/ 71127 h 4892818"/>
                <a:gd name="connsiteX40-12273" fmla="*/ 597249 w 2465559"/>
                <a:gd name="connsiteY40-12274" fmla="*/ 12907 h 4892818"/>
                <a:gd name="connsiteX41-12275" fmla="*/ 475951 w 2465559"/>
                <a:gd name="connsiteY41-12276" fmla="*/ 516760 h 4892818"/>
                <a:gd name="connsiteX42-12277" fmla="*/ 616105 w 2465559"/>
                <a:gd name="connsiteY42-12278" fmla="*/ 724609 h 4892818"/>
                <a:gd name="connsiteX43-12279" fmla="*/ 319712 w 2465559"/>
                <a:gd name="connsiteY43-12280" fmla="*/ 1088309 h 4892818"/>
                <a:gd name="connsiteX44-12281" fmla="*/ 189084 w 2465559"/>
                <a:gd name="connsiteY44-12282" fmla="*/ 852857 h 4892818"/>
                <a:gd name="connsiteX45-12283" fmla="*/ 275879 w 2465559"/>
                <a:gd name="connsiteY45-12284" fmla="*/ 811890 h 4892818"/>
                <a:gd name="connsiteX46-12285" fmla="*/ 355140 w 2465559"/>
                <a:gd name="connsiteY46-12286" fmla="*/ 730733 h 4892818"/>
                <a:gd name="connsiteX47-12287" fmla="*/ 343233 w 2465559"/>
                <a:gd name="connsiteY47-12288" fmla="*/ 530708 h 4892818"/>
                <a:gd name="connsiteX48-12289" fmla="*/ 147388 w 2465559"/>
                <a:gd name="connsiteY48-12290" fmla="*/ 542954 h 4892818"/>
                <a:gd name="connsiteX0-12291" fmla="*/ 147388 w 2465559"/>
                <a:gd name="connsiteY0-12292" fmla="*/ 542954 h 4892818"/>
                <a:gd name="connsiteX1-12293" fmla="*/ 90 w 2465559"/>
                <a:gd name="connsiteY1-12294" fmla="*/ 796679 h 4892818"/>
                <a:gd name="connsiteX2-12295" fmla="*/ 37413 w 2465559"/>
                <a:gd name="connsiteY2-12296" fmla="*/ 973960 h 4892818"/>
                <a:gd name="connsiteX3-12297" fmla="*/ 266304 w 2465559"/>
                <a:gd name="connsiteY3-12298" fmla="*/ 1713265 h 4892818"/>
                <a:gd name="connsiteX4-12299" fmla="*/ 671894 w 2465559"/>
                <a:gd name="connsiteY4-12300" fmla="*/ 1552458 h 4892818"/>
                <a:gd name="connsiteX5-12301" fmla="*/ 961143 w 2465559"/>
                <a:gd name="connsiteY5-12302" fmla="*/ 1720409 h 4892818"/>
                <a:gd name="connsiteX6-12303" fmla="*/ 989135 w 2465559"/>
                <a:gd name="connsiteY6-12304" fmla="*/ 1916352 h 4892818"/>
                <a:gd name="connsiteX7-12305" fmla="*/ 961143 w 2465559"/>
                <a:gd name="connsiteY7-12306" fmla="*/ 2093828 h 4892818"/>
                <a:gd name="connsiteX8-12307" fmla="*/ 520418 w 2465559"/>
                <a:gd name="connsiteY8-12308" fmla="*/ 2903404 h 4892818"/>
                <a:gd name="connsiteX9-12309" fmla="*/ 501757 w 2465559"/>
                <a:gd name="connsiteY9-12310" fmla="*/ 3339562 h 4892818"/>
                <a:gd name="connsiteX10-12311" fmla="*/ 475951 w 2465559"/>
                <a:gd name="connsiteY10-12312" fmla="*/ 4286717 h 4892818"/>
                <a:gd name="connsiteX11-12313" fmla="*/ 401307 w 2465559"/>
                <a:gd name="connsiteY11-12314" fmla="*/ 4771520 h 4892818"/>
                <a:gd name="connsiteX12-12315" fmla="*/ 186703 w 2465559"/>
                <a:gd name="connsiteY12-12316" fmla="*/ 4892818 h 4892818"/>
                <a:gd name="connsiteX13-12317" fmla="*/ 592486 w 2465559"/>
                <a:gd name="connsiteY13-12318" fmla="*/ 4785418 h 4892818"/>
                <a:gd name="connsiteX14-12319" fmla="*/ 849176 w 2465559"/>
                <a:gd name="connsiteY14-12320" fmla="*/ 4463609 h 4892818"/>
                <a:gd name="connsiteX15-12321" fmla="*/ 753683 w 2465559"/>
                <a:gd name="connsiteY15-12322" fmla="*/ 4304940 h 4892818"/>
                <a:gd name="connsiteX16-12323" fmla="*/ 909679 w 2465559"/>
                <a:gd name="connsiteY16-12324" fmla="*/ 3694564 h 4892818"/>
                <a:gd name="connsiteX17-12325" fmla="*/ 867643 w 2465559"/>
                <a:gd name="connsiteY17-12326" fmla="*/ 3120390 h 4892818"/>
                <a:gd name="connsiteX18-12327" fmla="*/ 1365129 w 2465559"/>
                <a:gd name="connsiteY18-12328" fmla="*/ 2671937 h 4892818"/>
                <a:gd name="connsiteX19-12329" fmla="*/ 1495176 w 2465559"/>
                <a:gd name="connsiteY19-12330" fmla="*/ 3437048 h 4892818"/>
                <a:gd name="connsiteX20-12331" fmla="*/ 1175747 w 2465559"/>
                <a:gd name="connsiteY20-12332" fmla="*/ 4186267 h 4892818"/>
                <a:gd name="connsiteX21-12333" fmla="*/ 933151 w 2465559"/>
                <a:gd name="connsiteY21-12334" fmla="*/ 4771520 h 4892818"/>
                <a:gd name="connsiteX22-12335" fmla="*/ 1231731 w 2465559"/>
                <a:gd name="connsiteY22-12336" fmla="*/ 4827503 h 4892818"/>
                <a:gd name="connsiteX23-12337" fmla="*/ 1642278 w 2465559"/>
                <a:gd name="connsiteY23-12338" fmla="*/ 4883487 h 4892818"/>
                <a:gd name="connsiteX24-12339" fmla="*/ 1698262 w 2465559"/>
                <a:gd name="connsiteY24-12340" fmla="*/ 4827503 h 4892818"/>
                <a:gd name="connsiteX25-12341" fmla="*/ 1278384 w 2465559"/>
                <a:gd name="connsiteY25-12342" fmla="*/ 4640891 h 4892818"/>
                <a:gd name="connsiteX26-12343" fmla="*/ 1735584 w 2465559"/>
                <a:gd name="connsiteY26-12344" fmla="*/ 3698499 h 4892818"/>
                <a:gd name="connsiteX27-12345" fmla="*/ 1868399 w 2465559"/>
                <a:gd name="connsiteY27-12346" fmla="*/ 3372511 h 4892818"/>
                <a:gd name="connsiteX28-12347" fmla="*/ 1971036 w 2465559"/>
                <a:gd name="connsiteY28-12348" fmla="*/ 2205796 h 4892818"/>
                <a:gd name="connsiteX29-12349" fmla="*/ 1959519 w 2465559"/>
                <a:gd name="connsiteY29-12350" fmla="*/ 1972336 h 4892818"/>
                <a:gd name="connsiteX30-12351" fmla="*/ 2010109 w 2465559"/>
                <a:gd name="connsiteY30-12352" fmla="*/ 1807058 h 4892818"/>
                <a:gd name="connsiteX31-12353" fmla="*/ 2103414 w 2465559"/>
                <a:gd name="connsiteY31-12354" fmla="*/ 1648584 h 4892818"/>
                <a:gd name="connsiteX32-12355" fmla="*/ 2324434 w 2465559"/>
                <a:gd name="connsiteY32-12356" fmla="*/ 1337952 h 4892818"/>
                <a:gd name="connsiteX33-12357" fmla="*/ 2465559 w 2465559"/>
                <a:gd name="connsiteY33-12358" fmla="*/ 1020807 h 4892818"/>
                <a:gd name="connsiteX34-12359" fmla="*/ 1938671 w 2465559"/>
                <a:gd name="connsiteY34-12360" fmla="*/ 589607 h 4892818"/>
                <a:gd name="connsiteX35-12361" fmla="*/ 1476708 w 2465559"/>
                <a:gd name="connsiteY35-12362" fmla="*/ 444983 h 4892818"/>
                <a:gd name="connsiteX36-12363" fmla="*/ 1272504 w 2465559"/>
                <a:gd name="connsiteY36-12364" fmla="*/ 409167 h 4892818"/>
                <a:gd name="connsiteX37-12365" fmla="*/ 1054449 w 2465559"/>
                <a:gd name="connsiteY37-12366" fmla="*/ 451446 h 4892818"/>
                <a:gd name="connsiteX38-12367" fmla="*/ 1035399 w 2465559"/>
                <a:gd name="connsiteY38-12368" fmla="*/ 263036 h 4892818"/>
                <a:gd name="connsiteX39-12369" fmla="*/ 869490 w 2465559"/>
                <a:gd name="connsiteY39-12370" fmla="*/ 71127 h 4892818"/>
                <a:gd name="connsiteX40-12371" fmla="*/ 597249 w 2465559"/>
                <a:gd name="connsiteY40-12372" fmla="*/ 12907 h 4892818"/>
                <a:gd name="connsiteX41-12373" fmla="*/ 475951 w 2465559"/>
                <a:gd name="connsiteY41-12374" fmla="*/ 516760 h 4892818"/>
                <a:gd name="connsiteX42-12375" fmla="*/ 616105 w 2465559"/>
                <a:gd name="connsiteY42-12376" fmla="*/ 724609 h 4892818"/>
                <a:gd name="connsiteX43-12377" fmla="*/ 319712 w 2465559"/>
                <a:gd name="connsiteY43-12378" fmla="*/ 1088309 h 4892818"/>
                <a:gd name="connsiteX44-12379" fmla="*/ 189084 w 2465559"/>
                <a:gd name="connsiteY44-12380" fmla="*/ 852857 h 4892818"/>
                <a:gd name="connsiteX45-12381" fmla="*/ 275879 w 2465559"/>
                <a:gd name="connsiteY45-12382" fmla="*/ 811890 h 4892818"/>
                <a:gd name="connsiteX46-12383" fmla="*/ 355140 w 2465559"/>
                <a:gd name="connsiteY46-12384" fmla="*/ 730733 h 4892818"/>
                <a:gd name="connsiteX47-12385" fmla="*/ 343233 w 2465559"/>
                <a:gd name="connsiteY47-12386" fmla="*/ 530708 h 4892818"/>
                <a:gd name="connsiteX48-12387" fmla="*/ 147388 w 2465559"/>
                <a:gd name="connsiteY48-12388" fmla="*/ 542954 h 4892818"/>
                <a:gd name="connsiteX0-12389" fmla="*/ 147388 w 2465559"/>
                <a:gd name="connsiteY0-12390" fmla="*/ 542954 h 4892818"/>
                <a:gd name="connsiteX1-12391" fmla="*/ 90 w 2465559"/>
                <a:gd name="connsiteY1-12392" fmla="*/ 796679 h 4892818"/>
                <a:gd name="connsiteX2-12393" fmla="*/ 37413 w 2465559"/>
                <a:gd name="connsiteY2-12394" fmla="*/ 973960 h 4892818"/>
                <a:gd name="connsiteX3-12395" fmla="*/ 266304 w 2465559"/>
                <a:gd name="connsiteY3-12396" fmla="*/ 1713265 h 4892818"/>
                <a:gd name="connsiteX4-12397" fmla="*/ 671894 w 2465559"/>
                <a:gd name="connsiteY4-12398" fmla="*/ 1552458 h 4892818"/>
                <a:gd name="connsiteX5-12399" fmla="*/ 961143 w 2465559"/>
                <a:gd name="connsiteY5-12400" fmla="*/ 1720409 h 4892818"/>
                <a:gd name="connsiteX6-12401" fmla="*/ 989135 w 2465559"/>
                <a:gd name="connsiteY6-12402" fmla="*/ 1916352 h 4892818"/>
                <a:gd name="connsiteX7-12403" fmla="*/ 961143 w 2465559"/>
                <a:gd name="connsiteY7-12404" fmla="*/ 2093828 h 4892818"/>
                <a:gd name="connsiteX8-12405" fmla="*/ 520418 w 2465559"/>
                <a:gd name="connsiteY8-12406" fmla="*/ 2903404 h 4892818"/>
                <a:gd name="connsiteX9-12407" fmla="*/ 501757 w 2465559"/>
                <a:gd name="connsiteY9-12408" fmla="*/ 3339562 h 4892818"/>
                <a:gd name="connsiteX10-12409" fmla="*/ 475951 w 2465559"/>
                <a:gd name="connsiteY10-12410" fmla="*/ 4286717 h 4892818"/>
                <a:gd name="connsiteX11-12411" fmla="*/ 401307 w 2465559"/>
                <a:gd name="connsiteY11-12412" fmla="*/ 4771520 h 4892818"/>
                <a:gd name="connsiteX12-12413" fmla="*/ 186703 w 2465559"/>
                <a:gd name="connsiteY12-12414" fmla="*/ 4892818 h 4892818"/>
                <a:gd name="connsiteX13-12415" fmla="*/ 592486 w 2465559"/>
                <a:gd name="connsiteY13-12416" fmla="*/ 4785418 h 4892818"/>
                <a:gd name="connsiteX14-12417" fmla="*/ 849176 w 2465559"/>
                <a:gd name="connsiteY14-12418" fmla="*/ 4463609 h 4892818"/>
                <a:gd name="connsiteX15-12419" fmla="*/ 753683 w 2465559"/>
                <a:gd name="connsiteY15-12420" fmla="*/ 4304940 h 4892818"/>
                <a:gd name="connsiteX16-12421" fmla="*/ 909679 w 2465559"/>
                <a:gd name="connsiteY16-12422" fmla="*/ 3694564 h 4892818"/>
                <a:gd name="connsiteX17-12423" fmla="*/ 867643 w 2465559"/>
                <a:gd name="connsiteY17-12424" fmla="*/ 3120390 h 4892818"/>
                <a:gd name="connsiteX18-12425" fmla="*/ 1365129 w 2465559"/>
                <a:gd name="connsiteY18-12426" fmla="*/ 2671937 h 4892818"/>
                <a:gd name="connsiteX19-12427" fmla="*/ 1495176 w 2465559"/>
                <a:gd name="connsiteY19-12428" fmla="*/ 3437048 h 4892818"/>
                <a:gd name="connsiteX20-12429" fmla="*/ 1175747 w 2465559"/>
                <a:gd name="connsiteY20-12430" fmla="*/ 4186267 h 4892818"/>
                <a:gd name="connsiteX21-12431" fmla="*/ 933151 w 2465559"/>
                <a:gd name="connsiteY21-12432" fmla="*/ 4771520 h 4892818"/>
                <a:gd name="connsiteX22-12433" fmla="*/ 1231731 w 2465559"/>
                <a:gd name="connsiteY22-12434" fmla="*/ 4827503 h 4892818"/>
                <a:gd name="connsiteX23-12435" fmla="*/ 1642278 w 2465559"/>
                <a:gd name="connsiteY23-12436" fmla="*/ 4883487 h 4892818"/>
                <a:gd name="connsiteX24-12437" fmla="*/ 1698262 w 2465559"/>
                <a:gd name="connsiteY24-12438" fmla="*/ 4827503 h 4892818"/>
                <a:gd name="connsiteX25-12439" fmla="*/ 1278384 w 2465559"/>
                <a:gd name="connsiteY25-12440" fmla="*/ 4640891 h 4892818"/>
                <a:gd name="connsiteX26-12441" fmla="*/ 1735584 w 2465559"/>
                <a:gd name="connsiteY26-12442" fmla="*/ 3698499 h 4892818"/>
                <a:gd name="connsiteX27-12443" fmla="*/ 1868399 w 2465559"/>
                <a:gd name="connsiteY27-12444" fmla="*/ 3372511 h 4892818"/>
                <a:gd name="connsiteX28-12445" fmla="*/ 1971036 w 2465559"/>
                <a:gd name="connsiteY28-12446" fmla="*/ 2205796 h 4892818"/>
                <a:gd name="connsiteX29-12447" fmla="*/ 1959519 w 2465559"/>
                <a:gd name="connsiteY29-12448" fmla="*/ 1972336 h 4892818"/>
                <a:gd name="connsiteX30-12449" fmla="*/ 2010109 w 2465559"/>
                <a:gd name="connsiteY30-12450" fmla="*/ 1807058 h 4892818"/>
                <a:gd name="connsiteX31-12451" fmla="*/ 2103414 w 2465559"/>
                <a:gd name="connsiteY31-12452" fmla="*/ 1648584 h 4892818"/>
                <a:gd name="connsiteX32-12453" fmla="*/ 2324434 w 2465559"/>
                <a:gd name="connsiteY32-12454" fmla="*/ 1337952 h 4892818"/>
                <a:gd name="connsiteX33-12455" fmla="*/ 2465559 w 2465559"/>
                <a:gd name="connsiteY33-12456" fmla="*/ 1020807 h 4892818"/>
                <a:gd name="connsiteX34-12457" fmla="*/ 1938671 w 2465559"/>
                <a:gd name="connsiteY34-12458" fmla="*/ 589607 h 4892818"/>
                <a:gd name="connsiteX35-12459" fmla="*/ 1476708 w 2465559"/>
                <a:gd name="connsiteY35-12460" fmla="*/ 444983 h 4892818"/>
                <a:gd name="connsiteX36-12461" fmla="*/ 1272504 w 2465559"/>
                <a:gd name="connsiteY36-12462" fmla="*/ 409167 h 4892818"/>
                <a:gd name="connsiteX37-12463" fmla="*/ 1054449 w 2465559"/>
                <a:gd name="connsiteY37-12464" fmla="*/ 451446 h 4892818"/>
                <a:gd name="connsiteX38-12465" fmla="*/ 1035399 w 2465559"/>
                <a:gd name="connsiteY38-12466" fmla="*/ 263036 h 4892818"/>
                <a:gd name="connsiteX39-12467" fmla="*/ 869490 w 2465559"/>
                <a:gd name="connsiteY39-12468" fmla="*/ 71127 h 4892818"/>
                <a:gd name="connsiteX40-12469" fmla="*/ 597249 w 2465559"/>
                <a:gd name="connsiteY40-12470" fmla="*/ 12907 h 4892818"/>
                <a:gd name="connsiteX41-12471" fmla="*/ 475951 w 2465559"/>
                <a:gd name="connsiteY41-12472" fmla="*/ 516760 h 4892818"/>
                <a:gd name="connsiteX42-12473" fmla="*/ 616105 w 2465559"/>
                <a:gd name="connsiteY42-12474" fmla="*/ 724609 h 4892818"/>
                <a:gd name="connsiteX43-12475" fmla="*/ 319712 w 2465559"/>
                <a:gd name="connsiteY43-12476" fmla="*/ 1088309 h 4892818"/>
                <a:gd name="connsiteX44-12477" fmla="*/ 189084 w 2465559"/>
                <a:gd name="connsiteY44-12478" fmla="*/ 852857 h 4892818"/>
                <a:gd name="connsiteX45-12479" fmla="*/ 275879 w 2465559"/>
                <a:gd name="connsiteY45-12480" fmla="*/ 811890 h 4892818"/>
                <a:gd name="connsiteX46-12481" fmla="*/ 355140 w 2465559"/>
                <a:gd name="connsiteY46-12482" fmla="*/ 730733 h 4892818"/>
                <a:gd name="connsiteX47-12483" fmla="*/ 343233 w 2465559"/>
                <a:gd name="connsiteY47-12484" fmla="*/ 530708 h 4892818"/>
                <a:gd name="connsiteX48-12485" fmla="*/ 147388 w 2465559"/>
                <a:gd name="connsiteY48-12486" fmla="*/ 542954 h 4892818"/>
                <a:gd name="connsiteX0-12487" fmla="*/ 147388 w 2465559"/>
                <a:gd name="connsiteY0-12488" fmla="*/ 542954 h 4892818"/>
                <a:gd name="connsiteX1-12489" fmla="*/ 90 w 2465559"/>
                <a:gd name="connsiteY1-12490" fmla="*/ 796679 h 4892818"/>
                <a:gd name="connsiteX2-12491" fmla="*/ 37413 w 2465559"/>
                <a:gd name="connsiteY2-12492" fmla="*/ 973960 h 4892818"/>
                <a:gd name="connsiteX3-12493" fmla="*/ 266304 w 2465559"/>
                <a:gd name="connsiteY3-12494" fmla="*/ 1713265 h 4892818"/>
                <a:gd name="connsiteX4-12495" fmla="*/ 671894 w 2465559"/>
                <a:gd name="connsiteY4-12496" fmla="*/ 1552458 h 4892818"/>
                <a:gd name="connsiteX5-12497" fmla="*/ 961143 w 2465559"/>
                <a:gd name="connsiteY5-12498" fmla="*/ 1720409 h 4892818"/>
                <a:gd name="connsiteX6-12499" fmla="*/ 989135 w 2465559"/>
                <a:gd name="connsiteY6-12500" fmla="*/ 1916352 h 4892818"/>
                <a:gd name="connsiteX7-12501" fmla="*/ 961143 w 2465559"/>
                <a:gd name="connsiteY7-12502" fmla="*/ 2093828 h 4892818"/>
                <a:gd name="connsiteX8-12503" fmla="*/ 520418 w 2465559"/>
                <a:gd name="connsiteY8-12504" fmla="*/ 2903404 h 4892818"/>
                <a:gd name="connsiteX9-12505" fmla="*/ 501757 w 2465559"/>
                <a:gd name="connsiteY9-12506" fmla="*/ 3339562 h 4892818"/>
                <a:gd name="connsiteX10-12507" fmla="*/ 475951 w 2465559"/>
                <a:gd name="connsiteY10-12508" fmla="*/ 4286717 h 4892818"/>
                <a:gd name="connsiteX11-12509" fmla="*/ 401307 w 2465559"/>
                <a:gd name="connsiteY11-12510" fmla="*/ 4771520 h 4892818"/>
                <a:gd name="connsiteX12-12511" fmla="*/ 186703 w 2465559"/>
                <a:gd name="connsiteY12-12512" fmla="*/ 4892818 h 4892818"/>
                <a:gd name="connsiteX13-12513" fmla="*/ 592486 w 2465559"/>
                <a:gd name="connsiteY13-12514" fmla="*/ 4785418 h 4892818"/>
                <a:gd name="connsiteX14-12515" fmla="*/ 849176 w 2465559"/>
                <a:gd name="connsiteY14-12516" fmla="*/ 4463609 h 4892818"/>
                <a:gd name="connsiteX15-12517" fmla="*/ 753683 w 2465559"/>
                <a:gd name="connsiteY15-12518" fmla="*/ 4304940 h 4892818"/>
                <a:gd name="connsiteX16-12519" fmla="*/ 909679 w 2465559"/>
                <a:gd name="connsiteY16-12520" fmla="*/ 3694564 h 4892818"/>
                <a:gd name="connsiteX17-12521" fmla="*/ 867643 w 2465559"/>
                <a:gd name="connsiteY17-12522" fmla="*/ 3120390 h 4892818"/>
                <a:gd name="connsiteX18-12523" fmla="*/ 1365129 w 2465559"/>
                <a:gd name="connsiteY18-12524" fmla="*/ 2671937 h 4892818"/>
                <a:gd name="connsiteX19-12525" fmla="*/ 1495176 w 2465559"/>
                <a:gd name="connsiteY19-12526" fmla="*/ 3437048 h 4892818"/>
                <a:gd name="connsiteX20-12527" fmla="*/ 1175747 w 2465559"/>
                <a:gd name="connsiteY20-12528" fmla="*/ 4186267 h 4892818"/>
                <a:gd name="connsiteX21-12529" fmla="*/ 933151 w 2465559"/>
                <a:gd name="connsiteY21-12530" fmla="*/ 4771520 h 4892818"/>
                <a:gd name="connsiteX22-12531" fmla="*/ 1231731 w 2465559"/>
                <a:gd name="connsiteY22-12532" fmla="*/ 4827503 h 4892818"/>
                <a:gd name="connsiteX23-12533" fmla="*/ 1642278 w 2465559"/>
                <a:gd name="connsiteY23-12534" fmla="*/ 4883487 h 4892818"/>
                <a:gd name="connsiteX24-12535" fmla="*/ 1698262 w 2465559"/>
                <a:gd name="connsiteY24-12536" fmla="*/ 4827503 h 4892818"/>
                <a:gd name="connsiteX25-12537" fmla="*/ 1278384 w 2465559"/>
                <a:gd name="connsiteY25-12538" fmla="*/ 4640891 h 4892818"/>
                <a:gd name="connsiteX26-12539" fmla="*/ 1735584 w 2465559"/>
                <a:gd name="connsiteY26-12540" fmla="*/ 3698499 h 4892818"/>
                <a:gd name="connsiteX27-12541" fmla="*/ 1868399 w 2465559"/>
                <a:gd name="connsiteY27-12542" fmla="*/ 3372511 h 4892818"/>
                <a:gd name="connsiteX28-12543" fmla="*/ 1971036 w 2465559"/>
                <a:gd name="connsiteY28-12544" fmla="*/ 2205796 h 4892818"/>
                <a:gd name="connsiteX29-12545" fmla="*/ 1959519 w 2465559"/>
                <a:gd name="connsiteY29-12546" fmla="*/ 1972336 h 4892818"/>
                <a:gd name="connsiteX30-12547" fmla="*/ 2010109 w 2465559"/>
                <a:gd name="connsiteY30-12548" fmla="*/ 1807058 h 4892818"/>
                <a:gd name="connsiteX31-12549" fmla="*/ 2103414 w 2465559"/>
                <a:gd name="connsiteY31-12550" fmla="*/ 1648584 h 4892818"/>
                <a:gd name="connsiteX32-12551" fmla="*/ 2324434 w 2465559"/>
                <a:gd name="connsiteY32-12552" fmla="*/ 1337952 h 4892818"/>
                <a:gd name="connsiteX33-12553" fmla="*/ 2465559 w 2465559"/>
                <a:gd name="connsiteY33-12554" fmla="*/ 1020807 h 4892818"/>
                <a:gd name="connsiteX34-12555" fmla="*/ 1938671 w 2465559"/>
                <a:gd name="connsiteY34-12556" fmla="*/ 589607 h 4892818"/>
                <a:gd name="connsiteX35-12557" fmla="*/ 1476708 w 2465559"/>
                <a:gd name="connsiteY35-12558" fmla="*/ 444983 h 4892818"/>
                <a:gd name="connsiteX36-12559" fmla="*/ 1272504 w 2465559"/>
                <a:gd name="connsiteY36-12560" fmla="*/ 409167 h 4892818"/>
                <a:gd name="connsiteX37-12561" fmla="*/ 1054449 w 2465559"/>
                <a:gd name="connsiteY37-12562" fmla="*/ 451446 h 4892818"/>
                <a:gd name="connsiteX38-12563" fmla="*/ 1035399 w 2465559"/>
                <a:gd name="connsiteY38-12564" fmla="*/ 263036 h 4892818"/>
                <a:gd name="connsiteX39-12565" fmla="*/ 869490 w 2465559"/>
                <a:gd name="connsiteY39-12566" fmla="*/ 71127 h 4892818"/>
                <a:gd name="connsiteX40-12567" fmla="*/ 597249 w 2465559"/>
                <a:gd name="connsiteY40-12568" fmla="*/ 12907 h 4892818"/>
                <a:gd name="connsiteX41-12569" fmla="*/ 475951 w 2465559"/>
                <a:gd name="connsiteY41-12570" fmla="*/ 516760 h 4892818"/>
                <a:gd name="connsiteX42-12571" fmla="*/ 616105 w 2465559"/>
                <a:gd name="connsiteY42-12572" fmla="*/ 724609 h 4892818"/>
                <a:gd name="connsiteX43-12573" fmla="*/ 319712 w 2465559"/>
                <a:gd name="connsiteY43-12574" fmla="*/ 1088309 h 4892818"/>
                <a:gd name="connsiteX44-12575" fmla="*/ 189084 w 2465559"/>
                <a:gd name="connsiteY44-12576" fmla="*/ 852857 h 4892818"/>
                <a:gd name="connsiteX45-12577" fmla="*/ 275879 w 2465559"/>
                <a:gd name="connsiteY45-12578" fmla="*/ 811890 h 4892818"/>
                <a:gd name="connsiteX46-12579" fmla="*/ 355140 w 2465559"/>
                <a:gd name="connsiteY46-12580" fmla="*/ 730733 h 4892818"/>
                <a:gd name="connsiteX47-12581" fmla="*/ 343233 w 2465559"/>
                <a:gd name="connsiteY47-12582" fmla="*/ 530708 h 4892818"/>
                <a:gd name="connsiteX48-12583" fmla="*/ 147388 w 2465559"/>
                <a:gd name="connsiteY48-12584" fmla="*/ 542954 h 4892818"/>
                <a:gd name="connsiteX0-12585" fmla="*/ 147388 w 2465559"/>
                <a:gd name="connsiteY0-12586" fmla="*/ 542954 h 4904725"/>
                <a:gd name="connsiteX1-12587" fmla="*/ 90 w 2465559"/>
                <a:gd name="connsiteY1-12588" fmla="*/ 796679 h 4904725"/>
                <a:gd name="connsiteX2-12589" fmla="*/ 37413 w 2465559"/>
                <a:gd name="connsiteY2-12590" fmla="*/ 973960 h 4904725"/>
                <a:gd name="connsiteX3-12591" fmla="*/ 266304 w 2465559"/>
                <a:gd name="connsiteY3-12592" fmla="*/ 1713265 h 4904725"/>
                <a:gd name="connsiteX4-12593" fmla="*/ 671894 w 2465559"/>
                <a:gd name="connsiteY4-12594" fmla="*/ 1552458 h 4904725"/>
                <a:gd name="connsiteX5-12595" fmla="*/ 961143 w 2465559"/>
                <a:gd name="connsiteY5-12596" fmla="*/ 1720409 h 4904725"/>
                <a:gd name="connsiteX6-12597" fmla="*/ 989135 w 2465559"/>
                <a:gd name="connsiteY6-12598" fmla="*/ 1916352 h 4904725"/>
                <a:gd name="connsiteX7-12599" fmla="*/ 961143 w 2465559"/>
                <a:gd name="connsiteY7-12600" fmla="*/ 2093828 h 4904725"/>
                <a:gd name="connsiteX8-12601" fmla="*/ 520418 w 2465559"/>
                <a:gd name="connsiteY8-12602" fmla="*/ 2903404 h 4904725"/>
                <a:gd name="connsiteX9-12603" fmla="*/ 501757 w 2465559"/>
                <a:gd name="connsiteY9-12604" fmla="*/ 3339562 h 4904725"/>
                <a:gd name="connsiteX10-12605" fmla="*/ 475951 w 2465559"/>
                <a:gd name="connsiteY10-12606" fmla="*/ 4286717 h 4904725"/>
                <a:gd name="connsiteX11-12607" fmla="*/ 401307 w 2465559"/>
                <a:gd name="connsiteY11-12608" fmla="*/ 4771520 h 4904725"/>
                <a:gd name="connsiteX12-12609" fmla="*/ 200990 w 2465559"/>
                <a:gd name="connsiteY12-12610" fmla="*/ 4904725 h 4904725"/>
                <a:gd name="connsiteX13-12611" fmla="*/ 592486 w 2465559"/>
                <a:gd name="connsiteY13-12612" fmla="*/ 4785418 h 4904725"/>
                <a:gd name="connsiteX14-12613" fmla="*/ 849176 w 2465559"/>
                <a:gd name="connsiteY14-12614" fmla="*/ 4463609 h 4904725"/>
                <a:gd name="connsiteX15-12615" fmla="*/ 753683 w 2465559"/>
                <a:gd name="connsiteY15-12616" fmla="*/ 4304940 h 4904725"/>
                <a:gd name="connsiteX16-12617" fmla="*/ 909679 w 2465559"/>
                <a:gd name="connsiteY16-12618" fmla="*/ 3694564 h 4904725"/>
                <a:gd name="connsiteX17-12619" fmla="*/ 867643 w 2465559"/>
                <a:gd name="connsiteY17-12620" fmla="*/ 3120390 h 4904725"/>
                <a:gd name="connsiteX18-12621" fmla="*/ 1365129 w 2465559"/>
                <a:gd name="connsiteY18-12622" fmla="*/ 2671937 h 4904725"/>
                <a:gd name="connsiteX19-12623" fmla="*/ 1495176 w 2465559"/>
                <a:gd name="connsiteY19-12624" fmla="*/ 3437048 h 4904725"/>
                <a:gd name="connsiteX20-12625" fmla="*/ 1175747 w 2465559"/>
                <a:gd name="connsiteY20-12626" fmla="*/ 4186267 h 4904725"/>
                <a:gd name="connsiteX21-12627" fmla="*/ 933151 w 2465559"/>
                <a:gd name="connsiteY21-12628" fmla="*/ 4771520 h 4904725"/>
                <a:gd name="connsiteX22-12629" fmla="*/ 1231731 w 2465559"/>
                <a:gd name="connsiteY22-12630" fmla="*/ 4827503 h 4904725"/>
                <a:gd name="connsiteX23-12631" fmla="*/ 1642278 w 2465559"/>
                <a:gd name="connsiteY23-12632" fmla="*/ 4883487 h 4904725"/>
                <a:gd name="connsiteX24-12633" fmla="*/ 1698262 w 2465559"/>
                <a:gd name="connsiteY24-12634" fmla="*/ 4827503 h 4904725"/>
                <a:gd name="connsiteX25-12635" fmla="*/ 1278384 w 2465559"/>
                <a:gd name="connsiteY25-12636" fmla="*/ 4640891 h 4904725"/>
                <a:gd name="connsiteX26-12637" fmla="*/ 1735584 w 2465559"/>
                <a:gd name="connsiteY26-12638" fmla="*/ 3698499 h 4904725"/>
                <a:gd name="connsiteX27-12639" fmla="*/ 1868399 w 2465559"/>
                <a:gd name="connsiteY27-12640" fmla="*/ 3372511 h 4904725"/>
                <a:gd name="connsiteX28-12641" fmla="*/ 1971036 w 2465559"/>
                <a:gd name="connsiteY28-12642" fmla="*/ 2205796 h 4904725"/>
                <a:gd name="connsiteX29-12643" fmla="*/ 1959519 w 2465559"/>
                <a:gd name="connsiteY29-12644" fmla="*/ 1972336 h 4904725"/>
                <a:gd name="connsiteX30-12645" fmla="*/ 2010109 w 2465559"/>
                <a:gd name="connsiteY30-12646" fmla="*/ 1807058 h 4904725"/>
                <a:gd name="connsiteX31-12647" fmla="*/ 2103414 w 2465559"/>
                <a:gd name="connsiteY31-12648" fmla="*/ 1648584 h 4904725"/>
                <a:gd name="connsiteX32-12649" fmla="*/ 2324434 w 2465559"/>
                <a:gd name="connsiteY32-12650" fmla="*/ 1337952 h 4904725"/>
                <a:gd name="connsiteX33-12651" fmla="*/ 2465559 w 2465559"/>
                <a:gd name="connsiteY33-12652" fmla="*/ 1020807 h 4904725"/>
                <a:gd name="connsiteX34-12653" fmla="*/ 1938671 w 2465559"/>
                <a:gd name="connsiteY34-12654" fmla="*/ 589607 h 4904725"/>
                <a:gd name="connsiteX35-12655" fmla="*/ 1476708 w 2465559"/>
                <a:gd name="connsiteY35-12656" fmla="*/ 444983 h 4904725"/>
                <a:gd name="connsiteX36-12657" fmla="*/ 1272504 w 2465559"/>
                <a:gd name="connsiteY36-12658" fmla="*/ 409167 h 4904725"/>
                <a:gd name="connsiteX37-12659" fmla="*/ 1054449 w 2465559"/>
                <a:gd name="connsiteY37-12660" fmla="*/ 451446 h 4904725"/>
                <a:gd name="connsiteX38-12661" fmla="*/ 1035399 w 2465559"/>
                <a:gd name="connsiteY38-12662" fmla="*/ 263036 h 4904725"/>
                <a:gd name="connsiteX39-12663" fmla="*/ 869490 w 2465559"/>
                <a:gd name="connsiteY39-12664" fmla="*/ 71127 h 4904725"/>
                <a:gd name="connsiteX40-12665" fmla="*/ 597249 w 2465559"/>
                <a:gd name="connsiteY40-12666" fmla="*/ 12907 h 4904725"/>
                <a:gd name="connsiteX41-12667" fmla="*/ 475951 w 2465559"/>
                <a:gd name="connsiteY41-12668" fmla="*/ 516760 h 4904725"/>
                <a:gd name="connsiteX42-12669" fmla="*/ 616105 w 2465559"/>
                <a:gd name="connsiteY42-12670" fmla="*/ 724609 h 4904725"/>
                <a:gd name="connsiteX43-12671" fmla="*/ 319712 w 2465559"/>
                <a:gd name="connsiteY43-12672" fmla="*/ 1088309 h 4904725"/>
                <a:gd name="connsiteX44-12673" fmla="*/ 189084 w 2465559"/>
                <a:gd name="connsiteY44-12674" fmla="*/ 852857 h 4904725"/>
                <a:gd name="connsiteX45-12675" fmla="*/ 275879 w 2465559"/>
                <a:gd name="connsiteY45-12676" fmla="*/ 811890 h 4904725"/>
                <a:gd name="connsiteX46-12677" fmla="*/ 355140 w 2465559"/>
                <a:gd name="connsiteY46-12678" fmla="*/ 730733 h 4904725"/>
                <a:gd name="connsiteX47-12679" fmla="*/ 343233 w 2465559"/>
                <a:gd name="connsiteY47-12680" fmla="*/ 530708 h 4904725"/>
                <a:gd name="connsiteX48-12681" fmla="*/ 147388 w 2465559"/>
                <a:gd name="connsiteY48-12682" fmla="*/ 542954 h 4904725"/>
                <a:gd name="connsiteX0-12683" fmla="*/ 147388 w 2465559"/>
                <a:gd name="connsiteY0-12684" fmla="*/ 542954 h 4890438"/>
                <a:gd name="connsiteX1-12685" fmla="*/ 90 w 2465559"/>
                <a:gd name="connsiteY1-12686" fmla="*/ 796679 h 4890438"/>
                <a:gd name="connsiteX2-12687" fmla="*/ 37413 w 2465559"/>
                <a:gd name="connsiteY2-12688" fmla="*/ 973960 h 4890438"/>
                <a:gd name="connsiteX3-12689" fmla="*/ 266304 w 2465559"/>
                <a:gd name="connsiteY3-12690" fmla="*/ 1713265 h 4890438"/>
                <a:gd name="connsiteX4-12691" fmla="*/ 671894 w 2465559"/>
                <a:gd name="connsiteY4-12692" fmla="*/ 1552458 h 4890438"/>
                <a:gd name="connsiteX5-12693" fmla="*/ 961143 w 2465559"/>
                <a:gd name="connsiteY5-12694" fmla="*/ 1720409 h 4890438"/>
                <a:gd name="connsiteX6-12695" fmla="*/ 989135 w 2465559"/>
                <a:gd name="connsiteY6-12696" fmla="*/ 1916352 h 4890438"/>
                <a:gd name="connsiteX7-12697" fmla="*/ 961143 w 2465559"/>
                <a:gd name="connsiteY7-12698" fmla="*/ 2093828 h 4890438"/>
                <a:gd name="connsiteX8-12699" fmla="*/ 520418 w 2465559"/>
                <a:gd name="connsiteY8-12700" fmla="*/ 2903404 h 4890438"/>
                <a:gd name="connsiteX9-12701" fmla="*/ 501757 w 2465559"/>
                <a:gd name="connsiteY9-12702" fmla="*/ 3339562 h 4890438"/>
                <a:gd name="connsiteX10-12703" fmla="*/ 475951 w 2465559"/>
                <a:gd name="connsiteY10-12704" fmla="*/ 4286717 h 4890438"/>
                <a:gd name="connsiteX11-12705" fmla="*/ 401307 w 2465559"/>
                <a:gd name="connsiteY11-12706" fmla="*/ 4771520 h 4890438"/>
                <a:gd name="connsiteX12-12707" fmla="*/ 200990 w 2465559"/>
                <a:gd name="connsiteY12-12708" fmla="*/ 4890438 h 4890438"/>
                <a:gd name="connsiteX13-12709" fmla="*/ 592486 w 2465559"/>
                <a:gd name="connsiteY13-12710" fmla="*/ 4785418 h 4890438"/>
                <a:gd name="connsiteX14-12711" fmla="*/ 849176 w 2465559"/>
                <a:gd name="connsiteY14-12712" fmla="*/ 4463609 h 4890438"/>
                <a:gd name="connsiteX15-12713" fmla="*/ 753683 w 2465559"/>
                <a:gd name="connsiteY15-12714" fmla="*/ 4304940 h 4890438"/>
                <a:gd name="connsiteX16-12715" fmla="*/ 909679 w 2465559"/>
                <a:gd name="connsiteY16-12716" fmla="*/ 3694564 h 4890438"/>
                <a:gd name="connsiteX17-12717" fmla="*/ 867643 w 2465559"/>
                <a:gd name="connsiteY17-12718" fmla="*/ 3120390 h 4890438"/>
                <a:gd name="connsiteX18-12719" fmla="*/ 1365129 w 2465559"/>
                <a:gd name="connsiteY18-12720" fmla="*/ 2671937 h 4890438"/>
                <a:gd name="connsiteX19-12721" fmla="*/ 1495176 w 2465559"/>
                <a:gd name="connsiteY19-12722" fmla="*/ 3437048 h 4890438"/>
                <a:gd name="connsiteX20-12723" fmla="*/ 1175747 w 2465559"/>
                <a:gd name="connsiteY20-12724" fmla="*/ 4186267 h 4890438"/>
                <a:gd name="connsiteX21-12725" fmla="*/ 933151 w 2465559"/>
                <a:gd name="connsiteY21-12726" fmla="*/ 4771520 h 4890438"/>
                <a:gd name="connsiteX22-12727" fmla="*/ 1231731 w 2465559"/>
                <a:gd name="connsiteY22-12728" fmla="*/ 4827503 h 4890438"/>
                <a:gd name="connsiteX23-12729" fmla="*/ 1642278 w 2465559"/>
                <a:gd name="connsiteY23-12730" fmla="*/ 4883487 h 4890438"/>
                <a:gd name="connsiteX24-12731" fmla="*/ 1698262 w 2465559"/>
                <a:gd name="connsiteY24-12732" fmla="*/ 4827503 h 4890438"/>
                <a:gd name="connsiteX25-12733" fmla="*/ 1278384 w 2465559"/>
                <a:gd name="connsiteY25-12734" fmla="*/ 4640891 h 4890438"/>
                <a:gd name="connsiteX26-12735" fmla="*/ 1735584 w 2465559"/>
                <a:gd name="connsiteY26-12736" fmla="*/ 3698499 h 4890438"/>
                <a:gd name="connsiteX27-12737" fmla="*/ 1868399 w 2465559"/>
                <a:gd name="connsiteY27-12738" fmla="*/ 3372511 h 4890438"/>
                <a:gd name="connsiteX28-12739" fmla="*/ 1971036 w 2465559"/>
                <a:gd name="connsiteY28-12740" fmla="*/ 2205796 h 4890438"/>
                <a:gd name="connsiteX29-12741" fmla="*/ 1959519 w 2465559"/>
                <a:gd name="connsiteY29-12742" fmla="*/ 1972336 h 4890438"/>
                <a:gd name="connsiteX30-12743" fmla="*/ 2010109 w 2465559"/>
                <a:gd name="connsiteY30-12744" fmla="*/ 1807058 h 4890438"/>
                <a:gd name="connsiteX31-12745" fmla="*/ 2103414 w 2465559"/>
                <a:gd name="connsiteY31-12746" fmla="*/ 1648584 h 4890438"/>
                <a:gd name="connsiteX32-12747" fmla="*/ 2324434 w 2465559"/>
                <a:gd name="connsiteY32-12748" fmla="*/ 1337952 h 4890438"/>
                <a:gd name="connsiteX33-12749" fmla="*/ 2465559 w 2465559"/>
                <a:gd name="connsiteY33-12750" fmla="*/ 1020807 h 4890438"/>
                <a:gd name="connsiteX34-12751" fmla="*/ 1938671 w 2465559"/>
                <a:gd name="connsiteY34-12752" fmla="*/ 589607 h 4890438"/>
                <a:gd name="connsiteX35-12753" fmla="*/ 1476708 w 2465559"/>
                <a:gd name="connsiteY35-12754" fmla="*/ 444983 h 4890438"/>
                <a:gd name="connsiteX36-12755" fmla="*/ 1272504 w 2465559"/>
                <a:gd name="connsiteY36-12756" fmla="*/ 409167 h 4890438"/>
                <a:gd name="connsiteX37-12757" fmla="*/ 1054449 w 2465559"/>
                <a:gd name="connsiteY37-12758" fmla="*/ 451446 h 4890438"/>
                <a:gd name="connsiteX38-12759" fmla="*/ 1035399 w 2465559"/>
                <a:gd name="connsiteY38-12760" fmla="*/ 263036 h 4890438"/>
                <a:gd name="connsiteX39-12761" fmla="*/ 869490 w 2465559"/>
                <a:gd name="connsiteY39-12762" fmla="*/ 71127 h 4890438"/>
                <a:gd name="connsiteX40-12763" fmla="*/ 597249 w 2465559"/>
                <a:gd name="connsiteY40-12764" fmla="*/ 12907 h 4890438"/>
                <a:gd name="connsiteX41-12765" fmla="*/ 475951 w 2465559"/>
                <a:gd name="connsiteY41-12766" fmla="*/ 516760 h 4890438"/>
                <a:gd name="connsiteX42-12767" fmla="*/ 616105 w 2465559"/>
                <a:gd name="connsiteY42-12768" fmla="*/ 724609 h 4890438"/>
                <a:gd name="connsiteX43-12769" fmla="*/ 319712 w 2465559"/>
                <a:gd name="connsiteY43-12770" fmla="*/ 1088309 h 4890438"/>
                <a:gd name="connsiteX44-12771" fmla="*/ 189084 w 2465559"/>
                <a:gd name="connsiteY44-12772" fmla="*/ 852857 h 4890438"/>
                <a:gd name="connsiteX45-12773" fmla="*/ 275879 w 2465559"/>
                <a:gd name="connsiteY45-12774" fmla="*/ 811890 h 4890438"/>
                <a:gd name="connsiteX46-12775" fmla="*/ 355140 w 2465559"/>
                <a:gd name="connsiteY46-12776" fmla="*/ 730733 h 4890438"/>
                <a:gd name="connsiteX47-12777" fmla="*/ 343233 w 2465559"/>
                <a:gd name="connsiteY47-12778" fmla="*/ 530708 h 4890438"/>
                <a:gd name="connsiteX48-12779" fmla="*/ 147388 w 2465559"/>
                <a:gd name="connsiteY48-12780" fmla="*/ 542954 h 4890438"/>
                <a:gd name="connsiteX0-12781" fmla="*/ 147388 w 2465559"/>
                <a:gd name="connsiteY0-12782" fmla="*/ 542954 h 4890438"/>
                <a:gd name="connsiteX1-12783" fmla="*/ 90 w 2465559"/>
                <a:gd name="connsiteY1-12784" fmla="*/ 796679 h 4890438"/>
                <a:gd name="connsiteX2-12785" fmla="*/ 37413 w 2465559"/>
                <a:gd name="connsiteY2-12786" fmla="*/ 973960 h 4890438"/>
                <a:gd name="connsiteX3-12787" fmla="*/ 266304 w 2465559"/>
                <a:gd name="connsiteY3-12788" fmla="*/ 1713265 h 4890438"/>
                <a:gd name="connsiteX4-12789" fmla="*/ 671894 w 2465559"/>
                <a:gd name="connsiteY4-12790" fmla="*/ 1552458 h 4890438"/>
                <a:gd name="connsiteX5-12791" fmla="*/ 961143 w 2465559"/>
                <a:gd name="connsiteY5-12792" fmla="*/ 1720409 h 4890438"/>
                <a:gd name="connsiteX6-12793" fmla="*/ 989135 w 2465559"/>
                <a:gd name="connsiteY6-12794" fmla="*/ 1916352 h 4890438"/>
                <a:gd name="connsiteX7-12795" fmla="*/ 961143 w 2465559"/>
                <a:gd name="connsiteY7-12796" fmla="*/ 2093828 h 4890438"/>
                <a:gd name="connsiteX8-12797" fmla="*/ 520418 w 2465559"/>
                <a:gd name="connsiteY8-12798" fmla="*/ 2903404 h 4890438"/>
                <a:gd name="connsiteX9-12799" fmla="*/ 501757 w 2465559"/>
                <a:gd name="connsiteY9-12800" fmla="*/ 3339562 h 4890438"/>
                <a:gd name="connsiteX10-12801" fmla="*/ 475951 w 2465559"/>
                <a:gd name="connsiteY10-12802" fmla="*/ 4286717 h 4890438"/>
                <a:gd name="connsiteX11-12803" fmla="*/ 401307 w 2465559"/>
                <a:gd name="connsiteY11-12804" fmla="*/ 4771520 h 4890438"/>
                <a:gd name="connsiteX12-12805" fmla="*/ 200990 w 2465559"/>
                <a:gd name="connsiteY12-12806" fmla="*/ 4890438 h 4890438"/>
                <a:gd name="connsiteX13-12807" fmla="*/ 592486 w 2465559"/>
                <a:gd name="connsiteY13-12808" fmla="*/ 4785418 h 4890438"/>
                <a:gd name="connsiteX14-12809" fmla="*/ 849176 w 2465559"/>
                <a:gd name="connsiteY14-12810" fmla="*/ 4463609 h 4890438"/>
                <a:gd name="connsiteX15-12811" fmla="*/ 753683 w 2465559"/>
                <a:gd name="connsiteY15-12812" fmla="*/ 4304940 h 4890438"/>
                <a:gd name="connsiteX16-12813" fmla="*/ 909679 w 2465559"/>
                <a:gd name="connsiteY16-12814" fmla="*/ 3694564 h 4890438"/>
                <a:gd name="connsiteX17-12815" fmla="*/ 867643 w 2465559"/>
                <a:gd name="connsiteY17-12816" fmla="*/ 3120390 h 4890438"/>
                <a:gd name="connsiteX18-12817" fmla="*/ 1365129 w 2465559"/>
                <a:gd name="connsiteY18-12818" fmla="*/ 2671937 h 4890438"/>
                <a:gd name="connsiteX19-12819" fmla="*/ 1495176 w 2465559"/>
                <a:gd name="connsiteY19-12820" fmla="*/ 3437048 h 4890438"/>
                <a:gd name="connsiteX20-12821" fmla="*/ 1175747 w 2465559"/>
                <a:gd name="connsiteY20-12822" fmla="*/ 4186267 h 4890438"/>
                <a:gd name="connsiteX21-12823" fmla="*/ 933151 w 2465559"/>
                <a:gd name="connsiteY21-12824" fmla="*/ 4771520 h 4890438"/>
                <a:gd name="connsiteX22-12825" fmla="*/ 1231731 w 2465559"/>
                <a:gd name="connsiteY22-12826" fmla="*/ 4827503 h 4890438"/>
                <a:gd name="connsiteX23-12827" fmla="*/ 1642278 w 2465559"/>
                <a:gd name="connsiteY23-12828" fmla="*/ 4883487 h 4890438"/>
                <a:gd name="connsiteX24-12829" fmla="*/ 1698262 w 2465559"/>
                <a:gd name="connsiteY24-12830" fmla="*/ 4827503 h 4890438"/>
                <a:gd name="connsiteX25-12831" fmla="*/ 1278384 w 2465559"/>
                <a:gd name="connsiteY25-12832" fmla="*/ 4640891 h 4890438"/>
                <a:gd name="connsiteX26-12833" fmla="*/ 1735584 w 2465559"/>
                <a:gd name="connsiteY26-12834" fmla="*/ 3698499 h 4890438"/>
                <a:gd name="connsiteX27-12835" fmla="*/ 1868399 w 2465559"/>
                <a:gd name="connsiteY27-12836" fmla="*/ 3372511 h 4890438"/>
                <a:gd name="connsiteX28-12837" fmla="*/ 1971036 w 2465559"/>
                <a:gd name="connsiteY28-12838" fmla="*/ 2205796 h 4890438"/>
                <a:gd name="connsiteX29-12839" fmla="*/ 1959519 w 2465559"/>
                <a:gd name="connsiteY29-12840" fmla="*/ 1972336 h 4890438"/>
                <a:gd name="connsiteX30-12841" fmla="*/ 2010109 w 2465559"/>
                <a:gd name="connsiteY30-12842" fmla="*/ 1807058 h 4890438"/>
                <a:gd name="connsiteX31-12843" fmla="*/ 2103414 w 2465559"/>
                <a:gd name="connsiteY31-12844" fmla="*/ 1648584 h 4890438"/>
                <a:gd name="connsiteX32-12845" fmla="*/ 2324434 w 2465559"/>
                <a:gd name="connsiteY32-12846" fmla="*/ 1337952 h 4890438"/>
                <a:gd name="connsiteX33-12847" fmla="*/ 2465559 w 2465559"/>
                <a:gd name="connsiteY33-12848" fmla="*/ 1020807 h 4890438"/>
                <a:gd name="connsiteX34-12849" fmla="*/ 1938671 w 2465559"/>
                <a:gd name="connsiteY34-12850" fmla="*/ 589607 h 4890438"/>
                <a:gd name="connsiteX35-12851" fmla="*/ 1476708 w 2465559"/>
                <a:gd name="connsiteY35-12852" fmla="*/ 444983 h 4890438"/>
                <a:gd name="connsiteX36-12853" fmla="*/ 1272504 w 2465559"/>
                <a:gd name="connsiteY36-12854" fmla="*/ 409167 h 4890438"/>
                <a:gd name="connsiteX37-12855" fmla="*/ 1054449 w 2465559"/>
                <a:gd name="connsiteY37-12856" fmla="*/ 451446 h 4890438"/>
                <a:gd name="connsiteX38-12857" fmla="*/ 1035399 w 2465559"/>
                <a:gd name="connsiteY38-12858" fmla="*/ 263036 h 4890438"/>
                <a:gd name="connsiteX39-12859" fmla="*/ 869490 w 2465559"/>
                <a:gd name="connsiteY39-12860" fmla="*/ 71127 h 4890438"/>
                <a:gd name="connsiteX40-12861" fmla="*/ 597249 w 2465559"/>
                <a:gd name="connsiteY40-12862" fmla="*/ 12907 h 4890438"/>
                <a:gd name="connsiteX41-12863" fmla="*/ 475951 w 2465559"/>
                <a:gd name="connsiteY41-12864" fmla="*/ 516760 h 4890438"/>
                <a:gd name="connsiteX42-12865" fmla="*/ 616105 w 2465559"/>
                <a:gd name="connsiteY42-12866" fmla="*/ 724609 h 4890438"/>
                <a:gd name="connsiteX43-12867" fmla="*/ 319712 w 2465559"/>
                <a:gd name="connsiteY43-12868" fmla="*/ 1088309 h 4890438"/>
                <a:gd name="connsiteX44-12869" fmla="*/ 189084 w 2465559"/>
                <a:gd name="connsiteY44-12870" fmla="*/ 852857 h 4890438"/>
                <a:gd name="connsiteX45-12871" fmla="*/ 275879 w 2465559"/>
                <a:gd name="connsiteY45-12872" fmla="*/ 811890 h 4890438"/>
                <a:gd name="connsiteX46-12873" fmla="*/ 355140 w 2465559"/>
                <a:gd name="connsiteY46-12874" fmla="*/ 730733 h 4890438"/>
                <a:gd name="connsiteX47-12875" fmla="*/ 343233 w 2465559"/>
                <a:gd name="connsiteY47-12876" fmla="*/ 530708 h 4890438"/>
                <a:gd name="connsiteX48-12877" fmla="*/ 147388 w 2465559"/>
                <a:gd name="connsiteY48-12878" fmla="*/ 542954 h 4890438"/>
                <a:gd name="connsiteX0-12879" fmla="*/ 147388 w 2465559"/>
                <a:gd name="connsiteY0-12880" fmla="*/ 542954 h 4910584"/>
                <a:gd name="connsiteX1-12881" fmla="*/ 90 w 2465559"/>
                <a:gd name="connsiteY1-12882" fmla="*/ 796679 h 4910584"/>
                <a:gd name="connsiteX2-12883" fmla="*/ 37413 w 2465559"/>
                <a:gd name="connsiteY2-12884" fmla="*/ 973960 h 4910584"/>
                <a:gd name="connsiteX3-12885" fmla="*/ 266304 w 2465559"/>
                <a:gd name="connsiteY3-12886" fmla="*/ 1713265 h 4910584"/>
                <a:gd name="connsiteX4-12887" fmla="*/ 671894 w 2465559"/>
                <a:gd name="connsiteY4-12888" fmla="*/ 1552458 h 4910584"/>
                <a:gd name="connsiteX5-12889" fmla="*/ 961143 w 2465559"/>
                <a:gd name="connsiteY5-12890" fmla="*/ 1720409 h 4910584"/>
                <a:gd name="connsiteX6-12891" fmla="*/ 989135 w 2465559"/>
                <a:gd name="connsiteY6-12892" fmla="*/ 1916352 h 4910584"/>
                <a:gd name="connsiteX7-12893" fmla="*/ 961143 w 2465559"/>
                <a:gd name="connsiteY7-12894" fmla="*/ 2093828 h 4910584"/>
                <a:gd name="connsiteX8-12895" fmla="*/ 520418 w 2465559"/>
                <a:gd name="connsiteY8-12896" fmla="*/ 2903404 h 4910584"/>
                <a:gd name="connsiteX9-12897" fmla="*/ 501757 w 2465559"/>
                <a:gd name="connsiteY9-12898" fmla="*/ 3339562 h 4910584"/>
                <a:gd name="connsiteX10-12899" fmla="*/ 475951 w 2465559"/>
                <a:gd name="connsiteY10-12900" fmla="*/ 4286717 h 4910584"/>
                <a:gd name="connsiteX11-12901" fmla="*/ 401307 w 2465559"/>
                <a:gd name="connsiteY11-12902" fmla="*/ 4771520 h 4910584"/>
                <a:gd name="connsiteX12-12903" fmla="*/ 200990 w 2465559"/>
                <a:gd name="connsiteY12-12904" fmla="*/ 4890438 h 4910584"/>
                <a:gd name="connsiteX13-12905" fmla="*/ 592486 w 2465559"/>
                <a:gd name="connsiteY13-12906" fmla="*/ 4785418 h 4910584"/>
                <a:gd name="connsiteX14-12907" fmla="*/ 849176 w 2465559"/>
                <a:gd name="connsiteY14-12908" fmla="*/ 4463609 h 4910584"/>
                <a:gd name="connsiteX15-12909" fmla="*/ 753683 w 2465559"/>
                <a:gd name="connsiteY15-12910" fmla="*/ 4304940 h 4910584"/>
                <a:gd name="connsiteX16-12911" fmla="*/ 909679 w 2465559"/>
                <a:gd name="connsiteY16-12912" fmla="*/ 3694564 h 4910584"/>
                <a:gd name="connsiteX17-12913" fmla="*/ 867643 w 2465559"/>
                <a:gd name="connsiteY17-12914" fmla="*/ 3120390 h 4910584"/>
                <a:gd name="connsiteX18-12915" fmla="*/ 1365129 w 2465559"/>
                <a:gd name="connsiteY18-12916" fmla="*/ 2671937 h 4910584"/>
                <a:gd name="connsiteX19-12917" fmla="*/ 1495176 w 2465559"/>
                <a:gd name="connsiteY19-12918" fmla="*/ 3437048 h 4910584"/>
                <a:gd name="connsiteX20-12919" fmla="*/ 1175747 w 2465559"/>
                <a:gd name="connsiteY20-12920" fmla="*/ 4186267 h 4910584"/>
                <a:gd name="connsiteX21-12921" fmla="*/ 933151 w 2465559"/>
                <a:gd name="connsiteY21-12922" fmla="*/ 4771520 h 4910584"/>
                <a:gd name="connsiteX22-12923" fmla="*/ 1231731 w 2465559"/>
                <a:gd name="connsiteY22-12924" fmla="*/ 4827503 h 4910584"/>
                <a:gd name="connsiteX23-12925" fmla="*/ 1642278 w 2465559"/>
                <a:gd name="connsiteY23-12926" fmla="*/ 4883487 h 4910584"/>
                <a:gd name="connsiteX24-12927" fmla="*/ 1698262 w 2465559"/>
                <a:gd name="connsiteY24-12928" fmla="*/ 4827503 h 4910584"/>
                <a:gd name="connsiteX25-12929" fmla="*/ 1278384 w 2465559"/>
                <a:gd name="connsiteY25-12930" fmla="*/ 4640891 h 4910584"/>
                <a:gd name="connsiteX26-12931" fmla="*/ 1735584 w 2465559"/>
                <a:gd name="connsiteY26-12932" fmla="*/ 3698499 h 4910584"/>
                <a:gd name="connsiteX27-12933" fmla="*/ 1868399 w 2465559"/>
                <a:gd name="connsiteY27-12934" fmla="*/ 3372511 h 4910584"/>
                <a:gd name="connsiteX28-12935" fmla="*/ 1971036 w 2465559"/>
                <a:gd name="connsiteY28-12936" fmla="*/ 2205796 h 4910584"/>
                <a:gd name="connsiteX29-12937" fmla="*/ 1959519 w 2465559"/>
                <a:gd name="connsiteY29-12938" fmla="*/ 1972336 h 4910584"/>
                <a:gd name="connsiteX30-12939" fmla="*/ 2010109 w 2465559"/>
                <a:gd name="connsiteY30-12940" fmla="*/ 1807058 h 4910584"/>
                <a:gd name="connsiteX31-12941" fmla="*/ 2103414 w 2465559"/>
                <a:gd name="connsiteY31-12942" fmla="*/ 1648584 h 4910584"/>
                <a:gd name="connsiteX32-12943" fmla="*/ 2324434 w 2465559"/>
                <a:gd name="connsiteY32-12944" fmla="*/ 1337952 h 4910584"/>
                <a:gd name="connsiteX33-12945" fmla="*/ 2465559 w 2465559"/>
                <a:gd name="connsiteY33-12946" fmla="*/ 1020807 h 4910584"/>
                <a:gd name="connsiteX34-12947" fmla="*/ 1938671 w 2465559"/>
                <a:gd name="connsiteY34-12948" fmla="*/ 589607 h 4910584"/>
                <a:gd name="connsiteX35-12949" fmla="*/ 1476708 w 2465559"/>
                <a:gd name="connsiteY35-12950" fmla="*/ 444983 h 4910584"/>
                <a:gd name="connsiteX36-12951" fmla="*/ 1272504 w 2465559"/>
                <a:gd name="connsiteY36-12952" fmla="*/ 409167 h 4910584"/>
                <a:gd name="connsiteX37-12953" fmla="*/ 1054449 w 2465559"/>
                <a:gd name="connsiteY37-12954" fmla="*/ 451446 h 4910584"/>
                <a:gd name="connsiteX38-12955" fmla="*/ 1035399 w 2465559"/>
                <a:gd name="connsiteY38-12956" fmla="*/ 263036 h 4910584"/>
                <a:gd name="connsiteX39-12957" fmla="*/ 869490 w 2465559"/>
                <a:gd name="connsiteY39-12958" fmla="*/ 71127 h 4910584"/>
                <a:gd name="connsiteX40-12959" fmla="*/ 597249 w 2465559"/>
                <a:gd name="connsiteY40-12960" fmla="*/ 12907 h 4910584"/>
                <a:gd name="connsiteX41-12961" fmla="*/ 475951 w 2465559"/>
                <a:gd name="connsiteY41-12962" fmla="*/ 516760 h 4910584"/>
                <a:gd name="connsiteX42-12963" fmla="*/ 616105 w 2465559"/>
                <a:gd name="connsiteY42-12964" fmla="*/ 724609 h 4910584"/>
                <a:gd name="connsiteX43-12965" fmla="*/ 319712 w 2465559"/>
                <a:gd name="connsiteY43-12966" fmla="*/ 1088309 h 4910584"/>
                <a:gd name="connsiteX44-12967" fmla="*/ 189084 w 2465559"/>
                <a:gd name="connsiteY44-12968" fmla="*/ 852857 h 4910584"/>
                <a:gd name="connsiteX45-12969" fmla="*/ 275879 w 2465559"/>
                <a:gd name="connsiteY45-12970" fmla="*/ 811890 h 4910584"/>
                <a:gd name="connsiteX46-12971" fmla="*/ 355140 w 2465559"/>
                <a:gd name="connsiteY46-12972" fmla="*/ 730733 h 4910584"/>
                <a:gd name="connsiteX47-12973" fmla="*/ 343233 w 2465559"/>
                <a:gd name="connsiteY47-12974" fmla="*/ 530708 h 4910584"/>
                <a:gd name="connsiteX48-12975" fmla="*/ 147388 w 2465559"/>
                <a:gd name="connsiteY48-12976" fmla="*/ 542954 h 4910584"/>
                <a:gd name="connsiteX0-12977" fmla="*/ 147388 w 2465559"/>
                <a:gd name="connsiteY0-12978" fmla="*/ 542954 h 4939785"/>
                <a:gd name="connsiteX1-12979" fmla="*/ 90 w 2465559"/>
                <a:gd name="connsiteY1-12980" fmla="*/ 796679 h 4939785"/>
                <a:gd name="connsiteX2-12981" fmla="*/ 37413 w 2465559"/>
                <a:gd name="connsiteY2-12982" fmla="*/ 973960 h 4939785"/>
                <a:gd name="connsiteX3-12983" fmla="*/ 266304 w 2465559"/>
                <a:gd name="connsiteY3-12984" fmla="*/ 1713265 h 4939785"/>
                <a:gd name="connsiteX4-12985" fmla="*/ 671894 w 2465559"/>
                <a:gd name="connsiteY4-12986" fmla="*/ 1552458 h 4939785"/>
                <a:gd name="connsiteX5-12987" fmla="*/ 961143 w 2465559"/>
                <a:gd name="connsiteY5-12988" fmla="*/ 1720409 h 4939785"/>
                <a:gd name="connsiteX6-12989" fmla="*/ 989135 w 2465559"/>
                <a:gd name="connsiteY6-12990" fmla="*/ 1916352 h 4939785"/>
                <a:gd name="connsiteX7-12991" fmla="*/ 961143 w 2465559"/>
                <a:gd name="connsiteY7-12992" fmla="*/ 2093828 h 4939785"/>
                <a:gd name="connsiteX8-12993" fmla="*/ 520418 w 2465559"/>
                <a:gd name="connsiteY8-12994" fmla="*/ 2903404 h 4939785"/>
                <a:gd name="connsiteX9-12995" fmla="*/ 501757 w 2465559"/>
                <a:gd name="connsiteY9-12996" fmla="*/ 3339562 h 4939785"/>
                <a:gd name="connsiteX10-12997" fmla="*/ 475951 w 2465559"/>
                <a:gd name="connsiteY10-12998" fmla="*/ 4286717 h 4939785"/>
                <a:gd name="connsiteX11-12999" fmla="*/ 401307 w 2465559"/>
                <a:gd name="connsiteY11-13000" fmla="*/ 4771520 h 4939785"/>
                <a:gd name="connsiteX12-13001" fmla="*/ 200990 w 2465559"/>
                <a:gd name="connsiteY12-13002" fmla="*/ 4890438 h 4939785"/>
                <a:gd name="connsiteX13-13003" fmla="*/ 438484 w 2465559"/>
                <a:gd name="connsiteY13-13004" fmla="*/ 4936020 h 4939785"/>
                <a:gd name="connsiteX14-13005" fmla="*/ 592486 w 2465559"/>
                <a:gd name="connsiteY14-13006" fmla="*/ 4785418 h 4939785"/>
                <a:gd name="connsiteX15-13007" fmla="*/ 849176 w 2465559"/>
                <a:gd name="connsiteY15-13008" fmla="*/ 4463609 h 4939785"/>
                <a:gd name="connsiteX16-13009" fmla="*/ 753683 w 2465559"/>
                <a:gd name="connsiteY16-13010" fmla="*/ 4304940 h 4939785"/>
                <a:gd name="connsiteX17-13011" fmla="*/ 909679 w 2465559"/>
                <a:gd name="connsiteY17-13012" fmla="*/ 3694564 h 4939785"/>
                <a:gd name="connsiteX18-13013" fmla="*/ 867643 w 2465559"/>
                <a:gd name="connsiteY18-13014" fmla="*/ 3120390 h 4939785"/>
                <a:gd name="connsiteX19-13015" fmla="*/ 1365129 w 2465559"/>
                <a:gd name="connsiteY19-13016" fmla="*/ 2671937 h 4939785"/>
                <a:gd name="connsiteX20-13017" fmla="*/ 1495176 w 2465559"/>
                <a:gd name="connsiteY20-13018" fmla="*/ 3437048 h 4939785"/>
                <a:gd name="connsiteX21-13019" fmla="*/ 1175747 w 2465559"/>
                <a:gd name="connsiteY21-13020" fmla="*/ 4186267 h 4939785"/>
                <a:gd name="connsiteX22-13021" fmla="*/ 933151 w 2465559"/>
                <a:gd name="connsiteY22-13022" fmla="*/ 4771520 h 4939785"/>
                <a:gd name="connsiteX23-13023" fmla="*/ 1231731 w 2465559"/>
                <a:gd name="connsiteY23-13024" fmla="*/ 4827503 h 4939785"/>
                <a:gd name="connsiteX24-13025" fmla="*/ 1642278 w 2465559"/>
                <a:gd name="connsiteY24-13026" fmla="*/ 4883487 h 4939785"/>
                <a:gd name="connsiteX25-13027" fmla="*/ 1698262 w 2465559"/>
                <a:gd name="connsiteY25-13028" fmla="*/ 4827503 h 4939785"/>
                <a:gd name="connsiteX26-13029" fmla="*/ 1278384 w 2465559"/>
                <a:gd name="connsiteY26-13030" fmla="*/ 4640891 h 4939785"/>
                <a:gd name="connsiteX27-13031" fmla="*/ 1735584 w 2465559"/>
                <a:gd name="connsiteY27-13032" fmla="*/ 3698499 h 4939785"/>
                <a:gd name="connsiteX28-13033" fmla="*/ 1868399 w 2465559"/>
                <a:gd name="connsiteY28-13034" fmla="*/ 3372511 h 4939785"/>
                <a:gd name="connsiteX29-13035" fmla="*/ 1971036 w 2465559"/>
                <a:gd name="connsiteY29-13036" fmla="*/ 2205796 h 4939785"/>
                <a:gd name="connsiteX30-13037" fmla="*/ 1959519 w 2465559"/>
                <a:gd name="connsiteY30-13038" fmla="*/ 1972336 h 4939785"/>
                <a:gd name="connsiteX31-13039" fmla="*/ 2010109 w 2465559"/>
                <a:gd name="connsiteY31-13040" fmla="*/ 1807058 h 4939785"/>
                <a:gd name="connsiteX32-13041" fmla="*/ 2103414 w 2465559"/>
                <a:gd name="connsiteY32-13042" fmla="*/ 1648584 h 4939785"/>
                <a:gd name="connsiteX33-13043" fmla="*/ 2324434 w 2465559"/>
                <a:gd name="connsiteY33-13044" fmla="*/ 1337952 h 4939785"/>
                <a:gd name="connsiteX34-13045" fmla="*/ 2465559 w 2465559"/>
                <a:gd name="connsiteY34-13046" fmla="*/ 1020807 h 4939785"/>
                <a:gd name="connsiteX35-13047" fmla="*/ 1938671 w 2465559"/>
                <a:gd name="connsiteY35-13048" fmla="*/ 589607 h 4939785"/>
                <a:gd name="connsiteX36-13049" fmla="*/ 1476708 w 2465559"/>
                <a:gd name="connsiteY36-13050" fmla="*/ 444983 h 4939785"/>
                <a:gd name="connsiteX37-13051" fmla="*/ 1272504 w 2465559"/>
                <a:gd name="connsiteY37-13052" fmla="*/ 409167 h 4939785"/>
                <a:gd name="connsiteX38-13053" fmla="*/ 1054449 w 2465559"/>
                <a:gd name="connsiteY38-13054" fmla="*/ 451446 h 4939785"/>
                <a:gd name="connsiteX39-13055" fmla="*/ 1035399 w 2465559"/>
                <a:gd name="connsiteY39-13056" fmla="*/ 263036 h 4939785"/>
                <a:gd name="connsiteX40-13057" fmla="*/ 869490 w 2465559"/>
                <a:gd name="connsiteY40-13058" fmla="*/ 71127 h 4939785"/>
                <a:gd name="connsiteX41-13059" fmla="*/ 597249 w 2465559"/>
                <a:gd name="connsiteY41-13060" fmla="*/ 12907 h 4939785"/>
                <a:gd name="connsiteX42-13061" fmla="*/ 475951 w 2465559"/>
                <a:gd name="connsiteY42-13062" fmla="*/ 516760 h 4939785"/>
                <a:gd name="connsiteX43-13063" fmla="*/ 616105 w 2465559"/>
                <a:gd name="connsiteY43-13064" fmla="*/ 724609 h 4939785"/>
                <a:gd name="connsiteX44-13065" fmla="*/ 319712 w 2465559"/>
                <a:gd name="connsiteY44-13066" fmla="*/ 1088309 h 4939785"/>
                <a:gd name="connsiteX45-13067" fmla="*/ 189084 w 2465559"/>
                <a:gd name="connsiteY45-13068" fmla="*/ 852857 h 4939785"/>
                <a:gd name="connsiteX46-13069" fmla="*/ 275879 w 2465559"/>
                <a:gd name="connsiteY46-13070" fmla="*/ 811890 h 4939785"/>
                <a:gd name="connsiteX47-13071" fmla="*/ 355140 w 2465559"/>
                <a:gd name="connsiteY47-13072" fmla="*/ 730733 h 4939785"/>
                <a:gd name="connsiteX48-13073" fmla="*/ 343233 w 2465559"/>
                <a:gd name="connsiteY48-13074" fmla="*/ 530708 h 4939785"/>
                <a:gd name="connsiteX49" fmla="*/ 147388 w 2465559"/>
                <a:gd name="connsiteY49" fmla="*/ 542954 h 4939785"/>
                <a:gd name="connsiteX0-13075" fmla="*/ 147388 w 2465559"/>
                <a:gd name="connsiteY0-13076" fmla="*/ 542954 h 4954985"/>
                <a:gd name="connsiteX1-13077" fmla="*/ 90 w 2465559"/>
                <a:gd name="connsiteY1-13078" fmla="*/ 796679 h 4954985"/>
                <a:gd name="connsiteX2-13079" fmla="*/ 37413 w 2465559"/>
                <a:gd name="connsiteY2-13080" fmla="*/ 973960 h 4954985"/>
                <a:gd name="connsiteX3-13081" fmla="*/ 266304 w 2465559"/>
                <a:gd name="connsiteY3-13082" fmla="*/ 1713265 h 4954985"/>
                <a:gd name="connsiteX4-13083" fmla="*/ 671894 w 2465559"/>
                <a:gd name="connsiteY4-13084" fmla="*/ 1552458 h 4954985"/>
                <a:gd name="connsiteX5-13085" fmla="*/ 961143 w 2465559"/>
                <a:gd name="connsiteY5-13086" fmla="*/ 1720409 h 4954985"/>
                <a:gd name="connsiteX6-13087" fmla="*/ 989135 w 2465559"/>
                <a:gd name="connsiteY6-13088" fmla="*/ 1916352 h 4954985"/>
                <a:gd name="connsiteX7-13089" fmla="*/ 961143 w 2465559"/>
                <a:gd name="connsiteY7-13090" fmla="*/ 2093828 h 4954985"/>
                <a:gd name="connsiteX8-13091" fmla="*/ 520418 w 2465559"/>
                <a:gd name="connsiteY8-13092" fmla="*/ 2903404 h 4954985"/>
                <a:gd name="connsiteX9-13093" fmla="*/ 501757 w 2465559"/>
                <a:gd name="connsiteY9-13094" fmla="*/ 3339562 h 4954985"/>
                <a:gd name="connsiteX10-13095" fmla="*/ 475951 w 2465559"/>
                <a:gd name="connsiteY10-13096" fmla="*/ 4286717 h 4954985"/>
                <a:gd name="connsiteX11-13097" fmla="*/ 401307 w 2465559"/>
                <a:gd name="connsiteY11-13098" fmla="*/ 4771520 h 4954985"/>
                <a:gd name="connsiteX12-13099" fmla="*/ 200990 w 2465559"/>
                <a:gd name="connsiteY12-13100" fmla="*/ 4890438 h 4954985"/>
                <a:gd name="connsiteX13-13101" fmla="*/ 438484 w 2465559"/>
                <a:gd name="connsiteY13-13102" fmla="*/ 4936020 h 4954985"/>
                <a:gd name="connsiteX14-13103" fmla="*/ 592486 w 2465559"/>
                <a:gd name="connsiteY14-13104" fmla="*/ 4785418 h 4954985"/>
                <a:gd name="connsiteX15-13105" fmla="*/ 849176 w 2465559"/>
                <a:gd name="connsiteY15-13106" fmla="*/ 4463609 h 4954985"/>
                <a:gd name="connsiteX16-13107" fmla="*/ 753683 w 2465559"/>
                <a:gd name="connsiteY16-13108" fmla="*/ 4304940 h 4954985"/>
                <a:gd name="connsiteX17-13109" fmla="*/ 909679 w 2465559"/>
                <a:gd name="connsiteY17-13110" fmla="*/ 3694564 h 4954985"/>
                <a:gd name="connsiteX18-13111" fmla="*/ 867643 w 2465559"/>
                <a:gd name="connsiteY18-13112" fmla="*/ 3120390 h 4954985"/>
                <a:gd name="connsiteX19-13113" fmla="*/ 1365129 w 2465559"/>
                <a:gd name="connsiteY19-13114" fmla="*/ 2671937 h 4954985"/>
                <a:gd name="connsiteX20-13115" fmla="*/ 1495176 w 2465559"/>
                <a:gd name="connsiteY20-13116" fmla="*/ 3437048 h 4954985"/>
                <a:gd name="connsiteX21-13117" fmla="*/ 1175747 w 2465559"/>
                <a:gd name="connsiteY21-13118" fmla="*/ 4186267 h 4954985"/>
                <a:gd name="connsiteX22-13119" fmla="*/ 933151 w 2465559"/>
                <a:gd name="connsiteY22-13120" fmla="*/ 4771520 h 4954985"/>
                <a:gd name="connsiteX23-13121" fmla="*/ 1231731 w 2465559"/>
                <a:gd name="connsiteY23-13122" fmla="*/ 4827503 h 4954985"/>
                <a:gd name="connsiteX24-13123" fmla="*/ 1642278 w 2465559"/>
                <a:gd name="connsiteY24-13124" fmla="*/ 4883487 h 4954985"/>
                <a:gd name="connsiteX25-13125" fmla="*/ 1698262 w 2465559"/>
                <a:gd name="connsiteY25-13126" fmla="*/ 4827503 h 4954985"/>
                <a:gd name="connsiteX26-13127" fmla="*/ 1278384 w 2465559"/>
                <a:gd name="connsiteY26-13128" fmla="*/ 4640891 h 4954985"/>
                <a:gd name="connsiteX27-13129" fmla="*/ 1735584 w 2465559"/>
                <a:gd name="connsiteY27-13130" fmla="*/ 3698499 h 4954985"/>
                <a:gd name="connsiteX28-13131" fmla="*/ 1868399 w 2465559"/>
                <a:gd name="connsiteY28-13132" fmla="*/ 3372511 h 4954985"/>
                <a:gd name="connsiteX29-13133" fmla="*/ 1971036 w 2465559"/>
                <a:gd name="connsiteY29-13134" fmla="*/ 2205796 h 4954985"/>
                <a:gd name="connsiteX30-13135" fmla="*/ 1959519 w 2465559"/>
                <a:gd name="connsiteY30-13136" fmla="*/ 1972336 h 4954985"/>
                <a:gd name="connsiteX31-13137" fmla="*/ 2010109 w 2465559"/>
                <a:gd name="connsiteY31-13138" fmla="*/ 1807058 h 4954985"/>
                <a:gd name="connsiteX32-13139" fmla="*/ 2103414 w 2465559"/>
                <a:gd name="connsiteY32-13140" fmla="*/ 1648584 h 4954985"/>
                <a:gd name="connsiteX33-13141" fmla="*/ 2324434 w 2465559"/>
                <a:gd name="connsiteY33-13142" fmla="*/ 1337952 h 4954985"/>
                <a:gd name="connsiteX34-13143" fmla="*/ 2465559 w 2465559"/>
                <a:gd name="connsiteY34-13144" fmla="*/ 1020807 h 4954985"/>
                <a:gd name="connsiteX35-13145" fmla="*/ 1938671 w 2465559"/>
                <a:gd name="connsiteY35-13146" fmla="*/ 589607 h 4954985"/>
                <a:gd name="connsiteX36-13147" fmla="*/ 1476708 w 2465559"/>
                <a:gd name="connsiteY36-13148" fmla="*/ 444983 h 4954985"/>
                <a:gd name="connsiteX37-13149" fmla="*/ 1272504 w 2465559"/>
                <a:gd name="connsiteY37-13150" fmla="*/ 409167 h 4954985"/>
                <a:gd name="connsiteX38-13151" fmla="*/ 1054449 w 2465559"/>
                <a:gd name="connsiteY38-13152" fmla="*/ 451446 h 4954985"/>
                <a:gd name="connsiteX39-13153" fmla="*/ 1035399 w 2465559"/>
                <a:gd name="connsiteY39-13154" fmla="*/ 263036 h 4954985"/>
                <a:gd name="connsiteX40-13155" fmla="*/ 869490 w 2465559"/>
                <a:gd name="connsiteY40-13156" fmla="*/ 71127 h 4954985"/>
                <a:gd name="connsiteX41-13157" fmla="*/ 597249 w 2465559"/>
                <a:gd name="connsiteY41-13158" fmla="*/ 12907 h 4954985"/>
                <a:gd name="connsiteX42-13159" fmla="*/ 475951 w 2465559"/>
                <a:gd name="connsiteY42-13160" fmla="*/ 516760 h 4954985"/>
                <a:gd name="connsiteX43-13161" fmla="*/ 616105 w 2465559"/>
                <a:gd name="connsiteY43-13162" fmla="*/ 724609 h 4954985"/>
                <a:gd name="connsiteX44-13163" fmla="*/ 319712 w 2465559"/>
                <a:gd name="connsiteY44-13164" fmla="*/ 1088309 h 4954985"/>
                <a:gd name="connsiteX45-13165" fmla="*/ 189084 w 2465559"/>
                <a:gd name="connsiteY45-13166" fmla="*/ 852857 h 4954985"/>
                <a:gd name="connsiteX46-13167" fmla="*/ 275879 w 2465559"/>
                <a:gd name="connsiteY46-13168" fmla="*/ 811890 h 4954985"/>
                <a:gd name="connsiteX47-13169" fmla="*/ 355140 w 2465559"/>
                <a:gd name="connsiteY47-13170" fmla="*/ 730733 h 4954985"/>
                <a:gd name="connsiteX48-13171" fmla="*/ 343233 w 2465559"/>
                <a:gd name="connsiteY48-13172" fmla="*/ 530708 h 4954985"/>
                <a:gd name="connsiteX49-13173" fmla="*/ 147388 w 2465559"/>
                <a:gd name="connsiteY49-13174" fmla="*/ 542954 h 4954985"/>
                <a:gd name="connsiteX0-13175" fmla="*/ 147388 w 2465559"/>
                <a:gd name="connsiteY0-13176" fmla="*/ 542954 h 4948253"/>
                <a:gd name="connsiteX1-13177" fmla="*/ 90 w 2465559"/>
                <a:gd name="connsiteY1-13178" fmla="*/ 796679 h 4948253"/>
                <a:gd name="connsiteX2-13179" fmla="*/ 37413 w 2465559"/>
                <a:gd name="connsiteY2-13180" fmla="*/ 973960 h 4948253"/>
                <a:gd name="connsiteX3-13181" fmla="*/ 266304 w 2465559"/>
                <a:gd name="connsiteY3-13182" fmla="*/ 1713265 h 4948253"/>
                <a:gd name="connsiteX4-13183" fmla="*/ 671894 w 2465559"/>
                <a:gd name="connsiteY4-13184" fmla="*/ 1552458 h 4948253"/>
                <a:gd name="connsiteX5-13185" fmla="*/ 961143 w 2465559"/>
                <a:gd name="connsiteY5-13186" fmla="*/ 1720409 h 4948253"/>
                <a:gd name="connsiteX6-13187" fmla="*/ 989135 w 2465559"/>
                <a:gd name="connsiteY6-13188" fmla="*/ 1916352 h 4948253"/>
                <a:gd name="connsiteX7-13189" fmla="*/ 961143 w 2465559"/>
                <a:gd name="connsiteY7-13190" fmla="*/ 2093828 h 4948253"/>
                <a:gd name="connsiteX8-13191" fmla="*/ 520418 w 2465559"/>
                <a:gd name="connsiteY8-13192" fmla="*/ 2903404 h 4948253"/>
                <a:gd name="connsiteX9-13193" fmla="*/ 501757 w 2465559"/>
                <a:gd name="connsiteY9-13194" fmla="*/ 3339562 h 4948253"/>
                <a:gd name="connsiteX10-13195" fmla="*/ 475951 w 2465559"/>
                <a:gd name="connsiteY10-13196" fmla="*/ 4286717 h 4948253"/>
                <a:gd name="connsiteX11-13197" fmla="*/ 401307 w 2465559"/>
                <a:gd name="connsiteY11-13198" fmla="*/ 4771520 h 4948253"/>
                <a:gd name="connsiteX12-13199" fmla="*/ 200990 w 2465559"/>
                <a:gd name="connsiteY12-13200" fmla="*/ 4890438 h 4948253"/>
                <a:gd name="connsiteX13-13201" fmla="*/ 438484 w 2465559"/>
                <a:gd name="connsiteY13-13202" fmla="*/ 4936020 h 4948253"/>
                <a:gd name="connsiteX14-13203" fmla="*/ 592486 w 2465559"/>
                <a:gd name="connsiteY14-13204" fmla="*/ 4785418 h 4948253"/>
                <a:gd name="connsiteX15-13205" fmla="*/ 849176 w 2465559"/>
                <a:gd name="connsiteY15-13206" fmla="*/ 4463609 h 4948253"/>
                <a:gd name="connsiteX16-13207" fmla="*/ 753683 w 2465559"/>
                <a:gd name="connsiteY16-13208" fmla="*/ 4304940 h 4948253"/>
                <a:gd name="connsiteX17-13209" fmla="*/ 909679 w 2465559"/>
                <a:gd name="connsiteY17-13210" fmla="*/ 3694564 h 4948253"/>
                <a:gd name="connsiteX18-13211" fmla="*/ 867643 w 2465559"/>
                <a:gd name="connsiteY18-13212" fmla="*/ 3120390 h 4948253"/>
                <a:gd name="connsiteX19-13213" fmla="*/ 1365129 w 2465559"/>
                <a:gd name="connsiteY19-13214" fmla="*/ 2671937 h 4948253"/>
                <a:gd name="connsiteX20-13215" fmla="*/ 1495176 w 2465559"/>
                <a:gd name="connsiteY20-13216" fmla="*/ 3437048 h 4948253"/>
                <a:gd name="connsiteX21-13217" fmla="*/ 1175747 w 2465559"/>
                <a:gd name="connsiteY21-13218" fmla="*/ 4186267 h 4948253"/>
                <a:gd name="connsiteX22-13219" fmla="*/ 933151 w 2465559"/>
                <a:gd name="connsiteY22-13220" fmla="*/ 4771520 h 4948253"/>
                <a:gd name="connsiteX23-13221" fmla="*/ 1231731 w 2465559"/>
                <a:gd name="connsiteY23-13222" fmla="*/ 4827503 h 4948253"/>
                <a:gd name="connsiteX24-13223" fmla="*/ 1642278 w 2465559"/>
                <a:gd name="connsiteY24-13224" fmla="*/ 4883487 h 4948253"/>
                <a:gd name="connsiteX25-13225" fmla="*/ 1698262 w 2465559"/>
                <a:gd name="connsiteY25-13226" fmla="*/ 4827503 h 4948253"/>
                <a:gd name="connsiteX26-13227" fmla="*/ 1278384 w 2465559"/>
                <a:gd name="connsiteY26-13228" fmla="*/ 4640891 h 4948253"/>
                <a:gd name="connsiteX27-13229" fmla="*/ 1735584 w 2465559"/>
                <a:gd name="connsiteY27-13230" fmla="*/ 3698499 h 4948253"/>
                <a:gd name="connsiteX28-13231" fmla="*/ 1868399 w 2465559"/>
                <a:gd name="connsiteY28-13232" fmla="*/ 3372511 h 4948253"/>
                <a:gd name="connsiteX29-13233" fmla="*/ 1971036 w 2465559"/>
                <a:gd name="connsiteY29-13234" fmla="*/ 2205796 h 4948253"/>
                <a:gd name="connsiteX30-13235" fmla="*/ 1959519 w 2465559"/>
                <a:gd name="connsiteY30-13236" fmla="*/ 1972336 h 4948253"/>
                <a:gd name="connsiteX31-13237" fmla="*/ 2010109 w 2465559"/>
                <a:gd name="connsiteY31-13238" fmla="*/ 1807058 h 4948253"/>
                <a:gd name="connsiteX32-13239" fmla="*/ 2103414 w 2465559"/>
                <a:gd name="connsiteY32-13240" fmla="*/ 1648584 h 4948253"/>
                <a:gd name="connsiteX33-13241" fmla="*/ 2324434 w 2465559"/>
                <a:gd name="connsiteY33-13242" fmla="*/ 1337952 h 4948253"/>
                <a:gd name="connsiteX34-13243" fmla="*/ 2465559 w 2465559"/>
                <a:gd name="connsiteY34-13244" fmla="*/ 1020807 h 4948253"/>
                <a:gd name="connsiteX35-13245" fmla="*/ 1938671 w 2465559"/>
                <a:gd name="connsiteY35-13246" fmla="*/ 589607 h 4948253"/>
                <a:gd name="connsiteX36-13247" fmla="*/ 1476708 w 2465559"/>
                <a:gd name="connsiteY36-13248" fmla="*/ 444983 h 4948253"/>
                <a:gd name="connsiteX37-13249" fmla="*/ 1272504 w 2465559"/>
                <a:gd name="connsiteY37-13250" fmla="*/ 409167 h 4948253"/>
                <a:gd name="connsiteX38-13251" fmla="*/ 1054449 w 2465559"/>
                <a:gd name="connsiteY38-13252" fmla="*/ 451446 h 4948253"/>
                <a:gd name="connsiteX39-13253" fmla="*/ 1035399 w 2465559"/>
                <a:gd name="connsiteY39-13254" fmla="*/ 263036 h 4948253"/>
                <a:gd name="connsiteX40-13255" fmla="*/ 869490 w 2465559"/>
                <a:gd name="connsiteY40-13256" fmla="*/ 71127 h 4948253"/>
                <a:gd name="connsiteX41-13257" fmla="*/ 597249 w 2465559"/>
                <a:gd name="connsiteY41-13258" fmla="*/ 12907 h 4948253"/>
                <a:gd name="connsiteX42-13259" fmla="*/ 475951 w 2465559"/>
                <a:gd name="connsiteY42-13260" fmla="*/ 516760 h 4948253"/>
                <a:gd name="connsiteX43-13261" fmla="*/ 616105 w 2465559"/>
                <a:gd name="connsiteY43-13262" fmla="*/ 724609 h 4948253"/>
                <a:gd name="connsiteX44-13263" fmla="*/ 319712 w 2465559"/>
                <a:gd name="connsiteY44-13264" fmla="*/ 1088309 h 4948253"/>
                <a:gd name="connsiteX45-13265" fmla="*/ 189084 w 2465559"/>
                <a:gd name="connsiteY45-13266" fmla="*/ 852857 h 4948253"/>
                <a:gd name="connsiteX46-13267" fmla="*/ 275879 w 2465559"/>
                <a:gd name="connsiteY46-13268" fmla="*/ 811890 h 4948253"/>
                <a:gd name="connsiteX47-13269" fmla="*/ 355140 w 2465559"/>
                <a:gd name="connsiteY47-13270" fmla="*/ 730733 h 4948253"/>
                <a:gd name="connsiteX48-13271" fmla="*/ 343233 w 2465559"/>
                <a:gd name="connsiteY48-13272" fmla="*/ 530708 h 4948253"/>
                <a:gd name="connsiteX49-13273" fmla="*/ 147388 w 2465559"/>
                <a:gd name="connsiteY49-13274" fmla="*/ 542954 h 4948253"/>
                <a:gd name="connsiteX0-13275" fmla="*/ 147388 w 2465559"/>
                <a:gd name="connsiteY0-13276" fmla="*/ 542954 h 4940058"/>
                <a:gd name="connsiteX1-13277" fmla="*/ 90 w 2465559"/>
                <a:gd name="connsiteY1-13278" fmla="*/ 796679 h 4940058"/>
                <a:gd name="connsiteX2-13279" fmla="*/ 37413 w 2465559"/>
                <a:gd name="connsiteY2-13280" fmla="*/ 973960 h 4940058"/>
                <a:gd name="connsiteX3-13281" fmla="*/ 266304 w 2465559"/>
                <a:gd name="connsiteY3-13282" fmla="*/ 1713265 h 4940058"/>
                <a:gd name="connsiteX4-13283" fmla="*/ 671894 w 2465559"/>
                <a:gd name="connsiteY4-13284" fmla="*/ 1552458 h 4940058"/>
                <a:gd name="connsiteX5-13285" fmla="*/ 961143 w 2465559"/>
                <a:gd name="connsiteY5-13286" fmla="*/ 1720409 h 4940058"/>
                <a:gd name="connsiteX6-13287" fmla="*/ 989135 w 2465559"/>
                <a:gd name="connsiteY6-13288" fmla="*/ 1916352 h 4940058"/>
                <a:gd name="connsiteX7-13289" fmla="*/ 961143 w 2465559"/>
                <a:gd name="connsiteY7-13290" fmla="*/ 2093828 h 4940058"/>
                <a:gd name="connsiteX8-13291" fmla="*/ 520418 w 2465559"/>
                <a:gd name="connsiteY8-13292" fmla="*/ 2903404 h 4940058"/>
                <a:gd name="connsiteX9-13293" fmla="*/ 501757 w 2465559"/>
                <a:gd name="connsiteY9-13294" fmla="*/ 3339562 h 4940058"/>
                <a:gd name="connsiteX10-13295" fmla="*/ 475951 w 2465559"/>
                <a:gd name="connsiteY10-13296" fmla="*/ 4286717 h 4940058"/>
                <a:gd name="connsiteX11-13297" fmla="*/ 401307 w 2465559"/>
                <a:gd name="connsiteY11-13298" fmla="*/ 4771520 h 4940058"/>
                <a:gd name="connsiteX12-13299" fmla="*/ 200990 w 2465559"/>
                <a:gd name="connsiteY12-13300" fmla="*/ 4890438 h 4940058"/>
                <a:gd name="connsiteX13-13301" fmla="*/ 438484 w 2465559"/>
                <a:gd name="connsiteY13-13302" fmla="*/ 4936020 h 4940058"/>
                <a:gd name="connsiteX14-13303" fmla="*/ 592486 w 2465559"/>
                <a:gd name="connsiteY14-13304" fmla="*/ 4785418 h 4940058"/>
                <a:gd name="connsiteX15-13305" fmla="*/ 849176 w 2465559"/>
                <a:gd name="connsiteY15-13306" fmla="*/ 4463609 h 4940058"/>
                <a:gd name="connsiteX16-13307" fmla="*/ 753683 w 2465559"/>
                <a:gd name="connsiteY16-13308" fmla="*/ 4304940 h 4940058"/>
                <a:gd name="connsiteX17-13309" fmla="*/ 909679 w 2465559"/>
                <a:gd name="connsiteY17-13310" fmla="*/ 3694564 h 4940058"/>
                <a:gd name="connsiteX18-13311" fmla="*/ 867643 w 2465559"/>
                <a:gd name="connsiteY18-13312" fmla="*/ 3120390 h 4940058"/>
                <a:gd name="connsiteX19-13313" fmla="*/ 1365129 w 2465559"/>
                <a:gd name="connsiteY19-13314" fmla="*/ 2671937 h 4940058"/>
                <a:gd name="connsiteX20-13315" fmla="*/ 1495176 w 2465559"/>
                <a:gd name="connsiteY20-13316" fmla="*/ 3437048 h 4940058"/>
                <a:gd name="connsiteX21-13317" fmla="*/ 1175747 w 2465559"/>
                <a:gd name="connsiteY21-13318" fmla="*/ 4186267 h 4940058"/>
                <a:gd name="connsiteX22-13319" fmla="*/ 933151 w 2465559"/>
                <a:gd name="connsiteY22-13320" fmla="*/ 4771520 h 4940058"/>
                <a:gd name="connsiteX23-13321" fmla="*/ 1231731 w 2465559"/>
                <a:gd name="connsiteY23-13322" fmla="*/ 4827503 h 4940058"/>
                <a:gd name="connsiteX24-13323" fmla="*/ 1642278 w 2465559"/>
                <a:gd name="connsiteY24-13324" fmla="*/ 4883487 h 4940058"/>
                <a:gd name="connsiteX25-13325" fmla="*/ 1698262 w 2465559"/>
                <a:gd name="connsiteY25-13326" fmla="*/ 4827503 h 4940058"/>
                <a:gd name="connsiteX26-13327" fmla="*/ 1278384 w 2465559"/>
                <a:gd name="connsiteY26-13328" fmla="*/ 4640891 h 4940058"/>
                <a:gd name="connsiteX27-13329" fmla="*/ 1735584 w 2465559"/>
                <a:gd name="connsiteY27-13330" fmla="*/ 3698499 h 4940058"/>
                <a:gd name="connsiteX28-13331" fmla="*/ 1868399 w 2465559"/>
                <a:gd name="connsiteY28-13332" fmla="*/ 3372511 h 4940058"/>
                <a:gd name="connsiteX29-13333" fmla="*/ 1971036 w 2465559"/>
                <a:gd name="connsiteY29-13334" fmla="*/ 2205796 h 4940058"/>
                <a:gd name="connsiteX30-13335" fmla="*/ 1959519 w 2465559"/>
                <a:gd name="connsiteY30-13336" fmla="*/ 1972336 h 4940058"/>
                <a:gd name="connsiteX31-13337" fmla="*/ 2010109 w 2465559"/>
                <a:gd name="connsiteY31-13338" fmla="*/ 1807058 h 4940058"/>
                <a:gd name="connsiteX32-13339" fmla="*/ 2103414 w 2465559"/>
                <a:gd name="connsiteY32-13340" fmla="*/ 1648584 h 4940058"/>
                <a:gd name="connsiteX33-13341" fmla="*/ 2324434 w 2465559"/>
                <a:gd name="connsiteY33-13342" fmla="*/ 1337952 h 4940058"/>
                <a:gd name="connsiteX34-13343" fmla="*/ 2465559 w 2465559"/>
                <a:gd name="connsiteY34-13344" fmla="*/ 1020807 h 4940058"/>
                <a:gd name="connsiteX35-13345" fmla="*/ 1938671 w 2465559"/>
                <a:gd name="connsiteY35-13346" fmla="*/ 589607 h 4940058"/>
                <a:gd name="connsiteX36-13347" fmla="*/ 1476708 w 2465559"/>
                <a:gd name="connsiteY36-13348" fmla="*/ 444983 h 4940058"/>
                <a:gd name="connsiteX37-13349" fmla="*/ 1272504 w 2465559"/>
                <a:gd name="connsiteY37-13350" fmla="*/ 409167 h 4940058"/>
                <a:gd name="connsiteX38-13351" fmla="*/ 1054449 w 2465559"/>
                <a:gd name="connsiteY38-13352" fmla="*/ 451446 h 4940058"/>
                <a:gd name="connsiteX39-13353" fmla="*/ 1035399 w 2465559"/>
                <a:gd name="connsiteY39-13354" fmla="*/ 263036 h 4940058"/>
                <a:gd name="connsiteX40-13355" fmla="*/ 869490 w 2465559"/>
                <a:gd name="connsiteY40-13356" fmla="*/ 71127 h 4940058"/>
                <a:gd name="connsiteX41-13357" fmla="*/ 597249 w 2465559"/>
                <a:gd name="connsiteY41-13358" fmla="*/ 12907 h 4940058"/>
                <a:gd name="connsiteX42-13359" fmla="*/ 475951 w 2465559"/>
                <a:gd name="connsiteY42-13360" fmla="*/ 516760 h 4940058"/>
                <a:gd name="connsiteX43-13361" fmla="*/ 616105 w 2465559"/>
                <a:gd name="connsiteY43-13362" fmla="*/ 724609 h 4940058"/>
                <a:gd name="connsiteX44-13363" fmla="*/ 319712 w 2465559"/>
                <a:gd name="connsiteY44-13364" fmla="*/ 1088309 h 4940058"/>
                <a:gd name="connsiteX45-13365" fmla="*/ 189084 w 2465559"/>
                <a:gd name="connsiteY45-13366" fmla="*/ 852857 h 4940058"/>
                <a:gd name="connsiteX46-13367" fmla="*/ 275879 w 2465559"/>
                <a:gd name="connsiteY46-13368" fmla="*/ 811890 h 4940058"/>
                <a:gd name="connsiteX47-13369" fmla="*/ 355140 w 2465559"/>
                <a:gd name="connsiteY47-13370" fmla="*/ 730733 h 4940058"/>
                <a:gd name="connsiteX48-13371" fmla="*/ 343233 w 2465559"/>
                <a:gd name="connsiteY48-13372" fmla="*/ 530708 h 4940058"/>
                <a:gd name="connsiteX49-13373" fmla="*/ 147388 w 2465559"/>
                <a:gd name="connsiteY49-13374" fmla="*/ 542954 h 4940058"/>
                <a:gd name="connsiteX0-13375" fmla="*/ 147388 w 2465559"/>
                <a:gd name="connsiteY0-13376" fmla="*/ 542954 h 4940058"/>
                <a:gd name="connsiteX1-13377" fmla="*/ 90 w 2465559"/>
                <a:gd name="connsiteY1-13378" fmla="*/ 796679 h 4940058"/>
                <a:gd name="connsiteX2-13379" fmla="*/ 37413 w 2465559"/>
                <a:gd name="connsiteY2-13380" fmla="*/ 973960 h 4940058"/>
                <a:gd name="connsiteX3-13381" fmla="*/ 266304 w 2465559"/>
                <a:gd name="connsiteY3-13382" fmla="*/ 1713265 h 4940058"/>
                <a:gd name="connsiteX4-13383" fmla="*/ 671894 w 2465559"/>
                <a:gd name="connsiteY4-13384" fmla="*/ 1552458 h 4940058"/>
                <a:gd name="connsiteX5-13385" fmla="*/ 961143 w 2465559"/>
                <a:gd name="connsiteY5-13386" fmla="*/ 1720409 h 4940058"/>
                <a:gd name="connsiteX6-13387" fmla="*/ 989135 w 2465559"/>
                <a:gd name="connsiteY6-13388" fmla="*/ 1916352 h 4940058"/>
                <a:gd name="connsiteX7-13389" fmla="*/ 961143 w 2465559"/>
                <a:gd name="connsiteY7-13390" fmla="*/ 2093828 h 4940058"/>
                <a:gd name="connsiteX8-13391" fmla="*/ 520418 w 2465559"/>
                <a:gd name="connsiteY8-13392" fmla="*/ 2903404 h 4940058"/>
                <a:gd name="connsiteX9-13393" fmla="*/ 501757 w 2465559"/>
                <a:gd name="connsiteY9-13394" fmla="*/ 3339562 h 4940058"/>
                <a:gd name="connsiteX10-13395" fmla="*/ 475951 w 2465559"/>
                <a:gd name="connsiteY10-13396" fmla="*/ 4286717 h 4940058"/>
                <a:gd name="connsiteX11-13397" fmla="*/ 401307 w 2465559"/>
                <a:gd name="connsiteY11-13398" fmla="*/ 4771520 h 4940058"/>
                <a:gd name="connsiteX12-13399" fmla="*/ 200990 w 2465559"/>
                <a:gd name="connsiteY12-13400" fmla="*/ 4890438 h 4940058"/>
                <a:gd name="connsiteX13-13401" fmla="*/ 438484 w 2465559"/>
                <a:gd name="connsiteY13-13402" fmla="*/ 4936020 h 4940058"/>
                <a:gd name="connsiteX14-13403" fmla="*/ 592486 w 2465559"/>
                <a:gd name="connsiteY14-13404" fmla="*/ 4785418 h 4940058"/>
                <a:gd name="connsiteX15-13405" fmla="*/ 849176 w 2465559"/>
                <a:gd name="connsiteY15-13406" fmla="*/ 4463609 h 4940058"/>
                <a:gd name="connsiteX16-13407" fmla="*/ 753683 w 2465559"/>
                <a:gd name="connsiteY16-13408" fmla="*/ 4304940 h 4940058"/>
                <a:gd name="connsiteX17-13409" fmla="*/ 909679 w 2465559"/>
                <a:gd name="connsiteY17-13410" fmla="*/ 3694564 h 4940058"/>
                <a:gd name="connsiteX18-13411" fmla="*/ 867643 w 2465559"/>
                <a:gd name="connsiteY18-13412" fmla="*/ 3120390 h 4940058"/>
                <a:gd name="connsiteX19-13413" fmla="*/ 1365129 w 2465559"/>
                <a:gd name="connsiteY19-13414" fmla="*/ 2671937 h 4940058"/>
                <a:gd name="connsiteX20-13415" fmla="*/ 1495176 w 2465559"/>
                <a:gd name="connsiteY20-13416" fmla="*/ 3437048 h 4940058"/>
                <a:gd name="connsiteX21-13417" fmla="*/ 1175747 w 2465559"/>
                <a:gd name="connsiteY21-13418" fmla="*/ 4186267 h 4940058"/>
                <a:gd name="connsiteX22-13419" fmla="*/ 933151 w 2465559"/>
                <a:gd name="connsiteY22-13420" fmla="*/ 4771520 h 4940058"/>
                <a:gd name="connsiteX23-13421" fmla="*/ 1231731 w 2465559"/>
                <a:gd name="connsiteY23-13422" fmla="*/ 4827503 h 4940058"/>
                <a:gd name="connsiteX24-13423" fmla="*/ 1642278 w 2465559"/>
                <a:gd name="connsiteY24-13424" fmla="*/ 4883487 h 4940058"/>
                <a:gd name="connsiteX25-13425" fmla="*/ 1698262 w 2465559"/>
                <a:gd name="connsiteY25-13426" fmla="*/ 4827503 h 4940058"/>
                <a:gd name="connsiteX26-13427" fmla="*/ 1278384 w 2465559"/>
                <a:gd name="connsiteY26-13428" fmla="*/ 4640891 h 4940058"/>
                <a:gd name="connsiteX27-13429" fmla="*/ 1735584 w 2465559"/>
                <a:gd name="connsiteY27-13430" fmla="*/ 3698499 h 4940058"/>
                <a:gd name="connsiteX28-13431" fmla="*/ 1868399 w 2465559"/>
                <a:gd name="connsiteY28-13432" fmla="*/ 3372511 h 4940058"/>
                <a:gd name="connsiteX29-13433" fmla="*/ 1971036 w 2465559"/>
                <a:gd name="connsiteY29-13434" fmla="*/ 2205796 h 4940058"/>
                <a:gd name="connsiteX30-13435" fmla="*/ 1959519 w 2465559"/>
                <a:gd name="connsiteY30-13436" fmla="*/ 1972336 h 4940058"/>
                <a:gd name="connsiteX31-13437" fmla="*/ 2010109 w 2465559"/>
                <a:gd name="connsiteY31-13438" fmla="*/ 1807058 h 4940058"/>
                <a:gd name="connsiteX32-13439" fmla="*/ 2103414 w 2465559"/>
                <a:gd name="connsiteY32-13440" fmla="*/ 1648584 h 4940058"/>
                <a:gd name="connsiteX33-13441" fmla="*/ 2324434 w 2465559"/>
                <a:gd name="connsiteY33-13442" fmla="*/ 1337952 h 4940058"/>
                <a:gd name="connsiteX34-13443" fmla="*/ 2465559 w 2465559"/>
                <a:gd name="connsiteY34-13444" fmla="*/ 1020807 h 4940058"/>
                <a:gd name="connsiteX35-13445" fmla="*/ 1938671 w 2465559"/>
                <a:gd name="connsiteY35-13446" fmla="*/ 589607 h 4940058"/>
                <a:gd name="connsiteX36-13447" fmla="*/ 1476708 w 2465559"/>
                <a:gd name="connsiteY36-13448" fmla="*/ 444983 h 4940058"/>
                <a:gd name="connsiteX37-13449" fmla="*/ 1272504 w 2465559"/>
                <a:gd name="connsiteY37-13450" fmla="*/ 409167 h 4940058"/>
                <a:gd name="connsiteX38-13451" fmla="*/ 1054449 w 2465559"/>
                <a:gd name="connsiteY38-13452" fmla="*/ 451446 h 4940058"/>
                <a:gd name="connsiteX39-13453" fmla="*/ 1035399 w 2465559"/>
                <a:gd name="connsiteY39-13454" fmla="*/ 263036 h 4940058"/>
                <a:gd name="connsiteX40-13455" fmla="*/ 869490 w 2465559"/>
                <a:gd name="connsiteY40-13456" fmla="*/ 71127 h 4940058"/>
                <a:gd name="connsiteX41-13457" fmla="*/ 597249 w 2465559"/>
                <a:gd name="connsiteY41-13458" fmla="*/ 12907 h 4940058"/>
                <a:gd name="connsiteX42-13459" fmla="*/ 475951 w 2465559"/>
                <a:gd name="connsiteY42-13460" fmla="*/ 516760 h 4940058"/>
                <a:gd name="connsiteX43-13461" fmla="*/ 616105 w 2465559"/>
                <a:gd name="connsiteY43-13462" fmla="*/ 724609 h 4940058"/>
                <a:gd name="connsiteX44-13463" fmla="*/ 319712 w 2465559"/>
                <a:gd name="connsiteY44-13464" fmla="*/ 1088309 h 4940058"/>
                <a:gd name="connsiteX45-13465" fmla="*/ 189084 w 2465559"/>
                <a:gd name="connsiteY45-13466" fmla="*/ 852857 h 4940058"/>
                <a:gd name="connsiteX46-13467" fmla="*/ 275879 w 2465559"/>
                <a:gd name="connsiteY46-13468" fmla="*/ 811890 h 4940058"/>
                <a:gd name="connsiteX47-13469" fmla="*/ 355140 w 2465559"/>
                <a:gd name="connsiteY47-13470" fmla="*/ 730733 h 4940058"/>
                <a:gd name="connsiteX48-13471" fmla="*/ 343233 w 2465559"/>
                <a:gd name="connsiteY48-13472" fmla="*/ 530708 h 4940058"/>
                <a:gd name="connsiteX49-13473" fmla="*/ 147388 w 2465559"/>
                <a:gd name="connsiteY49-13474" fmla="*/ 542954 h 4940058"/>
                <a:gd name="connsiteX0-13475" fmla="*/ 147388 w 2465559"/>
                <a:gd name="connsiteY0-13476" fmla="*/ 542954 h 4940058"/>
                <a:gd name="connsiteX1-13477" fmla="*/ 90 w 2465559"/>
                <a:gd name="connsiteY1-13478" fmla="*/ 796679 h 4940058"/>
                <a:gd name="connsiteX2-13479" fmla="*/ 37413 w 2465559"/>
                <a:gd name="connsiteY2-13480" fmla="*/ 973960 h 4940058"/>
                <a:gd name="connsiteX3-13481" fmla="*/ 266304 w 2465559"/>
                <a:gd name="connsiteY3-13482" fmla="*/ 1713265 h 4940058"/>
                <a:gd name="connsiteX4-13483" fmla="*/ 671894 w 2465559"/>
                <a:gd name="connsiteY4-13484" fmla="*/ 1552458 h 4940058"/>
                <a:gd name="connsiteX5-13485" fmla="*/ 961143 w 2465559"/>
                <a:gd name="connsiteY5-13486" fmla="*/ 1720409 h 4940058"/>
                <a:gd name="connsiteX6-13487" fmla="*/ 989135 w 2465559"/>
                <a:gd name="connsiteY6-13488" fmla="*/ 1916352 h 4940058"/>
                <a:gd name="connsiteX7-13489" fmla="*/ 961143 w 2465559"/>
                <a:gd name="connsiteY7-13490" fmla="*/ 2093828 h 4940058"/>
                <a:gd name="connsiteX8-13491" fmla="*/ 520418 w 2465559"/>
                <a:gd name="connsiteY8-13492" fmla="*/ 2903404 h 4940058"/>
                <a:gd name="connsiteX9-13493" fmla="*/ 501757 w 2465559"/>
                <a:gd name="connsiteY9-13494" fmla="*/ 3339562 h 4940058"/>
                <a:gd name="connsiteX10-13495" fmla="*/ 475951 w 2465559"/>
                <a:gd name="connsiteY10-13496" fmla="*/ 4286717 h 4940058"/>
                <a:gd name="connsiteX11-13497" fmla="*/ 401307 w 2465559"/>
                <a:gd name="connsiteY11-13498" fmla="*/ 4771520 h 4940058"/>
                <a:gd name="connsiteX12-13499" fmla="*/ 200990 w 2465559"/>
                <a:gd name="connsiteY12-13500" fmla="*/ 4890438 h 4940058"/>
                <a:gd name="connsiteX13-13501" fmla="*/ 438484 w 2465559"/>
                <a:gd name="connsiteY13-13502" fmla="*/ 4936020 h 4940058"/>
                <a:gd name="connsiteX14-13503" fmla="*/ 592486 w 2465559"/>
                <a:gd name="connsiteY14-13504" fmla="*/ 4785418 h 4940058"/>
                <a:gd name="connsiteX15-13505" fmla="*/ 849176 w 2465559"/>
                <a:gd name="connsiteY15-13506" fmla="*/ 4463609 h 4940058"/>
                <a:gd name="connsiteX16-13507" fmla="*/ 753683 w 2465559"/>
                <a:gd name="connsiteY16-13508" fmla="*/ 4304940 h 4940058"/>
                <a:gd name="connsiteX17-13509" fmla="*/ 909679 w 2465559"/>
                <a:gd name="connsiteY17-13510" fmla="*/ 3694564 h 4940058"/>
                <a:gd name="connsiteX18-13511" fmla="*/ 867643 w 2465559"/>
                <a:gd name="connsiteY18-13512" fmla="*/ 3120390 h 4940058"/>
                <a:gd name="connsiteX19-13513" fmla="*/ 1365129 w 2465559"/>
                <a:gd name="connsiteY19-13514" fmla="*/ 2671937 h 4940058"/>
                <a:gd name="connsiteX20-13515" fmla="*/ 1495176 w 2465559"/>
                <a:gd name="connsiteY20-13516" fmla="*/ 3437048 h 4940058"/>
                <a:gd name="connsiteX21-13517" fmla="*/ 1175747 w 2465559"/>
                <a:gd name="connsiteY21-13518" fmla="*/ 4186267 h 4940058"/>
                <a:gd name="connsiteX22-13519" fmla="*/ 933151 w 2465559"/>
                <a:gd name="connsiteY22-13520" fmla="*/ 4771520 h 4940058"/>
                <a:gd name="connsiteX23-13521" fmla="*/ 1231731 w 2465559"/>
                <a:gd name="connsiteY23-13522" fmla="*/ 4827503 h 4940058"/>
                <a:gd name="connsiteX24-13523" fmla="*/ 1642278 w 2465559"/>
                <a:gd name="connsiteY24-13524" fmla="*/ 4883487 h 4940058"/>
                <a:gd name="connsiteX25-13525" fmla="*/ 1698262 w 2465559"/>
                <a:gd name="connsiteY25-13526" fmla="*/ 4827503 h 4940058"/>
                <a:gd name="connsiteX26-13527" fmla="*/ 1278384 w 2465559"/>
                <a:gd name="connsiteY26-13528" fmla="*/ 4640891 h 4940058"/>
                <a:gd name="connsiteX27-13529" fmla="*/ 1735584 w 2465559"/>
                <a:gd name="connsiteY27-13530" fmla="*/ 3698499 h 4940058"/>
                <a:gd name="connsiteX28-13531" fmla="*/ 1868399 w 2465559"/>
                <a:gd name="connsiteY28-13532" fmla="*/ 3372511 h 4940058"/>
                <a:gd name="connsiteX29-13533" fmla="*/ 1971036 w 2465559"/>
                <a:gd name="connsiteY29-13534" fmla="*/ 2205796 h 4940058"/>
                <a:gd name="connsiteX30-13535" fmla="*/ 1959519 w 2465559"/>
                <a:gd name="connsiteY30-13536" fmla="*/ 1972336 h 4940058"/>
                <a:gd name="connsiteX31-13537" fmla="*/ 2010109 w 2465559"/>
                <a:gd name="connsiteY31-13538" fmla="*/ 1807058 h 4940058"/>
                <a:gd name="connsiteX32-13539" fmla="*/ 2103414 w 2465559"/>
                <a:gd name="connsiteY32-13540" fmla="*/ 1648584 h 4940058"/>
                <a:gd name="connsiteX33-13541" fmla="*/ 2324434 w 2465559"/>
                <a:gd name="connsiteY33-13542" fmla="*/ 1337952 h 4940058"/>
                <a:gd name="connsiteX34-13543" fmla="*/ 2465559 w 2465559"/>
                <a:gd name="connsiteY34-13544" fmla="*/ 1020807 h 4940058"/>
                <a:gd name="connsiteX35-13545" fmla="*/ 1938671 w 2465559"/>
                <a:gd name="connsiteY35-13546" fmla="*/ 589607 h 4940058"/>
                <a:gd name="connsiteX36-13547" fmla="*/ 1476708 w 2465559"/>
                <a:gd name="connsiteY36-13548" fmla="*/ 444983 h 4940058"/>
                <a:gd name="connsiteX37-13549" fmla="*/ 1272504 w 2465559"/>
                <a:gd name="connsiteY37-13550" fmla="*/ 409167 h 4940058"/>
                <a:gd name="connsiteX38-13551" fmla="*/ 1054449 w 2465559"/>
                <a:gd name="connsiteY38-13552" fmla="*/ 451446 h 4940058"/>
                <a:gd name="connsiteX39-13553" fmla="*/ 1035399 w 2465559"/>
                <a:gd name="connsiteY39-13554" fmla="*/ 263036 h 4940058"/>
                <a:gd name="connsiteX40-13555" fmla="*/ 869490 w 2465559"/>
                <a:gd name="connsiteY40-13556" fmla="*/ 71127 h 4940058"/>
                <a:gd name="connsiteX41-13557" fmla="*/ 597249 w 2465559"/>
                <a:gd name="connsiteY41-13558" fmla="*/ 12907 h 4940058"/>
                <a:gd name="connsiteX42-13559" fmla="*/ 475951 w 2465559"/>
                <a:gd name="connsiteY42-13560" fmla="*/ 516760 h 4940058"/>
                <a:gd name="connsiteX43-13561" fmla="*/ 616105 w 2465559"/>
                <a:gd name="connsiteY43-13562" fmla="*/ 724609 h 4940058"/>
                <a:gd name="connsiteX44-13563" fmla="*/ 319712 w 2465559"/>
                <a:gd name="connsiteY44-13564" fmla="*/ 1088309 h 4940058"/>
                <a:gd name="connsiteX45-13565" fmla="*/ 189084 w 2465559"/>
                <a:gd name="connsiteY45-13566" fmla="*/ 852857 h 4940058"/>
                <a:gd name="connsiteX46-13567" fmla="*/ 275879 w 2465559"/>
                <a:gd name="connsiteY46-13568" fmla="*/ 811890 h 4940058"/>
                <a:gd name="connsiteX47-13569" fmla="*/ 355140 w 2465559"/>
                <a:gd name="connsiteY47-13570" fmla="*/ 730733 h 4940058"/>
                <a:gd name="connsiteX48-13571" fmla="*/ 343233 w 2465559"/>
                <a:gd name="connsiteY48-13572" fmla="*/ 530708 h 4940058"/>
                <a:gd name="connsiteX49-13573" fmla="*/ 147388 w 2465559"/>
                <a:gd name="connsiteY49-13574" fmla="*/ 542954 h 4940058"/>
                <a:gd name="connsiteX0-13575" fmla="*/ 147388 w 2465559"/>
                <a:gd name="connsiteY0-13576" fmla="*/ 542954 h 4940058"/>
                <a:gd name="connsiteX1-13577" fmla="*/ 90 w 2465559"/>
                <a:gd name="connsiteY1-13578" fmla="*/ 796679 h 4940058"/>
                <a:gd name="connsiteX2-13579" fmla="*/ 37413 w 2465559"/>
                <a:gd name="connsiteY2-13580" fmla="*/ 973960 h 4940058"/>
                <a:gd name="connsiteX3-13581" fmla="*/ 266304 w 2465559"/>
                <a:gd name="connsiteY3-13582" fmla="*/ 1713265 h 4940058"/>
                <a:gd name="connsiteX4-13583" fmla="*/ 671894 w 2465559"/>
                <a:gd name="connsiteY4-13584" fmla="*/ 1552458 h 4940058"/>
                <a:gd name="connsiteX5-13585" fmla="*/ 961143 w 2465559"/>
                <a:gd name="connsiteY5-13586" fmla="*/ 1720409 h 4940058"/>
                <a:gd name="connsiteX6-13587" fmla="*/ 989135 w 2465559"/>
                <a:gd name="connsiteY6-13588" fmla="*/ 1916352 h 4940058"/>
                <a:gd name="connsiteX7-13589" fmla="*/ 961143 w 2465559"/>
                <a:gd name="connsiteY7-13590" fmla="*/ 2093828 h 4940058"/>
                <a:gd name="connsiteX8-13591" fmla="*/ 520418 w 2465559"/>
                <a:gd name="connsiteY8-13592" fmla="*/ 2903404 h 4940058"/>
                <a:gd name="connsiteX9-13593" fmla="*/ 501757 w 2465559"/>
                <a:gd name="connsiteY9-13594" fmla="*/ 3339562 h 4940058"/>
                <a:gd name="connsiteX10-13595" fmla="*/ 475951 w 2465559"/>
                <a:gd name="connsiteY10-13596" fmla="*/ 4286717 h 4940058"/>
                <a:gd name="connsiteX11-13597" fmla="*/ 401307 w 2465559"/>
                <a:gd name="connsiteY11-13598" fmla="*/ 4771520 h 4940058"/>
                <a:gd name="connsiteX12-13599" fmla="*/ 200990 w 2465559"/>
                <a:gd name="connsiteY12-13600" fmla="*/ 4890438 h 4940058"/>
                <a:gd name="connsiteX13-13601" fmla="*/ 438484 w 2465559"/>
                <a:gd name="connsiteY13-13602" fmla="*/ 4936020 h 4940058"/>
                <a:gd name="connsiteX14-13603" fmla="*/ 585343 w 2465559"/>
                <a:gd name="connsiteY14-13604" fmla="*/ 4780656 h 4940058"/>
                <a:gd name="connsiteX15-13605" fmla="*/ 849176 w 2465559"/>
                <a:gd name="connsiteY15-13606" fmla="*/ 4463609 h 4940058"/>
                <a:gd name="connsiteX16-13607" fmla="*/ 753683 w 2465559"/>
                <a:gd name="connsiteY16-13608" fmla="*/ 4304940 h 4940058"/>
                <a:gd name="connsiteX17-13609" fmla="*/ 909679 w 2465559"/>
                <a:gd name="connsiteY17-13610" fmla="*/ 3694564 h 4940058"/>
                <a:gd name="connsiteX18-13611" fmla="*/ 867643 w 2465559"/>
                <a:gd name="connsiteY18-13612" fmla="*/ 3120390 h 4940058"/>
                <a:gd name="connsiteX19-13613" fmla="*/ 1365129 w 2465559"/>
                <a:gd name="connsiteY19-13614" fmla="*/ 2671937 h 4940058"/>
                <a:gd name="connsiteX20-13615" fmla="*/ 1495176 w 2465559"/>
                <a:gd name="connsiteY20-13616" fmla="*/ 3437048 h 4940058"/>
                <a:gd name="connsiteX21-13617" fmla="*/ 1175747 w 2465559"/>
                <a:gd name="connsiteY21-13618" fmla="*/ 4186267 h 4940058"/>
                <a:gd name="connsiteX22-13619" fmla="*/ 933151 w 2465559"/>
                <a:gd name="connsiteY22-13620" fmla="*/ 4771520 h 4940058"/>
                <a:gd name="connsiteX23-13621" fmla="*/ 1231731 w 2465559"/>
                <a:gd name="connsiteY23-13622" fmla="*/ 4827503 h 4940058"/>
                <a:gd name="connsiteX24-13623" fmla="*/ 1642278 w 2465559"/>
                <a:gd name="connsiteY24-13624" fmla="*/ 4883487 h 4940058"/>
                <a:gd name="connsiteX25-13625" fmla="*/ 1698262 w 2465559"/>
                <a:gd name="connsiteY25-13626" fmla="*/ 4827503 h 4940058"/>
                <a:gd name="connsiteX26-13627" fmla="*/ 1278384 w 2465559"/>
                <a:gd name="connsiteY26-13628" fmla="*/ 4640891 h 4940058"/>
                <a:gd name="connsiteX27-13629" fmla="*/ 1735584 w 2465559"/>
                <a:gd name="connsiteY27-13630" fmla="*/ 3698499 h 4940058"/>
                <a:gd name="connsiteX28-13631" fmla="*/ 1868399 w 2465559"/>
                <a:gd name="connsiteY28-13632" fmla="*/ 3372511 h 4940058"/>
                <a:gd name="connsiteX29-13633" fmla="*/ 1971036 w 2465559"/>
                <a:gd name="connsiteY29-13634" fmla="*/ 2205796 h 4940058"/>
                <a:gd name="connsiteX30-13635" fmla="*/ 1959519 w 2465559"/>
                <a:gd name="connsiteY30-13636" fmla="*/ 1972336 h 4940058"/>
                <a:gd name="connsiteX31-13637" fmla="*/ 2010109 w 2465559"/>
                <a:gd name="connsiteY31-13638" fmla="*/ 1807058 h 4940058"/>
                <a:gd name="connsiteX32-13639" fmla="*/ 2103414 w 2465559"/>
                <a:gd name="connsiteY32-13640" fmla="*/ 1648584 h 4940058"/>
                <a:gd name="connsiteX33-13641" fmla="*/ 2324434 w 2465559"/>
                <a:gd name="connsiteY33-13642" fmla="*/ 1337952 h 4940058"/>
                <a:gd name="connsiteX34-13643" fmla="*/ 2465559 w 2465559"/>
                <a:gd name="connsiteY34-13644" fmla="*/ 1020807 h 4940058"/>
                <a:gd name="connsiteX35-13645" fmla="*/ 1938671 w 2465559"/>
                <a:gd name="connsiteY35-13646" fmla="*/ 589607 h 4940058"/>
                <a:gd name="connsiteX36-13647" fmla="*/ 1476708 w 2465559"/>
                <a:gd name="connsiteY36-13648" fmla="*/ 444983 h 4940058"/>
                <a:gd name="connsiteX37-13649" fmla="*/ 1272504 w 2465559"/>
                <a:gd name="connsiteY37-13650" fmla="*/ 409167 h 4940058"/>
                <a:gd name="connsiteX38-13651" fmla="*/ 1054449 w 2465559"/>
                <a:gd name="connsiteY38-13652" fmla="*/ 451446 h 4940058"/>
                <a:gd name="connsiteX39-13653" fmla="*/ 1035399 w 2465559"/>
                <a:gd name="connsiteY39-13654" fmla="*/ 263036 h 4940058"/>
                <a:gd name="connsiteX40-13655" fmla="*/ 869490 w 2465559"/>
                <a:gd name="connsiteY40-13656" fmla="*/ 71127 h 4940058"/>
                <a:gd name="connsiteX41-13657" fmla="*/ 597249 w 2465559"/>
                <a:gd name="connsiteY41-13658" fmla="*/ 12907 h 4940058"/>
                <a:gd name="connsiteX42-13659" fmla="*/ 475951 w 2465559"/>
                <a:gd name="connsiteY42-13660" fmla="*/ 516760 h 4940058"/>
                <a:gd name="connsiteX43-13661" fmla="*/ 616105 w 2465559"/>
                <a:gd name="connsiteY43-13662" fmla="*/ 724609 h 4940058"/>
                <a:gd name="connsiteX44-13663" fmla="*/ 319712 w 2465559"/>
                <a:gd name="connsiteY44-13664" fmla="*/ 1088309 h 4940058"/>
                <a:gd name="connsiteX45-13665" fmla="*/ 189084 w 2465559"/>
                <a:gd name="connsiteY45-13666" fmla="*/ 852857 h 4940058"/>
                <a:gd name="connsiteX46-13667" fmla="*/ 275879 w 2465559"/>
                <a:gd name="connsiteY46-13668" fmla="*/ 811890 h 4940058"/>
                <a:gd name="connsiteX47-13669" fmla="*/ 355140 w 2465559"/>
                <a:gd name="connsiteY47-13670" fmla="*/ 730733 h 4940058"/>
                <a:gd name="connsiteX48-13671" fmla="*/ 343233 w 2465559"/>
                <a:gd name="connsiteY48-13672" fmla="*/ 530708 h 4940058"/>
                <a:gd name="connsiteX49-13673" fmla="*/ 147388 w 2465559"/>
                <a:gd name="connsiteY49-13674" fmla="*/ 542954 h 4940058"/>
                <a:gd name="connsiteX0-13675" fmla="*/ 147388 w 2465559"/>
                <a:gd name="connsiteY0-13676" fmla="*/ 542954 h 4940058"/>
                <a:gd name="connsiteX1-13677" fmla="*/ 90 w 2465559"/>
                <a:gd name="connsiteY1-13678" fmla="*/ 796679 h 4940058"/>
                <a:gd name="connsiteX2-13679" fmla="*/ 37413 w 2465559"/>
                <a:gd name="connsiteY2-13680" fmla="*/ 973960 h 4940058"/>
                <a:gd name="connsiteX3-13681" fmla="*/ 266304 w 2465559"/>
                <a:gd name="connsiteY3-13682" fmla="*/ 1713265 h 4940058"/>
                <a:gd name="connsiteX4-13683" fmla="*/ 671894 w 2465559"/>
                <a:gd name="connsiteY4-13684" fmla="*/ 1552458 h 4940058"/>
                <a:gd name="connsiteX5-13685" fmla="*/ 961143 w 2465559"/>
                <a:gd name="connsiteY5-13686" fmla="*/ 1720409 h 4940058"/>
                <a:gd name="connsiteX6-13687" fmla="*/ 989135 w 2465559"/>
                <a:gd name="connsiteY6-13688" fmla="*/ 1916352 h 4940058"/>
                <a:gd name="connsiteX7-13689" fmla="*/ 961143 w 2465559"/>
                <a:gd name="connsiteY7-13690" fmla="*/ 2093828 h 4940058"/>
                <a:gd name="connsiteX8-13691" fmla="*/ 520418 w 2465559"/>
                <a:gd name="connsiteY8-13692" fmla="*/ 2903404 h 4940058"/>
                <a:gd name="connsiteX9-13693" fmla="*/ 501757 w 2465559"/>
                <a:gd name="connsiteY9-13694" fmla="*/ 3339562 h 4940058"/>
                <a:gd name="connsiteX10-13695" fmla="*/ 475951 w 2465559"/>
                <a:gd name="connsiteY10-13696" fmla="*/ 4286717 h 4940058"/>
                <a:gd name="connsiteX11-13697" fmla="*/ 401307 w 2465559"/>
                <a:gd name="connsiteY11-13698" fmla="*/ 4771520 h 4940058"/>
                <a:gd name="connsiteX12-13699" fmla="*/ 200990 w 2465559"/>
                <a:gd name="connsiteY12-13700" fmla="*/ 4890438 h 4940058"/>
                <a:gd name="connsiteX13-13701" fmla="*/ 438484 w 2465559"/>
                <a:gd name="connsiteY13-13702" fmla="*/ 4936020 h 4940058"/>
                <a:gd name="connsiteX14-13703" fmla="*/ 585343 w 2465559"/>
                <a:gd name="connsiteY14-13704" fmla="*/ 4780656 h 4940058"/>
                <a:gd name="connsiteX15-13705" fmla="*/ 849176 w 2465559"/>
                <a:gd name="connsiteY15-13706" fmla="*/ 4463609 h 4940058"/>
                <a:gd name="connsiteX16-13707" fmla="*/ 753683 w 2465559"/>
                <a:gd name="connsiteY16-13708" fmla="*/ 4304940 h 4940058"/>
                <a:gd name="connsiteX17-13709" fmla="*/ 909679 w 2465559"/>
                <a:gd name="connsiteY17-13710" fmla="*/ 3694564 h 4940058"/>
                <a:gd name="connsiteX18-13711" fmla="*/ 867643 w 2465559"/>
                <a:gd name="connsiteY18-13712" fmla="*/ 3120390 h 4940058"/>
                <a:gd name="connsiteX19-13713" fmla="*/ 1365129 w 2465559"/>
                <a:gd name="connsiteY19-13714" fmla="*/ 2671937 h 4940058"/>
                <a:gd name="connsiteX20-13715" fmla="*/ 1495176 w 2465559"/>
                <a:gd name="connsiteY20-13716" fmla="*/ 3437048 h 4940058"/>
                <a:gd name="connsiteX21-13717" fmla="*/ 1175747 w 2465559"/>
                <a:gd name="connsiteY21-13718" fmla="*/ 4186267 h 4940058"/>
                <a:gd name="connsiteX22-13719" fmla="*/ 933151 w 2465559"/>
                <a:gd name="connsiteY22-13720" fmla="*/ 4771520 h 4940058"/>
                <a:gd name="connsiteX23-13721" fmla="*/ 1231731 w 2465559"/>
                <a:gd name="connsiteY23-13722" fmla="*/ 4827503 h 4940058"/>
                <a:gd name="connsiteX24-13723" fmla="*/ 1642278 w 2465559"/>
                <a:gd name="connsiteY24-13724" fmla="*/ 4883487 h 4940058"/>
                <a:gd name="connsiteX25-13725" fmla="*/ 1698262 w 2465559"/>
                <a:gd name="connsiteY25-13726" fmla="*/ 4827503 h 4940058"/>
                <a:gd name="connsiteX26-13727" fmla="*/ 1278384 w 2465559"/>
                <a:gd name="connsiteY26-13728" fmla="*/ 4640891 h 4940058"/>
                <a:gd name="connsiteX27-13729" fmla="*/ 1735584 w 2465559"/>
                <a:gd name="connsiteY27-13730" fmla="*/ 3698499 h 4940058"/>
                <a:gd name="connsiteX28-13731" fmla="*/ 1868399 w 2465559"/>
                <a:gd name="connsiteY28-13732" fmla="*/ 3372511 h 4940058"/>
                <a:gd name="connsiteX29-13733" fmla="*/ 1971036 w 2465559"/>
                <a:gd name="connsiteY29-13734" fmla="*/ 2205796 h 4940058"/>
                <a:gd name="connsiteX30-13735" fmla="*/ 1959519 w 2465559"/>
                <a:gd name="connsiteY30-13736" fmla="*/ 1972336 h 4940058"/>
                <a:gd name="connsiteX31-13737" fmla="*/ 2010109 w 2465559"/>
                <a:gd name="connsiteY31-13738" fmla="*/ 1807058 h 4940058"/>
                <a:gd name="connsiteX32-13739" fmla="*/ 2103414 w 2465559"/>
                <a:gd name="connsiteY32-13740" fmla="*/ 1648584 h 4940058"/>
                <a:gd name="connsiteX33-13741" fmla="*/ 2324434 w 2465559"/>
                <a:gd name="connsiteY33-13742" fmla="*/ 1337952 h 4940058"/>
                <a:gd name="connsiteX34-13743" fmla="*/ 2465559 w 2465559"/>
                <a:gd name="connsiteY34-13744" fmla="*/ 1020807 h 4940058"/>
                <a:gd name="connsiteX35-13745" fmla="*/ 1938671 w 2465559"/>
                <a:gd name="connsiteY35-13746" fmla="*/ 589607 h 4940058"/>
                <a:gd name="connsiteX36-13747" fmla="*/ 1476708 w 2465559"/>
                <a:gd name="connsiteY36-13748" fmla="*/ 444983 h 4940058"/>
                <a:gd name="connsiteX37-13749" fmla="*/ 1272504 w 2465559"/>
                <a:gd name="connsiteY37-13750" fmla="*/ 409167 h 4940058"/>
                <a:gd name="connsiteX38-13751" fmla="*/ 1054449 w 2465559"/>
                <a:gd name="connsiteY38-13752" fmla="*/ 451446 h 4940058"/>
                <a:gd name="connsiteX39-13753" fmla="*/ 1035399 w 2465559"/>
                <a:gd name="connsiteY39-13754" fmla="*/ 263036 h 4940058"/>
                <a:gd name="connsiteX40-13755" fmla="*/ 869490 w 2465559"/>
                <a:gd name="connsiteY40-13756" fmla="*/ 71127 h 4940058"/>
                <a:gd name="connsiteX41-13757" fmla="*/ 597249 w 2465559"/>
                <a:gd name="connsiteY41-13758" fmla="*/ 12907 h 4940058"/>
                <a:gd name="connsiteX42-13759" fmla="*/ 475951 w 2465559"/>
                <a:gd name="connsiteY42-13760" fmla="*/ 516760 h 4940058"/>
                <a:gd name="connsiteX43-13761" fmla="*/ 616105 w 2465559"/>
                <a:gd name="connsiteY43-13762" fmla="*/ 724609 h 4940058"/>
                <a:gd name="connsiteX44-13763" fmla="*/ 319712 w 2465559"/>
                <a:gd name="connsiteY44-13764" fmla="*/ 1088309 h 4940058"/>
                <a:gd name="connsiteX45-13765" fmla="*/ 189084 w 2465559"/>
                <a:gd name="connsiteY45-13766" fmla="*/ 852857 h 4940058"/>
                <a:gd name="connsiteX46-13767" fmla="*/ 275879 w 2465559"/>
                <a:gd name="connsiteY46-13768" fmla="*/ 811890 h 4940058"/>
                <a:gd name="connsiteX47-13769" fmla="*/ 355140 w 2465559"/>
                <a:gd name="connsiteY47-13770" fmla="*/ 730733 h 4940058"/>
                <a:gd name="connsiteX48-13771" fmla="*/ 343233 w 2465559"/>
                <a:gd name="connsiteY48-13772" fmla="*/ 530708 h 4940058"/>
                <a:gd name="connsiteX49-13773" fmla="*/ 147388 w 2465559"/>
                <a:gd name="connsiteY49-13774" fmla="*/ 542954 h 4940058"/>
                <a:gd name="connsiteX0-13775" fmla="*/ 147388 w 2465559"/>
                <a:gd name="connsiteY0-13776" fmla="*/ 542954 h 4936043"/>
                <a:gd name="connsiteX1-13777" fmla="*/ 90 w 2465559"/>
                <a:gd name="connsiteY1-13778" fmla="*/ 796679 h 4936043"/>
                <a:gd name="connsiteX2-13779" fmla="*/ 37413 w 2465559"/>
                <a:gd name="connsiteY2-13780" fmla="*/ 973960 h 4936043"/>
                <a:gd name="connsiteX3-13781" fmla="*/ 266304 w 2465559"/>
                <a:gd name="connsiteY3-13782" fmla="*/ 1713265 h 4936043"/>
                <a:gd name="connsiteX4-13783" fmla="*/ 671894 w 2465559"/>
                <a:gd name="connsiteY4-13784" fmla="*/ 1552458 h 4936043"/>
                <a:gd name="connsiteX5-13785" fmla="*/ 961143 w 2465559"/>
                <a:gd name="connsiteY5-13786" fmla="*/ 1720409 h 4936043"/>
                <a:gd name="connsiteX6-13787" fmla="*/ 989135 w 2465559"/>
                <a:gd name="connsiteY6-13788" fmla="*/ 1916352 h 4936043"/>
                <a:gd name="connsiteX7-13789" fmla="*/ 961143 w 2465559"/>
                <a:gd name="connsiteY7-13790" fmla="*/ 2093828 h 4936043"/>
                <a:gd name="connsiteX8-13791" fmla="*/ 520418 w 2465559"/>
                <a:gd name="connsiteY8-13792" fmla="*/ 2903404 h 4936043"/>
                <a:gd name="connsiteX9-13793" fmla="*/ 501757 w 2465559"/>
                <a:gd name="connsiteY9-13794" fmla="*/ 3339562 h 4936043"/>
                <a:gd name="connsiteX10-13795" fmla="*/ 475951 w 2465559"/>
                <a:gd name="connsiteY10-13796" fmla="*/ 4286717 h 4936043"/>
                <a:gd name="connsiteX11-13797" fmla="*/ 401307 w 2465559"/>
                <a:gd name="connsiteY11-13798" fmla="*/ 4771520 h 4936043"/>
                <a:gd name="connsiteX12-13799" fmla="*/ 200990 w 2465559"/>
                <a:gd name="connsiteY12-13800" fmla="*/ 4890438 h 4936043"/>
                <a:gd name="connsiteX13-13801" fmla="*/ 438484 w 2465559"/>
                <a:gd name="connsiteY13-13802" fmla="*/ 4928877 h 4936043"/>
                <a:gd name="connsiteX14-13803" fmla="*/ 585343 w 2465559"/>
                <a:gd name="connsiteY14-13804" fmla="*/ 4780656 h 4936043"/>
                <a:gd name="connsiteX15-13805" fmla="*/ 849176 w 2465559"/>
                <a:gd name="connsiteY15-13806" fmla="*/ 4463609 h 4936043"/>
                <a:gd name="connsiteX16-13807" fmla="*/ 753683 w 2465559"/>
                <a:gd name="connsiteY16-13808" fmla="*/ 4304940 h 4936043"/>
                <a:gd name="connsiteX17-13809" fmla="*/ 909679 w 2465559"/>
                <a:gd name="connsiteY17-13810" fmla="*/ 3694564 h 4936043"/>
                <a:gd name="connsiteX18-13811" fmla="*/ 867643 w 2465559"/>
                <a:gd name="connsiteY18-13812" fmla="*/ 3120390 h 4936043"/>
                <a:gd name="connsiteX19-13813" fmla="*/ 1365129 w 2465559"/>
                <a:gd name="connsiteY19-13814" fmla="*/ 2671937 h 4936043"/>
                <a:gd name="connsiteX20-13815" fmla="*/ 1495176 w 2465559"/>
                <a:gd name="connsiteY20-13816" fmla="*/ 3437048 h 4936043"/>
                <a:gd name="connsiteX21-13817" fmla="*/ 1175747 w 2465559"/>
                <a:gd name="connsiteY21-13818" fmla="*/ 4186267 h 4936043"/>
                <a:gd name="connsiteX22-13819" fmla="*/ 933151 w 2465559"/>
                <a:gd name="connsiteY22-13820" fmla="*/ 4771520 h 4936043"/>
                <a:gd name="connsiteX23-13821" fmla="*/ 1231731 w 2465559"/>
                <a:gd name="connsiteY23-13822" fmla="*/ 4827503 h 4936043"/>
                <a:gd name="connsiteX24-13823" fmla="*/ 1642278 w 2465559"/>
                <a:gd name="connsiteY24-13824" fmla="*/ 4883487 h 4936043"/>
                <a:gd name="connsiteX25-13825" fmla="*/ 1698262 w 2465559"/>
                <a:gd name="connsiteY25-13826" fmla="*/ 4827503 h 4936043"/>
                <a:gd name="connsiteX26-13827" fmla="*/ 1278384 w 2465559"/>
                <a:gd name="connsiteY26-13828" fmla="*/ 4640891 h 4936043"/>
                <a:gd name="connsiteX27-13829" fmla="*/ 1735584 w 2465559"/>
                <a:gd name="connsiteY27-13830" fmla="*/ 3698499 h 4936043"/>
                <a:gd name="connsiteX28-13831" fmla="*/ 1868399 w 2465559"/>
                <a:gd name="connsiteY28-13832" fmla="*/ 3372511 h 4936043"/>
                <a:gd name="connsiteX29-13833" fmla="*/ 1971036 w 2465559"/>
                <a:gd name="connsiteY29-13834" fmla="*/ 2205796 h 4936043"/>
                <a:gd name="connsiteX30-13835" fmla="*/ 1959519 w 2465559"/>
                <a:gd name="connsiteY30-13836" fmla="*/ 1972336 h 4936043"/>
                <a:gd name="connsiteX31-13837" fmla="*/ 2010109 w 2465559"/>
                <a:gd name="connsiteY31-13838" fmla="*/ 1807058 h 4936043"/>
                <a:gd name="connsiteX32-13839" fmla="*/ 2103414 w 2465559"/>
                <a:gd name="connsiteY32-13840" fmla="*/ 1648584 h 4936043"/>
                <a:gd name="connsiteX33-13841" fmla="*/ 2324434 w 2465559"/>
                <a:gd name="connsiteY33-13842" fmla="*/ 1337952 h 4936043"/>
                <a:gd name="connsiteX34-13843" fmla="*/ 2465559 w 2465559"/>
                <a:gd name="connsiteY34-13844" fmla="*/ 1020807 h 4936043"/>
                <a:gd name="connsiteX35-13845" fmla="*/ 1938671 w 2465559"/>
                <a:gd name="connsiteY35-13846" fmla="*/ 589607 h 4936043"/>
                <a:gd name="connsiteX36-13847" fmla="*/ 1476708 w 2465559"/>
                <a:gd name="connsiteY36-13848" fmla="*/ 444983 h 4936043"/>
                <a:gd name="connsiteX37-13849" fmla="*/ 1272504 w 2465559"/>
                <a:gd name="connsiteY37-13850" fmla="*/ 409167 h 4936043"/>
                <a:gd name="connsiteX38-13851" fmla="*/ 1054449 w 2465559"/>
                <a:gd name="connsiteY38-13852" fmla="*/ 451446 h 4936043"/>
                <a:gd name="connsiteX39-13853" fmla="*/ 1035399 w 2465559"/>
                <a:gd name="connsiteY39-13854" fmla="*/ 263036 h 4936043"/>
                <a:gd name="connsiteX40-13855" fmla="*/ 869490 w 2465559"/>
                <a:gd name="connsiteY40-13856" fmla="*/ 71127 h 4936043"/>
                <a:gd name="connsiteX41-13857" fmla="*/ 597249 w 2465559"/>
                <a:gd name="connsiteY41-13858" fmla="*/ 12907 h 4936043"/>
                <a:gd name="connsiteX42-13859" fmla="*/ 475951 w 2465559"/>
                <a:gd name="connsiteY42-13860" fmla="*/ 516760 h 4936043"/>
                <a:gd name="connsiteX43-13861" fmla="*/ 616105 w 2465559"/>
                <a:gd name="connsiteY43-13862" fmla="*/ 724609 h 4936043"/>
                <a:gd name="connsiteX44-13863" fmla="*/ 319712 w 2465559"/>
                <a:gd name="connsiteY44-13864" fmla="*/ 1088309 h 4936043"/>
                <a:gd name="connsiteX45-13865" fmla="*/ 189084 w 2465559"/>
                <a:gd name="connsiteY45-13866" fmla="*/ 852857 h 4936043"/>
                <a:gd name="connsiteX46-13867" fmla="*/ 275879 w 2465559"/>
                <a:gd name="connsiteY46-13868" fmla="*/ 811890 h 4936043"/>
                <a:gd name="connsiteX47-13869" fmla="*/ 355140 w 2465559"/>
                <a:gd name="connsiteY47-13870" fmla="*/ 730733 h 4936043"/>
                <a:gd name="connsiteX48-13871" fmla="*/ 343233 w 2465559"/>
                <a:gd name="connsiteY48-13872" fmla="*/ 530708 h 4936043"/>
                <a:gd name="connsiteX49-13873" fmla="*/ 147388 w 2465559"/>
                <a:gd name="connsiteY49-13874" fmla="*/ 542954 h 4936043"/>
                <a:gd name="connsiteX0-13875" fmla="*/ 147388 w 2465559"/>
                <a:gd name="connsiteY0-13876" fmla="*/ 542954 h 4936043"/>
                <a:gd name="connsiteX1-13877" fmla="*/ 90 w 2465559"/>
                <a:gd name="connsiteY1-13878" fmla="*/ 796679 h 4936043"/>
                <a:gd name="connsiteX2-13879" fmla="*/ 37413 w 2465559"/>
                <a:gd name="connsiteY2-13880" fmla="*/ 973960 h 4936043"/>
                <a:gd name="connsiteX3-13881" fmla="*/ 266304 w 2465559"/>
                <a:gd name="connsiteY3-13882" fmla="*/ 1713265 h 4936043"/>
                <a:gd name="connsiteX4-13883" fmla="*/ 671894 w 2465559"/>
                <a:gd name="connsiteY4-13884" fmla="*/ 1552458 h 4936043"/>
                <a:gd name="connsiteX5-13885" fmla="*/ 961143 w 2465559"/>
                <a:gd name="connsiteY5-13886" fmla="*/ 1720409 h 4936043"/>
                <a:gd name="connsiteX6-13887" fmla="*/ 989135 w 2465559"/>
                <a:gd name="connsiteY6-13888" fmla="*/ 1916352 h 4936043"/>
                <a:gd name="connsiteX7-13889" fmla="*/ 961143 w 2465559"/>
                <a:gd name="connsiteY7-13890" fmla="*/ 2093828 h 4936043"/>
                <a:gd name="connsiteX8-13891" fmla="*/ 520418 w 2465559"/>
                <a:gd name="connsiteY8-13892" fmla="*/ 2903404 h 4936043"/>
                <a:gd name="connsiteX9-13893" fmla="*/ 501757 w 2465559"/>
                <a:gd name="connsiteY9-13894" fmla="*/ 3339562 h 4936043"/>
                <a:gd name="connsiteX10-13895" fmla="*/ 475951 w 2465559"/>
                <a:gd name="connsiteY10-13896" fmla="*/ 4286717 h 4936043"/>
                <a:gd name="connsiteX11-13897" fmla="*/ 401307 w 2465559"/>
                <a:gd name="connsiteY11-13898" fmla="*/ 4771520 h 4936043"/>
                <a:gd name="connsiteX12-13899" fmla="*/ 200990 w 2465559"/>
                <a:gd name="connsiteY12-13900" fmla="*/ 4890438 h 4936043"/>
                <a:gd name="connsiteX13-13901" fmla="*/ 438484 w 2465559"/>
                <a:gd name="connsiteY13-13902" fmla="*/ 4928877 h 4936043"/>
                <a:gd name="connsiteX14-13903" fmla="*/ 585343 w 2465559"/>
                <a:gd name="connsiteY14-13904" fmla="*/ 4780656 h 4936043"/>
                <a:gd name="connsiteX15-13905" fmla="*/ 849176 w 2465559"/>
                <a:gd name="connsiteY15-13906" fmla="*/ 4463609 h 4936043"/>
                <a:gd name="connsiteX16-13907" fmla="*/ 753683 w 2465559"/>
                <a:gd name="connsiteY16-13908" fmla="*/ 4304940 h 4936043"/>
                <a:gd name="connsiteX17-13909" fmla="*/ 909679 w 2465559"/>
                <a:gd name="connsiteY17-13910" fmla="*/ 3694564 h 4936043"/>
                <a:gd name="connsiteX18-13911" fmla="*/ 867643 w 2465559"/>
                <a:gd name="connsiteY18-13912" fmla="*/ 3120390 h 4936043"/>
                <a:gd name="connsiteX19-13913" fmla="*/ 1365129 w 2465559"/>
                <a:gd name="connsiteY19-13914" fmla="*/ 2671937 h 4936043"/>
                <a:gd name="connsiteX20-13915" fmla="*/ 1495176 w 2465559"/>
                <a:gd name="connsiteY20-13916" fmla="*/ 3437048 h 4936043"/>
                <a:gd name="connsiteX21-13917" fmla="*/ 1175747 w 2465559"/>
                <a:gd name="connsiteY21-13918" fmla="*/ 4186267 h 4936043"/>
                <a:gd name="connsiteX22-13919" fmla="*/ 933151 w 2465559"/>
                <a:gd name="connsiteY22-13920" fmla="*/ 4771520 h 4936043"/>
                <a:gd name="connsiteX23-13921" fmla="*/ 1231731 w 2465559"/>
                <a:gd name="connsiteY23-13922" fmla="*/ 4827503 h 4936043"/>
                <a:gd name="connsiteX24-13923" fmla="*/ 1642278 w 2465559"/>
                <a:gd name="connsiteY24-13924" fmla="*/ 4883487 h 4936043"/>
                <a:gd name="connsiteX25-13925" fmla="*/ 1698262 w 2465559"/>
                <a:gd name="connsiteY25-13926" fmla="*/ 4827503 h 4936043"/>
                <a:gd name="connsiteX26-13927" fmla="*/ 1278384 w 2465559"/>
                <a:gd name="connsiteY26-13928" fmla="*/ 4640891 h 4936043"/>
                <a:gd name="connsiteX27-13929" fmla="*/ 1735584 w 2465559"/>
                <a:gd name="connsiteY27-13930" fmla="*/ 3698499 h 4936043"/>
                <a:gd name="connsiteX28-13931" fmla="*/ 1868399 w 2465559"/>
                <a:gd name="connsiteY28-13932" fmla="*/ 3372511 h 4936043"/>
                <a:gd name="connsiteX29-13933" fmla="*/ 1971036 w 2465559"/>
                <a:gd name="connsiteY29-13934" fmla="*/ 2205796 h 4936043"/>
                <a:gd name="connsiteX30-13935" fmla="*/ 1959519 w 2465559"/>
                <a:gd name="connsiteY30-13936" fmla="*/ 1972336 h 4936043"/>
                <a:gd name="connsiteX31-13937" fmla="*/ 2010109 w 2465559"/>
                <a:gd name="connsiteY31-13938" fmla="*/ 1807058 h 4936043"/>
                <a:gd name="connsiteX32-13939" fmla="*/ 2103414 w 2465559"/>
                <a:gd name="connsiteY32-13940" fmla="*/ 1648584 h 4936043"/>
                <a:gd name="connsiteX33-13941" fmla="*/ 2324434 w 2465559"/>
                <a:gd name="connsiteY33-13942" fmla="*/ 1337952 h 4936043"/>
                <a:gd name="connsiteX34-13943" fmla="*/ 2465559 w 2465559"/>
                <a:gd name="connsiteY34-13944" fmla="*/ 1020807 h 4936043"/>
                <a:gd name="connsiteX35-13945" fmla="*/ 1938671 w 2465559"/>
                <a:gd name="connsiteY35-13946" fmla="*/ 589607 h 4936043"/>
                <a:gd name="connsiteX36-13947" fmla="*/ 1476708 w 2465559"/>
                <a:gd name="connsiteY36-13948" fmla="*/ 444983 h 4936043"/>
                <a:gd name="connsiteX37-13949" fmla="*/ 1272504 w 2465559"/>
                <a:gd name="connsiteY37-13950" fmla="*/ 409167 h 4936043"/>
                <a:gd name="connsiteX38-13951" fmla="*/ 1054449 w 2465559"/>
                <a:gd name="connsiteY38-13952" fmla="*/ 451446 h 4936043"/>
                <a:gd name="connsiteX39-13953" fmla="*/ 1035399 w 2465559"/>
                <a:gd name="connsiteY39-13954" fmla="*/ 263036 h 4936043"/>
                <a:gd name="connsiteX40-13955" fmla="*/ 869490 w 2465559"/>
                <a:gd name="connsiteY40-13956" fmla="*/ 71127 h 4936043"/>
                <a:gd name="connsiteX41-13957" fmla="*/ 597249 w 2465559"/>
                <a:gd name="connsiteY41-13958" fmla="*/ 12907 h 4936043"/>
                <a:gd name="connsiteX42-13959" fmla="*/ 475951 w 2465559"/>
                <a:gd name="connsiteY42-13960" fmla="*/ 516760 h 4936043"/>
                <a:gd name="connsiteX43-13961" fmla="*/ 616105 w 2465559"/>
                <a:gd name="connsiteY43-13962" fmla="*/ 724609 h 4936043"/>
                <a:gd name="connsiteX44-13963" fmla="*/ 319712 w 2465559"/>
                <a:gd name="connsiteY44-13964" fmla="*/ 1088309 h 4936043"/>
                <a:gd name="connsiteX45-13965" fmla="*/ 189084 w 2465559"/>
                <a:gd name="connsiteY45-13966" fmla="*/ 852857 h 4936043"/>
                <a:gd name="connsiteX46-13967" fmla="*/ 275879 w 2465559"/>
                <a:gd name="connsiteY46-13968" fmla="*/ 811890 h 4936043"/>
                <a:gd name="connsiteX47-13969" fmla="*/ 355140 w 2465559"/>
                <a:gd name="connsiteY47-13970" fmla="*/ 730733 h 4936043"/>
                <a:gd name="connsiteX48-13971" fmla="*/ 343233 w 2465559"/>
                <a:gd name="connsiteY48-13972" fmla="*/ 530708 h 4936043"/>
                <a:gd name="connsiteX49-13973" fmla="*/ 147388 w 2465559"/>
                <a:gd name="connsiteY49-13974" fmla="*/ 542954 h 4936043"/>
                <a:gd name="connsiteX0-13975" fmla="*/ 147388 w 2465559"/>
                <a:gd name="connsiteY0-13976" fmla="*/ 542954 h 4934243"/>
                <a:gd name="connsiteX1-13977" fmla="*/ 90 w 2465559"/>
                <a:gd name="connsiteY1-13978" fmla="*/ 796679 h 4934243"/>
                <a:gd name="connsiteX2-13979" fmla="*/ 37413 w 2465559"/>
                <a:gd name="connsiteY2-13980" fmla="*/ 973960 h 4934243"/>
                <a:gd name="connsiteX3-13981" fmla="*/ 266304 w 2465559"/>
                <a:gd name="connsiteY3-13982" fmla="*/ 1713265 h 4934243"/>
                <a:gd name="connsiteX4-13983" fmla="*/ 671894 w 2465559"/>
                <a:gd name="connsiteY4-13984" fmla="*/ 1552458 h 4934243"/>
                <a:gd name="connsiteX5-13985" fmla="*/ 961143 w 2465559"/>
                <a:gd name="connsiteY5-13986" fmla="*/ 1720409 h 4934243"/>
                <a:gd name="connsiteX6-13987" fmla="*/ 989135 w 2465559"/>
                <a:gd name="connsiteY6-13988" fmla="*/ 1916352 h 4934243"/>
                <a:gd name="connsiteX7-13989" fmla="*/ 961143 w 2465559"/>
                <a:gd name="connsiteY7-13990" fmla="*/ 2093828 h 4934243"/>
                <a:gd name="connsiteX8-13991" fmla="*/ 520418 w 2465559"/>
                <a:gd name="connsiteY8-13992" fmla="*/ 2903404 h 4934243"/>
                <a:gd name="connsiteX9-13993" fmla="*/ 501757 w 2465559"/>
                <a:gd name="connsiteY9-13994" fmla="*/ 3339562 h 4934243"/>
                <a:gd name="connsiteX10-13995" fmla="*/ 475951 w 2465559"/>
                <a:gd name="connsiteY10-13996" fmla="*/ 4286717 h 4934243"/>
                <a:gd name="connsiteX11-13997" fmla="*/ 401307 w 2465559"/>
                <a:gd name="connsiteY11-13998" fmla="*/ 4771520 h 4934243"/>
                <a:gd name="connsiteX12-13999" fmla="*/ 200990 w 2465559"/>
                <a:gd name="connsiteY12-14000" fmla="*/ 4890438 h 4934243"/>
                <a:gd name="connsiteX13-14001" fmla="*/ 438484 w 2465559"/>
                <a:gd name="connsiteY13-14002" fmla="*/ 4928877 h 4934243"/>
                <a:gd name="connsiteX14-14003" fmla="*/ 585343 w 2465559"/>
                <a:gd name="connsiteY14-14004" fmla="*/ 4780656 h 4934243"/>
                <a:gd name="connsiteX15-14005" fmla="*/ 849176 w 2465559"/>
                <a:gd name="connsiteY15-14006" fmla="*/ 4463609 h 4934243"/>
                <a:gd name="connsiteX16-14007" fmla="*/ 753683 w 2465559"/>
                <a:gd name="connsiteY16-14008" fmla="*/ 4304940 h 4934243"/>
                <a:gd name="connsiteX17-14009" fmla="*/ 909679 w 2465559"/>
                <a:gd name="connsiteY17-14010" fmla="*/ 3694564 h 4934243"/>
                <a:gd name="connsiteX18-14011" fmla="*/ 867643 w 2465559"/>
                <a:gd name="connsiteY18-14012" fmla="*/ 3120390 h 4934243"/>
                <a:gd name="connsiteX19-14013" fmla="*/ 1365129 w 2465559"/>
                <a:gd name="connsiteY19-14014" fmla="*/ 2671937 h 4934243"/>
                <a:gd name="connsiteX20-14015" fmla="*/ 1495176 w 2465559"/>
                <a:gd name="connsiteY20-14016" fmla="*/ 3437048 h 4934243"/>
                <a:gd name="connsiteX21-14017" fmla="*/ 1175747 w 2465559"/>
                <a:gd name="connsiteY21-14018" fmla="*/ 4186267 h 4934243"/>
                <a:gd name="connsiteX22-14019" fmla="*/ 933151 w 2465559"/>
                <a:gd name="connsiteY22-14020" fmla="*/ 4771520 h 4934243"/>
                <a:gd name="connsiteX23-14021" fmla="*/ 1231731 w 2465559"/>
                <a:gd name="connsiteY23-14022" fmla="*/ 4827503 h 4934243"/>
                <a:gd name="connsiteX24-14023" fmla="*/ 1642278 w 2465559"/>
                <a:gd name="connsiteY24-14024" fmla="*/ 4883487 h 4934243"/>
                <a:gd name="connsiteX25-14025" fmla="*/ 1698262 w 2465559"/>
                <a:gd name="connsiteY25-14026" fmla="*/ 4827503 h 4934243"/>
                <a:gd name="connsiteX26-14027" fmla="*/ 1278384 w 2465559"/>
                <a:gd name="connsiteY26-14028" fmla="*/ 4640891 h 4934243"/>
                <a:gd name="connsiteX27-14029" fmla="*/ 1735584 w 2465559"/>
                <a:gd name="connsiteY27-14030" fmla="*/ 3698499 h 4934243"/>
                <a:gd name="connsiteX28-14031" fmla="*/ 1868399 w 2465559"/>
                <a:gd name="connsiteY28-14032" fmla="*/ 3372511 h 4934243"/>
                <a:gd name="connsiteX29-14033" fmla="*/ 1971036 w 2465559"/>
                <a:gd name="connsiteY29-14034" fmla="*/ 2205796 h 4934243"/>
                <a:gd name="connsiteX30-14035" fmla="*/ 1959519 w 2465559"/>
                <a:gd name="connsiteY30-14036" fmla="*/ 1972336 h 4934243"/>
                <a:gd name="connsiteX31-14037" fmla="*/ 2010109 w 2465559"/>
                <a:gd name="connsiteY31-14038" fmla="*/ 1807058 h 4934243"/>
                <a:gd name="connsiteX32-14039" fmla="*/ 2103414 w 2465559"/>
                <a:gd name="connsiteY32-14040" fmla="*/ 1648584 h 4934243"/>
                <a:gd name="connsiteX33-14041" fmla="*/ 2324434 w 2465559"/>
                <a:gd name="connsiteY33-14042" fmla="*/ 1337952 h 4934243"/>
                <a:gd name="connsiteX34-14043" fmla="*/ 2465559 w 2465559"/>
                <a:gd name="connsiteY34-14044" fmla="*/ 1020807 h 4934243"/>
                <a:gd name="connsiteX35-14045" fmla="*/ 1938671 w 2465559"/>
                <a:gd name="connsiteY35-14046" fmla="*/ 589607 h 4934243"/>
                <a:gd name="connsiteX36-14047" fmla="*/ 1476708 w 2465559"/>
                <a:gd name="connsiteY36-14048" fmla="*/ 444983 h 4934243"/>
                <a:gd name="connsiteX37-14049" fmla="*/ 1272504 w 2465559"/>
                <a:gd name="connsiteY37-14050" fmla="*/ 409167 h 4934243"/>
                <a:gd name="connsiteX38-14051" fmla="*/ 1054449 w 2465559"/>
                <a:gd name="connsiteY38-14052" fmla="*/ 451446 h 4934243"/>
                <a:gd name="connsiteX39-14053" fmla="*/ 1035399 w 2465559"/>
                <a:gd name="connsiteY39-14054" fmla="*/ 263036 h 4934243"/>
                <a:gd name="connsiteX40-14055" fmla="*/ 869490 w 2465559"/>
                <a:gd name="connsiteY40-14056" fmla="*/ 71127 h 4934243"/>
                <a:gd name="connsiteX41-14057" fmla="*/ 597249 w 2465559"/>
                <a:gd name="connsiteY41-14058" fmla="*/ 12907 h 4934243"/>
                <a:gd name="connsiteX42-14059" fmla="*/ 475951 w 2465559"/>
                <a:gd name="connsiteY42-14060" fmla="*/ 516760 h 4934243"/>
                <a:gd name="connsiteX43-14061" fmla="*/ 616105 w 2465559"/>
                <a:gd name="connsiteY43-14062" fmla="*/ 724609 h 4934243"/>
                <a:gd name="connsiteX44-14063" fmla="*/ 319712 w 2465559"/>
                <a:gd name="connsiteY44-14064" fmla="*/ 1088309 h 4934243"/>
                <a:gd name="connsiteX45-14065" fmla="*/ 189084 w 2465559"/>
                <a:gd name="connsiteY45-14066" fmla="*/ 852857 h 4934243"/>
                <a:gd name="connsiteX46-14067" fmla="*/ 275879 w 2465559"/>
                <a:gd name="connsiteY46-14068" fmla="*/ 811890 h 4934243"/>
                <a:gd name="connsiteX47-14069" fmla="*/ 355140 w 2465559"/>
                <a:gd name="connsiteY47-14070" fmla="*/ 730733 h 4934243"/>
                <a:gd name="connsiteX48-14071" fmla="*/ 343233 w 2465559"/>
                <a:gd name="connsiteY48-14072" fmla="*/ 530708 h 4934243"/>
                <a:gd name="connsiteX49-14073" fmla="*/ 147388 w 2465559"/>
                <a:gd name="connsiteY49-14074" fmla="*/ 542954 h 4934243"/>
                <a:gd name="connsiteX0-14075" fmla="*/ 147388 w 2465559"/>
                <a:gd name="connsiteY0-14076" fmla="*/ 542954 h 4937007"/>
                <a:gd name="connsiteX1-14077" fmla="*/ 90 w 2465559"/>
                <a:gd name="connsiteY1-14078" fmla="*/ 796679 h 4937007"/>
                <a:gd name="connsiteX2-14079" fmla="*/ 37413 w 2465559"/>
                <a:gd name="connsiteY2-14080" fmla="*/ 973960 h 4937007"/>
                <a:gd name="connsiteX3-14081" fmla="*/ 266304 w 2465559"/>
                <a:gd name="connsiteY3-14082" fmla="*/ 1713265 h 4937007"/>
                <a:gd name="connsiteX4-14083" fmla="*/ 671894 w 2465559"/>
                <a:gd name="connsiteY4-14084" fmla="*/ 1552458 h 4937007"/>
                <a:gd name="connsiteX5-14085" fmla="*/ 961143 w 2465559"/>
                <a:gd name="connsiteY5-14086" fmla="*/ 1720409 h 4937007"/>
                <a:gd name="connsiteX6-14087" fmla="*/ 989135 w 2465559"/>
                <a:gd name="connsiteY6-14088" fmla="*/ 1916352 h 4937007"/>
                <a:gd name="connsiteX7-14089" fmla="*/ 961143 w 2465559"/>
                <a:gd name="connsiteY7-14090" fmla="*/ 2093828 h 4937007"/>
                <a:gd name="connsiteX8-14091" fmla="*/ 520418 w 2465559"/>
                <a:gd name="connsiteY8-14092" fmla="*/ 2903404 h 4937007"/>
                <a:gd name="connsiteX9-14093" fmla="*/ 501757 w 2465559"/>
                <a:gd name="connsiteY9-14094" fmla="*/ 3339562 h 4937007"/>
                <a:gd name="connsiteX10-14095" fmla="*/ 475951 w 2465559"/>
                <a:gd name="connsiteY10-14096" fmla="*/ 4286717 h 4937007"/>
                <a:gd name="connsiteX11-14097" fmla="*/ 401307 w 2465559"/>
                <a:gd name="connsiteY11-14098" fmla="*/ 4771520 h 4937007"/>
                <a:gd name="connsiteX12-14099" fmla="*/ 200990 w 2465559"/>
                <a:gd name="connsiteY12-14100" fmla="*/ 4890438 h 4937007"/>
                <a:gd name="connsiteX13-14101" fmla="*/ 438484 w 2465559"/>
                <a:gd name="connsiteY13-14102" fmla="*/ 4928877 h 4937007"/>
                <a:gd name="connsiteX14-14103" fmla="*/ 585343 w 2465559"/>
                <a:gd name="connsiteY14-14104" fmla="*/ 4780656 h 4937007"/>
                <a:gd name="connsiteX15-14105" fmla="*/ 849176 w 2465559"/>
                <a:gd name="connsiteY15-14106" fmla="*/ 4463609 h 4937007"/>
                <a:gd name="connsiteX16-14107" fmla="*/ 753683 w 2465559"/>
                <a:gd name="connsiteY16-14108" fmla="*/ 4304940 h 4937007"/>
                <a:gd name="connsiteX17-14109" fmla="*/ 909679 w 2465559"/>
                <a:gd name="connsiteY17-14110" fmla="*/ 3694564 h 4937007"/>
                <a:gd name="connsiteX18-14111" fmla="*/ 867643 w 2465559"/>
                <a:gd name="connsiteY18-14112" fmla="*/ 3120390 h 4937007"/>
                <a:gd name="connsiteX19-14113" fmla="*/ 1365129 w 2465559"/>
                <a:gd name="connsiteY19-14114" fmla="*/ 2671937 h 4937007"/>
                <a:gd name="connsiteX20-14115" fmla="*/ 1495176 w 2465559"/>
                <a:gd name="connsiteY20-14116" fmla="*/ 3437048 h 4937007"/>
                <a:gd name="connsiteX21-14117" fmla="*/ 1175747 w 2465559"/>
                <a:gd name="connsiteY21-14118" fmla="*/ 4186267 h 4937007"/>
                <a:gd name="connsiteX22-14119" fmla="*/ 933151 w 2465559"/>
                <a:gd name="connsiteY22-14120" fmla="*/ 4771520 h 4937007"/>
                <a:gd name="connsiteX23-14121" fmla="*/ 1231731 w 2465559"/>
                <a:gd name="connsiteY23-14122" fmla="*/ 4827503 h 4937007"/>
                <a:gd name="connsiteX24-14123" fmla="*/ 1642278 w 2465559"/>
                <a:gd name="connsiteY24-14124" fmla="*/ 4883487 h 4937007"/>
                <a:gd name="connsiteX25-14125" fmla="*/ 1698262 w 2465559"/>
                <a:gd name="connsiteY25-14126" fmla="*/ 4827503 h 4937007"/>
                <a:gd name="connsiteX26-14127" fmla="*/ 1278384 w 2465559"/>
                <a:gd name="connsiteY26-14128" fmla="*/ 4640891 h 4937007"/>
                <a:gd name="connsiteX27-14129" fmla="*/ 1735584 w 2465559"/>
                <a:gd name="connsiteY27-14130" fmla="*/ 3698499 h 4937007"/>
                <a:gd name="connsiteX28-14131" fmla="*/ 1868399 w 2465559"/>
                <a:gd name="connsiteY28-14132" fmla="*/ 3372511 h 4937007"/>
                <a:gd name="connsiteX29-14133" fmla="*/ 1971036 w 2465559"/>
                <a:gd name="connsiteY29-14134" fmla="*/ 2205796 h 4937007"/>
                <a:gd name="connsiteX30-14135" fmla="*/ 1959519 w 2465559"/>
                <a:gd name="connsiteY30-14136" fmla="*/ 1972336 h 4937007"/>
                <a:gd name="connsiteX31-14137" fmla="*/ 2010109 w 2465559"/>
                <a:gd name="connsiteY31-14138" fmla="*/ 1807058 h 4937007"/>
                <a:gd name="connsiteX32-14139" fmla="*/ 2103414 w 2465559"/>
                <a:gd name="connsiteY32-14140" fmla="*/ 1648584 h 4937007"/>
                <a:gd name="connsiteX33-14141" fmla="*/ 2324434 w 2465559"/>
                <a:gd name="connsiteY33-14142" fmla="*/ 1337952 h 4937007"/>
                <a:gd name="connsiteX34-14143" fmla="*/ 2465559 w 2465559"/>
                <a:gd name="connsiteY34-14144" fmla="*/ 1020807 h 4937007"/>
                <a:gd name="connsiteX35-14145" fmla="*/ 1938671 w 2465559"/>
                <a:gd name="connsiteY35-14146" fmla="*/ 589607 h 4937007"/>
                <a:gd name="connsiteX36-14147" fmla="*/ 1476708 w 2465559"/>
                <a:gd name="connsiteY36-14148" fmla="*/ 444983 h 4937007"/>
                <a:gd name="connsiteX37-14149" fmla="*/ 1272504 w 2465559"/>
                <a:gd name="connsiteY37-14150" fmla="*/ 409167 h 4937007"/>
                <a:gd name="connsiteX38-14151" fmla="*/ 1054449 w 2465559"/>
                <a:gd name="connsiteY38-14152" fmla="*/ 451446 h 4937007"/>
                <a:gd name="connsiteX39-14153" fmla="*/ 1035399 w 2465559"/>
                <a:gd name="connsiteY39-14154" fmla="*/ 263036 h 4937007"/>
                <a:gd name="connsiteX40-14155" fmla="*/ 869490 w 2465559"/>
                <a:gd name="connsiteY40-14156" fmla="*/ 71127 h 4937007"/>
                <a:gd name="connsiteX41-14157" fmla="*/ 597249 w 2465559"/>
                <a:gd name="connsiteY41-14158" fmla="*/ 12907 h 4937007"/>
                <a:gd name="connsiteX42-14159" fmla="*/ 475951 w 2465559"/>
                <a:gd name="connsiteY42-14160" fmla="*/ 516760 h 4937007"/>
                <a:gd name="connsiteX43-14161" fmla="*/ 616105 w 2465559"/>
                <a:gd name="connsiteY43-14162" fmla="*/ 724609 h 4937007"/>
                <a:gd name="connsiteX44-14163" fmla="*/ 319712 w 2465559"/>
                <a:gd name="connsiteY44-14164" fmla="*/ 1088309 h 4937007"/>
                <a:gd name="connsiteX45-14165" fmla="*/ 189084 w 2465559"/>
                <a:gd name="connsiteY45-14166" fmla="*/ 852857 h 4937007"/>
                <a:gd name="connsiteX46-14167" fmla="*/ 275879 w 2465559"/>
                <a:gd name="connsiteY46-14168" fmla="*/ 811890 h 4937007"/>
                <a:gd name="connsiteX47-14169" fmla="*/ 355140 w 2465559"/>
                <a:gd name="connsiteY47-14170" fmla="*/ 730733 h 4937007"/>
                <a:gd name="connsiteX48-14171" fmla="*/ 343233 w 2465559"/>
                <a:gd name="connsiteY48-14172" fmla="*/ 530708 h 4937007"/>
                <a:gd name="connsiteX49-14173" fmla="*/ 147388 w 2465559"/>
                <a:gd name="connsiteY49-14174" fmla="*/ 542954 h 4937007"/>
                <a:gd name="connsiteX0-14175" fmla="*/ 147388 w 2465559"/>
                <a:gd name="connsiteY0-14176" fmla="*/ 542954 h 4937007"/>
                <a:gd name="connsiteX1-14177" fmla="*/ 90 w 2465559"/>
                <a:gd name="connsiteY1-14178" fmla="*/ 796679 h 4937007"/>
                <a:gd name="connsiteX2-14179" fmla="*/ 37413 w 2465559"/>
                <a:gd name="connsiteY2-14180" fmla="*/ 973960 h 4937007"/>
                <a:gd name="connsiteX3-14181" fmla="*/ 266304 w 2465559"/>
                <a:gd name="connsiteY3-14182" fmla="*/ 1713265 h 4937007"/>
                <a:gd name="connsiteX4-14183" fmla="*/ 671894 w 2465559"/>
                <a:gd name="connsiteY4-14184" fmla="*/ 1552458 h 4937007"/>
                <a:gd name="connsiteX5-14185" fmla="*/ 961143 w 2465559"/>
                <a:gd name="connsiteY5-14186" fmla="*/ 1720409 h 4937007"/>
                <a:gd name="connsiteX6-14187" fmla="*/ 989135 w 2465559"/>
                <a:gd name="connsiteY6-14188" fmla="*/ 1916352 h 4937007"/>
                <a:gd name="connsiteX7-14189" fmla="*/ 961143 w 2465559"/>
                <a:gd name="connsiteY7-14190" fmla="*/ 2093828 h 4937007"/>
                <a:gd name="connsiteX8-14191" fmla="*/ 520418 w 2465559"/>
                <a:gd name="connsiteY8-14192" fmla="*/ 2903404 h 4937007"/>
                <a:gd name="connsiteX9-14193" fmla="*/ 501757 w 2465559"/>
                <a:gd name="connsiteY9-14194" fmla="*/ 3339562 h 4937007"/>
                <a:gd name="connsiteX10-14195" fmla="*/ 475951 w 2465559"/>
                <a:gd name="connsiteY10-14196" fmla="*/ 4286717 h 4937007"/>
                <a:gd name="connsiteX11-14197" fmla="*/ 401307 w 2465559"/>
                <a:gd name="connsiteY11-14198" fmla="*/ 4771520 h 4937007"/>
                <a:gd name="connsiteX12-14199" fmla="*/ 200990 w 2465559"/>
                <a:gd name="connsiteY12-14200" fmla="*/ 4890438 h 4937007"/>
                <a:gd name="connsiteX13-14201" fmla="*/ 438484 w 2465559"/>
                <a:gd name="connsiteY13-14202" fmla="*/ 4928877 h 4937007"/>
                <a:gd name="connsiteX14-14203" fmla="*/ 585343 w 2465559"/>
                <a:gd name="connsiteY14-14204" fmla="*/ 4780656 h 4937007"/>
                <a:gd name="connsiteX15-14205" fmla="*/ 849176 w 2465559"/>
                <a:gd name="connsiteY15-14206" fmla="*/ 4463609 h 4937007"/>
                <a:gd name="connsiteX16-14207" fmla="*/ 753683 w 2465559"/>
                <a:gd name="connsiteY16-14208" fmla="*/ 4304940 h 4937007"/>
                <a:gd name="connsiteX17-14209" fmla="*/ 909679 w 2465559"/>
                <a:gd name="connsiteY17-14210" fmla="*/ 3694564 h 4937007"/>
                <a:gd name="connsiteX18-14211" fmla="*/ 867643 w 2465559"/>
                <a:gd name="connsiteY18-14212" fmla="*/ 3120390 h 4937007"/>
                <a:gd name="connsiteX19-14213" fmla="*/ 1365129 w 2465559"/>
                <a:gd name="connsiteY19-14214" fmla="*/ 2671937 h 4937007"/>
                <a:gd name="connsiteX20-14215" fmla="*/ 1495176 w 2465559"/>
                <a:gd name="connsiteY20-14216" fmla="*/ 3437048 h 4937007"/>
                <a:gd name="connsiteX21-14217" fmla="*/ 1175747 w 2465559"/>
                <a:gd name="connsiteY21-14218" fmla="*/ 4186267 h 4937007"/>
                <a:gd name="connsiteX22-14219" fmla="*/ 933151 w 2465559"/>
                <a:gd name="connsiteY22-14220" fmla="*/ 4771520 h 4937007"/>
                <a:gd name="connsiteX23-14221" fmla="*/ 1231731 w 2465559"/>
                <a:gd name="connsiteY23-14222" fmla="*/ 4827503 h 4937007"/>
                <a:gd name="connsiteX24-14223" fmla="*/ 1642278 w 2465559"/>
                <a:gd name="connsiteY24-14224" fmla="*/ 4883487 h 4937007"/>
                <a:gd name="connsiteX25-14225" fmla="*/ 1698262 w 2465559"/>
                <a:gd name="connsiteY25-14226" fmla="*/ 4827503 h 4937007"/>
                <a:gd name="connsiteX26-14227" fmla="*/ 1278384 w 2465559"/>
                <a:gd name="connsiteY26-14228" fmla="*/ 4640891 h 4937007"/>
                <a:gd name="connsiteX27-14229" fmla="*/ 1735584 w 2465559"/>
                <a:gd name="connsiteY27-14230" fmla="*/ 3698499 h 4937007"/>
                <a:gd name="connsiteX28-14231" fmla="*/ 1868399 w 2465559"/>
                <a:gd name="connsiteY28-14232" fmla="*/ 3372511 h 4937007"/>
                <a:gd name="connsiteX29-14233" fmla="*/ 1971036 w 2465559"/>
                <a:gd name="connsiteY29-14234" fmla="*/ 2205796 h 4937007"/>
                <a:gd name="connsiteX30-14235" fmla="*/ 1959519 w 2465559"/>
                <a:gd name="connsiteY30-14236" fmla="*/ 1972336 h 4937007"/>
                <a:gd name="connsiteX31-14237" fmla="*/ 2010109 w 2465559"/>
                <a:gd name="connsiteY31-14238" fmla="*/ 1807058 h 4937007"/>
                <a:gd name="connsiteX32-14239" fmla="*/ 2103414 w 2465559"/>
                <a:gd name="connsiteY32-14240" fmla="*/ 1648584 h 4937007"/>
                <a:gd name="connsiteX33-14241" fmla="*/ 2324434 w 2465559"/>
                <a:gd name="connsiteY33-14242" fmla="*/ 1337952 h 4937007"/>
                <a:gd name="connsiteX34-14243" fmla="*/ 2465559 w 2465559"/>
                <a:gd name="connsiteY34-14244" fmla="*/ 1020807 h 4937007"/>
                <a:gd name="connsiteX35-14245" fmla="*/ 1938671 w 2465559"/>
                <a:gd name="connsiteY35-14246" fmla="*/ 589607 h 4937007"/>
                <a:gd name="connsiteX36-14247" fmla="*/ 1476708 w 2465559"/>
                <a:gd name="connsiteY36-14248" fmla="*/ 444983 h 4937007"/>
                <a:gd name="connsiteX37-14249" fmla="*/ 1272504 w 2465559"/>
                <a:gd name="connsiteY37-14250" fmla="*/ 409167 h 4937007"/>
                <a:gd name="connsiteX38-14251" fmla="*/ 1054449 w 2465559"/>
                <a:gd name="connsiteY38-14252" fmla="*/ 451446 h 4937007"/>
                <a:gd name="connsiteX39-14253" fmla="*/ 1035399 w 2465559"/>
                <a:gd name="connsiteY39-14254" fmla="*/ 263036 h 4937007"/>
                <a:gd name="connsiteX40-14255" fmla="*/ 869490 w 2465559"/>
                <a:gd name="connsiteY40-14256" fmla="*/ 71127 h 4937007"/>
                <a:gd name="connsiteX41-14257" fmla="*/ 597249 w 2465559"/>
                <a:gd name="connsiteY41-14258" fmla="*/ 12907 h 4937007"/>
                <a:gd name="connsiteX42-14259" fmla="*/ 475951 w 2465559"/>
                <a:gd name="connsiteY42-14260" fmla="*/ 516760 h 4937007"/>
                <a:gd name="connsiteX43-14261" fmla="*/ 616105 w 2465559"/>
                <a:gd name="connsiteY43-14262" fmla="*/ 724609 h 4937007"/>
                <a:gd name="connsiteX44-14263" fmla="*/ 319712 w 2465559"/>
                <a:gd name="connsiteY44-14264" fmla="*/ 1088309 h 4937007"/>
                <a:gd name="connsiteX45-14265" fmla="*/ 189084 w 2465559"/>
                <a:gd name="connsiteY45-14266" fmla="*/ 852857 h 4937007"/>
                <a:gd name="connsiteX46-14267" fmla="*/ 275879 w 2465559"/>
                <a:gd name="connsiteY46-14268" fmla="*/ 811890 h 4937007"/>
                <a:gd name="connsiteX47-14269" fmla="*/ 355140 w 2465559"/>
                <a:gd name="connsiteY47-14270" fmla="*/ 730733 h 4937007"/>
                <a:gd name="connsiteX48-14271" fmla="*/ 343233 w 2465559"/>
                <a:gd name="connsiteY48-14272" fmla="*/ 530708 h 4937007"/>
                <a:gd name="connsiteX49-14273" fmla="*/ 147388 w 2465559"/>
                <a:gd name="connsiteY49-14274" fmla="*/ 542954 h 4937007"/>
                <a:gd name="connsiteX0-14275" fmla="*/ 147388 w 2465559"/>
                <a:gd name="connsiteY0-14276" fmla="*/ 542954 h 4937007"/>
                <a:gd name="connsiteX1-14277" fmla="*/ 90 w 2465559"/>
                <a:gd name="connsiteY1-14278" fmla="*/ 796679 h 4937007"/>
                <a:gd name="connsiteX2-14279" fmla="*/ 37413 w 2465559"/>
                <a:gd name="connsiteY2-14280" fmla="*/ 973960 h 4937007"/>
                <a:gd name="connsiteX3-14281" fmla="*/ 266304 w 2465559"/>
                <a:gd name="connsiteY3-14282" fmla="*/ 1713265 h 4937007"/>
                <a:gd name="connsiteX4-14283" fmla="*/ 671894 w 2465559"/>
                <a:gd name="connsiteY4-14284" fmla="*/ 1552458 h 4937007"/>
                <a:gd name="connsiteX5-14285" fmla="*/ 961143 w 2465559"/>
                <a:gd name="connsiteY5-14286" fmla="*/ 1720409 h 4937007"/>
                <a:gd name="connsiteX6-14287" fmla="*/ 989135 w 2465559"/>
                <a:gd name="connsiteY6-14288" fmla="*/ 1916352 h 4937007"/>
                <a:gd name="connsiteX7-14289" fmla="*/ 961143 w 2465559"/>
                <a:gd name="connsiteY7-14290" fmla="*/ 2093828 h 4937007"/>
                <a:gd name="connsiteX8-14291" fmla="*/ 520418 w 2465559"/>
                <a:gd name="connsiteY8-14292" fmla="*/ 2903404 h 4937007"/>
                <a:gd name="connsiteX9-14293" fmla="*/ 501757 w 2465559"/>
                <a:gd name="connsiteY9-14294" fmla="*/ 3339562 h 4937007"/>
                <a:gd name="connsiteX10-14295" fmla="*/ 475951 w 2465559"/>
                <a:gd name="connsiteY10-14296" fmla="*/ 4286717 h 4937007"/>
                <a:gd name="connsiteX11-14297" fmla="*/ 401307 w 2465559"/>
                <a:gd name="connsiteY11-14298" fmla="*/ 4771520 h 4937007"/>
                <a:gd name="connsiteX12-14299" fmla="*/ 200990 w 2465559"/>
                <a:gd name="connsiteY12-14300" fmla="*/ 4890438 h 4937007"/>
                <a:gd name="connsiteX13-14301" fmla="*/ 438484 w 2465559"/>
                <a:gd name="connsiteY13-14302" fmla="*/ 4928877 h 4937007"/>
                <a:gd name="connsiteX14-14303" fmla="*/ 585343 w 2465559"/>
                <a:gd name="connsiteY14-14304" fmla="*/ 4780656 h 4937007"/>
                <a:gd name="connsiteX15-14305" fmla="*/ 849176 w 2465559"/>
                <a:gd name="connsiteY15-14306" fmla="*/ 4463609 h 4937007"/>
                <a:gd name="connsiteX16-14307" fmla="*/ 753683 w 2465559"/>
                <a:gd name="connsiteY16-14308" fmla="*/ 4304940 h 4937007"/>
                <a:gd name="connsiteX17-14309" fmla="*/ 909679 w 2465559"/>
                <a:gd name="connsiteY17-14310" fmla="*/ 3694564 h 4937007"/>
                <a:gd name="connsiteX18-14311" fmla="*/ 867643 w 2465559"/>
                <a:gd name="connsiteY18-14312" fmla="*/ 3120390 h 4937007"/>
                <a:gd name="connsiteX19-14313" fmla="*/ 1365129 w 2465559"/>
                <a:gd name="connsiteY19-14314" fmla="*/ 2671937 h 4937007"/>
                <a:gd name="connsiteX20-14315" fmla="*/ 1495176 w 2465559"/>
                <a:gd name="connsiteY20-14316" fmla="*/ 3437048 h 4937007"/>
                <a:gd name="connsiteX21-14317" fmla="*/ 1175747 w 2465559"/>
                <a:gd name="connsiteY21-14318" fmla="*/ 4186267 h 4937007"/>
                <a:gd name="connsiteX22-14319" fmla="*/ 933151 w 2465559"/>
                <a:gd name="connsiteY22-14320" fmla="*/ 4771520 h 4937007"/>
                <a:gd name="connsiteX23-14321" fmla="*/ 1231731 w 2465559"/>
                <a:gd name="connsiteY23-14322" fmla="*/ 4827503 h 4937007"/>
                <a:gd name="connsiteX24-14323" fmla="*/ 1642278 w 2465559"/>
                <a:gd name="connsiteY24-14324" fmla="*/ 4883487 h 4937007"/>
                <a:gd name="connsiteX25-14325" fmla="*/ 1698262 w 2465559"/>
                <a:gd name="connsiteY25-14326" fmla="*/ 4827503 h 4937007"/>
                <a:gd name="connsiteX26-14327" fmla="*/ 1278384 w 2465559"/>
                <a:gd name="connsiteY26-14328" fmla="*/ 4640891 h 4937007"/>
                <a:gd name="connsiteX27-14329" fmla="*/ 1735584 w 2465559"/>
                <a:gd name="connsiteY27-14330" fmla="*/ 3698499 h 4937007"/>
                <a:gd name="connsiteX28-14331" fmla="*/ 1868399 w 2465559"/>
                <a:gd name="connsiteY28-14332" fmla="*/ 3372511 h 4937007"/>
                <a:gd name="connsiteX29-14333" fmla="*/ 1971036 w 2465559"/>
                <a:gd name="connsiteY29-14334" fmla="*/ 2205796 h 4937007"/>
                <a:gd name="connsiteX30-14335" fmla="*/ 1959519 w 2465559"/>
                <a:gd name="connsiteY30-14336" fmla="*/ 1972336 h 4937007"/>
                <a:gd name="connsiteX31-14337" fmla="*/ 2010109 w 2465559"/>
                <a:gd name="connsiteY31-14338" fmla="*/ 1807058 h 4937007"/>
                <a:gd name="connsiteX32-14339" fmla="*/ 2103414 w 2465559"/>
                <a:gd name="connsiteY32-14340" fmla="*/ 1648584 h 4937007"/>
                <a:gd name="connsiteX33-14341" fmla="*/ 2324434 w 2465559"/>
                <a:gd name="connsiteY33-14342" fmla="*/ 1337952 h 4937007"/>
                <a:gd name="connsiteX34-14343" fmla="*/ 2465559 w 2465559"/>
                <a:gd name="connsiteY34-14344" fmla="*/ 1020807 h 4937007"/>
                <a:gd name="connsiteX35-14345" fmla="*/ 1938671 w 2465559"/>
                <a:gd name="connsiteY35-14346" fmla="*/ 589607 h 4937007"/>
                <a:gd name="connsiteX36-14347" fmla="*/ 1476708 w 2465559"/>
                <a:gd name="connsiteY36-14348" fmla="*/ 444983 h 4937007"/>
                <a:gd name="connsiteX37-14349" fmla="*/ 1272504 w 2465559"/>
                <a:gd name="connsiteY37-14350" fmla="*/ 409167 h 4937007"/>
                <a:gd name="connsiteX38-14351" fmla="*/ 1054449 w 2465559"/>
                <a:gd name="connsiteY38-14352" fmla="*/ 451446 h 4937007"/>
                <a:gd name="connsiteX39-14353" fmla="*/ 1035399 w 2465559"/>
                <a:gd name="connsiteY39-14354" fmla="*/ 263036 h 4937007"/>
                <a:gd name="connsiteX40-14355" fmla="*/ 869490 w 2465559"/>
                <a:gd name="connsiteY40-14356" fmla="*/ 71127 h 4937007"/>
                <a:gd name="connsiteX41-14357" fmla="*/ 597249 w 2465559"/>
                <a:gd name="connsiteY41-14358" fmla="*/ 12907 h 4937007"/>
                <a:gd name="connsiteX42-14359" fmla="*/ 475951 w 2465559"/>
                <a:gd name="connsiteY42-14360" fmla="*/ 516760 h 4937007"/>
                <a:gd name="connsiteX43-14361" fmla="*/ 616105 w 2465559"/>
                <a:gd name="connsiteY43-14362" fmla="*/ 724609 h 4937007"/>
                <a:gd name="connsiteX44-14363" fmla="*/ 319712 w 2465559"/>
                <a:gd name="connsiteY44-14364" fmla="*/ 1088309 h 4937007"/>
                <a:gd name="connsiteX45-14365" fmla="*/ 189084 w 2465559"/>
                <a:gd name="connsiteY45-14366" fmla="*/ 852857 h 4937007"/>
                <a:gd name="connsiteX46-14367" fmla="*/ 275879 w 2465559"/>
                <a:gd name="connsiteY46-14368" fmla="*/ 811890 h 4937007"/>
                <a:gd name="connsiteX47-14369" fmla="*/ 355140 w 2465559"/>
                <a:gd name="connsiteY47-14370" fmla="*/ 730733 h 4937007"/>
                <a:gd name="connsiteX48-14371" fmla="*/ 343233 w 2465559"/>
                <a:gd name="connsiteY48-14372" fmla="*/ 530708 h 4937007"/>
                <a:gd name="connsiteX49-14373" fmla="*/ 147388 w 2465559"/>
                <a:gd name="connsiteY49-14374" fmla="*/ 542954 h 4937007"/>
                <a:gd name="connsiteX0-14375" fmla="*/ 147388 w 2465559"/>
                <a:gd name="connsiteY0-14376" fmla="*/ 542954 h 4937007"/>
                <a:gd name="connsiteX1-14377" fmla="*/ 90 w 2465559"/>
                <a:gd name="connsiteY1-14378" fmla="*/ 796679 h 4937007"/>
                <a:gd name="connsiteX2-14379" fmla="*/ 37413 w 2465559"/>
                <a:gd name="connsiteY2-14380" fmla="*/ 973960 h 4937007"/>
                <a:gd name="connsiteX3-14381" fmla="*/ 266304 w 2465559"/>
                <a:gd name="connsiteY3-14382" fmla="*/ 1713265 h 4937007"/>
                <a:gd name="connsiteX4-14383" fmla="*/ 671894 w 2465559"/>
                <a:gd name="connsiteY4-14384" fmla="*/ 1552458 h 4937007"/>
                <a:gd name="connsiteX5-14385" fmla="*/ 961143 w 2465559"/>
                <a:gd name="connsiteY5-14386" fmla="*/ 1720409 h 4937007"/>
                <a:gd name="connsiteX6-14387" fmla="*/ 989135 w 2465559"/>
                <a:gd name="connsiteY6-14388" fmla="*/ 1916352 h 4937007"/>
                <a:gd name="connsiteX7-14389" fmla="*/ 961143 w 2465559"/>
                <a:gd name="connsiteY7-14390" fmla="*/ 2093828 h 4937007"/>
                <a:gd name="connsiteX8-14391" fmla="*/ 520418 w 2465559"/>
                <a:gd name="connsiteY8-14392" fmla="*/ 2903404 h 4937007"/>
                <a:gd name="connsiteX9-14393" fmla="*/ 501757 w 2465559"/>
                <a:gd name="connsiteY9-14394" fmla="*/ 3339562 h 4937007"/>
                <a:gd name="connsiteX10-14395" fmla="*/ 475951 w 2465559"/>
                <a:gd name="connsiteY10-14396" fmla="*/ 4286717 h 4937007"/>
                <a:gd name="connsiteX11-14397" fmla="*/ 401307 w 2465559"/>
                <a:gd name="connsiteY11-14398" fmla="*/ 4771520 h 4937007"/>
                <a:gd name="connsiteX12-14399" fmla="*/ 200990 w 2465559"/>
                <a:gd name="connsiteY12-14400" fmla="*/ 4890438 h 4937007"/>
                <a:gd name="connsiteX13-14401" fmla="*/ 438484 w 2465559"/>
                <a:gd name="connsiteY13-14402" fmla="*/ 4928877 h 4937007"/>
                <a:gd name="connsiteX14-14403" fmla="*/ 585343 w 2465559"/>
                <a:gd name="connsiteY14-14404" fmla="*/ 4780656 h 4937007"/>
                <a:gd name="connsiteX15-14405" fmla="*/ 849176 w 2465559"/>
                <a:gd name="connsiteY15-14406" fmla="*/ 4463609 h 4937007"/>
                <a:gd name="connsiteX16-14407" fmla="*/ 753683 w 2465559"/>
                <a:gd name="connsiteY16-14408" fmla="*/ 4304940 h 4937007"/>
                <a:gd name="connsiteX17-14409" fmla="*/ 909679 w 2465559"/>
                <a:gd name="connsiteY17-14410" fmla="*/ 3694564 h 4937007"/>
                <a:gd name="connsiteX18-14411" fmla="*/ 867643 w 2465559"/>
                <a:gd name="connsiteY18-14412" fmla="*/ 3120390 h 4937007"/>
                <a:gd name="connsiteX19-14413" fmla="*/ 1365129 w 2465559"/>
                <a:gd name="connsiteY19-14414" fmla="*/ 2671937 h 4937007"/>
                <a:gd name="connsiteX20-14415" fmla="*/ 1495176 w 2465559"/>
                <a:gd name="connsiteY20-14416" fmla="*/ 3437048 h 4937007"/>
                <a:gd name="connsiteX21-14417" fmla="*/ 1175747 w 2465559"/>
                <a:gd name="connsiteY21-14418" fmla="*/ 4186267 h 4937007"/>
                <a:gd name="connsiteX22-14419" fmla="*/ 933151 w 2465559"/>
                <a:gd name="connsiteY22-14420" fmla="*/ 4771520 h 4937007"/>
                <a:gd name="connsiteX23-14421" fmla="*/ 1231731 w 2465559"/>
                <a:gd name="connsiteY23-14422" fmla="*/ 4827503 h 4937007"/>
                <a:gd name="connsiteX24-14423" fmla="*/ 1642278 w 2465559"/>
                <a:gd name="connsiteY24-14424" fmla="*/ 4883487 h 4937007"/>
                <a:gd name="connsiteX25-14425" fmla="*/ 1698262 w 2465559"/>
                <a:gd name="connsiteY25-14426" fmla="*/ 4827503 h 4937007"/>
                <a:gd name="connsiteX26-14427" fmla="*/ 1278384 w 2465559"/>
                <a:gd name="connsiteY26-14428" fmla="*/ 4640891 h 4937007"/>
                <a:gd name="connsiteX27-14429" fmla="*/ 1735584 w 2465559"/>
                <a:gd name="connsiteY27-14430" fmla="*/ 3698499 h 4937007"/>
                <a:gd name="connsiteX28-14431" fmla="*/ 1868399 w 2465559"/>
                <a:gd name="connsiteY28-14432" fmla="*/ 3372511 h 4937007"/>
                <a:gd name="connsiteX29-14433" fmla="*/ 1971036 w 2465559"/>
                <a:gd name="connsiteY29-14434" fmla="*/ 2205796 h 4937007"/>
                <a:gd name="connsiteX30-14435" fmla="*/ 1959519 w 2465559"/>
                <a:gd name="connsiteY30-14436" fmla="*/ 1972336 h 4937007"/>
                <a:gd name="connsiteX31-14437" fmla="*/ 2010109 w 2465559"/>
                <a:gd name="connsiteY31-14438" fmla="*/ 1807058 h 4937007"/>
                <a:gd name="connsiteX32-14439" fmla="*/ 2103414 w 2465559"/>
                <a:gd name="connsiteY32-14440" fmla="*/ 1648584 h 4937007"/>
                <a:gd name="connsiteX33-14441" fmla="*/ 2324434 w 2465559"/>
                <a:gd name="connsiteY33-14442" fmla="*/ 1337952 h 4937007"/>
                <a:gd name="connsiteX34-14443" fmla="*/ 2465559 w 2465559"/>
                <a:gd name="connsiteY34-14444" fmla="*/ 1020807 h 4937007"/>
                <a:gd name="connsiteX35-14445" fmla="*/ 1938671 w 2465559"/>
                <a:gd name="connsiteY35-14446" fmla="*/ 589607 h 4937007"/>
                <a:gd name="connsiteX36-14447" fmla="*/ 1476708 w 2465559"/>
                <a:gd name="connsiteY36-14448" fmla="*/ 444983 h 4937007"/>
                <a:gd name="connsiteX37-14449" fmla="*/ 1272504 w 2465559"/>
                <a:gd name="connsiteY37-14450" fmla="*/ 409167 h 4937007"/>
                <a:gd name="connsiteX38-14451" fmla="*/ 1054449 w 2465559"/>
                <a:gd name="connsiteY38-14452" fmla="*/ 451446 h 4937007"/>
                <a:gd name="connsiteX39-14453" fmla="*/ 1035399 w 2465559"/>
                <a:gd name="connsiteY39-14454" fmla="*/ 263036 h 4937007"/>
                <a:gd name="connsiteX40-14455" fmla="*/ 869490 w 2465559"/>
                <a:gd name="connsiteY40-14456" fmla="*/ 71127 h 4937007"/>
                <a:gd name="connsiteX41-14457" fmla="*/ 597249 w 2465559"/>
                <a:gd name="connsiteY41-14458" fmla="*/ 12907 h 4937007"/>
                <a:gd name="connsiteX42-14459" fmla="*/ 475951 w 2465559"/>
                <a:gd name="connsiteY42-14460" fmla="*/ 516760 h 4937007"/>
                <a:gd name="connsiteX43-14461" fmla="*/ 616105 w 2465559"/>
                <a:gd name="connsiteY43-14462" fmla="*/ 724609 h 4937007"/>
                <a:gd name="connsiteX44-14463" fmla="*/ 319712 w 2465559"/>
                <a:gd name="connsiteY44-14464" fmla="*/ 1088309 h 4937007"/>
                <a:gd name="connsiteX45-14465" fmla="*/ 189084 w 2465559"/>
                <a:gd name="connsiteY45-14466" fmla="*/ 852857 h 4937007"/>
                <a:gd name="connsiteX46-14467" fmla="*/ 275879 w 2465559"/>
                <a:gd name="connsiteY46-14468" fmla="*/ 811890 h 4937007"/>
                <a:gd name="connsiteX47-14469" fmla="*/ 355140 w 2465559"/>
                <a:gd name="connsiteY47-14470" fmla="*/ 730733 h 4937007"/>
                <a:gd name="connsiteX48-14471" fmla="*/ 343233 w 2465559"/>
                <a:gd name="connsiteY48-14472" fmla="*/ 530708 h 4937007"/>
                <a:gd name="connsiteX49-14473" fmla="*/ 147388 w 2465559"/>
                <a:gd name="connsiteY49-14474" fmla="*/ 542954 h 4937007"/>
                <a:gd name="connsiteX0-14475" fmla="*/ 147388 w 2465559"/>
                <a:gd name="connsiteY0-14476" fmla="*/ 542954 h 4937007"/>
                <a:gd name="connsiteX1-14477" fmla="*/ 90 w 2465559"/>
                <a:gd name="connsiteY1-14478" fmla="*/ 796679 h 4937007"/>
                <a:gd name="connsiteX2-14479" fmla="*/ 37413 w 2465559"/>
                <a:gd name="connsiteY2-14480" fmla="*/ 973960 h 4937007"/>
                <a:gd name="connsiteX3-14481" fmla="*/ 266304 w 2465559"/>
                <a:gd name="connsiteY3-14482" fmla="*/ 1713265 h 4937007"/>
                <a:gd name="connsiteX4-14483" fmla="*/ 671894 w 2465559"/>
                <a:gd name="connsiteY4-14484" fmla="*/ 1552458 h 4937007"/>
                <a:gd name="connsiteX5-14485" fmla="*/ 961143 w 2465559"/>
                <a:gd name="connsiteY5-14486" fmla="*/ 1720409 h 4937007"/>
                <a:gd name="connsiteX6-14487" fmla="*/ 989135 w 2465559"/>
                <a:gd name="connsiteY6-14488" fmla="*/ 1916352 h 4937007"/>
                <a:gd name="connsiteX7-14489" fmla="*/ 961143 w 2465559"/>
                <a:gd name="connsiteY7-14490" fmla="*/ 2093828 h 4937007"/>
                <a:gd name="connsiteX8-14491" fmla="*/ 520418 w 2465559"/>
                <a:gd name="connsiteY8-14492" fmla="*/ 2903404 h 4937007"/>
                <a:gd name="connsiteX9-14493" fmla="*/ 501757 w 2465559"/>
                <a:gd name="connsiteY9-14494" fmla="*/ 3339562 h 4937007"/>
                <a:gd name="connsiteX10-14495" fmla="*/ 475951 w 2465559"/>
                <a:gd name="connsiteY10-14496" fmla="*/ 4286717 h 4937007"/>
                <a:gd name="connsiteX11-14497" fmla="*/ 401307 w 2465559"/>
                <a:gd name="connsiteY11-14498" fmla="*/ 4771520 h 4937007"/>
                <a:gd name="connsiteX12-14499" fmla="*/ 200990 w 2465559"/>
                <a:gd name="connsiteY12-14500" fmla="*/ 4890438 h 4937007"/>
                <a:gd name="connsiteX13-14501" fmla="*/ 438484 w 2465559"/>
                <a:gd name="connsiteY13-14502" fmla="*/ 4928877 h 4937007"/>
                <a:gd name="connsiteX14-14503" fmla="*/ 585343 w 2465559"/>
                <a:gd name="connsiteY14-14504" fmla="*/ 4780656 h 4937007"/>
                <a:gd name="connsiteX15-14505" fmla="*/ 849176 w 2465559"/>
                <a:gd name="connsiteY15-14506" fmla="*/ 4463609 h 4937007"/>
                <a:gd name="connsiteX16-14507" fmla="*/ 753683 w 2465559"/>
                <a:gd name="connsiteY16-14508" fmla="*/ 4304940 h 4937007"/>
                <a:gd name="connsiteX17-14509" fmla="*/ 909679 w 2465559"/>
                <a:gd name="connsiteY17-14510" fmla="*/ 3694564 h 4937007"/>
                <a:gd name="connsiteX18-14511" fmla="*/ 867643 w 2465559"/>
                <a:gd name="connsiteY18-14512" fmla="*/ 3120390 h 4937007"/>
                <a:gd name="connsiteX19-14513" fmla="*/ 1365129 w 2465559"/>
                <a:gd name="connsiteY19-14514" fmla="*/ 2671937 h 4937007"/>
                <a:gd name="connsiteX20-14515" fmla="*/ 1495176 w 2465559"/>
                <a:gd name="connsiteY20-14516" fmla="*/ 3437048 h 4937007"/>
                <a:gd name="connsiteX21-14517" fmla="*/ 1175747 w 2465559"/>
                <a:gd name="connsiteY21-14518" fmla="*/ 4186267 h 4937007"/>
                <a:gd name="connsiteX22-14519" fmla="*/ 933151 w 2465559"/>
                <a:gd name="connsiteY22-14520" fmla="*/ 4771520 h 4937007"/>
                <a:gd name="connsiteX23-14521" fmla="*/ 1231731 w 2465559"/>
                <a:gd name="connsiteY23-14522" fmla="*/ 4827503 h 4937007"/>
                <a:gd name="connsiteX24-14523" fmla="*/ 1642278 w 2465559"/>
                <a:gd name="connsiteY24-14524" fmla="*/ 4883487 h 4937007"/>
                <a:gd name="connsiteX25-14525" fmla="*/ 1698262 w 2465559"/>
                <a:gd name="connsiteY25-14526" fmla="*/ 4827503 h 4937007"/>
                <a:gd name="connsiteX26-14527" fmla="*/ 1271241 w 2465559"/>
                <a:gd name="connsiteY26-14528" fmla="*/ 4605172 h 4937007"/>
                <a:gd name="connsiteX27-14529" fmla="*/ 1735584 w 2465559"/>
                <a:gd name="connsiteY27-14530" fmla="*/ 3698499 h 4937007"/>
                <a:gd name="connsiteX28-14531" fmla="*/ 1868399 w 2465559"/>
                <a:gd name="connsiteY28-14532" fmla="*/ 3372511 h 4937007"/>
                <a:gd name="connsiteX29-14533" fmla="*/ 1971036 w 2465559"/>
                <a:gd name="connsiteY29-14534" fmla="*/ 2205796 h 4937007"/>
                <a:gd name="connsiteX30-14535" fmla="*/ 1959519 w 2465559"/>
                <a:gd name="connsiteY30-14536" fmla="*/ 1972336 h 4937007"/>
                <a:gd name="connsiteX31-14537" fmla="*/ 2010109 w 2465559"/>
                <a:gd name="connsiteY31-14538" fmla="*/ 1807058 h 4937007"/>
                <a:gd name="connsiteX32-14539" fmla="*/ 2103414 w 2465559"/>
                <a:gd name="connsiteY32-14540" fmla="*/ 1648584 h 4937007"/>
                <a:gd name="connsiteX33-14541" fmla="*/ 2324434 w 2465559"/>
                <a:gd name="connsiteY33-14542" fmla="*/ 1337952 h 4937007"/>
                <a:gd name="connsiteX34-14543" fmla="*/ 2465559 w 2465559"/>
                <a:gd name="connsiteY34-14544" fmla="*/ 1020807 h 4937007"/>
                <a:gd name="connsiteX35-14545" fmla="*/ 1938671 w 2465559"/>
                <a:gd name="connsiteY35-14546" fmla="*/ 589607 h 4937007"/>
                <a:gd name="connsiteX36-14547" fmla="*/ 1476708 w 2465559"/>
                <a:gd name="connsiteY36-14548" fmla="*/ 444983 h 4937007"/>
                <a:gd name="connsiteX37-14549" fmla="*/ 1272504 w 2465559"/>
                <a:gd name="connsiteY37-14550" fmla="*/ 409167 h 4937007"/>
                <a:gd name="connsiteX38-14551" fmla="*/ 1054449 w 2465559"/>
                <a:gd name="connsiteY38-14552" fmla="*/ 451446 h 4937007"/>
                <a:gd name="connsiteX39-14553" fmla="*/ 1035399 w 2465559"/>
                <a:gd name="connsiteY39-14554" fmla="*/ 263036 h 4937007"/>
                <a:gd name="connsiteX40-14555" fmla="*/ 869490 w 2465559"/>
                <a:gd name="connsiteY40-14556" fmla="*/ 71127 h 4937007"/>
                <a:gd name="connsiteX41-14557" fmla="*/ 597249 w 2465559"/>
                <a:gd name="connsiteY41-14558" fmla="*/ 12907 h 4937007"/>
                <a:gd name="connsiteX42-14559" fmla="*/ 475951 w 2465559"/>
                <a:gd name="connsiteY42-14560" fmla="*/ 516760 h 4937007"/>
                <a:gd name="connsiteX43-14561" fmla="*/ 616105 w 2465559"/>
                <a:gd name="connsiteY43-14562" fmla="*/ 724609 h 4937007"/>
                <a:gd name="connsiteX44-14563" fmla="*/ 319712 w 2465559"/>
                <a:gd name="connsiteY44-14564" fmla="*/ 1088309 h 4937007"/>
                <a:gd name="connsiteX45-14565" fmla="*/ 189084 w 2465559"/>
                <a:gd name="connsiteY45-14566" fmla="*/ 852857 h 4937007"/>
                <a:gd name="connsiteX46-14567" fmla="*/ 275879 w 2465559"/>
                <a:gd name="connsiteY46-14568" fmla="*/ 811890 h 4937007"/>
                <a:gd name="connsiteX47-14569" fmla="*/ 355140 w 2465559"/>
                <a:gd name="connsiteY47-14570" fmla="*/ 730733 h 4937007"/>
                <a:gd name="connsiteX48-14571" fmla="*/ 343233 w 2465559"/>
                <a:gd name="connsiteY48-14572" fmla="*/ 530708 h 4937007"/>
                <a:gd name="connsiteX49-14573" fmla="*/ 147388 w 2465559"/>
                <a:gd name="connsiteY49-14574" fmla="*/ 542954 h 4937007"/>
                <a:gd name="connsiteX0-14575" fmla="*/ 147388 w 2465559"/>
                <a:gd name="connsiteY0-14576" fmla="*/ 542954 h 4937007"/>
                <a:gd name="connsiteX1-14577" fmla="*/ 90 w 2465559"/>
                <a:gd name="connsiteY1-14578" fmla="*/ 796679 h 4937007"/>
                <a:gd name="connsiteX2-14579" fmla="*/ 37413 w 2465559"/>
                <a:gd name="connsiteY2-14580" fmla="*/ 973960 h 4937007"/>
                <a:gd name="connsiteX3-14581" fmla="*/ 266304 w 2465559"/>
                <a:gd name="connsiteY3-14582" fmla="*/ 1713265 h 4937007"/>
                <a:gd name="connsiteX4-14583" fmla="*/ 671894 w 2465559"/>
                <a:gd name="connsiteY4-14584" fmla="*/ 1552458 h 4937007"/>
                <a:gd name="connsiteX5-14585" fmla="*/ 961143 w 2465559"/>
                <a:gd name="connsiteY5-14586" fmla="*/ 1720409 h 4937007"/>
                <a:gd name="connsiteX6-14587" fmla="*/ 989135 w 2465559"/>
                <a:gd name="connsiteY6-14588" fmla="*/ 1916352 h 4937007"/>
                <a:gd name="connsiteX7-14589" fmla="*/ 961143 w 2465559"/>
                <a:gd name="connsiteY7-14590" fmla="*/ 2093828 h 4937007"/>
                <a:gd name="connsiteX8-14591" fmla="*/ 520418 w 2465559"/>
                <a:gd name="connsiteY8-14592" fmla="*/ 2903404 h 4937007"/>
                <a:gd name="connsiteX9-14593" fmla="*/ 501757 w 2465559"/>
                <a:gd name="connsiteY9-14594" fmla="*/ 3339562 h 4937007"/>
                <a:gd name="connsiteX10-14595" fmla="*/ 475951 w 2465559"/>
                <a:gd name="connsiteY10-14596" fmla="*/ 4286717 h 4937007"/>
                <a:gd name="connsiteX11-14597" fmla="*/ 401307 w 2465559"/>
                <a:gd name="connsiteY11-14598" fmla="*/ 4771520 h 4937007"/>
                <a:gd name="connsiteX12-14599" fmla="*/ 200990 w 2465559"/>
                <a:gd name="connsiteY12-14600" fmla="*/ 4890438 h 4937007"/>
                <a:gd name="connsiteX13-14601" fmla="*/ 438484 w 2465559"/>
                <a:gd name="connsiteY13-14602" fmla="*/ 4928877 h 4937007"/>
                <a:gd name="connsiteX14-14603" fmla="*/ 585343 w 2465559"/>
                <a:gd name="connsiteY14-14604" fmla="*/ 4780656 h 4937007"/>
                <a:gd name="connsiteX15-14605" fmla="*/ 849176 w 2465559"/>
                <a:gd name="connsiteY15-14606" fmla="*/ 4463609 h 4937007"/>
                <a:gd name="connsiteX16-14607" fmla="*/ 753683 w 2465559"/>
                <a:gd name="connsiteY16-14608" fmla="*/ 4304940 h 4937007"/>
                <a:gd name="connsiteX17-14609" fmla="*/ 909679 w 2465559"/>
                <a:gd name="connsiteY17-14610" fmla="*/ 3694564 h 4937007"/>
                <a:gd name="connsiteX18-14611" fmla="*/ 867643 w 2465559"/>
                <a:gd name="connsiteY18-14612" fmla="*/ 3120390 h 4937007"/>
                <a:gd name="connsiteX19-14613" fmla="*/ 1365129 w 2465559"/>
                <a:gd name="connsiteY19-14614" fmla="*/ 2671937 h 4937007"/>
                <a:gd name="connsiteX20-14615" fmla="*/ 1495176 w 2465559"/>
                <a:gd name="connsiteY20-14616" fmla="*/ 3437048 h 4937007"/>
                <a:gd name="connsiteX21-14617" fmla="*/ 1175747 w 2465559"/>
                <a:gd name="connsiteY21-14618" fmla="*/ 4186267 h 4937007"/>
                <a:gd name="connsiteX22-14619" fmla="*/ 933151 w 2465559"/>
                <a:gd name="connsiteY22-14620" fmla="*/ 4771520 h 4937007"/>
                <a:gd name="connsiteX23-14621" fmla="*/ 1231731 w 2465559"/>
                <a:gd name="connsiteY23-14622" fmla="*/ 4827503 h 4937007"/>
                <a:gd name="connsiteX24-14623" fmla="*/ 1642278 w 2465559"/>
                <a:gd name="connsiteY24-14624" fmla="*/ 4883487 h 4937007"/>
                <a:gd name="connsiteX25-14625" fmla="*/ 1698262 w 2465559"/>
                <a:gd name="connsiteY25-14626" fmla="*/ 4827503 h 4937007"/>
                <a:gd name="connsiteX26-14627" fmla="*/ 1271241 w 2465559"/>
                <a:gd name="connsiteY26-14628" fmla="*/ 4605172 h 4937007"/>
                <a:gd name="connsiteX27-14629" fmla="*/ 1735584 w 2465559"/>
                <a:gd name="connsiteY27-14630" fmla="*/ 3698499 h 4937007"/>
                <a:gd name="connsiteX28-14631" fmla="*/ 1868399 w 2465559"/>
                <a:gd name="connsiteY28-14632" fmla="*/ 3372511 h 4937007"/>
                <a:gd name="connsiteX29-14633" fmla="*/ 1971036 w 2465559"/>
                <a:gd name="connsiteY29-14634" fmla="*/ 2205796 h 4937007"/>
                <a:gd name="connsiteX30-14635" fmla="*/ 1959519 w 2465559"/>
                <a:gd name="connsiteY30-14636" fmla="*/ 1972336 h 4937007"/>
                <a:gd name="connsiteX31-14637" fmla="*/ 2010109 w 2465559"/>
                <a:gd name="connsiteY31-14638" fmla="*/ 1807058 h 4937007"/>
                <a:gd name="connsiteX32-14639" fmla="*/ 2103414 w 2465559"/>
                <a:gd name="connsiteY32-14640" fmla="*/ 1648584 h 4937007"/>
                <a:gd name="connsiteX33-14641" fmla="*/ 2324434 w 2465559"/>
                <a:gd name="connsiteY33-14642" fmla="*/ 1337952 h 4937007"/>
                <a:gd name="connsiteX34-14643" fmla="*/ 2465559 w 2465559"/>
                <a:gd name="connsiteY34-14644" fmla="*/ 1020807 h 4937007"/>
                <a:gd name="connsiteX35-14645" fmla="*/ 1938671 w 2465559"/>
                <a:gd name="connsiteY35-14646" fmla="*/ 589607 h 4937007"/>
                <a:gd name="connsiteX36-14647" fmla="*/ 1476708 w 2465559"/>
                <a:gd name="connsiteY36-14648" fmla="*/ 444983 h 4937007"/>
                <a:gd name="connsiteX37-14649" fmla="*/ 1272504 w 2465559"/>
                <a:gd name="connsiteY37-14650" fmla="*/ 409167 h 4937007"/>
                <a:gd name="connsiteX38-14651" fmla="*/ 1054449 w 2465559"/>
                <a:gd name="connsiteY38-14652" fmla="*/ 451446 h 4937007"/>
                <a:gd name="connsiteX39-14653" fmla="*/ 1035399 w 2465559"/>
                <a:gd name="connsiteY39-14654" fmla="*/ 263036 h 4937007"/>
                <a:gd name="connsiteX40-14655" fmla="*/ 869490 w 2465559"/>
                <a:gd name="connsiteY40-14656" fmla="*/ 71127 h 4937007"/>
                <a:gd name="connsiteX41-14657" fmla="*/ 597249 w 2465559"/>
                <a:gd name="connsiteY41-14658" fmla="*/ 12907 h 4937007"/>
                <a:gd name="connsiteX42-14659" fmla="*/ 475951 w 2465559"/>
                <a:gd name="connsiteY42-14660" fmla="*/ 516760 h 4937007"/>
                <a:gd name="connsiteX43-14661" fmla="*/ 616105 w 2465559"/>
                <a:gd name="connsiteY43-14662" fmla="*/ 724609 h 4937007"/>
                <a:gd name="connsiteX44-14663" fmla="*/ 319712 w 2465559"/>
                <a:gd name="connsiteY44-14664" fmla="*/ 1088309 h 4937007"/>
                <a:gd name="connsiteX45-14665" fmla="*/ 189084 w 2465559"/>
                <a:gd name="connsiteY45-14666" fmla="*/ 852857 h 4937007"/>
                <a:gd name="connsiteX46-14667" fmla="*/ 275879 w 2465559"/>
                <a:gd name="connsiteY46-14668" fmla="*/ 811890 h 4937007"/>
                <a:gd name="connsiteX47-14669" fmla="*/ 355140 w 2465559"/>
                <a:gd name="connsiteY47-14670" fmla="*/ 730733 h 4937007"/>
                <a:gd name="connsiteX48-14671" fmla="*/ 343233 w 2465559"/>
                <a:gd name="connsiteY48-14672" fmla="*/ 530708 h 4937007"/>
                <a:gd name="connsiteX49-14673" fmla="*/ 147388 w 2465559"/>
                <a:gd name="connsiteY49-14674" fmla="*/ 542954 h 4937007"/>
                <a:gd name="connsiteX0-14675" fmla="*/ 147388 w 2465559"/>
                <a:gd name="connsiteY0-14676" fmla="*/ 542954 h 4937007"/>
                <a:gd name="connsiteX1-14677" fmla="*/ 90 w 2465559"/>
                <a:gd name="connsiteY1-14678" fmla="*/ 796679 h 4937007"/>
                <a:gd name="connsiteX2-14679" fmla="*/ 37413 w 2465559"/>
                <a:gd name="connsiteY2-14680" fmla="*/ 973960 h 4937007"/>
                <a:gd name="connsiteX3-14681" fmla="*/ 266304 w 2465559"/>
                <a:gd name="connsiteY3-14682" fmla="*/ 1713265 h 4937007"/>
                <a:gd name="connsiteX4-14683" fmla="*/ 671894 w 2465559"/>
                <a:gd name="connsiteY4-14684" fmla="*/ 1552458 h 4937007"/>
                <a:gd name="connsiteX5-14685" fmla="*/ 961143 w 2465559"/>
                <a:gd name="connsiteY5-14686" fmla="*/ 1720409 h 4937007"/>
                <a:gd name="connsiteX6-14687" fmla="*/ 989135 w 2465559"/>
                <a:gd name="connsiteY6-14688" fmla="*/ 1916352 h 4937007"/>
                <a:gd name="connsiteX7-14689" fmla="*/ 961143 w 2465559"/>
                <a:gd name="connsiteY7-14690" fmla="*/ 2093828 h 4937007"/>
                <a:gd name="connsiteX8-14691" fmla="*/ 520418 w 2465559"/>
                <a:gd name="connsiteY8-14692" fmla="*/ 2903404 h 4937007"/>
                <a:gd name="connsiteX9-14693" fmla="*/ 501757 w 2465559"/>
                <a:gd name="connsiteY9-14694" fmla="*/ 3339562 h 4937007"/>
                <a:gd name="connsiteX10-14695" fmla="*/ 475951 w 2465559"/>
                <a:gd name="connsiteY10-14696" fmla="*/ 4286717 h 4937007"/>
                <a:gd name="connsiteX11-14697" fmla="*/ 401307 w 2465559"/>
                <a:gd name="connsiteY11-14698" fmla="*/ 4771520 h 4937007"/>
                <a:gd name="connsiteX12-14699" fmla="*/ 200990 w 2465559"/>
                <a:gd name="connsiteY12-14700" fmla="*/ 4890438 h 4937007"/>
                <a:gd name="connsiteX13-14701" fmla="*/ 438484 w 2465559"/>
                <a:gd name="connsiteY13-14702" fmla="*/ 4928877 h 4937007"/>
                <a:gd name="connsiteX14-14703" fmla="*/ 585343 w 2465559"/>
                <a:gd name="connsiteY14-14704" fmla="*/ 4780656 h 4937007"/>
                <a:gd name="connsiteX15-14705" fmla="*/ 849176 w 2465559"/>
                <a:gd name="connsiteY15-14706" fmla="*/ 4463609 h 4937007"/>
                <a:gd name="connsiteX16-14707" fmla="*/ 753683 w 2465559"/>
                <a:gd name="connsiteY16-14708" fmla="*/ 4304940 h 4937007"/>
                <a:gd name="connsiteX17-14709" fmla="*/ 909679 w 2465559"/>
                <a:gd name="connsiteY17-14710" fmla="*/ 3694564 h 4937007"/>
                <a:gd name="connsiteX18-14711" fmla="*/ 867643 w 2465559"/>
                <a:gd name="connsiteY18-14712" fmla="*/ 3120390 h 4937007"/>
                <a:gd name="connsiteX19-14713" fmla="*/ 1365129 w 2465559"/>
                <a:gd name="connsiteY19-14714" fmla="*/ 2671937 h 4937007"/>
                <a:gd name="connsiteX20-14715" fmla="*/ 1495176 w 2465559"/>
                <a:gd name="connsiteY20-14716" fmla="*/ 3437048 h 4937007"/>
                <a:gd name="connsiteX21-14717" fmla="*/ 1175747 w 2465559"/>
                <a:gd name="connsiteY21-14718" fmla="*/ 4186267 h 4937007"/>
                <a:gd name="connsiteX22-14719" fmla="*/ 933151 w 2465559"/>
                <a:gd name="connsiteY22-14720" fmla="*/ 4771520 h 4937007"/>
                <a:gd name="connsiteX23-14721" fmla="*/ 1231731 w 2465559"/>
                <a:gd name="connsiteY23-14722" fmla="*/ 4827503 h 4937007"/>
                <a:gd name="connsiteX24-14723" fmla="*/ 1642278 w 2465559"/>
                <a:gd name="connsiteY24-14724" fmla="*/ 4883487 h 4937007"/>
                <a:gd name="connsiteX25-14725" fmla="*/ 1698262 w 2465559"/>
                <a:gd name="connsiteY25-14726" fmla="*/ 4827503 h 4937007"/>
                <a:gd name="connsiteX26-14727" fmla="*/ 1271241 w 2465559"/>
                <a:gd name="connsiteY26-14728" fmla="*/ 4605172 h 4937007"/>
                <a:gd name="connsiteX27-14729" fmla="*/ 1735584 w 2465559"/>
                <a:gd name="connsiteY27-14730" fmla="*/ 3698499 h 4937007"/>
                <a:gd name="connsiteX28-14731" fmla="*/ 1868399 w 2465559"/>
                <a:gd name="connsiteY28-14732" fmla="*/ 3372511 h 4937007"/>
                <a:gd name="connsiteX29-14733" fmla="*/ 1971036 w 2465559"/>
                <a:gd name="connsiteY29-14734" fmla="*/ 2205796 h 4937007"/>
                <a:gd name="connsiteX30-14735" fmla="*/ 1959519 w 2465559"/>
                <a:gd name="connsiteY30-14736" fmla="*/ 1972336 h 4937007"/>
                <a:gd name="connsiteX31-14737" fmla="*/ 2010109 w 2465559"/>
                <a:gd name="connsiteY31-14738" fmla="*/ 1807058 h 4937007"/>
                <a:gd name="connsiteX32-14739" fmla="*/ 2103414 w 2465559"/>
                <a:gd name="connsiteY32-14740" fmla="*/ 1648584 h 4937007"/>
                <a:gd name="connsiteX33-14741" fmla="*/ 2324434 w 2465559"/>
                <a:gd name="connsiteY33-14742" fmla="*/ 1337952 h 4937007"/>
                <a:gd name="connsiteX34-14743" fmla="*/ 2465559 w 2465559"/>
                <a:gd name="connsiteY34-14744" fmla="*/ 1020807 h 4937007"/>
                <a:gd name="connsiteX35-14745" fmla="*/ 1938671 w 2465559"/>
                <a:gd name="connsiteY35-14746" fmla="*/ 589607 h 4937007"/>
                <a:gd name="connsiteX36-14747" fmla="*/ 1476708 w 2465559"/>
                <a:gd name="connsiteY36-14748" fmla="*/ 444983 h 4937007"/>
                <a:gd name="connsiteX37-14749" fmla="*/ 1272504 w 2465559"/>
                <a:gd name="connsiteY37-14750" fmla="*/ 409167 h 4937007"/>
                <a:gd name="connsiteX38-14751" fmla="*/ 1054449 w 2465559"/>
                <a:gd name="connsiteY38-14752" fmla="*/ 451446 h 4937007"/>
                <a:gd name="connsiteX39-14753" fmla="*/ 1035399 w 2465559"/>
                <a:gd name="connsiteY39-14754" fmla="*/ 263036 h 4937007"/>
                <a:gd name="connsiteX40-14755" fmla="*/ 869490 w 2465559"/>
                <a:gd name="connsiteY40-14756" fmla="*/ 71127 h 4937007"/>
                <a:gd name="connsiteX41-14757" fmla="*/ 597249 w 2465559"/>
                <a:gd name="connsiteY41-14758" fmla="*/ 12907 h 4937007"/>
                <a:gd name="connsiteX42-14759" fmla="*/ 475951 w 2465559"/>
                <a:gd name="connsiteY42-14760" fmla="*/ 516760 h 4937007"/>
                <a:gd name="connsiteX43-14761" fmla="*/ 616105 w 2465559"/>
                <a:gd name="connsiteY43-14762" fmla="*/ 724609 h 4937007"/>
                <a:gd name="connsiteX44-14763" fmla="*/ 319712 w 2465559"/>
                <a:gd name="connsiteY44-14764" fmla="*/ 1088309 h 4937007"/>
                <a:gd name="connsiteX45-14765" fmla="*/ 189084 w 2465559"/>
                <a:gd name="connsiteY45-14766" fmla="*/ 852857 h 4937007"/>
                <a:gd name="connsiteX46-14767" fmla="*/ 275879 w 2465559"/>
                <a:gd name="connsiteY46-14768" fmla="*/ 811890 h 4937007"/>
                <a:gd name="connsiteX47-14769" fmla="*/ 355140 w 2465559"/>
                <a:gd name="connsiteY47-14770" fmla="*/ 730733 h 4937007"/>
                <a:gd name="connsiteX48-14771" fmla="*/ 343233 w 2465559"/>
                <a:gd name="connsiteY48-14772" fmla="*/ 530708 h 4937007"/>
                <a:gd name="connsiteX49-14773" fmla="*/ 147388 w 2465559"/>
                <a:gd name="connsiteY49-14774" fmla="*/ 542954 h 4937007"/>
                <a:gd name="connsiteX0-14775" fmla="*/ 147388 w 2465559"/>
                <a:gd name="connsiteY0-14776" fmla="*/ 542954 h 4937007"/>
                <a:gd name="connsiteX1-14777" fmla="*/ 90 w 2465559"/>
                <a:gd name="connsiteY1-14778" fmla="*/ 796679 h 4937007"/>
                <a:gd name="connsiteX2-14779" fmla="*/ 37413 w 2465559"/>
                <a:gd name="connsiteY2-14780" fmla="*/ 973960 h 4937007"/>
                <a:gd name="connsiteX3-14781" fmla="*/ 266304 w 2465559"/>
                <a:gd name="connsiteY3-14782" fmla="*/ 1713265 h 4937007"/>
                <a:gd name="connsiteX4-14783" fmla="*/ 671894 w 2465559"/>
                <a:gd name="connsiteY4-14784" fmla="*/ 1552458 h 4937007"/>
                <a:gd name="connsiteX5-14785" fmla="*/ 961143 w 2465559"/>
                <a:gd name="connsiteY5-14786" fmla="*/ 1720409 h 4937007"/>
                <a:gd name="connsiteX6-14787" fmla="*/ 989135 w 2465559"/>
                <a:gd name="connsiteY6-14788" fmla="*/ 1916352 h 4937007"/>
                <a:gd name="connsiteX7-14789" fmla="*/ 961143 w 2465559"/>
                <a:gd name="connsiteY7-14790" fmla="*/ 2093828 h 4937007"/>
                <a:gd name="connsiteX8-14791" fmla="*/ 520418 w 2465559"/>
                <a:gd name="connsiteY8-14792" fmla="*/ 2903404 h 4937007"/>
                <a:gd name="connsiteX9-14793" fmla="*/ 501757 w 2465559"/>
                <a:gd name="connsiteY9-14794" fmla="*/ 3339562 h 4937007"/>
                <a:gd name="connsiteX10-14795" fmla="*/ 475951 w 2465559"/>
                <a:gd name="connsiteY10-14796" fmla="*/ 4286717 h 4937007"/>
                <a:gd name="connsiteX11-14797" fmla="*/ 401307 w 2465559"/>
                <a:gd name="connsiteY11-14798" fmla="*/ 4771520 h 4937007"/>
                <a:gd name="connsiteX12-14799" fmla="*/ 200990 w 2465559"/>
                <a:gd name="connsiteY12-14800" fmla="*/ 4890438 h 4937007"/>
                <a:gd name="connsiteX13-14801" fmla="*/ 438484 w 2465559"/>
                <a:gd name="connsiteY13-14802" fmla="*/ 4928877 h 4937007"/>
                <a:gd name="connsiteX14-14803" fmla="*/ 585343 w 2465559"/>
                <a:gd name="connsiteY14-14804" fmla="*/ 4780656 h 4937007"/>
                <a:gd name="connsiteX15-14805" fmla="*/ 849176 w 2465559"/>
                <a:gd name="connsiteY15-14806" fmla="*/ 4463609 h 4937007"/>
                <a:gd name="connsiteX16-14807" fmla="*/ 753683 w 2465559"/>
                <a:gd name="connsiteY16-14808" fmla="*/ 4304940 h 4937007"/>
                <a:gd name="connsiteX17-14809" fmla="*/ 909679 w 2465559"/>
                <a:gd name="connsiteY17-14810" fmla="*/ 3694564 h 4937007"/>
                <a:gd name="connsiteX18-14811" fmla="*/ 867643 w 2465559"/>
                <a:gd name="connsiteY18-14812" fmla="*/ 3120390 h 4937007"/>
                <a:gd name="connsiteX19-14813" fmla="*/ 1365129 w 2465559"/>
                <a:gd name="connsiteY19-14814" fmla="*/ 2671937 h 4937007"/>
                <a:gd name="connsiteX20-14815" fmla="*/ 1495176 w 2465559"/>
                <a:gd name="connsiteY20-14816" fmla="*/ 3437048 h 4937007"/>
                <a:gd name="connsiteX21-14817" fmla="*/ 1175747 w 2465559"/>
                <a:gd name="connsiteY21-14818" fmla="*/ 4186267 h 4937007"/>
                <a:gd name="connsiteX22-14819" fmla="*/ 933151 w 2465559"/>
                <a:gd name="connsiteY22-14820" fmla="*/ 4771520 h 4937007"/>
                <a:gd name="connsiteX23-14821" fmla="*/ 1231731 w 2465559"/>
                <a:gd name="connsiteY23-14822" fmla="*/ 4827503 h 4937007"/>
                <a:gd name="connsiteX24-14823" fmla="*/ 1642278 w 2465559"/>
                <a:gd name="connsiteY24-14824" fmla="*/ 4883487 h 4937007"/>
                <a:gd name="connsiteX25-14825" fmla="*/ 1698262 w 2465559"/>
                <a:gd name="connsiteY25-14826" fmla="*/ 4827503 h 4937007"/>
                <a:gd name="connsiteX26-14827" fmla="*/ 1271241 w 2465559"/>
                <a:gd name="connsiteY26-14828" fmla="*/ 4605172 h 4937007"/>
                <a:gd name="connsiteX27-14829" fmla="*/ 1735584 w 2465559"/>
                <a:gd name="connsiteY27-14830" fmla="*/ 3698499 h 4937007"/>
                <a:gd name="connsiteX28-14831" fmla="*/ 1868399 w 2465559"/>
                <a:gd name="connsiteY28-14832" fmla="*/ 3372511 h 4937007"/>
                <a:gd name="connsiteX29-14833" fmla="*/ 1971036 w 2465559"/>
                <a:gd name="connsiteY29-14834" fmla="*/ 2205796 h 4937007"/>
                <a:gd name="connsiteX30-14835" fmla="*/ 1959519 w 2465559"/>
                <a:gd name="connsiteY30-14836" fmla="*/ 1972336 h 4937007"/>
                <a:gd name="connsiteX31-14837" fmla="*/ 2010109 w 2465559"/>
                <a:gd name="connsiteY31-14838" fmla="*/ 1807058 h 4937007"/>
                <a:gd name="connsiteX32-14839" fmla="*/ 2103414 w 2465559"/>
                <a:gd name="connsiteY32-14840" fmla="*/ 1648584 h 4937007"/>
                <a:gd name="connsiteX33-14841" fmla="*/ 2324434 w 2465559"/>
                <a:gd name="connsiteY33-14842" fmla="*/ 1337952 h 4937007"/>
                <a:gd name="connsiteX34-14843" fmla="*/ 2465559 w 2465559"/>
                <a:gd name="connsiteY34-14844" fmla="*/ 1020807 h 4937007"/>
                <a:gd name="connsiteX35-14845" fmla="*/ 1938671 w 2465559"/>
                <a:gd name="connsiteY35-14846" fmla="*/ 589607 h 4937007"/>
                <a:gd name="connsiteX36-14847" fmla="*/ 1476708 w 2465559"/>
                <a:gd name="connsiteY36-14848" fmla="*/ 444983 h 4937007"/>
                <a:gd name="connsiteX37-14849" fmla="*/ 1272504 w 2465559"/>
                <a:gd name="connsiteY37-14850" fmla="*/ 409167 h 4937007"/>
                <a:gd name="connsiteX38-14851" fmla="*/ 1054449 w 2465559"/>
                <a:gd name="connsiteY38-14852" fmla="*/ 451446 h 4937007"/>
                <a:gd name="connsiteX39-14853" fmla="*/ 1035399 w 2465559"/>
                <a:gd name="connsiteY39-14854" fmla="*/ 263036 h 4937007"/>
                <a:gd name="connsiteX40-14855" fmla="*/ 869490 w 2465559"/>
                <a:gd name="connsiteY40-14856" fmla="*/ 71127 h 4937007"/>
                <a:gd name="connsiteX41-14857" fmla="*/ 597249 w 2465559"/>
                <a:gd name="connsiteY41-14858" fmla="*/ 12907 h 4937007"/>
                <a:gd name="connsiteX42-14859" fmla="*/ 475951 w 2465559"/>
                <a:gd name="connsiteY42-14860" fmla="*/ 516760 h 4937007"/>
                <a:gd name="connsiteX43-14861" fmla="*/ 616105 w 2465559"/>
                <a:gd name="connsiteY43-14862" fmla="*/ 724609 h 4937007"/>
                <a:gd name="connsiteX44-14863" fmla="*/ 319712 w 2465559"/>
                <a:gd name="connsiteY44-14864" fmla="*/ 1088309 h 4937007"/>
                <a:gd name="connsiteX45-14865" fmla="*/ 189084 w 2465559"/>
                <a:gd name="connsiteY45-14866" fmla="*/ 852857 h 4937007"/>
                <a:gd name="connsiteX46-14867" fmla="*/ 275879 w 2465559"/>
                <a:gd name="connsiteY46-14868" fmla="*/ 811890 h 4937007"/>
                <a:gd name="connsiteX47-14869" fmla="*/ 355140 w 2465559"/>
                <a:gd name="connsiteY47-14870" fmla="*/ 730733 h 4937007"/>
                <a:gd name="connsiteX48-14871" fmla="*/ 343233 w 2465559"/>
                <a:gd name="connsiteY48-14872" fmla="*/ 530708 h 4937007"/>
                <a:gd name="connsiteX49-14873" fmla="*/ 147388 w 2465559"/>
                <a:gd name="connsiteY49-14874" fmla="*/ 542954 h 4937007"/>
                <a:gd name="connsiteX0-14875" fmla="*/ 147388 w 2465559"/>
                <a:gd name="connsiteY0-14876" fmla="*/ 542954 h 4937007"/>
                <a:gd name="connsiteX1-14877" fmla="*/ 90 w 2465559"/>
                <a:gd name="connsiteY1-14878" fmla="*/ 796679 h 4937007"/>
                <a:gd name="connsiteX2-14879" fmla="*/ 37413 w 2465559"/>
                <a:gd name="connsiteY2-14880" fmla="*/ 973960 h 4937007"/>
                <a:gd name="connsiteX3-14881" fmla="*/ 266304 w 2465559"/>
                <a:gd name="connsiteY3-14882" fmla="*/ 1713265 h 4937007"/>
                <a:gd name="connsiteX4-14883" fmla="*/ 671894 w 2465559"/>
                <a:gd name="connsiteY4-14884" fmla="*/ 1552458 h 4937007"/>
                <a:gd name="connsiteX5-14885" fmla="*/ 961143 w 2465559"/>
                <a:gd name="connsiteY5-14886" fmla="*/ 1720409 h 4937007"/>
                <a:gd name="connsiteX6-14887" fmla="*/ 989135 w 2465559"/>
                <a:gd name="connsiteY6-14888" fmla="*/ 1916352 h 4937007"/>
                <a:gd name="connsiteX7-14889" fmla="*/ 961143 w 2465559"/>
                <a:gd name="connsiteY7-14890" fmla="*/ 2093828 h 4937007"/>
                <a:gd name="connsiteX8-14891" fmla="*/ 520418 w 2465559"/>
                <a:gd name="connsiteY8-14892" fmla="*/ 2903404 h 4937007"/>
                <a:gd name="connsiteX9-14893" fmla="*/ 501757 w 2465559"/>
                <a:gd name="connsiteY9-14894" fmla="*/ 3339562 h 4937007"/>
                <a:gd name="connsiteX10-14895" fmla="*/ 475951 w 2465559"/>
                <a:gd name="connsiteY10-14896" fmla="*/ 4286717 h 4937007"/>
                <a:gd name="connsiteX11-14897" fmla="*/ 401307 w 2465559"/>
                <a:gd name="connsiteY11-14898" fmla="*/ 4771520 h 4937007"/>
                <a:gd name="connsiteX12-14899" fmla="*/ 200990 w 2465559"/>
                <a:gd name="connsiteY12-14900" fmla="*/ 4890438 h 4937007"/>
                <a:gd name="connsiteX13-14901" fmla="*/ 438484 w 2465559"/>
                <a:gd name="connsiteY13-14902" fmla="*/ 4928877 h 4937007"/>
                <a:gd name="connsiteX14-14903" fmla="*/ 585343 w 2465559"/>
                <a:gd name="connsiteY14-14904" fmla="*/ 4780656 h 4937007"/>
                <a:gd name="connsiteX15-14905" fmla="*/ 849176 w 2465559"/>
                <a:gd name="connsiteY15-14906" fmla="*/ 4463609 h 4937007"/>
                <a:gd name="connsiteX16-14907" fmla="*/ 753683 w 2465559"/>
                <a:gd name="connsiteY16-14908" fmla="*/ 4304940 h 4937007"/>
                <a:gd name="connsiteX17-14909" fmla="*/ 909679 w 2465559"/>
                <a:gd name="connsiteY17-14910" fmla="*/ 3694564 h 4937007"/>
                <a:gd name="connsiteX18-14911" fmla="*/ 867643 w 2465559"/>
                <a:gd name="connsiteY18-14912" fmla="*/ 3120390 h 4937007"/>
                <a:gd name="connsiteX19-14913" fmla="*/ 1365129 w 2465559"/>
                <a:gd name="connsiteY19-14914" fmla="*/ 2671937 h 4937007"/>
                <a:gd name="connsiteX20-14915" fmla="*/ 1495176 w 2465559"/>
                <a:gd name="connsiteY20-14916" fmla="*/ 3437048 h 4937007"/>
                <a:gd name="connsiteX21-14917" fmla="*/ 1175747 w 2465559"/>
                <a:gd name="connsiteY21-14918" fmla="*/ 4186267 h 4937007"/>
                <a:gd name="connsiteX22-14919" fmla="*/ 933151 w 2465559"/>
                <a:gd name="connsiteY22-14920" fmla="*/ 4771520 h 4937007"/>
                <a:gd name="connsiteX23-14921" fmla="*/ 1231731 w 2465559"/>
                <a:gd name="connsiteY23-14922" fmla="*/ 4827503 h 4937007"/>
                <a:gd name="connsiteX24-14923" fmla="*/ 1642278 w 2465559"/>
                <a:gd name="connsiteY24-14924" fmla="*/ 4883487 h 4937007"/>
                <a:gd name="connsiteX25-14925" fmla="*/ 1698262 w 2465559"/>
                <a:gd name="connsiteY25-14926" fmla="*/ 4827503 h 4937007"/>
                <a:gd name="connsiteX26-14927" fmla="*/ 1271241 w 2465559"/>
                <a:gd name="connsiteY26-14928" fmla="*/ 4605172 h 4937007"/>
                <a:gd name="connsiteX27-14929" fmla="*/ 1728440 w 2465559"/>
                <a:gd name="connsiteY27-14930" fmla="*/ 3691355 h 4937007"/>
                <a:gd name="connsiteX28-14931" fmla="*/ 1868399 w 2465559"/>
                <a:gd name="connsiteY28-14932" fmla="*/ 3372511 h 4937007"/>
                <a:gd name="connsiteX29-14933" fmla="*/ 1971036 w 2465559"/>
                <a:gd name="connsiteY29-14934" fmla="*/ 2205796 h 4937007"/>
                <a:gd name="connsiteX30-14935" fmla="*/ 1959519 w 2465559"/>
                <a:gd name="connsiteY30-14936" fmla="*/ 1972336 h 4937007"/>
                <a:gd name="connsiteX31-14937" fmla="*/ 2010109 w 2465559"/>
                <a:gd name="connsiteY31-14938" fmla="*/ 1807058 h 4937007"/>
                <a:gd name="connsiteX32-14939" fmla="*/ 2103414 w 2465559"/>
                <a:gd name="connsiteY32-14940" fmla="*/ 1648584 h 4937007"/>
                <a:gd name="connsiteX33-14941" fmla="*/ 2324434 w 2465559"/>
                <a:gd name="connsiteY33-14942" fmla="*/ 1337952 h 4937007"/>
                <a:gd name="connsiteX34-14943" fmla="*/ 2465559 w 2465559"/>
                <a:gd name="connsiteY34-14944" fmla="*/ 1020807 h 4937007"/>
                <a:gd name="connsiteX35-14945" fmla="*/ 1938671 w 2465559"/>
                <a:gd name="connsiteY35-14946" fmla="*/ 589607 h 4937007"/>
                <a:gd name="connsiteX36-14947" fmla="*/ 1476708 w 2465559"/>
                <a:gd name="connsiteY36-14948" fmla="*/ 444983 h 4937007"/>
                <a:gd name="connsiteX37-14949" fmla="*/ 1272504 w 2465559"/>
                <a:gd name="connsiteY37-14950" fmla="*/ 409167 h 4937007"/>
                <a:gd name="connsiteX38-14951" fmla="*/ 1054449 w 2465559"/>
                <a:gd name="connsiteY38-14952" fmla="*/ 451446 h 4937007"/>
                <a:gd name="connsiteX39-14953" fmla="*/ 1035399 w 2465559"/>
                <a:gd name="connsiteY39-14954" fmla="*/ 263036 h 4937007"/>
                <a:gd name="connsiteX40-14955" fmla="*/ 869490 w 2465559"/>
                <a:gd name="connsiteY40-14956" fmla="*/ 71127 h 4937007"/>
                <a:gd name="connsiteX41-14957" fmla="*/ 597249 w 2465559"/>
                <a:gd name="connsiteY41-14958" fmla="*/ 12907 h 4937007"/>
                <a:gd name="connsiteX42-14959" fmla="*/ 475951 w 2465559"/>
                <a:gd name="connsiteY42-14960" fmla="*/ 516760 h 4937007"/>
                <a:gd name="connsiteX43-14961" fmla="*/ 616105 w 2465559"/>
                <a:gd name="connsiteY43-14962" fmla="*/ 724609 h 4937007"/>
                <a:gd name="connsiteX44-14963" fmla="*/ 319712 w 2465559"/>
                <a:gd name="connsiteY44-14964" fmla="*/ 1088309 h 4937007"/>
                <a:gd name="connsiteX45-14965" fmla="*/ 189084 w 2465559"/>
                <a:gd name="connsiteY45-14966" fmla="*/ 852857 h 4937007"/>
                <a:gd name="connsiteX46-14967" fmla="*/ 275879 w 2465559"/>
                <a:gd name="connsiteY46-14968" fmla="*/ 811890 h 4937007"/>
                <a:gd name="connsiteX47-14969" fmla="*/ 355140 w 2465559"/>
                <a:gd name="connsiteY47-14970" fmla="*/ 730733 h 4937007"/>
                <a:gd name="connsiteX48-14971" fmla="*/ 343233 w 2465559"/>
                <a:gd name="connsiteY48-14972" fmla="*/ 530708 h 4937007"/>
                <a:gd name="connsiteX49-14973" fmla="*/ 147388 w 2465559"/>
                <a:gd name="connsiteY49-14974" fmla="*/ 542954 h 4937007"/>
                <a:gd name="connsiteX0-14975" fmla="*/ 147388 w 2465559"/>
                <a:gd name="connsiteY0-14976" fmla="*/ 542954 h 4937007"/>
                <a:gd name="connsiteX1-14977" fmla="*/ 90 w 2465559"/>
                <a:gd name="connsiteY1-14978" fmla="*/ 796679 h 4937007"/>
                <a:gd name="connsiteX2-14979" fmla="*/ 37413 w 2465559"/>
                <a:gd name="connsiteY2-14980" fmla="*/ 973960 h 4937007"/>
                <a:gd name="connsiteX3-14981" fmla="*/ 266304 w 2465559"/>
                <a:gd name="connsiteY3-14982" fmla="*/ 1713265 h 4937007"/>
                <a:gd name="connsiteX4-14983" fmla="*/ 671894 w 2465559"/>
                <a:gd name="connsiteY4-14984" fmla="*/ 1552458 h 4937007"/>
                <a:gd name="connsiteX5-14985" fmla="*/ 961143 w 2465559"/>
                <a:gd name="connsiteY5-14986" fmla="*/ 1720409 h 4937007"/>
                <a:gd name="connsiteX6-14987" fmla="*/ 989135 w 2465559"/>
                <a:gd name="connsiteY6-14988" fmla="*/ 1916352 h 4937007"/>
                <a:gd name="connsiteX7-14989" fmla="*/ 961143 w 2465559"/>
                <a:gd name="connsiteY7-14990" fmla="*/ 2093828 h 4937007"/>
                <a:gd name="connsiteX8-14991" fmla="*/ 520418 w 2465559"/>
                <a:gd name="connsiteY8-14992" fmla="*/ 2903404 h 4937007"/>
                <a:gd name="connsiteX9-14993" fmla="*/ 501757 w 2465559"/>
                <a:gd name="connsiteY9-14994" fmla="*/ 3339562 h 4937007"/>
                <a:gd name="connsiteX10-14995" fmla="*/ 475951 w 2465559"/>
                <a:gd name="connsiteY10-14996" fmla="*/ 4286717 h 4937007"/>
                <a:gd name="connsiteX11-14997" fmla="*/ 401307 w 2465559"/>
                <a:gd name="connsiteY11-14998" fmla="*/ 4771520 h 4937007"/>
                <a:gd name="connsiteX12-14999" fmla="*/ 200990 w 2465559"/>
                <a:gd name="connsiteY12-15000" fmla="*/ 4890438 h 4937007"/>
                <a:gd name="connsiteX13-15001" fmla="*/ 438484 w 2465559"/>
                <a:gd name="connsiteY13-15002" fmla="*/ 4928877 h 4937007"/>
                <a:gd name="connsiteX14-15003" fmla="*/ 585343 w 2465559"/>
                <a:gd name="connsiteY14-15004" fmla="*/ 4780656 h 4937007"/>
                <a:gd name="connsiteX15-15005" fmla="*/ 849176 w 2465559"/>
                <a:gd name="connsiteY15-15006" fmla="*/ 4463609 h 4937007"/>
                <a:gd name="connsiteX16-15007" fmla="*/ 753683 w 2465559"/>
                <a:gd name="connsiteY16-15008" fmla="*/ 4304940 h 4937007"/>
                <a:gd name="connsiteX17-15009" fmla="*/ 909679 w 2465559"/>
                <a:gd name="connsiteY17-15010" fmla="*/ 3694564 h 4937007"/>
                <a:gd name="connsiteX18-15011" fmla="*/ 867643 w 2465559"/>
                <a:gd name="connsiteY18-15012" fmla="*/ 3120390 h 4937007"/>
                <a:gd name="connsiteX19-15013" fmla="*/ 1365129 w 2465559"/>
                <a:gd name="connsiteY19-15014" fmla="*/ 2671937 h 4937007"/>
                <a:gd name="connsiteX20-15015" fmla="*/ 1495176 w 2465559"/>
                <a:gd name="connsiteY20-15016" fmla="*/ 3437048 h 4937007"/>
                <a:gd name="connsiteX21-15017" fmla="*/ 1175747 w 2465559"/>
                <a:gd name="connsiteY21-15018" fmla="*/ 4186267 h 4937007"/>
                <a:gd name="connsiteX22-15019" fmla="*/ 933151 w 2465559"/>
                <a:gd name="connsiteY22-15020" fmla="*/ 4771520 h 4937007"/>
                <a:gd name="connsiteX23-15021" fmla="*/ 1231731 w 2465559"/>
                <a:gd name="connsiteY23-15022" fmla="*/ 4827503 h 4937007"/>
                <a:gd name="connsiteX24-15023" fmla="*/ 1642278 w 2465559"/>
                <a:gd name="connsiteY24-15024" fmla="*/ 4883487 h 4937007"/>
                <a:gd name="connsiteX25-15025" fmla="*/ 1698262 w 2465559"/>
                <a:gd name="connsiteY25-15026" fmla="*/ 4827503 h 4937007"/>
                <a:gd name="connsiteX26-15027" fmla="*/ 1271241 w 2465559"/>
                <a:gd name="connsiteY26-15028" fmla="*/ 4605172 h 4937007"/>
                <a:gd name="connsiteX27-15029" fmla="*/ 1728440 w 2465559"/>
                <a:gd name="connsiteY27-15030" fmla="*/ 3691355 h 4937007"/>
                <a:gd name="connsiteX28-15031" fmla="*/ 1868399 w 2465559"/>
                <a:gd name="connsiteY28-15032" fmla="*/ 3372511 h 4937007"/>
                <a:gd name="connsiteX29-15033" fmla="*/ 1971036 w 2465559"/>
                <a:gd name="connsiteY29-15034" fmla="*/ 2205796 h 4937007"/>
                <a:gd name="connsiteX30-15035" fmla="*/ 1959519 w 2465559"/>
                <a:gd name="connsiteY30-15036" fmla="*/ 1972336 h 4937007"/>
                <a:gd name="connsiteX31-15037" fmla="*/ 2010109 w 2465559"/>
                <a:gd name="connsiteY31-15038" fmla="*/ 1807058 h 4937007"/>
                <a:gd name="connsiteX32-15039" fmla="*/ 2103414 w 2465559"/>
                <a:gd name="connsiteY32-15040" fmla="*/ 1648584 h 4937007"/>
                <a:gd name="connsiteX33-15041" fmla="*/ 2324434 w 2465559"/>
                <a:gd name="connsiteY33-15042" fmla="*/ 1337952 h 4937007"/>
                <a:gd name="connsiteX34-15043" fmla="*/ 2465559 w 2465559"/>
                <a:gd name="connsiteY34-15044" fmla="*/ 1020807 h 4937007"/>
                <a:gd name="connsiteX35-15045" fmla="*/ 1938671 w 2465559"/>
                <a:gd name="connsiteY35-15046" fmla="*/ 589607 h 4937007"/>
                <a:gd name="connsiteX36-15047" fmla="*/ 1476708 w 2465559"/>
                <a:gd name="connsiteY36-15048" fmla="*/ 444983 h 4937007"/>
                <a:gd name="connsiteX37-15049" fmla="*/ 1272504 w 2465559"/>
                <a:gd name="connsiteY37-15050" fmla="*/ 409167 h 4937007"/>
                <a:gd name="connsiteX38-15051" fmla="*/ 1054449 w 2465559"/>
                <a:gd name="connsiteY38-15052" fmla="*/ 451446 h 4937007"/>
                <a:gd name="connsiteX39-15053" fmla="*/ 1035399 w 2465559"/>
                <a:gd name="connsiteY39-15054" fmla="*/ 263036 h 4937007"/>
                <a:gd name="connsiteX40-15055" fmla="*/ 869490 w 2465559"/>
                <a:gd name="connsiteY40-15056" fmla="*/ 71127 h 4937007"/>
                <a:gd name="connsiteX41-15057" fmla="*/ 597249 w 2465559"/>
                <a:gd name="connsiteY41-15058" fmla="*/ 12907 h 4937007"/>
                <a:gd name="connsiteX42-15059" fmla="*/ 475951 w 2465559"/>
                <a:gd name="connsiteY42-15060" fmla="*/ 516760 h 4937007"/>
                <a:gd name="connsiteX43-15061" fmla="*/ 616105 w 2465559"/>
                <a:gd name="connsiteY43-15062" fmla="*/ 724609 h 4937007"/>
                <a:gd name="connsiteX44-15063" fmla="*/ 319712 w 2465559"/>
                <a:gd name="connsiteY44-15064" fmla="*/ 1088309 h 4937007"/>
                <a:gd name="connsiteX45-15065" fmla="*/ 189084 w 2465559"/>
                <a:gd name="connsiteY45-15066" fmla="*/ 852857 h 4937007"/>
                <a:gd name="connsiteX46-15067" fmla="*/ 275879 w 2465559"/>
                <a:gd name="connsiteY46-15068" fmla="*/ 811890 h 4937007"/>
                <a:gd name="connsiteX47-15069" fmla="*/ 355140 w 2465559"/>
                <a:gd name="connsiteY47-15070" fmla="*/ 730733 h 4937007"/>
                <a:gd name="connsiteX48-15071" fmla="*/ 343233 w 2465559"/>
                <a:gd name="connsiteY48-15072" fmla="*/ 530708 h 4937007"/>
                <a:gd name="connsiteX49-15073" fmla="*/ 147388 w 2465559"/>
                <a:gd name="connsiteY49-15074" fmla="*/ 542954 h 4937007"/>
                <a:gd name="connsiteX0-15075" fmla="*/ 147388 w 2465559"/>
                <a:gd name="connsiteY0-15076" fmla="*/ 542954 h 4937007"/>
                <a:gd name="connsiteX1-15077" fmla="*/ 90 w 2465559"/>
                <a:gd name="connsiteY1-15078" fmla="*/ 796679 h 4937007"/>
                <a:gd name="connsiteX2-15079" fmla="*/ 37413 w 2465559"/>
                <a:gd name="connsiteY2-15080" fmla="*/ 973960 h 4937007"/>
                <a:gd name="connsiteX3-15081" fmla="*/ 266304 w 2465559"/>
                <a:gd name="connsiteY3-15082" fmla="*/ 1713265 h 4937007"/>
                <a:gd name="connsiteX4-15083" fmla="*/ 671894 w 2465559"/>
                <a:gd name="connsiteY4-15084" fmla="*/ 1552458 h 4937007"/>
                <a:gd name="connsiteX5-15085" fmla="*/ 961143 w 2465559"/>
                <a:gd name="connsiteY5-15086" fmla="*/ 1720409 h 4937007"/>
                <a:gd name="connsiteX6-15087" fmla="*/ 989135 w 2465559"/>
                <a:gd name="connsiteY6-15088" fmla="*/ 1916352 h 4937007"/>
                <a:gd name="connsiteX7-15089" fmla="*/ 961143 w 2465559"/>
                <a:gd name="connsiteY7-15090" fmla="*/ 2093828 h 4937007"/>
                <a:gd name="connsiteX8-15091" fmla="*/ 520418 w 2465559"/>
                <a:gd name="connsiteY8-15092" fmla="*/ 2903404 h 4937007"/>
                <a:gd name="connsiteX9-15093" fmla="*/ 501757 w 2465559"/>
                <a:gd name="connsiteY9-15094" fmla="*/ 3339562 h 4937007"/>
                <a:gd name="connsiteX10-15095" fmla="*/ 475951 w 2465559"/>
                <a:gd name="connsiteY10-15096" fmla="*/ 4286717 h 4937007"/>
                <a:gd name="connsiteX11-15097" fmla="*/ 401307 w 2465559"/>
                <a:gd name="connsiteY11-15098" fmla="*/ 4771520 h 4937007"/>
                <a:gd name="connsiteX12-15099" fmla="*/ 200990 w 2465559"/>
                <a:gd name="connsiteY12-15100" fmla="*/ 4890438 h 4937007"/>
                <a:gd name="connsiteX13-15101" fmla="*/ 438484 w 2465559"/>
                <a:gd name="connsiteY13-15102" fmla="*/ 4928877 h 4937007"/>
                <a:gd name="connsiteX14-15103" fmla="*/ 585343 w 2465559"/>
                <a:gd name="connsiteY14-15104" fmla="*/ 4780656 h 4937007"/>
                <a:gd name="connsiteX15-15105" fmla="*/ 849176 w 2465559"/>
                <a:gd name="connsiteY15-15106" fmla="*/ 4463609 h 4937007"/>
                <a:gd name="connsiteX16-15107" fmla="*/ 753683 w 2465559"/>
                <a:gd name="connsiteY16-15108" fmla="*/ 4304940 h 4937007"/>
                <a:gd name="connsiteX17-15109" fmla="*/ 909679 w 2465559"/>
                <a:gd name="connsiteY17-15110" fmla="*/ 3694564 h 4937007"/>
                <a:gd name="connsiteX18-15111" fmla="*/ 867643 w 2465559"/>
                <a:gd name="connsiteY18-15112" fmla="*/ 3120390 h 4937007"/>
                <a:gd name="connsiteX19-15113" fmla="*/ 1365129 w 2465559"/>
                <a:gd name="connsiteY19-15114" fmla="*/ 2671937 h 4937007"/>
                <a:gd name="connsiteX20-15115" fmla="*/ 1495176 w 2465559"/>
                <a:gd name="connsiteY20-15116" fmla="*/ 3437048 h 4937007"/>
                <a:gd name="connsiteX21-15117" fmla="*/ 1175747 w 2465559"/>
                <a:gd name="connsiteY21-15118" fmla="*/ 4186267 h 4937007"/>
                <a:gd name="connsiteX22-15119" fmla="*/ 933151 w 2465559"/>
                <a:gd name="connsiteY22-15120" fmla="*/ 4771520 h 4937007"/>
                <a:gd name="connsiteX23-15121" fmla="*/ 1231731 w 2465559"/>
                <a:gd name="connsiteY23-15122" fmla="*/ 4827503 h 4937007"/>
                <a:gd name="connsiteX24-15123" fmla="*/ 1642278 w 2465559"/>
                <a:gd name="connsiteY24-15124" fmla="*/ 4883487 h 4937007"/>
                <a:gd name="connsiteX25-15125" fmla="*/ 1698262 w 2465559"/>
                <a:gd name="connsiteY25-15126" fmla="*/ 4827503 h 4937007"/>
                <a:gd name="connsiteX26-15127" fmla="*/ 1271241 w 2465559"/>
                <a:gd name="connsiteY26-15128" fmla="*/ 4605172 h 4937007"/>
                <a:gd name="connsiteX27-15129" fmla="*/ 1728440 w 2465559"/>
                <a:gd name="connsiteY27-15130" fmla="*/ 3691355 h 4937007"/>
                <a:gd name="connsiteX28-15131" fmla="*/ 1868399 w 2465559"/>
                <a:gd name="connsiteY28-15132" fmla="*/ 3372511 h 4937007"/>
                <a:gd name="connsiteX29-15133" fmla="*/ 1971036 w 2465559"/>
                <a:gd name="connsiteY29-15134" fmla="*/ 2205796 h 4937007"/>
                <a:gd name="connsiteX30-15135" fmla="*/ 1959519 w 2465559"/>
                <a:gd name="connsiteY30-15136" fmla="*/ 1972336 h 4937007"/>
                <a:gd name="connsiteX31-15137" fmla="*/ 2010109 w 2465559"/>
                <a:gd name="connsiteY31-15138" fmla="*/ 1807058 h 4937007"/>
                <a:gd name="connsiteX32-15139" fmla="*/ 2103414 w 2465559"/>
                <a:gd name="connsiteY32-15140" fmla="*/ 1648584 h 4937007"/>
                <a:gd name="connsiteX33-15141" fmla="*/ 2324434 w 2465559"/>
                <a:gd name="connsiteY33-15142" fmla="*/ 1337952 h 4937007"/>
                <a:gd name="connsiteX34-15143" fmla="*/ 2465559 w 2465559"/>
                <a:gd name="connsiteY34-15144" fmla="*/ 1020807 h 4937007"/>
                <a:gd name="connsiteX35-15145" fmla="*/ 1938671 w 2465559"/>
                <a:gd name="connsiteY35-15146" fmla="*/ 589607 h 4937007"/>
                <a:gd name="connsiteX36-15147" fmla="*/ 1476708 w 2465559"/>
                <a:gd name="connsiteY36-15148" fmla="*/ 444983 h 4937007"/>
                <a:gd name="connsiteX37-15149" fmla="*/ 1272504 w 2465559"/>
                <a:gd name="connsiteY37-15150" fmla="*/ 409167 h 4937007"/>
                <a:gd name="connsiteX38-15151" fmla="*/ 1054449 w 2465559"/>
                <a:gd name="connsiteY38-15152" fmla="*/ 451446 h 4937007"/>
                <a:gd name="connsiteX39-15153" fmla="*/ 1035399 w 2465559"/>
                <a:gd name="connsiteY39-15154" fmla="*/ 263036 h 4937007"/>
                <a:gd name="connsiteX40-15155" fmla="*/ 869490 w 2465559"/>
                <a:gd name="connsiteY40-15156" fmla="*/ 71127 h 4937007"/>
                <a:gd name="connsiteX41-15157" fmla="*/ 597249 w 2465559"/>
                <a:gd name="connsiteY41-15158" fmla="*/ 12907 h 4937007"/>
                <a:gd name="connsiteX42-15159" fmla="*/ 475951 w 2465559"/>
                <a:gd name="connsiteY42-15160" fmla="*/ 516760 h 4937007"/>
                <a:gd name="connsiteX43-15161" fmla="*/ 616105 w 2465559"/>
                <a:gd name="connsiteY43-15162" fmla="*/ 724609 h 4937007"/>
                <a:gd name="connsiteX44-15163" fmla="*/ 319712 w 2465559"/>
                <a:gd name="connsiteY44-15164" fmla="*/ 1088309 h 4937007"/>
                <a:gd name="connsiteX45-15165" fmla="*/ 189084 w 2465559"/>
                <a:gd name="connsiteY45-15166" fmla="*/ 852857 h 4937007"/>
                <a:gd name="connsiteX46-15167" fmla="*/ 275879 w 2465559"/>
                <a:gd name="connsiteY46-15168" fmla="*/ 811890 h 4937007"/>
                <a:gd name="connsiteX47-15169" fmla="*/ 355140 w 2465559"/>
                <a:gd name="connsiteY47-15170" fmla="*/ 730733 h 4937007"/>
                <a:gd name="connsiteX48-15171" fmla="*/ 343233 w 2465559"/>
                <a:gd name="connsiteY48-15172" fmla="*/ 530708 h 4937007"/>
                <a:gd name="connsiteX49-15173" fmla="*/ 147388 w 2465559"/>
                <a:gd name="connsiteY49-15174" fmla="*/ 542954 h 4937007"/>
                <a:gd name="connsiteX0-15175" fmla="*/ 147388 w 2465559"/>
                <a:gd name="connsiteY0-15176" fmla="*/ 542954 h 4937007"/>
                <a:gd name="connsiteX1-15177" fmla="*/ 90 w 2465559"/>
                <a:gd name="connsiteY1-15178" fmla="*/ 796679 h 4937007"/>
                <a:gd name="connsiteX2-15179" fmla="*/ 37413 w 2465559"/>
                <a:gd name="connsiteY2-15180" fmla="*/ 973960 h 4937007"/>
                <a:gd name="connsiteX3-15181" fmla="*/ 266304 w 2465559"/>
                <a:gd name="connsiteY3-15182" fmla="*/ 1713265 h 4937007"/>
                <a:gd name="connsiteX4-15183" fmla="*/ 671894 w 2465559"/>
                <a:gd name="connsiteY4-15184" fmla="*/ 1552458 h 4937007"/>
                <a:gd name="connsiteX5-15185" fmla="*/ 961143 w 2465559"/>
                <a:gd name="connsiteY5-15186" fmla="*/ 1720409 h 4937007"/>
                <a:gd name="connsiteX6-15187" fmla="*/ 989135 w 2465559"/>
                <a:gd name="connsiteY6-15188" fmla="*/ 1916352 h 4937007"/>
                <a:gd name="connsiteX7-15189" fmla="*/ 961143 w 2465559"/>
                <a:gd name="connsiteY7-15190" fmla="*/ 2093828 h 4937007"/>
                <a:gd name="connsiteX8-15191" fmla="*/ 520418 w 2465559"/>
                <a:gd name="connsiteY8-15192" fmla="*/ 2903404 h 4937007"/>
                <a:gd name="connsiteX9-15193" fmla="*/ 501757 w 2465559"/>
                <a:gd name="connsiteY9-15194" fmla="*/ 3339562 h 4937007"/>
                <a:gd name="connsiteX10-15195" fmla="*/ 475951 w 2465559"/>
                <a:gd name="connsiteY10-15196" fmla="*/ 4286717 h 4937007"/>
                <a:gd name="connsiteX11-15197" fmla="*/ 401307 w 2465559"/>
                <a:gd name="connsiteY11-15198" fmla="*/ 4771520 h 4937007"/>
                <a:gd name="connsiteX12-15199" fmla="*/ 200990 w 2465559"/>
                <a:gd name="connsiteY12-15200" fmla="*/ 4890438 h 4937007"/>
                <a:gd name="connsiteX13-15201" fmla="*/ 438484 w 2465559"/>
                <a:gd name="connsiteY13-15202" fmla="*/ 4928877 h 4937007"/>
                <a:gd name="connsiteX14-15203" fmla="*/ 585343 w 2465559"/>
                <a:gd name="connsiteY14-15204" fmla="*/ 4780656 h 4937007"/>
                <a:gd name="connsiteX15-15205" fmla="*/ 849176 w 2465559"/>
                <a:gd name="connsiteY15-15206" fmla="*/ 4463609 h 4937007"/>
                <a:gd name="connsiteX16-15207" fmla="*/ 753683 w 2465559"/>
                <a:gd name="connsiteY16-15208" fmla="*/ 4304940 h 4937007"/>
                <a:gd name="connsiteX17-15209" fmla="*/ 909679 w 2465559"/>
                <a:gd name="connsiteY17-15210" fmla="*/ 3694564 h 4937007"/>
                <a:gd name="connsiteX18-15211" fmla="*/ 867643 w 2465559"/>
                <a:gd name="connsiteY18-15212" fmla="*/ 3120390 h 4937007"/>
                <a:gd name="connsiteX19-15213" fmla="*/ 1365129 w 2465559"/>
                <a:gd name="connsiteY19-15214" fmla="*/ 2671937 h 4937007"/>
                <a:gd name="connsiteX20-15215" fmla="*/ 1495176 w 2465559"/>
                <a:gd name="connsiteY20-15216" fmla="*/ 3437048 h 4937007"/>
                <a:gd name="connsiteX21-15217" fmla="*/ 1175747 w 2465559"/>
                <a:gd name="connsiteY21-15218" fmla="*/ 4186267 h 4937007"/>
                <a:gd name="connsiteX22-15219" fmla="*/ 933151 w 2465559"/>
                <a:gd name="connsiteY22-15220" fmla="*/ 4771520 h 4937007"/>
                <a:gd name="connsiteX23-15221" fmla="*/ 1231731 w 2465559"/>
                <a:gd name="connsiteY23-15222" fmla="*/ 4827503 h 4937007"/>
                <a:gd name="connsiteX24-15223" fmla="*/ 1642278 w 2465559"/>
                <a:gd name="connsiteY24-15224" fmla="*/ 4883487 h 4937007"/>
                <a:gd name="connsiteX25-15225" fmla="*/ 1698262 w 2465559"/>
                <a:gd name="connsiteY25-15226" fmla="*/ 4827503 h 4937007"/>
                <a:gd name="connsiteX26-15227" fmla="*/ 1271241 w 2465559"/>
                <a:gd name="connsiteY26-15228" fmla="*/ 4605172 h 4937007"/>
                <a:gd name="connsiteX27-15229" fmla="*/ 1728440 w 2465559"/>
                <a:gd name="connsiteY27-15230" fmla="*/ 3691355 h 4937007"/>
                <a:gd name="connsiteX28-15231" fmla="*/ 1868399 w 2465559"/>
                <a:gd name="connsiteY28-15232" fmla="*/ 3372511 h 4937007"/>
                <a:gd name="connsiteX29-15233" fmla="*/ 1971036 w 2465559"/>
                <a:gd name="connsiteY29-15234" fmla="*/ 2205796 h 4937007"/>
                <a:gd name="connsiteX30-15235" fmla="*/ 1959519 w 2465559"/>
                <a:gd name="connsiteY30-15236" fmla="*/ 1972336 h 4937007"/>
                <a:gd name="connsiteX31-15237" fmla="*/ 2010109 w 2465559"/>
                <a:gd name="connsiteY31-15238" fmla="*/ 1807058 h 4937007"/>
                <a:gd name="connsiteX32-15239" fmla="*/ 2103414 w 2465559"/>
                <a:gd name="connsiteY32-15240" fmla="*/ 1648584 h 4937007"/>
                <a:gd name="connsiteX33-15241" fmla="*/ 2324434 w 2465559"/>
                <a:gd name="connsiteY33-15242" fmla="*/ 1337952 h 4937007"/>
                <a:gd name="connsiteX34-15243" fmla="*/ 2465559 w 2465559"/>
                <a:gd name="connsiteY34-15244" fmla="*/ 1020807 h 4937007"/>
                <a:gd name="connsiteX35-15245" fmla="*/ 1938671 w 2465559"/>
                <a:gd name="connsiteY35-15246" fmla="*/ 589607 h 4937007"/>
                <a:gd name="connsiteX36-15247" fmla="*/ 1476708 w 2465559"/>
                <a:gd name="connsiteY36-15248" fmla="*/ 444983 h 4937007"/>
                <a:gd name="connsiteX37-15249" fmla="*/ 1272504 w 2465559"/>
                <a:gd name="connsiteY37-15250" fmla="*/ 409167 h 4937007"/>
                <a:gd name="connsiteX38-15251" fmla="*/ 1054449 w 2465559"/>
                <a:gd name="connsiteY38-15252" fmla="*/ 451446 h 4937007"/>
                <a:gd name="connsiteX39-15253" fmla="*/ 1035399 w 2465559"/>
                <a:gd name="connsiteY39-15254" fmla="*/ 263036 h 4937007"/>
                <a:gd name="connsiteX40-15255" fmla="*/ 869490 w 2465559"/>
                <a:gd name="connsiteY40-15256" fmla="*/ 71127 h 4937007"/>
                <a:gd name="connsiteX41-15257" fmla="*/ 597249 w 2465559"/>
                <a:gd name="connsiteY41-15258" fmla="*/ 12907 h 4937007"/>
                <a:gd name="connsiteX42-15259" fmla="*/ 475951 w 2465559"/>
                <a:gd name="connsiteY42-15260" fmla="*/ 516760 h 4937007"/>
                <a:gd name="connsiteX43-15261" fmla="*/ 616105 w 2465559"/>
                <a:gd name="connsiteY43-15262" fmla="*/ 724609 h 4937007"/>
                <a:gd name="connsiteX44-15263" fmla="*/ 319712 w 2465559"/>
                <a:gd name="connsiteY44-15264" fmla="*/ 1088309 h 4937007"/>
                <a:gd name="connsiteX45-15265" fmla="*/ 189084 w 2465559"/>
                <a:gd name="connsiteY45-15266" fmla="*/ 852857 h 4937007"/>
                <a:gd name="connsiteX46-15267" fmla="*/ 275879 w 2465559"/>
                <a:gd name="connsiteY46-15268" fmla="*/ 811890 h 4937007"/>
                <a:gd name="connsiteX47-15269" fmla="*/ 355140 w 2465559"/>
                <a:gd name="connsiteY47-15270" fmla="*/ 730733 h 4937007"/>
                <a:gd name="connsiteX48-15271" fmla="*/ 343233 w 2465559"/>
                <a:gd name="connsiteY48-15272" fmla="*/ 530708 h 4937007"/>
                <a:gd name="connsiteX49-15273" fmla="*/ 147388 w 2465559"/>
                <a:gd name="connsiteY49-15274" fmla="*/ 542954 h 4937007"/>
                <a:gd name="connsiteX0-15275" fmla="*/ 147388 w 2465559"/>
                <a:gd name="connsiteY0-15276" fmla="*/ 542954 h 4937007"/>
                <a:gd name="connsiteX1-15277" fmla="*/ 90 w 2465559"/>
                <a:gd name="connsiteY1-15278" fmla="*/ 796679 h 4937007"/>
                <a:gd name="connsiteX2-15279" fmla="*/ 37413 w 2465559"/>
                <a:gd name="connsiteY2-15280" fmla="*/ 973960 h 4937007"/>
                <a:gd name="connsiteX3-15281" fmla="*/ 266304 w 2465559"/>
                <a:gd name="connsiteY3-15282" fmla="*/ 1713265 h 4937007"/>
                <a:gd name="connsiteX4-15283" fmla="*/ 671894 w 2465559"/>
                <a:gd name="connsiteY4-15284" fmla="*/ 1552458 h 4937007"/>
                <a:gd name="connsiteX5-15285" fmla="*/ 961143 w 2465559"/>
                <a:gd name="connsiteY5-15286" fmla="*/ 1720409 h 4937007"/>
                <a:gd name="connsiteX6-15287" fmla="*/ 989135 w 2465559"/>
                <a:gd name="connsiteY6-15288" fmla="*/ 1916352 h 4937007"/>
                <a:gd name="connsiteX7-15289" fmla="*/ 961143 w 2465559"/>
                <a:gd name="connsiteY7-15290" fmla="*/ 2093828 h 4937007"/>
                <a:gd name="connsiteX8-15291" fmla="*/ 520418 w 2465559"/>
                <a:gd name="connsiteY8-15292" fmla="*/ 2903404 h 4937007"/>
                <a:gd name="connsiteX9-15293" fmla="*/ 501757 w 2465559"/>
                <a:gd name="connsiteY9-15294" fmla="*/ 3339562 h 4937007"/>
                <a:gd name="connsiteX10-15295" fmla="*/ 475951 w 2465559"/>
                <a:gd name="connsiteY10-15296" fmla="*/ 4286717 h 4937007"/>
                <a:gd name="connsiteX11-15297" fmla="*/ 401307 w 2465559"/>
                <a:gd name="connsiteY11-15298" fmla="*/ 4771520 h 4937007"/>
                <a:gd name="connsiteX12-15299" fmla="*/ 200990 w 2465559"/>
                <a:gd name="connsiteY12-15300" fmla="*/ 4890438 h 4937007"/>
                <a:gd name="connsiteX13-15301" fmla="*/ 438484 w 2465559"/>
                <a:gd name="connsiteY13-15302" fmla="*/ 4928877 h 4937007"/>
                <a:gd name="connsiteX14-15303" fmla="*/ 585343 w 2465559"/>
                <a:gd name="connsiteY14-15304" fmla="*/ 4780656 h 4937007"/>
                <a:gd name="connsiteX15-15305" fmla="*/ 849176 w 2465559"/>
                <a:gd name="connsiteY15-15306" fmla="*/ 4463609 h 4937007"/>
                <a:gd name="connsiteX16-15307" fmla="*/ 753683 w 2465559"/>
                <a:gd name="connsiteY16-15308" fmla="*/ 4304940 h 4937007"/>
                <a:gd name="connsiteX17-15309" fmla="*/ 909679 w 2465559"/>
                <a:gd name="connsiteY17-15310" fmla="*/ 3694564 h 4937007"/>
                <a:gd name="connsiteX18-15311" fmla="*/ 867643 w 2465559"/>
                <a:gd name="connsiteY18-15312" fmla="*/ 3120390 h 4937007"/>
                <a:gd name="connsiteX19-15313" fmla="*/ 1365129 w 2465559"/>
                <a:gd name="connsiteY19-15314" fmla="*/ 2671937 h 4937007"/>
                <a:gd name="connsiteX20-15315" fmla="*/ 1495176 w 2465559"/>
                <a:gd name="connsiteY20-15316" fmla="*/ 3437048 h 4937007"/>
                <a:gd name="connsiteX21-15317" fmla="*/ 1175747 w 2465559"/>
                <a:gd name="connsiteY21-15318" fmla="*/ 4186267 h 4937007"/>
                <a:gd name="connsiteX22-15319" fmla="*/ 933151 w 2465559"/>
                <a:gd name="connsiteY22-15320" fmla="*/ 4771520 h 4937007"/>
                <a:gd name="connsiteX23-15321" fmla="*/ 1231731 w 2465559"/>
                <a:gd name="connsiteY23-15322" fmla="*/ 4827503 h 4937007"/>
                <a:gd name="connsiteX24-15323" fmla="*/ 1642278 w 2465559"/>
                <a:gd name="connsiteY24-15324" fmla="*/ 4883487 h 4937007"/>
                <a:gd name="connsiteX25-15325" fmla="*/ 1698262 w 2465559"/>
                <a:gd name="connsiteY25-15326" fmla="*/ 4827503 h 4937007"/>
                <a:gd name="connsiteX26-15327" fmla="*/ 1538622 w 2465559"/>
                <a:gd name="connsiteY26-15328" fmla="*/ 4781240 h 4937007"/>
                <a:gd name="connsiteX27-15329" fmla="*/ 1271241 w 2465559"/>
                <a:gd name="connsiteY27-15330" fmla="*/ 4605172 h 4937007"/>
                <a:gd name="connsiteX28-15331" fmla="*/ 1728440 w 2465559"/>
                <a:gd name="connsiteY28-15332" fmla="*/ 3691355 h 4937007"/>
                <a:gd name="connsiteX29-15333" fmla="*/ 1868399 w 2465559"/>
                <a:gd name="connsiteY29-15334" fmla="*/ 3372511 h 4937007"/>
                <a:gd name="connsiteX30-15335" fmla="*/ 1971036 w 2465559"/>
                <a:gd name="connsiteY30-15336" fmla="*/ 2205796 h 4937007"/>
                <a:gd name="connsiteX31-15337" fmla="*/ 1959519 w 2465559"/>
                <a:gd name="connsiteY31-15338" fmla="*/ 1972336 h 4937007"/>
                <a:gd name="connsiteX32-15339" fmla="*/ 2010109 w 2465559"/>
                <a:gd name="connsiteY32-15340" fmla="*/ 1807058 h 4937007"/>
                <a:gd name="connsiteX33-15341" fmla="*/ 2103414 w 2465559"/>
                <a:gd name="connsiteY33-15342" fmla="*/ 1648584 h 4937007"/>
                <a:gd name="connsiteX34-15343" fmla="*/ 2324434 w 2465559"/>
                <a:gd name="connsiteY34-15344" fmla="*/ 1337952 h 4937007"/>
                <a:gd name="connsiteX35-15345" fmla="*/ 2465559 w 2465559"/>
                <a:gd name="connsiteY35-15346" fmla="*/ 1020807 h 4937007"/>
                <a:gd name="connsiteX36-15347" fmla="*/ 1938671 w 2465559"/>
                <a:gd name="connsiteY36-15348" fmla="*/ 589607 h 4937007"/>
                <a:gd name="connsiteX37-15349" fmla="*/ 1476708 w 2465559"/>
                <a:gd name="connsiteY37-15350" fmla="*/ 444983 h 4937007"/>
                <a:gd name="connsiteX38-15351" fmla="*/ 1272504 w 2465559"/>
                <a:gd name="connsiteY38-15352" fmla="*/ 409167 h 4937007"/>
                <a:gd name="connsiteX39-15353" fmla="*/ 1054449 w 2465559"/>
                <a:gd name="connsiteY39-15354" fmla="*/ 451446 h 4937007"/>
                <a:gd name="connsiteX40-15355" fmla="*/ 1035399 w 2465559"/>
                <a:gd name="connsiteY40-15356" fmla="*/ 263036 h 4937007"/>
                <a:gd name="connsiteX41-15357" fmla="*/ 869490 w 2465559"/>
                <a:gd name="connsiteY41-15358" fmla="*/ 71127 h 4937007"/>
                <a:gd name="connsiteX42-15359" fmla="*/ 597249 w 2465559"/>
                <a:gd name="connsiteY42-15360" fmla="*/ 12907 h 4937007"/>
                <a:gd name="connsiteX43-15361" fmla="*/ 475951 w 2465559"/>
                <a:gd name="connsiteY43-15362" fmla="*/ 516760 h 4937007"/>
                <a:gd name="connsiteX44-15363" fmla="*/ 616105 w 2465559"/>
                <a:gd name="connsiteY44-15364" fmla="*/ 724609 h 4937007"/>
                <a:gd name="connsiteX45-15365" fmla="*/ 319712 w 2465559"/>
                <a:gd name="connsiteY45-15366" fmla="*/ 1088309 h 4937007"/>
                <a:gd name="connsiteX46-15367" fmla="*/ 189084 w 2465559"/>
                <a:gd name="connsiteY46-15368" fmla="*/ 852857 h 4937007"/>
                <a:gd name="connsiteX47-15369" fmla="*/ 275879 w 2465559"/>
                <a:gd name="connsiteY47-15370" fmla="*/ 811890 h 4937007"/>
                <a:gd name="connsiteX48-15371" fmla="*/ 355140 w 2465559"/>
                <a:gd name="connsiteY48-15372" fmla="*/ 730733 h 4937007"/>
                <a:gd name="connsiteX49-15373" fmla="*/ 343233 w 2465559"/>
                <a:gd name="connsiteY49-15374" fmla="*/ 530708 h 4937007"/>
                <a:gd name="connsiteX50" fmla="*/ 147388 w 2465559"/>
                <a:gd name="connsiteY50" fmla="*/ 542954 h 4937007"/>
                <a:gd name="connsiteX0-15375" fmla="*/ 147388 w 2465559"/>
                <a:gd name="connsiteY0-15376" fmla="*/ 542954 h 4937007"/>
                <a:gd name="connsiteX1-15377" fmla="*/ 90 w 2465559"/>
                <a:gd name="connsiteY1-15378" fmla="*/ 796679 h 4937007"/>
                <a:gd name="connsiteX2-15379" fmla="*/ 37413 w 2465559"/>
                <a:gd name="connsiteY2-15380" fmla="*/ 973960 h 4937007"/>
                <a:gd name="connsiteX3-15381" fmla="*/ 266304 w 2465559"/>
                <a:gd name="connsiteY3-15382" fmla="*/ 1713265 h 4937007"/>
                <a:gd name="connsiteX4-15383" fmla="*/ 671894 w 2465559"/>
                <a:gd name="connsiteY4-15384" fmla="*/ 1552458 h 4937007"/>
                <a:gd name="connsiteX5-15385" fmla="*/ 961143 w 2465559"/>
                <a:gd name="connsiteY5-15386" fmla="*/ 1720409 h 4937007"/>
                <a:gd name="connsiteX6-15387" fmla="*/ 989135 w 2465559"/>
                <a:gd name="connsiteY6-15388" fmla="*/ 1916352 h 4937007"/>
                <a:gd name="connsiteX7-15389" fmla="*/ 961143 w 2465559"/>
                <a:gd name="connsiteY7-15390" fmla="*/ 2093828 h 4937007"/>
                <a:gd name="connsiteX8-15391" fmla="*/ 520418 w 2465559"/>
                <a:gd name="connsiteY8-15392" fmla="*/ 2903404 h 4937007"/>
                <a:gd name="connsiteX9-15393" fmla="*/ 501757 w 2465559"/>
                <a:gd name="connsiteY9-15394" fmla="*/ 3339562 h 4937007"/>
                <a:gd name="connsiteX10-15395" fmla="*/ 475951 w 2465559"/>
                <a:gd name="connsiteY10-15396" fmla="*/ 4286717 h 4937007"/>
                <a:gd name="connsiteX11-15397" fmla="*/ 401307 w 2465559"/>
                <a:gd name="connsiteY11-15398" fmla="*/ 4771520 h 4937007"/>
                <a:gd name="connsiteX12-15399" fmla="*/ 200990 w 2465559"/>
                <a:gd name="connsiteY12-15400" fmla="*/ 4890438 h 4937007"/>
                <a:gd name="connsiteX13-15401" fmla="*/ 438484 w 2465559"/>
                <a:gd name="connsiteY13-15402" fmla="*/ 4928877 h 4937007"/>
                <a:gd name="connsiteX14-15403" fmla="*/ 585343 w 2465559"/>
                <a:gd name="connsiteY14-15404" fmla="*/ 4780656 h 4937007"/>
                <a:gd name="connsiteX15-15405" fmla="*/ 849176 w 2465559"/>
                <a:gd name="connsiteY15-15406" fmla="*/ 4463609 h 4937007"/>
                <a:gd name="connsiteX16-15407" fmla="*/ 753683 w 2465559"/>
                <a:gd name="connsiteY16-15408" fmla="*/ 4304940 h 4937007"/>
                <a:gd name="connsiteX17-15409" fmla="*/ 909679 w 2465559"/>
                <a:gd name="connsiteY17-15410" fmla="*/ 3694564 h 4937007"/>
                <a:gd name="connsiteX18-15411" fmla="*/ 867643 w 2465559"/>
                <a:gd name="connsiteY18-15412" fmla="*/ 3120390 h 4937007"/>
                <a:gd name="connsiteX19-15413" fmla="*/ 1365129 w 2465559"/>
                <a:gd name="connsiteY19-15414" fmla="*/ 2671937 h 4937007"/>
                <a:gd name="connsiteX20-15415" fmla="*/ 1495176 w 2465559"/>
                <a:gd name="connsiteY20-15416" fmla="*/ 3437048 h 4937007"/>
                <a:gd name="connsiteX21-15417" fmla="*/ 1175747 w 2465559"/>
                <a:gd name="connsiteY21-15418" fmla="*/ 4186267 h 4937007"/>
                <a:gd name="connsiteX22-15419" fmla="*/ 933151 w 2465559"/>
                <a:gd name="connsiteY22-15420" fmla="*/ 4771520 h 4937007"/>
                <a:gd name="connsiteX23-15421" fmla="*/ 1231731 w 2465559"/>
                <a:gd name="connsiteY23-15422" fmla="*/ 4827503 h 4937007"/>
                <a:gd name="connsiteX24-15423" fmla="*/ 1642278 w 2465559"/>
                <a:gd name="connsiteY24-15424" fmla="*/ 4883487 h 4937007"/>
                <a:gd name="connsiteX25-15425" fmla="*/ 1698262 w 2465559"/>
                <a:gd name="connsiteY25-15426" fmla="*/ 4827503 h 4937007"/>
                <a:gd name="connsiteX26-15427" fmla="*/ 1538622 w 2465559"/>
                <a:gd name="connsiteY26-15428" fmla="*/ 4781240 h 4937007"/>
                <a:gd name="connsiteX27-15429" fmla="*/ 1271241 w 2465559"/>
                <a:gd name="connsiteY27-15430" fmla="*/ 4605172 h 4937007"/>
                <a:gd name="connsiteX28-15431" fmla="*/ 1728440 w 2465559"/>
                <a:gd name="connsiteY28-15432" fmla="*/ 3691355 h 4937007"/>
                <a:gd name="connsiteX29-15433" fmla="*/ 1868399 w 2465559"/>
                <a:gd name="connsiteY29-15434" fmla="*/ 3372511 h 4937007"/>
                <a:gd name="connsiteX30-15435" fmla="*/ 1971036 w 2465559"/>
                <a:gd name="connsiteY30-15436" fmla="*/ 2205796 h 4937007"/>
                <a:gd name="connsiteX31-15437" fmla="*/ 1959519 w 2465559"/>
                <a:gd name="connsiteY31-15438" fmla="*/ 1972336 h 4937007"/>
                <a:gd name="connsiteX32-15439" fmla="*/ 2010109 w 2465559"/>
                <a:gd name="connsiteY32-15440" fmla="*/ 1807058 h 4937007"/>
                <a:gd name="connsiteX33-15441" fmla="*/ 2103414 w 2465559"/>
                <a:gd name="connsiteY33-15442" fmla="*/ 1648584 h 4937007"/>
                <a:gd name="connsiteX34-15443" fmla="*/ 2324434 w 2465559"/>
                <a:gd name="connsiteY34-15444" fmla="*/ 1337952 h 4937007"/>
                <a:gd name="connsiteX35-15445" fmla="*/ 2465559 w 2465559"/>
                <a:gd name="connsiteY35-15446" fmla="*/ 1020807 h 4937007"/>
                <a:gd name="connsiteX36-15447" fmla="*/ 1938671 w 2465559"/>
                <a:gd name="connsiteY36-15448" fmla="*/ 589607 h 4937007"/>
                <a:gd name="connsiteX37-15449" fmla="*/ 1476708 w 2465559"/>
                <a:gd name="connsiteY37-15450" fmla="*/ 444983 h 4937007"/>
                <a:gd name="connsiteX38-15451" fmla="*/ 1272504 w 2465559"/>
                <a:gd name="connsiteY38-15452" fmla="*/ 409167 h 4937007"/>
                <a:gd name="connsiteX39-15453" fmla="*/ 1054449 w 2465559"/>
                <a:gd name="connsiteY39-15454" fmla="*/ 451446 h 4937007"/>
                <a:gd name="connsiteX40-15455" fmla="*/ 1035399 w 2465559"/>
                <a:gd name="connsiteY40-15456" fmla="*/ 263036 h 4937007"/>
                <a:gd name="connsiteX41-15457" fmla="*/ 869490 w 2465559"/>
                <a:gd name="connsiteY41-15458" fmla="*/ 71127 h 4937007"/>
                <a:gd name="connsiteX42-15459" fmla="*/ 597249 w 2465559"/>
                <a:gd name="connsiteY42-15460" fmla="*/ 12907 h 4937007"/>
                <a:gd name="connsiteX43-15461" fmla="*/ 475951 w 2465559"/>
                <a:gd name="connsiteY43-15462" fmla="*/ 516760 h 4937007"/>
                <a:gd name="connsiteX44-15463" fmla="*/ 616105 w 2465559"/>
                <a:gd name="connsiteY44-15464" fmla="*/ 724609 h 4937007"/>
                <a:gd name="connsiteX45-15465" fmla="*/ 319712 w 2465559"/>
                <a:gd name="connsiteY45-15466" fmla="*/ 1088309 h 4937007"/>
                <a:gd name="connsiteX46-15467" fmla="*/ 189084 w 2465559"/>
                <a:gd name="connsiteY46-15468" fmla="*/ 852857 h 4937007"/>
                <a:gd name="connsiteX47-15469" fmla="*/ 275879 w 2465559"/>
                <a:gd name="connsiteY47-15470" fmla="*/ 811890 h 4937007"/>
                <a:gd name="connsiteX48-15471" fmla="*/ 355140 w 2465559"/>
                <a:gd name="connsiteY48-15472" fmla="*/ 730733 h 4937007"/>
                <a:gd name="connsiteX49-15473" fmla="*/ 343233 w 2465559"/>
                <a:gd name="connsiteY49-15474" fmla="*/ 530708 h 4937007"/>
                <a:gd name="connsiteX50-15475" fmla="*/ 147388 w 2465559"/>
                <a:gd name="connsiteY50-15476" fmla="*/ 542954 h 4937007"/>
                <a:gd name="connsiteX0-15477" fmla="*/ 147388 w 2465559"/>
                <a:gd name="connsiteY0-15478" fmla="*/ 542954 h 4937007"/>
                <a:gd name="connsiteX1-15479" fmla="*/ 90 w 2465559"/>
                <a:gd name="connsiteY1-15480" fmla="*/ 796679 h 4937007"/>
                <a:gd name="connsiteX2-15481" fmla="*/ 37413 w 2465559"/>
                <a:gd name="connsiteY2-15482" fmla="*/ 973960 h 4937007"/>
                <a:gd name="connsiteX3-15483" fmla="*/ 266304 w 2465559"/>
                <a:gd name="connsiteY3-15484" fmla="*/ 1713265 h 4937007"/>
                <a:gd name="connsiteX4-15485" fmla="*/ 671894 w 2465559"/>
                <a:gd name="connsiteY4-15486" fmla="*/ 1552458 h 4937007"/>
                <a:gd name="connsiteX5-15487" fmla="*/ 961143 w 2465559"/>
                <a:gd name="connsiteY5-15488" fmla="*/ 1720409 h 4937007"/>
                <a:gd name="connsiteX6-15489" fmla="*/ 989135 w 2465559"/>
                <a:gd name="connsiteY6-15490" fmla="*/ 1916352 h 4937007"/>
                <a:gd name="connsiteX7-15491" fmla="*/ 961143 w 2465559"/>
                <a:gd name="connsiteY7-15492" fmla="*/ 2093828 h 4937007"/>
                <a:gd name="connsiteX8-15493" fmla="*/ 520418 w 2465559"/>
                <a:gd name="connsiteY8-15494" fmla="*/ 2903404 h 4937007"/>
                <a:gd name="connsiteX9-15495" fmla="*/ 501757 w 2465559"/>
                <a:gd name="connsiteY9-15496" fmla="*/ 3339562 h 4937007"/>
                <a:gd name="connsiteX10-15497" fmla="*/ 475951 w 2465559"/>
                <a:gd name="connsiteY10-15498" fmla="*/ 4286717 h 4937007"/>
                <a:gd name="connsiteX11-15499" fmla="*/ 401307 w 2465559"/>
                <a:gd name="connsiteY11-15500" fmla="*/ 4771520 h 4937007"/>
                <a:gd name="connsiteX12-15501" fmla="*/ 200990 w 2465559"/>
                <a:gd name="connsiteY12-15502" fmla="*/ 4890438 h 4937007"/>
                <a:gd name="connsiteX13-15503" fmla="*/ 438484 w 2465559"/>
                <a:gd name="connsiteY13-15504" fmla="*/ 4928877 h 4937007"/>
                <a:gd name="connsiteX14-15505" fmla="*/ 585343 w 2465559"/>
                <a:gd name="connsiteY14-15506" fmla="*/ 4780656 h 4937007"/>
                <a:gd name="connsiteX15-15507" fmla="*/ 849176 w 2465559"/>
                <a:gd name="connsiteY15-15508" fmla="*/ 4463609 h 4937007"/>
                <a:gd name="connsiteX16-15509" fmla="*/ 753683 w 2465559"/>
                <a:gd name="connsiteY16-15510" fmla="*/ 4304940 h 4937007"/>
                <a:gd name="connsiteX17-15511" fmla="*/ 909679 w 2465559"/>
                <a:gd name="connsiteY17-15512" fmla="*/ 3694564 h 4937007"/>
                <a:gd name="connsiteX18-15513" fmla="*/ 867643 w 2465559"/>
                <a:gd name="connsiteY18-15514" fmla="*/ 3120390 h 4937007"/>
                <a:gd name="connsiteX19-15515" fmla="*/ 1365129 w 2465559"/>
                <a:gd name="connsiteY19-15516" fmla="*/ 2671937 h 4937007"/>
                <a:gd name="connsiteX20-15517" fmla="*/ 1495176 w 2465559"/>
                <a:gd name="connsiteY20-15518" fmla="*/ 3437048 h 4937007"/>
                <a:gd name="connsiteX21-15519" fmla="*/ 1175747 w 2465559"/>
                <a:gd name="connsiteY21-15520" fmla="*/ 4186267 h 4937007"/>
                <a:gd name="connsiteX22-15521" fmla="*/ 933151 w 2465559"/>
                <a:gd name="connsiteY22-15522" fmla="*/ 4771520 h 4937007"/>
                <a:gd name="connsiteX23-15523" fmla="*/ 1231731 w 2465559"/>
                <a:gd name="connsiteY23-15524" fmla="*/ 4827503 h 4937007"/>
                <a:gd name="connsiteX24-15525" fmla="*/ 1642278 w 2465559"/>
                <a:gd name="connsiteY24-15526" fmla="*/ 4883487 h 4937007"/>
                <a:gd name="connsiteX25-15527" fmla="*/ 1698262 w 2465559"/>
                <a:gd name="connsiteY25-15528" fmla="*/ 4827503 h 4937007"/>
                <a:gd name="connsiteX26-15529" fmla="*/ 1538622 w 2465559"/>
                <a:gd name="connsiteY26-15530" fmla="*/ 4781240 h 4937007"/>
                <a:gd name="connsiteX27-15531" fmla="*/ 1271241 w 2465559"/>
                <a:gd name="connsiteY27-15532" fmla="*/ 4605172 h 4937007"/>
                <a:gd name="connsiteX28-15533" fmla="*/ 1728440 w 2465559"/>
                <a:gd name="connsiteY28-15534" fmla="*/ 3691355 h 4937007"/>
                <a:gd name="connsiteX29-15535" fmla="*/ 1868399 w 2465559"/>
                <a:gd name="connsiteY29-15536" fmla="*/ 3372511 h 4937007"/>
                <a:gd name="connsiteX30-15537" fmla="*/ 1971036 w 2465559"/>
                <a:gd name="connsiteY30-15538" fmla="*/ 2205796 h 4937007"/>
                <a:gd name="connsiteX31-15539" fmla="*/ 1959519 w 2465559"/>
                <a:gd name="connsiteY31-15540" fmla="*/ 1972336 h 4937007"/>
                <a:gd name="connsiteX32-15541" fmla="*/ 2010109 w 2465559"/>
                <a:gd name="connsiteY32-15542" fmla="*/ 1807058 h 4937007"/>
                <a:gd name="connsiteX33-15543" fmla="*/ 2103414 w 2465559"/>
                <a:gd name="connsiteY33-15544" fmla="*/ 1648584 h 4937007"/>
                <a:gd name="connsiteX34-15545" fmla="*/ 2324434 w 2465559"/>
                <a:gd name="connsiteY34-15546" fmla="*/ 1337952 h 4937007"/>
                <a:gd name="connsiteX35-15547" fmla="*/ 2465559 w 2465559"/>
                <a:gd name="connsiteY35-15548" fmla="*/ 1020807 h 4937007"/>
                <a:gd name="connsiteX36-15549" fmla="*/ 1938671 w 2465559"/>
                <a:gd name="connsiteY36-15550" fmla="*/ 589607 h 4937007"/>
                <a:gd name="connsiteX37-15551" fmla="*/ 1476708 w 2465559"/>
                <a:gd name="connsiteY37-15552" fmla="*/ 444983 h 4937007"/>
                <a:gd name="connsiteX38-15553" fmla="*/ 1272504 w 2465559"/>
                <a:gd name="connsiteY38-15554" fmla="*/ 409167 h 4937007"/>
                <a:gd name="connsiteX39-15555" fmla="*/ 1054449 w 2465559"/>
                <a:gd name="connsiteY39-15556" fmla="*/ 451446 h 4937007"/>
                <a:gd name="connsiteX40-15557" fmla="*/ 1035399 w 2465559"/>
                <a:gd name="connsiteY40-15558" fmla="*/ 263036 h 4937007"/>
                <a:gd name="connsiteX41-15559" fmla="*/ 869490 w 2465559"/>
                <a:gd name="connsiteY41-15560" fmla="*/ 71127 h 4937007"/>
                <a:gd name="connsiteX42-15561" fmla="*/ 597249 w 2465559"/>
                <a:gd name="connsiteY42-15562" fmla="*/ 12907 h 4937007"/>
                <a:gd name="connsiteX43-15563" fmla="*/ 475951 w 2465559"/>
                <a:gd name="connsiteY43-15564" fmla="*/ 516760 h 4937007"/>
                <a:gd name="connsiteX44-15565" fmla="*/ 616105 w 2465559"/>
                <a:gd name="connsiteY44-15566" fmla="*/ 724609 h 4937007"/>
                <a:gd name="connsiteX45-15567" fmla="*/ 319712 w 2465559"/>
                <a:gd name="connsiteY45-15568" fmla="*/ 1088309 h 4937007"/>
                <a:gd name="connsiteX46-15569" fmla="*/ 189084 w 2465559"/>
                <a:gd name="connsiteY46-15570" fmla="*/ 852857 h 4937007"/>
                <a:gd name="connsiteX47-15571" fmla="*/ 275879 w 2465559"/>
                <a:gd name="connsiteY47-15572" fmla="*/ 811890 h 4937007"/>
                <a:gd name="connsiteX48-15573" fmla="*/ 355140 w 2465559"/>
                <a:gd name="connsiteY48-15574" fmla="*/ 730733 h 4937007"/>
                <a:gd name="connsiteX49-15575" fmla="*/ 343233 w 2465559"/>
                <a:gd name="connsiteY49-15576" fmla="*/ 530708 h 4937007"/>
                <a:gd name="connsiteX50-15577" fmla="*/ 147388 w 2465559"/>
                <a:gd name="connsiteY50-15578" fmla="*/ 542954 h 4937007"/>
                <a:gd name="connsiteX0-15579" fmla="*/ 147388 w 2465559"/>
                <a:gd name="connsiteY0-15580" fmla="*/ 542954 h 4937007"/>
                <a:gd name="connsiteX1-15581" fmla="*/ 90 w 2465559"/>
                <a:gd name="connsiteY1-15582" fmla="*/ 796679 h 4937007"/>
                <a:gd name="connsiteX2-15583" fmla="*/ 37413 w 2465559"/>
                <a:gd name="connsiteY2-15584" fmla="*/ 973960 h 4937007"/>
                <a:gd name="connsiteX3-15585" fmla="*/ 266304 w 2465559"/>
                <a:gd name="connsiteY3-15586" fmla="*/ 1713265 h 4937007"/>
                <a:gd name="connsiteX4-15587" fmla="*/ 671894 w 2465559"/>
                <a:gd name="connsiteY4-15588" fmla="*/ 1552458 h 4937007"/>
                <a:gd name="connsiteX5-15589" fmla="*/ 961143 w 2465559"/>
                <a:gd name="connsiteY5-15590" fmla="*/ 1720409 h 4937007"/>
                <a:gd name="connsiteX6-15591" fmla="*/ 989135 w 2465559"/>
                <a:gd name="connsiteY6-15592" fmla="*/ 1916352 h 4937007"/>
                <a:gd name="connsiteX7-15593" fmla="*/ 961143 w 2465559"/>
                <a:gd name="connsiteY7-15594" fmla="*/ 2093828 h 4937007"/>
                <a:gd name="connsiteX8-15595" fmla="*/ 520418 w 2465559"/>
                <a:gd name="connsiteY8-15596" fmla="*/ 2903404 h 4937007"/>
                <a:gd name="connsiteX9-15597" fmla="*/ 501757 w 2465559"/>
                <a:gd name="connsiteY9-15598" fmla="*/ 3339562 h 4937007"/>
                <a:gd name="connsiteX10-15599" fmla="*/ 475951 w 2465559"/>
                <a:gd name="connsiteY10-15600" fmla="*/ 4286717 h 4937007"/>
                <a:gd name="connsiteX11-15601" fmla="*/ 401307 w 2465559"/>
                <a:gd name="connsiteY11-15602" fmla="*/ 4771520 h 4937007"/>
                <a:gd name="connsiteX12-15603" fmla="*/ 200990 w 2465559"/>
                <a:gd name="connsiteY12-15604" fmla="*/ 4890438 h 4937007"/>
                <a:gd name="connsiteX13-15605" fmla="*/ 438484 w 2465559"/>
                <a:gd name="connsiteY13-15606" fmla="*/ 4928877 h 4937007"/>
                <a:gd name="connsiteX14-15607" fmla="*/ 585343 w 2465559"/>
                <a:gd name="connsiteY14-15608" fmla="*/ 4780656 h 4937007"/>
                <a:gd name="connsiteX15-15609" fmla="*/ 849176 w 2465559"/>
                <a:gd name="connsiteY15-15610" fmla="*/ 4463609 h 4937007"/>
                <a:gd name="connsiteX16-15611" fmla="*/ 753683 w 2465559"/>
                <a:gd name="connsiteY16-15612" fmla="*/ 4304940 h 4937007"/>
                <a:gd name="connsiteX17-15613" fmla="*/ 909679 w 2465559"/>
                <a:gd name="connsiteY17-15614" fmla="*/ 3694564 h 4937007"/>
                <a:gd name="connsiteX18-15615" fmla="*/ 867643 w 2465559"/>
                <a:gd name="connsiteY18-15616" fmla="*/ 3120390 h 4937007"/>
                <a:gd name="connsiteX19-15617" fmla="*/ 1365129 w 2465559"/>
                <a:gd name="connsiteY19-15618" fmla="*/ 2671937 h 4937007"/>
                <a:gd name="connsiteX20-15619" fmla="*/ 1495176 w 2465559"/>
                <a:gd name="connsiteY20-15620" fmla="*/ 3437048 h 4937007"/>
                <a:gd name="connsiteX21-15621" fmla="*/ 1175747 w 2465559"/>
                <a:gd name="connsiteY21-15622" fmla="*/ 4186267 h 4937007"/>
                <a:gd name="connsiteX22-15623" fmla="*/ 933151 w 2465559"/>
                <a:gd name="connsiteY22-15624" fmla="*/ 4771520 h 4937007"/>
                <a:gd name="connsiteX23-15625" fmla="*/ 1231731 w 2465559"/>
                <a:gd name="connsiteY23-15626" fmla="*/ 4827503 h 4937007"/>
                <a:gd name="connsiteX24-15627" fmla="*/ 1642278 w 2465559"/>
                <a:gd name="connsiteY24-15628" fmla="*/ 4883487 h 4937007"/>
                <a:gd name="connsiteX25-15629" fmla="*/ 1698262 w 2465559"/>
                <a:gd name="connsiteY25-15630" fmla="*/ 4827503 h 4937007"/>
                <a:gd name="connsiteX26-15631" fmla="*/ 1538622 w 2465559"/>
                <a:gd name="connsiteY26-15632" fmla="*/ 4781240 h 4937007"/>
                <a:gd name="connsiteX27-15633" fmla="*/ 1271241 w 2465559"/>
                <a:gd name="connsiteY27-15634" fmla="*/ 4605172 h 4937007"/>
                <a:gd name="connsiteX28-15635" fmla="*/ 1728440 w 2465559"/>
                <a:gd name="connsiteY28-15636" fmla="*/ 3691355 h 4937007"/>
                <a:gd name="connsiteX29-15637" fmla="*/ 1868399 w 2465559"/>
                <a:gd name="connsiteY29-15638" fmla="*/ 3372511 h 4937007"/>
                <a:gd name="connsiteX30-15639" fmla="*/ 1971036 w 2465559"/>
                <a:gd name="connsiteY30-15640" fmla="*/ 2205796 h 4937007"/>
                <a:gd name="connsiteX31-15641" fmla="*/ 1959519 w 2465559"/>
                <a:gd name="connsiteY31-15642" fmla="*/ 1972336 h 4937007"/>
                <a:gd name="connsiteX32-15643" fmla="*/ 2010109 w 2465559"/>
                <a:gd name="connsiteY32-15644" fmla="*/ 1807058 h 4937007"/>
                <a:gd name="connsiteX33-15645" fmla="*/ 2103414 w 2465559"/>
                <a:gd name="connsiteY33-15646" fmla="*/ 1648584 h 4937007"/>
                <a:gd name="connsiteX34-15647" fmla="*/ 2324434 w 2465559"/>
                <a:gd name="connsiteY34-15648" fmla="*/ 1337952 h 4937007"/>
                <a:gd name="connsiteX35-15649" fmla="*/ 2465559 w 2465559"/>
                <a:gd name="connsiteY35-15650" fmla="*/ 1020807 h 4937007"/>
                <a:gd name="connsiteX36-15651" fmla="*/ 1938671 w 2465559"/>
                <a:gd name="connsiteY36-15652" fmla="*/ 589607 h 4937007"/>
                <a:gd name="connsiteX37-15653" fmla="*/ 1476708 w 2465559"/>
                <a:gd name="connsiteY37-15654" fmla="*/ 444983 h 4937007"/>
                <a:gd name="connsiteX38-15655" fmla="*/ 1272504 w 2465559"/>
                <a:gd name="connsiteY38-15656" fmla="*/ 409167 h 4937007"/>
                <a:gd name="connsiteX39-15657" fmla="*/ 1054449 w 2465559"/>
                <a:gd name="connsiteY39-15658" fmla="*/ 451446 h 4937007"/>
                <a:gd name="connsiteX40-15659" fmla="*/ 1035399 w 2465559"/>
                <a:gd name="connsiteY40-15660" fmla="*/ 263036 h 4937007"/>
                <a:gd name="connsiteX41-15661" fmla="*/ 869490 w 2465559"/>
                <a:gd name="connsiteY41-15662" fmla="*/ 71127 h 4937007"/>
                <a:gd name="connsiteX42-15663" fmla="*/ 597249 w 2465559"/>
                <a:gd name="connsiteY42-15664" fmla="*/ 12907 h 4937007"/>
                <a:gd name="connsiteX43-15665" fmla="*/ 475951 w 2465559"/>
                <a:gd name="connsiteY43-15666" fmla="*/ 516760 h 4937007"/>
                <a:gd name="connsiteX44-15667" fmla="*/ 616105 w 2465559"/>
                <a:gd name="connsiteY44-15668" fmla="*/ 724609 h 4937007"/>
                <a:gd name="connsiteX45-15669" fmla="*/ 319712 w 2465559"/>
                <a:gd name="connsiteY45-15670" fmla="*/ 1088309 h 4937007"/>
                <a:gd name="connsiteX46-15671" fmla="*/ 189084 w 2465559"/>
                <a:gd name="connsiteY46-15672" fmla="*/ 852857 h 4937007"/>
                <a:gd name="connsiteX47-15673" fmla="*/ 275879 w 2465559"/>
                <a:gd name="connsiteY47-15674" fmla="*/ 811890 h 4937007"/>
                <a:gd name="connsiteX48-15675" fmla="*/ 355140 w 2465559"/>
                <a:gd name="connsiteY48-15676" fmla="*/ 730733 h 4937007"/>
                <a:gd name="connsiteX49-15677" fmla="*/ 343233 w 2465559"/>
                <a:gd name="connsiteY49-15678" fmla="*/ 530708 h 4937007"/>
                <a:gd name="connsiteX50-15679" fmla="*/ 147388 w 2465559"/>
                <a:gd name="connsiteY50-15680" fmla="*/ 542954 h 4937007"/>
                <a:gd name="connsiteX0-15681" fmla="*/ 147388 w 2465559"/>
                <a:gd name="connsiteY0-15682" fmla="*/ 542954 h 4937007"/>
                <a:gd name="connsiteX1-15683" fmla="*/ 90 w 2465559"/>
                <a:gd name="connsiteY1-15684" fmla="*/ 796679 h 4937007"/>
                <a:gd name="connsiteX2-15685" fmla="*/ 37413 w 2465559"/>
                <a:gd name="connsiteY2-15686" fmla="*/ 973960 h 4937007"/>
                <a:gd name="connsiteX3-15687" fmla="*/ 266304 w 2465559"/>
                <a:gd name="connsiteY3-15688" fmla="*/ 1713265 h 4937007"/>
                <a:gd name="connsiteX4-15689" fmla="*/ 671894 w 2465559"/>
                <a:gd name="connsiteY4-15690" fmla="*/ 1552458 h 4937007"/>
                <a:gd name="connsiteX5-15691" fmla="*/ 961143 w 2465559"/>
                <a:gd name="connsiteY5-15692" fmla="*/ 1720409 h 4937007"/>
                <a:gd name="connsiteX6-15693" fmla="*/ 989135 w 2465559"/>
                <a:gd name="connsiteY6-15694" fmla="*/ 1916352 h 4937007"/>
                <a:gd name="connsiteX7-15695" fmla="*/ 961143 w 2465559"/>
                <a:gd name="connsiteY7-15696" fmla="*/ 2093828 h 4937007"/>
                <a:gd name="connsiteX8-15697" fmla="*/ 520418 w 2465559"/>
                <a:gd name="connsiteY8-15698" fmla="*/ 2903404 h 4937007"/>
                <a:gd name="connsiteX9-15699" fmla="*/ 501757 w 2465559"/>
                <a:gd name="connsiteY9-15700" fmla="*/ 3339562 h 4937007"/>
                <a:gd name="connsiteX10-15701" fmla="*/ 475951 w 2465559"/>
                <a:gd name="connsiteY10-15702" fmla="*/ 4286717 h 4937007"/>
                <a:gd name="connsiteX11-15703" fmla="*/ 401307 w 2465559"/>
                <a:gd name="connsiteY11-15704" fmla="*/ 4771520 h 4937007"/>
                <a:gd name="connsiteX12-15705" fmla="*/ 200990 w 2465559"/>
                <a:gd name="connsiteY12-15706" fmla="*/ 4890438 h 4937007"/>
                <a:gd name="connsiteX13-15707" fmla="*/ 438484 w 2465559"/>
                <a:gd name="connsiteY13-15708" fmla="*/ 4928877 h 4937007"/>
                <a:gd name="connsiteX14-15709" fmla="*/ 585343 w 2465559"/>
                <a:gd name="connsiteY14-15710" fmla="*/ 4780656 h 4937007"/>
                <a:gd name="connsiteX15-15711" fmla="*/ 849176 w 2465559"/>
                <a:gd name="connsiteY15-15712" fmla="*/ 4463609 h 4937007"/>
                <a:gd name="connsiteX16-15713" fmla="*/ 753683 w 2465559"/>
                <a:gd name="connsiteY16-15714" fmla="*/ 4304940 h 4937007"/>
                <a:gd name="connsiteX17-15715" fmla="*/ 909679 w 2465559"/>
                <a:gd name="connsiteY17-15716" fmla="*/ 3694564 h 4937007"/>
                <a:gd name="connsiteX18-15717" fmla="*/ 867643 w 2465559"/>
                <a:gd name="connsiteY18-15718" fmla="*/ 3120390 h 4937007"/>
                <a:gd name="connsiteX19-15719" fmla="*/ 1365129 w 2465559"/>
                <a:gd name="connsiteY19-15720" fmla="*/ 2671937 h 4937007"/>
                <a:gd name="connsiteX20-15721" fmla="*/ 1495176 w 2465559"/>
                <a:gd name="connsiteY20-15722" fmla="*/ 3437048 h 4937007"/>
                <a:gd name="connsiteX21-15723" fmla="*/ 1175747 w 2465559"/>
                <a:gd name="connsiteY21-15724" fmla="*/ 4186267 h 4937007"/>
                <a:gd name="connsiteX22-15725" fmla="*/ 933151 w 2465559"/>
                <a:gd name="connsiteY22-15726" fmla="*/ 4771520 h 4937007"/>
                <a:gd name="connsiteX23-15727" fmla="*/ 1231731 w 2465559"/>
                <a:gd name="connsiteY23-15728" fmla="*/ 4827503 h 4937007"/>
                <a:gd name="connsiteX24-15729" fmla="*/ 1642278 w 2465559"/>
                <a:gd name="connsiteY24-15730" fmla="*/ 4883487 h 4937007"/>
                <a:gd name="connsiteX25-15731" fmla="*/ 1698262 w 2465559"/>
                <a:gd name="connsiteY25-15732" fmla="*/ 4827503 h 4937007"/>
                <a:gd name="connsiteX26-15733" fmla="*/ 1538622 w 2465559"/>
                <a:gd name="connsiteY26-15734" fmla="*/ 4781240 h 4937007"/>
                <a:gd name="connsiteX27-15735" fmla="*/ 1271241 w 2465559"/>
                <a:gd name="connsiteY27-15736" fmla="*/ 4605172 h 4937007"/>
                <a:gd name="connsiteX28-15737" fmla="*/ 1728440 w 2465559"/>
                <a:gd name="connsiteY28-15738" fmla="*/ 3691355 h 4937007"/>
                <a:gd name="connsiteX29-15739" fmla="*/ 1868399 w 2465559"/>
                <a:gd name="connsiteY29-15740" fmla="*/ 3372511 h 4937007"/>
                <a:gd name="connsiteX30-15741" fmla="*/ 1971036 w 2465559"/>
                <a:gd name="connsiteY30-15742" fmla="*/ 2205796 h 4937007"/>
                <a:gd name="connsiteX31-15743" fmla="*/ 1959519 w 2465559"/>
                <a:gd name="connsiteY31-15744" fmla="*/ 1972336 h 4937007"/>
                <a:gd name="connsiteX32-15745" fmla="*/ 2010109 w 2465559"/>
                <a:gd name="connsiteY32-15746" fmla="*/ 1807058 h 4937007"/>
                <a:gd name="connsiteX33-15747" fmla="*/ 2103414 w 2465559"/>
                <a:gd name="connsiteY33-15748" fmla="*/ 1648584 h 4937007"/>
                <a:gd name="connsiteX34-15749" fmla="*/ 2324434 w 2465559"/>
                <a:gd name="connsiteY34-15750" fmla="*/ 1337952 h 4937007"/>
                <a:gd name="connsiteX35-15751" fmla="*/ 2465559 w 2465559"/>
                <a:gd name="connsiteY35-15752" fmla="*/ 1020807 h 4937007"/>
                <a:gd name="connsiteX36-15753" fmla="*/ 1938671 w 2465559"/>
                <a:gd name="connsiteY36-15754" fmla="*/ 589607 h 4937007"/>
                <a:gd name="connsiteX37-15755" fmla="*/ 1476708 w 2465559"/>
                <a:gd name="connsiteY37-15756" fmla="*/ 444983 h 4937007"/>
                <a:gd name="connsiteX38-15757" fmla="*/ 1272504 w 2465559"/>
                <a:gd name="connsiteY38-15758" fmla="*/ 409167 h 4937007"/>
                <a:gd name="connsiteX39-15759" fmla="*/ 1054449 w 2465559"/>
                <a:gd name="connsiteY39-15760" fmla="*/ 451446 h 4937007"/>
                <a:gd name="connsiteX40-15761" fmla="*/ 1035399 w 2465559"/>
                <a:gd name="connsiteY40-15762" fmla="*/ 263036 h 4937007"/>
                <a:gd name="connsiteX41-15763" fmla="*/ 869490 w 2465559"/>
                <a:gd name="connsiteY41-15764" fmla="*/ 71127 h 4937007"/>
                <a:gd name="connsiteX42-15765" fmla="*/ 597249 w 2465559"/>
                <a:gd name="connsiteY42-15766" fmla="*/ 12907 h 4937007"/>
                <a:gd name="connsiteX43-15767" fmla="*/ 475951 w 2465559"/>
                <a:gd name="connsiteY43-15768" fmla="*/ 516760 h 4937007"/>
                <a:gd name="connsiteX44-15769" fmla="*/ 616105 w 2465559"/>
                <a:gd name="connsiteY44-15770" fmla="*/ 724609 h 4937007"/>
                <a:gd name="connsiteX45-15771" fmla="*/ 319712 w 2465559"/>
                <a:gd name="connsiteY45-15772" fmla="*/ 1088309 h 4937007"/>
                <a:gd name="connsiteX46-15773" fmla="*/ 189084 w 2465559"/>
                <a:gd name="connsiteY46-15774" fmla="*/ 852857 h 4937007"/>
                <a:gd name="connsiteX47-15775" fmla="*/ 275879 w 2465559"/>
                <a:gd name="connsiteY47-15776" fmla="*/ 811890 h 4937007"/>
                <a:gd name="connsiteX48-15777" fmla="*/ 355140 w 2465559"/>
                <a:gd name="connsiteY48-15778" fmla="*/ 730733 h 4937007"/>
                <a:gd name="connsiteX49-15779" fmla="*/ 343233 w 2465559"/>
                <a:gd name="connsiteY49-15780" fmla="*/ 530708 h 4937007"/>
                <a:gd name="connsiteX50-15781" fmla="*/ 147388 w 2465559"/>
                <a:gd name="connsiteY50-15782" fmla="*/ 542954 h 4937007"/>
                <a:gd name="connsiteX0-15783" fmla="*/ 147388 w 2465559"/>
                <a:gd name="connsiteY0-15784" fmla="*/ 542954 h 4937007"/>
                <a:gd name="connsiteX1-15785" fmla="*/ 90 w 2465559"/>
                <a:gd name="connsiteY1-15786" fmla="*/ 796679 h 4937007"/>
                <a:gd name="connsiteX2-15787" fmla="*/ 37413 w 2465559"/>
                <a:gd name="connsiteY2-15788" fmla="*/ 973960 h 4937007"/>
                <a:gd name="connsiteX3-15789" fmla="*/ 266304 w 2465559"/>
                <a:gd name="connsiteY3-15790" fmla="*/ 1713265 h 4937007"/>
                <a:gd name="connsiteX4-15791" fmla="*/ 671894 w 2465559"/>
                <a:gd name="connsiteY4-15792" fmla="*/ 1552458 h 4937007"/>
                <a:gd name="connsiteX5-15793" fmla="*/ 961143 w 2465559"/>
                <a:gd name="connsiteY5-15794" fmla="*/ 1720409 h 4937007"/>
                <a:gd name="connsiteX6-15795" fmla="*/ 989135 w 2465559"/>
                <a:gd name="connsiteY6-15796" fmla="*/ 1916352 h 4937007"/>
                <a:gd name="connsiteX7-15797" fmla="*/ 961143 w 2465559"/>
                <a:gd name="connsiteY7-15798" fmla="*/ 2093828 h 4937007"/>
                <a:gd name="connsiteX8-15799" fmla="*/ 520418 w 2465559"/>
                <a:gd name="connsiteY8-15800" fmla="*/ 2903404 h 4937007"/>
                <a:gd name="connsiteX9-15801" fmla="*/ 501757 w 2465559"/>
                <a:gd name="connsiteY9-15802" fmla="*/ 3339562 h 4937007"/>
                <a:gd name="connsiteX10-15803" fmla="*/ 475951 w 2465559"/>
                <a:gd name="connsiteY10-15804" fmla="*/ 4286717 h 4937007"/>
                <a:gd name="connsiteX11-15805" fmla="*/ 401307 w 2465559"/>
                <a:gd name="connsiteY11-15806" fmla="*/ 4771520 h 4937007"/>
                <a:gd name="connsiteX12-15807" fmla="*/ 200990 w 2465559"/>
                <a:gd name="connsiteY12-15808" fmla="*/ 4890438 h 4937007"/>
                <a:gd name="connsiteX13-15809" fmla="*/ 438484 w 2465559"/>
                <a:gd name="connsiteY13-15810" fmla="*/ 4928877 h 4937007"/>
                <a:gd name="connsiteX14-15811" fmla="*/ 585343 w 2465559"/>
                <a:gd name="connsiteY14-15812" fmla="*/ 4780656 h 4937007"/>
                <a:gd name="connsiteX15-15813" fmla="*/ 849176 w 2465559"/>
                <a:gd name="connsiteY15-15814" fmla="*/ 4463609 h 4937007"/>
                <a:gd name="connsiteX16-15815" fmla="*/ 753683 w 2465559"/>
                <a:gd name="connsiteY16-15816" fmla="*/ 4304940 h 4937007"/>
                <a:gd name="connsiteX17-15817" fmla="*/ 909679 w 2465559"/>
                <a:gd name="connsiteY17-15818" fmla="*/ 3694564 h 4937007"/>
                <a:gd name="connsiteX18-15819" fmla="*/ 867643 w 2465559"/>
                <a:gd name="connsiteY18-15820" fmla="*/ 3120390 h 4937007"/>
                <a:gd name="connsiteX19-15821" fmla="*/ 1365129 w 2465559"/>
                <a:gd name="connsiteY19-15822" fmla="*/ 2671937 h 4937007"/>
                <a:gd name="connsiteX20-15823" fmla="*/ 1495176 w 2465559"/>
                <a:gd name="connsiteY20-15824" fmla="*/ 3437048 h 4937007"/>
                <a:gd name="connsiteX21-15825" fmla="*/ 1175747 w 2465559"/>
                <a:gd name="connsiteY21-15826" fmla="*/ 4186267 h 4937007"/>
                <a:gd name="connsiteX22-15827" fmla="*/ 933151 w 2465559"/>
                <a:gd name="connsiteY22-15828" fmla="*/ 4771520 h 4937007"/>
                <a:gd name="connsiteX23-15829" fmla="*/ 1231731 w 2465559"/>
                <a:gd name="connsiteY23-15830" fmla="*/ 4827503 h 4937007"/>
                <a:gd name="connsiteX24-15831" fmla="*/ 1642278 w 2465559"/>
                <a:gd name="connsiteY24-15832" fmla="*/ 4883487 h 4937007"/>
                <a:gd name="connsiteX25-15833" fmla="*/ 1698262 w 2465559"/>
                <a:gd name="connsiteY25-15834" fmla="*/ 4827503 h 4937007"/>
                <a:gd name="connsiteX26-15835" fmla="*/ 1538622 w 2465559"/>
                <a:gd name="connsiteY26-15836" fmla="*/ 4781240 h 4937007"/>
                <a:gd name="connsiteX27-15837" fmla="*/ 1271241 w 2465559"/>
                <a:gd name="connsiteY27-15838" fmla="*/ 4605172 h 4937007"/>
                <a:gd name="connsiteX28-15839" fmla="*/ 1728440 w 2465559"/>
                <a:gd name="connsiteY28-15840" fmla="*/ 3691355 h 4937007"/>
                <a:gd name="connsiteX29-15841" fmla="*/ 1868399 w 2465559"/>
                <a:gd name="connsiteY29-15842" fmla="*/ 3372511 h 4937007"/>
                <a:gd name="connsiteX30-15843" fmla="*/ 1971036 w 2465559"/>
                <a:gd name="connsiteY30-15844" fmla="*/ 2205796 h 4937007"/>
                <a:gd name="connsiteX31-15845" fmla="*/ 1959519 w 2465559"/>
                <a:gd name="connsiteY31-15846" fmla="*/ 1972336 h 4937007"/>
                <a:gd name="connsiteX32-15847" fmla="*/ 2010109 w 2465559"/>
                <a:gd name="connsiteY32-15848" fmla="*/ 1807058 h 4937007"/>
                <a:gd name="connsiteX33-15849" fmla="*/ 2103414 w 2465559"/>
                <a:gd name="connsiteY33-15850" fmla="*/ 1648584 h 4937007"/>
                <a:gd name="connsiteX34-15851" fmla="*/ 2324434 w 2465559"/>
                <a:gd name="connsiteY34-15852" fmla="*/ 1337952 h 4937007"/>
                <a:gd name="connsiteX35-15853" fmla="*/ 2465559 w 2465559"/>
                <a:gd name="connsiteY35-15854" fmla="*/ 1020807 h 4937007"/>
                <a:gd name="connsiteX36-15855" fmla="*/ 1938671 w 2465559"/>
                <a:gd name="connsiteY36-15856" fmla="*/ 589607 h 4937007"/>
                <a:gd name="connsiteX37-15857" fmla="*/ 1476708 w 2465559"/>
                <a:gd name="connsiteY37-15858" fmla="*/ 444983 h 4937007"/>
                <a:gd name="connsiteX38-15859" fmla="*/ 1272504 w 2465559"/>
                <a:gd name="connsiteY38-15860" fmla="*/ 409167 h 4937007"/>
                <a:gd name="connsiteX39-15861" fmla="*/ 1054449 w 2465559"/>
                <a:gd name="connsiteY39-15862" fmla="*/ 451446 h 4937007"/>
                <a:gd name="connsiteX40-15863" fmla="*/ 1035399 w 2465559"/>
                <a:gd name="connsiteY40-15864" fmla="*/ 263036 h 4937007"/>
                <a:gd name="connsiteX41-15865" fmla="*/ 869490 w 2465559"/>
                <a:gd name="connsiteY41-15866" fmla="*/ 71127 h 4937007"/>
                <a:gd name="connsiteX42-15867" fmla="*/ 597249 w 2465559"/>
                <a:gd name="connsiteY42-15868" fmla="*/ 12907 h 4937007"/>
                <a:gd name="connsiteX43-15869" fmla="*/ 475951 w 2465559"/>
                <a:gd name="connsiteY43-15870" fmla="*/ 516760 h 4937007"/>
                <a:gd name="connsiteX44-15871" fmla="*/ 616105 w 2465559"/>
                <a:gd name="connsiteY44-15872" fmla="*/ 724609 h 4937007"/>
                <a:gd name="connsiteX45-15873" fmla="*/ 319712 w 2465559"/>
                <a:gd name="connsiteY45-15874" fmla="*/ 1088309 h 4937007"/>
                <a:gd name="connsiteX46-15875" fmla="*/ 189084 w 2465559"/>
                <a:gd name="connsiteY46-15876" fmla="*/ 852857 h 4937007"/>
                <a:gd name="connsiteX47-15877" fmla="*/ 275879 w 2465559"/>
                <a:gd name="connsiteY47-15878" fmla="*/ 811890 h 4937007"/>
                <a:gd name="connsiteX48-15879" fmla="*/ 355140 w 2465559"/>
                <a:gd name="connsiteY48-15880" fmla="*/ 730733 h 4937007"/>
                <a:gd name="connsiteX49-15881" fmla="*/ 343233 w 2465559"/>
                <a:gd name="connsiteY49-15882" fmla="*/ 530708 h 4937007"/>
                <a:gd name="connsiteX50-15883" fmla="*/ 147388 w 2465559"/>
                <a:gd name="connsiteY50-15884" fmla="*/ 542954 h 4937007"/>
                <a:gd name="connsiteX0-15885" fmla="*/ 147388 w 2465559"/>
                <a:gd name="connsiteY0-15886" fmla="*/ 542954 h 4937007"/>
                <a:gd name="connsiteX1-15887" fmla="*/ 90 w 2465559"/>
                <a:gd name="connsiteY1-15888" fmla="*/ 796679 h 4937007"/>
                <a:gd name="connsiteX2-15889" fmla="*/ 37413 w 2465559"/>
                <a:gd name="connsiteY2-15890" fmla="*/ 973960 h 4937007"/>
                <a:gd name="connsiteX3-15891" fmla="*/ 266304 w 2465559"/>
                <a:gd name="connsiteY3-15892" fmla="*/ 1713265 h 4937007"/>
                <a:gd name="connsiteX4-15893" fmla="*/ 671894 w 2465559"/>
                <a:gd name="connsiteY4-15894" fmla="*/ 1552458 h 4937007"/>
                <a:gd name="connsiteX5-15895" fmla="*/ 961143 w 2465559"/>
                <a:gd name="connsiteY5-15896" fmla="*/ 1720409 h 4937007"/>
                <a:gd name="connsiteX6-15897" fmla="*/ 989135 w 2465559"/>
                <a:gd name="connsiteY6-15898" fmla="*/ 1916352 h 4937007"/>
                <a:gd name="connsiteX7-15899" fmla="*/ 961143 w 2465559"/>
                <a:gd name="connsiteY7-15900" fmla="*/ 2093828 h 4937007"/>
                <a:gd name="connsiteX8-15901" fmla="*/ 520418 w 2465559"/>
                <a:gd name="connsiteY8-15902" fmla="*/ 2903404 h 4937007"/>
                <a:gd name="connsiteX9-15903" fmla="*/ 501757 w 2465559"/>
                <a:gd name="connsiteY9-15904" fmla="*/ 3339562 h 4937007"/>
                <a:gd name="connsiteX10-15905" fmla="*/ 475951 w 2465559"/>
                <a:gd name="connsiteY10-15906" fmla="*/ 4286717 h 4937007"/>
                <a:gd name="connsiteX11-15907" fmla="*/ 401307 w 2465559"/>
                <a:gd name="connsiteY11-15908" fmla="*/ 4771520 h 4937007"/>
                <a:gd name="connsiteX12-15909" fmla="*/ 200990 w 2465559"/>
                <a:gd name="connsiteY12-15910" fmla="*/ 4890438 h 4937007"/>
                <a:gd name="connsiteX13-15911" fmla="*/ 438484 w 2465559"/>
                <a:gd name="connsiteY13-15912" fmla="*/ 4928877 h 4937007"/>
                <a:gd name="connsiteX14-15913" fmla="*/ 585343 w 2465559"/>
                <a:gd name="connsiteY14-15914" fmla="*/ 4780656 h 4937007"/>
                <a:gd name="connsiteX15-15915" fmla="*/ 849176 w 2465559"/>
                <a:gd name="connsiteY15-15916" fmla="*/ 4463609 h 4937007"/>
                <a:gd name="connsiteX16-15917" fmla="*/ 753683 w 2465559"/>
                <a:gd name="connsiteY16-15918" fmla="*/ 4304940 h 4937007"/>
                <a:gd name="connsiteX17-15919" fmla="*/ 909679 w 2465559"/>
                <a:gd name="connsiteY17-15920" fmla="*/ 3694564 h 4937007"/>
                <a:gd name="connsiteX18-15921" fmla="*/ 867643 w 2465559"/>
                <a:gd name="connsiteY18-15922" fmla="*/ 3120390 h 4937007"/>
                <a:gd name="connsiteX19-15923" fmla="*/ 1365129 w 2465559"/>
                <a:gd name="connsiteY19-15924" fmla="*/ 2671937 h 4937007"/>
                <a:gd name="connsiteX20-15925" fmla="*/ 1495176 w 2465559"/>
                <a:gd name="connsiteY20-15926" fmla="*/ 3437048 h 4937007"/>
                <a:gd name="connsiteX21-15927" fmla="*/ 1175747 w 2465559"/>
                <a:gd name="connsiteY21-15928" fmla="*/ 4186267 h 4937007"/>
                <a:gd name="connsiteX22-15929" fmla="*/ 933151 w 2465559"/>
                <a:gd name="connsiteY22-15930" fmla="*/ 4771520 h 4937007"/>
                <a:gd name="connsiteX23-15931" fmla="*/ 1231731 w 2465559"/>
                <a:gd name="connsiteY23-15932" fmla="*/ 4827503 h 4937007"/>
                <a:gd name="connsiteX24-15933" fmla="*/ 1556553 w 2465559"/>
                <a:gd name="connsiteY24-15934" fmla="*/ 4878724 h 4937007"/>
                <a:gd name="connsiteX25-15935" fmla="*/ 1698262 w 2465559"/>
                <a:gd name="connsiteY25-15936" fmla="*/ 4827503 h 4937007"/>
                <a:gd name="connsiteX26-15937" fmla="*/ 1538622 w 2465559"/>
                <a:gd name="connsiteY26-15938" fmla="*/ 4781240 h 4937007"/>
                <a:gd name="connsiteX27-15939" fmla="*/ 1271241 w 2465559"/>
                <a:gd name="connsiteY27-15940" fmla="*/ 4605172 h 4937007"/>
                <a:gd name="connsiteX28-15941" fmla="*/ 1728440 w 2465559"/>
                <a:gd name="connsiteY28-15942" fmla="*/ 3691355 h 4937007"/>
                <a:gd name="connsiteX29-15943" fmla="*/ 1868399 w 2465559"/>
                <a:gd name="connsiteY29-15944" fmla="*/ 3372511 h 4937007"/>
                <a:gd name="connsiteX30-15945" fmla="*/ 1971036 w 2465559"/>
                <a:gd name="connsiteY30-15946" fmla="*/ 2205796 h 4937007"/>
                <a:gd name="connsiteX31-15947" fmla="*/ 1959519 w 2465559"/>
                <a:gd name="connsiteY31-15948" fmla="*/ 1972336 h 4937007"/>
                <a:gd name="connsiteX32-15949" fmla="*/ 2010109 w 2465559"/>
                <a:gd name="connsiteY32-15950" fmla="*/ 1807058 h 4937007"/>
                <a:gd name="connsiteX33-15951" fmla="*/ 2103414 w 2465559"/>
                <a:gd name="connsiteY33-15952" fmla="*/ 1648584 h 4937007"/>
                <a:gd name="connsiteX34-15953" fmla="*/ 2324434 w 2465559"/>
                <a:gd name="connsiteY34-15954" fmla="*/ 1337952 h 4937007"/>
                <a:gd name="connsiteX35-15955" fmla="*/ 2465559 w 2465559"/>
                <a:gd name="connsiteY35-15956" fmla="*/ 1020807 h 4937007"/>
                <a:gd name="connsiteX36-15957" fmla="*/ 1938671 w 2465559"/>
                <a:gd name="connsiteY36-15958" fmla="*/ 589607 h 4937007"/>
                <a:gd name="connsiteX37-15959" fmla="*/ 1476708 w 2465559"/>
                <a:gd name="connsiteY37-15960" fmla="*/ 444983 h 4937007"/>
                <a:gd name="connsiteX38-15961" fmla="*/ 1272504 w 2465559"/>
                <a:gd name="connsiteY38-15962" fmla="*/ 409167 h 4937007"/>
                <a:gd name="connsiteX39-15963" fmla="*/ 1054449 w 2465559"/>
                <a:gd name="connsiteY39-15964" fmla="*/ 451446 h 4937007"/>
                <a:gd name="connsiteX40-15965" fmla="*/ 1035399 w 2465559"/>
                <a:gd name="connsiteY40-15966" fmla="*/ 263036 h 4937007"/>
                <a:gd name="connsiteX41-15967" fmla="*/ 869490 w 2465559"/>
                <a:gd name="connsiteY41-15968" fmla="*/ 71127 h 4937007"/>
                <a:gd name="connsiteX42-15969" fmla="*/ 597249 w 2465559"/>
                <a:gd name="connsiteY42-15970" fmla="*/ 12907 h 4937007"/>
                <a:gd name="connsiteX43-15971" fmla="*/ 475951 w 2465559"/>
                <a:gd name="connsiteY43-15972" fmla="*/ 516760 h 4937007"/>
                <a:gd name="connsiteX44-15973" fmla="*/ 616105 w 2465559"/>
                <a:gd name="connsiteY44-15974" fmla="*/ 724609 h 4937007"/>
                <a:gd name="connsiteX45-15975" fmla="*/ 319712 w 2465559"/>
                <a:gd name="connsiteY45-15976" fmla="*/ 1088309 h 4937007"/>
                <a:gd name="connsiteX46-15977" fmla="*/ 189084 w 2465559"/>
                <a:gd name="connsiteY46-15978" fmla="*/ 852857 h 4937007"/>
                <a:gd name="connsiteX47-15979" fmla="*/ 275879 w 2465559"/>
                <a:gd name="connsiteY47-15980" fmla="*/ 811890 h 4937007"/>
                <a:gd name="connsiteX48-15981" fmla="*/ 355140 w 2465559"/>
                <a:gd name="connsiteY48-15982" fmla="*/ 730733 h 4937007"/>
                <a:gd name="connsiteX49-15983" fmla="*/ 343233 w 2465559"/>
                <a:gd name="connsiteY49-15984" fmla="*/ 530708 h 4937007"/>
                <a:gd name="connsiteX50-15985" fmla="*/ 147388 w 2465559"/>
                <a:gd name="connsiteY50-15986" fmla="*/ 542954 h 4937007"/>
                <a:gd name="connsiteX0-15987" fmla="*/ 147388 w 2465559"/>
                <a:gd name="connsiteY0-15988" fmla="*/ 542954 h 4937007"/>
                <a:gd name="connsiteX1-15989" fmla="*/ 90 w 2465559"/>
                <a:gd name="connsiteY1-15990" fmla="*/ 796679 h 4937007"/>
                <a:gd name="connsiteX2-15991" fmla="*/ 37413 w 2465559"/>
                <a:gd name="connsiteY2-15992" fmla="*/ 973960 h 4937007"/>
                <a:gd name="connsiteX3-15993" fmla="*/ 266304 w 2465559"/>
                <a:gd name="connsiteY3-15994" fmla="*/ 1713265 h 4937007"/>
                <a:gd name="connsiteX4-15995" fmla="*/ 671894 w 2465559"/>
                <a:gd name="connsiteY4-15996" fmla="*/ 1552458 h 4937007"/>
                <a:gd name="connsiteX5-15997" fmla="*/ 961143 w 2465559"/>
                <a:gd name="connsiteY5-15998" fmla="*/ 1720409 h 4937007"/>
                <a:gd name="connsiteX6-15999" fmla="*/ 989135 w 2465559"/>
                <a:gd name="connsiteY6-16000" fmla="*/ 1916352 h 4937007"/>
                <a:gd name="connsiteX7-16001" fmla="*/ 961143 w 2465559"/>
                <a:gd name="connsiteY7-16002" fmla="*/ 2093828 h 4937007"/>
                <a:gd name="connsiteX8-16003" fmla="*/ 520418 w 2465559"/>
                <a:gd name="connsiteY8-16004" fmla="*/ 2903404 h 4937007"/>
                <a:gd name="connsiteX9-16005" fmla="*/ 501757 w 2465559"/>
                <a:gd name="connsiteY9-16006" fmla="*/ 3339562 h 4937007"/>
                <a:gd name="connsiteX10-16007" fmla="*/ 475951 w 2465559"/>
                <a:gd name="connsiteY10-16008" fmla="*/ 4286717 h 4937007"/>
                <a:gd name="connsiteX11-16009" fmla="*/ 401307 w 2465559"/>
                <a:gd name="connsiteY11-16010" fmla="*/ 4771520 h 4937007"/>
                <a:gd name="connsiteX12-16011" fmla="*/ 200990 w 2465559"/>
                <a:gd name="connsiteY12-16012" fmla="*/ 4890438 h 4937007"/>
                <a:gd name="connsiteX13-16013" fmla="*/ 438484 w 2465559"/>
                <a:gd name="connsiteY13-16014" fmla="*/ 4928877 h 4937007"/>
                <a:gd name="connsiteX14-16015" fmla="*/ 585343 w 2465559"/>
                <a:gd name="connsiteY14-16016" fmla="*/ 4780656 h 4937007"/>
                <a:gd name="connsiteX15-16017" fmla="*/ 849176 w 2465559"/>
                <a:gd name="connsiteY15-16018" fmla="*/ 4463609 h 4937007"/>
                <a:gd name="connsiteX16-16019" fmla="*/ 753683 w 2465559"/>
                <a:gd name="connsiteY16-16020" fmla="*/ 4304940 h 4937007"/>
                <a:gd name="connsiteX17-16021" fmla="*/ 909679 w 2465559"/>
                <a:gd name="connsiteY17-16022" fmla="*/ 3694564 h 4937007"/>
                <a:gd name="connsiteX18-16023" fmla="*/ 867643 w 2465559"/>
                <a:gd name="connsiteY18-16024" fmla="*/ 3120390 h 4937007"/>
                <a:gd name="connsiteX19-16025" fmla="*/ 1365129 w 2465559"/>
                <a:gd name="connsiteY19-16026" fmla="*/ 2671937 h 4937007"/>
                <a:gd name="connsiteX20-16027" fmla="*/ 1495176 w 2465559"/>
                <a:gd name="connsiteY20-16028" fmla="*/ 3437048 h 4937007"/>
                <a:gd name="connsiteX21-16029" fmla="*/ 1175747 w 2465559"/>
                <a:gd name="connsiteY21-16030" fmla="*/ 4186267 h 4937007"/>
                <a:gd name="connsiteX22-16031" fmla="*/ 933151 w 2465559"/>
                <a:gd name="connsiteY22-16032" fmla="*/ 4771520 h 4937007"/>
                <a:gd name="connsiteX23-16033" fmla="*/ 1231731 w 2465559"/>
                <a:gd name="connsiteY23-16034" fmla="*/ 4827503 h 4937007"/>
                <a:gd name="connsiteX24-16035" fmla="*/ 1556553 w 2465559"/>
                <a:gd name="connsiteY24-16036" fmla="*/ 4878724 h 4937007"/>
                <a:gd name="connsiteX25-16037" fmla="*/ 1698262 w 2465559"/>
                <a:gd name="connsiteY25-16038" fmla="*/ 4827503 h 4937007"/>
                <a:gd name="connsiteX26-16039" fmla="*/ 1538622 w 2465559"/>
                <a:gd name="connsiteY26-16040" fmla="*/ 4781240 h 4937007"/>
                <a:gd name="connsiteX27-16041" fmla="*/ 1271241 w 2465559"/>
                <a:gd name="connsiteY27-16042" fmla="*/ 4605172 h 4937007"/>
                <a:gd name="connsiteX28-16043" fmla="*/ 1728440 w 2465559"/>
                <a:gd name="connsiteY28-16044" fmla="*/ 3691355 h 4937007"/>
                <a:gd name="connsiteX29-16045" fmla="*/ 1868399 w 2465559"/>
                <a:gd name="connsiteY29-16046" fmla="*/ 3372511 h 4937007"/>
                <a:gd name="connsiteX30-16047" fmla="*/ 1971036 w 2465559"/>
                <a:gd name="connsiteY30-16048" fmla="*/ 2205796 h 4937007"/>
                <a:gd name="connsiteX31-16049" fmla="*/ 1959519 w 2465559"/>
                <a:gd name="connsiteY31-16050" fmla="*/ 1972336 h 4937007"/>
                <a:gd name="connsiteX32-16051" fmla="*/ 2010109 w 2465559"/>
                <a:gd name="connsiteY32-16052" fmla="*/ 1807058 h 4937007"/>
                <a:gd name="connsiteX33-16053" fmla="*/ 2103414 w 2465559"/>
                <a:gd name="connsiteY33-16054" fmla="*/ 1648584 h 4937007"/>
                <a:gd name="connsiteX34-16055" fmla="*/ 2324434 w 2465559"/>
                <a:gd name="connsiteY34-16056" fmla="*/ 1337952 h 4937007"/>
                <a:gd name="connsiteX35-16057" fmla="*/ 2465559 w 2465559"/>
                <a:gd name="connsiteY35-16058" fmla="*/ 1020807 h 4937007"/>
                <a:gd name="connsiteX36-16059" fmla="*/ 1938671 w 2465559"/>
                <a:gd name="connsiteY36-16060" fmla="*/ 589607 h 4937007"/>
                <a:gd name="connsiteX37-16061" fmla="*/ 1476708 w 2465559"/>
                <a:gd name="connsiteY37-16062" fmla="*/ 444983 h 4937007"/>
                <a:gd name="connsiteX38-16063" fmla="*/ 1272504 w 2465559"/>
                <a:gd name="connsiteY38-16064" fmla="*/ 409167 h 4937007"/>
                <a:gd name="connsiteX39-16065" fmla="*/ 1054449 w 2465559"/>
                <a:gd name="connsiteY39-16066" fmla="*/ 451446 h 4937007"/>
                <a:gd name="connsiteX40-16067" fmla="*/ 1035399 w 2465559"/>
                <a:gd name="connsiteY40-16068" fmla="*/ 263036 h 4937007"/>
                <a:gd name="connsiteX41-16069" fmla="*/ 869490 w 2465559"/>
                <a:gd name="connsiteY41-16070" fmla="*/ 71127 h 4937007"/>
                <a:gd name="connsiteX42-16071" fmla="*/ 597249 w 2465559"/>
                <a:gd name="connsiteY42-16072" fmla="*/ 12907 h 4937007"/>
                <a:gd name="connsiteX43-16073" fmla="*/ 475951 w 2465559"/>
                <a:gd name="connsiteY43-16074" fmla="*/ 516760 h 4937007"/>
                <a:gd name="connsiteX44-16075" fmla="*/ 616105 w 2465559"/>
                <a:gd name="connsiteY44-16076" fmla="*/ 724609 h 4937007"/>
                <a:gd name="connsiteX45-16077" fmla="*/ 319712 w 2465559"/>
                <a:gd name="connsiteY45-16078" fmla="*/ 1088309 h 4937007"/>
                <a:gd name="connsiteX46-16079" fmla="*/ 189084 w 2465559"/>
                <a:gd name="connsiteY46-16080" fmla="*/ 852857 h 4937007"/>
                <a:gd name="connsiteX47-16081" fmla="*/ 275879 w 2465559"/>
                <a:gd name="connsiteY47-16082" fmla="*/ 811890 h 4937007"/>
                <a:gd name="connsiteX48-16083" fmla="*/ 355140 w 2465559"/>
                <a:gd name="connsiteY48-16084" fmla="*/ 730733 h 4937007"/>
                <a:gd name="connsiteX49-16085" fmla="*/ 343233 w 2465559"/>
                <a:gd name="connsiteY49-16086" fmla="*/ 530708 h 4937007"/>
                <a:gd name="connsiteX50-16087" fmla="*/ 147388 w 2465559"/>
                <a:gd name="connsiteY50-16088" fmla="*/ 542954 h 4937007"/>
                <a:gd name="connsiteX0-16089" fmla="*/ 147388 w 2465559"/>
                <a:gd name="connsiteY0-16090" fmla="*/ 542954 h 4937007"/>
                <a:gd name="connsiteX1-16091" fmla="*/ 90 w 2465559"/>
                <a:gd name="connsiteY1-16092" fmla="*/ 796679 h 4937007"/>
                <a:gd name="connsiteX2-16093" fmla="*/ 37413 w 2465559"/>
                <a:gd name="connsiteY2-16094" fmla="*/ 973960 h 4937007"/>
                <a:gd name="connsiteX3-16095" fmla="*/ 266304 w 2465559"/>
                <a:gd name="connsiteY3-16096" fmla="*/ 1713265 h 4937007"/>
                <a:gd name="connsiteX4-16097" fmla="*/ 671894 w 2465559"/>
                <a:gd name="connsiteY4-16098" fmla="*/ 1552458 h 4937007"/>
                <a:gd name="connsiteX5-16099" fmla="*/ 961143 w 2465559"/>
                <a:gd name="connsiteY5-16100" fmla="*/ 1720409 h 4937007"/>
                <a:gd name="connsiteX6-16101" fmla="*/ 989135 w 2465559"/>
                <a:gd name="connsiteY6-16102" fmla="*/ 1916352 h 4937007"/>
                <a:gd name="connsiteX7-16103" fmla="*/ 961143 w 2465559"/>
                <a:gd name="connsiteY7-16104" fmla="*/ 2093828 h 4937007"/>
                <a:gd name="connsiteX8-16105" fmla="*/ 520418 w 2465559"/>
                <a:gd name="connsiteY8-16106" fmla="*/ 2903404 h 4937007"/>
                <a:gd name="connsiteX9-16107" fmla="*/ 501757 w 2465559"/>
                <a:gd name="connsiteY9-16108" fmla="*/ 3339562 h 4937007"/>
                <a:gd name="connsiteX10-16109" fmla="*/ 475951 w 2465559"/>
                <a:gd name="connsiteY10-16110" fmla="*/ 4286717 h 4937007"/>
                <a:gd name="connsiteX11-16111" fmla="*/ 401307 w 2465559"/>
                <a:gd name="connsiteY11-16112" fmla="*/ 4771520 h 4937007"/>
                <a:gd name="connsiteX12-16113" fmla="*/ 200990 w 2465559"/>
                <a:gd name="connsiteY12-16114" fmla="*/ 4890438 h 4937007"/>
                <a:gd name="connsiteX13-16115" fmla="*/ 438484 w 2465559"/>
                <a:gd name="connsiteY13-16116" fmla="*/ 4928877 h 4937007"/>
                <a:gd name="connsiteX14-16117" fmla="*/ 585343 w 2465559"/>
                <a:gd name="connsiteY14-16118" fmla="*/ 4780656 h 4937007"/>
                <a:gd name="connsiteX15-16119" fmla="*/ 849176 w 2465559"/>
                <a:gd name="connsiteY15-16120" fmla="*/ 4463609 h 4937007"/>
                <a:gd name="connsiteX16-16121" fmla="*/ 753683 w 2465559"/>
                <a:gd name="connsiteY16-16122" fmla="*/ 4304940 h 4937007"/>
                <a:gd name="connsiteX17-16123" fmla="*/ 909679 w 2465559"/>
                <a:gd name="connsiteY17-16124" fmla="*/ 3694564 h 4937007"/>
                <a:gd name="connsiteX18-16125" fmla="*/ 867643 w 2465559"/>
                <a:gd name="connsiteY18-16126" fmla="*/ 3120390 h 4937007"/>
                <a:gd name="connsiteX19-16127" fmla="*/ 1365129 w 2465559"/>
                <a:gd name="connsiteY19-16128" fmla="*/ 2671937 h 4937007"/>
                <a:gd name="connsiteX20-16129" fmla="*/ 1495176 w 2465559"/>
                <a:gd name="connsiteY20-16130" fmla="*/ 3437048 h 4937007"/>
                <a:gd name="connsiteX21-16131" fmla="*/ 1175747 w 2465559"/>
                <a:gd name="connsiteY21-16132" fmla="*/ 4186267 h 4937007"/>
                <a:gd name="connsiteX22-16133" fmla="*/ 933151 w 2465559"/>
                <a:gd name="connsiteY22-16134" fmla="*/ 4771520 h 4937007"/>
                <a:gd name="connsiteX23-16135" fmla="*/ 1231731 w 2465559"/>
                <a:gd name="connsiteY23-16136" fmla="*/ 4827503 h 4937007"/>
                <a:gd name="connsiteX24-16137" fmla="*/ 1556553 w 2465559"/>
                <a:gd name="connsiteY24-16138" fmla="*/ 4878724 h 4937007"/>
                <a:gd name="connsiteX25-16139" fmla="*/ 1698262 w 2465559"/>
                <a:gd name="connsiteY25-16140" fmla="*/ 4827503 h 4937007"/>
                <a:gd name="connsiteX26-16141" fmla="*/ 1538622 w 2465559"/>
                <a:gd name="connsiteY26-16142" fmla="*/ 4781240 h 4937007"/>
                <a:gd name="connsiteX27-16143" fmla="*/ 1271241 w 2465559"/>
                <a:gd name="connsiteY27-16144" fmla="*/ 4605172 h 4937007"/>
                <a:gd name="connsiteX28-16145" fmla="*/ 1728440 w 2465559"/>
                <a:gd name="connsiteY28-16146" fmla="*/ 3691355 h 4937007"/>
                <a:gd name="connsiteX29-16147" fmla="*/ 1868399 w 2465559"/>
                <a:gd name="connsiteY29-16148" fmla="*/ 3372511 h 4937007"/>
                <a:gd name="connsiteX30-16149" fmla="*/ 1971036 w 2465559"/>
                <a:gd name="connsiteY30-16150" fmla="*/ 2205796 h 4937007"/>
                <a:gd name="connsiteX31-16151" fmla="*/ 1959519 w 2465559"/>
                <a:gd name="connsiteY31-16152" fmla="*/ 1972336 h 4937007"/>
                <a:gd name="connsiteX32-16153" fmla="*/ 2010109 w 2465559"/>
                <a:gd name="connsiteY32-16154" fmla="*/ 1807058 h 4937007"/>
                <a:gd name="connsiteX33-16155" fmla="*/ 2103414 w 2465559"/>
                <a:gd name="connsiteY33-16156" fmla="*/ 1648584 h 4937007"/>
                <a:gd name="connsiteX34-16157" fmla="*/ 2324434 w 2465559"/>
                <a:gd name="connsiteY34-16158" fmla="*/ 1337952 h 4937007"/>
                <a:gd name="connsiteX35-16159" fmla="*/ 2465559 w 2465559"/>
                <a:gd name="connsiteY35-16160" fmla="*/ 1020807 h 4937007"/>
                <a:gd name="connsiteX36-16161" fmla="*/ 1938671 w 2465559"/>
                <a:gd name="connsiteY36-16162" fmla="*/ 589607 h 4937007"/>
                <a:gd name="connsiteX37-16163" fmla="*/ 1476708 w 2465559"/>
                <a:gd name="connsiteY37-16164" fmla="*/ 444983 h 4937007"/>
                <a:gd name="connsiteX38-16165" fmla="*/ 1272504 w 2465559"/>
                <a:gd name="connsiteY38-16166" fmla="*/ 409167 h 4937007"/>
                <a:gd name="connsiteX39-16167" fmla="*/ 1054449 w 2465559"/>
                <a:gd name="connsiteY39-16168" fmla="*/ 451446 h 4937007"/>
                <a:gd name="connsiteX40-16169" fmla="*/ 1035399 w 2465559"/>
                <a:gd name="connsiteY40-16170" fmla="*/ 263036 h 4937007"/>
                <a:gd name="connsiteX41-16171" fmla="*/ 869490 w 2465559"/>
                <a:gd name="connsiteY41-16172" fmla="*/ 71127 h 4937007"/>
                <a:gd name="connsiteX42-16173" fmla="*/ 597249 w 2465559"/>
                <a:gd name="connsiteY42-16174" fmla="*/ 12907 h 4937007"/>
                <a:gd name="connsiteX43-16175" fmla="*/ 475951 w 2465559"/>
                <a:gd name="connsiteY43-16176" fmla="*/ 516760 h 4937007"/>
                <a:gd name="connsiteX44-16177" fmla="*/ 616105 w 2465559"/>
                <a:gd name="connsiteY44-16178" fmla="*/ 724609 h 4937007"/>
                <a:gd name="connsiteX45-16179" fmla="*/ 319712 w 2465559"/>
                <a:gd name="connsiteY45-16180" fmla="*/ 1088309 h 4937007"/>
                <a:gd name="connsiteX46-16181" fmla="*/ 189084 w 2465559"/>
                <a:gd name="connsiteY46-16182" fmla="*/ 852857 h 4937007"/>
                <a:gd name="connsiteX47-16183" fmla="*/ 275879 w 2465559"/>
                <a:gd name="connsiteY47-16184" fmla="*/ 811890 h 4937007"/>
                <a:gd name="connsiteX48-16185" fmla="*/ 355140 w 2465559"/>
                <a:gd name="connsiteY48-16186" fmla="*/ 730733 h 4937007"/>
                <a:gd name="connsiteX49-16187" fmla="*/ 343233 w 2465559"/>
                <a:gd name="connsiteY49-16188" fmla="*/ 530708 h 4937007"/>
                <a:gd name="connsiteX50-16189" fmla="*/ 147388 w 2465559"/>
                <a:gd name="connsiteY50-16190" fmla="*/ 542954 h 4937007"/>
                <a:gd name="connsiteX0-16191" fmla="*/ 147388 w 2465559"/>
                <a:gd name="connsiteY0-16192" fmla="*/ 542954 h 4937007"/>
                <a:gd name="connsiteX1-16193" fmla="*/ 90 w 2465559"/>
                <a:gd name="connsiteY1-16194" fmla="*/ 796679 h 4937007"/>
                <a:gd name="connsiteX2-16195" fmla="*/ 37413 w 2465559"/>
                <a:gd name="connsiteY2-16196" fmla="*/ 973960 h 4937007"/>
                <a:gd name="connsiteX3-16197" fmla="*/ 266304 w 2465559"/>
                <a:gd name="connsiteY3-16198" fmla="*/ 1713265 h 4937007"/>
                <a:gd name="connsiteX4-16199" fmla="*/ 671894 w 2465559"/>
                <a:gd name="connsiteY4-16200" fmla="*/ 1552458 h 4937007"/>
                <a:gd name="connsiteX5-16201" fmla="*/ 961143 w 2465559"/>
                <a:gd name="connsiteY5-16202" fmla="*/ 1720409 h 4937007"/>
                <a:gd name="connsiteX6-16203" fmla="*/ 989135 w 2465559"/>
                <a:gd name="connsiteY6-16204" fmla="*/ 1916352 h 4937007"/>
                <a:gd name="connsiteX7-16205" fmla="*/ 961143 w 2465559"/>
                <a:gd name="connsiteY7-16206" fmla="*/ 2093828 h 4937007"/>
                <a:gd name="connsiteX8-16207" fmla="*/ 520418 w 2465559"/>
                <a:gd name="connsiteY8-16208" fmla="*/ 2903404 h 4937007"/>
                <a:gd name="connsiteX9-16209" fmla="*/ 501757 w 2465559"/>
                <a:gd name="connsiteY9-16210" fmla="*/ 3339562 h 4937007"/>
                <a:gd name="connsiteX10-16211" fmla="*/ 475951 w 2465559"/>
                <a:gd name="connsiteY10-16212" fmla="*/ 4286717 h 4937007"/>
                <a:gd name="connsiteX11-16213" fmla="*/ 401307 w 2465559"/>
                <a:gd name="connsiteY11-16214" fmla="*/ 4771520 h 4937007"/>
                <a:gd name="connsiteX12-16215" fmla="*/ 200990 w 2465559"/>
                <a:gd name="connsiteY12-16216" fmla="*/ 4890438 h 4937007"/>
                <a:gd name="connsiteX13-16217" fmla="*/ 438484 w 2465559"/>
                <a:gd name="connsiteY13-16218" fmla="*/ 4928877 h 4937007"/>
                <a:gd name="connsiteX14-16219" fmla="*/ 585343 w 2465559"/>
                <a:gd name="connsiteY14-16220" fmla="*/ 4780656 h 4937007"/>
                <a:gd name="connsiteX15-16221" fmla="*/ 849176 w 2465559"/>
                <a:gd name="connsiteY15-16222" fmla="*/ 4463609 h 4937007"/>
                <a:gd name="connsiteX16-16223" fmla="*/ 753683 w 2465559"/>
                <a:gd name="connsiteY16-16224" fmla="*/ 4304940 h 4937007"/>
                <a:gd name="connsiteX17-16225" fmla="*/ 909679 w 2465559"/>
                <a:gd name="connsiteY17-16226" fmla="*/ 3694564 h 4937007"/>
                <a:gd name="connsiteX18-16227" fmla="*/ 867643 w 2465559"/>
                <a:gd name="connsiteY18-16228" fmla="*/ 3120390 h 4937007"/>
                <a:gd name="connsiteX19-16229" fmla="*/ 1365129 w 2465559"/>
                <a:gd name="connsiteY19-16230" fmla="*/ 2671937 h 4937007"/>
                <a:gd name="connsiteX20-16231" fmla="*/ 1495176 w 2465559"/>
                <a:gd name="connsiteY20-16232" fmla="*/ 3437048 h 4937007"/>
                <a:gd name="connsiteX21-16233" fmla="*/ 1175747 w 2465559"/>
                <a:gd name="connsiteY21-16234" fmla="*/ 4186267 h 4937007"/>
                <a:gd name="connsiteX22-16235" fmla="*/ 933151 w 2465559"/>
                <a:gd name="connsiteY22-16236" fmla="*/ 4771520 h 4937007"/>
                <a:gd name="connsiteX23-16237" fmla="*/ 1231731 w 2465559"/>
                <a:gd name="connsiteY23-16238" fmla="*/ 4827503 h 4937007"/>
                <a:gd name="connsiteX24-16239" fmla="*/ 1556553 w 2465559"/>
                <a:gd name="connsiteY24-16240" fmla="*/ 4878724 h 4937007"/>
                <a:gd name="connsiteX25-16241" fmla="*/ 1698262 w 2465559"/>
                <a:gd name="connsiteY25-16242" fmla="*/ 4827503 h 4937007"/>
                <a:gd name="connsiteX26-16243" fmla="*/ 1538622 w 2465559"/>
                <a:gd name="connsiteY26-16244" fmla="*/ 4781240 h 4937007"/>
                <a:gd name="connsiteX27-16245" fmla="*/ 1271241 w 2465559"/>
                <a:gd name="connsiteY27-16246" fmla="*/ 4605172 h 4937007"/>
                <a:gd name="connsiteX28-16247" fmla="*/ 1728440 w 2465559"/>
                <a:gd name="connsiteY28-16248" fmla="*/ 3691355 h 4937007"/>
                <a:gd name="connsiteX29-16249" fmla="*/ 1868399 w 2465559"/>
                <a:gd name="connsiteY29-16250" fmla="*/ 3372511 h 4937007"/>
                <a:gd name="connsiteX30-16251" fmla="*/ 1971036 w 2465559"/>
                <a:gd name="connsiteY30-16252" fmla="*/ 2205796 h 4937007"/>
                <a:gd name="connsiteX31-16253" fmla="*/ 1959519 w 2465559"/>
                <a:gd name="connsiteY31-16254" fmla="*/ 1972336 h 4937007"/>
                <a:gd name="connsiteX32-16255" fmla="*/ 2010109 w 2465559"/>
                <a:gd name="connsiteY32-16256" fmla="*/ 1807058 h 4937007"/>
                <a:gd name="connsiteX33-16257" fmla="*/ 2103414 w 2465559"/>
                <a:gd name="connsiteY33-16258" fmla="*/ 1648584 h 4937007"/>
                <a:gd name="connsiteX34-16259" fmla="*/ 2324434 w 2465559"/>
                <a:gd name="connsiteY34-16260" fmla="*/ 1337952 h 4937007"/>
                <a:gd name="connsiteX35-16261" fmla="*/ 2465559 w 2465559"/>
                <a:gd name="connsiteY35-16262" fmla="*/ 1020807 h 4937007"/>
                <a:gd name="connsiteX36-16263" fmla="*/ 1938671 w 2465559"/>
                <a:gd name="connsiteY36-16264" fmla="*/ 589607 h 4937007"/>
                <a:gd name="connsiteX37-16265" fmla="*/ 1476708 w 2465559"/>
                <a:gd name="connsiteY37-16266" fmla="*/ 444983 h 4937007"/>
                <a:gd name="connsiteX38-16267" fmla="*/ 1272504 w 2465559"/>
                <a:gd name="connsiteY38-16268" fmla="*/ 409167 h 4937007"/>
                <a:gd name="connsiteX39-16269" fmla="*/ 1054449 w 2465559"/>
                <a:gd name="connsiteY39-16270" fmla="*/ 451446 h 4937007"/>
                <a:gd name="connsiteX40-16271" fmla="*/ 1035399 w 2465559"/>
                <a:gd name="connsiteY40-16272" fmla="*/ 263036 h 4937007"/>
                <a:gd name="connsiteX41-16273" fmla="*/ 869490 w 2465559"/>
                <a:gd name="connsiteY41-16274" fmla="*/ 71127 h 4937007"/>
                <a:gd name="connsiteX42-16275" fmla="*/ 597249 w 2465559"/>
                <a:gd name="connsiteY42-16276" fmla="*/ 12907 h 4937007"/>
                <a:gd name="connsiteX43-16277" fmla="*/ 475951 w 2465559"/>
                <a:gd name="connsiteY43-16278" fmla="*/ 516760 h 4937007"/>
                <a:gd name="connsiteX44-16279" fmla="*/ 616105 w 2465559"/>
                <a:gd name="connsiteY44-16280" fmla="*/ 724609 h 4937007"/>
                <a:gd name="connsiteX45-16281" fmla="*/ 319712 w 2465559"/>
                <a:gd name="connsiteY45-16282" fmla="*/ 1088309 h 4937007"/>
                <a:gd name="connsiteX46-16283" fmla="*/ 189084 w 2465559"/>
                <a:gd name="connsiteY46-16284" fmla="*/ 852857 h 4937007"/>
                <a:gd name="connsiteX47-16285" fmla="*/ 275879 w 2465559"/>
                <a:gd name="connsiteY47-16286" fmla="*/ 811890 h 4937007"/>
                <a:gd name="connsiteX48-16287" fmla="*/ 355140 w 2465559"/>
                <a:gd name="connsiteY48-16288" fmla="*/ 730733 h 4937007"/>
                <a:gd name="connsiteX49-16289" fmla="*/ 343233 w 2465559"/>
                <a:gd name="connsiteY49-16290" fmla="*/ 530708 h 4937007"/>
                <a:gd name="connsiteX50-16291" fmla="*/ 147388 w 2465559"/>
                <a:gd name="connsiteY50-16292" fmla="*/ 542954 h 4937007"/>
                <a:gd name="connsiteX0-16293" fmla="*/ 147388 w 2465559"/>
                <a:gd name="connsiteY0-16294" fmla="*/ 542954 h 4937007"/>
                <a:gd name="connsiteX1-16295" fmla="*/ 90 w 2465559"/>
                <a:gd name="connsiteY1-16296" fmla="*/ 796679 h 4937007"/>
                <a:gd name="connsiteX2-16297" fmla="*/ 37413 w 2465559"/>
                <a:gd name="connsiteY2-16298" fmla="*/ 973960 h 4937007"/>
                <a:gd name="connsiteX3-16299" fmla="*/ 266304 w 2465559"/>
                <a:gd name="connsiteY3-16300" fmla="*/ 1713265 h 4937007"/>
                <a:gd name="connsiteX4-16301" fmla="*/ 671894 w 2465559"/>
                <a:gd name="connsiteY4-16302" fmla="*/ 1552458 h 4937007"/>
                <a:gd name="connsiteX5-16303" fmla="*/ 961143 w 2465559"/>
                <a:gd name="connsiteY5-16304" fmla="*/ 1720409 h 4937007"/>
                <a:gd name="connsiteX6-16305" fmla="*/ 989135 w 2465559"/>
                <a:gd name="connsiteY6-16306" fmla="*/ 1916352 h 4937007"/>
                <a:gd name="connsiteX7-16307" fmla="*/ 961143 w 2465559"/>
                <a:gd name="connsiteY7-16308" fmla="*/ 2093828 h 4937007"/>
                <a:gd name="connsiteX8-16309" fmla="*/ 520418 w 2465559"/>
                <a:gd name="connsiteY8-16310" fmla="*/ 2903404 h 4937007"/>
                <a:gd name="connsiteX9-16311" fmla="*/ 501757 w 2465559"/>
                <a:gd name="connsiteY9-16312" fmla="*/ 3339562 h 4937007"/>
                <a:gd name="connsiteX10-16313" fmla="*/ 475951 w 2465559"/>
                <a:gd name="connsiteY10-16314" fmla="*/ 4286717 h 4937007"/>
                <a:gd name="connsiteX11-16315" fmla="*/ 401307 w 2465559"/>
                <a:gd name="connsiteY11-16316" fmla="*/ 4771520 h 4937007"/>
                <a:gd name="connsiteX12-16317" fmla="*/ 200990 w 2465559"/>
                <a:gd name="connsiteY12-16318" fmla="*/ 4890438 h 4937007"/>
                <a:gd name="connsiteX13-16319" fmla="*/ 438484 w 2465559"/>
                <a:gd name="connsiteY13-16320" fmla="*/ 4928877 h 4937007"/>
                <a:gd name="connsiteX14-16321" fmla="*/ 585343 w 2465559"/>
                <a:gd name="connsiteY14-16322" fmla="*/ 4780656 h 4937007"/>
                <a:gd name="connsiteX15-16323" fmla="*/ 849176 w 2465559"/>
                <a:gd name="connsiteY15-16324" fmla="*/ 4463609 h 4937007"/>
                <a:gd name="connsiteX16-16325" fmla="*/ 753683 w 2465559"/>
                <a:gd name="connsiteY16-16326" fmla="*/ 4304940 h 4937007"/>
                <a:gd name="connsiteX17-16327" fmla="*/ 909679 w 2465559"/>
                <a:gd name="connsiteY17-16328" fmla="*/ 3694564 h 4937007"/>
                <a:gd name="connsiteX18-16329" fmla="*/ 867643 w 2465559"/>
                <a:gd name="connsiteY18-16330" fmla="*/ 3120390 h 4937007"/>
                <a:gd name="connsiteX19-16331" fmla="*/ 1365129 w 2465559"/>
                <a:gd name="connsiteY19-16332" fmla="*/ 2671937 h 4937007"/>
                <a:gd name="connsiteX20-16333" fmla="*/ 1495176 w 2465559"/>
                <a:gd name="connsiteY20-16334" fmla="*/ 3437048 h 4937007"/>
                <a:gd name="connsiteX21-16335" fmla="*/ 1175747 w 2465559"/>
                <a:gd name="connsiteY21-16336" fmla="*/ 4186267 h 4937007"/>
                <a:gd name="connsiteX22-16337" fmla="*/ 933151 w 2465559"/>
                <a:gd name="connsiteY22-16338" fmla="*/ 4771520 h 4937007"/>
                <a:gd name="connsiteX23-16339" fmla="*/ 1231731 w 2465559"/>
                <a:gd name="connsiteY23-16340" fmla="*/ 4827503 h 4937007"/>
                <a:gd name="connsiteX24-16341" fmla="*/ 1556553 w 2465559"/>
                <a:gd name="connsiteY24-16342" fmla="*/ 4878724 h 4937007"/>
                <a:gd name="connsiteX25-16343" fmla="*/ 1698262 w 2465559"/>
                <a:gd name="connsiteY25-16344" fmla="*/ 4827503 h 4937007"/>
                <a:gd name="connsiteX26-16345" fmla="*/ 1538622 w 2465559"/>
                <a:gd name="connsiteY26-16346" fmla="*/ 4781240 h 4937007"/>
                <a:gd name="connsiteX27-16347" fmla="*/ 1271241 w 2465559"/>
                <a:gd name="connsiteY27-16348" fmla="*/ 4605172 h 4937007"/>
                <a:gd name="connsiteX28-16349" fmla="*/ 1728440 w 2465559"/>
                <a:gd name="connsiteY28-16350" fmla="*/ 3691355 h 4937007"/>
                <a:gd name="connsiteX29-16351" fmla="*/ 1868399 w 2465559"/>
                <a:gd name="connsiteY29-16352" fmla="*/ 3372511 h 4937007"/>
                <a:gd name="connsiteX30-16353" fmla="*/ 1971036 w 2465559"/>
                <a:gd name="connsiteY30-16354" fmla="*/ 2205796 h 4937007"/>
                <a:gd name="connsiteX31-16355" fmla="*/ 1959519 w 2465559"/>
                <a:gd name="connsiteY31-16356" fmla="*/ 1972336 h 4937007"/>
                <a:gd name="connsiteX32-16357" fmla="*/ 2010109 w 2465559"/>
                <a:gd name="connsiteY32-16358" fmla="*/ 1807058 h 4937007"/>
                <a:gd name="connsiteX33-16359" fmla="*/ 2103414 w 2465559"/>
                <a:gd name="connsiteY33-16360" fmla="*/ 1648584 h 4937007"/>
                <a:gd name="connsiteX34-16361" fmla="*/ 2324434 w 2465559"/>
                <a:gd name="connsiteY34-16362" fmla="*/ 1337952 h 4937007"/>
                <a:gd name="connsiteX35-16363" fmla="*/ 2465559 w 2465559"/>
                <a:gd name="connsiteY35-16364" fmla="*/ 1020807 h 4937007"/>
                <a:gd name="connsiteX36-16365" fmla="*/ 1938671 w 2465559"/>
                <a:gd name="connsiteY36-16366" fmla="*/ 589607 h 4937007"/>
                <a:gd name="connsiteX37-16367" fmla="*/ 1476708 w 2465559"/>
                <a:gd name="connsiteY37-16368" fmla="*/ 444983 h 4937007"/>
                <a:gd name="connsiteX38-16369" fmla="*/ 1272504 w 2465559"/>
                <a:gd name="connsiteY38-16370" fmla="*/ 409167 h 4937007"/>
                <a:gd name="connsiteX39-16371" fmla="*/ 1054449 w 2465559"/>
                <a:gd name="connsiteY39-16372" fmla="*/ 451446 h 4937007"/>
                <a:gd name="connsiteX40-16373" fmla="*/ 1035399 w 2465559"/>
                <a:gd name="connsiteY40-16374" fmla="*/ 263036 h 4937007"/>
                <a:gd name="connsiteX41-16375" fmla="*/ 869490 w 2465559"/>
                <a:gd name="connsiteY41-16376" fmla="*/ 71127 h 4937007"/>
                <a:gd name="connsiteX42-16377" fmla="*/ 597249 w 2465559"/>
                <a:gd name="connsiteY42-16378" fmla="*/ 12907 h 4937007"/>
                <a:gd name="connsiteX43-16379" fmla="*/ 475951 w 2465559"/>
                <a:gd name="connsiteY43-16380" fmla="*/ 516760 h 4937007"/>
                <a:gd name="connsiteX44-16381" fmla="*/ 616105 w 2465559"/>
                <a:gd name="connsiteY44-16382" fmla="*/ 724609 h 4937007"/>
                <a:gd name="connsiteX45-16383" fmla="*/ 319712 w 2465559"/>
                <a:gd name="connsiteY45-16384" fmla="*/ 1088309 h 4937007"/>
                <a:gd name="connsiteX46-16385" fmla="*/ 189084 w 2465559"/>
                <a:gd name="connsiteY46-16386" fmla="*/ 852857 h 4937007"/>
                <a:gd name="connsiteX47-16387" fmla="*/ 275879 w 2465559"/>
                <a:gd name="connsiteY47-16388" fmla="*/ 811890 h 4937007"/>
                <a:gd name="connsiteX48-16389" fmla="*/ 355140 w 2465559"/>
                <a:gd name="connsiteY48-16390" fmla="*/ 730733 h 4937007"/>
                <a:gd name="connsiteX49-16391" fmla="*/ 343233 w 2465559"/>
                <a:gd name="connsiteY49-16392" fmla="*/ 530708 h 4937007"/>
                <a:gd name="connsiteX50-16393" fmla="*/ 147388 w 2465559"/>
                <a:gd name="connsiteY50-16394" fmla="*/ 542954 h 4937007"/>
                <a:gd name="connsiteX0-16395" fmla="*/ 147388 w 2465559"/>
                <a:gd name="connsiteY0-16396" fmla="*/ 542954 h 4937007"/>
                <a:gd name="connsiteX1-16397" fmla="*/ 90 w 2465559"/>
                <a:gd name="connsiteY1-16398" fmla="*/ 796679 h 4937007"/>
                <a:gd name="connsiteX2-16399" fmla="*/ 37413 w 2465559"/>
                <a:gd name="connsiteY2-16400" fmla="*/ 973960 h 4937007"/>
                <a:gd name="connsiteX3-16401" fmla="*/ 266304 w 2465559"/>
                <a:gd name="connsiteY3-16402" fmla="*/ 1713265 h 4937007"/>
                <a:gd name="connsiteX4-16403" fmla="*/ 671894 w 2465559"/>
                <a:gd name="connsiteY4-16404" fmla="*/ 1552458 h 4937007"/>
                <a:gd name="connsiteX5-16405" fmla="*/ 961143 w 2465559"/>
                <a:gd name="connsiteY5-16406" fmla="*/ 1720409 h 4937007"/>
                <a:gd name="connsiteX6-16407" fmla="*/ 989135 w 2465559"/>
                <a:gd name="connsiteY6-16408" fmla="*/ 1916352 h 4937007"/>
                <a:gd name="connsiteX7-16409" fmla="*/ 961143 w 2465559"/>
                <a:gd name="connsiteY7-16410" fmla="*/ 2093828 h 4937007"/>
                <a:gd name="connsiteX8-16411" fmla="*/ 520418 w 2465559"/>
                <a:gd name="connsiteY8-16412" fmla="*/ 2903404 h 4937007"/>
                <a:gd name="connsiteX9-16413" fmla="*/ 501757 w 2465559"/>
                <a:gd name="connsiteY9-16414" fmla="*/ 3339562 h 4937007"/>
                <a:gd name="connsiteX10-16415" fmla="*/ 475951 w 2465559"/>
                <a:gd name="connsiteY10-16416" fmla="*/ 4286717 h 4937007"/>
                <a:gd name="connsiteX11-16417" fmla="*/ 401307 w 2465559"/>
                <a:gd name="connsiteY11-16418" fmla="*/ 4771520 h 4937007"/>
                <a:gd name="connsiteX12-16419" fmla="*/ 200990 w 2465559"/>
                <a:gd name="connsiteY12-16420" fmla="*/ 4890438 h 4937007"/>
                <a:gd name="connsiteX13-16421" fmla="*/ 438484 w 2465559"/>
                <a:gd name="connsiteY13-16422" fmla="*/ 4928877 h 4937007"/>
                <a:gd name="connsiteX14-16423" fmla="*/ 585343 w 2465559"/>
                <a:gd name="connsiteY14-16424" fmla="*/ 4780656 h 4937007"/>
                <a:gd name="connsiteX15-16425" fmla="*/ 849176 w 2465559"/>
                <a:gd name="connsiteY15-16426" fmla="*/ 4463609 h 4937007"/>
                <a:gd name="connsiteX16-16427" fmla="*/ 753683 w 2465559"/>
                <a:gd name="connsiteY16-16428" fmla="*/ 4304940 h 4937007"/>
                <a:gd name="connsiteX17-16429" fmla="*/ 909679 w 2465559"/>
                <a:gd name="connsiteY17-16430" fmla="*/ 3694564 h 4937007"/>
                <a:gd name="connsiteX18-16431" fmla="*/ 867643 w 2465559"/>
                <a:gd name="connsiteY18-16432" fmla="*/ 3120390 h 4937007"/>
                <a:gd name="connsiteX19-16433" fmla="*/ 1365129 w 2465559"/>
                <a:gd name="connsiteY19-16434" fmla="*/ 2671937 h 4937007"/>
                <a:gd name="connsiteX20-16435" fmla="*/ 1495176 w 2465559"/>
                <a:gd name="connsiteY20-16436" fmla="*/ 3437048 h 4937007"/>
                <a:gd name="connsiteX21-16437" fmla="*/ 1175747 w 2465559"/>
                <a:gd name="connsiteY21-16438" fmla="*/ 4186267 h 4937007"/>
                <a:gd name="connsiteX22-16439" fmla="*/ 933151 w 2465559"/>
                <a:gd name="connsiteY22-16440" fmla="*/ 4771520 h 4937007"/>
                <a:gd name="connsiteX23-16441" fmla="*/ 1231731 w 2465559"/>
                <a:gd name="connsiteY23-16442" fmla="*/ 4827503 h 4937007"/>
                <a:gd name="connsiteX24-16443" fmla="*/ 1556553 w 2465559"/>
                <a:gd name="connsiteY24-16444" fmla="*/ 4878724 h 4937007"/>
                <a:gd name="connsiteX25-16445" fmla="*/ 1698262 w 2465559"/>
                <a:gd name="connsiteY25-16446" fmla="*/ 4827503 h 4937007"/>
                <a:gd name="connsiteX26-16447" fmla="*/ 1538622 w 2465559"/>
                <a:gd name="connsiteY26-16448" fmla="*/ 4781240 h 4937007"/>
                <a:gd name="connsiteX27-16449" fmla="*/ 1271241 w 2465559"/>
                <a:gd name="connsiteY27-16450" fmla="*/ 4605172 h 4937007"/>
                <a:gd name="connsiteX28-16451" fmla="*/ 1728440 w 2465559"/>
                <a:gd name="connsiteY28-16452" fmla="*/ 3691355 h 4937007"/>
                <a:gd name="connsiteX29-16453" fmla="*/ 1868399 w 2465559"/>
                <a:gd name="connsiteY29-16454" fmla="*/ 3372511 h 4937007"/>
                <a:gd name="connsiteX30-16455" fmla="*/ 1971036 w 2465559"/>
                <a:gd name="connsiteY30-16456" fmla="*/ 2205796 h 4937007"/>
                <a:gd name="connsiteX31-16457" fmla="*/ 1959519 w 2465559"/>
                <a:gd name="connsiteY31-16458" fmla="*/ 1972336 h 4937007"/>
                <a:gd name="connsiteX32-16459" fmla="*/ 2010109 w 2465559"/>
                <a:gd name="connsiteY32-16460" fmla="*/ 1807058 h 4937007"/>
                <a:gd name="connsiteX33-16461" fmla="*/ 2103414 w 2465559"/>
                <a:gd name="connsiteY33-16462" fmla="*/ 1648584 h 4937007"/>
                <a:gd name="connsiteX34-16463" fmla="*/ 2324434 w 2465559"/>
                <a:gd name="connsiteY34-16464" fmla="*/ 1337952 h 4937007"/>
                <a:gd name="connsiteX35-16465" fmla="*/ 2465559 w 2465559"/>
                <a:gd name="connsiteY35-16466" fmla="*/ 1020807 h 4937007"/>
                <a:gd name="connsiteX36-16467" fmla="*/ 1938671 w 2465559"/>
                <a:gd name="connsiteY36-16468" fmla="*/ 589607 h 4937007"/>
                <a:gd name="connsiteX37-16469" fmla="*/ 1476708 w 2465559"/>
                <a:gd name="connsiteY37-16470" fmla="*/ 444983 h 4937007"/>
                <a:gd name="connsiteX38-16471" fmla="*/ 1272504 w 2465559"/>
                <a:gd name="connsiteY38-16472" fmla="*/ 409167 h 4937007"/>
                <a:gd name="connsiteX39-16473" fmla="*/ 1054449 w 2465559"/>
                <a:gd name="connsiteY39-16474" fmla="*/ 451446 h 4937007"/>
                <a:gd name="connsiteX40-16475" fmla="*/ 1035399 w 2465559"/>
                <a:gd name="connsiteY40-16476" fmla="*/ 263036 h 4937007"/>
                <a:gd name="connsiteX41-16477" fmla="*/ 869490 w 2465559"/>
                <a:gd name="connsiteY41-16478" fmla="*/ 71127 h 4937007"/>
                <a:gd name="connsiteX42-16479" fmla="*/ 597249 w 2465559"/>
                <a:gd name="connsiteY42-16480" fmla="*/ 12907 h 4937007"/>
                <a:gd name="connsiteX43-16481" fmla="*/ 475951 w 2465559"/>
                <a:gd name="connsiteY43-16482" fmla="*/ 516760 h 4937007"/>
                <a:gd name="connsiteX44-16483" fmla="*/ 616105 w 2465559"/>
                <a:gd name="connsiteY44-16484" fmla="*/ 724609 h 4937007"/>
                <a:gd name="connsiteX45-16485" fmla="*/ 319712 w 2465559"/>
                <a:gd name="connsiteY45-16486" fmla="*/ 1088309 h 4937007"/>
                <a:gd name="connsiteX46-16487" fmla="*/ 189084 w 2465559"/>
                <a:gd name="connsiteY46-16488" fmla="*/ 852857 h 4937007"/>
                <a:gd name="connsiteX47-16489" fmla="*/ 275879 w 2465559"/>
                <a:gd name="connsiteY47-16490" fmla="*/ 811890 h 4937007"/>
                <a:gd name="connsiteX48-16491" fmla="*/ 355140 w 2465559"/>
                <a:gd name="connsiteY48-16492" fmla="*/ 730733 h 4937007"/>
                <a:gd name="connsiteX49-16493" fmla="*/ 343233 w 2465559"/>
                <a:gd name="connsiteY49-16494" fmla="*/ 530708 h 4937007"/>
                <a:gd name="connsiteX50-16495" fmla="*/ 147388 w 2465559"/>
                <a:gd name="connsiteY50-16496" fmla="*/ 542954 h 4937007"/>
                <a:gd name="connsiteX0-16497" fmla="*/ 147388 w 2465559"/>
                <a:gd name="connsiteY0-16498" fmla="*/ 542954 h 4937007"/>
                <a:gd name="connsiteX1-16499" fmla="*/ 90 w 2465559"/>
                <a:gd name="connsiteY1-16500" fmla="*/ 796679 h 4937007"/>
                <a:gd name="connsiteX2-16501" fmla="*/ 37413 w 2465559"/>
                <a:gd name="connsiteY2-16502" fmla="*/ 973960 h 4937007"/>
                <a:gd name="connsiteX3-16503" fmla="*/ 266304 w 2465559"/>
                <a:gd name="connsiteY3-16504" fmla="*/ 1713265 h 4937007"/>
                <a:gd name="connsiteX4-16505" fmla="*/ 671894 w 2465559"/>
                <a:gd name="connsiteY4-16506" fmla="*/ 1552458 h 4937007"/>
                <a:gd name="connsiteX5-16507" fmla="*/ 961143 w 2465559"/>
                <a:gd name="connsiteY5-16508" fmla="*/ 1720409 h 4937007"/>
                <a:gd name="connsiteX6-16509" fmla="*/ 989135 w 2465559"/>
                <a:gd name="connsiteY6-16510" fmla="*/ 1916352 h 4937007"/>
                <a:gd name="connsiteX7-16511" fmla="*/ 961143 w 2465559"/>
                <a:gd name="connsiteY7-16512" fmla="*/ 2093828 h 4937007"/>
                <a:gd name="connsiteX8-16513" fmla="*/ 520418 w 2465559"/>
                <a:gd name="connsiteY8-16514" fmla="*/ 2903404 h 4937007"/>
                <a:gd name="connsiteX9-16515" fmla="*/ 501757 w 2465559"/>
                <a:gd name="connsiteY9-16516" fmla="*/ 3339562 h 4937007"/>
                <a:gd name="connsiteX10-16517" fmla="*/ 475951 w 2465559"/>
                <a:gd name="connsiteY10-16518" fmla="*/ 4286717 h 4937007"/>
                <a:gd name="connsiteX11-16519" fmla="*/ 401307 w 2465559"/>
                <a:gd name="connsiteY11-16520" fmla="*/ 4771520 h 4937007"/>
                <a:gd name="connsiteX12-16521" fmla="*/ 200990 w 2465559"/>
                <a:gd name="connsiteY12-16522" fmla="*/ 4890438 h 4937007"/>
                <a:gd name="connsiteX13-16523" fmla="*/ 438484 w 2465559"/>
                <a:gd name="connsiteY13-16524" fmla="*/ 4928877 h 4937007"/>
                <a:gd name="connsiteX14-16525" fmla="*/ 585343 w 2465559"/>
                <a:gd name="connsiteY14-16526" fmla="*/ 4780656 h 4937007"/>
                <a:gd name="connsiteX15-16527" fmla="*/ 849176 w 2465559"/>
                <a:gd name="connsiteY15-16528" fmla="*/ 4463609 h 4937007"/>
                <a:gd name="connsiteX16-16529" fmla="*/ 753683 w 2465559"/>
                <a:gd name="connsiteY16-16530" fmla="*/ 4304940 h 4937007"/>
                <a:gd name="connsiteX17-16531" fmla="*/ 909679 w 2465559"/>
                <a:gd name="connsiteY17-16532" fmla="*/ 3694564 h 4937007"/>
                <a:gd name="connsiteX18-16533" fmla="*/ 867643 w 2465559"/>
                <a:gd name="connsiteY18-16534" fmla="*/ 3120390 h 4937007"/>
                <a:gd name="connsiteX19-16535" fmla="*/ 1365129 w 2465559"/>
                <a:gd name="connsiteY19-16536" fmla="*/ 2671937 h 4937007"/>
                <a:gd name="connsiteX20-16537" fmla="*/ 1495176 w 2465559"/>
                <a:gd name="connsiteY20-16538" fmla="*/ 3437048 h 4937007"/>
                <a:gd name="connsiteX21-16539" fmla="*/ 1175747 w 2465559"/>
                <a:gd name="connsiteY21-16540" fmla="*/ 4186267 h 4937007"/>
                <a:gd name="connsiteX22-16541" fmla="*/ 933151 w 2465559"/>
                <a:gd name="connsiteY22-16542" fmla="*/ 4771520 h 4937007"/>
                <a:gd name="connsiteX23-16543" fmla="*/ 1231731 w 2465559"/>
                <a:gd name="connsiteY23-16544" fmla="*/ 4827503 h 4937007"/>
                <a:gd name="connsiteX24-16545" fmla="*/ 1556553 w 2465559"/>
                <a:gd name="connsiteY24-16546" fmla="*/ 4878724 h 4937007"/>
                <a:gd name="connsiteX25-16547" fmla="*/ 1698262 w 2465559"/>
                <a:gd name="connsiteY25-16548" fmla="*/ 4827503 h 4937007"/>
                <a:gd name="connsiteX26-16549" fmla="*/ 1538622 w 2465559"/>
                <a:gd name="connsiteY26-16550" fmla="*/ 4781240 h 4937007"/>
                <a:gd name="connsiteX27-16551" fmla="*/ 1271241 w 2465559"/>
                <a:gd name="connsiteY27-16552" fmla="*/ 4605172 h 4937007"/>
                <a:gd name="connsiteX28-16553" fmla="*/ 1728440 w 2465559"/>
                <a:gd name="connsiteY28-16554" fmla="*/ 3691355 h 4937007"/>
                <a:gd name="connsiteX29-16555" fmla="*/ 1868399 w 2465559"/>
                <a:gd name="connsiteY29-16556" fmla="*/ 3372511 h 4937007"/>
                <a:gd name="connsiteX30-16557" fmla="*/ 1971036 w 2465559"/>
                <a:gd name="connsiteY30-16558" fmla="*/ 2205796 h 4937007"/>
                <a:gd name="connsiteX31-16559" fmla="*/ 1959519 w 2465559"/>
                <a:gd name="connsiteY31-16560" fmla="*/ 1972336 h 4937007"/>
                <a:gd name="connsiteX32-16561" fmla="*/ 2010109 w 2465559"/>
                <a:gd name="connsiteY32-16562" fmla="*/ 1807058 h 4937007"/>
                <a:gd name="connsiteX33-16563" fmla="*/ 2103414 w 2465559"/>
                <a:gd name="connsiteY33-16564" fmla="*/ 1648584 h 4937007"/>
                <a:gd name="connsiteX34-16565" fmla="*/ 2324434 w 2465559"/>
                <a:gd name="connsiteY34-16566" fmla="*/ 1337952 h 4937007"/>
                <a:gd name="connsiteX35-16567" fmla="*/ 2465559 w 2465559"/>
                <a:gd name="connsiteY35-16568" fmla="*/ 1020807 h 4937007"/>
                <a:gd name="connsiteX36-16569" fmla="*/ 1938671 w 2465559"/>
                <a:gd name="connsiteY36-16570" fmla="*/ 589607 h 4937007"/>
                <a:gd name="connsiteX37-16571" fmla="*/ 1476708 w 2465559"/>
                <a:gd name="connsiteY37-16572" fmla="*/ 444983 h 4937007"/>
                <a:gd name="connsiteX38-16573" fmla="*/ 1272504 w 2465559"/>
                <a:gd name="connsiteY38-16574" fmla="*/ 409167 h 4937007"/>
                <a:gd name="connsiteX39-16575" fmla="*/ 1054449 w 2465559"/>
                <a:gd name="connsiteY39-16576" fmla="*/ 451446 h 4937007"/>
                <a:gd name="connsiteX40-16577" fmla="*/ 1035399 w 2465559"/>
                <a:gd name="connsiteY40-16578" fmla="*/ 263036 h 4937007"/>
                <a:gd name="connsiteX41-16579" fmla="*/ 869490 w 2465559"/>
                <a:gd name="connsiteY41-16580" fmla="*/ 71127 h 4937007"/>
                <a:gd name="connsiteX42-16581" fmla="*/ 597249 w 2465559"/>
                <a:gd name="connsiteY42-16582" fmla="*/ 12907 h 4937007"/>
                <a:gd name="connsiteX43-16583" fmla="*/ 475951 w 2465559"/>
                <a:gd name="connsiteY43-16584" fmla="*/ 516760 h 4937007"/>
                <a:gd name="connsiteX44-16585" fmla="*/ 616105 w 2465559"/>
                <a:gd name="connsiteY44-16586" fmla="*/ 724609 h 4937007"/>
                <a:gd name="connsiteX45-16587" fmla="*/ 319712 w 2465559"/>
                <a:gd name="connsiteY45-16588" fmla="*/ 1088309 h 4937007"/>
                <a:gd name="connsiteX46-16589" fmla="*/ 189084 w 2465559"/>
                <a:gd name="connsiteY46-16590" fmla="*/ 852857 h 4937007"/>
                <a:gd name="connsiteX47-16591" fmla="*/ 275879 w 2465559"/>
                <a:gd name="connsiteY47-16592" fmla="*/ 811890 h 4937007"/>
                <a:gd name="connsiteX48-16593" fmla="*/ 355140 w 2465559"/>
                <a:gd name="connsiteY48-16594" fmla="*/ 730733 h 4937007"/>
                <a:gd name="connsiteX49-16595" fmla="*/ 343233 w 2465559"/>
                <a:gd name="connsiteY49-16596" fmla="*/ 530708 h 4937007"/>
                <a:gd name="connsiteX50-16597" fmla="*/ 147388 w 2465559"/>
                <a:gd name="connsiteY50-16598" fmla="*/ 542954 h 4937007"/>
                <a:gd name="connsiteX0-16599" fmla="*/ 147388 w 2465559"/>
                <a:gd name="connsiteY0-16600" fmla="*/ 542954 h 4937007"/>
                <a:gd name="connsiteX1-16601" fmla="*/ 90 w 2465559"/>
                <a:gd name="connsiteY1-16602" fmla="*/ 796679 h 4937007"/>
                <a:gd name="connsiteX2-16603" fmla="*/ 37413 w 2465559"/>
                <a:gd name="connsiteY2-16604" fmla="*/ 973960 h 4937007"/>
                <a:gd name="connsiteX3-16605" fmla="*/ 266304 w 2465559"/>
                <a:gd name="connsiteY3-16606" fmla="*/ 1713265 h 4937007"/>
                <a:gd name="connsiteX4-16607" fmla="*/ 671894 w 2465559"/>
                <a:gd name="connsiteY4-16608" fmla="*/ 1552458 h 4937007"/>
                <a:gd name="connsiteX5-16609" fmla="*/ 961143 w 2465559"/>
                <a:gd name="connsiteY5-16610" fmla="*/ 1720409 h 4937007"/>
                <a:gd name="connsiteX6-16611" fmla="*/ 989135 w 2465559"/>
                <a:gd name="connsiteY6-16612" fmla="*/ 1916352 h 4937007"/>
                <a:gd name="connsiteX7-16613" fmla="*/ 961143 w 2465559"/>
                <a:gd name="connsiteY7-16614" fmla="*/ 2093828 h 4937007"/>
                <a:gd name="connsiteX8-16615" fmla="*/ 520418 w 2465559"/>
                <a:gd name="connsiteY8-16616" fmla="*/ 2903404 h 4937007"/>
                <a:gd name="connsiteX9-16617" fmla="*/ 501757 w 2465559"/>
                <a:gd name="connsiteY9-16618" fmla="*/ 3339562 h 4937007"/>
                <a:gd name="connsiteX10-16619" fmla="*/ 475951 w 2465559"/>
                <a:gd name="connsiteY10-16620" fmla="*/ 4286717 h 4937007"/>
                <a:gd name="connsiteX11-16621" fmla="*/ 401307 w 2465559"/>
                <a:gd name="connsiteY11-16622" fmla="*/ 4771520 h 4937007"/>
                <a:gd name="connsiteX12-16623" fmla="*/ 200990 w 2465559"/>
                <a:gd name="connsiteY12-16624" fmla="*/ 4890438 h 4937007"/>
                <a:gd name="connsiteX13-16625" fmla="*/ 438484 w 2465559"/>
                <a:gd name="connsiteY13-16626" fmla="*/ 4928877 h 4937007"/>
                <a:gd name="connsiteX14-16627" fmla="*/ 585343 w 2465559"/>
                <a:gd name="connsiteY14-16628" fmla="*/ 4780656 h 4937007"/>
                <a:gd name="connsiteX15-16629" fmla="*/ 849176 w 2465559"/>
                <a:gd name="connsiteY15-16630" fmla="*/ 4463609 h 4937007"/>
                <a:gd name="connsiteX16-16631" fmla="*/ 753683 w 2465559"/>
                <a:gd name="connsiteY16-16632" fmla="*/ 4304940 h 4937007"/>
                <a:gd name="connsiteX17-16633" fmla="*/ 909679 w 2465559"/>
                <a:gd name="connsiteY17-16634" fmla="*/ 3694564 h 4937007"/>
                <a:gd name="connsiteX18-16635" fmla="*/ 867643 w 2465559"/>
                <a:gd name="connsiteY18-16636" fmla="*/ 3120390 h 4937007"/>
                <a:gd name="connsiteX19-16637" fmla="*/ 1365129 w 2465559"/>
                <a:gd name="connsiteY19-16638" fmla="*/ 2671937 h 4937007"/>
                <a:gd name="connsiteX20-16639" fmla="*/ 1495176 w 2465559"/>
                <a:gd name="connsiteY20-16640" fmla="*/ 3437048 h 4937007"/>
                <a:gd name="connsiteX21-16641" fmla="*/ 1175747 w 2465559"/>
                <a:gd name="connsiteY21-16642" fmla="*/ 4186267 h 4937007"/>
                <a:gd name="connsiteX22-16643" fmla="*/ 942676 w 2465559"/>
                <a:gd name="connsiteY22-16644" fmla="*/ 4764376 h 4937007"/>
                <a:gd name="connsiteX23-16645" fmla="*/ 1231731 w 2465559"/>
                <a:gd name="connsiteY23-16646" fmla="*/ 4827503 h 4937007"/>
                <a:gd name="connsiteX24-16647" fmla="*/ 1556553 w 2465559"/>
                <a:gd name="connsiteY24-16648" fmla="*/ 4878724 h 4937007"/>
                <a:gd name="connsiteX25-16649" fmla="*/ 1698262 w 2465559"/>
                <a:gd name="connsiteY25-16650" fmla="*/ 4827503 h 4937007"/>
                <a:gd name="connsiteX26-16651" fmla="*/ 1538622 w 2465559"/>
                <a:gd name="connsiteY26-16652" fmla="*/ 4781240 h 4937007"/>
                <a:gd name="connsiteX27-16653" fmla="*/ 1271241 w 2465559"/>
                <a:gd name="connsiteY27-16654" fmla="*/ 4605172 h 4937007"/>
                <a:gd name="connsiteX28-16655" fmla="*/ 1728440 w 2465559"/>
                <a:gd name="connsiteY28-16656" fmla="*/ 3691355 h 4937007"/>
                <a:gd name="connsiteX29-16657" fmla="*/ 1868399 w 2465559"/>
                <a:gd name="connsiteY29-16658" fmla="*/ 3372511 h 4937007"/>
                <a:gd name="connsiteX30-16659" fmla="*/ 1971036 w 2465559"/>
                <a:gd name="connsiteY30-16660" fmla="*/ 2205796 h 4937007"/>
                <a:gd name="connsiteX31-16661" fmla="*/ 1959519 w 2465559"/>
                <a:gd name="connsiteY31-16662" fmla="*/ 1972336 h 4937007"/>
                <a:gd name="connsiteX32-16663" fmla="*/ 2010109 w 2465559"/>
                <a:gd name="connsiteY32-16664" fmla="*/ 1807058 h 4937007"/>
                <a:gd name="connsiteX33-16665" fmla="*/ 2103414 w 2465559"/>
                <a:gd name="connsiteY33-16666" fmla="*/ 1648584 h 4937007"/>
                <a:gd name="connsiteX34-16667" fmla="*/ 2324434 w 2465559"/>
                <a:gd name="connsiteY34-16668" fmla="*/ 1337952 h 4937007"/>
                <a:gd name="connsiteX35-16669" fmla="*/ 2465559 w 2465559"/>
                <a:gd name="connsiteY35-16670" fmla="*/ 1020807 h 4937007"/>
                <a:gd name="connsiteX36-16671" fmla="*/ 1938671 w 2465559"/>
                <a:gd name="connsiteY36-16672" fmla="*/ 589607 h 4937007"/>
                <a:gd name="connsiteX37-16673" fmla="*/ 1476708 w 2465559"/>
                <a:gd name="connsiteY37-16674" fmla="*/ 444983 h 4937007"/>
                <a:gd name="connsiteX38-16675" fmla="*/ 1272504 w 2465559"/>
                <a:gd name="connsiteY38-16676" fmla="*/ 409167 h 4937007"/>
                <a:gd name="connsiteX39-16677" fmla="*/ 1054449 w 2465559"/>
                <a:gd name="connsiteY39-16678" fmla="*/ 451446 h 4937007"/>
                <a:gd name="connsiteX40-16679" fmla="*/ 1035399 w 2465559"/>
                <a:gd name="connsiteY40-16680" fmla="*/ 263036 h 4937007"/>
                <a:gd name="connsiteX41-16681" fmla="*/ 869490 w 2465559"/>
                <a:gd name="connsiteY41-16682" fmla="*/ 71127 h 4937007"/>
                <a:gd name="connsiteX42-16683" fmla="*/ 597249 w 2465559"/>
                <a:gd name="connsiteY42-16684" fmla="*/ 12907 h 4937007"/>
                <a:gd name="connsiteX43-16685" fmla="*/ 475951 w 2465559"/>
                <a:gd name="connsiteY43-16686" fmla="*/ 516760 h 4937007"/>
                <a:gd name="connsiteX44-16687" fmla="*/ 616105 w 2465559"/>
                <a:gd name="connsiteY44-16688" fmla="*/ 724609 h 4937007"/>
                <a:gd name="connsiteX45-16689" fmla="*/ 319712 w 2465559"/>
                <a:gd name="connsiteY45-16690" fmla="*/ 1088309 h 4937007"/>
                <a:gd name="connsiteX46-16691" fmla="*/ 189084 w 2465559"/>
                <a:gd name="connsiteY46-16692" fmla="*/ 852857 h 4937007"/>
                <a:gd name="connsiteX47-16693" fmla="*/ 275879 w 2465559"/>
                <a:gd name="connsiteY47-16694" fmla="*/ 811890 h 4937007"/>
                <a:gd name="connsiteX48-16695" fmla="*/ 355140 w 2465559"/>
                <a:gd name="connsiteY48-16696" fmla="*/ 730733 h 4937007"/>
                <a:gd name="connsiteX49-16697" fmla="*/ 343233 w 2465559"/>
                <a:gd name="connsiteY49-16698" fmla="*/ 530708 h 4937007"/>
                <a:gd name="connsiteX50-16699" fmla="*/ 147388 w 2465559"/>
                <a:gd name="connsiteY50-16700" fmla="*/ 542954 h 4937007"/>
                <a:gd name="connsiteX0-16701" fmla="*/ 147388 w 2465559"/>
                <a:gd name="connsiteY0-16702" fmla="*/ 542954 h 4937007"/>
                <a:gd name="connsiteX1-16703" fmla="*/ 90 w 2465559"/>
                <a:gd name="connsiteY1-16704" fmla="*/ 796679 h 4937007"/>
                <a:gd name="connsiteX2-16705" fmla="*/ 37413 w 2465559"/>
                <a:gd name="connsiteY2-16706" fmla="*/ 973960 h 4937007"/>
                <a:gd name="connsiteX3-16707" fmla="*/ 266304 w 2465559"/>
                <a:gd name="connsiteY3-16708" fmla="*/ 1713265 h 4937007"/>
                <a:gd name="connsiteX4-16709" fmla="*/ 671894 w 2465559"/>
                <a:gd name="connsiteY4-16710" fmla="*/ 1552458 h 4937007"/>
                <a:gd name="connsiteX5-16711" fmla="*/ 961143 w 2465559"/>
                <a:gd name="connsiteY5-16712" fmla="*/ 1720409 h 4937007"/>
                <a:gd name="connsiteX6-16713" fmla="*/ 989135 w 2465559"/>
                <a:gd name="connsiteY6-16714" fmla="*/ 1916352 h 4937007"/>
                <a:gd name="connsiteX7-16715" fmla="*/ 961143 w 2465559"/>
                <a:gd name="connsiteY7-16716" fmla="*/ 2093828 h 4937007"/>
                <a:gd name="connsiteX8-16717" fmla="*/ 520418 w 2465559"/>
                <a:gd name="connsiteY8-16718" fmla="*/ 2903404 h 4937007"/>
                <a:gd name="connsiteX9-16719" fmla="*/ 501757 w 2465559"/>
                <a:gd name="connsiteY9-16720" fmla="*/ 3339562 h 4937007"/>
                <a:gd name="connsiteX10-16721" fmla="*/ 475951 w 2465559"/>
                <a:gd name="connsiteY10-16722" fmla="*/ 4286717 h 4937007"/>
                <a:gd name="connsiteX11-16723" fmla="*/ 401307 w 2465559"/>
                <a:gd name="connsiteY11-16724" fmla="*/ 4771520 h 4937007"/>
                <a:gd name="connsiteX12-16725" fmla="*/ 200990 w 2465559"/>
                <a:gd name="connsiteY12-16726" fmla="*/ 4890438 h 4937007"/>
                <a:gd name="connsiteX13-16727" fmla="*/ 438484 w 2465559"/>
                <a:gd name="connsiteY13-16728" fmla="*/ 4928877 h 4937007"/>
                <a:gd name="connsiteX14-16729" fmla="*/ 585343 w 2465559"/>
                <a:gd name="connsiteY14-16730" fmla="*/ 4780656 h 4937007"/>
                <a:gd name="connsiteX15-16731" fmla="*/ 849176 w 2465559"/>
                <a:gd name="connsiteY15-16732" fmla="*/ 4463609 h 4937007"/>
                <a:gd name="connsiteX16-16733" fmla="*/ 753683 w 2465559"/>
                <a:gd name="connsiteY16-16734" fmla="*/ 4304940 h 4937007"/>
                <a:gd name="connsiteX17-16735" fmla="*/ 909679 w 2465559"/>
                <a:gd name="connsiteY17-16736" fmla="*/ 3694564 h 4937007"/>
                <a:gd name="connsiteX18-16737" fmla="*/ 867643 w 2465559"/>
                <a:gd name="connsiteY18-16738" fmla="*/ 3120390 h 4937007"/>
                <a:gd name="connsiteX19-16739" fmla="*/ 1365129 w 2465559"/>
                <a:gd name="connsiteY19-16740" fmla="*/ 2671937 h 4937007"/>
                <a:gd name="connsiteX20-16741" fmla="*/ 1495176 w 2465559"/>
                <a:gd name="connsiteY20-16742" fmla="*/ 3437048 h 4937007"/>
                <a:gd name="connsiteX21-16743" fmla="*/ 1175747 w 2465559"/>
                <a:gd name="connsiteY21-16744" fmla="*/ 4186267 h 4937007"/>
                <a:gd name="connsiteX22-16745" fmla="*/ 942676 w 2465559"/>
                <a:gd name="connsiteY22-16746" fmla="*/ 4764376 h 4937007"/>
                <a:gd name="connsiteX23-16747" fmla="*/ 1231731 w 2465559"/>
                <a:gd name="connsiteY23-16748" fmla="*/ 4827503 h 4937007"/>
                <a:gd name="connsiteX24-16749" fmla="*/ 1556553 w 2465559"/>
                <a:gd name="connsiteY24-16750" fmla="*/ 4878724 h 4937007"/>
                <a:gd name="connsiteX25-16751" fmla="*/ 1698262 w 2465559"/>
                <a:gd name="connsiteY25-16752" fmla="*/ 4827503 h 4937007"/>
                <a:gd name="connsiteX26-16753" fmla="*/ 1538622 w 2465559"/>
                <a:gd name="connsiteY26-16754" fmla="*/ 4781240 h 4937007"/>
                <a:gd name="connsiteX27-16755" fmla="*/ 1271241 w 2465559"/>
                <a:gd name="connsiteY27-16756" fmla="*/ 4605172 h 4937007"/>
                <a:gd name="connsiteX28-16757" fmla="*/ 1728440 w 2465559"/>
                <a:gd name="connsiteY28-16758" fmla="*/ 3691355 h 4937007"/>
                <a:gd name="connsiteX29-16759" fmla="*/ 1868399 w 2465559"/>
                <a:gd name="connsiteY29-16760" fmla="*/ 3372511 h 4937007"/>
                <a:gd name="connsiteX30-16761" fmla="*/ 1971036 w 2465559"/>
                <a:gd name="connsiteY30-16762" fmla="*/ 2205796 h 4937007"/>
                <a:gd name="connsiteX31-16763" fmla="*/ 1959519 w 2465559"/>
                <a:gd name="connsiteY31-16764" fmla="*/ 1972336 h 4937007"/>
                <a:gd name="connsiteX32-16765" fmla="*/ 2010109 w 2465559"/>
                <a:gd name="connsiteY32-16766" fmla="*/ 1807058 h 4937007"/>
                <a:gd name="connsiteX33-16767" fmla="*/ 2103414 w 2465559"/>
                <a:gd name="connsiteY33-16768" fmla="*/ 1648584 h 4937007"/>
                <a:gd name="connsiteX34-16769" fmla="*/ 2324434 w 2465559"/>
                <a:gd name="connsiteY34-16770" fmla="*/ 1337952 h 4937007"/>
                <a:gd name="connsiteX35-16771" fmla="*/ 2465559 w 2465559"/>
                <a:gd name="connsiteY35-16772" fmla="*/ 1020807 h 4937007"/>
                <a:gd name="connsiteX36-16773" fmla="*/ 1938671 w 2465559"/>
                <a:gd name="connsiteY36-16774" fmla="*/ 589607 h 4937007"/>
                <a:gd name="connsiteX37-16775" fmla="*/ 1476708 w 2465559"/>
                <a:gd name="connsiteY37-16776" fmla="*/ 444983 h 4937007"/>
                <a:gd name="connsiteX38-16777" fmla="*/ 1272504 w 2465559"/>
                <a:gd name="connsiteY38-16778" fmla="*/ 409167 h 4937007"/>
                <a:gd name="connsiteX39-16779" fmla="*/ 1054449 w 2465559"/>
                <a:gd name="connsiteY39-16780" fmla="*/ 451446 h 4937007"/>
                <a:gd name="connsiteX40-16781" fmla="*/ 1035399 w 2465559"/>
                <a:gd name="connsiteY40-16782" fmla="*/ 263036 h 4937007"/>
                <a:gd name="connsiteX41-16783" fmla="*/ 869490 w 2465559"/>
                <a:gd name="connsiteY41-16784" fmla="*/ 71127 h 4937007"/>
                <a:gd name="connsiteX42-16785" fmla="*/ 597249 w 2465559"/>
                <a:gd name="connsiteY42-16786" fmla="*/ 12907 h 4937007"/>
                <a:gd name="connsiteX43-16787" fmla="*/ 475951 w 2465559"/>
                <a:gd name="connsiteY43-16788" fmla="*/ 516760 h 4937007"/>
                <a:gd name="connsiteX44-16789" fmla="*/ 616105 w 2465559"/>
                <a:gd name="connsiteY44-16790" fmla="*/ 724609 h 4937007"/>
                <a:gd name="connsiteX45-16791" fmla="*/ 319712 w 2465559"/>
                <a:gd name="connsiteY45-16792" fmla="*/ 1088309 h 4937007"/>
                <a:gd name="connsiteX46-16793" fmla="*/ 189084 w 2465559"/>
                <a:gd name="connsiteY46-16794" fmla="*/ 852857 h 4937007"/>
                <a:gd name="connsiteX47-16795" fmla="*/ 275879 w 2465559"/>
                <a:gd name="connsiteY47-16796" fmla="*/ 811890 h 4937007"/>
                <a:gd name="connsiteX48-16797" fmla="*/ 355140 w 2465559"/>
                <a:gd name="connsiteY48-16798" fmla="*/ 730733 h 4937007"/>
                <a:gd name="connsiteX49-16799" fmla="*/ 343233 w 2465559"/>
                <a:gd name="connsiteY49-16800" fmla="*/ 530708 h 4937007"/>
                <a:gd name="connsiteX50-16801" fmla="*/ 147388 w 2465559"/>
                <a:gd name="connsiteY50-16802" fmla="*/ 542954 h 4937007"/>
                <a:gd name="connsiteX0-16803" fmla="*/ 147388 w 2465559"/>
                <a:gd name="connsiteY0-16804" fmla="*/ 542954 h 4937007"/>
                <a:gd name="connsiteX1-16805" fmla="*/ 90 w 2465559"/>
                <a:gd name="connsiteY1-16806" fmla="*/ 796679 h 4937007"/>
                <a:gd name="connsiteX2-16807" fmla="*/ 37413 w 2465559"/>
                <a:gd name="connsiteY2-16808" fmla="*/ 973960 h 4937007"/>
                <a:gd name="connsiteX3-16809" fmla="*/ 266304 w 2465559"/>
                <a:gd name="connsiteY3-16810" fmla="*/ 1713265 h 4937007"/>
                <a:gd name="connsiteX4-16811" fmla="*/ 671894 w 2465559"/>
                <a:gd name="connsiteY4-16812" fmla="*/ 1552458 h 4937007"/>
                <a:gd name="connsiteX5-16813" fmla="*/ 961143 w 2465559"/>
                <a:gd name="connsiteY5-16814" fmla="*/ 1720409 h 4937007"/>
                <a:gd name="connsiteX6-16815" fmla="*/ 989135 w 2465559"/>
                <a:gd name="connsiteY6-16816" fmla="*/ 1916352 h 4937007"/>
                <a:gd name="connsiteX7-16817" fmla="*/ 961143 w 2465559"/>
                <a:gd name="connsiteY7-16818" fmla="*/ 2093828 h 4937007"/>
                <a:gd name="connsiteX8-16819" fmla="*/ 520418 w 2465559"/>
                <a:gd name="connsiteY8-16820" fmla="*/ 2903404 h 4937007"/>
                <a:gd name="connsiteX9-16821" fmla="*/ 501757 w 2465559"/>
                <a:gd name="connsiteY9-16822" fmla="*/ 3339562 h 4937007"/>
                <a:gd name="connsiteX10-16823" fmla="*/ 475951 w 2465559"/>
                <a:gd name="connsiteY10-16824" fmla="*/ 4286717 h 4937007"/>
                <a:gd name="connsiteX11-16825" fmla="*/ 401307 w 2465559"/>
                <a:gd name="connsiteY11-16826" fmla="*/ 4771520 h 4937007"/>
                <a:gd name="connsiteX12-16827" fmla="*/ 200990 w 2465559"/>
                <a:gd name="connsiteY12-16828" fmla="*/ 4890438 h 4937007"/>
                <a:gd name="connsiteX13-16829" fmla="*/ 438484 w 2465559"/>
                <a:gd name="connsiteY13-16830" fmla="*/ 4928877 h 4937007"/>
                <a:gd name="connsiteX14-16831" fmla="*/ 585343 w 2465559"/>
                <a:gd name="connsiteY14-16832" fmla="*/ 4780656 h 4937007"/>
                <a:gd name="connsiteX15-16833" fmla="*/ 849176 w 2465559"/>
                <a:gd name="connsiteY15-16834" fmla="*/ 4463609 h 4937007"/>
                <a:gd name="connsiteX16-16835" fmla="*/ 753683 w 2465559"/>
                <a:gd name="connsiteY16-16836" fmla="*/ 4304940 h 4937007"/>
                <a:gd name="connsiteX17-16837" fmla="*/ 909679 w 2465559"/>
                <a:gd name="connsiteY17-16838" fmla="*/ 3694564 h 4937007"/>
                <a:gd name="connsiteX18-16839" fmla="*/ 867643 w 2465559"/>
                <a:gd name="connsiteY18-16840" fmla="*/ 3120390 h 4937007"/>
                <a:gd name="connsiteX19-16841" fmla="*/ 1365129 w 2465559"/>
                <a:gd name="connsiteY19-16842" fmla="*/ 2671937 h 4937007"/>
                <a:gd name="connsiteX20-16843" fmla="*/ 1495176 w 2465559"/>
                <a:gd name="connsiteY20-16844" fmla="*/ 3437048 h 4937007"/>
                <a:gd name="connsiteX21-16845" fmla="*/ 1175747 w 2465559"/>
                <a:gd name="connsiteY21-16846" fmla="*/ 4186267 h 4937007"/>
                <a:gd name="connsiteX22-16847" fmla="*/ 947438 w 2465559"/>
                <a:gd name="connsiteY22-16848" fmla="*/ 4761995 h 4937007"/>
                <a:gd name="connsiteX23-16849" fmla="*/ 1231731 w 2465559"/>
                <a:gd name="connsiteY23-16850" fmla="*/ 4827503 h 4937007"/>
                <a:gd name="connsiteX24-16851" fmla="*/ 1556553 w 2465559"/>
                <a:gd name="connsiteY24-16852" fmla="*/ 4878724 h 4937007"/>
                <a:gd name="connsiteX25-16853" fmla="*/ 1698262 w 2465559"/>
                <a:gd name="connsiteY25-16854" fmla="*/ 4827503 h 4937007"/>
                <a:gd name="connsiteX26-16855" fmla="*/ 1538622 w 2465559"/>
                <a:gd name="connsiteY26-16856" fmla="*/ 4781240 h 4937007"/>
                <a:gd name="connsiteX27-16857" fmla="*/ 1271241 w 2465559"/>
                <a:gd name="connsiteY27-16858" fmla="*/ 4605172 h 4937007"/>
                <a:gd name="connsiteX28-16859" fmla="*/ 1728440 w 2465559"/>
                <a:gd name="connsiteY28-16860" fmla="*/ 3691355 h 4937007"/>
                <a:gd name="connsiteX29-16861" fmla="*/ 1868399 w 2465559"/>
                <a:gd name="connsiteY29-16862" fmla="*/ 3372511 h 4937007"/>
                <a:gd name="connsiteX30-16863" fmla="*/ 1971036 w 2465559"/>
                <a:gd name="connsiteY30-16864" fmla="*/ 2205796 h 4937007"/>
                <a:gd name="connsiteX31-16865" fmla="*/ 1959519 w 2465559"/>
                <a:gd name="connsiteY31-16866" fmla="*/ 1972336 h 4937007"/>
                <a:gd name="connsiteX32-16867" fmla="*/ 2010109 w 2465559"/>
                <a:gd name="connsiteY32-16868" fmla="*/ 1807058 h 4937007"/>
                <a:gd name="connsiteX33-16869" fmla="*/ 2103414 w 2465559"/>
                <a:gd name="connsiteY33-16870" fmla="*/ 1648584 h 4937007"/>
                <a:gd name="connsiteX34-16871" fmla="*/ 2324434 w 2465559"/>
                <a:gd name="connsiteY34-16872" fmla="*/ 1337952 h 4937007"/>
                <a:gd name="connsiteX35-16873" fmla="*/ 2465559 w 2465559"/>
                <a:gd name="connsiteY35-16874" fmla="*/ 1020807 h 4937007"/>
                <a:gd name="connsiteX36-16875" fmla="*/ 1938671 w 2465559"/>
                <a:gd name="connsiteY36-16876" fmla="*/ 589607 h 4937007"/>
                <a:gd name="connsiteX37-16877" fmla="*/ 1476708 w 2465559"/>
                <a:gd name="connsiteY37-16878" fmla="*/ 444983 h 4937007"/>
                <a:gd name="connsiteX38-16879" fmla="*/ 1272504 w 2465559"/>
                <a:gd name="connsiteY38-16880" fmla="*/ 409167 h 4937007"/>
                <a:gd name="connsiteX39-16881" fmla="*/ 1054449 w 2465559"/>
                <a:gd name="connsiteY39-16882" fmla="*/ 451446 h 4937007"/>
                <a:gd name="connsiteX40-16883" fmla="*/ 1035399 w 2465559"/>
                <a:gd name="connsiteY40-16884" fmla="*/ 263036 h 4937007"/>
                <a:gd name="connsiteX41-16885" fmla="*/ 869490 w 2465559"/>
                <a:gd name="connsiteY41-16886" fmla="*/ 71127 h 4937007"/>
                <a:gd name="connsiteX42-16887" fmla="*/ 597249 w 2465559"/>
                <a:gd name="connsiteY42-16888" fmla="*/ 12907 h 4937007"/>
                <a:gd name="connsiteX43-16889" fmla="*/ 475951 w 2465559"/>
                <a:gd name="connsiteY43-16890" fmla="*/ 516760 h 4937007"/>
                <a:gd name="connsiteX44-16891" fmla="*/ 616105 w 2465559"/>
                <a:gd name="connsiteY44-16892" fmla="*/ 724609 h 4937007"/>
                <a:gd name="connsiteX45-16893" fmla="*/ 319712 w 2465559"/>
                <a:gd name="connsiteY45-16894" fmla="*/ 1088309 h 4937007"/>
                <a:gd name="connsiteX46-16895" fmla="*/ 189084 w 2465559"/>
                <a:gd name="connsiteY46-16896" fmla="*/ 852857 h 4937007"/>
                <a:gd name="connsiteX47-16897" fmla="*/ 275879 w 2465559"/>
                <a:gd name="connsiteY47-16898" fmla="*/ 811890 h 4937007"/>
                <a:gd name="connsiteX48-16899" fmla="*/ 355140 w 2465559"/>
                <a:gd name="connsiteY48-16900" fmla="*/ 730733 h 4937007"/>
                <a:gd name="connsiteX49-16901" fmla="*/ 343233 w 2465559"/>
                <a:gd name="connsiteY49-16902" fmla="*/ 530708 h 4937007"/>
                <a:gd name="connsiteX50-16903" fmla="*/ 147388 w 2465559"/>
                <a:gd name="connsiteY50-16904" fmla="*/ 542954 h 4937007"/>
                <a:gd name="connsiteX0-16905" fmla="*/ 147388 w 2465559"/>
                <a:gd name="connsiteY0-16906" fmla="*/ 542954 h 4937007"/>
                <a:gd name="connsiteX1-16907" fmla="*/ 90 w 2465559"/>
                <a:gd name="connsiteY1-16908" fmla="*/ 796679 h 4937007"/>
                <a:gd name="connsiteX2-16909" fmla="*/ 37413 w 2465559"/>
                <a:gd name="connsiteY2-16910" fmla="*/ 973960 h 4937007"/>
                <a:gd name="connsiteX3-16911" fmla="*/ 266304 w 2465559"/>
                <a:gd name="connsiteY3-16912" fmla="*/ 1713265 h 4937007"/>
                <a:gd name="connsiteX4-16913" fmla="*/ 671894 w 2465559"/>
                <a:gd name="connsiteY4-16914" fmla="*/ 1552458 h 4937007"/>
                <a:gd name="connsiteX5-16915" fmla="*/ 961143 w 2465559"/>
                <a:gd name="connsiteY5-16916" fmla="*/ 1720409 h 4937007"/>
                <a:gd name="connsiteX6-16917" fmla="*/ 989135 w 2465559"/>
                <a:gd name="connsiteY6-16918" fmla="*/ 1916352 h 4937007"/>
                <a:gd name="connsiteX7-16919" fmla="*/ 961143 w 2465559"/>
                <a:gd name="connsiteY7-16920" fmla="*/ 2093828 h 4937007"/>
                <a:gd name="connsiteX8-16921" fmla="*/ 520418 w 2465559"/>
                <a:gd name="connsiteY8-16922" fmla="*/ 2903404 h 4937007"/>
                <a:gd name="connsiteX9-16923" fmla="*/ 501757 w 2465559"/>
                <a:gd name="connsiteY9-16924" fmla="*/ 3339562 h 4937007"/>
                <a:gd name="connsiteX10-16925" fmla="*/ 475951 w 2465559"/>
                <a:gd name="connsiteY10-16926" fmla="*/ 4286717 h 4937007"/>
                <a:gd name="connsiteX11-16927" fmla="*/ 401307 w 2465559"/>
                <a:gd name="connsiteY11-16928" fmla="*/ 4771520 h 4937007"/>
                <a:gd name="connsiteX12-16929" fmla="*/ 200990 w 2465559"/>
                <a:gd name="connsiteY12-16930" fmla="*/ 4890438 h 4937007"/>
                <a:gd name="connsiteX13-16931" fmla="*/ 438484 w 2465559"/>
                <a:gd name="connsiteY13-16932" fmla="*/ 4928877 h 4937007"/>
                <a:gd name="connsiteX14-16933" fmla="*/ 585343 w 2465559"/>
                <a:gd name="connsiteY14-16934" fmla="*/ 4780656 h 4937007"/>
                <a:gd name="connsiteX15-16935" fmla="*/ 849176 w 2465559"/>
                <a:gd name="connsiteY15-16936" fmla="*/ 4463609 h 4937007"/>
                <a:gd name="connsiteX16-16937" fmla="*/ 753683 w 2465559"/>
                <a:gd name="connsiteY16-16938" fmla="*/ 4304940 h 4937007"/>
                <a:gd name="connsiteX17-16939" fmla="*/ 909679 w 2465559"/>
                <a:gd name="connsiteY17-16940" fmla="*/ 3694564 h 4937007"/>
                <a:gd name="connsiteX18-16941" fmla="*/ 867643 w 2465559"/>
                <a:gd name="connsiteY18-16942" fmla="*/ 3120390 h 4937007"/>
                <a:gd name="connsiteX19-16943" fmla="*/ 1365129 w 2465559"/>
                <a:gd name="connsiteY19-16944" fmla="*/ 2671937 h 4937007"/>
                <a:gd name="connsiteX20-16945" fmla="*/ 1495176 w 2465559"/>
                <a:gd name="connsiteY20-16946" fmla="*/ 3437048 h 4937007"/>
                <a:gd name="connsiteX21-16947" fmla="*/ 1175747 w 2465559"/>
                <a:gd name="connsiteY21-16948" fmla="*/ 4186267 h 4937007"/>
                <a:gd name="connsiteX22-16949" fmla="*/ 947438 w 2465559"/>
                <a:gd name="connsiteY22-16950" fmla="*/ 4761995 h 4937007"/>
                <a:gd name="connsiteX23-16951" fmla="*/ 1231731 w 2465559"/>
                <a:gd name="connsiteY23-16952" fmla="*/ 4827503 h 4937007"/>
                <a:gd name="connsiteX24-16953" fmla="*/ 1556553 w 2465559"/>
                <a:gd name="connsiteY24-16954" fmla="*/ 4878724 h 4937007"/>
                <a:gd name="connsiteX25-16955" fmla="*/ 1698262 w 2465559"/>
                <a:gd name="connsiteY25-16956" fmla="*/ 4827503 h 4937007"/>
                <a:gd name="connsiteX26-16957" fmla="*/ 1538622 w 2465559"/>
                <a:gd name="connsiteY26-16958" fmla="*/ 4781240 h 4937007"/>
                <a:gd name="connsiteX27-16959" fmla="*/ 1271241 w 2465559"/>
                <a:gd name="connsiteY27-16960" fmla="*/ 4605172 h 4937007"/>
                <a:gd name="connsiteX28-16961" fmla="*/ 1728440 w 2465559"/>
                <a:gd name="connsiteY28-16962" fmla="*/ 3691355 h 4937007"/>
                <a:gd name="connsiteX29-16963" fmla="*/ 1868399 w 2465559"/>
                <a:gd name="connsiteY29-16964" fmla="*/ 3372511 h 4937007"/>
                <a:gd name="connsiteX30-16965" fmla="*/ 1971036 w 2465559"/>
                <a:gd name="connsiteY30-16966" fmla="*/ 2205796 h 4937007"/>
                <a:gd name="connsiteX31-16967" fmla="*/ 1959519 w 2465559"/>
                <a:gd name="connsiteY31-16968" fmla="*/ 1972336 h 4937007"/>
                <a:gd name="connsiteX32-16969" fmla="*/ 2010109 w 2465559"/>
                <a:gd name="connsiteY32-16970" fmla="*/ 1807058 h 4937007"/>
                <a:gd name="connsiteX33-16971" fmla="*/ 2103414 w 2465559"/>
                <a:gd name="connsiteY33-16972" fmla="*/ 1648584 h 4937007"/>
                <a:gd name="connsiteX34-16973" fmla="*/ 2324434 w 2465559"/>
                <a:gd name="connsiteY34-16974" fmla="*/ 1337952 h 4937007"/>
                <a:gd name="connsiteX35-16975" fmla="*/ 2465559 w 2465559"/>
                <a:gd name="connsiteY35-16976" fmla="*/ 1020807 h 4937007"/>
                <a:gd name="connsiteX36-16977" fmla="*/ 1938671 w 2465559"/>
                <a:gd name="connsiteY36-16978" fmla="*/ 589607 h 4937007"/>
                <a:gd name="connsiteX37-16979" fmla="*/ 1476708 w 2465559"/>
                <a:gd name="connsiteY37-16980" fmla="*/ 444983 h 4937007"/>
                <a:gd name="connsiteX38-16981" fmla="*/ 1272504 w 2465559"/>
                <a:gd name="connsiteY38-16982" fmla="*/ 409167 h 4937007"/>
                <a:gd name="connsiteX39-16983" fmla="*/ 1054449 w 2465559"/>
                <a:gd name="connsiteY39-16984" fmla="*/ 451446 h 4937007"/>
                <a:gd name="connsiteX40-16985" fmla="*/ 1035399 w 2465559"/>
                <a:gd name="connsiteY40-16986" fmla="*/ 263036 h 4937007"/>
                <a:gd name="connsiteX41-16987" fmla="*/ 869490 w 2465559"/>
                <a:gd name="connsiteY41-16988" fmla="*/ 71127 h 4937007"/>
                <a:gd name="connsiteX42-16989" fmla="*/ 597249 w 2465559"/>
                <a:gd name="connsiteY42-16990" fmla="*/ 12907 h 4937007"/>
                <a:gd name="connsiteX43-16991" fmla="*/ 475951 w 2465559"/>
                <a:gd name="connsiteY43-16992" fmla="*/ 516760 h 4937007"/>
                <a:gd name="connsiteX44-16993" fmla="*/ 616105 w 2465559"/>
                <a:gd name="connsiteY44-16994" fmla="*/ 724609 h 4937007"/>
                <a:gd name="connsiteX45-16995" fmla="*/ 319712 w 2465559"/>
                <a:gd name="connsiteY45-16996" fmla="*/ 1088309 h 4937007"/>
                <a:gd name="connsiteX46-16997" fmla="*/ 189084 w 2465559"/>
                <a:gd name="connsiteY46-16998" fmla="*/ 852857 h 4937007"/>
                <a:gd name="connsiteX47-16999" fmla="*/ 275879 w 2465559"/>
                <a:gd name="connsiteY47-17000" fmla="*/ 811890 h 4937007"/>
                <a:gd name="connsiteX48-17001" fmla="*/ 355140 w 2465559"/>
                <a:gd name="connsiteY48-17002" fmla="*/ 730733 h 4937007"/>
                <a:gd name="connsiteX49-17003" fmla="*/ 343233 w 2465559"/>
                <a:gd name="connsiteY49-17004" fmla="*/ 530708 h 4937007"/>
                <a:gd name="connsiteX50-17005" fmla="*/ 147388 w 2465559"/>
                <a:gd name="connsiteY50-17006" fmla="*/ 542954 h 4937007"/>
                <a:gd name="connsiteX0-17007" fmla="*/ 147388 w 2465559"/>
                <a:gd name="connsiteY0-17008" fmla="*/ 542954 h 4937007"/>
                <a:gd name="connsiteX1-17009" fmla="*/ 90 w 2465559"/>
                <a:gd name="connsiteY1-17010" fmla="*/ 796679 h 4937007"/>
                <a:gd name="connsiteX2-17011" fmla="*/ 37413 w 2465559"/>
                <a:gd name="connsiteY2-17012" fmla="*/ 973960 h 4937007"/>
                <a:gd name="connsiteX3-17013" fmla="*/ 266304 w 2465559"/>
                <a:gd name="connsiteY3-17014" fmla="*/ 1713265 h 4937007"/>
                <a:gd name="connsiteX4-17015" fmla="*/ 671894 w 2465559"/>
                <a:gd name="connsiteY4-17016" fmla="*/ 1552458 h 4937007"/>
                <a:gd name="connsiteX5-17017" fmla="*/ 961143 w 2465559"/>
                <a:gd name="connsiteY5-17018" fmla="*/ 1720409 h 4937007"/>
                <a:gd name="connsiteX6-17019" fmla="*/ 989135 w 2465559"/>
                <a:gd name="connsiteY6-17020" fmla="*/ 1916352 h 4937007"/>
                <a:gd name="connsiteX7-17021" fmla="*/ 961143 w 2465559"/>
                <a:gd name="connsiteY7-17022" fmla="*/ 2093828 h 4937007"/>
                <a:gd name="connsiteX8-17023" fmla="*/ 520418 w 2465559"/>
                <a:gd name="connsiteY8-17024" fmla="*/ 2903404 h 4937007"/>
                <a:gd name="connsiteX9-17025" fmla="*/ 501757 w 2465559"/>
                <a:gd name="connsiteY9-17026" fmla="*/ 3339562 h 4937007"/>
                <a:gd name="connsiteX10-17027" fmla="*/ 475951 w 2465559"/>
                <a:gd name="connsiteY10-17028" fmla="*/ 4286717 h 4937007"/>
                <a:gd name="connsiteX11-17029" fmla="*/ 401307 w 2465559"/>
                <a:gd name="connsiteY11-17030" fmla="*/ 4771520 h 4937007"/>
                <a:gd name="connsiteX12-17031" fmla="*/ 200990 w 2465559"/>
                <a:gd name="connsiteY12-17032" fmla="*/ 4890438 h 4937007"/>
                <a:gd name="connsiteX13-17033" fmla="*/ 438484 w 2465559"/>
                <a:gd name="connsiteY13-17034" fmla="*/ 4928877 h 4937007"/>
                <a:gd name="connsiteX14-17035" fmla="*/ 585343 w 2465559"/>
                <a:gd name="connsiteY14-17036" fmla="*/ 4780656 h 4937007"/>
                <a:gd name="connsiteX15-17037" fmla="*/ 849176 w 2465559"/>
                <a:gd name="connsiteY15-17038" fmla="*/ 4463609 h 4937007"/>
                <a:gd name="connsiteX16-17039" fmla="*/ 753683 w 2465559"/>
                <a:gd name="connsiteY16-17040" fmla="*/ 4304940 h 4937007"/>
                <a:gd name="connsiteX17-17041" fmla="*/ 909679 w 2465559"/>
                <a:gd name="connsiteY17-17042" fmla="*/ 3694564 h 4937007"/>
                <a:gd name="connsiteX18-17043" fmla="*/ 867643 w 2465559"/>
                <a:gd name="connsiteY18-17044" fmla="*/ 3120390 h 4937007"/>
                <a:gd name="connsiteX19-17045" fmla="*/ 1365129 w 2465559"/>
                <a:gd name="connsiteY19-17046" fmla="*/ 2671937 h 4937007"/>
                <a:gd name="connsiteX20-17047" fmla="*/ 1495176 w 2465559"/>
                <a:gd name="connsiteY20-17048" fmla="*/ 3437048 h 4937007"/>
                <a:gd name="connsiteX21-17049" fmla="*/ 1175747 w 2465559"/>
                <a:gd name="connsiteY21-17050" fmla="*/ 4186267 h 4937007"/>
                <a:gd name="connsiteX22-17051" fmla="*/ 947438 w 2465559"/>
                <a:gd name="connsiteY22-17052" fmla="*/ 4761995 h 4937007"/>
                <a:gd name="connsiteX23-17053" fmla="*/ 1231731 w 2465559"/>
                <a:gd name="connsiteY23-17054" fmla="*/ 4827503 h 4937007"/>
                <a:gd name="connsiteX24-17055" fmla="*/ 1556553 w 2465559"/>
                <a:gd name="connsiteY24-17056" fmla="*/ 4878724 h 4937007"/>
                <a:gd name="connsiteX25-17057" fmla="*/ 1698262 w 2465559"/>
                <a:gd name="connsiteY25-17058" fmla="*/ 4827503 h 4937007"/>
                <a:gd name="connsiteX26-17059" fmla="*/ 1538622 w 2465559"/>
                <a:gd name="connsiteY26-17060" fmla="*/ 4781240 h 4937007"/>
                <a:gd name="connsiteX27-17061" fmla="*/ 1271241 w 2465559"/>
                <a:gd name="connsiteY27-17062" fmla="*/ 4605172 h 4937007"/>
                <a:gd name="connsiteX28-17063" fmla="*/ 1728440 w 2465559"/>
                <a:gd name="connsiteY28-17064" fmla="*/ 3691355 h 4937007"/>
                <a:gd name="connsiteX29-17065" fmla="*/ 1868399 w 2465559"/>
                <a:gd name="connsiteY29-17066" fmla="*/ 3372511 h 4937007"/>
                <a:gd name="connsiteX30-17067" fmla="*/ 1971036 w 2465559"/>
                <a:gd name="connsiteY30-17068" fmla="*/ 2205796 h 4937007"/>
                <a:gd name="connsiteX31-17069" fmla="*/ 1959519 w 2465559"/>
                <a:gd name="connsiteY31-17070" fmla="*/ 1972336 h 4937007"/>
                <a:gd name="connsiteX32-17071" fmla="*/ 2010109 w 2465559"/>
                <a:gd name="connsiteY32-17072" fmla="*/ 1807058 h 4937007"/>
                <a:gd name="connsiteX33-17073" fmla="*/ 2103414 w 2465559"/>
                <a:gd name="connsiteY33-17074" fmla="*/ 1648584 h 4937007"/>
                <a:gd name="connsiteX34-17075" fmla="*/ 2324434 w 2465559"/>
                <a:gd name="connsiteY34-17076" fmla="*/ 1337952 h 4937007"/>
                <a:gd name="connsiteX35-17077" fmla="*/ 2465559 w 2465559"/>
                <a:gd name="connsiteY35-17078" fmla="*/ 1020807 h 4937007"/>
                <a:gd name="connsiteX36-17079" fmla="*/ 1938671 w 2465559"/>
                <a:gd name="connsiteY36-17080" fmla="*/ 589607 h 4937007"/>
                <a:gd name="connsiteX37-17081" fmla="*/ 1476708 w 2465559"/>
                <a:gd name="connsiteY37-17082" fmla="*/ 444983 h 4937007"/>
                <a:gd name="connsiteX38-17083" fmla="*/ 1272504 w 2465559"/>
                <a:gd name="connsiteY38-17084" fmla="*/ 409167 h 4937007"/>
                <a:gd name="connsiteX39-17085" fmla="*/ 1054449 w 2465559"/>
                <a:gd name="connsiteY39-17086" fmla="*/ 451446 h 4937007"/>
                <a:gd name="connsiteX40-17087" fmla="*/ 1035399 w 2465559"/>
                <a:gd name="connsiteY40-17088" fmla="*/ 263036 h 4937007"/>
                <a:gd name="connsiteX41-17089" fmla="*/ 869490 w 2465559"/>
                <a:gd name="connsiteY41-17090" fmla="*/ 71127 h 4937007"/>
                <a:gd name="connsiteX42-17091" fmla="*/ 597249 w 2465559"/>
                <a:gd name="connsiteY42-17092" fmla="*/ 12907 h 4937007"/>
                <a:gd name="connsiteX43-17093" fmla="*/ 475951 w 2465559"/>
                <a:gd name="connsiteY43-17094" fmla="*/ 516760 h 4937007"/>
                <a:gd name="connsiteX44-17095" fmla="*/ 616105 w 2465559"/>
                <a:gd name="connsiteY44-17096" fmla="*/ 724609 h 4937007"/>
                <a:gd name="connsiteX45-17097" fmla="*/ 319712 w 2465559"/>
                <a:gd name="connsiteY45-17098" fmla="*/ 1088309 h 4937007"/>
                <a:gd name="connsiteX46-17099" fmla="*/ 189084 w 2465559"/>
                <a:gd name="connsiteY46-17100" fmla="*/ 852857 h 4937007"/>
                <a:gd name="connsiteX47-17101" fmla="*/ 275879 w 2465559"/>
                <a:gd name="connsiteY47-17102" fmla="*/ 811890 h 4937007"/>
                <a:gd name="connsiteX48-17103" fmla="*/ 355140 w 2465559"/>
                <a:gd name="connsiteY48-17104" fmla="*/ 730733 h 4937007"/>
                <a:gd name="connsiteX49-17105" fmla="*/ 343233 w 2465559"/>
                <a:gd name="connsiteY49-17106" fmla="*/ 530708 h 4937007"/>
                <a:gd name="connsiteX50-17107" fmla="*/ 147388 w 2465559"/>
                <a:gd name="connsiteY50-17108" fmla="*/ 542954 h 4937007"/>
                <a:gd name="connsiteX0-17109" fmla="*/ 147388 w 2465559"/>
                <a:gd name="connsiteY0-17110" fmla="*/ 542954 h 4937007"/>
                <a:gd name="connsiteX1-17111" fmla="*/ 90 w 2465559"/>
                <a:gd name="connsiteY1-17112" fmla="*/ 796679 h 4937007"/>
                <a:gd name="connsiteX2-17113" fmla="*/ 37413 w 2465559"/>
                <a:gd name="connsiteY2-17114" fmla="*/ 973960 h 4937007"/>
                <a:gd name="connsiteX3-17115" fmla="*/ 266304 w 2465559"/>
                <a:gd name="connsiteY3-17116" fmla="*/ 1713265 h 4937007"/>
                <a:gd name="connsiteX4-17117" fmla="*/ 671894 w 2465559"/>
                <a:gd name="connsiteY4-17118" fmla="*/ 1552458 h 4937007"/>
                <a:gd name="connsiteX5-17119" fmla="*/ 961143 w 2465559"/>
                <a:gd name="connsiteY5-17120" fmla="*/ 1720409 h 4937007"/>
                <a:gd name="connsiteX6-17121" fmla="*/ 989135 w 2465559"/>
                <a:gd name="connsiteY6-17122" fmla="*/ 1916352 h 4937007"/>
                <a:gd name="connsiteX7-17123" fmla="*/ 961143 w 2465559"/>
                <a:gd name="connsiteY7-17124" fmla="*/ 2093828 h 4937007"/>
                <a:gd name="connsiteX8-17125" fmla="*/ 520418 w 2465559"/>
                <a:gd name="connsiteY8-17126" fmla="*/ 2903404 h 4937007"/>
                <a:gd name="connsiteX9-17127" fmla="*/ 501757 w 2465559"/>
                <a:gd name="connsiteY9-17128" fmla="*/ 3339562 h 4937007"/>
                <a:gd name="connsiteX10-17129" fmla="*/ 475951 w 2465559"/>
                <a:gd name="connsiteY10-17130" fmla="*/ 4286717 h 4937007"/>
                <a:gd name="connsiteX11-17131" fmla="*/ 401307 w 2465559"/>
                <a:gd name="connsiteY11-17132" fmla="*/ 4771520 h 4937007"/>
                <a:gd name="connsiteX12-17133" fmla="*/ 200990 w 2465559"/>
                <a:gd name="connsiteY12-17134" fmla="*/ 4890438 h 4937007"/>
                <a:gd name="connsiteX13-17135" fmla="*/ 438484 w 2465559"/>
                <a:gd name="connsiteY13-17136" fmla="*/ 4928877 h 4937007"/>
                <a:gd name="connsiteX14-17137" fmla="*/ 585343 w 2465559"/>
                <a:gd name="connsiteY14-17138" fmla="*/ 4780656 h 4937007"/>
                <a:gd name="connsiteX15-17139" fmla="*/ 849176 w 2465559"/>
                <a:gd name="connsiteY15-17140" fmla="*/ 4463609 h 4937007"/>
                <a:gd name="connsiteX16-17141" fmla="*/ 753683 w 2465559"/>
                <a:gd name="connsiteY16-17142" fmla="*/ 4304940 h 4937007"/>
                <a:gd name="connsiteX17-17143" fmla="*/ 909679 w 2465559"/>
                <a:gd name="connsiteY17-17144" fmla="*/ 3694564 h 4937007"/>
                <a:gd name="connsiteX18-17145" fmla="*/ 867643 w 2465559"/>
                <a:gd name="connsiteY18-17146" fmla="*/ 3120390 h 4937007"/>
                <a:gd name="connsiteX19-17147" fmla="*/ 1365129 w 2465559"/>
                <a:gd name="connsiteY19-17148" fmla="*/ 2671937 h 4937007"/>
                <a:gd name="connsiteX20-17149" fmla="*/ 1495176 w 2465559"/>
                <a:gd name="connsiteY20-17150" fmla="*/ 3437048 h 4937007"/>
                <a:gd name="connsiteX21-17151" fmla="*/ 1175747 w 2465559"/>
                <a:gd name="connsiteY21-17152" fmla="*/ 4186267 h 4937007"/>
                <a:gd name="connsiteX22-17153" fmla="*/ 947438 w 2465559"/>
                <a:gd name="connsiteY22-17154" fmla="*/ 4761995 h 4937007"/>
                <a:gd name="connsiteX23-17155" fmla="*/ 1231731 w 2465559"/>
                <a:gd name="connsiteY23-17156" fmla="*/ 4827503 h 4937007"/>
                <a:gd name="connsiteX24-17157" fmla="*/ 1556553 w 2465559"/>
                <a:gd name="connsiteY24-17158" fmla="*/ 4878724 h 4937007"/>
                <a:gd name="connsiteX25-17159" fmla="*/ 1698262 w 2465559"/>
                <a:gd name="connsiteY25-17160" fmla="*/ 4827503 h 4937007"/>
                <a:gd name="connsiteX26-17161" fmla="*/ 1538622 w 2465559"/>
                <a:gd name="connsiteY26-17162" fmla="*/ 4781240 h 4937007"/>
                <a:gd name="connsiteX27-17163" fmla="*/ 1271241 w 2465559"/>
                <a:gd name="connsiteY27-17164" fmla="*/ 4605172 h 4937007"/>
                <a:gd name="connsiteX28-17165" fmla="*/ 1728440 w 2465559"/>
                <a:gd name="connsiteY28-17166" fmla="*/ 3691355 h 4937007"/>
                <a:gd name="connsiteX29-17167" fmla="*/ 1868399 w 2465559"/>
                <a:gd name="connsiteY29-17168" fmla="*/ 3372511 h 4937007"/>
                <a:gd name="connsiteX30-17169" fmla="*/ 1971036 w 2465559"/>
                <a:gd name="connsiteY30-17170" fmla="*/ 2205796 h 4937007"/>
                <a:gd name="connsiteX31-17171" fmla="*/ 1959519 w 2465559"/>
                <a:gd name="connsiteY31-17172" fmla="*/ 1972336 h 4937007"/>
                <a:gd name="connsiteX32-17173" fmla="*/ 2010109 w 2465559"/>
                <a:gd name="connsiteY32-17174" fmla="*/ 1807058 h 4937007"/>
                <a:gd name="connsiteX33-17175" fmla="*/ 2103414 w 2465559"/>
                <a:gd name="connsiteY33-17176" fmla="*/ 1648584 h 4937007"/>
                <a:gd name="connsiteX34-17177" fmla="*/ 2324434 w 2465559"/>
                <a:gd name="connsiteY34-17178" fmla="*/ 1337952 h 4937007"/>
                <a:gd name="connsiteX35-17179" fmla="*/ 2465559 w 2465559"/>
                <a:gd name="connsiteY35-17180" fmla="*/ 1020807 h 4937007"/>
                <a:gd name="connsiteX36-17181" fmla="*/ 1938671 w 2465559"/>
                <a:gd name="connsiteY36-17182" fmla="*/ 589607 h 4937007"/>
                <a:gd name="connsiteX37-17183" fmla="*/ 1476708 w 2465559"/>
                <a:gd name="connsiteY37-17184" fmla="*/ 444983 h 4937007"/>
                <a:gd name="connsiteX38-17185" fmla="*/ 1272504 w 2465559"/>
                <a:gd name="connsiteY38-17186" fmla="*/ 409167 h 4937007"/>
                <a:gd name="connsiteX39-17187" fmla="*/ 1054449 w 2465559"/>
                <a:gd name="connsiteY39-17188" fmla="*/ 451446 h 4937007"/>
                <a:gd name="connsiteX40-17189" fmla="*/ 1035399 w 2465559"/>
                <a:gd name="connsiteY40-17190" fmla="*/ 263036 h 4937007"/>
                <a:gd name="connsiteX41-17191" fmla="*/ 869490 w 2465559"/>
                <a:gd name="connsiteY41-17192" fmla="*/ 71127 h 4937007"/>
                <a:gd name="connsiteX42-17193" fmla="*/ 597249 w 2465559"/>
                <a:gd name="connsiteY42-17194" fmla="*/ 12907 h 4937007"/>
                <a:gd name="connsiteX43-17195" fmla="*/ 475951 w 2465559"/>
                <a:gd name="connsiteY43-17196" fmla="*/ 516760 h 4937007"/>
                <a:gd name="connsiteX44-17197" fmla="*/ 616105 w 2465559"/>
                <a:gd name="connsiteY44-17198" fmla="*/ 724609 h 4937007"/>
                <a:gd name="connsiteX45-17199" fmla="*/ 319712 w 2465559"/>
                <a:gd name="connsiteY45-17200" fmla="*/ 1088309 h 4937007"/>
                <a:gd name="connsiteX46-17201" fmla="*/ 189084 w 2465559"/>
                <a:gd name="connsiteY46-17202" fmla="*/ 852857 h 4937007"/>
                <a:gd name="connsiteX47-17203" fmla="*/ 275879 w 2465559"/>
                <a:gd name="connsiteY47-17204" fmla="*/ 811890 h 4937007"/>
                <a:gd name="connsiteX48-17205" fmla="*/ 355140 w 2465559"/>
                <a:gd name="connsiteY48-17206" fmla="*/ 730733 h 4937007"/>
                <a:gd name="connsiteX49-17207" fmla="*/ 343233 w 2465559"/>
                <a:gd name="connsiteY49-17208" fmla="*/ 530708 h 4937007"/>
                <a:gd name="connsiteX50-17209" fmla="*/ 147388 w 2465559"/>
                <a:gd name="connsiteY50-17210" fmla="*/ 542954 h 4937007"/>
                <a:gd name="connsiteX0-17211" fmla="*/ 147388 w 2465559"/>
                <a:gd name="connsiteY0-17212" fmla="*/ 542954 h 4937007"/>
                <a:gd name="connsiteX1-17213" fmla="*/ 90 w 2465559"/>
                <a:gd name="connsiteY1-17214" fmla="*/ 796679 h 4937007"/>
                <a:gd name="connsiteX2-17215" fmla="*/ 37413 w 2465559"/>
                <a:gd name="connsiteY2-17216" fmla="*/ 973960 h 4937007"/>
                <a:gd name="connsiteX3-17217" fmla="*/ 266304 w 2465559"/>
                <a:gd name="connsiteY3-17218" fmla="*/ 1713265 h 4937007"/>
                <a:gd name="connsiteX4-17219" fmla="*/ 671894 w 2465559"/>
                <a:gd name="connsiteY4-17220" fmla="*/ 1552458 h 4937007"/>
                <a:gd name="connsiteX5-17221" fmla="*/ 961143 w 2465559"/>
                <a:gd name="connsiteY5-17222" fmla="*/ 1720409 h 4937007"/>
                <a:gd name="connsiteX6-17223" fmla="*/ 989135 w 2465559"/>
                <a:gd name="connsiteY6-17224" fmla="*/ 1916352 h 4937007"/>
                <a:gd name="connsiteX7-17225" fmla="*/ 961143 w 2465559"/>
                <a:gd name="connsiteY7-17226" fmla="*/ 2093828 h 4937007"/>
                <a:gd name="connsiteX8-17227" fmla="*/ 520418 w 2465559"/>
                <a:gd name="connsiteY8-17228" fmla="*/ 2903404 h 4937007"/>
                <a:gd name="connsiteX9-17229" fmla="*/ 501757 w 2465559"/>
                <a:gd name="connsiteY9-17230" fmla="*/ 3339562 h 4937007"/>
                <a:gd name="connsiteX10-17231" fmla="*/ 475951 w 2465559"/>
                <a:gd name="connsiteY10-17232" fmla="*/ 4286717 h 4937007"/>
                <a:gd name="connsiteX11-17233" fmla="*/ 401307 w 2465559"/>
                <a:gd name="connsiteY11-17234" fmla="*/ 4771520 h 4937007"/>
                <a:gd name="connsiteX12-17235" fmla="*/ 200990 w 2465559"/>
                <a:gd name="connsiteY12-17236" fmla="*/ 4890438 h 4937007"/>
                <a:gd name="connsiteX13-17237" fmla="*/ 438484 w 2465559"/>
                <a:gd name="connsiteY13-17238" fmla="*/ 4928877 h 4937007"/>
                <a:gd name="connsiteX14-17239" fmla="*/ 585343 w 2465559"/>
                <a:gd name="connsiteY14-17240" fmla="*/ 4780656 h 4937007"/>
                <a:gd name="connsiteX15-17241" fmla="*/ 849176 w 2465559"/>
                <a:gd name="connsiteY15-17242" fmla="*/ 4463609 h 4937007"/>
                <a:gd name="connsiteX16-17243" fmla="*/ 753683 w 2465559"/>
                <a:gd name="connsiteY16-17244" fmla="*/ 4304940 h 4937007"/>
                <a:gd name="connsiteX17-17245" fmla="*/ 909679 w 2465559"/>
                <a:gd name="connsiteY17-17246" fmla="*/ 3694564 h 4937007"/>
                <a:gd name="connsiteX18-17247" fmla="*/ 867643 w 2465559"/>
                <a:gd name="connsiteY18-17248" fmla="*/ 3120390 h 4937007"/>
                <a:gd name="connsiteX19-17249" fmla="*/ 1365129 w 2465559"/>
                <a:gd name="connsiteY19-17250" fmla="*/ 2671937 h 4937007"/>
                <a:gd name="connsiteX20-17251" fmla="*/ 1495176 w 2465559"/>
                <a:gd name="connsiteY20-17252" fmla="*/ 3437048 h 4937007"/>
                <a:gd name="connsiteX21-17253" fmla="*/ 1175747 w 2465559"/>
                <a:gd name="connsiteY21-17254" fmla="*/ 4186267 h 4937007"/>
                <a:gd name="connsiteX22-17255" fmla="*/ 947438 w 2465559"/>
                <a:gd name="connsiteY22-17256" fmla="*/ 4761995 h 4937007"/>
                <a:gd name="connsiteX23-17257" fmla="*/ 1231731 w 2465559"/>
                <a:gd name="connsiteY23-17258" fmla="*/ 4827503 h 4937007"/>
                <a:gd name="connsiteX24-17259" fmla="*/ 1556553 w 2465559"/>
                <a:gd name="connsiteY24-17260" fmla="*/ 4878724 h 4937007"/>
                <a:gd name="connsiteX25-17261" fmla="*/ 1698262 w 2465559"/>
                <a:gd name="connsiteY25-17262" fmla="*/ 4827503 h 4937007"/>
                <a:gd name="connsiteX26-17263" fmla="*/ 1538622 w 2465559"/>
                <a:gd name="connsiteY26-17264" fmla="*/ 4781240 h 4937007"/>
                <a:gd name="connsiteX27-17265" fmla="*/ 1271241 w 2465559"/>
                <a:gd name="connsiteY27-17266" fmla="*/ 4605172 h 4937007"/>
                <a:gd name="connsiteX28-17267" fmla="*/ 1728440 w 2465559"/>
                <a:gd name="connsiteY28-17268" fmla="*/ 3691355 h 4937007"/>
                <a:gd name="connsiteX29-17269" fmla="*/ 1868399 w 2465559"/>
                <a:gd name="connsiteY29-17270" fmla="*/ 3372511 h 4937007"/>
                <a:gd name="connsiteX30-17271" fmla="*/ 1971036 w 2465559"/>
                <a:gd name="connsiteY30-17272" fmla="*/ 2205796 h 4937007"/>
                <a:gd name="connsiteX31-17273" fmla="*/ 1959519 w 2465559"/>
                <a:gd name="connsiteY31-17274" fmla="*/ 1972336 h 4937007"/>
                <a:gd name="connsiteX32-17275" fmla="*/ 2010109 w 2465559"/>
                <a:gd name="connsiteY32-17276" fmla="*/ 1807058 h 4937007"/>
                <a:gd name="connsiteX33-17277" fmla="*/ 2103414 w 2465559"/>
                <a:gd name="connsiteY33-17278" fmla="*/ 1648584 h 4937007"/>
                <a:gd name="connsiteX34-17279" fmla="*/ 2324434 w 2465559"/>
                <a:gd name="connsiteY34-17280" fmla="*/ 1337952 h 4937007"/>
                <a:gd name="connsiteX35-17281" fmla="*/ 2465559 w 2465559"/>
                <a:gd name="connsiteY35-17282" fmla="*/ 1020807 h 4937007"/>
                <a:gd name="connsiteX36-17283" fmla="*/ 1938671 w 2465559"/>
                <a:gd name="connsiteY36-17284" fmla="*/ 589607 h 4937007"/>
                <a:gd name="connsiteX37-17285" fmla="*/ 1476708 w 2465559"/>
                <a:gd name="connsiteY37-17286" fmla="*/ 444983 h 4937007"/>
                <a:gd name="connsiteX38-17287" fmla="*/ 1272504 w 2465559"/>
                <a:gd name="connsiteY38-17288" fmla="*/ 409167 h 4937007"/>
                <a:gd name="connsiteX39-17289" fmla="*/ 1054449 w 2465559"/>
                <a:gd name="connsiteY39-17290" fmla="*/ 451446 h 4937007"/>
                <a:gd name="connsiteX40-17291" fmla="*/ 1035399 w 2465559"/>
                <a:gd name="connsiteY40-17292" fmla="*/ 263036 h 4937007"/>
                <a:gd name="connsiteX41-17293" fmla="*/ 869490 w 2465559"/>
                <a:gd name="connsiteY41-17294" fmla="*/ 71127 h 4937007"/>
                <a:gd name="connsiteX42-17295" fmla="*/ 597249 w 2465559"/>
                <a:gd name="connsiteY42-17296" fmla="*/ 12907 h 4937007"/>
                <a:gd name="connsiteX43-17297" fmla="*/ 475951 w 2465559"/>
                <a:gd name="connsiteY43-17298" fmla="*/ 516760 h 4937007"/>
                <a:gd name="connsiteX44-17299" fmla="*/ 616105 w 2465559"/>
                <a:gd name="connsiteY44-17300" fmla="*/ 724609 h 4937007"/>
                <a:gd name="connsiteX45-17301" fmla="*/ 319712 w 2465559"/>
                <a:gd name="connsiteY45-17302" fmla="*/ 1088309 h 4937007"/>
                <a:gd name="connsiteX46-17303" fmla="*/ 189084 w 2465559"/>
                <a:gd name="connsiteY46-17304" fmla="*/ 852857 h 4937007"/>
                <a:gd name="connsiteX47-17305" fmla="*/ 275879 w 2465559"/>
                <a:gd name="connsiteY47-17306" fmla="*/ 811890 h 4937007"/>
                <a:gd name="connsiteX48-17307" fmla="*/ 355140 w 2465559"/>
                <a:gd name="connsiteY48-17308" fmla="*/ 730733 h 4937007"/>
                <a:gd name="connsiteX49-17309" fmla="*/ 343233 w 2465559"/>
                <a:gd name="connsiteY49-17310" fmla="*/ 530708 h 4937007"/>
                <a:gd name="connsiteX50-17311" fmla="*/ 147388 w 2465559"/>
                <a:gd name="connsiteY50-17312" fmla="*/ 542954 h 49370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947" y="connsiteY43-948"/>
                </a:cxn>
                <a:cxn ang="0">
                  <a:pos x="connsiteX44-1213" y="connsiteY44-1214"/>
                </a:cxn>
                <a:cxn ang="0">
                  <a:pos x="connsiteX45-2745" y="connsiteY45-2746"/>
                </a:cxn>
                <a:cxn ang="0">
                  <a:pos x="connsiteX46-3483" y="connsiteY46-3484"/>
                </a:cxn>
                <a:cxn ang="0">
                  <a:pos x="connsiteX47-5929" y="connsiteY47-5930"/>
                </a:cxn>
                <a:cxn ang="0">
                  <a:pos x="connsiteX48-6507" y="connsiteY48-6508"/>
                </a:cxn>
                <a:cxn ang="0">
                  <a:pos x="connsiteX49-13173" y="connsiteY49-13174"/>
                </a:cxn>
                <a:cxn ang="0">
                  <a:pos x="connsiteX50-15475" y="connsiteY50-15476"/>
                </a:cxn>
              </a:cxnLst>
              <a:rect l="l" t="t" r="r" b="b"/>
              <a:pathLst>
                <a:path w="2465559" h="4937007">
                  <a:moveTo>
                    <a:pt x="147388" y="542954"/>
                  </a:moveTo>
                  <a:lnTo>
                    <a:pt x="90" y="796679"/>
                  </a:lnTo>
                  <a:cubicBezTo>
                    <a:pt x="-1756" y="917686"/>
                    <a:pt x="24972" y="902959"/>
                    <a:pt x="37413" y="973960"/>
                  </a:cubicBezTo>
                  <a:cubicBezTo>
                    <a:pt x="49416" y="1222776"/>
                    <a:pt x="56657" y="1412061"/>
                    <a:pt x="266304" y="1713265"/>
                  </a:cubicBezTo>
                  <a:cubicBezTo>
                    <a:pt x="472939" y="1754913"/>
                    <a:pt x="524791" y="1713216"/>
                    <a:pt x="671894" y="1552458"/>
                  </a:cubicBezTo>
                  <a:cubicBezTo>
                    <a:pt x="768310" y="1622729"/>
                    <a:pt x="864727" y="1664425"/>
                    <a:pt x="961143" y="1720409"/>
                  </a:cubicBezTo>
                  <a:cubicBezTo>
                    <a:pt x="951424" y="1842873"/>
                    <a:pt x="972661" y="1843894"/>
                    <a:pt x="989135" y="1916352"/>
                  </a:cubicBezTo>
                  <a:cubicBezTo>
                    <a:pt x="979804" y="1972336"/>
                    <a:pt x="949042" y="2002125"/>
                    <a:pt x="961143" y="2093828"/>
                  </a:cubicBezTo>
                  <a:cubicBezTo>
                    <a:pt x="752322" y="2356543"/>
                    <a:pt x="517308" y="2483526"/>
                    <a:pt x="520418" y="2903404"/>
                  </a:cubicBezTo>
                  <a:cubicBezTo>
                    <a:pt x="480860" y="3053553"/>
                    <a:pt x="507977" y="3194176"/>
                    <a:pt x="501757" y="3339562"/>
                  </a:cubicBezTo>
                  <a:cubicBezTo>
                    <a:pt x="388381" y="3652899"/>
                    <a:pt x="508366" y="3916230"/>
                    <a:pt x="475951" y="4286717"/>
                  </a:cubicBezTo>
                  <a:cubicBezTo>
                    <a:pt x="462976" y="4486418"/>
                    <a:pt x="397613" y="4583726"/>
                    <a:pt x="401307" y="4771520"/>
                  </a:cubicBezTo>
                  <a:cubicBezTo>
                    <a:pt x="336917" y="4808778"/>
                    <a:pt x="336819" y="4853180"/>
                    <a:pt x="200990" y="4890438"/>
                  </a:cubicBezTo>
                  <a:cubicBezTo>
                    <a:pt x="192898" y="4969447"/>
                    <a:pt x="247029" y="4922567"/>
                    <a:pt x="438484" y="4928877"/>
                  </a:cubicBezTo>
                  <a:cubicBezTo>
                    <a:pt x="558503" y="4923281"/>
                    <a:pt x="576426" y="4858597"/>
                    <a:pt x="585343" y="4780656"/>
                  </a:cubicBezTo>
                  <a:cubicBezTo>
                    <a:pt x="626457" y="4576550"/>
                    <a:pt x="839019" y="4612947"/>
                    <a:pt x="849176" y="4463609"/>
                  </a:cubicBezTo>
                  <a:cubicBezTo>
                    <a:pt x="826870" y="4382144"/>
                    <a:pt x="775989" y="4400692"/>
                    <a:pt x="753683" y="4304940"/>
                  </a:cubicBezTo>
                  <a:cubicBezTo>
                    <a:pt x="750914" y="3753819"/>
                    <a:pt x="836249" y="3850399"/>
                    <a:pt x="909679" y="3694564"/>
                  </a:cubicBezTo>
                  <a:cubicBezTo>
                    <a:pt x="980598" y="3403160"/>
                    <a:pt x="853873" y="3407031"/>
                    <a:pt x="867643" y="3120390"/>
                  </a:cubicBezTo>
                  <a:cubicBezTo>
                    <a:pt x="1064429" y="2923281"/>
                    <a:pt x="1204062" y="2900003"/>
                    <a:pt x="1365129" y="2671937"/>
                  </a:cubicBezTo>
                  <a:cubicBezTo>
                    <a:pt x="1367997" y="2896811"/>
                    <a:pt x="1489927" y="2866892"/>
                    <a:pt x="1495176" y="3437048"/>
                  </a:cubicBezTo>
                  <a:cubicBezTo>
                    <a:pt x="1272019" y="3717744"/>
                    <a:pt x="1165542" y="3803177"/>
                    <a:pt x="1175747" y="4186267"/>
                  </a:cubicBezTo>
                  <a:cubicBezTo>
                    <a:pt x="1059163" y="4578201"/>
                    <a:pt x="978298" y="4620092"/>
                    <a:pt x="947438" y="4761995"/>
                  </a:cubicBezTo>
                  <a:cubicBezTo>
                    <a:pt x="954097" y="4835425"/>
                    <a:pt x="1001236" y="4844560"/>
                    <a:pt x="1231731" y="4827503"/>
                  </a:cubicBezTo>
                  <a:cubicBezTo>
                    <a:pt x="1385249" y="4830290"/>
                    <a:pt x="1414942" y="4885463"/>
                    <a:pt x="1556553" y="4878724"/>
                  </a:cubicBezTo>
                  <a:cubicBezTo>
                    <a:pt x="1603789" y="4861650"/>
                    <a:pt x="1715320" y="4946971"/>
                    <a:pt x="1698262" y="4827503"/>
                  </a:cubicBezTo>
                  <a:cubicBezTo>
                    <a:pt x="1621058" y="4846577"/>
                    <a:pt x="1626461" y="4796864"/>
                    <a:pt x="1538622" y="4781240"/>
                  </a:cubicBezTo>
                  <a:cubicBezTo>
                    <a:pt x="1386490" y="4734660"/>
                    <a:pt x="1389226" y="4663392"/>
                    <a:pt x="1271241" y="4605172"/>
                  </a:cubicBezTo>
                  <a:cubicBezTo>
                    <a:pt x="1442690" y="4167218"/>
                    <a:pt x="1602234" y="4186461"/>
                    <a:pt x="1728440" y="3691355"/>
                  </a:cubicBezTo>
                  <a:cubicBezTo>
                    <a:pt x="1813193" y="3592218"/>
                    <a:pt x="1864609" y="3545467"/>
                    <a:pt x="1868399" y="3372511"/>
                  </a:cubicBezTo>
                  <a:cubicBezTo>
                    <a:pt x="2226461" y="2845494"/>
                    <a:pt x="2020167" y="2563746"/>
                    <a:pt x="1971036" y="2205796"/>
                  </a:cubicBezTo>
                  <a:cubicBezTo>
                    <a:pt x="2007677" y="2097019"/>
                    <a:pt x="1963358" y="2050156"/>
                    <a:pt x="1959519" y="1972336"/>
                  </a:cubicBezTo>
                  <a:cubicBezTo>
                    <a:pt x="1989082" y="1914862"/>
                    <a:pt x="2004358" y="1881200"/>
                    <a:pt x="2010109" y="1807058"/>
                  </a:cubicBezTo>
                  <a:cubicBezTo>
                    <a:pt x="2045974" y="1725658"/>
                    <a:pt x="2084219" y="1708553"/>
                    <a:pt x="2103414" y="1648584"/>
                  </a:cubicBezTo>
                  <a:cubicBezTo>
                    <a:pt x="2159868" y="1542853"/>
                    <a:pt x="2258124" y="1480284"/>
                    <a:pt x="2324434" y="1337952"/>
                  </a:cubicBezTo>
                  <a:cubicBezTo>
                    <a:pt x="2390744" y="1152757"/>
                    <a:pt x="2427856" y="1162200"/>
                    <a:pt x="2465559" y="1020807"/>
                  </a:cubicBezTo>
                  <a:cubicBezTo>
                    <a:pt x="2316123" y="800079"/>
                    <a:pt x="2090488" y="593641"/>
                    <a:pt x="1938671" y="589607"/>
                  </a:cubicBezTo>
                  <a:cubicBezTo>
                    <a:pt x="1860884" y="463611"/>
                    <a:pt x="1621171" y="323329"/>
                    <a:pt x="1476708" y="444983"/>
                  </a:cubicBezTo>
                  <a:cubicBezTo>
                    <a:pt x="1399115" y="440188"/>
                    <a:pt x="1376291" y="378244"/>
                    <a:pt x="1272504" y="409167"/>
                  </a:cubicBezTo>
                  <a:cubicBezTo>
                    <a:pt x="1168863" y="451835"/>
                    <a:pt x="1103321" y="384966"/>
                    <a:pt x="1054449" y="451446"/>
                  </a:cubicBezTo>
                  <a:cubicBezTo>
                    <a:pt x="1029049" y="383881"/>
                    <a:pt x="1032224" y="352032"/>
                    <a:pt x="1035399" y="263036"/>
                  </a:cubicBezTo>
                  <a:cubicBezTo>
                    <a:pt x="941202" y="209384"/>
                    <a:pt x="1006549" y="177165"/>
                    <a:pt x="869490" y="71127"/>
                  </a:cubicBezTo>
                  <a:cubicBezTo>
                    <a:pt x="814462" y="20764"/>
                    <a:pt x="771340" y="-22455"/>
                    <a:pt x="597249" y="12907"/>
                  </a:cubicBezTo>
                  <a:cubicBezTo>
                    <a:pt x="416322" y="168951"/>
                    <a:pt x="380653" y="253559"/>
                    <a:pt x="475951" y="516760"/>
                  </a:cubicBezTo>
                  <a:cubicBezTo>
                    <a:pt x="551244" y="600331"/>
                    <a:pt x="507474" y="638657"/>
                    <a:pt x="616105" y="724609"/>
                  </a:cubicBezTo>
                  <a:cubicBezTo>
                    <a:pt x="495082" y="973636"/>
                    <a:pt x="400253" y="844044"/>
                    <a:pt x="319712" y="1088309"/>
                  </a:cubicBezTo>
                  <a:cubicBezTo>
                    <a:pt x="276963" y="1010619"/>
                    <a:pt x="231833" y="973410"/>
                    <a:pt x="189084" y="852857"/>
                  </a:cubicBezTo>
                  <a:cubicBezTo>
                    <a:pt x="228333" y="852694"/>
                    <a:pt x="246154" y="845389"/>
                    <a:pt x="275879" y="811890"/>
                  </a:cubicBezTo>
                  <a:cubicBezTo>
                    <a:pt x="296809" y="807014"/>
                    <a:pt x="352742" y="766030"/>
                    <a:pt x="355140" y="730733"/>
                  </a:cubicBezTo>
                  <a:cubicBezTo>
                    <a:pt x="353666" y="662438"/>
                    <a:pt x="382621" y="609629"/>
                    <a:pt x="343233" y="530708"/>
                  </a:cubicBezTo>
                  <a:cubicBezTo>
                    <a:pt x="310989" y="518462"/>
                    <a:pt x="201403" y="505769"/>
                    <a:pt x="147388" y="542954"/>
                  </a:cubicBezTo>
                  <a:close/>
                </a:path>
              </a:pathLst>
            </a:cu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4350277" y="2540794"/>
              <a:ext cx="365809" cy="789332"/>
            </a:xfrm>
            <a:custGeom>
              <a:avLst/>
              <a:gdLst>
                <a:gd name="connsiteX0" fmla="*/ 0 w 354806"/>
                <a:gd name="connsiteY0" fmla="*/ 0 h 781050"/>
                <a:gd name="connsiteX1" fmla="*/ 45244 w 354806"/>
                <a:gd name="connsiteY1" fmla="*/ 142875 h 781050"/>
                <a:gd name="connsiteX2" fmla="*/ 33337 w 354806"/>
                <a:gd name="connsiteY2" fmla="*/ 338137 h 781050"/>
                <a:gd name="connsiteX3" fmla="*/ 121444 w 354806"/>
                <a:gd name="connsiteY3" fmla="*/ 781050 h 781050"/>
                <a:gd name="connsiteX4" fmla="*/ 197644 w 354806"/>
                <a:gd name="connsiteY4" fmla="*/ 776287 h 781050"/>
                <a:gd name="connsiteX5" fmla="*/ 354806 w 354806"/>
                <a:gd name="connsiteY5" fmla="*/ 164306 h 781050"/>
                <a:gd name="connsiteX6" fmla="*/ 0 w 354806"/>
                <a:gd name="connsiteY6" fmla="*/ 0 h 781050"/>
                <a:gd name="connsiteX0-1" fmla="*/ 16876 w 371682"/>
                <a:gd name="connsiteY0-2" fmla="*/ 0 h 781050"/>
                <a:gd name="connsiteX1-3" fmla="*/ 62120 w 371682"/>
                <a:gd name="connsiteY1-4" fmla="*/ 142875 h 781050"/>
                <a:gd name="connsiteX2-5" fmla="*/ 50213 w 371682"/>
                <a:gd name="connsiteY2-6" fmla="*/ 338137 h 781050"/>
                <a:gd name="connsiteX3-7" fmla="*/ 138320 w 371682"/>
                <a:gd name="connsiteY3-8" fmla="*/ 781050 h 781050"/>
                <a:gd name="connsiteX4-9" fmla="*/ 214520 w 371682"/>
                <a:gd name="connsiteY4-10" fmla="*/ 776287 h 781050"/>
                <a:gd name="connsiteX5-11" fmla="*/ 371682 w 371682"/>
                <a:gd name="connsiteY5-12" fmla="*/ 164306 h 781050"/>
                <a:gd name="connsiteX6-13" fmla="*/ 16876 w 371682"/>
                <a:gd name="connsiteY6-14" fmla="*/ 0 h 781050"/>
                <a:gd name="connsiteX0-15" fmla="*/ 16580 w 371386"/>
                <a:gd name="connsiteY0-16" fmla="*/ 0 h 781050"/>
                <a:gd name="connsiteX1-17" fmla="*/ 61824 w 371386"/>
                <a:gd name="connsiteY1-18" fmla="*/ 142875 h 781050"/>
                <a:gd name="connsiteX2-19" fmla="*/ 49917 w 371386"/>
                <a:gd name="connsiteY2-20" fmla="*/ 338137 h 781050"/>
                <a:gd name="connsiteX3-21" fmla="*/ 138024 w 371386"/>
                <a:gd name="connsiteY3-22" fmla="*/ 781050 h 781050"/>
                <a:gd name="connsiteX4-23" fmla="*/ 214224 w 371386"/>
                <a:gd name="connsiteY4-24" fmla="*/ 776287 h 781050"/>
                <a:gd name="connsiteX5-25" fmla="*/ 371386 w 371386"/>
                <a:gd name="connsiteY5-26" fmla="*/ 164306 h 781050"/>
                <a:gd name="connsiteX6-27" fmla="*/ 16580 w 371386"/>
                <a:gd name="connsiteY6-28" fmla="*/ 0 h 781050"/>
                <a:gd name="connsiteX0-29" fmla="*/ 9014 w 363820"/>
                <a:gd name="connsiteY0-30" fmla="*/ 0 h 781050"/>
                <a:gd name="connsiteX1-31" fmla="*/ 54258 w 363820"/>
                <a:gd name="connsiteY1-32" fmla="*/ 142875 h 781050"/>
                <a:gd name="connsiteX2-33" fmla="*/ 42351 w 363820"/>
                <a:gd name="connsiteY2-34" fmla="*/ 338137 h 781050"/>
                <a:gd name="connsiteX3-35" fmla="*/ 130458 w 363820"/>
                <a:gd name="connsiteY3-36" fmla="*/ 781050 h 781050"/>
                <a:gd name="connsiteX4-37" fmla="*/ 206658 w 363820"/>
                <a:gd name="connsiteY4-38" fmla="*/ 776287 h 781050"/>
                <a:gd name="connsiteX5-39" fmla="*/ 363820 w 363820"/>
                <a:gd name="connsiteY5-40" fmla="*/ 164306 h 781050"/>
                <a:gd name="connsiteX6-41" fmla="*/ 9014 w 363820"/>
                <a:gd name="connsiteY6-42" fmla="*/ 0 h 781050"/>
                <a:gd name="connsiteX0-43" fmla="*/ 9014 w 363820"/>
                <a:gd name="connsiteY0-44" fmla="*/ 0 h 781050"/>
                <a:gd name="connsiteX1-45" fmla="*/ 54258 w 363820"/>
                <a:gd name="connsiteY1-46" fmla="*/ 159544 h 781050"/>
                <a:gd name="connsiteX2-47" fmla="*/ 42351 w 363820"/>
                <a:gd name="connsiteY2-48" fmla="*/ 338137 h 781050"/>
                <a:gd name="connsiteX3-49" fmla="*/ 130458 w 363820"/>
                <a:gd name="connsiteY3-50" fmla="*/ 781050 h 781050"/>
                <a:gd name="connsiteX4-51" fmla="*/ 206658 w 363820"/>
                <a:gd name="connsiteY4-52" fmla="*/ 776287 h 781050"/>
                <a:gd name="connsiteX5-53" fmla="*/ 363820 w 363820"/>
                <a:gd name="connsiteY5-54" fmla="*/ 164306 h 781050"/>
                <a:gd name="connsiteX6-55" fmla="*/ 9014 w 363820"/>
                <a:gd name="connsiteY6-56" fmla="*/ 0 h 781050"/>
                <a:gd name="connsiteX0-57" fmla="*/ 9014 w 363820"/>
                <a:gd name="connsiteY0-58" fmla="*/ 0 h 781050"/>
                <a:gd name="connsiteX1-59" fmla="*/ 54258 w 363820"/>
                <a:gd name="connsiteY1-60" fmla="*/ 159544 h 781050"/>
                <a:gd name="connsiteX2-61" fmla="*/ 42351 w 363820"/>
                <a:gd name="connsiteY2-62" fmla="*/ 338137 h 781050"/>
                <a:gd name="connsiteX3-63" fmla="*/ 130458 w 363820"/>
                <a:gd name="connsiteY3-64" fmla="*/ 781050 h 781050"/>
                <a:gd name="connsiteX4-65" fmla="*/ 206658 w 363820"/>
                <a:gd name="connsiteY4-66" fmla="*/ 776287 h 781050"/>
                <a:gd name="connsiteX5-67" fmla="*/ 363820 w 363820"/>
                <a:gd name="connsiteY5-68" fmla="*/ 164306 h 781050"/>
                <a:gd name="connsiteX6-69" fmla="*/ 9014 w 363820"/>
                <a:gd name="connsiteY6-70" fmla="*/ 0 h 781050"/>
                <a:gd name="connsiteX0-71" fmla="*/ 9014 w 363820"/>
                <a:gd name="connsiteY0-72" fmla="*/ 0 h 781050"/>
                <a:gd name="connsiteX1-73" fmla="*/ 54258 w 363820"/>
                <a:gd name="connsiteY1-74" fmla="*/ 159544 h 781050"/>
                <a:gd name="connsiteX2-75" fmla="*/ 42351 w 363820"/>
                <a:gd name="connsiteY2-76" fmla="*/ 338137 h 781050"/>
                <a:gd name="connsiteX3-77" fmla="*/ 130458 w 363820"/>
                <a:gd name="connsiteY3-78" fmla="*/ 781050 h 781050"/>
                <a:gd name="connsiteX4-79" fmla="*/ 206658 w 363820"/>
                <a:gd name="connsiteY4-80" fmla="*/ 776287 h 781050"/>
                <a:gd name="connsiteX5-81" fmla="*/ 363820 w 363820"/>
                <a:gd name="connsiteY5-82" fmla="*/ 164306 h 781050"/>
                <a:gd name="connsiteX6-83" fmla="*/ 9014 w 363820"/>
                <a:gd name="connsiteY6-84" fmla="*/ 0 h 781050"/>
                <a:gd name="connsiteX0-85" fmla="*/ 9014 w 363820"/>
                <a:gd name="connsiteY0-86" fmla="*/ 0 h 781050"/>
                <a:gd name="connsiteX1-87" fmla="*/ 54258 w 363820"/>
                <a:gd name="connsiteY1-88" fmla="*/ 159544 h 781050"/>
                <a:gd name="connsiteX2-89" fmla="*/ 42351 w 363820"/>
                <a:gd name="connsiteY2-90" fmla="*/ 338137 h 781050"/>
                <a:gd name="connsiteX3-91" fmla="*/ 130458 w 363820"/>
                <a:gd name="connsiteY3-92" fmla="*/ 781050 h 781050"/>
                <a:gd name="connsiteX4-93" fmla="*/ 206658 w 363820"/>
                <a:gd name="connsiteY4-94" fmla="*/ 776287 h 781050"/>
                <a:gd name="connsiteX5-95" fmla="*/ 363820 w 363820"/>
                <a:gd name="connsiteY5-96" fmla="*/ 164306 h 781050"/>
                <a:gd name="connsiteX6-97" fmla="*/ 9014 w 363820"/>
                <a:gd name="connsiteY6-98" fmla="*/ 0 h 781050"/>
                <a:gd name="connsiteX0-99" fmla="*/ 9014 w 363820"/>
                <a:gd name="connsiteY0-100" fmla="*/ 0 h 781050"/>
                <a:gd name="connsiteX1-101" fmla="*/ 54258 w 363820"/>
                <a:gd name="connsiteY1-102" fmla="*/ 159544 h 781050"/>
                <a:gd name="connsiteX2-103" fmla="*/ 42351 w 363820"/>
                <a:gd name="connsiteY2-104" fmla="*/ 338137 h 781050"/>
                <a:gd name="connsiteX3-105" fmla="*/ 130458 w 363820"/>
                <a:gd name="connsiteY3-106" fmla="*/ 781050 h 781050"/>
                <a:gd name="connsiteX4-107" fmla="*/ 206658 w 363820"/>
                <a:gd name="connsiteY4-108" fmla="*/ 776287 h 781050"/>
                <a:gd name="connsiteX5-109" fmla="*/ 363820 w 363820"/>
                <a:gd name="connsiteY5-110" fmla="*/ 164306 h 781050"/>
                <a:gd name="connsiteX6-111" fmla="*/ 9014 w 363820"/>
                <a:gd name="connsiteY6-112" fmla="*/ 0 h 781050"/>
                <a:gd name="connsiteX0-113" fmla="*/ 9791 w 364597"/>
                <a:gd name="connsiteY0-114" fmla="*/ 0 h 781050"/>
                <a:gd name="connsiteX1-115" fmla="*/ 47891 w 364597"/>
                <a:gd name="connsiteY1-116" fmla="*/ 157163 h 781050"/>
                <a:gd name="connsiteX2-117" fmla="*/ 43128 w 364597"/>
                <a:gd name="connsiteY2-118" fmla="*/ 338137 h 781050"/>
                <a:gd name="connsiteX3-119" fmla="*/ 131235 w 364597"/>
                <a:gd name="connsiteY3-120" fmla="*/ 781050 h 781050"/>
                <a:gd name="connsiteX4-121" fmla="*/ 207435 w 364597"/>
                <a:gd name="connsiteY4-122" fmla="*/ 776287 h 781050"/>
                <a:gd name="connsiteX5-123" fmla="*/ 364597 w 364597"/>
                <a:gd name="connsiteY5-124" fmla="*/ 164306 h 781050"/>
                <a:gd name="connsiteX6-125" fmla="*/ 9791 w 364597"/>
                <a:gd name="connsiteY6-126" fmla="*/ 0 h 781050"/>
                <a:gd name="connsiteX0-127" fmla="*/ 9791 w 364597"/>
                <a:gd name="connsiteY0-128" fmla="*/ 0 h 781050"/>
                <a:gd name="connsiteX1-129" fmla="*/ 47891 w 364597"/>
                <a:gd name="connsiteY1-130" fmla="*/ 157163 h 781050"/>
                <a:gd name="connsiteX2-131" fmla="*/ 43128 w 364597"/>
                <a:gd name="connsiteY2-132" fmla="*/ 338137 h 781050"/>
                <a:gd name="connsiteX3-133" fmla="*/ 131235 w 364597"/>
                <a:gd name="connsiteY3-134" fmla="*/ 781050 h 781050"/>
                <a:gd name="connsiteX4-135" fmla="*/ 207435 w 364597"/>
                <a:gd name="connsiteY4-136" fmla="*/ 776287 h 781050"/>
                <a:gd name="connsiteX5-137" fmla="*/ 364597 w 364597"/>
                <a:gd name="connsiteY5-138" fmla="*/ 164306 h 781050"/>
                <a:gd name="connsiteX6-139" fmla="*/ 9791 w 364597"/>
                <a:gd name="connsiteY6-140" fmla="*/ 0 h 781050"/>
                <a:gd name="connsiteX0-141" fmla="*/ 9791 w 364597"/>
                <a:gd name="connsiteY0-142" fmla="*/ 0 h 781050"/>
                <a:gd name="connsiteX1-143" fmla="*/ 47891 w 364597"/>
                <a:gd name="connsiteY1-144" fmla="*/ 157163 h 781050"/>
                <a:gd name="connsiteX2-145" fmla="*/ 43128 w 364597"/>
                <a:gd name="connsiteY2-146" fmla="*/ 338137 h 781050"/>
                <a:gd name="connsiteX3-147" fmla="*/ 131235 w 364597"/>
                <a:gd name="connsiteY3-148" fmla="*/ 781050 h 781050"/>
                <a:gd name="connsiteX4-149" fmla="*/ 207435 w 364597"/>
                <a:gd name="connsiteY4-150" fmla="*/ 776287 h 781050"/>
                <a:gd name="connsiteX5-151" fmla="*/ 364597 w 364597"/>
                <a:gd name="connsiteY5-152" fmla="*/ 164306 h 781050"/>
                <a:gd name="connsiteX6-153" fmla="*/ 9791 w 364597"/>
                <a:gd name="connsiteY6-154" fmla="*/ 0 h 781050"/>
                <a:gd name="connsiteX0-155" fmla="*/ 9791 w 364597"/>
                <a:gd name="connsiteY0-156" fmla="*/ 0 h 781050"/>
                <a:gd name="connsiteX1-157" fmla="*/ 47891 w 364597"/>
                <a:gd name="connsiteY1-158" fmla="*/ 157163 h 781050"/>
                <a:gd name="connsiteX2-159" fmla="*/ 43128 w 364597"/>
                <a:gd name="connsiteY2-160" fmla="*/ 338137 h 781050"/>
                <a:gd name="connsiteX3-161" fmla="*/ 131235 w 364597"/>
                <a:gd name="connsiteY3-162" fmla="*/ 781050 h 781050"/>
                <a:gd name="connsiteX4-163" fmla="*/ 207435 w 364597"/>
                <a:gd name="connsiteY4-164" fmla="*/ 776287 h 781050"/>
                <a:gd name="connsiteX5-165" fmla="*/ 364597 w 364597"/>
                <a:gd name="connsiteY5-166" fmla="*/ 164306 h 781050"/>
                <a:gd name="connsiteX6-167" fmla="*/ 9791 w 364597"/>
                <a:gd name="connsiteY6-168" fmla="*/ 0 h 781050"/>
                <a:gd name="connsiteX0-169" fmla="*/ 9791 w 364597"/>
                <a:gd name="connsiteY0-170" fmla="*/ 0 h 790122"/>
                <a:gd name="connsiteX1-171" fmla="*/ 47891 w 364597"/>
                <a:gd name="connsiteY1-172" fmla="*/ 157163 h 790122"/>
                <a:gd name="connsiteX2-173" fmla="*/ 43128 w 364597"/>
                <a:gd name="connsiteY2-174" fmla="*/ 338137 h 790122"/>
                <a:gd name="connsiteX3-175" fmla="*/ 131235 w 364597"/>
                <a:gd name="connsiteY3-176" fmla="*/ 781050 h 790122"/>
                <a:gd name="connsiteX4-177" fmla="*/ 207435 w 364597"/>
                <a:gd name="connsiteY4-178" fmla="*/ 776287 h 790122"/>
                <a:gd name="connsiteX5-179" fmla="*/ 364597 w 364597"/>
                <a:gd name="connsiteY5-180" fmla="*/ 164306 h 790122"/>
                <a:gd name="connsiteX6-181" fmla="*/ 9791 w 364597"/>
                <a:gd name="connsiteY6-182" fmla="*/ 0 h 790122"/>
                <a:gd name="connsiteX0-183" fmla="*/ 9791 w 364597"/>
                <a:gd name="connsiteY0-184" fmla="*/ 0 h 788566"/>
                <a:gd name="connsiteX1-185" fmla="*/ 47891 w 364597"/>
                <a:gd name="connsiteY1-186" fmla="*/ 157163 h 788566"/>
                <a:gd name="connsiteX2-187" fmla="*/ 43128 w 364597"/>
                <a:gd name="connsiteY2-188" fmla="*/ 338137 h 788566"/>
                <a:gd name="connsiteX3-189" fmla="*/ 131235 w 364597"/>
                <a:gd name="connsiteY3-190" fmla="*/ 781050 h 788566"/>
                <a:gd name="connsiteX4-191" fmla="*/ 207435 w 364597"/>
                <a:gd name="connsiteY4-192" fmla="*/ 776287 h 788566"/>
                <a:gd name="connsiteX5-193" fmla="*/ 364597 w 364597"/>
                <a:gd name="connsiteY5-194" fmla="*/ 164306 h 788566"/>
                <a:gd name="connsiteX6-195" fmla="*/ 9791 w 364597"/>
                <a:gd name="connsiteY6-196" fmla="*/ 0 h 788566"/>
                <a:gd name="connsiteX0-197" fmla="*/ 9791 w 364597"/>
                <a:gd name="connsiteY0-198" fmla="*/ 0 h 788566"/>
                <a:gd name="connsiteX1-199" fmla="*/ 47891 w 364597"/>
                <a:gd name="connsiteY1-200" fmla="*/ 157163 h 788566"/>
                <a:gd name="connsiteX2-201" fmla="*/ 43128 w 364597"/>
                <a:gd name="connsiteY2-202" fmla="*/ 338137 h 788566"/>
                <a:gd name="connsiteX3-203" fmla="*/ 131235 w 364597"/>
                <a:gd name="connsiteY3-204" fmla="*/ 781050 h 788566"/>
                <a:gd name="connsiteX4-205" fmla="*/ 207435 w 364597"/>
                <a:gd name="connsiteY4-206" fmla="*/ 776287 h 788566"/>
                <a:gd name="connsiteX5-207" fmla="*/ 364597 w 364597"/>
                <a:gd name="connsiteY5-208" fmla="*/ 164306 h 788566"/>
                <a:gd name="connsiteX6-209" fmla="*/ 9791 w 364597"/>
                <a:gd name="connsiteY6-210" fmla="*/ 0 h 788566"/>
                <a:gd name="connsiteX0-211" fmla="*/ 9791 w 364597"/>
                <a:gd name="connsiteY0-212" fmla="*/ 0 h 788566"/>
                <a:gd name="connsiteX1-213" fmla="*/ 47891 w 364597"/>
                <a:gd name="connsiteY1-214" fmla="*/ 157163 h 788566"/>
                <a:gd name="connsiteX2-215" fmla="*/ 43128 w 364597"/>
                <a:gd name="connsiteY2-216" fmla="*/ 338137 h 788566"/>
                <a:gd name="connsiteX3-217" fmla="*/ 131235 w 364597"/>
                <a:gd name="connsiteY3-218" fmla="*/ 781050 h 788566"/>
                <a:gd name="connsiteX4-219" fmla="*/ 207435 w 364597"/>
                <a:gd name="connsiteY4-220" fmla="*/ 776287 h 788566"/>
                <a:gd name="connsiteX5-221" fmla="*/ 364597 w 364597"/>
                <a:gd name="connsiteY5-222" fmla="*/ 164306 h 788566"/>
                <a:gd name="connsiteX6-223" fmla="*/ 9791 w 364597"/>
                <a:gd name="connsiteY6-224" fmla="*/ 0 h 788566"/>
                <a:gd name="connsiteX0-225" fmla="*/ 9791 w 364597"/>
                <a:gd name="connsiteY0-226" fmla="*/ 0 h 788910"/>
                <a:gd name="connsiteX1-227" fmla="*/ 47891 w 364597"/>
                <a:gd name="connsiteY1-228" fmla="*/ 157163 h 788910"/>
                <a:gd name="connsiteX2-229" fmla="*/ 43128 w 364597"/>
                <a:gd name="connsiteY2-230" fmla="*/ 338137 h 788910"/>
                <a:gd name="connsiteX3-231" fmla="*/ 131235 w 364597"/>
                <a:gd name="connsiteY3-232" fmla="*/ 781050 h 788910"/>
                <a:gd name="connsiteX4-233" fmla="*/ 207435 w 364597"/>
                <a:gd name="connsiteY4-234" fmla="*/ 776287 h 788910"/>
                <a:gd name="connsiteX5-235" fmla="*/ 364597 w 364597"/>
                <a:gd name="connsiteY5-236" fmla="*/ 164306 h 788910"/>
                <a:gd name="connsiteX6-237" fmla="*/ 9791 w 364597"/>
                <a:gd name="connsiteY6-238" fmla="*/ 0 h 788910"/>
                <a:gd name="connsiteX0-239" fmla="*/ 9791 w 364597"/>
                <a:gd name="connsiteY0-240" fmla="*/ 0 h 789332"/>
                <a:gd name="connsiteX1-241" fmla="*/ 47891 w 364597"/>
                <a:gd name="connsiteY1-242" fmla="*/ 157163 h 789332"/>
                <a:gd name="connsiteX2-243" fmla="*/ 43128 w 364597"/>
                <a:gd name="connsiteY2-244" fmla="*/ 338137 h 789332"/>
                <a:gd name="connsiteX3-245" fmla="*/ 131235 w 364597"/>
                <a:gd name="connsiteY3-246" fmla="*/ 781050 h 789332"/>
                <a:gd name="connsiteX4-247" fmla="*/ 207435 w 364597"/>
                <a:gd name="connsiteY4-248" fmla="*/ 778668 h 789332"/>
                <a:gd name="connsiteX5-249" fmla="*/ 364597 w 364597"/>
                <a:gd name="connsiteY5-250" fmla="*/ 164306 h 789332"/>
                <a:gd name="connsiteX6-251" fmla="*/ 9791 w 364597"/>
                <a:gd name="connsiteY6-252" fmla="*/ 0 h 789332"/>
                <a:gd name="connsiteX0-253" fmla="*/ 9791 w 364597"/>
                <a:gd name="connsiteY0-254" fmla="*/ 0 h 789332"/>
                <a:gd name="connsiteX1-255" fmla="*/ 47891 w 364597"/>
                <a:gd name="connsiteY1-256" fmla="*/ 157163 h 789332"/>
                <a:gd name="connsiteX2-257" fmla="*/ 43128 w 364597"/>
                <a:gd name="connsiteY2-258" fmla="*/ 338137 h 789332"/>
                <a:gd name="connsiteX3-259" fmla="*/ 131235 w 364597"/>
                <a:gd name="connsiteY3-260" fmla="*/ 781050 h 789332"/>
                <a:gd name="connsiteX4-261" fmla="*/ 207435 w 364597"/>
                <a:gd name="connsiteY4-262" fmla="*/ 778668 h 789332"/>
                <a:gd name="connsiteX5-263" fmla="*/ 364597 w 364597"/>
                <a:gd name="connsiteY5-264" fmla="*/ 164306 h 789332"/>
                <a:gd name="connsiteX6-265" fmla="*/ 9791 w 364597"/>
                <a:gd name="connsiteY6-266" fmla="*/ 0 h 789332"/>
                <a:gd name="connsiteX0-267" fmla="*/ 9791 w 384922"/>
                <a:gd name="connsiteY0-268" fmla="*/ 0 h 789332"/>
                <a:gd name="connsiteX1-269" fmla="*/ 47891 w 384922"/>
                <a:gd name="connsiteY1-270" fmla="*/ 157163 h 789332"/>
                <a:gd name="connsiteX2-271" fmla="*/ 43128 w 384922"/>
                <a:gd name="connsiteY2-272" fmla="*/ 338137 h 789332"/>
                <a:gd name="connsiteX3-273" fmla="*/ 131235 w 384922"/>
                <a:gd name="connsiteY3-274" fmla="*/ 781050 h 789332"/>
                <a:gd name="connsiteX4-275" fmla="*/ 207435 w 384922"/>
                <a:gd name="connsiteY4-276" fmla="*/ 778668 h 789332"/>
                <a:gd name="connsiteX5-277" fmla="*/ 333642 w 384922"/>
                <a:gd name="connsiteY5-278" fmla="*/ 433387 h 789332"/>
                <a:gd name="connsiteX6-279" fmla="*/ 364597 w 384922"/>
                <a:gd name="connsiteY6-280" fmla="*/ 164306 h 789332"/>
                <a:gd name="connsiteX7" fmla="*/ 9791 w 384922"/>
                <a:gd name="connsiteY7" fmla="*/ 0 h 789332"/>
                <a:gd name="connsiteX0-281" fmla="*/ 9791 w 384922"/>
                <a:gd name="connsiteY0-282" fmla="*/ 0 h 789332"/>
                <a:gd name="connsiteX1-283" fmla="*/ 47891 w 384922"/>
                <a:gd name="connsiteY1-284" fmla="*/ 157163 h 789332"/>
                <a:gd name="connsiteX2-285" fmla="*/ 43128 w 384922"/>
                <a:gd name="connsiteY2-286" fmla="*/ 338137 h 789332"/>
                <a:gd name="connsiteX3-287" fmla="*/ 131235 w 384922"/>
                <a:gd name="connsiteY3-288" fmla="*/ 781050 h 789332"/>
                <a:gd name="connsiteX4-289" fmla="*/ 207435 w 384922"/>
                <a:gd name="connsiteY4-290" fmla="*/ 778668 h 789332"/>
                <a:gd name="connsiteX5-291" fmla="*/ 333642 w 384922"/>
                <a:gd name="connsiteY5-292" fmla="*/ 433387 h 789332"/>
                <a:gd name="connsiteX6-293" fmla="*/ 364597 w 384922"/>
                <a:gd name="connsiteY6-294" fmla="*/ 164306 h 789332"/>
                <a:gd name="connsiteX7-295" fmla="*/ 9791 w 384922"/>
                <a:gd name="connsiteY7-296" fmla="*/ 0 h 789332"/>
                <a:gd name="connsiteX0-297" fmla="*/ 9791 w 379762"/>
                <a:gd name="connsiteY0-298" fmla="*/ 0 h 789332"/>
                <a:gd name="connsiteX1-299" fmla="*/ 47891 w 379762"/>
                <a:gd name="connsiteY1-300" fmla="*/ 157163 h 789332"/>
                <a:gd name="connsiteX2-301" fmla="*/ 43128 w 379762"/>
                <a:gd name="connsiteY2-302" fmla="*/ 338137 h 789332"/>
                <a:gd name="connsiteX3-303" fmla="*/ 131235 w 379762"/>
                <a:gd name="connsiteY3-304" fmla="*/ 781050 h 789332"/>
                <a:gd name="connsiteX4-305" fmla="*/ 207435 w 379762"/>
                <a:gd name="connsiteY4-306" fmla="*/ 778668 h 789332"/>
                <a:gd name="connsiteX5-307" fmla="*/ 333642 w 379762"/>
                <a:gd name="connsiteY5-308" fmla="*/ 433387 h 789332"/>
                <a:gd name="connsiteX6-309" fmla="*/ 364597 w 379762"/>
                <a:gd name="connsiteY6-310" fmla="*/ 164306 h 789332"/>
                <a:gd name="connsiteX7-311" fmla="*/ 9791 w 379762"/>
                <a:gd name="connsiteY7-312" fmla="*/ 0 h 789332"/>
                <a:gd name="connsiteX0-313" fmla="*/ 9791 w 365809"/>
                <a:gd name="connsiteY0-314" fmla="*/ 0 h 789332"/>
                <a:gd name="connsiteX1-315" fmla="*/ 47891 w 365809"/>
                <a:gd name="connsiteY1-316" fmla="*/ 157163 h 789332"/>
                <a:gd name="connsiteX2-317" fmla="*/ 43128 w 365809"/>
                <a:gd name="connsiteY2-318" fmla="*/ 338137 h 789332"/>
                <a:gd name="connsiteX3-319" fmla="*/ 131235 w 365809"/>
                <a:gd name="connsiteY3-320" fmla="*/ 781050 h 789332"/>
                <a:gd name="connsiteX4-321" fmla="*/ 207435 w 365809"/>
                <a:gd name="connsiteY4-322" fmla="*/ 778668 h 789332"/>
                <a:gd name="connsiteX5-323" fmla="*/ 333642 w 365809"/>
                <a:gd name="connsiteY5-324" fmla="*/ 433387 h 789332"/>
                <a:gd name="connsiteX6-325" fmla="*/ 364597 w 365809"/>
                <a:gd name="connsiteY6-326" fmla="*/ 164306 h 789332"/>
                <a:gd name="connsiteX7-327" fmla="*/ 9791 w 365809"/>
                <a:gd name="connsiteY7-328" fmla="*/ 0 h 789332"/>
                <a:gd name="connsiteX0-329" fmla="*/ 9791 w 365809"/>
                <a:gd name="connsiteY0-330" fmla="*/ 0 h 789332"/>
                <a:gd name="connsiteX1-331" fmla="*/ 47891 w 365809"/>
                <a:gd name="connsiteY1-332" fmla="*/ 157163 h 789332"/>
                <a:gd name="connsiteX2-333" fmla="*/ 43128 w 365809"/>
                <a:gd name="connsiteY2-334" fmla="*/ 338137 h 789332"/>
                <a:gd name="connsiteX3-335" fmla="*/ 131235 w 365809"/>
                <a:gd name="connsiteY3-336" fmla="*/ 781050 h 789332"/>
                <a:gd name="connsiteX4-337" fmla="*/ 207435 w 365809"/>
                <a:gd name="connsiteY4-338" fmla="*/ 778668 h 789332"/>
                <a:gd name="connsiteX5-339" fmla="*/ 333642 w 365809"/>
                <a:gd name="connsiteY5-340" fmla="*/ 433387 h 789332"/>
                <a:gd name="connsiteX6-341" fmla="*/ 364597 w 365809"/>
                <a:gd name="connsiteY6-342" fmla="*/ 164306 h 789332"/>
                <a:gd name="connsiteX7-343" fmla="*/ 9791 w 365809"/>
                <a:gd name="connsiteY7-344" fmla="*/ 0 h 789332"/>
                <a:gd name="connsiteX0-345" fmla="*/ 9791 w 365809"/>
                <a:gd name="connsiteY0-346" fmla="*/ 0 h 789332"/>
                <a:gd name="connsiteX1-347" fmla="*/ 47891 w 365809"/>
                <a:gd name="connsiteY1-348" fmla="*/ 157163 h 789332"/>
                <a:gd name="connsiteX2-349" fmla="*/ 43128 w 365809"/>
                <a:gd name="connsiteY2-350" fmla="*/ 338137 h 789332"/>
                <a:gd name="connsiteX3-351" fmla="*/ 131235 w 365809"/>
                <a:gd name="connsiteY3-352" fmla="*/ 781050 h 789332"/>
                <a:gd name="connsiteX4-353" fmla="*/ 207435 w 365809"/>
                <a:gd name="connsiteY4-354" fmla="*/ 778668 h 789332"/>
                <a:gd name="connsiteX5-355" fmla="*/ 333642 w 365809"/>
                <a:gd name="connsiteY5-356" fmla="*/ 433387 h 789332"/>
                <a:gd name="connsiteX6-357" fmla="*/ 364597 w 365809"/>
                <a:gd name="connsiteY6-358" fmla="*/ 164306 h 789332"/>
                <a:gd name="connsiteX7-359" fmla="*/ 9791 w 365809"/>
                <a:gd name="connsiteY7-360" fmla="*/ 0 h 789332"/>
                <a:gd name="connsiteX0-361" fmla="*/ 9791 w 365809"/>
                <a:gd name="connsiteY0-362" fmla="*/ 0 h 789332"/>
                <a:gd name="connsiteX1-363" fmla="*/ 47891 w 365809"/>
                <a:gd name="connsiteY1-364" fmla="*/ 157163 h 789332"/>
                <a:gd name="connsiteX2-365" fmla="*/ 43128 w 365809"/>
                <a:gd name="connsiteY2-366" fmla="*/ 338137 h 789332"/>
                <a:gd name="connsiteX3-367" fmla="*/ 131235 w 365809"/>
                <a:gd name="connsiteY3-368" fmla="*/ 781050 h 789332"/>
                <a:gd name="connsiteX4-369" fmla="*/ 207435 w 365809"/>
                <a:gd name="connsiteY4-370" fmla="*/ 778668 h 789332"/>
                <a:gd name="connsiteX5-371" fmla="*/ 333642 w 365809"/>
                <a:gd name="connsiteY5-372" fmla="*/ 433387 h 789332"/>
                <a:gd name="connsiteX6-373" fmla="*/ 364597 w 365809"/>
                <a:gd name="connsiteY6-374" fmla="*/ 164306 h 789332"/>
                <a:gd name="connsiteX7-375" fmla="*/ 9791 w 365809"/>
                <a:gd name="connsiteY7-376" fmla="*/ 0 h 7893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295" y="connsiteY7-296"/>
                </a:cxn>
              </a:cxnLst>
              <a:rect l="l" t="t" r="r" b="b"/>
              <a:pathLst>
                <a:path w="365809" h="789332">
                  <a:moveTo>
                    <a:pt x="9791" y="0"/>
                  </a:moveTo>
                  <a:cubicBezTo>
                    <a:pt x="-22753" y="61913"/>
                    <a:pt x="35191" y="61913"/>
                    <a:pt x="47891" y="157163"/>
                  </a:cubicBezTo>
                  <a:cubicBezTo>
                    <a:pt x="65353" y="288132"/>
                    <a:pt x="25666" y="261938"/>
                    <a:pt x="43128" y="338137"/>
                  </a:cubicBezTo>
                  <a:cubicBezTo>
                    <a:pt x="117741" y="535781"/>
                    <a:pt x="75673" y="571499"/>
                    <a:pt x="131235" y="781050"/>
                  </a:cubicBezTo>
                  <a:cubicBezTo>
                    <a:pt x="166160" y="803275"/>
                    <a:pt x="177273" y="773113"/>
                    <a:pt x="207435" y="778668"/>
                  </a:cubicBezTo>
                  <a:cubicBezTo>
                    <a:pt x="237201" y="720724"/>
                    <a:pt x="297923" y="540544"/>
                    <a:pt x="333642" y="433387"/>
                  </a:cubicBezTo>
                  <a:cubicBezTo>
                    <a:pt x="324117" y="314325"/>
                    <a:pt x="374121" y="234155"/>
                    <a:pt x="364597" y="164306"/>
                  </a:cubicBezTo>
                  <a:cubicBezTo>
                    <a:pt x="196322" y="166687"/>
                    <a:pt x="47097" y="102394"/>
                    <a:pt x="9791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0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5">
                                            <p:txEl>
                                              <p:charRg st="0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131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435">
                                            <p:txEl>
                                              <p:charRg st="131" end="2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50" end="2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435">
                                            <p:txEl>
                                              <p:charRg st="250" end="2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70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8435">
                                            <p:txEl>
                                              <p:charRg st="270" end="3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330" end="3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8435">
                                            <p:txEl>
                                              <p:charRg st="330" end="3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354" end="4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8435">
                                            <p:txEl>
                                              <p:charRg st="354" end="4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415" end="4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8435">
                                            <p:txEl>
                                              <p:charRg st="415" end="4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457" end="4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8435">
                                            <p:txEl>
                                              <p:charRg st="457" end="4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472" end="5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8435">
                                            <p:txEl>
                                              <p:charRg st="472" end="5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530" end="5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8435">
                                            <p:txEl>
                                              <p:charRg st="530" end="5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590" end="6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8435">
                                            <p:txEl>
                                              <p:charRg st="590" end="6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2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  <a:t>Effort Division vs. Expertise Division</a:t>
            </a:r>
            <a:endParaRPr lang="en-US" altLang="zh-CN" sz="3600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1267" name="Slide Number Placeholder 1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1126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88" y="1522413"/>
            <a:ext cx="7772400" cy="489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4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647825"/>
          </a:xfrm>
        </p:spPr>
        <p:txBody>
          <a:bodyPr vert="horz" wrap="square" lIns="0" tIns="45720" rIns="0" bIns="45720" anchor="ctr" anchorCtr="0"/>
          <a:p>
            <a: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  <a:t>Identifying Subproblems</a:t>
            </a:r>
            <a:b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  <a:t>by Managed </a:t>
            </a:r>
            <a:r>
              <a:rPr lang="en-US" altLang="zh-CN" sz="3600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Business Assets</a:t>
            </a:r>
            <a:b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500" dirty="0">
                <a:latin typeface="Arial Rounded MT Bold" panose="020F0704030504030204" pitchFamily="34" charset="0"/>
                <a:ea typeface="+mj-ea"/>
                <a:cs typeface="+mj-cs"/>
              </a:rPr>
              <a:t>Example:  Restaurant Automation</a:t>
            </a:r>
            <a:endParaRPr lang="en-US" altLang="zh-CN" sz="2500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2291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cxnSp>
        <p:nvCxnSpPr>
          <p:cNvPr id="237" name="Straight Connector 236"/>
          <p:cNvCxnSpPr/>
          <p:nvPr/>
        </p:nvCxnSpPr>
        <p:spPr>
          <a:xfrm>
            <a:off x="2103438" y="1800225"/>
            <a:ext cx="507523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3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13" y="1952625"/>
            <a:ext cx="6948487" cy="4549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Example:  Restaurant Automation</a:t>
            </a:r>
            <a:b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3000" dirty="0">
                <a:latin typeface="Arial Rounded MT Bold" panose="020F0704030504030204" pitchFamily="34" charset="0"/>
                <a:ea typeface="+mj-ea"/>
                <a:cs typeface="+mj-cs"/>
              </a:rPr>
              <a:t>Decomposition by </a:t>
            </a:r>
            <a:r>
              <a:rPr lang="en-US" altLang="en-US" sz="3000" dirty="0">
                <a:solidFill>
                  <a:srgbClr val="68000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Projection to Sub-problems</a:t>
            </a:r>
            <a:endParaRPr lang="en-US" altLang="en-US" sz="3000" dirty="0">
              <a:solidFill>
                <a:srgbClr val="680000"/>
              </a:solidFill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3315" name="Content Placeholder 1"/>
          <p:cNvSpPr>
            <a:spLocks noGrp="1"/>
          </p:cNvSpPr>
          <p:nvPr>
            <p:ph idx="1"/>
          </p:nvPr>
        </p:nvSpPr>
        <p:spPr>
          <a:xfrm>
            <a:off x="103188" y="2854325"/>
            <a:ext cx="3732212" cy="3913188"/>
          </a:xfrm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Clr>
                <a:srgbClr val="A50021"/>
              </a:buClr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Different way of “slicing” the project: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lnSpc>
                <a:spcPct val="80000"/>
              </a:lnSpc>
              <a:buChar char="–"/>
            </a:pPr>
            <a:r>
              <a:rPr lang="en-US" altLang="zh-CN" sz="1600" dirty="0">
                <a:latin typeface="Calibri" panose="020F0502020204030204" pitchFamily="34" charset="0"/>
                <a:ea typeface="宋体" panose="02010600030101010101" pitchFamily="2" charset="-122"/>
              </a:rPr>
              <a:t>Instead of horizontal slicing (by </a:t>
            </a:r>
            <a:r>
              <a:rPr lang="en-US" altLang="zh-CN" sz="1600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solution</a:t>
            </a:r>
            <a:r>
              <a:rPr lang="en-US" altLang="zh-CN" sz="1600" dirty="0">
                <a:latin typeface="Calibri" panose="020F0502020204030204" pitchFamily="34" charset="0"/>
                <a:ea typeface="宋体" panose="02010600030101010101" pitchFamily="2" charset="-122"/>
              </a:rPr>
              <a:t>),</a:t>
            </a:r>
            <a:br>
              <a:rPr lang="en-US" altLang="zh-CN" sz="1600" dirty="0">
                <a:latin typeface="Calibri" panose="020F050202020403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Calibri" panose="020F0502020204030204" pitchFamily="34" charset="0"/>
                <a:ea typeface="宋体" panose="02010600030101010101" pitchFamily="2" charset="-122"/>
              </a:rPr>
              <a:t>we have vertical slicing— “stacks” (by </a:t>
            </a:r>
            <a:r>
              <a:rPr lang="en-US" altLang="zh-CN" sz="1600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sub-problems</a:t>
            </a:r>
            <a:r>
              <a:rPr lang="en-US" altLang="zh-CN" sz="1600" dirty="0">
                <a:latin typeface="Calibri" panose="020F0502020204030204" pitchFamily="34" charset="0"/>
                <a:ea typeface="宋体" panose="02010600030101010101" pitchFamily="2" charset="-122"/>
              </a:rPr>
              <a:t>)</a:t>
            </a:r>
            <a:endParaRPr lang="en-US" altLang="zh-CN" sz="16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Clr>
                <a:srgbClr val="A50021"/>
              </a:buClr>
            </a:pP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spcBef>
                <a:spcPts val="2000"/>
              </a:spcBef>
              <a:buClr>
                <a:srgbClr val="A50021"/>
              </a:buClr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Each “stack” can be done independently of other stacks,</a:t>
            </a:r>
            <a:b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as a mini-project, </a:t>
            </a:r>
            <a:r>
              <a:rPr lang="en-US" altLang="zh-CN" sz="1800" i="1" dirty="0">
                <a:solidFill>
                  <a:srgbClr val="68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because it solves a different sub-problem</a:t>
            </a: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!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spcBef>
                <a:spcPts val="20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1800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 Separation of concerns!</a:t>
            </a:r>
            <a:endParaRPr lang="en-US" altLang="zh-CN" sz="18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>
              <a:lnSpc>
                <a:spcPct val="80000"/>
              </a:lnSpc>
              <a:buClr>
                <a:srgbClr val="A50021"/>
              </a:buClr>
            </a:pPr>
            <a:endParaRPr lang="en-US" altLang="zh-CN" sz="1800" dirty="0">
              <a:latin typeface="AvantGarde Bk BT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13317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5613" y="1427163"/>
            <a:ext cx="4675187" cy="5367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63" y="1427163"/>
            <a:ext cx="1738312" cy="1055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3554413"/>
            <a:ext cx="500063" cy="889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Freeform 304"/>
          <p:cNvSpPr>
            <a:spLocks noChangeAspect="1"/>
          </p:cNvSpPr>
          <p:nvPr/>
        </p:nvSpPr>
        <p:spPr>
          <a:xfrm>
            <a:off x="5422900" y="6521450"/>
            <a:ext cx="2784475" cy="274638"/>
          </a:xfrm>
          <a:custGeom>
            <a:avLst/>
            <a:gdLst>
              <a:gd name="txL" fmla="*/ 0 w 10000"/>
              <a:gd name="txT" fmla="*/ 0 h 10000"/>
              <a:gd name="txR" fmla="*/ 10000 w 10000"/>
              <a:gd name="txB" fmla="*/ 10000 h 10000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0"/>
              </a:cxn>
            </a:cxnLst>
            <a:rect l="txL" t="txT" r="txR" b="txB"/>
            <a:pathLst>
              <a:path w="10000" h="10000">
                <a:moveTo>
                  <a:pt x="1" y="0"/>
                </a:moveTo>
                <a:cubicBezTo>
                  <a:pt x="7" y="3449"/>
                  <a:pt x="-5" y="6551"/>
                  <a:pt x="1" y="10000"/>
                </a:cubicBezTo>
                <a:lnTo>
                  <a:pt x="9996" y="9866"/>
                </a:lnTo>
                <a:cubicBezTo>
                  <a:pt x="9993" y="2833"/>
                  <a:pt x="10003" y="7077"/>
                  <a:pt x="10000" y="44"/>
                </a:cubicBezTo>
                <a:lnTo>
                  <a:pt x="8622" y="6"/>
                </a:lnTo>
                <a:cubicBezTo>
                  <a:pt x="8622" y="468"/>
                  <a:pt x="8621" y="1235"/>
                  <a:pt x="8621" y="1698"/>
                </a:cubicBezTo>
                <a:cubicBezTo>
                  <a:pt x="8620" y="2153"/>
                  <a:pt x="8604" y="2627"/>
                  <a:pt x="8565" y="2606"/>
                </a:cubicBezTo>
                <a:cubicBezTo>
                  <a:pt x="8527" y="2585"/>
                  <a:pt x="8515" y="2240"/>
                  <a:pt x="8519" y="1827"/>
                </a:cubicBezTo>
                <a:cubicBezTo>
                  <a:pt x="8518" y="1221"/>
                  <a:pt x="8516" y="613"/>
                  <a:pt x="8515" y="6"/>
                </a:cubicBezTo>
                <a:lnTo>
                  <a:pt x="8429" y="47"/>
                </a:lnTo>
                <a:cubicBezTo>
                  <a:pt x="8427" y="596"/>
                  <a:pt x="8426" y="1189"/>
                  <a:pt x="8425" y="1738"/>
                </a:cubicBezTo>
                <a:cubicBezTo>
                  <a:pt x="8420" y="2136"/>
                  <a:pt x="8410" y="2601"/>
                  <a:pt x="8369" y="2559"/>
                </a:cubicBezTo>
                <a:cubicBezTo>
                  <a:pt x="8329" y="2516"/>
                  <a:pt x="8336" y="2238"/>
                  <a:pt x="8322" y="1825"/>
                </a:cubicBezTo>
                <a:cubicBezTo>
                  <a:pt x="8321" y="1217"/>
                  <a:pt x="8319" y="610"/>
                  <a:pt x="8317" y="2"/>
                </a:cubicBezTo>
                <a:lnTo>
                  <a:pt x="5149" y="0"/>
                </a:lnTo>
                <a:lnTo>
                  <a:pt x="5149" y="1982"/>
                </a:lnTo>
                <a:cubicBezTo>
                  <a:pt x="5144" y="2412"/>
                  <a:pt x="5110" y="2480"/>
                  <a:pt x="5092" y="2480"/>
                </a:cubicBezTo>
                <a:cubicBezTo>
                  <a:pt x="5074" y="2480"/>
                  <a:pt x="5051" y="2412"/>
                  <a:pt x="5043" y="1982"/>
                </a:cubicBezTo>
                <a:lnTo>
                  <a:pt x="5043" y="0"/>
                </a:lnTo>
                <a:lnTo>
                  <a:pt x="4953" y="0"/>
                </a:lnTo>
                <a:lnTo>
                  <a:pt x="4953" y="1912"/>
                </a:lnTo>
                <a:cubicBezTo>
                  <a:pt x="4953" y="2399"/>
                  <a:pt x="4921" y="2504"/>
                  <a:pt x="4902" y="2504"/>
                </a:cubicBezTo>
                <a:cubicBezTo>
                  <a:pt x="4885" y="2504"/>
                  <a:pt x="4854" y="2412"/>
                  <a:pt x="4846" y="1982"/>
                </a:cubicBezTo>
                <a:lnTo>
                  <a:pt x="4846" y="0"/>
                </a:lnTo>
                <a:lnTo>
                  <a:pt x="1675" y="0"/>
                </a:lnTo>
                <a:lnTo>
                  <a:pt x="1675" y="1982"/>
                </a:lnTo>
                <a:cubicBezTo>
                  <a:pt x="1665" y="2412"/>
                  <a:pt x="1637" y="2480"/>
                  <a:pt x="1618" y="2480"/>
                </a:cubicBezTo>
                <a:cubicBezTo>
                  <a:pt x="1602" y="2480"/>
                  <a:pt x="1572" y="2412"/>
                  <a:pt x="1564" y="1982"/>
                </a:cubicBezTo>
                <a:lnTo>
                  <a:pt x="1564" y="0"/>
                </a:lnTo>
                <a:lnTo>
                  <a:pt x="1478" y="0"/>
                </a:lnTo>
                <a:lnTo>
                  <a:pt x="1478" y="1982"/>
                </a:lnTo>
                <a:cubicBezTo>
                  <a:pt x="1474" y="2412"/>
                  <a:pt x="1444" y="2480"/>
                  <a:pt x="1424" y="2480"/>
                </a:cubicBezTo>
                <a:cubicBezTo>
                  <a:pt x="1409" y="2480"/>
                  <a:pt x="1377" y="2412"/>
                  <a:pt x="1370" y="1982"/>
                </a:cubicBezTo>
                <a:lnTo>
                  <a:pt x="1370" y="0"/>
                </a:lnTo>
                <a:lnTo>
                  <a:pt x="1" y="0"/>
                </a:lnTo>
                <a:close/>
              </a:path>
            </a:pathLst>
          </a:custGeom>
          <a:noFill/>
          <a:ln w="19050" cap="flat" cmpd="sng">
            <a:solidFill>
              <a:srgbClr val="A5002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39" name="Freeform 303"/>
          <p:cNvSpPr>
            <a:spLocks noChangeAspect="1"/>
          </p:cNvSpPr>
          <p:nvPr/>
        </p:nvSpPr>
        <p:spPr>
          <a:xfrm>
            <a:off x="6394450" y="4030663"/>
            <a:ext cx="847725" cy="2441575"/>
          </a:xfrm>
          <a:custGeom>
            <a:avLst/>
            <a:gdLst>
              <a:gd name="txL" fmla="*/ 0 w 10028"/>
              <a:gd name="txT" fmla="*/ 0 h 31134"/>
              <a:gd name="txR" fmla="*/ 10028 w 10028"/>
              <a:gd name="txB" fmla="*/ 31134 h 3113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0"/>
              </a:cxn>
            </a:cxnLst>
            <a:rect l="txL" t="txT" r="txR" b="txB"/>
            <a:pathLst>
              <a:path w="10028" h="31134">
                <a:moveTo>
                  <a:pt x="0" y="0"/>
                </a:moveTo>
                <a:cubicBezTo>
                  <a:pt x="38" y="9347"/>
                  <a:pt x="-10" y="19181"/>
                  <a:pt x="28" y="28528"/>
                </a:cubicBezTo>
                <a:lnTo>
                  <a:pt x="4844" y="28528"/>
                </a:lnTo>
                <a:lnTo>
                  <a:pt x="4844" y="29028"/>
                </a:lnTo>
                <a:cubicBezTo>
                  <a:pt x="4531" y="29117"/>
                  <a:pt x="4346" y="29424"/>
                  <a:pt x="4332" y="29734"/>
                </a:cubicBezTo>
                <a:lnTo>
                  <a:pt x="4332" y="30247"/>
                </a:lnTo>
                <a:lnTo>
                  <a:pt x="4559" y="30247"/>
                </a:lnTo>
                <a:lnTo>
                  <a:pt x="4559" y="30969"/>
                </a:lnTo>
                <a:cubicBezTo>
                  <a:pt x="4559" y="31086"/>
                  <a:pt x="4663" y="31134"/>
                  <a:pt x="4714" y="31134"/>
                </a:cubicBezTo>
                <a:cubicBezTo>
                  <a:pt x="4766" y="31134"/>
                  <a:pt x="4865" y="31094"/>
                  <a:pt x="4865" y="30961"/>
                </a:cubicBezTo>
                <a:lnTo>
                  <a:pt x="4865" y="30247"/>
                </a:lnTo>
                <a:lnTo>
                  <a:pt x="5196" y="30247"/>
                </a:lnTo>
                <a:cubicBezTo>
                  <a:pt x="5193" y="30485"/>
                  <a:pt x="5191" y="30723"/>
                  <a:pt x="5186" y="30961"/>
                </a:cubicBezTo>
                <a:cubicBezTo>
                  <a:pt x="5205" y="31094"/>
                  <a:pt x="5296" y="31134"/>
                  <a:pt x="5347" y="31134"/>
                </a:cubicBezTo>
                <a:cubicBezTo>
                  <a:pt x="5406" y="31134"/>
                  <a:pt x="5501" y="31094"/>
                  <a:pt x="5501" y="30961"/>
                </a:cubicBezTo>
                <a:lnTo>
                  <a:pt x="5501" y="30247"/>
                </a:lnTo>
                <a:lnTo>
                  <a:pt x="5729" y="30247"/>
                </a:lnTo>
                <a:lnTo>
                  <a:pt x="5729" y="29734"/>
                </a:lnTo>
                <a:cubicBezTo>
                  <a:pt x="5716" y="29323"/>
                  <a:pt x="5428" y="29093"/>
                  <a:pt x="5212" y="29036"/>
                </a:cubicBezTo>
                <a:lnTo>
                  <a:pt x="5212" y="28532"/>
                </a:lnTo>
                <a:lnTo>
                  <a:pt x="10028" y="28501"/>
                </a:lnTo>
                <a:cubicBezTo>
                  <a:pt x="10017" y="26045"/>
                  <a:pt x="9978" y="2456"/>
                  <a:pt x="9967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 cmpd="sng">
            <a:solidFill>
              <a:srgbClr val="A5002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4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Example:  Restaurant Automation</a:t>
            </a:r>
            <a:b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Decomposition by Projection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3188" y="2546350"/>
            <a:ext cx="3554413" cy="4249738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Team communication is simple: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They only need to define 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shared interfaces 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(“APIs”) and can focus on creative software development</a:t>
            </a:r>
            <a:b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b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sub-problem solving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!)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What is inside of each “stack” is not discussed with other sub-teams</a:t>
            </a:r>
            <a:b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b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—for others, the contents of your “stack” is hidden—they see a black box with defined interface / APIs</a:t>
            </a:r>
            <a:b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b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(“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68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information hiding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”)</a:t>
            </a:r>
            <a:endParaRPr kumimoji="0" lang="en-US" altLang="zh-CN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434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89" name="Freeform 88"/>
          <p:cNvSpPr/>
          <p:nvPr/>
        </p:nvSpPr>
        <p:spPr>
          <a:xfrm flipH="1">
            <a:off x="4859338" y="2559050"/>
            <a:ext cx="3689350" cy="574675"/>
          </a:xfrm>
          <a:custGeom>
            <a:avLst/>
            <a:gdLst>
              <a:gd name="connsiteX0" fmla="*/ 2353901 w 6455121"/>
              <a:gd name="connsiteY0" fmla="*/ 0 h 1475715"/>
              <a:gd name="connsiteX1" fmla="*/ 4363770 w 6455121"/>
              <a:gd name="connsiteY1" fmla="*/ 0 h 1475715"/>
              <a:gd name="connsiteX2" fmla="*/ 6455121 w 6455121"/>
              <a:gd name="connsiteY2" fmla="*/ 1457608 h 1475715"/>
              <a:gd name="connsiteX3" fmla="*/ 0 w 6455121"/>
              <a:gd name="connsiteY3" fmla="*/ 1475715 h 1475715"/>
              <a:gd name="connsiteX4" fmla="*/ 2353901 w 6455121"/>
              <a:gd name="connsiteY4" fmla="*/ 0 h 1475715"/>
              <a:gd name="connsiteX0-1" fmla="*/ 461727 w 6455121"/>
              <a:gd name="connsiteY0-2" fmla="*/ 452674 h 1475715"/>
              <a:gd name="connsiteX1-3" fmla="*/ 4363770 w 6455121"/>
              <a:gd name="connsiteY1-4" fmla="*/ 0 h 1475715"/>
              <a:gd name="connsiteX2-5" fmla="*/ 6455121 w 6455121"/>
              <a:gd name="connsiteY2-6" fmla="*/ 1457608 h 1475715"/>
              <a:gd name="connsiteX3-7" fmla="*/ 0 w 6455121"/>
              <a:gd name="connsiteY3-8" fmla="*/ 1475715 h 1475715"/>
              <a:gd name="connsiteX4-9" fmla="*/ 461727 w 6455121"/>
              <a:gd name="connsiteY4-10" fmla="*/ 452674 h 1475715"/>
              <a:gd name="connsiteX0-11" fmla="*/ 461727 w 6455121"/>
              <a:gd name="connsiteY0-12" fmla="*/ 27161 h 1050202"/>
              <a:gd name="connsiteX1-13" fmla="*/ 1928388 w 6455121"/>
              <a:gd name="connsiteY1-14" fmla="*/ 0 h 1050202"/>
              <a:gd name="connsiteX2-15" fmla="*/ 6455121 w 6455121"/>
              <a:gd name="connsiteY2-16" fmla="*/ 1032095 h 1050202"/>
              <a:gd name="connsiteX3-17" fmla="*/ 0 w 6455121"/>
              <a:gd name="connsiteY3-18" fmla="*/ 1050202 h 1050202"/>
              <a:gd name="connsiteX4-19" fmla="*/ 461727 w 6455121"/>
              <a:gd name="connsiteY4-20" fmla="*/ 27161 h 1050202"/>
              <a:gd name="connsiteX0-21" fmla="*/ 461727 w 6455121"/>
              <a:gd name="connsiteY0-22" fmla="*/ 27161 h 1050202"/>
              <a:gd name="connsiteX1-23" fmla="*/ 1928388 w 6455121"/>
              <a:gd name="connsiteY1-24" fmla="*/ 0 h 1050202"/>
              <a:gd name="connsiteX2-25" fmla="*/ 6455121 w 6455121"/>
              <a:gd name="connsiteY2-26" fmla="*/ 1032095 h 1050202"/>
              <a:gd name="connsiteX3-27" fmla="*/ 0 w 6455121"/>
              <a:gd name="connsiteY3-28" fmla="*/ 1050202 h 1050202"/>
              <a:gd name="connsiteX4-29" fmla="*/ 461727 w 6455121"/>
              <a:gd name="connsiteY4-30" fmla="*/ 27161 h 1050202"/>
              <a:gd name="connsiteX0-31" fmla="*/ 0 w 6546561"/>
              <a:gd name="connsiteY0-32" fmla="*/ 1050202 h 1123535"/>
              <a:gd name="connsiteX1-33" fmla="*/ 461727 w 6546561"/>
              <a:gd name="connsiteY1-34" fmla="*/ 27161 h 1123535"/>
              <a:gd name="connsiteX2-35" fmla="*/ 1928388 w 6546561"/>
              <a:gd name="connsiteY2-36" fmla="*/ 0 h 1123535"/>
              <a:gd name="connsiteX3-37" fmla="*/ 6546561 w 6546561"/>
              <a:gd name="connsiteY3-38" fmla="*/ 1123535 h 1123535"/>
              <a:gd name="connsiteX0-39" fmla="*/ 0 w 6591828"/>
              <a:gd name="connsiteY0-40" fmla="*/ 896293 h 1123535"/>
              <a:gd name="connsiteX1-41" fmla="*/ 506994 w 6591828"/>
              <a:gd name="connsiteY1-42" fmla="*/ 27161 h 1123535"/>
              <a:gd name="connsiteX2-43" fmla="*/ 1973655 w 6591828"/>
              <a:gd name="connsiteY2-44" fmla="*/ 0 h 1123535"/>
              <a:gd name="connsiteX3-45" fmla="*/ 6591828 w 6591828"/>
              <a:gd name="connsiteY3-46" fmla="*/ 1123535 h 1123535"/>
              <a:gd name="connsiteX0-47" fmla="*/ 0 w 6102941"/>
              <a:gd name="connsiteY0-48" fmla="*/ 896293 h 942466"/>
              <a:gd name="connsiteX1-49" fmla="*/ 506994 w 6102941"/>
              <a:gd name="connsiteY1-50" fmla="*/ 27161 h 942466"/>
              <a:gd name="connsiteX2-51" fmla="*/ 1973655 w 6102941"/>
              <a:gd name="connsiteY2-52" fmla="*/ 0 h 942466"/>
              <a:gd name="connsiteX3-53" fmla="*/ 6102941 w 6102941"/>
              <a:gd name="connsiteY3-54" fmla="*/ 942466 h 942466"/>
              <a:gd name="connsiteX0-55" fmla="*/ 0 w 6102941"/>
              <a:gd name="connsiteY0-56" fmla="*/ 869132 h 915305"/>
              <a:gd name="connsiteX1-57" fmla="*/ 506994 w 6102941"/>
              <a:gd name="connsiteY1-58" fmla="*/ 0 h 915305"/>
              <a:gd name="connsiteX2-59" fmla="*/ 2055136 w 6102941"/>
              <a:gd name="connsiteY2-60" fmla="*/ 9053 h 915305"/>
              <a:gd name="connsiteX3-61" fmla="*/ 6102941 w 6102941"/>
              <a:gd name="connsiteY3-62" fmla="*/ 915305 h 915305"/>
              <a:gd name="connsiteX0-63" fmla="*/ 0 w 6166315"/>
              <a:gd name="connsiteY0-64" fmla="*/ 860079 h 915305"/>
              <a:gd name="connsiteX1-65" fmla="*/ 570368 w 6166315"/>
              <a:gd name="connsiteY1-66" fmla="*/ 0 h 915305"/>
              <a:gd name="connsiteX2-67" fmla="*/ 2118510 w 6166315"/>
              <a:gd name="connsiteY2-68" fmla="*/ 9053 h 915305"/>
              <a:gd name="connsiteX3-69" fmla="*/ 6166315 w 6166315"/>
              <a:gd name="connsiteY3-70" fmla="*/ 915305 h 915305"/>
              <a:gd name="connsiteX0-71" fmla="*/ 0 w 3689815"/>
              <a:gd name="connsiteY0-72" fmla="*/ 860079 h 885954"/>
              <a:gd name="connsiteX1-73" fmla="*/ 570368 w 3689815"/>
              <a:gd name="connsiteY1-74" fmla="*/ 0 h 885954"/>
              <a:gd name="connsiteX2-75" fmla="*/ 2118510 w 3689815"/>
              <a:gd name="connsiteY2-76" fmla="*/ 9053 h 885954"/>
              <a:gd name="connsiteX3-77" fmla="*/ 3689815 w 3689815"/>
              <a:gd name="connsiteY3-78" fmla="*/ 885954 h 88595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89815" h="885954">
                <a:moveTo>
                  <a:pt x="0" y="860079"/>
                </a:moveTo>
                <a:lnTo>
                  <a:pt x="570368" y="0"/>
                </a:lnTo>
                <a:lnTo>
                  <a:pt x="2118510" y="9053"/>
                </a:lnTo>
                <a:lnTo>
                  <a:pt x="3689815" y="885954"/>
                </a:lnTo>
              </a:path>
            </a:pathLst>
          </a:custGeom>
          <a:gradFill flip="none" rotWithShape="1">
            <a:gsLst>
              <a:gs pos="0">
                <a:schemeClr val="tx1"/>
              </a:gs>
              <a:gs pos="50000">
                <a:schemeClr val="bg2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44" name="Freeform 303"/>
          <p:cNvSpPr>
            <a:spLocks noChangeAspect="1"/>
          </p:cNvSpPr>
          <p:nvPr/>
        </p:nvSpPr>
        <p:spPr>
          <a:xfrm>
            <a:off x="5427663" y="4030663"/>
            <a:ext cx="847725" cy="2441575"/>
          </a:xfrm>
          <a:custGeom>
            <a:avLst/>
            <a:gdLst>
              <a:gd name="txL" fmla="*/ 0 w 10028"/>
              <a:gd name="txT" fmla="*/ 0 h 31134"/>
              <a:gd name="txR" fmla="*/ 10028 w 10028"/>
              <a:gd name="txB" fmla="*/ 31134 h 3113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0"/>
              </a:cxn>
            </a:cxnLst>
            <a:rect l="txL" t="txT" r="txR" b="txB"/>
            <a:pathLst>
              <a:path w="10028" h="31134">
                <a:moveTo>
                  <a:pt x="0" y="0"/>
                </a:moveTo>
                <a:cubicBezTo>
                  <a:pt x="38" y="9347"/>
                  <a:pt x="-10" y="19181"/>
                  <a:pt x="28" y="28528"/>
                </a:cubicBezTo>
                <a:lnTo>
                  <a:pt x="4844" y="28528"/>
                </a:lnTo>
                <a:lnTo>
                  <a:pt x="4844" y="29028"/>
                </a:lnTo>
                <a:cubicBezTo>
                  <a:pt x="4531" y="29117"/>
                  <a:pt x="4346" y="29424"/>
                  <a:pt x="4332" y="29734"/>
                </a:cubicBezTo>
                <a:lnTo>
                  <a:pt x="4332" y="30247"/>
                </a:lnTo>
                <a:lnTo>
                  <a:pt x="4559" y="30247"/>
                </a:lnTo>
                <a:lnTo>
                  <a:pt x="4559" y="30969"/>
                </a:lnTo>
                <a:cubicBezTo>
                  <a:pt x="4559" y="31086"/>
                  <a:pt x="4663" y="31134"/>
                  <a:pt x="4714" y="31134"/>
                </a:cubicBezTo>
                <a:cubicBezTo>
                  <a:pt x="4766" y="31134"/>
                  <a:pt x="4865" y="31094"/>
                  <a:pt x="4865" y="30961"/>
                </a:cubicBezTo>
                <a:lnTo>
                  <a:pt x="4865" y="30247"/>
                </a:lnTo>
                <a:lnTo>
                  <a:pt x="5196" y="30247"/>
                </a:lnTo>
                <a:cubicBezTo>
                  <a:pt x="5193" y="30485"/>
                  <a:pt x="5191" y="30723"/>
                  <a:pt x="5186" y="30961"/>
                </a:cubicBezTo>
                <a:cubicBezTo>
                  <a:pt x="5205" y="31094"/>
                  <a:pt x="5296" y="31134"/>
                  <a:pt x="5347" y="31134"/>
                </a:cubicBezTo>
                <a:cubicBezTo>
                  <a:pt x="5406" y="31134"/>
                  <a:pt x="5501" y="31094"/>
                  <a:pt x="5501" y="30961"/>
                </a:cubicBezTo>
                <a:lnTo>
                  <a:pt x="5501" y="30247"/>
                </a:lnTo>
                <a:lnTo>
                  <a:pt x="5729" y="30247"/>
                </a:lnTo>
                <a:lnTo>
                  <a:pt x="5729" y="29734"/>
                </a:lnTo>
                <a:cubicBezTo>
                  <a:pt x="5716" y="29323"/>
                  <a:pt x="5428" y="29093"/>
                  <a:pt x="5212" y="29036"/>
                </a:cubicBezTo>
                <a:lnTo>
                  <a:pt x="5212" y="28532"/>
                </a:lnTo>
                <a:lnTo>
                  <a:pt x="10028" y="28501"/>
                </a:lnTo>
                <a:cubicBezTo>
                  <a:pt x="10017" y="26045"/>
                  <a:pt x="9978" y="2456"/>
                  <a:pt x="9967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 cmpd="sng">
            <a:solidFill>
              <a:srgbClr val="A5002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45" name="Freeform 303"/>
          <p:cNvSpPr>
            <a:spLocks noChangeAspect="1"/>
          </p:cNvSpPr>
          <p:nvPr/>
        </p:nvSpPr>
        <p:spPr>
          <a:xfrm>
            <a:off x="7359650" y="4030663"/>
            <a:ext cx="847725" cy="2441575"/>
          </a:xfrm>
          <a:custGeom>
            <a:avLst/>
            <a:gdLst>
              <a:gd name="txL" fmla="*/ 0 w 10028"/>
              <a:gd name="txT" fmla="*/ 0 h 31134"/>
              <a:gd name="txR" fmla="*/ 10028 w 10028"/>
              <a:gd name="txB" fmla="*/ 31134 h 31134"/>
            </a:gdLst>
            <a:ahLst/>
            <a:cxnLst>
              <a:cxn ang="0">
                <a:pos x="0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0" y="0"/>
              </a:cxn>
            </a:cxnLst>
            <a:rect l="txL" t="txT" r="txR" b="txB"/>
            <a:pathLst>
              <a:path w="10028" h="31134">
                <a:moveTo>
                  <a:pt x="0" y="0"/>
                </a:moveTo>
                <a:cubicBezTo>
                  <a:pt x="38" y="9347"/>
                  <a:pt x="-10" y="19181"/>
                  <a:pt x="28" y="28528"/>
                </a:cubicBezTo>
                <a:lnTo>
                  <a:pt x="4844" y="28528"/>
                </a:lnTo>
                <a:lnTo>
                  <a:pt x="4844" y="29028"/>
                </a:lnTo>
                <a:cubicBezTo>
                  <a:pt x="4531" y="29117"/>
                  <a:pt x="4346" y="29424"/>
                  <a:pt x="4332" y="29734"/>
                </a:cubicBezTo>
                <a:lnTo>
                  <a:pt x="4332" y="30247"/>
                </a:lnTo>
                <a:lnTo>
                  <a:pt x="4559" y="30247"/>
                </a:lnTo>
                <a:lnTo>
                  <a:pt x="4559" y="30969"/>
                </a:lnTo>
                <a:cubicBezTo>
                  <a:pt x="4559" y="31086"/>
                  <a:pt x="4663" y="31134"/>
                  <a:pt x="4714" y="31134"/>
                </a:cubicBezTo>
                <a:cubicBezTo>
                  <a:pt x="4766" y="31134"/>
                  <a:pt x="4865" y="31094"/>
                  <a:pt x="4865" y="30961"/>
                </a:cubicBezTo>
                <a:lnTo>
                  <a:pt x="4865" y="30247"/>
                </a:lnTo>
                <a:lnTo>
                  <a:pt x="5196" y="30247"/>
                </a:lnTo>
                <a:cubicBezTo>
                  <a:pt x="5193" y="30485"/>
                  <a:pt x="5191" y="30723"/>
                  <a:pt x="5186" y="30961"/>
                </a:cubicBezTo>
                <a:cubicBezTo>
                  <a:pt x="5205" y="31094"/>
                  <a:pt x="5296" y="31134"/>
                  <a:pt x="5347" y="31134"/>
                </a:cubicBezTo>
                <a:cubicBezTo>
                  <a:pt x="5406" y="31134"/>
                  <a:pt x="5501" y="31094"/>
                  <a:pt x="5501" y="30961"/>
                </a:cubicBezTo>
                <a:lnTo>
                  <a:pt x="5501" y="30247"/>
                </a:lnTo>
                <a:lnTo>
                  <a:pt x="5729" y="30247"/>
                </a:lnTo>
                <a:lnTo>
                  <a:pt x="5729" y="29734"/>
                </a:lnTo>
                <a:cubicBezTo>
                  <a:pt x="5716" y="29323"/>
                  <a:pt x="5428" y="29093"/>
                  <a:pt x="5212" y="29036"/>
                </a:cubicBezTo>
                <a:lnTo>
                  <a:pt x="5212" y="28532"/>
                </a:lnTo>
                <a:lnTo>
                  <a:pt x="10028" y="28501"/>
                </a:lnTo>
                <a:cubicBezTo>
                  <a:pt x="10017" y="26045"/>
                  <a:pt x="9978" y="2456"/>
                  <a:pt x="9967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 cmpd="sng">
            <a:solidFill>
              <a:srgbClr val="A5002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46" name="TextBox 123"/>
          <p:cNvSpPr txBox="1"/>
          <p:nvPr/>
        </p:nvSpPr>
        <p:spPr>
          <a:xfrm>
            <a:off x="5975350" y="6551613"/>
            <a:ext cx="167957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Shared Infrastructure</a:t>
            </a:r>
            <a:endParaRPr lang="en-US" altLang="en-US" sz="1400" b="1" i="1" dirty="0">
              <a:latin typeface="Arial" panose="020B0604020202020204" pitchFamily="34" charset="0"/>
            </a:endParaRPr>
          </a:p>
        </p:txBody>
      </p:sp>
      <p:sp>
        <p:nvSpPr>
          <p:cNvPr id="14347" name="TextBox 173"/>
          <p:cNvSpPr txBox="1"/>
          <p:nvPr/>
        </p:nvSpPr>
        <p:spPr>
          <a:xfrm>
            <a:off x="3792538" y="4154488"/>
            <a:ext cx="1490662" cy="4302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Customer-facing sub-problem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4348" name="TextBox 174"/>
          <p:cNvSpPr txBox="1"/>
          <p:nvPr/>
        </p:nvSpPr>
        <p:spPr>
          <a:xfrm>
            <a:off x="4010025" y="5054600"/>
            <a:ext cx="1220788" cy="4302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Kitchen-related sub-problem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4657725" y="4467225"/>
            <a:ext cx="942975" cy="193675"/>
          </a:xfrm>
          <a:custGeom>
            <a:avLst/>
            <a:gdLst>
              <a:gd name="connsiteX0" fmla="*/ 0 w 790575"/>
              <a:gd name="connsiteY0" fmla="*/ 123825 h 123825"/>
              <a:gd name="connsiteX1" fmla="*/ 600075 w 790575"/>
              <a:gd name="connsiteY1" fmla="*/ 95250 h 123825"/>
              <a:gd name="connsiteX2" fmla="*/ 790575 w 790575"/>
              <a:gd name="connsiteY2" fmla="*/ 0 h 123825"/>
              <a:gd name="connsiteX0-1" fmla="*/ 0 w 857250"/>
              <a:gd name="connsiteY0-2" fmla="*/ 171450 h 171450"/>
              <a:gd name="connsiteX1-3" fmla="*/ 600075 w 857250"/>
              <a:gd name="connsiteY1-4" fmla="*/ 142875 h 171450"/>
              <a:gd name="connsiteX2-5" fmla="*/ 857250 w 857250"/>
              <a:gd name="connsiteY2-6" fmla="*/ 0 h 171450"/>
              <a:gd name="connsiteX0-7" fmla="*/ 0 w 857250"/>
              <a:gd name="connsiteY0-8" fmla="*/ 171450 h 190989"/>
              <a:gd name="connsiteX1-9" fmla="*/ 504825 w 857250"/>
              <a:gd name="connsiteY1-10" fmla="*/ 180975 h 190989"/>
              <a:gd name="connsiteX2-11" fmla="*/ 857250 w 857250"/>
              <a:gd name="connsiteY2-12" fmla="*/ 0 h 190989"/>
              <a:gd name="connsiteX0-13" fmla="*/ 0 w 857250"/>
              <a:gd name="connsiteY0-14" fmla="*/ 171450 h 190989"/>
              <a:gd name="connsiteX1-15" fmla="*/ 504825 w 857250"/>
              <a:gd name="connsiteY1-16" fmla="*/ 180975 h 190989"/>
              <a:gd name="connsiteX2-17" fmla="*/ 857250 w 857250"/>
              <a:gd name="connsiteY2-18" fmla="*/ 0 h 190989"/>
              <a:gd name="connsiteX0-19" fmla="*/ 0 w 942975"/>
              <a:gd name="connsiteY0-20" fmla="*/ 142875 h 186177"/>
              <a:gd name="connsiteX1-21" fmla="*/ 590550 w 942975"/>
              <a:gd name="connsiteY1-22" fmla="*/ 180975 h 186177"/>
              <a:gd name="connsiteX2-23" fmla="*/ 942975 w 942975"/>
              <a:gd name="connsiteY2-24" fmla="*/ 0 h 186177"/>
              <a:gd name="connsiteX0-25" fmla="*/ 0 w 942975"/>
              <a:gd name="connsiteY0-26" fmla="*/ 142875 h 193511"/>
              <a:gd name="connsiteX1-27" fmla="*/ 590550 w 942975"/>
              <a:gd name="connsiteY1-28" fmla="*/ 180975 h 193511"/>
              <a:gd name="connsiteX2-29" fmla="*/ 942975 w 942975"/>
              <a:gd name="connsiteY2-30" fmla="*/ 0 h 1935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42975" h="193511">
                <a:moveTo>
                  <a:pt x="0" y="142875"/>
                </a:moveTo>
                <a:cubicBezTo>
                  <a:pt x="205581" y="196056"/>
                  <a:pt x="433388" y="204788"/>
                  <a:pt x="590550" y="180975"/>
                </a:cubicBezTo>
                <a:cubicBezTo>
                  <a:pt x="747713" y="157163"/>
                  <a:pt x="913606" y="37306"/>
                  <a:pt x="942975" y="0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7" name="Freeform 176"/>
          <p:cNvSpPr/>
          <p:nvPr/>
        </p:nvSpPr>
        <p:spPr>
          <a:xfrm>
            <a:off x="4924425" y="5357813"/>
            <a:ext cx="1631950" cy="247650"/>
          </a:xfrm>
          <a:custGeom>
            <a:avLst/>
            <a:gdLst>
              <a:gd name="connsiteX0" fmla="*/ 0 w 790575"/>
              <a:gd name="connsiteY0" fmla="*/ 123825 h 123825"/>
              <a:gd name="connsiteX1" fmla="*/ 600075 w 790575"/>
              <a:gd name="connsiteY1" fmla="*/ 95250 h 123825"/>
              <a:gd name="connsiteX2" fmla="*/ 790575 w 790575"/>
              <a:gd name="connsiteY2" fmla="*/ 0 h 123825"/>
              <a:gd name="connsiteX0-1" fmla="*/ 0 w 857250"/>
              <a:gd name="connsiteY0-2" fmla="*/ 171450 h 171450"/>
              <a:gd name="connsiteX1-3" fmla="*/ 600075 w 857250"/>
              <a:gd name="connsiteY1-4" fmla="*/ 142875 h 171450"/>
              <a:gd name="connsiteX2-5" fmla="*/ 857250 w 857250"/>
              <a:gd name="connsiteY2-6" fmla="*/ 0 h 171450"/>
              <a:gd name="connsiteX0-7" fmla="*/ 0 w 857250"/>
              <a:gd name="connsiteY0-8" fmla="*/ 171450 h 190989"/>
              <a:gd name="connsiteX1-9" fmla="*/ 504825 w 857250"/>
              <a:gd name="connsiteY1-10" fmla="*/ 180975 h 190989"/>
              <a:gd name="connsiteX2-11" fmla="*/ 857250 w 857250"/>
              <a:gd name="connsiteY2-12" fmla="*/ 0 h 190989"/>
              <a:gd name="connsiteX0-13" fmla="*/ 0 w 857250"/>
              <a:gd name="connsiteY0-14" fmla="*/ 171450 h 190989"/>
              <a:gd name="connsiteX1-15" fmla="*/ 504825 w 857250"/>
              <a:gd name="connsiteY1-16" fmla="*/ 180975 h 190989"/>
              <a:gd name="connsiteX2-17" fmla="*/ 857250 w 857250"/>
              <a:gd name="connsiteY2-18" fmla="*/ 0 h 190989"/>
              <a:gd name="connsiteX0-19" fmla="*/ 0 w 942975"/>
              <a:gd name="connsiteY0-20" fmla="*/ 142875 h 186177"/>
              <a:gd name="connsiteX1-21" fmla="*/ 590550 w 942975"/>
              <a:gd name="connsiteY1-22" fmla="*/ 180975 h 186177"/>
              <a:gd name="connsiteX2-23" fmla="*/ 942975 w 942975"/>
              <a:gd name="connsiteY2-24" fmla="*/ 0 h 186177"/>
              <a:gd name="connsiteX0-25" fmla="*/ 0 w 942975"/>
              <a:gd name="connsiteY0-26" fmla="*/ 142875 h 193511"/>
              <a:gd name="connsiteX1-27" fmla="*/ 590550 w 942975"/>
              <a:gd name="connsiteY1-28" fmla="*/ 180975 h 193511"/>
              <a:gd name="connsiteX2-29" fmla="*/ 942975 w 942975"/>
              <a:gd name="connsiteY2-30" fmla="*/ 0 h 1935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42975" h="193511">
                <a:moveTo>
                  <a:pt x="0" y="142875"/>
                </a:moveTo>
                <a:cubicBezTo>
                  <a:pt x="205581" y="196056"/>
                  <a:pt x="433388" y="204788"/>
                  <a:pt x="590550" y="180975"/>
                </a:cubicBezTo>
                <a:cubicBezTo>
                  <a:pt x="747713" y="157163"/>
                  <a:pt x="913606" y="37306"/>
                  <a:pt x="942975" y="0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51" name="TextBox 177"/>
          <p:cNvSpPr txBox="1"/>
          <p:nvPr/>
        </p:nvSpPr>
        <p:spPr>
          <a:xfrm>
            <a:off x="3819525" y="5851525"/>
            <a:ext cx="1220788" cy="646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Management-related</a:t>
            </a:r>
            <a:br>
              <a:rPr lang="en-US" altLang="en-US" sz="1400" dirty="0">
                <a:latin typeface="Arial" panose="020B0604020202020204" pitchFamily="34" charset="0"/>
              </a:rPr>
            </a:br>
            <a:r>
              <a:rPr lang="en-US" altLang="en-US" sz="1400" dirty="0">
                <a:latin typeface="Arial" panose="020B0604020202020204" pitchFamily="34" charset="0"/>
              </a:rPr>
              <a:t>sub-problem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79" name="Freeform 178"/>
          <p:cNvSpPr/>
          <p:nvPr/>
        </p:nvSpPr>
        <p:spPr>
          <a:xfrm>
            <a:off x="4951413" y="5894388"/>
            <a:ext cx="2652713" cy="247650"/>
          </a:xfrm>
          <a:custGeom>
            <a:avLst/>
            <a:gdLst>
              <a:gd name="connsiteX0" fmla="*/ 0 w 790575"/>
              <a:gd name="connsiteY0" fmla="*/ 123825 h 123825"/>
              <a:gd name="connsiteX1" fmla="*/ 600075 w 790575"/>
              <a:gd name="connsiteY1" fmla="*/ 95250 h 123825"/>
              <a:gd name="connsiteX2" fmla="*/ 790575 w 790575"/>
              <a:gd name="connsiteY2" fmla="*/ 0 h 123825"/>
              <a:gd name="connsiteX0-1" fmla="*/ 0 w 857250"/>
              <a:gd name="connsiteY0-2" fmla="*/ 171450 h 171450"/>
              <a:gd name="connsiteX1-3" fmla="*/ 600075 w 857250"/>
              <a:gd name="connsiteY1-4" fmla="*/ 142875 h 171450"/>
              <a:gd name="connsiteX2-5" fmla="*/ 857250 w 857250"/>
              <a:gd name="connsiteY2-6" fmla="*/ 0 h 171450"/>
              <a:gd name="connsiteX0-7" fmla="*/ 0 w 857250"/>
              <a:gd name="connsiteY0-8" fmla="*/ 171450 h 190989"/>
              <a:gd name="connsiteX1-9" fmla="*/ 504825 w 857250"/>
              <a:gd name="connsiteY1-10" fmla="*/ 180975 h 190989"/>
              <a:gd name="connsiteX2-11" fmla="*/ 857250 w 857250"/>
              <a:gd name="connsiteY2-12" fmla="*/ 0 h 190989"/>
              <a:gd name="connsiteX0-13" fmla="*/ 0 w 857250"/>
              <a:gd name="connsiteY0-14" fmla="*/ 171450 h 190989"/>
              <a:gd name="connsiteX1-15" fmla="*/ 504825 w 857250"/>
              <a:gd name="connsiteY1-16" fmla="*/ 180975 h 190989"/>
              <a:gd name="connsiteX2-17" fmla="*/ 857250 w 857250"/>
              <a:gd name="connsiteY2-18" fmla="*/ 0 h 190989"/>
              <a:gd name="connsiteX0-19" fmla="*/ 0 w 942975"/>
              <a:gd name="connsiteY0-20" fmla="*/ 142875 h 186177"/>
              <a:gd name="connsiteX1-21" fmla="*/ 590550 w 942975"/>
              <a:gd name="connsiteY1-22" fmla="*/ 180975 h 186177"/>
              <a:gd name="connsiteX2-23" fmla="*/ 942975 w 942975"/>
              <a:gd name="connsiteY2-24" fmla="*/ 0 h 186177"/>
              <a:gd name="connsiteX0-25" fmla="*/ 0 w 942975"/>
              <a:gd name="connsiteY0-26" fmla="*/ 142875 h 193511"/>
              <a:gd name="connsiteX1-27" fmla="*/ 590550 w 942975"/>
              <a:gd name="connsiteY1-28" fmla="*/ 180975 h 193511"/>
              <a:gd name="connsiteX2-29" fmla="*/ 942975 w 942975"/>
              <a:gd name="connsiteY2-30" fmla="*/ 0 h 1935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42975" h="193511">
                <a:moveTo>
                  <a:pt x="0" y="142875"/>
                </a:moveTo>
                <a:cubicBezTo>
                  <a:pt x="205581" y="196056"/>
                  <a:pt x="433388" y="204788"/>
                  <a:pt x="590550" y="180975"/>
                </a:cubicBezTo>
                <a:cubicBezTo>
                  <a:pt x="747713" y="157163"/>
                  <a:pt x="913606" y="37306"/>
                  <a:pt x="942975" y="0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53" name="Freeform 70"/>
          <p:cNvSpPr>
            <a:spLocks noChangeAspect="1"/>
          </p:cNvSpPr>
          <p:nvPr/>
        </p:nvSpPr>
        <p:spPr>
          <a:xfrm flipH="1">
            <a:off x="3479800" y="2736850"/>
            <a:ext cx="1546225" cy="990600"/>
          </a:xfrm>
          <a:custGeom>
            <a:avLst/>
            <a:gdLst>
              <a:gd name="txL" fmla="*/ 0 w 1094"/>
              <a:gd name="txT" fmla="*/ 0 h 832"/>
              <a:gd name="txR" fmla="*/ 1094 w 1094"/>
              <a:gd name="txB" fmla="*/ 832 h 832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94" h="832">
                <a:moveTo>
                  <a:pt x="497" y="691"/>
                </a:moveTo>
                <a:cubicBezTo>
                  <a:pt x="444" y="765"/>
                  <a:pt x="438" y="767"/>
                  <a:pt x="340" y="832"/>
                </a:cubicBezTo>
                <a:cubicBezTo>
                  <a:pt x="461" y="789"/>
                  <a:pt x="489" y="777"/>
                  <a:pt x="566" y="694"/>
                </a:cubicBezTo>
                <a:cubicBezTo>
                  <a:pt x="1061" y="694"/>
                  <a:pt x="1094" y="443"/>
                  <a:pt x="1078" y="297"/>
                </a:cubicBezTo>
                <a:cubicBezTo>
                  <a:pt x="1062" y="151"/>
                  <a:pt x="903" y="0"/>
                  <a:pt x="534" y="0"/>
                </a:cubicBezTo>
                <a:cubicBezTo>
                  <a:pt x="165" y="0"/>
                  <a:pt x="30" y="165"/>
                  <a:pt x="15" y="301"/>
                </a:cubicBezTo>
                <a:cubicBezTo>
                  <a:pt x="0" y="437"/>
                  <a:pt x="23" y="691"/>
                  <a:pt x="497" y="691"/>
                </a:cubicBezTo>
                <a:close/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4354" name="Text Box 74"/>
          <p:cNvSpPr txBox="1">
            <a:spLocks noChangeAspect="1"/>
          </p:cNvSpPr>
          <p:nvPr/>
        </p:nvSpPr>
        <p:spPr>
          <a:xfrm>
            <a:off x="3675063" y="2962275"/>
            <a:ext cx="1169987" cy="369888"/>
          </a:xfrm>
          <a:prstGeom prst="rect">
            <a:avLst/>
          </a:prstGeom>
          <a:noFill/>
          <a:ln w="9525">
            <a:noFill/>
          </a:ln>
        </p:spPr>
        <p:txBody>
          <a:bodyPr lIns="9144" tIns="0" rIns="9144" bIns="0">
            <a:spAutoFit/>
          </a:bodyPr>
          <a:p>
            <a:pPr eaLnBrk="1" hangingPunct="1"/>
            <a:r>
              <a:rPr lang="en-US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What do we have in common?</a:t>
            </a:r>
            <a:endParaRPr lang="en-US" altLang="en-US" sz="12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pSp>
        <p:nvGrpSpPr>
          <p:cNvPr id="14355" name="Group 2"/>
          <p:cNvGrpSpPr/>
          <p:nvPr/>
        </p:nvGrpSpPr>
        <p:grpSpPr>
          <a:xfrm>
            <a:off x="5619750" y="4073525"/>
            <a:ext cx="473075" cy="2133600"/>
            <a:chOff x="5619571" y="4073525"/>
            <a:chExt cx="473195" cy="2133600"/>
          </a:xfrm>
        </p:grpSpPr>
        <p:sp>
          <p:nvSpPr>
            <p:cNvPr id="103" name="Left-Right Arrow 102"/>
            <p:cNvSpPr>
              <a:spLocks noChangeAspect="1"/>
            </p:cNvSpPr>
            <p:nvPr/>
          </p:nvSpPr>
          <p:spPr bwMode="auto">
            <a:xfrm rot="5400000">
              <a:off x="5746630" y="4446570"/>
              <a:ext cx="201612" cy="131796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Bevel 103"/>
            <p:cNvSpPr>
              <a:spLocks noChangeAspect="1"/>
            </p:cNvSpPr>
            <p:nvPr/>
          </p:nvSpPr>
          <p:spPr bwMode="auto">
            <a:xfrm>
              <a:off x="5698966" y="4073525"/>
              <a:ext cx="296938" cy="296863"/>
            </a:xfrm>
            <a:prstGeom prst="bevel">
              <a:avLst>
                <a:gd name="adj" fmla="val 9789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466" name="Group 20"/>
            <p:cNvGrpSpPr/>
            <p:nvPr/>
          </p:nvGrpSpPr>
          <p:grpSpPr>
            <a:xfrm>
              <a:off x="5680266" y="5306970"/>
              <a:ext cx="334580" cy="252139"/>
              <a:chOff x="521" y="2366"/>
              <a:chExt cx="1172" cy="880"/>
            </a:xfrm>
          </p:grpSpPr>
          <p:sp>
            <p:nvSpPr>
              <p:cNvPr id="14475" name="AutoShape 21"/>
              <p:cNvSpPr/>
              <p:nvPr/>
            </p:nvSpPr>
            <p:spPr>
              <a:xfrm>
                <a:off x="521" y="2366"/>
                <a:ext cx="1172" cy="880"/>
              </a:xfrm>
              <a:prstGeom prst="can">
                <a:avLst>
                  <a:gd name="adj" fmla="val 26704"/>
                </a:avLst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476" name="Arc 22"/>
              <p:cNvSpPr/>
              <p:nvPr/>
            </p:nvSpPr>
            <p:spPr>
              <a:xfrm>
                <a:off x="522" y="2539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477" name="Arc 23"/>
              <p:cNvSpPr/>
              <p:nvPr/>
            </p:nvSpPr>
            <p:spPr>
              <a:xfrm>
                <a:off x="522" y="2598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06" name="Cross 105"/>
            <p:cNvSpPr>
              <a:spLocks noChangeAspect="1"/>
            </p:cNvSpPr>
            <p:nvPr/>
          </p:nvSpPr>
          <p:spPr bwMode="auto">
            <a:xfrm>
              <a:off x="5768834" y="5634038"/>
              <a:ext cx="157203" cy="157162"/>
            </a:xfrm>
            <a:prstGeom prst="plus">
              <a:avLst>
                <a:gd name="adj" fmla="val 35891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Folded Corner 106"/>
            <p:cNvSpPr>
              <a:spLocks noChangeAspect="1"/>
            </p:cNvSpPr>
            <p:nvPr/>
          </p:nvSpPr>
          <p:spPr bwMode="auto">
            <a:xfrm>
              <a:off x="5708494" y="5864225"/>
              <a:ext cx="277883" cy="342900"/>
            </a:xfrm>
            <a:prstGeom prst="foldedCorner">
              <a:avLst>
                <a:gd name="adj" fmla="val 22608"/>
              </a:avLst>
            </a:prstGeom>
            <a:solidFill>
              <a:srgbClr val="FFFFCC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Left-Right Arrow 107"/>
            <p:cNvSpPr>
              <a:spLocks noChangeAspect="1"/>
            </p:cNvSpPr>
            <p:nvPr/>
          </p:nvSpPr>
          <p:spPr bwMode="auto">
            <a:xfrm rot="5400000">
              <a:off x="5746630" y="5099033"/>
              <a:ext cx="201613" cy="131796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470" name="Group 171"/>
            <p:cNvGrpSpPr>
              <a:grpSpLocks noChangeAspect="1"/>
            </p:cNvGrpSpPr>
            <p:nvPr/>
          </p:nvGrpSpPr>
          <p:grpSpPr>
            <a:xfrm>
              <a:off x="5619571" y="4602918"/>
              <a:ext cx="473195" cy="435785"/>
              <a:chOff x="1095681" y="1394520"/>
              <a:chExt cx="5185339" cy="4775398"/>
            </a:xfrm>
          </p:grpSpPr>
          <p:sp>
            <p:nvSpPr>
              <p:cNvPr id="173" name="Oval 172"/>
              <p:cNvSpPr>
                <a:spLocks noChangeAspect="1"/>
              </p:cNvSpPr>
              <p:nvPr/>
            </p:nvSpPr>
            <p:spPr>
              <a:xfrm>
                <a:off x="2452917" y="4065241"/>
                <a:ext cx="748226" cy="74802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" name="Oval 173"/>
              <p:cNvSpPr>
                <a:spLocks noChangeAspect="1"/>
              </p:cNvSpPr>
              <p:nvPr/>
            </p:nvSpPr>
            <p:spPr>
              <a:xfrm>
                <a:off x="4714978" y="2430011"/>
                <a:ext cx="522014" cy="539273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5" name="Freeform 174"/>
              <p:cNvSpPr>
                <a:spLocks noChangeAspect="1"/>
              </p:cNvSpPr>
              <p:nvPr/>
            </p:nvSpPr>
            <p:spPr>
              <a:xfrm>
                <a:off x="1095681" y="2708348"/>
                <a:ext cx="3462698" cy="3461812"/>
              </a:xfrm>
              <a:custGeom>
                <a:avLst/>
                <a:gdLst>
                  <a:gd name="connsiteX0" fmla="*/ 300037 w 1343025"/>
                  <a:gd name="connsiteY0" fmla="*/ 326231 h 1343025"/>
                  <a:gd name="connsiteX1" fmla="*/ 431006 w 1343025"/>
                  <a:gd name="connsiteY1" fmla="*/ 226218 h 1343025"/>
                  <a:gd name="connsiteX2" fmla="*/ 378618 w 1343025"/>
                  <a:gd name="connsiteY2" fmla="*/ 61912 h 1343025"/>
                  <a:gd name="connsiteX3" fmla="*/ 602456 w 1343025"/>
                  <a:gd name="connsiteY3" fmla="*/ 0 h 1343025"/>
                  <a:gd name="connsiteX4" fmla="*/ 652462 w 1343025"/>
                  <a:gd name="connsiteY4" fmla="*/ 171450 h 1343025"/>
                  <a:gd name="connsiteX5" fmla="*/ 816768 w 1343025"/>
                  <a:gd name="connsiteY5" fmla="*/ 185737 h 1343025"/>
                  <a:gd name="connsiteX6" fmla="*/ 900112 w 1343025"/>
                  <a:gd name="connsiteY6" fmla="*/ 40481 h 1343025"/>
                  <a:gd name="connsiteX7" fmla="*/ 1104900 w 1343025"/>
                  <a:gd name="connsiteY7" fmla="*/ 150018 h 1343025"/>
                  <a:gd name="connsiteX8" fmla="*/ 1014412 w 1343025"/>
                  <a:gd name="connsiteY8" fmla="*/ 295275 h 1343025"/>
                  <a:gd name="connsiteX9" fmla="*/ 1119187 w 1343025"/>
                  <a:gd name="connsiteY9" fmla="*/ 431006 h 1343025"/>
                  <a:gd name="connsiteX10" fmla="*/ 1281112 w 1343025"/>
                  <a:gd name="connsiteY10" fmla="*/ 373856 h 1343025"/>
                  <a:gd name="connsiteX11" fmla="*/ 1343025 w 1343025"/>
                  <a:gd name="connsiteY11" fmla="*/ 602456 h 1343025"/>
                  <a:gd name="connsiteX12" fmla="*/ 1173956 w 1343025"/>
                  <a:gd name="connsiteY12" fmla="*/ 645318 h 1343025"/>
                  <a:gd name="connsiteX13" fmla="*/ 1157287 w 1343025"/>
                  <a:gd name="connsiteY13" fmla="*/ 812006 h 1343025"/>
                  <a:gd name="connsiteX14" fmla="*/ 1307306 w 1343025"/>
                  <a:gd name="connsiteY14" fmla="*/ 892968 h 1343025"/>
                  <a:gd name="connsiteX15" fmla="*/ 1193006 w 1343025"/>
                  <a:gd name="connsiteY15" fmla="*/ 1097756 h 1343025"/>
                  <a:gd name="connsiteX16" fmla="*/ 1040606 w 1343025"/>
                  <a:gd name="connsiteY16" fmla="*/ 1009650 h 1343025"/>
                  <a:gd name="connsiteX17" fmla="*/ 919162 w 1343025"/>
                  <a:gd name="connsiteY17" fmla="*/ 1112043 h 1343025"/>
                  <a:gd name="connsiteX18" fmla="*/ 973931 w 1343025"/>
                  <a:gd name="connsiteY18" fmla="*/ 1276350 h 1343025"/>
                  <a:gd name="connsiteX19" fmla="*/ 745331 w 1343025"/>
                  <a:gd name="connsiteY19" fmla="*/ 1343025 h 1343025"/>
                  <a:gd name="connsiteX20" fmla="*/ 695325 w 1343025"/>
                  <a:gd name="connsiteY20" fmla="*/ 1171575 h 1343025"/>
                  <a:gd name="connsiteX21" fmla="*/ 535781 w 1343025"/>
                  <a:gd name="connsiteY21" fmla="*/ 1157287 h 1343025"/>
                  <a:gd name="connsiteX22" fmla="*/ 452437 w 1343025"/>
                  <a:gd name="connsiteY22" fmla="*/ 1304925 h 1343025"/>
                  <a:gd name="connsiteX23" fmla="*/ 245268 w 1343025"/>
                  <a:gd name="connsiteY23" fmla="*/ 1193006 h 1343025"/>
                  <a:gd name="connsiteX24" fmla="*/ 333375 w 1343025"/>
                  <a:gd name="connsiteY24" fmla="*/ 1042987 h 1343025"/>
                  <a:gd name="connsiteX25" fmla="*/ 226218 w 1343025"/>
                  <a:gd name="connsiteY25" fmla="*/ 909637 h 1343025"/>
                  <a:gd name="connsiteX26" fmla="*/ 59531 w 1343025"/>
                  <a:gd name="connsiteY26" fmla="*/ 964406 h 1343025"/>
                  <a:gd name="connsiteX27" fmla="*/ 0 w 1343025"/>
                  <a:gd name="connsiteY27" fmla="*/ 733425 h 1343025"/>
                  <a:gd name="connsiteX28" fmla="*/ 173831 w 1343025"/>
                  <a:gd name="connsiteY28" fmla="*/ 692943 h 1343025"/>
                  <a:gd name="connsiteX29" fmla="*/ 190500 w 1343025"/>
                  <a:gd name="connsiteY29" fmla="*/ 521493 h 1343025"/>
                  <a:gd name="connsiteX30" fmla="*/ 35718 w 1343025"/>
                  <a:gd name="connsiteY30" fmla="*/ 440531 h 1343025"/>
                  <a:gd name="connsiteX31" fmla="*/ 154781 w 1343025"/>
                  <a:gd name="connsiteY31" fmla="*/ 242887 h 1343025"/>
                  <a:gd name="connsiteX32" fmla="*/ 300037 w 1343025"/>
                  <a:gd name="connsiteY32" fmla="*/ 326231 h 1343025"/>
                  <a:gd name="connsiteX0-1" fmla="*/ 300037 w 1343025"/>
                  <a:gd name="connsiteY0-2" fmla="*/ 326231 h 1343025"/>
                  <a:gd name="connsiteX1-3" fmla="*/ 431006 w 1343025"/>
                  <a:gd name="connsiteY1-4" fmla="*/ 226218 h 1343025"/>
                  <a:gd name="connsiteX2-5" fmla="*/ 378618 w 1343025"/>
                  <a:gd name="connsiteY2-6" fmla="*/ 61912 h 1343025"/>
                  <a:gd name="connsiteX3-7" fmla="*/ 602456 w 1343025"/>
                  <a:gd name="connsiteY3-8" fmla="*/ 0 h 1343025"/>
                  <a:gd name="connsiteX4-9" fmla="*/ 652462 w 1343025"/>
                  <a:gd name="connsiteY4-10" fmla="*/ 171450 h 1343025"/>
                  <a:gd name="connsiteX5-11" fmla="*/ 816768 w 1343025"/>
                  <a:gd name="connsiteY5-12" fmla="*/ 185737 h 1343025"/>
                  <a:gd name="connsiteX6-13" fmla="*/ 900112 w 1343025"/>
                  <a:gd name="connsiteY6-14" fmla="*/ 40481 h 1343025"/>
                  <a:gd name="connsiteX7-15" fmla="*/ 1104900 w 1343025"/>
                  <a:gd name="connsiteY7-16" fmla="*/ 150018 h 1343025"/>
                  <a:gd name="connsiteX8-17" fmla="*/ 1014412 w 1343025"/>
                  <a:gd name="connsiteY8-18" fmla="*/ 295275 h 1343025"/>
                  <a:gd name="connsiteX9-19" fmla="*/ 1119187 w 1343025"/>
                  <a:gd name="connsiteY9-20" fmla="*/ 431006 h 1343025"/>
                  <a:gd name="connsiteX10-21" fmla="*/ 1281112 w 1343025"/>
                  <a:gd name="connsiteY10-22" fmla="*/ 373856 h 1343025"/>
                  <a:gd name="connsiteX11-23" fmla="*/ 1343025 w 1343025"/>
                  <a:gd name="connsiteY11-24" fmla="*/ 602456 h 1343025"/>
                  <a:gd name="connsiteX12-25" fmla="*/ 1173956 w 1343025"/>
                  <a:gd name="connsiteY12-26" fmla="*/ 645318 h 1343025"/>
                  <a:gd name="connsiteX13-27" fmla="*/ 1157287 w 1343025"/>
                  <a:gd name="connsiteY13-28" fmla="*/ 812006 h 1343025"/>
                  <a:gd name="connsiteX14-29" fmla="*/ 1307306 w 1343025"/>
                  <a:gd name="connsiteY14-30" fmla="*/ 892968 h 1343025"/>
                  <a:gd name="connsiteX15-31" fmla="*/ 1193006 w 1343025"/>
                  <a:gd name="connsiteY15-32" fmla="*/ 1097756 h 1343025"/>
                  <a:gd name="connsiteX16-33" fmla="*/ 1040606 w 1343025"/>
                  <a:gd name="connsiteY16-34" fmla="*/ 1009650 h 1343025"/>
                  <a:gd name="connsiteX17-35" fmla="*/ 919162 w 1343025"/>
                  <a:gd name="connsiteY17-36" fmla="*/ 1112043 h 1343025"/>
                  <a:gd name="connsiteX18-37" fmla="*/ 973931 w 1343025"/>
                  <a:gd name="connsiteY18-38" fmla="*/ 1276350 h 1343025"/>
                  <a:gd name="connsiteX19-39" fmla="*/ 745331 w 1343025"/>
                  <a:gd name="connsiteY19-40" fmla="*/ 1343025 h 1343025"/>
                  <a:gd name="connsiteX20-41" fmla="*/ 695325 w 1343025"/>
                  <a:gd name="connsiteY20-42" fmla="*/ 1171575 h 1343025"/>
                  <a:gd name="connsiteX21-43" fmla="*/ 535781 w 1343025"/>
                  <a:gd name="connsiteY21-44" fmla="*/ 1157287 h 1343025"/>
                  <a:gd name="connsiteX22-45" fmla="*/ 452437 w 1343025"/>
                  <a:gd name="connsiteY22-46" fmla="*/ 1304925 h 1343025"/>
                  <a:gd name="connsiteX23-47" fmla="*/ 245268 w 1343025"/>
                  <a:gd name="connsiteY23-48" fmla="*/ 1193006 h 1343025"/>
                  <a:gd name="connsiteX24-49" fmla="*/ 333375 w 1343025"/>
                  <a:gd name="connsiteY24-50" fmla="*/ 1042987 h 1343025"/>
                  <a:gd name="connsiteX25-51" fmla="*/ 226218 w 1343025"/>
                  <a:gd name="connsiteY25-52" fmla="*/ 909637 h 1343025"/>
                  <a:gd name="connsiteX26-53" fmla="*/ 59531 w 1343025"/>
                  <a:gd name="connsiteY26-54" fmla="*/ 964406 h 1343025"/>
                  <a:gd name="connsiteX27-55" fmla="*/ 0 w 1343025"/>
                  <a:gd name="connsiteY27-56" fmla="*/ 733425 h 1343025"/>
                  <a:gd name="connsiteX28-57" fmla="*/ 173831 w 1343025"/>
                  <a:gd name="connsiteY28-58" fmla="*/ 692943 h 1343025"/>
                  <a:gd name="connsiteX29-59" fmla="*/ 190500 w 1343025"/>
                  <a:gd name="connsiteY29-60" fmla="*/ 521493 h 1343025"/>
                  <a:gd name="connsiteX30-61" fmla="*/ 35718 w 1343025"/>
                  <a:gd name="connsiteY30-62" fmla="*/ 440531 h 1343025"/>
                  <a:gd name="connsiteX31-63" fmla="*/ 154781 w 1343025"/>
                  <a:gd name="connsiteY31-64" fmla="*/ 242887 h 1343025"/>
                  <a:gd name="connsiteX32-65" fmla="*/ 300037 w 1343025"/>
                  <a:gd name="connsiteY32-66" fmla="*/ 326231 h 1343025"/>
                  <a:gd name="connsiteX0-67" fmla="*/ 300037 w 1343025"/>
                  <a:gd name="connsiteY0-68" fmla="*/ 326231 h 1343025"/>
                  <a:gd name="connsiteX1-69" fmla="*/ 431006 w 1343025"/>
                  <a:gd name="connsiteY1-70" fmla="*/ 226218 h 1343025"/>
                  <a:gd name="connsiteX2-71" fmla="*/ 378618 w 1343025"/>
                  <a:gd name="connsiteY2-72" fmla="*/ 61912 h 1343025"/>
                  <a:gd name="connsiteX3-73" fmla="*/ 602456 w 1343025"/>
                  <a:gd name="connsiteY3-74" fmla="*/ 0 h 1343025"/>
                  <a:gd name="connsiteX4-75" fmla="*/ 652462 w 1343025"/>
                  <a:gd name="connsiteY4-76" fmla="*/ 171450 h 1343025"/>
                  <a:gd name="connsiteX5-77" fmla="*/ 816768 w 1343025"/>
                  <a:gd name="connsiteY5-78" fmla="*/ 185737 h 1343025"/>
                  <a:gd name="connsiteX6-79" fmla="*/ 900112 w 1343025"/>
                  <a:gd name="connsiteY6-80" fmla="*/ 40481 h 1343025"/>
                  <a:gd name="connsiteX7-81" fmla="*/ 1104900 w 1343025"/>
                  <a:gd name="connsiteY7-82" fmla="*/ 150018 h 1343025"/>
                  <a:gd name="connsiteX8-83" fmla="*/ 1014412 w 1343025"/>
                  <a:gd name="connsiteY8-84" fmla="*/ 295275 h 1343025"/>
                  <a:gd name="connsiteX9-85" fmla="*/ 1119187 w 1343025"/>
                  <a:gd name="connsiteY9-86" fmla="*/ 431006 h 1343025"/>
                  <a:gd name="connsiteX10-87" fmla="*/ 1281112 w 1343025"/>
                  <a:gd name="connsiteY10-88" fmla="*/ 373856 h 1343025"/>
                  <a:gd name="connsiteX11-89" fmla="*/ 1343025 w 1343025"/>
                  <a:gd name="connsiteY11-90" fmla="*/ 602456 h 1343025"/>
                  <a:gd name="connsiteX12-91" fmla="*/ 1173956 w 1343025"/>
                  <a:gd name="connsiteY12-92" fmla="*/ 645318 h 1343025"/>
                  <a:gd name="connsiteX13-93" fmla="*/ 1157287 w 1343025"/>
                  <a:gd name="connsiteY13-94" fmla="*/ 812006 h 1343025"/>
                  <a:gd name="connsiteX14-95" fmla="*/ 1307306 w 1343025"/>
                  <a:gd name="connsiteY14-96" fmla="*/ 892968 h 1343025"/>
                  <a:gd name="connsiteX15-97" fmla="*/ 1193006 w 1343025"/>
                  <a:gd name="connsiteY15-98" fmla="*/ 1097756 h 1343025"/>
                  <a:gd name="connsiteX16-99" fmla="*/ 1040606 w 1343025"/>
                  <a:gd name="connsiteY16-100" fmla="*/ 1009650 h 1343025"/>
                  <a:gd name="connsiteX17-101" fmla="*/ 919162 w 1343025"/>
                  <a:gd name="connsiteY17-102" fmla="*/ 1112043 h 1343025"/>
                  <a:gd name="connsiteX18-103" fmla="*/ 973931 w 1343025"/>
                  <a:gd name="connsiteY18-104" fmla="*/ 1276350 h 1343025"/>
                  <a:gd name="connsiteX19-105" fmla="*/ 745331 w 1343025"/>
                  <a:gd name="connsiteY19-106" fmla="*/ 1343025 h 1343025"/>
                  <a:gd name="connsiteX20-107" fmla="*/ 695325 w 1343025"/>
                  <a:gd name="connsiteY20-108" fmla="*/ 1171575 h 1343025"/>
                  <a:gd name="connsiteX21-109" fmla="*/ 535781 w 1343025"/>
                  <a:gd name="connsiteY21-110" fmla="*/ 1157287 h 1343025"/>
                  <a:gd name="connsiteX22-111" fmla="*/ 452437 w 1343025"/>
                  <a:gd name="connsiteY22-112" fmla="*/ 1304925 h 1343025"/>
                  <a:gd name="connsiteX23-113" fmla="*/ 245268 w 1343025"/>
                  <a:gd name="connsiteY23-114" fmla="*/ 1193006 h 1343025"/>
                  <a:gd name="connsiteX24-115" fmla="*/ 333375 w 1343025"/>
                  <a:gd name="connsiteY24-116" fmla="*/ 1042987 h 1343025"/>
                  <a:gd name="connsiteX25-117" fmla="*/ 226218 w 1343025"/>
                  <a:gd name="connsiteY25-118" fmla="*/ 909637 h 1343025"/>
                  <a:gd name="connsiteX26-119" fmla="*/ 59531 w 1343025"/>
                  <a:gd name="connsiteY26-120" fmla="*/ 964406 h 1343025"/>
                  <a:gd name="connsiteX27-121" fmla="*/ 0 w 1343025"/>
                  <a:gd name="connsiteY27-122" fmla="*/ 733425 h 1343025"/>
                  <a:gd name="connsiteX28-123" fmla="*/ 173831 w 1343025"/>
                  <a:gd name="connsiteY28-124" fmla="*/ 692943 h 1343025"/>
                  <a:gd name="connsiteX29-125" fmla="*/ 190500 w 1343025"/>
                  <a:gd name="connsiteY29-126" fmla="*/ 521493 h 1343025"/>
                  <a:gd name="connsiteX30-127" fmla="*/ 35718 w 1343025"/>
                  <a:gd name="connsiteY30-128" fmla="*/ 440531 h 1343025"/>
                  <a:gd name="connsiteX31-129" fmla="*/ 154781 w 1343025"/>
                  <a:gd name="connsiteY31-130" fmla="*/ 242887 h 1343025"/>
                  <a:gd name="connsiteX32-131" fmla="*/ 300037 w 1343025"/>
                  <a:gd name="connsiteY32-132" fmla="*/ 326231 h 1343025"/>
                  <a:gd name="connsiteX0-133" fmla="*/ 300037 w 1343025"/>
                  <a:gd name="connsiteY0-134" fmla="*/ 326231 h 1343025"/>
                  <a:gd name="connsiteX1-135" fmla="*/ 431006 w 1343025"/>
                  <a:gd name="connsiteY1-136" fmla="*/ 226218 h 1343025"/>
                  <a:gd name="connsiteX2-137" fmla="*/ 378618 w 1343025"/>
                  <a:gd name="connsiteY2-138" fmla="*/ 61912 h 1343025"/>
                  <a:gd name="connsiteX3-139" fmla="*/ 602456 w 1343025"/>
                  <a:gd name="connsiteY3-140" fmla="*/ 0 h 1343025"/>
                  <a:gd name="connsiteX4-141" fmla="*/ 652462 w 1343025"/>
                  <a:gd name="connsiteY4-142" fmla="*/ 171450 h 1343025"/>
                  <a:gd name="connsiteX5-143" fmla="*/ 816768 w 1343025"/>
                  <a:gd name="connsiteY5-144" fmla="*/ 185737 h 1343025"/>
                  <a:gd name="connsiteX6-145" fmla="*/ 900112 w 1343025"/>
                  <a:gd name="connsiteY6-146" fmla="*/ 40481 h 1343025"/>
                  <a:gd name="connsiteX7-147" fmla="*/ 1104900 w 1343025"/>
                  <a:gd name="connsiteY7-148" fmla="*/ 150018 h 1343025"/>
                  <a:gd name="connsiteX8-149" fmla="*/ 1014412 w 1343025"/>
                  <a:gd name="connsiteY8-150" fmla="*/ 295275 h 1343025"/>
                  <a:gd name="connsiteX9-151" fmla="*/ 1119187 w 1343025"/>
                  <a:gd name="connsiteY9-152" fmla="*/ 431006 h 1343025"/>
                  <a:gd name="connsiteX10-153" fmla="*/ 1281112 w 1343025"/>
                  <a:gd name="connsiteY10-154" fmla="*/ 373856 h 1343025"/>
                  <a:gd name="connsiteX11-155" fmla="*/ 1343025 w 1343025"/>
                  <a:gd name="connsiteY11-156" fmla="*/ 602456 h 1343025"/>
                  <a:gd name="connsiteX12-157" fmla="*/ 1173956 w 1343025"/>
                  <a:gd name="connsiteY12-158" fmla="*/ 645318 h 1343025"/>
                  <a:gd name="connsiteX13-159" fmla="*/ 1157287 w 1343025"/>
                  <a:gd name="connsiteY13-160" fmla="*/ 812006 h 1343025"/>
                  <a:gd name="connsiteX14-161" fmla="*/ 1307306 w 1343025"/>
                  <a:gd name="connsiteY14-162" fmla="*/ 892968 h 1343025"/>
                  <a:gd name="connsiteX15-163" fmla="*/ 1193006 w 1343025"/>
                  <a:gd name="connsiteY15-164" fmla="*/ 1097756 h 1343025"/>
                  <a:gd name="connsiteX16-165" fmla="*/ 1040606 w 1343025"/>
                  <a:gd name="connsiteY16-166" fmla="*/ 1009650 h 1343025"/>
                  <a:gd name="connsiteX17-167" fmla="*/ 919162 w 1343025"/>
                  <a:gd name="connsiteY17-168" fmla="*/ 1112043 h 1343025"/>
                  <a:gd name="connsiteX18-169" fmla="*/ 973931 w 1343025"/>
                  <a:gd name="connsiteY18-170" fmla="*/ 1276350 h 1343025"/>
                  <a:gd name="connsiteX19-171" fmla="*/ 745331 w 1343025"/>
                  <a:gd name="connsiteY19-172" fmla="*/ 1343025 h 1343025"/>
                  <a:gd name="connsiteX20-173" fmla="*/ 695325 w 1343025"/>
                  <a:gd name="connsiteY20-174" fmla="*/ 1171575 h 1343025"/>
                  <a:gd name="connsiteX21-175" fmla="*/ 535781 w 1343025"/>
                  <a:gd name="connsiteY21-176" fmla="*/ 1157287 h 1343025"/>
                  <a:gd name="connsiteX22-177" fmla="*/ 452437 w 1343025"/>
                  <a:gd name="connsiteY22-178" fmla="*/ 1304925 h 1343025"/>
                  <a:gd name="connsiteX23-179" fmla="*/ 245268 w 1343025"/>
                  <a:gd name="connsiteY23-180" fmla="*/ 1193006 h 1343025"/>
                  <a:gd name="connsiteX24-181" fmla="*/ 333375 w 1343025"/>
                  <a:gd name="connsiteY24-182" fmla="*/ 1042987 h 1343025"/>
                  <a:gd name="connsiteX25-183" fmla="*/ 226218 w 1343025"/>
                  <a:gd name="connsiteY25-184" fmla="*/ 909637 h 1343025"/>
                  <a:gd name="connsiteX26-185" fmla="*/ 59531 w 1343025"/>
                  <a:gd name="connsiteY26-186" fmla="*/ 964406 h 1343025"/>
                  <a:gd name="connsiteX27-187" fmla="*/ 0 w 1343025"/>
                  <a:gd name="connsiteY27-188" fmla="*/ 733425 h 1343025"/>
                  <a:gd name="connsiteX28-189" fmla="*/ 173831 w 1343025"/>
                  <a:gd name="connsiteY28-190" fmla="*/ 692943 h 1343025"/>
                  <a:gd name="connsiteX29-191" fmla="*/ 190500 w 1343025"/>
                  <a:gd name="connsiteY29-192" fmla="*/ 521493 h 1343025"/>
                  <a:gd name="connsiteX30-193" fmla="*/ 35718 w 1343025"/>
                  <a:gd name="connsiteY30-194" fmla="*/ 440531 h 1343025"/>
                  <a:gd name="connsiteX31-195" fmla="*/ 154781 w 1343025"/>
                  <a:gd name="connsiteY31-196" fmla="*/ 242887 h 1343025"/>
                  <a:gd name="connsiteX32-197" fmla="*/ 300037 w 1343025"/>
                  <a:gd name="connsiteY32-198" fmla="*/ 326231 h 1343025"/>
                  <a:gd name="connsiteX0-199" fmla="*/ 300037 w 1343025"/>
                  <a:gd name="connsiteY0-200" fmla="*/ 326231 h 1343025"/>
                  <a:gd name="connsiteX1-201" fmla="*/ 431006 w 1343025"/>
                  <a:gd name="connsiteY1-202" fmla="*/ 226218 h 1343025"/>
                  <a:gd name="connsiteX2-203" fmla="*/ 378618 w 1343025"/>
                  <a:gd name="connsiteY2-204" fmla="*/ 61912 h 1343025"/>
                  <a:gd name="connsiteX3-205" fmla="*/ 602456 w 1343025"/>
                  <a:gd name="connsiteY3-206" fmla="*/ 0 h 1343025"/>
                  <a:gd name="connsiteX4-207" fmla="*/ 652462 w 1343025"/>
                  <a:gd name="connsiteY4-208" fmla="*/ 171450 h 1343025"/>
                  <a:gd name="connsiteX5-209" fmla="*/ 816768 w 1343025"/>
                  <a:gd name="connsiteY5-210" fmla="*/ 185737 h 1343025"/>
                  <a:gd name="connsiteX6-211" fmla="*/ 900112 w 1343025"/>
                  <a:gd name="connsiteY6-212" fmla="*/ 40481 h 1343025"/>
                  <a:gd name="connsiteX7-213" fmla="*/ 1104900 w 1343025"/>
                  <a:gd name="connsiteY7-214" fmla="*/ 150018 h 1343025"/>
                  <a:gd name="connsiteX8-215" fmla="*/ 1014412 w 1343025"/>
                  <a:gd name="connsiteY8-216" fmla="*/ 295275 h 1343025"/>
                  <a:gd name="connsiteX9-217" fmla="*/ 1119187 w 1343025"/>
                  <a:gd name="connsiteY9-218" fmla="*/ 431006 h 1343025"/>
                  <a:gd name="connsiteX10-219" fmla="*/ 1281112 w 1343025"/>
                  <a:gd name="connsiteY10-220" fmla="*/ 373856 h 1343025"/>
                  <a:gd name="connsiteX11-221" fmla="*/ 1343025 w 1343025"/>
                  <a:gd name="connsiteY11-222" fmla="*/ 602456 h 1343025"/>
                  <a:gd name="connsiteX12-223" fmla="*/ 1173956 w 1343025"/>
                  <a:gd name="connsiteY12-224" fmla="*/ 645318 h 1343025"/>
                  <a:gd name="connsiteX13-225" fmla="*/ 1157287 w 1343025"/>
                  <a:gd name="connsiteY13-226" fmla="*/ 812006 h 1343025"/>
                  <a:gd name="connsiteX14-227" fmla="*/ 1307306 w 1343025"/>
                  <a:gd name="connsiteY14-228" fmla="*/ 892968 h 1343025"/>
                  <a:gd name="connsiteX15-229" fmla="*/ 1193006 w 1343025"/>
                  <a:gd name="connsiteY15-230" fmla="*/ 1097756 h 1343025"/>
                  <a:gd name="connsiteX16-231" fmla="*/ 1040606 w 1343025"/>
                  <a:gd name="connsiteY16-232" fmla="*/ 1009650 h 1343025"/>
                  <a:gd name="connsiteX17-233" fmla="*/ 919162 w 1343025"/>
                  <a:gd name="connsiteY17-234" fmla="*/ 1112043 h 1343025"/>
                  <a:gd name="connsiteX18-235" fmla="*/ 973931 w 1343025"/>
                  <a:gd name="connsiteY18-236" fmla="*/ 1276350 h 1343025"/>
                  <a:gd name="connsiteX19-237" fmla="*/ 745331 w 1343025"/>
                  <a:gd name="connsiteY19-238" fmla="*/ 1343025 h 1343025"/>
                  <a:gd name="connsiteX20-239" fmla="*/ 695325 w 1343025"/>
                  <a:gd name="connsiteY20-240" fmla="*/ 1171575 h 1343025"/>
                  <a:gd name="connsiteX21-241" fmla="*/ 535781 w 1343025"/>
                  <a:gd name="connsiteY21-242" fmla="*/ 1157287 h 1343025"/>
                  <a:gd name="connsiteX22-243" fmla="*/ 452437 w 1343025"/>
                  <a:gd name="connsiteY22-244" fmla="*/ 1304925 h 1343025"/>
                  <a:gd name="connsiteX23-245" fmla="*/ 245268 w 1343025"/>
                  <a:gd name="connsiteY23-246" fmla="*/ 1193006 h 1343025"/>
                  <a:gd name="connsiteX24-247" fmla="*/ 333375 w 1343025"/>
                  <a:gd name="connsiteY24-248" fmla="*/ 1042987 h 1343025"/>
                  <a:gd name="connsiteX25-249" fmla="*/ 226218 w 1343025"/>
                  <a:gd name="connsiteY25-250" fmla="*/ 909637 h 1343025"/>
                  <a:gd name="connsiteX26-251" fmla="*/ 59531 w 1343025"/>
                  <a:gd name="connsiteY26-252" fmla="*/ 964406 h 1343025"/>
                  <a:gd name="connsiteX27-253" fmla="*/ 0 w 1343025"/>
                  <a:gd name="connsiteY27-254" fmla="*/ 733425 h 1343025"/>
                  <a:gd name="connsiteX28-255" fmla="*/ 173831 w 1343025"/>
                  <a:gd name="connsiteY28-256" fmla="*/ 692943 h 1343025"/>
                  <a:gd name="connsiteX29-257" fmla="*/ 190500 w 1343025"/>
                  <a:gd name="connsiteY29-258" fmla="*/ 521493 h 1343025"/>
                  <a:gd name="connsiteX30-259" fmla="*/ 35718 w 1343025"/>
                  <a:gd name="connsiteY30-260" fmla="*/ 440531 h 1343025"/>
                  <a:gd name="connsiteX31-261" fmla="*/ 154781 w 1343025"/>
                  <a:gd name="connsiteY31-262" fmla="*/ 242887 h 1343025"/>
                  <a:gd name="connsiteX32-263" fmla="*/ 300037 w 1343025"/>
                  <a:gd name="connsiteY32-264" fmla="*/ 326231 h 1343025"/>
                  <a:gd name="connsiteX0-265" fmla="*/ 300037 w 1343025"/>
                  <a:gd name="connsiteY0-266" fmla="*/ 326231 h 1343025"/>
                  <a:gd name="connsiteX1-267" fmla="*/ 431006 w 1343025"/>
                  <a:gd name="connsiteY1-268" fmla="*/ 226218 h 1343025"/>
                  <a:gd name="connsiteX2-269" fmla="*/ 378618 w 1343025"/>
                  <a:gd name="connsiteY2-270" fmla="*/ 61912 h 1343025"/>
                  <a:gd name="connsiteX3-271" fmla="*/ 602456 w 1343025"/>
                  <a:gd name="connsiteY3-272" fmla="*/ 0 h 1343025"/>
                  <a:gd name="connsiteX4-273" fmla="*/ 652462 w 1343025"/>
                  <a:gd name="connsiteY4-274" fmla="*/ 171450 h 1343025"/>
                  <a:gd name="connsiteX5-275" fmla="*/ 816768 w 1343025"/>
                  <a:gd name="connsiteY5-276" fmla="*/ 185737 h 1343025"/>
                  <a:gd name="connsiteX6-277" fmla="*/ 900112 w 1343025"/>
                  <a:gd name="connsiteY6-278" fmla="*/ 40481 h 1343025"/>
                  <a:gd name="connsiteX7-279" fmla="*/ 1104900 w 1343025"/>
                  <a:gd name="connsiteY7-280" fmla="*/ 150018 h 1343025"/>
                  <a:gd name="connsiteX8-281" fmla="*/ 1014412 w 1343025"/>
                  <a:gd name="connsiteY8-282" fmla="*/ 295275 h 1343025"/>
                  <a:gd name="connsiteX9-283" fmla="*/ 1119187 w 1343025"/>
                  <a:gd name="connsiteY9-284" fmla="*/ 431006 h 1343025"/>
                  <a:gd name="connsiteX10-285" fmla="*/ 1281112 w 1343025"/>
                  <a:gd name="connsiteY10-286" fmla="*/ 373856 h 1343025"/>
                  <a:gd name="connsiteX11-287" fmla="*/ 1343025 w 1343025"/>
                  <a:gd name="connsiteY11-288" fmla="*/ 602456 h 1343025"/>
                  <a:gd name="connsiteX12-289" fmla="*/ 1173956 w 1343025"/>
                  <a:gd name="connsiteY12-290" fmla="*/ 645318 h 1343025"/>
                  <a:gd name="connsiteX13-291" fmla="*/ 1157287 w 1343025"/>
                  <a:gd name="connsiteY13-292" fmla="*/ 812006 h 1343025"/>
                  <a:gd name="connsiteX14-293" fmla="*/ 1307306 w 1343025"/>
                  <a:gd name="connsiteY14-294" fmla="*/ 892968 h 1343025"/>
                  <a:gd name="connsiteX15-295" fmla="*/ 1193006 w 1343025"/>
                  <a:gd name="connsiteY15-296" fmla="*/ 1097756 h 1343025"/>
                  <a:gd name="connsiteX16-297" fmla="*/ 1040606 w 1343025"/>
                  <a:gd name="connsiteY16-298" fmla="*/ 1009650 h 1343025"/>
                  <a:gd name="connsiteX17-299" fmla="*/ 919162 w 1343025"/>
                  <a:gd name="connsiteY17-300" fmla="*/ 1112043 h 1343025"/>
                  <a:gd name="connsiteX18-301" fmla="*/ 973931 w 1343025"/>
                  <a:gd name="connsiteY18-302" fmla="*/ 1276350 h 1343025"/>
                  <a:gd name="connsiteX19-303" fmla="*/ 745331 w 1343025"/>
                  <a:gd name="connsiteY19-304" fmla="*/ 1343025 h 1343025"/>
                  <a:gd name="connsiteX20-305" fmla="*/ 695325 w 1343025"/>
                  <a:gd name="connsiteY20-306" fmla="*/ 1171575 h 1343025"/>
                  <a:gd name="connsiteX21-307" fmla="*/ 535781 w 1343025"/>
                  <a:gd name="connsiteY21-308" fmla="*/ 1157287 h 1343025"/>
                  <a:gd name="connsiteX22-309" fmla="*/ 452437 w 1343025"/>
                  <a:gd name="connsiteY22-310" fmla="*/ 1304925 h 1343025"/>
                  <a:gd name="connsiteX23-311" fmla="*/ 245268 w 1343025"/>
                  <a:gd name="connsiteY23-312" fmla="*/ 1193006 h 1343025"/>
                  <a:gd name="connsiteX24-313" fmla="*/ 333375 w 1343025"/>
                  <a:gd name="connsiteY24-314" fmla="*/ 1042987 h 1343025"/>
                  <a:gd name="connsiteX25-315" fmla="*/ 226218 w 1343025"/>
                  <a:gd name="connsiteY25-316" fmla="*/ 909637 h 1343025"/>
                  <a:gd name="connsiteX26-317" fmla="*/ 59531 w 1343025"/>
                  <a:gd name="connsiteY26-318" fmla="*/ 964406 h 1343025"/>
                  <a:gd name="connsiteX27-319" fmla="*/ 0 w 1343025"/>
                  <a:gd name="connsiteY27-320" fmla="*/ 733425 h 1343025"/>
                  <a:gd name="connsiteX28-321" fmla="*/ 173831 w 1343025"/>
                  <a:gd name="connsiteY28-322" fmla="*/ 692943 h 1343025"/>
                  <a:gd name="connsiteX29-323" fmla="*/ 190500 w 1343025"/>
                  <a:gd name="connsiteY29-324" fmla="*/ 521493 h 1343025"/>
                  <a:gd name="connsiteX30-325" fmla="*/ 35718 w 1343025"/>
                  <a:gd name="connsiteY30-326" fmla="*/ 440531 h 1343025"/>
                  <a:gd name="connsiteX31-327" fmla="*/ 154781 w 1343025"/>
                  <a:gd name="connsiteY31-328" fmla="*/ 242887 h 1343025"/>
                  <a:gd name="connsiteX32-329" fmla="*/ 300037 w 1343025"/>
                  <a:gd name="connsiteY32-330" fmla="*/ 326231 h 1343025"/>
                  <a:gd name="connsiteX0-331" fmla="*/ 300037 w 1343025"/>
                  <a:gd name="connsiteY0-332" fmla="*/ 326231 h 1343025"/>
                  <a:gd name="connsiteX1-333" fmla="*/ 431006 w 1343025"/>
                  <a:gd name="connsiteY1-334" fmla="*/ 226218 h 1343025"/>
                  <a:gd name="connsiteX2-335" fmla="*/ 378618 w 1343025"/>
                  <a:gd name="connsiteY2-336" fmla="*/ 61912 h 1343025"/>
                  <a:gd name="connsiteX3-337" fmla="*/ 602456 w 1343025"/>
                  <a:gd name="connsiteY3-338" fmla="*/ 0 h 1343025"/>
                  <a:gd name="connsiteX4-339" fmla="*/ 652462 w 1343025"/>
                  <a:gd name="connsiteY4-340" fmla="*/ 171450 h 1343025"/>
                  <a:gd name="connsiteX5-341" fmla="*/ 816768 w 1343025"/>
                  <a:gd name="connsiteY5-342" fmla="*/ 185737 h 1343025"/>
                  <a:gd name="connsiteX6-343" fmla="*/ 900112 w 1343025"/>
                  <a:gd name="connsiteY6-344" fmla="*/ 40481 h 1343025"/>
                  <a:gd name="connsiteX7-345" fmla="*/ 1104900 w 1343025"/>
                  <a:gd name="connsiteY7-346" fmla="*/ 150018 h 1343025"/>
                  <a:gd name="connsiteX8-347" fmla="*/ 1014412 w 1343025"/>
                  <a:gd name="connsiteY8-348" fmla="*/ 295275 h 1343025"/>
                  <a:gd name="connsiteX9-349" fmla="*/ 1119187 w 1343025"/>
                  <a:gd name="connsiteY9-350" fmla="*/ 431006 h 1343025"/>
                  <a:gd name="connsiteX10-351" fmla="*/ 1281112 w 1343025"/>
                  <a:gd name="connsiteY10-352" fmla="*/ 373856 h 1343025"/>
                  <a:gd name="connsiteX11-353" fmla="*/ 1343025 w 1343025"/>
                  <a:gd name="connsiteY11-354" fmla="*/ 602456 h 1343025"/>
                  <a:gd name="connsiteX12-355" fmla="*/ 1173956 w 1343025"/>
                  <a:gd name="connsiteY12-356" fmla="*/ 645318 h 1343025"/>
                  <a:gd name="connsiteX13-357" fmla="*/ 1157287 w 1343025"/>
                  <a:gd name="connsiteY13-358" fmla="*/ 812006 h 1343025"/>
                  <a:gd name="connsiteX14-359" fmla="*/ 1307306 w 1343025"/>
                  <a:gd name="connsiteY14-360" fmla="*/ 892968 h 1343025"/>
                  <a:gd name="connsiteX15-361" fmla="*/ 1193006 w 1343025"/>
                  <a:gd name="connsiteY15-362" fmla="*/ 1097756 h 1343025"/>
                  <a:gd name="connsiteX16-363" fmla="*/ 1040606 w 1343025"/>
                  <a:gd name="connsiteY16-364" fmla="*/ 1009650 h 1343025"/>
                  <a:gd name="connsiteX17-365" fmla="*/ 919162 w 1343025"/>
                  <a:gd name="connsiteY17-366" fmla="*/ 1112043 h 1343025"/>
                  <a:gd name="connsiteX18-367" fmla="*/ 973931 w 1343025"/>
                  <a:gd name="connsiteY18-368" fmla="*/ 1276350 h 1343025"/>
                  <a:gd name="connsiteX19-369" fmla="*/ 745331 w 1343025"/>
                  <a:gd name="connsiteY19-370" fmla="*/ 1343025 h 1343025"/>
                  <a:gd name="connsiteX20-371" fmla="*/ 695325 w 1343025"/>
                  <a:gd name="connsiteY20-372" fmla="*/ 1171575 h 1343025"/>
                  <a:gd name="connsiteX21-373" fmla="*/ 535781 w 1343025"/>
                  <a:gd name="connsiteY21-374" fmla="*/ 1157287 h 1343025"/>
                  <a:gd name="connsiteX22-375" fmla="*/ 452437 w 1343025"/>
                  <a:gd name="connsiteY22-376" fmla="*/ 1304925 h 1343025"/>
                  <a:gd name="connsiteX23-377" fmla="*/ 245268 w 1343025"/>
                  <a:gd name="connsiteY23-378" fmla="*/ 1193006 h 1343025"/>
                  <a:gd name="connsiteX24-379" fmla="*/ 333375 w 1343025"/>
                  <a:gd name="connsiteY24-380" fmla="*/ 1042987 h 1343025"/>
                  <a:gd name="connsiteX25-381" fmla="*/ 226218 w 1343025"/>
                  <a:gd name="connsiteY25-382" fmla="*/ 909637 h 1343025"/>
                  <a:gd name="connsiteX26-383" fmla="*/ 59531 w 1343025"/>
                  <a:gd name="connsiteY26-384" fmla="*/ 964406 h 1343025"/>
                  <a:gd name="connsiteX27-385" fmla="*/ 0 w 1343025"/>
                  <a:gd name="connsiteY27-386" fmla="*/ 733425 h 1343025"/>
                  <a:gd name="connsiteX28-387" fmla="*/ 173831 w 1343025"/>
                  <a:gd name="connsiteY28-388" fmla="*/ 692943 h 1343025"/>
                  <a:gd name="connsiteX29-389" fmla="*/ 190500 w 1343025"/>
                  <a:gd name="connsiteY29-390" fmla="*/ 521493 h 1343025"/>
                  <a:gd name="connsiteX30-391" fmla="*/ 35718 w 1343025"/>
                  <a:gd name="connsiteY30-392" fmla="*/ 440531 h 1343025"/>
                  <a:gd name="connsiteX31-393" fmla="*/ 154781 w 1343025"/>
                  <a:gd name="connsiteY31-394" fmla="*/ 242887 h 1343025"/>
                  <a:gd name="connsiteX32-395" fmla="*/ 300037 w 1343025"/>
                  <a:gd name="connsiteY32-396" fmla="*/ 326231 h 1343025"/>
                  <a:gd name="connsiteX0-397" fmla="*/ 297656 w 1343025"/>
                  <a:gd name="connsiteY0-398" fmla="*/ 330993 h 1343025"/>
                  <a:gd name="connsiteX1-399" fmla="*/ 431006 w 1343025"/>
                  <a:gd name="connsiteY1-400" fmla="*/ 226218 h 1343025"/>
                  <a:gd name="connsiteX2-401" fmla="*/ 378618 w 1343025"/>
                  <a:gd name="connsiteY2-402" fmla="*/ 61912 h 1343025"/>
                  <a:gd name="connsiteX3-403" fmla="*/ 602456 w 1343025"/>
                  <a:gd name="connsiteY3-404" fmla="*/ 0 h 1343025"/>
                  <a:gd name="connsiteX4-405" fmla="*/ 652462 w 1343025"/>
                  <a:gd name="connsiteY4-406" fmla="*/ 171450 h 1343025"/>
                  <a:gd name="connsiteX5-407" fmla="*/ 816768 w 1343025"/>
                  <a:gd name="connsiteY5-408" fmla="*/ 185737 h 1343025"/>
                  <a:gd name="connsiteX6-409" fmla="*/ 900112 w 1343025"/>
                  <a:gd name="connsiteY6-410" fmla="*/ 40481 h 1343025"/>
                  <a:gd name="connsiteX7-411" fmla="*/ 1104900 w 1343025"/>
                  <a:gd name="connsiteY7-412" fmla="*/ 150018 h 1343025"/>
                  <a:gd name="connsiteX8-413" fmla="*/ 1014412 w 1343025"/>
                  <a:gd name="connsiteY8-414" fmla="*/ 295275 h 1343025"/>
                  <a:gd name="connsiteX9-415" fmla="*/ 1119187 w 1343025"/>
                  <a:gd name="connsiteY9-416" fmla="*/ 431006 h 1343025"/>
                  <a:gd name="connsiteX10-417" fmla="*/ 1281112 w 1343025"/>
                  <a:gd name="connsiteY10-418" fmla="*/ 373856 h 1343025"/>
                  <a:gd name="connsiteX11-419" fmla="*/ 1343025 w 1343025"/>
                  <a:gd name="connsiteY11-420" fmla="*/ 602456 h 1343025"/>
                  <a:gd name="connsiteX12-421" fmla="*/ 1173956 w 1343025"/>
                  <a:gd name="connsiteY12-422" fmla="*/ 645318 h 1343025"/>
                  <a:gd name="connsiteX13-423" fmla="*/ 1157287 w 1343025"/>
                  <a:gd name="connsiteY13-424" fmla="*/ 812006 h 1343025"/>
                  <a:gd name="connsiteX14-425" fmla="*/ 1307306 w 1343025"/>
                  <a:gd name="connsiteY14-426" fmla="*/ 892968 h 1343025"/>
                  <a:gd name="connsiteX15-427" fmla="*/ 1193006 w 1343025"/>
                  <a:gd name="connsiteY15-428" fmla="*/ 1097756 h 1343025"/>
                  <a:gd name="connsiteX16-429" fmla="*/ 1040606 w 1343025"/>
                  <a:gd name="connsiteY16-430" fmla="*/ 1009650 h 1343025"/>
                  <a:gd name="connsiteX17-431" fmla="*/ 919162 w 1343025"/>
                  <a:gd name="connsiteY17-432" fmla="*/ 1112043 h 1343025"/>
                  <a:gd name="connsiteX18-433" fmla="*/ 973931 w 1343025"/>
                  <a:gd name="connsiteY18-434" fmla="*/ 1276350 h 1343025"/>
                  <a:gd name="connsiteX19-435" fmla="*/ 745331 w 1343025"/>
                  <a:gd name="connsiteY19-436" fmla="*/ 1343025 h 1343025"/>
                  <a:gd name="connsiteX20-437" fmla="*/ 695325 w 1343025"/>
                  <a:gd name="connsiteY20-438" fmla="*/ 1171575 h 1343025"/>
                  <a:gd name="connsiteX21-439" fmla="*/ 535781 w 1343025"/>
                  <a:gd name="connsiteY21-440" fmla="*/ 1157287 h 1343025"/>
                  <a:gd name="connsiteX22-441" fmla="*/ 452437 w 1343025"/>
                  <a:gd name="connsiteY22-442" fmla="*/ 1304925 h 1343025"/>
                  <a:gd name="connsiteX23-443" fmla="*/ 245268 w 1343025"/>
                  <a:gd name="connsiteY23-444" fmla="*/ 1193006 h 1343025"/>
                  <a:gd name="connsiteX24-445" fmla="*/ 333375 w 1343025"/>
                  <a:gd name="connsiteY24-446" fmla="*/ 1042987 h 1343025"/>
                  <a:gd name="connsiteX25-447" fmla="*/ 226218 w 1343025"/>
                  <a:gd name="connsiteY25-448" fmla="*/ 909637 h 1343025"/>
                  <a:gd name="connsiteX26-449" fmla="*/ 59531 w 1343025"/>
                  <a:gd name="connsiteY26-450" fmla="*/ 964406 h 1343025"/>
                  <a:gd name="connsiteX27-451" fmla="*/ 0 w 1343025"/>
                  <a:gd name="connsiteY27-452" fmla="*/ 733425 h 1343025"/>
                  <a:gd name="connsiteX28-453" fmla="*/ 173831 w 1343025"/>
                  <a:gd name="connsiteY28-454" fmla="*/ 692943 h 1343025"/>
                  <a:gd name="connsiteX29-455" fmla="*/ 190500 w 1343025"/>
                  <a:gd name="connsiteY29-456" fmla="*/ 521493 h 1343025"/>
                  <a:gd name="connsiteX30-457" fmla="*/ 35718 w 1343025"/>
                  <a:gd name="connsiteY30-458" fmla="*/ 440531 h 1343025"/>
                  <a:gd name="connsiteX31-459" fmla="*/ 154781 w 1343025"/>
                  <a:gd name="connsiteY31-460" fmla="*/ 242887 h 1343025"/>
                  <a:gd name="connsiteX32-461" fmla="*/ 297656 w 1343025"/>
                  <a:gd name="connsiteY32-462" fmla="*/ 330993 h 1343025"/>
                  <a:gd name="connsiteX0-463" fmla="*/ 297656 w 1343025"/>
                  <a:gd name="connsiteY0-464" fmla="*/ 330993 h 1343025"/>
                  <a:gd name="connsiteX1-465" fmla="*/ 431006 w 1343025"/>
                  <a:gd name="connsiteY1-466" fmla="*/ 226218 h 1343025"/>
                  <a:gd name="connsiteX2-467" fmla="*/ 378618 w 1343025"/>
                  <a:gd name="connsiteY2-468" fmla="*/ 61912 h 1343025"/>
                  <a:gd name="connsiteX3-469" fmla="*/ 602456 w 1343025"/>
                  <a:gd name="connsiteY3-470" fmla="*/ 0 h 1343025"/>
                  <a:gd name="connsiteX4-471" fmla="*/ 652462 w 1343025"/>
                  <a:gd name="connsiteY4-472" fmla="*/ 171450 h 1343025"/>
                  <a:gd name="connsiteX5-473" fmla="*/ 816768 w 1343025"/>
                  <a:gd name="connsiteY5-474" fmla="*/ 185737 h 1343025"/>
                  <a:gd name="connsiteX6-475" fmla="*/ 900112 w 1343025"/>
                  <a:gd name="connsiteY6-476" fmla="*/ 40481 h 1343025"/>
                  <a:gd name="connsiteX7-477" fmla="*/ 1104900 w 1343025"/>
                  <a:gd name="connsiteY7-478" fmla="*/ 150018 h 1343025"/>
                  <a:gd name="connsiteX8-479" fmla="*/ 1014412 w 1343025"/>
                  <a:gd name="connsiteY8-480" fmla="*/ 295275 h 1343025"/>
                  <a:gd name="connsiteX9-481" fmla="*/ 1119187 w 1343025"/>
                  <a:gd name="connsiteY9-482" fmla="*/ 431006 h 1343025"/>
                  <a:gd name="connsiteX10-483" fmla="*/ 1281112 w 1343025"/>
                  <a:gd name="connsiteY10-484" fmla="*/ 373856 h 1343025"/>
                  <a:gd name="connsiteX11-485" fmla="*/ 1343025 w 1343025"/>
                  <a:gd name="connsiteY11-486" fmla="*/ 602456 h 1343025"/>
                  <a:gd name="connsiteX12-487" fmla="*/ 1173956 w 1343025"/>
                  <a:gd name="connsiteY12-488" fmla="*/ 645318 h 1343025"/>
                  <a:gd name="connsiteX13-489" fmla="*/ 1157287 w 1343025"/>
                  <a:gd name="connsiteY13-490" fmla="*/ 812006 h 1343025"/>
                  <a:gd name="connsiteX14-491" fmla="*/ 1307306 w 1343025"/>
                  <a:gd name="connsiteY14-492" fmla="*/ 892968 h 1343025"/>
                  <a:gd name="connsiteX15-493" fmla="*/ 1193006 w 1343025"/>
                  <a:gd name="connsiteY15-494" fmla="*/ 1097756 h 1343025"/>
                  <a:gd name="connsiteX16-495" fmla="*/ 1040606 w 1343025"/>
                  <a:gd name="connsiteY16-496" fmla="*/ 1009650 h 1343025"/>
                  <a:gd name="connsiteX17-497" fmla="*/ 919162 w 1343025"/>
                  <a:gd name="connsiteY17-498" fmla="*/ 1112043 h 1343025"/>
                  <a:gd name="connsiteX18-499" fmla="*/ 973931 w 1343025"/>
                  <a:gd name="connsiteY18-500" fmla="*/ 1276350 h 1343025"/>
                  <a:gd name="connsiteX19-501" fmla="*/ 745331 w 1343025"/>
                  <a:gd name="connsiteY19-502" fmla="*/ 1343025 h 1343025"/>
                  <a:gd name="connsiteX20-503" fmla="*/ 695325 w 1343025"/>
                  <a:gd name="connsiteY20-504" fmla="*/ 1171575 h 1343025"/>
                  <a:gd name="connsiteX21-505" fmla="*/ 535781 w 1343025"/>
                  <a:gd name="connsiteY21-506" fmla="*/ 1157287 h 1343025"/>
                  <a:gd name="connsiteX22-507" fmla="*/ 452437 w 1343025"/>
                  <a:gd name="connsiteY22-508" fmla="*/ 1304925 h 1343025"/>
                  <a:gd name="connsiteX23-509" fmla="*/ 245268 w 1343025"/>
                  <a:gd name="connsiteY23-510" fmla="*/ 1193006 h 1343025"/>
                  <a:gd name="connsiteX24-511" fmla="*/ 333375 w 1343025"/>
                  <a:gd name="connsiteY24-512" fmla="*/ 1042987 h 1343025"/>
                  <a:gd name="connsiteX25-513" fmla="*/ 226218 w 1343025"/>
                  <a:gd name="connsiteY25-514" fmla="*/ 909637 h 1343025"/>
                  <a:gd name="connsiteX26-515" fmla="*/ 59531 w 1343025"/>
                  <a:gd name="connsiteY26-516" fmla="*/ 964406 h 1343025"/>
                  <a:gd name="connsiteX27-517" fmla="*/ 0 w 1343025"/>
                  <a:gd name="connsiteY27-518" fmla="*/ 733425 h 1343025"/>
                  <a:gd name="connsiteX28-519" fmla="*/ 173831 w 1343025"/>
                  <a:gd name="connsiteY28-520" fmla="*/ 692943 h 1343025"/>
                  <a:gd name="connsiteX29-521" fmla="*/ 190500 w 1343025"/>
                  <a:gd name="connsiteY29-522" fmla="*/ 521493 h 1343025"/>
                  <a:gd name="connsiteX30-523" fmla="*/ 35718 w 1343025"/>
                  <a:gd name="connsiteY30-524" fmla="*/ 440531 h 1343025"/>
                  <a:gd name="connsiteX31-525" fmla="*/ 154781 w 1343025"/>
                  <a:gd name="connsiteY31-526" fmla="*/ 242887 h 1343025"/>
                  <a:gd name="connsiteX32-527" fmla="*/ 297656 w 1343025"/>
                  <a:gd name="connsiteY32-528" fmla="*/ 330993 h 1343025"/>
                  <a:gd name="connsiteX0-529" fmla="*/ 297656 w 1343025"/>
                  <a:gd name="connsiteY0-530" fmla="*/ 330993 h 1343025"/>
                  <a:gd name="connsiteX1-531" fmla="*/ 431006 w 1343025"/>
                  <a:gd name="connsiteY1-532" fmla="*/ 226218 h 1343025"/>
                  <a:gd name="connsiteX2-533" fmla="*/ 378618 w 1343025"/>
                  <a:gd name="connsiteY2-534" fmla="*/ 61912 h 1343025"/>
                  <a:gd name="connsiteX3-535" fmla="*/ 602456 w 1343025"/>
                  <a:gd name="connsiteY3-536" fmla="*/ 0 h 1343025"/>
                  <a:gd name="connsiteX4-537" fmla="*/ 652462 w 1343025"/>
                  <a:gd name="connsiteY4-538" fmla="*/ 171450 h 1343025"/>
                  <a:gd name="connsiteX5-539" fmla="*/ 816768 w 1343025"/>
                  <a:gd name="connsiteY5-540" fmla="*/ 185737 h 1343025"/>
                  <a:gd name="connsiteX6-541" fmla="*/ 900112 w 1343025"/>
                  <a:gd name="connsiteY6-542" fmla="*/ 40481 h 1343025"/>
                  <a:gd name="connsiteX7-543" fmla="*/ 1104900 w 1343025"/>
                  <a:gd name="connsiteY7-544" fmla="*/ 150018 h 1343025"/>
                  <a:gd name="connsiteX8-545" fmla="*/ 1014412 w 1343025"/>
                  <a:gd name="connsiteY8-546" fmla="*/ 295275 h 1343025"/>
                  <a:gd name="connsiteX9-547" fmla="*/ 1119187 w 1343025"/>
                  <a:gd name="connsiteY9-548" fmla="*/ 431006 h 1343025"/>
                  <a:gd name="connsiteX10-549" fmla="*/ 1281112 w 1343025"/>
                  <a:gd name="connsiteY10-550" fmla="*/ 373856 h 1343025"/>
                  <a:gd name="connsiteX11-551" fmla="*/ 1343025 w 1343025"/>
                  <a:gd name="connsiteY11-552" fmla="*/ 602456 h 1343025"/>
                  <a:gd name="connsiteX12-553" fmla="*/ 1173956 w 1343025"/>
                  <a:gd name="connsiteY12-554" fmla="*/ 645318 h 1343025"/>
                  <a:gd name="connsiteX13-555" fmla="*/ 1157287 w 1343025"/>
                  <a:gd name="connsiteY13-556" fmla="*/ 812006 h 1343025"/>
                  <a:gd name="connsiteX14-557" fmla="*/ 1307306 w 1343025"/>
                  <a:gd name="connsiteY14-558" fmla="*/ 892968 h 1343025"/>
                  <a:gd name="connsiteX15-559" fmla="*/ 1193006 w 1343025"/>
                  <a:gd name="connsiteY15-560" fmla="*/ 1097756 h 1343025"/>
                  <a:gd name="connsiteX16-561" fmla="*/ 1040606 w 1343025"/>
                  <a:gd name="connsiteY16-562" fmla="*/ 1009650 h 1343025"/>
                  <a:gd name="connsiteX17-563" fmla="*/ 919162 w 1343025"/>
                  <a:gd name="connsiteY17-564" fmla="*/ 1112043 h 1343025"/>
                  <a:gd name="connsiteX18-565" fmla="*/ 973931 w 1343025"/>
                  <a:gd name="connsiteY18-566" fmla="*/ 1276350 h 1343025"/>
                  <a:gd name="connsiteX19-567" fmla="*/ 745331 w 1343025"/>
                  <a:gd name="connsiteY19-568" fmla="*/ 1343025 h 1343025"/>
                  <a:gd name="connsiteX20-569" fmla="*/ 695325 w 1343025"/>
                  <a:gd name="connsiteY20-570" fmla="*/ 1171575 h 1343025"/>
                  <a:gd name="connsiteX21-571" fmla="*/ 535781 w 1343025"/>
                  <a:gd name="connsiteY21-572" fmla="*/ 1157287 h 1343025"/>
                  <a:gd name="connsiteX22-573" fmla="*/ 452437 w 1343025"/>
                  <a:gd name="connsiteY22-574" fmla="*/ 1304925 h 1343025"/>
                  <a:gd name="connsiteX23-575" fmla="*/ 245268 w 1343025"/>
                  <a:gd name="connsiteY23-576" fmla="*/ 1193006 h 1343025"/>
                  <a:gd name="connsiteX24-577" fmla="*/ 333375 w 1343025"/>
                  <a:gd name="connsiteY24-578" fmla="*/ 1042987 h 1343025"/>
                  <a:gd name="connsiteX25-579" fmla="*/ 226218 w 1343025"/>
                  <a:gd name="connsiteY25-580" fmla="*/ 909637 h 1343025"/>
                  <a:gd name="connsiteX26-581" fmla="*/ 59531 w 1343025"/>
                  <a:gd name="connsiteY26-582" fmla="*/ 964406 h 1343025"/>
                  <a:gd name="connsiteX27-583" fmla="*/ 0 w 1343025"/>
                  <a:gd name="connsiteY27-584" fmla="*/ 733425 h 1343025"/>
                  <a:gd name="connsiteX28-585" fmla="*/ 173831 w 1343025"/>
                  <a:gd name="connsiteY28-586" fmla="*/ 692943 h 1343025"/>
                  <a:gd name="connsiteX29-587" fmla="*/ 190500 w 1343025"/>
                  <a:gd name="connsiteY29-588" fmla="*/ 521493 h 1343025"/>
                  <a:gd name="connsiteX30-589" fmla="*/ 35718 w 1343025"/>
                  <a:gd name="connsiteY30-590" fmla="*/ 440531 h 1343025"/>
                  <a:gd name="connsiteX31-591" fmla="*/ 154781 w 1343025"/>
                  <a:gd name="connsiteY31-592" fmla="*/ 242887 h 1343025"/>
                  <a:gd name="connsiteX32-593" fmla="*/ 297656 w 1343025"/>
                  <a:gd name="connsiteY32-594" fmla="*/ 330993 h 1343025"/>
                  <a:gd name="connsiteX0-595" fmla="*/ 297656 w 1343025"/>
                  <a:gd name="connsiteY0-596" fmla="*/ 330993 h 1343025"/>
                  <a:gd name="connsiteX1-597" fmla="*/ 431006 w 1343025"/>
                  <a:gd name="connsiteY1-598" fmla="*/ 226218 h 1343025"/>
                  <a:gd name="connsiteX2-599" fmla="*/ 378618 w 1343025"/>
                  <a:gd name="connsiteY2-600" fmla="*/ 61912 h 1343025"/>
                  <a:gd name="connsiteX3-601" fmla="*/ 602456 w 1343025"/>
                  <a:gd name="connsiteY3-602" fmla="*/ 0 h 1343025"/>
                  <a:gd name="connsiteX4-603" fmla="*/ 652462 w 1343025"/>
                  <a:gd name="connsiteY4-604" fmla="*/ 171450 h 1343025"/>
                  <a:gd name="connsiteX5-605" fmla="*/ 816768 w 1343025"/>
                  <a:gd name="connsiteY5-606" fmla="*/ 185737 h 1343025"/>
                  <a:gd name="connsiteX6-607" fmla="*/ 900112 w 1343025"/>
                  <a:gd name="connsiteY6-608" fmla="*/ 40481 h 1343025"/>
                  <a:gd name="connsiteX7-609" fmla="*/ 1104900 w 1343025"/>
                  <a:gd name="connsiteY7-610" fmla="*/ 150018 h 1343025"/>
                  <a:gd name="connsiteX8-611" fmla="*/ 1014412 w 1343025"/>
                  <a:gd name="connsiteY8-612" fmla="*/ 295275 h 1343025"/>
                  <a:gd name="connsiteX9-613" fmla="*/ 1119187 w 1343025"/>
                  <a:gd name="connsiteY9-614" fmla="*/ 431006 h 1343025"/>
                  <a:gd name="connsiteX10-615" fmla="*/ 1281112 w 1343025"/>
                  <a:gd name="connsiteY10-616" fmla="*/ 373856 h 1343025"/>
                  <a:gd name="connsiteX11-617" fmla="*/ 1343025 w 1343025"/>
                  <a:gd name="connsiteY11-618" fmla="*/ 602456 h 1343025"/>
                  <a:gd name="connsiteX12-619" fmla="*/ 1173956 w 1343025"/>
                  <a:gd name="connsiteY12-620" fmla="*/ 645318 h 1343025"/>
                  <a:gd name="connsiteX13-621" fmla="*/ 1157287 w 1343025"/>
                  <a:gd name="connsiteY13-622" fmla="*/ 812006 h 1343025"/>
                  <a:gd name="connsiteX14-623" fmla="*/ 1307306 w 1343025"/>
                  <a:gd name="connsiteY14-624" fmla="*/ 892968 h 1343025"/>
                  <a:gd name="connsiteX15-625" fmla="*/ 1193006 w 1343025"/>
                  <a:gd name="connsiteY15-626" fmla="*/ 1097756 h 1343025"/>
                  <a:gd name="connsiteX16-627" fmla="*/ 1040606 w 1343025"/>
                  <a:gd name="connsiteY16-628" fmla="*/ 1009650 h 1343025"/>
                  <a:gd name="connsiteX17-629" fmla="*/ 919162 w 1343025"/>
                  <a:gd name="connsiteY17-630" fmla="*/ 1112043 h 1343025"/>
                  <a:gd name="connsiteX18-631" fmla="*/ 973931 w 1343025"/>
                  <a:gd name="connsiteY18-632" fmla="*/ 1276350 h 1343025"/>
                  <a:gd name="connsiteX19-633" fmla="*/ 745331 w 1343025"/>
                  <a:gd name="connsiteY19-634" fmla="*/ 1343025 h 1343025"/>
                  <a:gd name="connsiteX20-635" fmla="*/ 695325 w 1343025"/>
                  <a:gd name="connsiteY20-636" fmla="*/ 1171575 h 1343025"/>
                  <a:gd name="connsiteX21-637" fmla="*/ 535781 w 1343025"/>
                  <a:gd name="connsiteY21-638" fmla="*/ 1157287 h 1343025"/>
                  <a:gd name="connsiteX22-639" fmla="*/ 452437 w 1343025"/>
                  <a:gd name="connsiteY22-640" fmla="*/ 1304925 h 1343025"/>
                  <a:gd name="connsiteX23-641" fmla="*/ 245268 w 1343025"/>
                  <a:gd name="connsiteY23-642" fmla="*/ 1193006 h 1343025"/>
                  <a:gd name="connsiteX24-643" fmla="*/ 333375 w 1343025"/>
                  <a:gd name="connsiteY24-644" fmla="*/ 1042987 h 1343025"/>
                  <a:gd name="connsiteX25-645" fmla="*/ 226218 w 1343025"/>
                  <a:gd name="connsiteY25-646" fmla="*/ 909637 h 1343025"/>
                  <a:gd name="connsiteX26-647" fmla="*/ 59531 w 1343025"/>
                  <a:gd name="connsiteY26-648" fmla="*/ 964406 h 1343025"/>
                  <a:gd name="connsiteX27-649" fmla="*/ 0 w 1343025"/>
                  <a:gd name="connsiteY27-650" fmla="*/ 733425 h 1343025"/>
                  <a:gd name="connsiteX28-651" fmla="*/ 173831 w 1343025"/>
                  <a:gd name="connsiteY28-652" fmla="*/ 692943 h 1343025"/>
                  <a:gd name="connsiteX29-653" fmla="*/ 190500 w 1343025"/>
                  <a:gd name="connsiteY29-654" fmla="*/ 521493 h 1343025"/>
                  <a:gd name="connsiteX30-655" fmla="*/ 35718 w 1343025"/>
                  <a:gd name="connsiteY30-656" fmla="*/ 440531 h 1343025"/>
                  <a:gd name="connsiteX31-657" fmla="*/ 154781 w 1343025"/>
                  <a:gd name="connsiteY31-658" fmla="*/ 242887 h 1343025"/>
                  <a:gd name="connsiteX32-659" fmla="*/ 297656 w 1343025"/>
                  <a:gd name="connsiteY32-660" fmla="*/ 330993 h 1343025"/>
                  <a:gd name="connsiteX0-661" fmla="*/ 297656 w 1343025"/>
                  <a:gd name="connsiteY0-662" fmla="*/ 330993 h 1343025"/>
                  <a:gd name="connsiteX1-663" fmla="*/ 431006 w 1343025"/>
                  <a:gd name="connsiteY1-664" fmla="*/ 226218 h 1343025"/>
                  <a:gd name="connsiteX2-665" fmla="*/ 378618 w 1343025"/>
                  <a:gd name="connsiteY2-666" fmla="*/ 61912 h 1343025"/>
                  <a:gd name="connsiteX3-667" fmla="*/ 602456 w 1343025"/>
                  <a:gd name="connsiteY3-668" fmla="*/ 0 h 1343025"/>
                  <a:gd name="connsiteX4-669" fmla="*/ 652462 w 1343025"/>
                  <a:gd name="connsiteY4-670" fmla="*/ 171450 h 1343025"/>
                  <a:gd name="connsiteX5-671" fmla="*/ 816768 w 1343025"/>
                  <a:gd name="connsiteY5-672" fmla="*/ 185737 h 1343025"/>
                  <a:gd name="connsiteX6-673" fmla="*/ 900112 w 1343025"/>
                  <a:gd name="connsiteY6-674" fmla="*/ 40481 h 1343025"/>
                  <a:gd name="connsiteX7-675" fmla="*/ 1104900 w 1343025"/>
                  <a:gd name="connsiteY7-676" fmla="*/ 150018 h 1343025"/>
                  <a:gd name="connsiteX8-677" fmla="*/ 1014412 w 1343025"/>
                  <a:gd name="connsiteY8-678" fmla="*/ 295275 h 1343025"/>
                  <a:gd name="connsiteX9-679" fmla="*/ 1119187 w 1343025"/>
                  <a:gd name="connsiteY9-680" fmla="*/ 431006 h 1343025"/>
                  <a:gd name="connsiteX10-681" fmla="*/ 1281112 w 1343025"/>
                  <a:gd name="connsiteY10-682" fmla="*/ 373856 h 1343025"/>
                  <a:gd name="connsiteX11-683" fmla="*/ 1343025 w 1343025"/>
                  <a:gd name="connsiteY11-684" fmla="*/ 602456 h 1343025"/>
                  <a:gd name="connsiteX12-685" fmla="*/ 1173956 w 1343025"/>
                  <a:gd name="connsiteY12-686" fmla="*/ 645318 h 1343025"/>
                  <a:gd name="connsiteX13-687" fmla="*/ 1157287 w 1343025"/>
                  <a:gd name="connsiteY13-688" fmla="*/ 812006 h 1343025"/>
                  <a:gd name="connsiteX14-689" fmla="*/ 1307306 w 1343025"/>
                  <a:gd name="connsiteY14-690" fmla="*/ 892968 h 1343025"/>
                  <a:gd name="connsiteX15-691" fmla="*/ 1193006 w 1343025"/>
                  <a:gd name="connsiteY15-692" fmla="*/ 1097756 h 1343025"/>
                  <a:gd name="connsiteX16-693" fmla="*/ 1040606 w 1343025"/>
                  <a:gd name="connsiteY16-694" fmla="*/ 1009650 h 1343025"/>
                  <a:gd name="connsiteX17-695" fmla="*/ 919162 w 1343025"/>
                  <a:gd name="connsiteY17-696" fmla="*/ 1112043 h 1343025"/>
                  <a:gd name="connsiteX18-697" fmla="*/ 973931 w 1343025"/>
                  <a:gd name="connsiteY18-698" fmla="*/ 1276350 h 1343025"/>
                  <a:gd name="connsiteX19-699" fmla="*/ 745331 w 1343025"/>
                  <a:gd name="connsiteY19-700" fmla="*/ 1343025 h 1343025"/>
                  <a:gd name="connsiteX20-701" fmla="*/ 695325 w 1343025"/>
                  <a:gd name="connsiteY20-702" fmla="*/ 1171575 h 1343025"/>
                  <a:gd name="connsiteX21-703" fmla="*/ 535781 w 1343025"/>
                  <a:gd name="connsiteY21-704" fmla="*/ 1157287 h 1343025"/>
                  <a:gd name="connsiteX22-705" fmla="*/ 452437 w 1343025"/>
                  <a:gd name="connsiteY22-706" fmla="*/ 1304925 h 1343025"/>
                  <a:gd name="connsiteX23-707" fmla="*/ 245268 w 1343025"/>
                  <a:gd name="connsiteY23-708" fmla="*/ 1193006 h 1343025"/>
                  <a:gd name="connsiteX24-709" fmla="*/ 333375 w 1343025"/>
                  <a:gd name="connsiteY24-710" fmla="*/ 1042987 h 1343025"/>
                  <a:gd name="connsiteX25-711" fmla="*/ 226218 w 1343025"/>
                  <a:gd name="connsiteY25-712" fmla="*/ 909637 h 1343025"/>
                  <a:gd name="connsiteX26-713" fmla="*/ 59531 w 1343025"/>
                  <a:gd name="connsiteY26-714" fmla="*/ 964406 h 1343025"/>
                  <a:gd name="connsiteX27-715" fmla="*/ 0 w 1343025"/>
                  <a:gd name="connsiteY27-716" fmla="*/ 733425 h 1343025"/>
                  <a:gd name="connsiteX28-717" fmla="*/ 166687 w 1343025"/>
                  <a:gd name="connsiteY28-718" fmla="*/ 690562 h 1343025"/>
                  <a:gd name="connsiteX29-719" fmla="*/ 190500 w 1343025"/>
                  <a:gd name="connsiteY29-720" fmla="*/ 521493 h 1343025"/>
                  <a:gd name="connsiteX30-721" fmla="*/ 35718 w 1343025"/>
                  <a:gd name="connsiteY30-722" fmla="*/ 440531 h 1343025"/>
                  <a:gd name="connsiteX31-723" fmla="*/ 154781 w 1343025"/>
                  <a:gd name="connsiteY31-724" fmla="*/ 242887 h 1343025"/>
                  <a:gd name="connsiteX32-725" fmla="*/ 297656 w 1343025"/>
                  <a:gd name="connsiteY32-726" fmla="*/ 330993 h 1343025"/>
                  <a:gd name="connsiteX0-727" fmla="*/ 297656 w 1343025"/>
                  <a:gd name="connsiteY0-728" fmla="*/ 330993 h 1343025"/>
                  <a:gd name="connsiteX1-729" fmla="*/ 431006 w 1343025"/>
                  <a:gd name="connsiteY1-730" fmla="*/ 226218 h 1343025"/>
                  <a:gd name="connsiteX2-731" fmla="*/ 378618 w 1343025"/>
                  <a:gd name="connsiteY2-732" fmla="*/ 61912 h 1343025"/>
                  <a:gd name="connsiteX3-733" fmla="*/ 602456 w 1343025"/>
                  <a:gd name="connsiteY3-734" fmla="*/ 0 h 1343025"/>
                  <a:gd name="connsiteX4-735" fmla="*/ 652462 w 1343025"/>
                  <a:gd name="connsiteY4-736" fmla="*/ 171450 h 1343025"/>
                  <a:gd name="connsiteX5-737" fmla="*/ 816768 w 1343025"/>
                  <a:gd name="connsiteY5-738" fmla="*/ 185737 h 1343025"/>
                  <a:gd name="connsiteX6-739" fmla="*/ 900112 w 1343025"/>
                  <a:gd name="connsiteY6-740" fmla="*/ 40481 h 1343025"/>
                  <a:gd name="connsiteX7-741" fmla="*/ 1104900 w 1343025"/>
                  <a:gd name="connsiteY7-742" fmla="*/ 150018 h 1343025"/>
                  <a:gd name="connsiteX8-743" fmla="*/ 1014412 w 1343025"/>
                  <a:gd name="connsiteY8-744" fmla="*/ 295275 h 1343025"/>
                  <a:gd name="connsiteX9-745" fmla="*/ 1119187 w 1343025"/>
                  <a:gd name="connsiteY9-746" fmla="*/ 431006 h 1343025"/>
                  <a:gd name="connsiteX10-747" fmla="*/ 1281112 w 1343025"/>
                  <a:gd name="connsiteY10-748" fmla="*/ 373856 h 1343025"/>
                  <a:gd name="connsiteX11-749" fmla="*/ 1343025 w 1343025"/>
                  <a:gd name="connsiteY11-750" fmla="*/ 602456 h 1343025"/>
                  <a:gd name="connsiteX12-751" fmla="*/ 1173956 w 1343025"/>
                  <a:gd name="connsiteY12-752" fmla="*/ 645318 h 1343025"/>
                  <a:gd name="connsiteX13-753" fmla="*/ 1157287 w 1343025"/>
                  <a:gd name="connsiteY13-754" fmla="*/ 812006 h 1343025"/>
                  <a:gd name="connsiteX14-755" fmla="*/ 1307306 w 1343025"/>
                  <a:gd name="connsiteY14-756" fmla="*/ 892968 h 1343025"/>
                  <a:gd name="connsiteX15-757" fmla="*/ 1193006 w 1343025"/>
                  <a:gd name="connsiteY15-758" fmla="*/ 1097756 h 1343025"/>
                  <a:gd name="connsiteX16-759" fmla="*/ 1040606 w 1343025"/>
                  <a:gd name="connsiteY16-760" fmla="*/ 1009650 h 1343025"/>
                  <a:gd name="connsiteX17-761" fmla="*/ 919162 w 1343025"/>
                  <a:gd name="connsiteY17-762" fmla="*/ 1112043 h 1343025"/>
                  <a:gd name="connsiteX18-763" fmla="*/ 973931 w 1343025"/>
                  <a:gd name="connsiteY18-764" fmla="*/ 1276350 h 1343025"/>
                  <a:gd name="connsiteX19-765" fmla="*/ 745331 w 1343025"/>
                  <a:gd name="connsiteY19-766" fmla="*/ 1343025 h 1343025"/>
                  <a:gd name="connsiteX20-767" fmla="*/ 695325 w 1343025"/>
                  <a:gd name="connsiteY20-768" fmla="*/ 1171575 h 1343025"/>
                  <a:gd name="connsiteX21-769" fmla="*/ 535781 w 1343025"/>
                  <a:gd name="connsiteY21-770" fmla="*/ 1157287 h 1343025"/>
                  <a:gd name="connsiteX22-771" fmla="*/ 452437 w 1343025"/>
                  <a:gd name="connsiteY22-772" fmla="*/ 1304925 h 1343025"/>
                  <a:gd name="connsiteX23-773" fmla="*/ 245268 w 1343025"/>
                  <a:gd name="connsiteY23-774" fmla="*/ 1193006 h 1343025"/>
                  <a:gd name="connsiteX24-775" fmla="*/ 333375 w 1343025"/>
                  <a:gd name="connsiteY24-776" fmla="*/ 1042987 h 1343025"/>
                  <a:gd name="connsiteX25-777" fmla="*/ 226218 w 1343025"/>
                  <a:gd name="connsiteY25-778" fmla="*/ 909637 h 1343025"/>
                  <a:gd name="connsiteX26-779" fmla="*/ 59531 w 1343025"/>
                  <a:gd name="connsiteY26-780" fmla="*/ 964406 h 1343025"/>
                  <a:gd name="connsiteX27-781" fmla="*/ 0 w 1343025"/>
                  <a:gd name="connsiteY27-782" fmla="*/ 733425 h 1343025"/>
                  <a:gd name="connsiteX28-783" fmla="*/ 166687 w 1343025"/>
                  <a:gd name="connsiteY28-784" fmla="*/ 690562 h 1343025"/>
                  <a:gd name="connsiteX29-785" fmla="*/ 190500 w 1343025"/>
                  <a:gd name="connsiteY29-786" fmla="*/ 521493 h 1343025"/>
                  <a:gd name="connsiteX30-787" fmla="*/ 35718 w 1343025"/>
                  <a:gd name="connsiteY30-788" fmla="*/ 440531 h 1343025"/>
                  <a:gd name="connsiteX31-789" fmla="*/ 154781 w 1343025"/>
                  <a:gd name="connsiteY31-790" fmla="*/ 242887 h 1343025"/>
                  <a:gd name="connsiteX32-791" fmla="*/ 297656 w 1343025"/>
                  <a:gd name="connsiteY32-792" fmla="*/ 330993 h 1343025"/>
                  <a:gd name="connsiteX0-793" fmla="*/ 297656 w 1343025"/>
                  <a:gd name="connsiteY0-794" fmla="*/ 330993 h 1343025"/>
                  <a:gd name="connsiteX1-795" fmla="*/ 431006 w 1343025"/>
                  <a:gd name="connsiteY1-796" fmla="*/ 226218 h 1343025"/>
                  <a:gd name="connsiteX2-797" fmla="*/ 378618 w 1343025"/>
                  <a:gd name="connsiteY2-798" fmla="*/ 61912 h 1343025"/>
                  <a:gd name="connsiteX3-799" fmla="*/ 602456 w 1343025"/>
                  <a:gd name="connsiteY3-800" fmla="*/ 0 h 1343025"/>
                  <a:gd name="connsiteX4-801" fmla="*/ 652462 w 1343025"/>
                  <a:gd name="connsiteY4-802" fmla="*/ 171450 h 1343025"/>
                  <a:gd name="connsiteX5-803" fmla="*/ 816768 w 1343025"/>
                  <a:gd name="connsiteY5-804" fmla="*/ 185737 h 1343025"/>
                  <a:gd name="connsiteX6-805" fmla="*/ 900112 w 1343025"/>
                  <a:gd name="connsiteY6-806" fmla="*/ 40481 h 1343025"/>
                  <a:gd name="connsiteX7-807" fmla="*/ 1104900 w 1343025"/>
                  <a:gd name="connsiteY7-808" fmla="*/ 150018 h 1343025"/>
                  <a:gd name="connsiteX8-809" fmla="*/ 1014412 w 1343025"/>
                  <a:gd name="connsiteY8-810" fmla="*/ 295275 h 1343025"/>
                  <a:gd name="connsiteX9-811" fmla="*/ 1119187 w 1343025"/>
                  <a:gd name="connsiteY9-812" fmla="*/ 431006 h 1343025"/>
                  <a:gd name="connsiteX10-813" fmla="*/ 1281112 w 1343025"/>
                  <a:gd name="connsiteY10-814" fmla="*/ 373856 h 1343025"/>
                  <a:gd name="connsiteX11-815" fmla="*/ 1343025 w 1343025"/>
                  <a:gd name="connsiteY11-816" fmla="*/ 602456 h 1343025"/>
                  <a:gd name="connsiteX12-817" fmla="*/ 1173956 w 1343025"/>
                  <a:gd name="connsiteY12-818" fmla="*/ 645318 h 1343025"/>
                  <a:gd name="connsiteX13-819" fmla="*/ 1157287 w 1343025"/>
                  <a:gd name="connsiteY13-820" fmla="*/ 812006 h 1343025"/>
                  <a:gd name="connsiteX14-821" fmla="*/ 1307306 w 1343025"/>
                  <a:gd name="connsiteY14-822" fmla="*/ 892968 h 1343025"/>
                  <a:gd name="connsiteX15-823" fmla="*/ 1193006 w 1343025"/>
                  <a:gd name="connsiteY15-824" fmla="*/ 1097756 h 1343025"/>
                  <a:gd name="connsiteX16-825" fmla="*/ 1040606 w 1343025"/>
                  <a:gd name="connsiteY16-826" fmla="*/ 1009650 h 1343025"/>
                  <a:gd name="connsiteX17-827" fmla="*/ 919162 w 1343025"/>
                  <a:gd name="connsiteY17-828" fmla="*/ 1112043 h 1343025"/>
                  <a:gd name="connsiteX18-829" fmla="*/ 973931 w 1343025"/>
                  <a:gd name="connsiteY18-830" fmla="*/ 1276350 h 1343025"/>
                  <a:gd name="connsiteX19-831" fmla="*/ 745331 w 1343025"/>
                  <a:gd name="connsiteY19-832" fmla="*/ 1343025 h 1343025"/>
                  <a:gd name="connsiteX20-833" fmla="*/ 695325 w 1343025"/>
                  <a:gd name="connsiteY20-834" fmla="*/ 1171575 h 1343025"/>
                  <a:gd name="connsiteX21-835" fmla="*/ 535781 w 1343025"/>
                  <a:gd name="connsiteY21-836" fmla="*/ 1157287 h 1343025"/>
                  <a:gd name="connsiteX22-837" fmla="*/ 452437 w 1343025"/>
                  <a:gd name="connsiteY22-838" fmla="*/ 1304925 h 1343025"/>
                  <a:gd name="connsiteX23-839" fmla="*/ 245268 w 1343025"/>
                  <a:gd name="connsiteY23-840" fmla="*/ 1193006 h 1343025"/>
                  <a:gd name="connsiteX24-841" fmla="*/ 333375 w 1343025"/>
                  <a:gd name="connsiteY24-842" fmla="*/ 1042987 h 1343025"/>
                  <a:gd name="connsiteX25-843" fmla="*/ 226218 w 1343025"/>
                  <a:gd name="connsiteY25-844" fmla="*/ 909637 h 1343025"/>
                  <a:gd name="connsiteX26-845" fmla="*/ 59531 w 1343025"/>
                  <a:gd name="connsiteY26-846" fmla="*/ 964406 h 1343025"/>
                  <a:gd name="connsiteX27-847" fmla="*/ 0 w 1343025"/>
                  <a:gd name="connsiteY27-848" fmla="*/ 733425 h 1343025"/>
                  <a:gd name="connsiteX28-849" fmla="*/ 166687 w 1343025"/>
                  <a:gd name="connsiteY28-850" fmla="*/ 690562 h 1343025"/>
                  <a:gd name="connsiteX29-851" fmla="*/ 190500 w 1343025"/>
                  <a:gd name="connsiteY29-852" fmla="*/ 521493 h 1343025"/>
                  <a:gd name="connsiteX30-853" fmla="*/ 35718 w 1343025"/>
                  <a:gd name="connsiteY30-854" fmla="*/ 440531 h 1343025"/>
                  <a:gd name="connsiteX31-855" fmla="*/ 154781 w 1343025"/>
                  <a:gd name="connsiteY31-856" fmla="*/ 242887 h 1343025"/>
                  <a:gd name="connsiteX32-857" fmla="*/ 297656 w 1343025"/>
                  <a:gd name="connsiteY32-858" fmla="*/ 330993 h 1343025"/>
                  <a:gd name="connsiteX0-859" fmla="*/ 297656 w 1343025"/>
                  <a:gd name="connsiteY0-860" fmla="*/ 330993 h 1343025"/>
                  <a:gd name="connsiteX1-861" fmla="*/ 431006 w 1343025"/>
                  <a:gd name="connsiteY1-862" fmla="*/ 226218 h 1343025"/>
                  <a:gd name="connsiteX2-863" fmla="*/ 378618 w 1343025"/>
                  <a:gd name="connsiteY2-864" fmla="*/ 61912 h 1343025"/>
                  <a:gd name="connsiteX3-865" fmla="*/ 602456 w 1343025"/>
                  <a:gd name="connsiteY3-866" fmla="*/ 0 h 1343025"/>
                  <a:gd name="connsiteX4-867" fmla="*/ 652462 w 1343025"/>
                  <a:gd name="connsiteY4-868" fmla="*/ 171450 h 1343025"/>
                  <a:gd name="connsiteX5-869" fmla="*/ 816768 w 1343025"/>
                  <a:gd name="connsiteY5-870" fmla="*/ 185737 h 1343025"/>
                  <a:gd name="connsiteX6-871" fmla="*/ 900112 w 1343025"/>
                  <a:gd name="connsiteY6-872" fmla="*/ 40481 h 1343025"/>
                  <a:gd name="connsiteX7-873" fmla="*/ 1104900 w 1343025"/>
                  <a:gd name="connsiteY7-874" fmla="*/ 150018 h 1343025"/>
                  <a:gd name="connsiteX8-875" fmla="*/ 1014412 w 1343025"/>
                  <a:gd name="connsiteY8-876" fmla="*/ 295275 h 1343025"/>
                  <a:gd name="connsiteX9-877" fmla="*/ 1119187 w 1343025"/>
                  <a:gd name="connsiteY9-878" fmla="*/ 431006 h 1343025"/>
                  <a:gd name="connsiteX10-879" fmla="*/ 1281112 w 1343025"/>
                  <a:gd name="connsiteY10-880" fmla="*/ 373856 h 1343025"/>
                  <a:gd name="connsiteX11-881" fmla="*/ 1343025 w 1343025"/>
                  <a:gd name="connsiteY11-882" fmla="*/ 602456 h 1343025"/>
                  <a:gd name="connsiteX12-883" fmla="*/ 1173956 w 1343025"/>
                  <a:gd name="connsiteY12-884" fmla="*/ 645318 h 1343025"/>
                  <a:gd name="connsiteX13-885" fmla="*/ 1157287 w 1343025"/>
                  <a:gd name="connsiteY13-886" fmla="*/ 812006 h 1343025"/>
                  <a:gd name="connsiteX14-887" fmla="*/ 1307306 w 1343025"/>
                  <a:gd name="connsiteY14-888" fmla="*/ 892968 h 1343025"/>
                  <a:gd name="connsiteX15-889" fmla="*/ 1193006 w 1343025"/>
                  <a:gd name="connsiteY15-890" fmla="*/ 1097756 h 1343025"/>
                  <a:gd name="connsiteX16-891" fmla="*/ 1040606 w 1343025"/>
                  <a:gd name="connsiteY16-892" fmla="*/ 1009650 h 1343025"/>
                  <a:gd name="connsiteX17-893" fmla="*/ 919162 w 1343025"/>
                  <a:gd name="connsiteY17-894" fmla="*/ 1112043 h 1343025"/>
                  <a:gd name="connsiteX18-895" fmla="*/ 973931 w 1343025"/>
                  <a:gd name="connsiteY18-896" fmla="*/ 1276350 h 1343025"/>
                  <a:gd name="connsiteX19-897" fmla="*/ 745331 w 1343025"/>
                  <a:gd name="connsiteY19-898" fmla="*/ 1343025 h 1343025"/>
                  <a:gd name="connsiteX20-899" fmla="*/ 695325 w 1343025"/>
                  <a:gd name="connsiteY20-900" fmla="*/ 1171575 h 1343025"/>
                  <a:gd name="connsiteX21-901" fmla="*/ 535781 w 1343025"/>
                  <a:gd name="connsiteY21-902" fmla="*/ 1157287 h 1343025"/>
                  <a:gd name="connsiteX22-903" fmla="*/ 452437 w 1343025"/>
                  <a:gd name="connsiteY22-904" fmla="*/ 1304925 h 1343025"/>
                  <a:gd name="connsiteX23-905" fmla="*/ 245268 w 1343025"/>
                  <a:gd name="connsiteY23-906" fmla="*/ 1193006 h 1343025"/>
                  <a:gd name="connsiteX24-907" fmla="*/ 333375 w 1343025"/>
                  <a:gd name="connsiteY24-908" fmla="*/ 1042987 h 1343025"/>
                  <a:gd name="connsiteX25-909" fmla="*/ 226218 w 1343025"/>
                  <a:gd name="connsiteY25-910" fmla="*/ 909637 h 1343025"/>
                  <a:gd name="connsiteX26-911" fmla="*/ 59531 w 1343025"/>
                  <a:gd name="connsiteY26-912" fmla="*/ 964406 h 1343025"/>
                  <a:gd name="connsiteX27-913" fmla="*/ 0 w 1343025"/>
                  <a:gd name="connsiteY27-914" fmla="*/ 733425 h 1343025"/>
                  <a:gd name="connsiteX28-915" fmla="*/ 166687 w 1343025"/>
                  <a:gd name="connsiteY28-916" fmla="*/ 690562 h 1343025"/>
                  <a:gd name="connsiteX29-917" fmla="*/ 190500 w 1343025"/>
                  <a:gd name="connsiteY29-918" fmla="*/ 521493 h 1343025"/>
                  <a:gd name="connsiteX30-919" fmla="*/ 35718 w 1343025"/>
                  <a:gd name="connsiteY30-920" fmla="*/ 440531 h 1343025"/>
                  <a:gd name="connsiteX31-921" fmla="*/ 154781 w 1343025"/>
                  <a:gd name="connsiteY31-922" fmla="*/ 242887 h 1343025"/>
                  <a:gd name="connsiteX32-923" fmla="*/ 297656 w 1343025"/>
                  <a:gd name="connsiteY32-924" fmla="*/ 330993 h 1343025"/>
                  <a:gd name="connsiteX0-925" fmla="*/ 297656 w 1343025"/>
                  <a:gd name="connsiteY0-926" fmla="*/ 330993 h 1343025"/>
                  <a:gd name="connsiteX1-927" fmla="*/ 431006 w 1343025"/>
                  <a:gd name="connsiteY1-928" fmla="*/ 226218 h 1343025"/>
                  <a:gd name="connsiteX2-929" fmla="*/ 378618 w 1343025"/>
                  <a:gd name="connsiteY2-930" fmla="*/ 61912 h 1343025"/>
                  <a:gd name="connsiteX3-931" fmla="*/ 602456 w 1343025"/>
                  <a:gd name="connsiteY3-932" fmla="*/ 0 h 1343025"/>
                  <a:gd name="connsiteX4-933" fmla="*/ 652462 w 1343025"/>
                  <a:gd name="connsiteY4-934" fmla="*/ 171450 h 1343025"/>
                  <a:gd name="connsiteX5-935" fmla="*/ 816768 w 1343025"/>
                  <a:gd name="connsiteY5-936" fmla="*/ 185737 h 1343025"/>
                  <a:gd name="connsiteX6-937" fmla="*/ 900112 w 1343025"/>
                  <a:gd name="connsiteY6-938" fmla="*/ 40481 h 1343025"/>
                  <a:gd name="connsiteX7-939" fmla="*/ 1104900 w 1343025"/>
                  <a:gd name="connsiteY7-940" fmla="*/ 150018 h 1343025"/>
                  <a:gd name="connsiteX8-941" fmla="*/ 1014412 w 1343025"/>
                  <a:gd name="connsiteY8-942" fmla="*/ 295275 h 1343025"/>
                  <a:gd name="connsiteX9-943" fmla="*/ 1119187 w 1343025"/>
                  <a:gd name="connsiteY9-944" fmla="*/ 431006 h 1343025"/>
                  <a:gd name="connsiteX10-945" fmla="*/ 1281112 w 1343025"/>
                  <a:gd name="connsiteY10-946" fmla="*/ 373856 h 1343025"/>
                  <a:gd name="connsiteX11-947" fmla="*/ 1343025 w 1343025"/>
                  <a:gd name="connsiteY11-948" fmla="*/ 602456 h 1343025"/>
                  <a:gd name="connsiteX12-949" fmla="*/ 1173956 w 1343025"/>
                  <a:gd name="connsiteY12-950" fmla="*/ 645318 h 1343025"/>
                  <a:gd name="connsiteX13-951" fmla="*/ 1157287 w 1343025"/>
                  <a:gd name="connsiteY13-952" fmla="*/ 812006 h 1343025"/>
                  <a:gd name="connsiteX14-953" fmla="*/ 1307306 w 1343025"/>
                  <a:gd name="connsiteY14-954" fmla="*/ 892968 h 1343025"/>
                  <a:gd name="connsiteX15-955" fmla="*/ 1193006 w 1343025"/>
                  <a:gd name="connsiteY15-956" fmla="*/ 1097756 h 1343025"/>
                  <a:gd name="connsiteX16-957" fmla="*/ 1040606 w 1343025"/>
                  <a:gd name="connsiteY16-958" fmla="*/ 1009650 h 1343025"/>
                  <a:gd name="connsiteX17-959" fmla="*/ 919162 w 1343025"/>
                  <a:gd name="connsiteY17-960" fmla="*/ 1112043 h 1343025"/>
                  <a:gd name="connsiteX18-961" fmla="*/ 973931 w 1343025"/>
                  <a:gd name="connsiteY18-962" fmla="*/ 1276350 h 1343025"/>
                  <a:gd name="connsiteX19-963" fmla="*/ 745331 w 1343025"/>
                  <a:gd name="connsiteY19-964" fmla="*/ 1343025 h 1343025"/>
                  <a:gd name="connsiteX20-965" fmla="*/ 695325 w 1343025"/>
                  <a:gd name="connsiteY20-966" fmla="*/ 1171575 h 1343025"/>
                  <a:gd name="connsiteX21-967" fmla="*/ 535781 w 1343025"/>
                  <a:gd name="connsiteY21-968" fmla="*/ 1157287 h 1343025"/>
                  <a:gd name="connsiteX22-969" fmla="*/ 452437 w 1343025"/>
                  <a:gd name="connsiteY22-970" fmla="*/ 1304925 h 1343025"/>
                  <a:gd name="connsiteX23-971" fmla="*/ 245268 w 1343025"/>
                  <a:gd name="connsiteY23-972" fmla="*/ 1193006 h 1343025"/>
                  <a:gd name="connsiteX24-973" fmla="*/ 333375 w 1343025"/>
                  <a:gd name="connsiteY24-974" fmla="*/ 1042987 h 1343025"/>
                  <a:gd name="connsiteX25-975" fmla="*/ 226218 w 1343025"/>
                  <a:gd name="connsiteY25-976" fmla="*/ 909637 h 1343025"/>
                  <a:gd name="connsiteX26-977" fmla="*/ 59531 w 1343025"/>
                  <a:gd name="connsiteY26-978" fmla="*/ 964406 h 1343025"/>
                  <a:gd name="connsiteX27-979" fmla="*/ 0 w 1343025"/>
                  <a:gd name="connsiteY27-980" fmla="*/ 733425 h 1343025"/>
                  <a:gd name="connsiteX28-981" fmla="*/ 166687 w 1343025"/>
                  <a:gd name="connsiteY28-982" fmla="*/ 690562 h 1343025"/>
                  <a:gd name="connsiteX29-983" fmla="*/ 190500 w 1343025"/>
                  <a:gd name="connsiteY29-984" fmla="*/ 521493 h 1343025"/>
                  <a:gd name="connsiteX30-985" fmla="*/ 35718 w 1343025"/>
                  <a:gd name="connsiteY30-986" fmla="*/ 440531 h 1343025"/>
                  <a:gd name="connsiteX31-987" fmla="*/ 154781 w 1343025"/>
                  <a:gd name="connsiteY31-988" fmla="*/ 242887 h 1343025"/>
                  <a:gd name="connsiteX32-989" fmla="*/ 297656 w 1343025"/>
                  <a:gd name="connsiteY32-990" fmla="*/ 330993 h 1343025"/>
                  <a:gd name="connsiteX0-991" fmla="*/ 297656 w 1343025"/>
                  <a:gd name="connsiteY0-992" fmla="*/ 330993 h 1343025"/>
                  <a:gd name="connsiteX1-993" fmla="*/ 431006 w 1343025"/>
                  <a:gd name="connsiteY1-994" fmla="*/ 226218 h 1343025"/>
                  <a:gd name="connsiteX2-995" fmla="*/ 378618 w 1343025"/>
                  <a:gd name="connsiteY2-996" fmla="*/ 61912 h 1343025"/>
                  <a:gd name="connsiteX3-997" fmla="*/ 602456 w 1343025"/>
                  <a:gd name="connsiteY3-998" fmla="*/ 0 h 1343025"/>
                  <a:gd name="connsiteX4-999" fmla="*/ 652462 w 1343025"/>
                  <a:gd name="connsiteY4-1000" fmla="*/ 171450 h 1343025"/>
                  <a:gd name="connsiteX5-1001" fmla="*/ 816768 w 1343025"/>
                  <a:gd name="connsiteY5-1002" fmla="*/ 185737 h 1343025"/>
                  <a:gd name="connsiteX6-1003" fmla="*/ 900112 w 1343025"/>
                  <a:gd name="connsiteY6-1004" fmla="*/ 40481 h 1343025"/>
                  <a:gd name="connsiteX7-1005" fmla="*/ 1104900 w 1343025"/>
                  <a:gd name="connsiteY7-1006" fmla="*/ 150018 h 1343025"/>
                  <a:gd name="connsiteX8-1007" fmla="*/ 1014412 w 1343025"/>
                  <a:gd name="connsiteY8-1008" fmla="*/ 295275 h 1343025"/>
                  <a:gd name="connsiteX9-1009" fmla="*/ 1119187 w 1343025"/>
                  <a:gd name="connsiteY9-1010" fmla="*/ 431006 h 1343025"/>
                  <a:gd name="connsiteX10-1011" fmla="*/ 1281112 w 1343025"/>
                  <a:gd name="connsiteY10-1012" fmla="*/ 373856 h 1343025"/>
                  <a:gd name="connsiteX11-1013" fmla="*/ 1343025 w 1343025"/>
                  <a:gd name="connsiteY11-1014" fmla="*/ 602456 h 1343025"/>
                  <a:gd name="connsiteX12-1015" fmla="*/ 1173956 w 1343025"/>
                  <a:gd name="connsiteY12-1016" fmla="*/ 645318 h 1343025"/>
                  <a:gd name="connsiteX13-1017" fmla="*/ 1157287 w 1343025"/>
                  <a:gd name="connsiteY13-1018" fmla="*/ 812006 h 1343025"/>
                  <a:gd name="connsiteX14-1019" fmla="*/ 1307306 w 1343025"/>
                  <a:gd name="connsiteY14-1020" fmla="*/ 892968 h 1343025"/>
                  <a:gd name="connsiteX15-1021" fmla="*/ 1193006 w 1343025"/>
                  <a:gd name="connsiteY15-1022" fmla="*/ 1097756 h 1343025"/>
                  <a:gd name="connsiteX16-1023" fmla="*/ 1040606 w 1343025"/>
                  <a:gd name="connsiteY16-1024" fmla="*/ 1009650 h 1343025"/>
                  <a:gd name="connsiteX17-1025" fmla="*/ 919162 w 1343025"/>
                  <a:gd name="connsiteY17-1026" fmla="*/ 1112043 h 1343025"/>
                  <a:gd name="connsiteX18-1027" fmla="*/ 973931 w 1343025"/>
                  <a:gd name="connsiteY18-1028" fmla="*/ 1276350 h 1343025"/>
                  <a:gd name="connsiteX19-1029" fmla="*/ 745331 w 1343025"/>
                  <a:gd name="connsiteY19-1030" fmla="*/ 1343025 h 1343025"/>
                  <a:gd name="connsiteX20-1031" fmla="*/ 695325 w 1343025"/>
                  <a:gd name="connsiteY20-1032" fmla="*/ 1171575 h 1343025"/>
                  <a:gd name="connsiteX21-1033" fmla="*/ 535781 w 1343025"/>
                  <a:gd name="connsiteY21-1034" fmla="*/ 1157287 h 1343025"/>
                  <a:gd name="connsiteX22-1035" fmla="*/ 452437 w 1343025"/>
                  <a:gd name="connsiteY22-1036" fmla="*/ 1304925 h 1343025"/>
                  <a:gd name="connsiteX23-1037" fmla="*/ 245268 w 1343025"/>
                  <a:gd name="connsiteY23-1038" fmla="*/ 1193006 h 1343025"/>
                  <a:gd name="connsiteX24-1039" fmla="*/ 333375 w 1343025"/>
                  <a:gd name="connsiteY24-1040" fmla="*/ 1042987 h 1343025"/>
                  <a:gd name="connsiteX25-1041" fmla="*/ 226218 w 1343025"/>
                  <a:gd name="connsiteY25-1042" fmla="*/ 909637 h 1343025"/>
                  <a:gd name="connsiteX26-1043" fmla="*/ 59531 w 1343025"/>
                  <a:gd name="connsiteY26-1044" fmla="*/ 964406 h 1343025"/>
                  <a:gd name="connsiteX27-1045" fmla="*/ 0 w 1343025"/>
                  <a:gd name="connsiteY27-1046" fmla="*/ 733425 h 1343025"/>
                  <a:gd name="connsiteX28-1047" fmla="*/ 166687 w 1343025"/>
                  <a:gd name="connsiteY28-1048" fmla="*/ 690562 h 1343025"/>
                  <a:gd name="connsiteX29-1049" fmla="*/ 190500 w 1343025"/>
                  <a:gd name="connsiteY29-1050" fmla="*/ 521493 h 1343025"/>
                  <a:gd name="connsiteX30-1051" fmla="*/ 35718 w 1343025"/>
                  <a:gd name="connsiteY30-1052" fmla="*/ 440531 h 1343025"/>
                  <a:gd name="connsiteX31-1053" fmla="*/ 154781 w 1343025"/>
                  <a:gd name="connsiteY31-1054" fmla="*/ 242887 h 1343025"/>
                  <a:gd name="connsiteX32-1055" fmla="*/ 297656 w 1343025"/>
                  <a:gd name="connsiteY32-1056" fmla="*/ 330993 h 1343025"/>
                  <a:gd name="connsiteX0-1057" fmla="*/ 297656 w 1343025"/>
                  <a:gd name="connsiteY0-1058" fmla="*/ 330993 h 1343025"/>
                  <a:gd name="connsiteX1-1059" fmla="*/ 431006 w 1343025"/>
                  <a:gd name="connsiteY1-1060" fmla="*/ 226218 h 1343025"/>
                  <a:gd name="connsiteX2-1061" fmla="*/ 378618 w 1343025"/>
                  <a:gd name="connsiteY2-1062" fmla="*/ 61912 h 1343025"/>
                  <a:gd name="connsiteX3-1063" fmla="*/ 602456 w 1343025"/>
                  <a:gd name="connsiteY3-1064" fmla="*/ 0 h 1343025"/>
                  <a:gd name="connsiteX4-1065" fmla="*/ 652462 w 1343025"/>
                  <a:gd name="connsiteY4-1066" fmla="*/ 171450 h 1343025"/>
                  <a:gd name="connsiteX5-1067" fmla="*/ 816768 w 1343025"/>
                  <a:gd name="connsiteY5-1068" fmla="*/ 185737 h 1343025"/>
                  <a:gd name="connsiteX6-1069" fmla="*/ 900112 w 1343025"/>
                  <a:gd name="connsiteY6-1070" fmla="*/ 40481 h 1343025"/>
                  <a:gd name="connsiteX7-1071" fmla="*/ 1104900 w 1343025"/>
                  <a:gd name="connsiteY7-1072" fmla="*/ 150018 h 1343025"/>
                  <a:gd name="connsiteX8-1073" fmla="*/ 1014412 w 1343025"/>
                  <a:gd name="connsiteY8-1074" fmla="*/ 295275 h 1343025"/>
                  <a:gd name="connsiteX9-1075" fmla="*/ 1119187 w 1343025"/>
                  <a:gd name="connsiteY9-1076" fmla="*/ 431006 h 1343025"/>
                  <a:gd name="connsiteX10-1077" fmla="*/ 1281112 w 1343025"/>
                  <a:gd name="connsiteY10-1078" fmla="*/ 373856 h 1343025"/>
                  <a:gd name="connsiteX11-1079" fmla="*/ 1343025 w 1343025"/>
                  <a:gd name="connsiteY11-1080" fmla="*/ 602456 h 1343025"/>
                  <a:gd name="connsiteX12-1081" fmla="*/ 1173956 w 1343025"/>
                  <a:gd name="connsiteY12-1082" fmla="*/ 645318 h 1343025"/>
                  <a:gd name="connsiteX13-1083" fmla="*/ 1157287 w 1343025"/>
                  <a:gd name="connsiteY13-1084" fmla="*/ 812006 h 1343025"/>
                  <a:gd name="connsiteX14-1085" fmla="*/ 1307306 w 1343025"/>
                  <a:gd name="connsiteY14-1086" fmla="*/ 892968 h 1343025"/>
                  <a:gd name="connsiteX15-1087" fmla="*/ 1193006 w 1343025"/>
                  <a:gd name="connsiteY15-1088" fmla="*/ 1097756 h 1343025"/>
                  <a:gd name="connsiteX16-1089" fmla="*/ 1040606 w 1343025"/>
                  <a:gd name="connsiteY16-1090" fmla="*/ 1009650 h 1343025"/>
                  <a:gd name="connsiteX17-1091" fmla="*/ 919162 w 1343025"/>
                  <a:gd name="connsiteY17-1092" fmla="*/ 1112043 h 1343025"/>
                  <a:gd name="connsiteX18-1093" fmla="*/ 973931 w 1343025"/>
                  <a:gd name="connsiteY18-1094" fmla="*/ 1276350 h 1343025"/>
                  <a:gd name="connsiteX19-1095" fmla="*/ 745331 w 1343025"/>
                  <a:gd name="connsiteY19-1096" fmla="*/ 1343025 h 1343025"/>
                  <a:gd name="connsiteX20-1097" fmla="*/ 695325 w 1343025"/>
                  <a:gd name="connsiteY20-1098" fmla="*/ 1171575 h 1343025"/>
                  <a:gd name="connsiteX21-1099" fmla="*/ 535781 w 1343025"/>
                  <a:gd name="connsiteY21-1100" fmla="*/ 1157287 h 1343025"/>
                  <a:gd name="connsiteX22-1101" fmla="*/ 452437 w 1343025"/>
                  <a:gd name="connsiteY22-1102" fmla="*/ 1304925 h 1343025"/>
                  <a:gd name="connsiteX23-1103" fmla="*/ 245268 w 1343025"/>
                  <a:gd name="connsiteY23-1104" fmla="*/ 1193006 h 1343025"/>
                  <a:gd name="connsiteX24-1105" fmla="*/ 333375 w 1343025"/>
                  <a:gd name="connsiteY24-1106" fmla="*/ 1042987 h 1343025"/>
                  <a:gd name="connsiteX25-1107" fmla="*/ 226218 w 1343025"/>
                  <a:gd name="connsiteY25-1108" fmla="*/ 909637 h 1343025"/>
                  <a:gd name="connsiteX26-1109" fmla="*/ 59531 w 1343025"/>
                  <a:gd name="connsiteY26-1110" fmla="*/ 964406 h 1343025"/>
                  <a:gd name="connsiteX27-1111" fmla="*/ 0 w 1343025"/>
                  <a:gd name="connsiteY27-1112" fmla="*/ 733425 h 1343025"/>
                  <a:gd name="connsiteX28-1113" fmla="*/ 166687 w 1343025"/>
                  <a:gd name="connsiteY28-1114" fmla="*/ 690562 h 1343025"/>
                  <a:gd name="connsiteX29-1115" fmla="*/ 190500 w 1343025"/>
                  <a:gd name="connsiteY29-1116" fmla="*/ 521493 h 1343025"/>
                  <a:gd name="connsiteX30-1117" fmla="*/ 35718 w 1343025"/>
                  <a:gd name="connsiteY30-1118" fmla="*/ 440531 h 1343025"/>
                  <a:gd name="connsiteX31-1119" fmla="*/ 154781 w 1343025"/>
                  <a:gd name="connsiteY31-1120" fmla="*/ 242887 h 1343025"/>
                  <a:gd name="connsiteX32-1121" fmla="*/ 297656 w 1343025"/>
                  <a:gd name="connsiteY32-1122" fmla="*/ 330993 h 1343025"/>
                  <a:gd name="connsiteX0-1123" fmla="*/ 297656 w 1343025"/>
                  <a:gd name="connsiteY0-1124" fmla="*/ 330993 h 1343025"/>
                  <a:gd name="connsiteX1-1125" fmla="*/ 431006 w 1343025"/>
                  <a:gd name="connsiteY1-1126" fmla="*/ 226218 h 1343025"/>
                  <a:gd name="connsiteX2-1127" fmla="*/ 378618 w 1343025"/>
                  <a:gd name="connsiteY2-1128" fmla="*/ 61912 h 1343025"/>
                  <a:gd name="connsiteX3-1129" fmla="*/ 602456 w 1343025"/>
                  <a:gd name="connsiteY3-1130" fmla="*/ 0 h 1343025"/>
                  <a:gd name="connsiteX4-1131" fmla="*/ 652462 w 1343025"/>
                  <a:gd name="connsiteY4-1132" fmla="*/ 171450 h 1343025"/>
                  <a:gd name="connsiteX5-1133" fmla="*/ 816768 w 1343025"/>
                  <a:gd name="connsiteY5-1134" fmla="*/ 185737 h 1343025"/>
                  <a:gd name="connsiteX6-1135" fmla="*/ 900112 w 1343025"/>
                  <a:gd name="connsiteY6-1136" fmla="*/ 40481 h 1343025"/>
                  <a:gd name="connsiteX7-1137" fmla="*/ 1104900 w 1343025"/>
                  <a:gd name="connsiteY7-1138" fmla="*/ 150018 h 1343025"/>
                  <a:gd name="connsiteX8-1139" fmla="*/ 1014412 w 1343025"/>
                  <a:gd name="connsiteY8-1140" fmla="*/ 295275 h 1343025"/>
                  <a:gd name="connsiteX9-1141" fmla="*/ 1119187 w 1343025"/>
                  <a:gd name="connsiteY9-1142" fmla="*/ 431006 h 1343025"/>
                  <a:gd name="connsiteX10-1143" fmla="*/ 1281112 w 1343025"/>
                  <a:gd name="connsiteY10-1144" fmla="*/ 373856 h 1343025"/>
                  <a:gd name="connsiteX11-1145" fmla="*/ 1343025 w 1343025"/>
                  <a:gd name="connsiteY11-1146" fmla="*/ 602456 h 1343025"/>
                  <a:gd name="connsiteX12-1147" fmla="*/ 1173956 w 1343025"/>
                  <a:gd name="connsiteY12-1148" fmla="*/ 645318 h 1343025"/>
                  <a:gd name="connsiteX13-1149" fmla="*/ 1157287 w 1343025"/>
                  <a:gd name="connsiteY13-1150" fmla="*/ 812006 h 1343025"/>
                  <a:gd name="connsiteX14-1151" fmla="*/ 1307306 w 1343025"/>
                  <a:gd name="connsiteY14-1152" fmla="*/ 892968 h 1343025"/>
                  <a:gd name="connsiteX15-1153" fmla="*/ 1193006 w 1343025"/>
                  <a:gd name="connsiteY15-1154" fmla="*/ 1097756 h 1343025"/>
                  <a:gd name="connsiteX16-1155" fmla="*/ 1040606 w 1343025"/>
                  <a:gd name="connsiteY16-1156" fmla="*/ 1009650 h 1343025"/>
                  <a:gd name="connsiteX17-1157" fmla="*/ 919162 w 1343025"/>
                  <a:gd name="connsiteY17-1158" fmla="*/ 1112043 h 1343025"/>
                  <a:gd name="connsiteX18-1159" fmla="*/ 973931 w 1343025"/>
                  <a:gd name="connsiteY18-1160" fmla="*/ 1276350 h 1343025"/>
                  <a:gd name="connsiteX19-1161" fmla="*/ 745331 w 1343025"/>
                  <a:gd name="connsiteY19-1162" fmla="*/ 1343025 h 1343025"/>
                  <a:gd name="connsiteX20-1163" fmla="*/ 695325 w 1343025"/>
                  <a:gd name="connsiteY20-1164" fmla="*/ 1171575 h 1343025"/>
                  <a:gd name="connsiteX21-1165" fmla="*/ 535781 w 1343025"/>
                  <a:gd name="connsiteY21-1166" fmla="*/ 1157287 h 1343025"/>
                  <a:gd name="connsiteX22-1167" fmla="*/ 452437 w 1343025"/>
                  <a:gd name="connsiteY22-1168" fmla="*/ 1304925 h 1343025"/>
                  <a:gd name="connsiteX23-1169" fmla="*/ 245268 w 1343025"/>
                  <a:gd name="connsiteY23-1170" fmla="*/ 1193006 h 1343025"/>
                  <a:gd name="connsiteX24-1171" fmla="*/ 333375 w 1343025"/>
                  <a:gd name="connsiteY24-1172" fmla="*/ 1042987 h 1343025"/>
                  <a:gd name="connsiteX25-1173" fmla="*/ 226218 w 1343025"/>
                  <a:gd name="connsiteY25-1174" fmla="*/ 909637 h 1343025"/>
                  <a:gd name="connsiteX26-1175" fmla="*/ 59531 w 1343025"/>
                  <a:gd name="connsiteY26-1176" fmla="*/ 964406 h 1343025"/>
                  <a:gd name="connsiteX27-1177" fmla="*/ 0 w 1343025"/>
                  <a:gd name="connsiteY27-1178" fmla="*/ 733425 h 1343025"/>
                  <a:gd name="connsiteX28-1179" fmla="*/ 166687 w 1343025"/>
                  <a:gd name="connsiteY28-1180" fmla="*/ 690562 h 1343025"/>
                  <a:gd name="connsiteX29-1181" fmla="*/ 190500 w 1343025"/>
                  <a:gd name="connsiteY29-1182" fmla="*/ 521493 h 1343025"/>
                  <a:gd name="connsiteX30-1183" fmla="*/ 35718 w 1343025"/>
                  <a:gd name="connsiteY30-1184" fmla="*/ 440531 h 1343025"/>
                  <a:gd name="connsiteX31-1185" fmla="*/ 154781 w 1343025"/>
                  <a:gd name="connsiteY31-1186" fmla="*/ 242887 h 1343025"/>
                  <a:gd name="connsiteX32-1187" fmla="*/ 297656 w 1343025"/>
                  <a:gd name="connsiteY32-1188" fmla="*/ 330993 h 1343025"/>
                  <a:gd name="connsiteX0-1189" fmla="*/ 297656 w 1343025"/>
                  <a:gd name="connsiteY0-1190" fmla="*/ 330993 h 1343025"/>
                  <a:gd name="connsiteX1-1191" fmla="*/ 431006 w 1343025"/>
                  <a:gd name="connsiteY1-1192" fmla="*/ 226218 h 1343025"/>
                  <a:gd name="connsiteX2-1193" fmla="*/ 378618 w 1343025"/>
                  <a:gd name="connsiteY2-1194" fmla="*/ 61912 h 1343025"/>
                  <a:gd name="connsiteX3-1195" fmla="*/ 602456 w 1343025"/>
                  <a:gd name="connsiteY3-1196" fmla="*/ 0 h 1343025"/>
                  <a:gd name="connsiteX4-1197" fmla="*/ 652462 w 1343025"/>
                  <a:gd name="connsiteY4-1198" fmla="*/ 171450 h 1343025"/>
                  <a:gd name="connsiteX5-1199" fmla="*/ 816768 w 1343025"/>
                  <a:gd name="connsiteY5-1200" fmla="*/ 185737 h 1343025"/>
                  <a:gd name="connsiteX6-1201" fmla="*/ 900112 w 1343025"/>
                  <a:gd name="connsiteY6-1202" fmla="*/ 40481 h 1343025"/>
                  <a:gd name="connsiteX7-1203" fmla="*/ 1104900 w 1343025"/>
                  <a:gd name="connsiteY7-1204" fmla="*/ 150018 h 1343025"/>
                  <a:gd name="connsiteX8-1205" fmla="*/ 1014412 w 1343025"/>
                  <a:gd name="connsiteY8-1206" fmla="*/ 295275 h 1343025"/>
                  <a:gd name="connsiteX9-1207" fmla="*/ 1119187 w 1343025"/>
                  <a:gd name="connsiteY9-1208" fmla="*/ 431006 h 1343025"/>
                  <a:gd name="connsiteX10-1209" fmla="*/ 1281112 w 1343025"/>
                  <a:gd name="connsiteY10-1210" fmla="*/ 373856 h 1343025"/>
                  <a:gd name="connsiteX11-1211" fmla="*/ 1343025 w 1343025"/>
                  <a:gd name="connsiteY11-1212" fmla="*/ 602456 h 1343025"/>
                  <a:gd name="connsiteX12-1213" fmla="*/ 1173956 w 1343025"/>
                  <a:gd name="connsiteY12-1214" fmla="*/ 645318 h 1343025"/>
                  <a:gd name="connsiteX13-1215" fmla="*/ 1157287 w 1343025"/>
                  <a:gd name="connsiteY13-1216" fmla="*/ 812006 h 1343025"/>
                  <a:gd name="connsiteX14-1217" fmla="*/ 1307306 w 1343025"/>
                  <a:gd name="connsiteY14-1218" fmla="*/ 892968 h 1343025"/>
                  <a:gd name="connsiteX15-1219" fmla="*/ 1193006 w 1343025"/>
                  <a:gd name="connsiteY15-1220" fmla="*/ 1097756 h 1343025"/>
                  <a:gd name="connsiteX16-1221" fmla="*/ 1040606 w 1343025"/>
                  <a:gd name="connsiteY16-1222" fmla="*/ 1009650 h 1343025"/>
                  <a:gd name="connsiteX17-1223" fmla="*/ 919162 w 1343025"/>
                  <a:gd name="connsiteY17-1224" fmla="*/ 1112043 h 1343025"/>
                  <a:gd name="connsiteX18-1225" fmla="*/ 973931 w 1343025"/>
                  <a:gd name="connsiteY18-1226" fmla="*/ 1276350 h 1343025"/>
                  <a:gd name="connsiteX19-1227" fmla="*/ 745331 w 1343025"/>
                  <a:gd name="connsiteY19-1228" fmla="*/ 1343025 h 1343025"/>
                  <a:gd name="connsiteX20-1229" fmla="*/ 695325 w 1343025"/>
                  <a:gd name="connsiteY20-1230" fmla="*/ 1171575 h 1343025"/>
                  <a:gd name="connsiteX21-1231" fmla="*/ 535781 w 1343025"/>
                  <a:gd name="connsiteY21-1232" fmla="*/ 1157287 h 1343025"/>
                  <a:gd name="connsiteX22-1233" fmla="*/ 452437 w 1343025"/>
                  <a:gd name="connsiteY22-1234" fmla="*/ 1304925 h 1343025"/>
                  <a:gd name="connsiteX23-1235" fmla="*/ 245268 w 1343025"/>
                  <a:gd name="connsiteY23-1236" fmla="*/ 1193006 h 1343025"/>
                  <a:gd name="connsiteX24-1237" fmla="*/ 333375 w 1343025"/>
                  <a:gd name="connsiteY24-1238" fmla="*/ 1042987 h 1343025"/>
                  <a:gd name="connsiteX25-1239" fmla="*/ 226218 w 1343025"/>
                  <a:gd name="connsiteY25-1240" fmla="*/ 909637 h 1343025"/>
                  <a:gd name="connsiteX26-1241" fmla="*/ 59531 w 1343025"/>
                  <a:gd name="connsiteY26-1242" fmla="*/ 964406 h 1343025"/>
                  <a:gd name="connsiteX27-1243" fmla="*/ 0 w 1343025"/>
                  <a:gd name="connsiteY27-1244" fmla="*/ 733425 h 1343025"/>
                  <a:gd name="connsiteX28-1245" fmla="*/ 166687 w 1343025"/>
                  <a:gd name="connsiteY28-1246" fmla="*/ 690562 h 1343025"/>
                  <a:gd name="connsiteX29-1247" fmla="*/ 190500 w 1343025"/>
                  <a:gd name="connsiteY29-1248" fmla="*/ 521493 h 1343025"/>
                  <a:gd name="connsiteX30-1249" fmla="*/ 35718 w 1343025"/>
                  <a:gd name="connsiteY30-1250" fmla="*/ 440531 h 1343025"/>
                  <a:gd name="connsiteX31-1251" fmla="*/ 154781 w 1343025"/>
                  <a:gd name="connsiteY31-1252" fmla="*/ 242887 h 1343025"/>
                  <a:gd name="connsiteX32-1253" fmla="*/ 297656 w 1343025"/>
                  <a:gd name="connsiteY32-1254" fmla="*/ 330993 h 1343025"/>
                  <a:gd name="connsiteX0-1255" fmla="*/ 297656 w 1343025"/>
                  <a:gd name="connsiteY0-1256" fmla="*/ 330993 h 1343025"/>
                  <a:gd name="connsiteX1-1257" fmla="*/ 431006 w 1343025"/>
                  <a:gd name="connsiteY1-1258" fmla="*/ 226218 h 1343025"/>
                  <a:gd name="connsiteX2-1259" fmla="*/ 378618 w 1343025"/>
                  <a:gd name="connsiteY2-1260" fmla="*/ 61912 h 1343025"/>
                  <a:gd name="connsiteX3-1261" fmla="*/ 602456 w 1343025"/>
                  <a:gd name="connsiteY3-1262" fmla="*/ 0 h 1343025"/>
                  <a:gd name="connsiteX4-1263" fmla="*/ 652462 w 1343025"/>
                  <a:gd name="connsiteY4-1264" fmla="*/ 171450 h 1343025"/>
                  <a:gd name="connsiteX5-1265" fmla="*/ 816768 w 1343025"/>
                  <a:gd name="connsiteY5-1266" fmla="*/ 185737 h 1343025"/>
                  <a:gd name="connsiteX6-1267" fmla="*/ 900112 w 1343025"/>
                  <a:gd name="connsiteY6-1268" fmla="*/ 40481 h 1343025"/>
                  <a:gd name="connsiteX7-1269" fmla="*/ 1104900 w 1343025"/>
                  <a:gd name="connsiteY7-1270" fmla="*/ 150018 h 1343025"/>
                  <a:gd name="connsiteX8-1271" fmla="*/ 1014412 w 1343025"/>
                  <a:gd name="connsiteY8-1272" fmla="*/ 295275 h 1343025"/>
                  <a:gd name="connsiteX9-1273" fmla="*/ 1119187 w 1343025"/>
                  <a:gd name="connsiteY9-1274" fmla="*/ 431006 h 1343025"/>
                  <a:gd name="connsiteX10-1275" fmla="*/ 1281112 w 1343025"/>
                  <a:gd name="connsiteY10-1276" fmla="*/ 373856 h 1343025"/>
                  <a:gd name="connsiteX11-1277" fmla="*/ 1343025 w 1343025"/>
                  <a:gd name="connsiteY11-1278" fmla="*/ 602456 h 1343025"/>
                  <a:gd name="connsiteX12-1279" fmla="*/ 1173956 w 1343025"/>
                  <a:gd name="connsiteY12-1280" fmla="*/ 645318 h 1343025"/>
                  <a:gd name="connsiteX13-1281" fmla="*/ 1157287 w 1343025"/>
                  <a:gd name="connsiteY13-1282" fmla="*/ 812006 h 1343025"/>
                  <a:gd name="connsiteX14-1283" fmla="*/ 1307306 w 1343025"/>
                  <a:gd name="connsiteY14-1284" fmla="*/ 892968 h 1343025"/>
                  <a:gd name="connsiteX15-1285" fmla="*/ 1193006 w 1343025"/>
                  <a:gd name="connsiteY15-1286" fmla="*/ 1097756 h 1343025"/>
                  <a:gd name="connsiteX16-1287" fmla="*/ 1040606 w 1343025"/>
                  <a:gd name="connsiteY16-1288" fmla="*/ 1009650 h 1343025"/>
                  <a:gd name="connsiteX17-1289" fmla="*/ 919162 w 1343025"/>
                  <a:gd name="connsiteY17-1290" fmla="*/ 1112043 h 1343025"/>
                  <a:gd name="connsiteX18-1291" fmla="*/ 973931 w 1343025"/>
                  <a:gd name="connsiteY18-1292" fmla="*/ 1276350 h 1343025"/>
                  <a:gd name="connsiteX19-1293" fmla="*/ 745331 w 1343025"/>
                  <a:gd name="connsiteY19-1294" fmla="*/ 1343025 h 1343025"/>
                  <a:gd name="connsiteX20-1295" fmla="*/ 695325 w 1343025"/>
                  <a:gd name="connsiteY20-1296" fmla="*/ 1171575 h 1343025"/>
                  <a:gd name="connsiteX21-1297" fmla="*/ 535781 w 1343025"/>
                  <a:gd name="connsiteY21-1298" fmla="*/ 1157287 h 1343025"/>
                  <a:gd name="connsiteX22-1299" fmla="*/ 452437 w 1343025"/>
                  <a:gd name="connsiteY22-1300" fmla="*/ 1304925 h 1343025"/>
                  <a:gd name="connsiteX23-1301" fmla="*/ 245268 w 1343025"/>
                  <a:gd name="connsiteY23-1302" fmla="*/ 1193006 h 1343025"/>
                  <a:gd name="connsiteX24-1303" fmla="*/ 333375 w 1343025"/>
                  <a:gd name="connsiteY24-1304" fmla="*/ 1042987 h 1343025"/>
                  <a:gd name="connsiteX25-1305" fmla="*/ 226218 w 1343025"/>
                  <a:gd name="connsiteY25-1306" fmla="*/ 909637 h 1343025"/>
                  <a:gd name="connsiteX26-1307" fmla="*/ 59531 w 1343025"/>
                  <a:gd name="connsiteY26-1308" fmla="*/ 964406 h 1343025"/>
                  <a:gd name="connsiteX27-1309" fmla="*/ 0 w 1343025"/>
                  <a:gd name="connsiteY27-1310" fmla="*/ 733425 h 1343025"/>
                  <a:gd name="connsiteX28-1311" fmla="*/ 166687 w 1343025"/>
                  <a:gd name="connsiteY28-1312" fmla="*/ 690562 h 1343025"/>
                  <a:gd name="connsiteX29-1313" fmla="*/ 190500 w 1343025"/>
                  <a:gd name="connsiteY29-1314" fmla="*/ 521493 h 1343025"/>
                  <a:gd name="connsiteX30-1315" fmla="*/ 35718 w 1343025"/>
                  <a:gd name="connsiteY30-1316" fmla="*/ 440531 h 1343025"/>
                  <a:gd name="connsiteX31-1317" fmla="*/ 154781 w 1343025"/>
                  <a:gd name="connsiteY31-1318" fmla="*/ 242887 h 1343025"/>
                  <a:gd name="connsiteX32-1319" fmla="*/ 297656 w 1343025"/>
                  <a:gd name="connsiteY32-1320" fmla="*/ 330993 h 1343025"/>
                  <a:gd name="connsiteX0-1321" fmla="*/ 297656 w 1343025"/>
                  <a:gd name="connsiteY0-1322" fmla="*/ 330993 h 1343025"/>
                  <a:gd name="connsiteX1-1323" fmla="*/ 431006 w 1343025"/>
                  <a:gd name="connsiteY1-1324" fmla="*/ 226218 h 1343025"/>
                  <a:gd name="connsiteX2-1325" fmla="*/ 378618 w 1343025"/>
                  <a:gd name="connsiteY2-1326" fmla="*/ 61912 h 1343025"/>
                  <a:gd name="connsiteX3-1327" fmla="*/ 602456 w 1343025"/>
                  <a:gd name="connsiteY3-1328" fmla="*/ 0 h 1343025"/>
                  <a:gd name="connsiteX4-1329" fmla="*/ 652462 w 1343025"/>
                  <a:gd name="connsiteY4-1330" fmla="*/ 171450 h 1343025"/>
                  <a:gd name="connsiteX5-1331" fmla="*/ 816768 w 1343025"/>
                  <a:gd name="connsiteY5-1332" fmla="*/ 185737 h 1343025"/>
                  <a:gd name="connsiteX6-1333" fmla="*/ 900112 w 1343025"/>
                  <a:gd name="connsiteY6-1334" fmla="*/ 40481 h 1343025"/>
                  <a:gd name="connsiteX7-1335" fmla="*/ 1104900 w 1343025"/>
                  <a:gd name="connsiteY7-1336" fmla="*/ 150018 h 1343025"/>
                  <a:gd name="connsiteX8-1337" fmla="*/ 1014412 w 1343025"/>
                  <a:gd name="connsiteY8-1338" fmla="*/ 295275 h 1343025"/>
                  <a:gd name="connsiteX9-1339" fmla="*/ 1119187 w 1343025"/>
                  <a:gd name="connsiteY9-1340" fmla="*/ 431006 h 1343025"/>
                  <a:gd name="connsiteX10-1341" fmla="*/ 1281112 w 1343025"/>
                  <a:gd name="connsiteY10-1342" fmla="*/ 373856 h 1343025"/>
                  <a:gd name="connsiteX11-1343" fmla="*/ 1343025 w 1343025"/>
                  <a:gd name="connsiteY11-1344" fmla="*/ 602456 h 1343025"/>
                  <a:gd name="connsiteX12-1345" fmla="*/ 1173956 w 1343025"/>
                  <a:gd name="connsiteY12-1346" fmla="*/ 645318 h 1343025"/>
                  <a:gd name="connsiteX13-1347" fmla="*/ 1157287 w 1343025"/>
                  <a:gd name="connsiteY13-1348" fmla="*/ 812006 h 1343025"/>
                  <a:gd name="connsiteX14-1349" fmla="*/ 1307306 w 1343025"/>
                  <a:gd name="connsiteY14-1350" fmla="*/ 892968 h 1343025"/>
                  <a:gd name="connsiteX15-1351" fmla="*/ 1193006 w 1343025"/>
                  <a:gd name="connsiteY15-1352" fmla="*/ 1097756 h 1343025"/>
                  <a:gd name="connsiteX16-1353" fmla="*/ 1040606 w 1343025"/>
                  <a:gd name="connsiteY16-1354" fmla="*/ 1009650 h 1343025"/>
                  <a:gd name="connsiteX17-1355" fmla="*/ 919162 w 1343025"/>
                  <a:gd name="connsiteY17-1356" fmla="*/ 1112043 h 1343025"/>
                  <a:gd name="connsiteX18-1357" fmla="*/ 973931 w 1343025"/>
                  <a:gd name="connsiteY18-1358" fmla="*/ 1276350 h 1343025"/>
                  <a:gd name="connsiteX19-1359" fmla="*/ 745331 w 1343025"/>
                  <a:gd name="connsiteY19-1360" fmla="*/ 1343025 h 1343025"/>
                  <a:gd name="connsiteX20-1361" fmla="*/ 695325 w 1343025"/>
                  <a:gd name="connsiteY20-1362" fmla="*/ 1171575 h 1343025"/>
                  <a:gd name="connsiteX21-1363" fmla="*/ 535781 w 1343025"/>
                  <a:gd name="connsiteY21-1364" fmla="*/ 1157287 h 1343025"/>
                  <a:gd name="connsiteX22-1365" fmla="*/ 452437 w 1343025"/>
                  <a:gd name="connsiteY22-1366" fmla="*/ 1304925 h 1343025"/>
                  <a:gd name="connsiteX23-1367" fmla="*/ 245268 w 1343025"/>
                  <a:gd name="connsiteY23-1368" fmla="*/ 1193006 h 1343025"/>
                  <a:gd name="connsiteX24-1369" fmla="*/ 333375 w 1343025"/>
                  <a:gd name="connsiteY24-1370" fmla="*/ 1042987 h 1343025"/>
                  <a:gd name="connsiteX25-1371" fmla="*/ 226218 w 1343025"/>
                  <a:gd name="connsiteY25-1372" fmla="*/ 909637 h 1343025"/>
                  <a:gd name="connsiteX26-1373" fmla="*/ 59531 w 1343025"/>
                  <a:gd name="connsiteY26-1374" fmla="*/ 964406 h 1343025"/>
                  <a:gd name="connsiteX27-1375" fmla="*/ 0 w 1343025"/>
                  <a:gd name="connsiteY27-1376" fmla="*/ 733425 h 1343025"/>
                  <a:gd name="connsiteX28-1377" fmla="*/ 166687 w 1343025"/>
                  <a:gd name="connsiteY28-1378" fmla="*/ 690562 h 1343025"/>
                  <a:gd name="connsiteX29-1379" fmla="*/ 190500 w 1343025"/>
                  <a:gd name="connsiteY29-1380" fmla="*/ 521493 h 1343025"/>
                  <a:gd name="connsiteX30-1381" fmla="*/ 35718 w 1343025"/>
                  <a:gd name="connsiteY30-1382" fmla="*/ 440531 h 1343025"/>
                  <a:gd name="connsiteX31-1383" fmla="*/ 154781 w 1343025"/>
                  <a:gd name="connsiteY31-1384" fmla="*/ 242887 h 1343025"/>
                  <a:gd name="connsiteX32-1385" fmla="*/ 297656 w 1343025"/>
                  <a:gd name="connsiteY32-1386" fmla="*/ 330993 h 1343025"/>
                  <a:gd name="connsiteX0-1387" fmla="*/ 297656 w 1343025"/>
                  <a:gd name="connsiteY0-1388" fmla="*/ 330993 h 1343025"/>
                  <a:gd name="connsiteX1-1389" fmla="*/ 431006 w 1343025"/>
                  <a:gd name="connsiteY1-1390" fmla="*/ 226218 h 1343025"/>
                  <a:gd name="connsiteX2-1391" fmla="*/ 378618 w 1343025"/>
                  <a:gd name="connsiteY2-1392" fmla="*/ 61912 h 1343025"/>
                  <a:gd name="connsiteX3-1393" fmla="*/ 602456 w 1343025"/>
                  <a:gd name="connsiteY3-1394" fmla="*/ 0 h 1343025"/>
                  <a:gd name="connsiteX4-1395" fmla="*/ 652462 w 1343025"/>
                  <a:gd name="connsiteY4-1396" fmla="*/ 171450 h 1343025"/>
                  <a:gd name="connsiteX5-1397" fmla="*/ 816768 w 1343025"/>
                  <a:gd name="connsiteY5-1398" fmla="*/ 185737 h 1343025"/>
                  <a:gd name="connsiteX6-1399" fmla="*/ 900112 w 1343025"/>
                  <a:gd name="connsiteY6-1400" fmla="*/ 40481 h 1343025"/>
                  <a:gd name="connsiteX7-1401" fmla="*/ 1104900 w 1343025"/>
                  <a:gd name="connsiteY7-1402" fmla="*/ 150018 h 1343025"/>
                  <a:gd name="connsiteX8-1403" fmla="*/ 1014412 w 1343025"/>
                  <a:gd name="connsiteY8-1404" fmla="*/ 295275 h 1343025"/>
                  <a:gd name="connsiteX9-1405" fmla="*/ 1119187 w 1343025"/>
                  <a:gd name="connsiteY9-1406" fmla="*/ 431006 h 1343025"/>
                  <a:gd name="connsiteX10-1407" fmla="*/ 1281112 w 1343025"/>
                  <a:gd name="connsiteY10-1408" fmla="*/ 373856 h 1343025"/>
                  <a:gd name="connsiteX11-1409" fmla="*/ 1343025 w 1343025"/>
                  <a:gd name="connsiteY11-1410" fmla="*/ 602456 h 1343025"/>
                  <a:gd name="connsiteX12-1411" fmla="*/ 1173956 w 1343025"/>
                  <a:gd name="connsiteY12-1412" fmla="*/ 645318 h 1343025"/>
                  <a:gd name="connsiteX13-1413" fmla="*/ 1157287 w 1343025"/>
                  <a:gd name="connsiteY13-1414" fmla="*/ 812006 h 1343025"/>
                  <a:gd name="connsiteX14-1415" fmla="*/ 1307306 w 1343025"/>
                  <a:gd name="connsiteY14-1416" fmla="*/ 892968 h 1343025"/>
                  <a:gd name="connsiteX15-1417" fmla="*/ 1193006 w 1343025"/>
                  <a:gd name="connsiteY15-1418" fmla="*/ 1097756 h 1343025"/>
                  <a:gd name="connsiteX16-1419" fmla="*/ 1040606 w 1343025"/>
                  <a:gd name="connsiteY16-1420" fmla="*/ 1009650 h 1343025"/>
                  <a:gd name="connsiteX17-1421" fmla="*/ 919162 w 1343025"/>
                  <a:gd name="connsiteY17-1422" fmla="*/ 1112043 h 1343025"/>
                  <a:gd name="connsiteX18-1423" fmla="*/ 973931 w 1343025"/>
                  <a:gd name="connsiteY18-1424" fmla="*/ 1276350 h 1343025"/>
                  <a:gd name="connsiteX19-1425" fmla="*/ 745331 w 1343025"/>
                  <a:gd name="connsiteY19-1426" fmla="*/ 1343025 h 1343025"/>
                  <a:gd name="connsiteX20-1427" fmla="*/ 695325 w 1343025"/>
                  <a:gd name="connsiteY20-1428" fmla="*/ 1171575 h 1343025"/>
                  <a:gd name="connsiteX21-1429" fmla="*/ 535781 w 1343025"/>
                  <a:gd name="connsiteY21-1430" fmla="*/ 1157287 h 1343025"/>
                  <a:gd name="connsiteX22-1431" fmla="*/ 452437 w 1343025"/>
                  <a:gd name="connsiteY22-1432" fmla="*/ 1304925 h 1343025"/>
                  <a:gd name="connsiteX23-1433" fmla="*/ 245268 w 1343025"/>
                  <a:gd name="connsiteY23-1434" fmla="*/ 1193006 h 1343025"/>
                  <a:gd name="connsiteX24-1435" fmla="*/ 333375 w 1343025"/>
                  <a:gd name="connsiteY24-1436" fmla="*/ 1042987 h 1343025"/>
                  <a:gd name="connsiteX25-1437" fmla="*/ 226218 w 1343025"/>
                  <a:gd name="connsiteY25-1438" fmla="*/ 909637 h 1343025"/>
                  <a:gd name="connsiteX26-1439" fmla="*/ 59531 w 1343025"/>
                  <a:gd name="connsiteY26-1440" fmla="*/ 964406 h 1343025"/>
                  <a:gd name="connsiteX27-1441" fmla="*/ 0 w 1343025"/>
                  <a:gd name="connsiteY27-1442" fmla="*/ 733425 h 1343025"/>
                  <a:gd name="connsiteX28-1443" fmla="*/ 166687 w 1343025"/>
                  <a:gd name="connsiteY28-1444" fmla="*/ 690562 h 1343025"/>
                  <a:gd name="connsiteX29-1445" fmla="*/ 190500 w 1343025"/>
                  <a:gd name="connsiteY29-1446" fmla="*/ 521493 h 1343025"/>
                  <a:gd name="connsiteX30-1447" fmla="*/ 35718 w 1343025"/>
                  <a:gd name="connsiteY30-1448" fmla="*/ 440531 h 1343025"/>
                  <a:gd name="connsiteX31-1449" fmla="*/ 154781 w 1343025"/>
                  <a:gd name="connsiteY31-1450" fmla="*/ 242887 h 1343025"/>
                  <a:gd name="connsiteX32-1451" fmla="*/ 297656 w 1343025"/>
                  <a:gd name="connsiteY32-1452" fmla="*/ 330993 h 1343025"/>
                  <a:gd name="connsiteX0-1453" fmla="*/ 297656 w 1343025"/>
                  <a:gd name="connsiteY0-1454" fmla="*/ 330993 h 1343025"/>
                  <a:gd name="connsiteX1-1455" fmla="*/ 431006 w 1343025"/>
                  <a:gd name="connsiteY1-1456" fmla="*/ 226218 h 1343025"/>
                  <a:gd name="connsiteX2-1457" fmla="*/ 378618 w 1343025"/>
                  <a:gd name="connsiteY2-1458" fmla="*/ 61912 h 1343025"/>
                  <a:gd name="connsiteX3-1459" fmla="*/ 602456 w 1343025"/>
                  <a:gd name="connsiteY3-1460" fmla="*/ 0 h 1343025"/>
                  <a:gd name="connsiteX4-1461" fmla="*/ 652462 w 1343025"/>
                  <a:gd name="connsiteY4-1462" fmla="*/ 171450 h 1343025"/>
                  <a:gd name="connsiteX5-1463" fmla="*/ 816768 w 1343025"/>
                  <a:gd name="connsiteY5-1464" fmla="*/ 185737 h 1343025"/>
                  <a:gd name="connsiteX6-1465" fmla="*/ 900112 w 1343025"/>
                  <a:gd name="connsiteY6-1466" fmla="*/ 40481 h 1343025"/>
                  <a:gd name="connsiteX7-1467" fmla="*/ 1104900 w 1343025"/>
                  <a:gd name="connsiteY7-1468" fmla="*/ 150018 h 1343025"/>
                  <a:gd name="connsiteX8-1469" fmla="*/ 1014412 w 1343025"/>
                  <a:gd name="connsiteY8-1470" fmla="*/ 295275 h 1343025"/>
                  <a:gd name="connsiteX9-1471" fmla="*/ 1119187 w 1343025"/>
                  <a:gd name="connsiteY9-1472" fmla="*/ 431006 h 1343025"/>
                  <a:gd name="connsiteX10-1473" fmla="*/ 1281112 w 1343025"/>
                  <a:gd name="connsiteY10-1474" fmla="*/ 373856 h 1343025"/>
                  <a:gd name="connsiteX11-1475" fmla="*/ 1343025 w 1343025"/>
                  <a:gd name="connsiteY11-1476" fmla="*/ 602456 h 1343025"/>
                  <a:gd name="connsiteX12-1477" fmla="*/ 1173956 w 1343025"/>
                  <a:gd name="connsiteY12-1478" fmla="*/ 645318 h 1343025"/>
                  <a:gd name="connsiteX13-1479" fmla="*/ 1157287 w 1343025"/>
                  <a:gd name="connsiteY13-1480" fmla="*/ 812006 h 1343025"/>
                  <a:gd name="connsiteX14-1481" fmla="*/ 1307306 w 1343025"/>
                  <a:gd name="connsiteY14-1482" fmla="*/ 892968 h 1343025"/>
                  <a:gd name="connsiteX15-1483" fmla="*/ 1193006 w 1343025"/>
                  <a:gd name="connsiteY15-1484" fmla="*/ 1097756 h 1343025"/>
                  <a:gd name="connsiteX16-1485" fmla="*/ 1040606 w 1343025"/>
                  <a:gd name="connsiteY16-1486" fmla="*/ 1009650 h 1343025"/>
                  <a:gd name="connsiteX17-1487" fmla="*/ 919162 w 1343025"/>
                  <a:gd name="connsiteY17-1488" fmla="*/ 1112043 h 1343025"/>
                  <a:gd name="connsiteX18-1489" fmla="*/ 973931 w 1343025"/>
                  <a:gd name="connsiteY18-1490" fmla="*/ 1276350 h 1343025"/>
                  <a:gd name="connsiteX19-1491" fmla="*/ 745331 w 1343025"/>
                  <a:gd name="connsiteY19-1492" fmla="*/ 1343025 h 1343025"/>
                  <a:gd name="connsiteX20-1493" fmla="*/ 695325 w 1343025"/>
                  <a:gd name="connsiteY20-1494" fmla="*/ 1171575 h 1343025"/>
                  <a:gd name="connsiteX21-1495" fmla="*/ 535781 w 1343025"/>
                  <a:gd name="connsiteY21-1496" fmla="*/ 1157287 h 1343025"/>
                  <a:gd name="connsiteX22-1497" fmla="*/ 452437 w 1343025"/>
                  <a:gd name="connsiteY22-1498" fmla="*/ 1304925 h 1343025"/>
                  <a:gd name="connsiteX23-1499" fmla="*/ 245268 w 1343025"/>
                  <a:gd name="connsiteY23-1500" fmla="*/ 1193006 h 1343025"/>
                  <a:gd name="connsiteX24-1501" fmla="*/ 333375 w 1343025"/>
                  <a:gd name="connsiteY24-1502" fmla="*/ 1042987 h 1343025"/>
                  <a:gd name="connsiteX25-1503" fmla="*/ 226218 w 1343025"/>
                  <a:gd name="connsiteY25-1504" fmla="*/ 909637 h 1343025"/>
                  <a:gd name="connsiteX26-1505" fmla="*/ 59531 w 1343025"/>
                  <a:gd name="connsiteY26-1506" fmla="*/ 964406 h 1343025"/>
                  <a:gd name="connsiteX27-1507" fmla="*/ 0 w 1343025"/>
                  <a:gd name="connsiteY27-1508" fmla="*/ 733425 h 1343025"/>
                  <a:gd name="connsiteX28-1509" fmla="*/ 166687 w 1343025"/>
                  <a:gd name="connsiteY28-1510" fmla="*/ 690562 h 1343025"/>
                  <a:gd name="connsiteX29-1511" fmla="*/ 190500 w 1343025"/>
                  <a:gd name="connsiteY29-1512" fmla="*/ 521493 h 1343025"/>
                  <a:gd name="connsiteX30-1513" fmla="*/ 35718 w 1343025"/>
                  <a:gd name="connsiteY30-1514" fmla="*/ 440531 h 1343025"/>
                  <a:gd name="connsiteX31-1515" fmla="*/ 154781 w 1343025"/>
                  <a:gd name="connsiteY31-1516" fmla="*/ 242887 h 1343025"/>
                  <a:gd name="connsiteX32-1517" fmla="*/ 297656 w 1343025"/>
                  <a:gd name="connsiteY32-1518" fmla="*/ 330993 h 1343025"/>
                  <a:gd name="connsiteX0-1519" fmla="*/ 297656 w 1343025"/>
                  <a:gd name="connsiteY0-1520" fmla="*/ 330993 h 1343025"/>
                  <a:gd name="connsiteX1-1521" fmla="*/ 431006 w 1343025"/>
                  <a:gd name="connsiteY1-1522" fmla="*/ 226218 h 1343025"/>
                  <a:gd name="connsiteX2-1523" fmla="*/ 378618 w 1343025"/>
                  <a:gd name="connsiteY2-1524" fmla="*/ 61912 h 1343025"/>
                  <a:gd name="connsiteX3-1525" fmla="*/ 602456 w 1343025"/>
                  <a:gd name="connsiteY3-1526" fmla="*/ 0 h 1343025"/>
                  <a:gd name="connsiteX4-1527" fmla="*/ 652462 w 1343025"/>
                  <a:gd name="connsiteY4-1528" fmla="*/ 171450 h 1343025"/>
                  <a:gd name="connsiteX5-1529" fmla="*/ 816768 w 1343025"/>
                  <a:gd name="connsiteY5-1530" fmla="*/ 185737 h 1343025"/>
                  <a:gd name="connsiteX6-1531" fmla="*/ 900112 w 1343025"/>
                  <a:gd name="connsiteY6-1532" fmla="*/ 40481 h 1343025"/>
                  <a:gd name="connsiteX7-1533" fmla="*/ 1104900 w 1343025"/>
                  <a:gd name="connsiteY7-1534" fmla="*/ 150018 h 1343025"/>
                  <a:gd name="connsiteX8-1535" fmla="*/ 1014412 w 1343025"/>
                  <a:gd name="connsiteY8-1536" fmla="*/ 295275 h 1343025"/>
                  <a:gd name="connsiteX9-1537" fmla="*/ 1119187 w 1343025"/>
                  <a:gd name="connsiteY9-1538" fmla="*/ 431006 h 1343025"/>
                  <a:gd name="connsiteX10-1539" fmla="*/ 1281112 w 1343025"/>
                  <a:gd name="connsiteY10-1540" fmla="*/ 373856 h 1343025"/>
                  <a:gd name="connsiteX11-1541" fmla="*/ 1343025 w 1343025"/>
                  <a:gd name="connsiteY11-1542" fmla="*/ 602456 h 1343025"/>
                  <a:gd name="connsiteX12-1543" fmla="*/ 1173956 w 1343025"/>
                  <a:gd name="connsiteY12-1544" fmla="*/ 645318 h 1343025"/>
                  <a:gd name="connsiteX13-1545" fmla="*/ 1157287 w 1343025"/>
                  <a:gd name="connsiteY13-1546" fmla="*/ 812006 h 1343025"/>
                  <a:gd name="connsiteX14-1547" fmla="*/ 1307306 w 1343025"/>
                  <a:gd name="connsiteY14-1548" fmla="*/ 892968 h 1343025"/>
                  <a:gd name="connsiteX15-1549" fmla="*/ 1193006 w 1343025"/>
                  <a:gd name="connsiteY15-1550" fmla="*/ 1097756 h 1343025"/>
                  <a:gd name="connsiteX16-1551" fmla="*/ 1040606 w 1343025"/>
                  <a:gd name="connsiteY16-1552" fmla="*/ 1009650 h 1343025"/>
                  <a:gd name="connsiteX17-1553" fmla="*/ 919162 w 1343025"/>
                  <a:gd name="connsiteY17-1554" fmla="*/ 1112043 h 1343025"/>
                  <a:gd name="connsiteX18-1555" fmla="*/ 973931 w 1343025"/>
                  <a:gd name="connsiteY18-1556" fmla="*/ 1276350 h 1343025"/>
                  <a:gd name="connsiteX19-1557" fmla="*/ 745331 w 1343025"/>
                  <a:gd name="connsiteY19-1558" fmla="*/ 1343025 h 1343025"/>
                  <a:gd name="connsiteX20-1559" fmla="*/ 695325 w 1343025"/>
                  <a:gd name="connsiteY20-1560" fmla="*/ 1171575 h 1343025"/>
                  <a:gd name="connsiteX21-1561" fmla="*/ 535781 w 1343025"/>
                  <a:gd name="connsiteY21-1562" fmla="*/ 1157287 h 1343025"/>
                  <a:gd name="connsiteX22-1563" fmla="*/ 452437 w 1343025"/>
                  <a:gd name="connsiteY22-1564" fmla="*/ 1304925 h 1343025"/>
                  <a:gd name="connsiteX23-1565" fmla="*/ 245268 w 1343025"/>
                  <a:gd name="connsiteY23-1566" fmla="*/ 1193006 h 1343025"/>
                  <a:gd name="connsiteX24-1567" fmla="*/ 333375 w 1343025"/>
                  <a:gd name="connsiteY24-1568" fmla="*/ 1042987 h 1343025"/>
                  <a:gd name="connsiteX25-1569" fmla="*/ 226218 w 1343025"/>
                  <a:gd name="connsiteY25-1570" fmla="*/ 909637 h 1343025"/>
                  <a:gd name="connsiteX26-1571" fmla="*/ 59531 w 1343025"/>
                  <a:gd name="connsiteY26-1572" fmla="*/ 964406 h 1343025"/>
                  <a:gd name="connsiteX27-1573" fmla="*/ 0 w 1343025"/>
                  <a:gd name="connsiteY27-1574" fmla="*/ 733425 h 1343025"/>
                  <a:gd name="connsiteX28-1575" fmla="*/ 166687 w 1343025"/>
                  <a:gd name="connsiteY28-1576" fmla="*/ 690562 h 1343025"/>
                  <a:gd name="connsiteX29-1577" fmla="*/ 190500 w 1343025"/>
                  <a:gd name="connsiteY29-1578" fmla="*/ 521493 h 1343025"/>
                  <a:gd name="connsiteX30-1579" fmla="*/ 35718 w 1343025"/>
                  <a:gd name="connsiteY30-1580" fmla="*/ 440531 h 1343025"/>
                  <a:gd name="connsiteX31-1581" fmla="*/ 154781 w 1343025"/>
                  <a:gd name="connsiteY31-1582" fmla="*/ 242887 h 1343025"/>
                  <a:gd name="connsiteX32-1583" fmla="*/ 297656 w 1343025"/>
                  <a:gd name="connsiteY32-1584" fmla="*/ 330993 h 1343025"/>
                  <a:gd name="connsiteX0-1585" fmla="*/ 297656 w 1343025"/>
                  <a:gd name="connsiteY0-1586" fmla="*/ 330993 h 1343025"/>
                  <a:gd name="connsiteX1-1587" fmla="*/ 431006 w 1343025"/>
                  <a:gd name="connsiteY1-1588" fmla="*/ 226218 h 1343025"/>
                  <a:gd name="connsiteX2-1589" fmla="*/ 378618 w 1343025"/>
                  <a:gd name="connsiteY2-1590" fmla="*/ 61912 h 1343025"/>
                  <a:gd name="connsiteX3-1591" fmla="*/ 602456 w 1343025"/>
                  <a:gd name="connsiteY3-1592" fmla="*/ 0 h 1343025"/>
                  <a:gd name="connsiteX4-1593" fmla="*/ 652462 w 1343025"/>
                  <a:gd name="connsiteY4-1594" fmla="*/ 171450 h 1343025"/>
                  <a:gd name="connsiteX5-1595" fmla="*/ 816768 w 1343025"/>
                  <a:gd name="connsiteY5-1596" fmla="*/ 185737 h 1343025"/>
                  <a:gd name="connsiteX6-1597" fmla="*/ 900112 w 1343025"/>
                  <a:gd name="connsiteY6-1598" fmla="*/ 40481 h 1343025"/>
                  <a:gd name="connsiteX7-1599" fmla="*/ 1104900 w 1343025"/>
                  <a:gd name="connsiteY7-1600" fmla="*/ 150018 h 1343025"/>
                  <a:gd name="connsiteX8-1601" fmla="*/ 1014412 w 1343025"/>
                  <a:gd name="connsiteY8-1602" fmla="*/ 295275 h 1343025"/>
                  <a:gd name="connsiteX9-1603" fmla="*/ 1119187 w 1343025"/>
                  <a:gd name="connsiteY9-1604" fmla="*/ 431006 h 1343025"/>
                  <a:gd name="connsiteX10-1605" fmla="*/ 1281112 w 1343025"/>
                  <a:gd name="connsiteY10-1606" fmla="*/ 373856 h 1343025"/>
                  <a:gd name="connsiteX11-1607" fmla="*/ 1343025 w 1343025"/>
                  <a:gd name="connsiteY11-1608" fmla="*/ 602456 h 1343025"/>
                  <a:gd name="connsiteX12-1609" fmla="*/ 1173956 w 1343025"/>
                  <a:gd name="connsiteY12-1610" fmla="*/ 645318 h 1343025"/>
                  <a:gd name="connsiteX13-1611" fmla="*/ 1157287 w 1343025"/>
                  <a:gd name="connsiteY13-1612" fmla="*/ 812006 h 1343025"/>
                  <a:gd name="connsiteX14-1613" fmla="*/ 1307306 w 1343025"/>
                  <a:gd name="connsiteY14-1614" fmla="*/ 892968 h 1343025"/>
                  <a:gd name="connsiteX15-1615" fmla="*/ 1193006 w 1343025"/>
                  <a:gd name="connsiteY15-1616" fmla="*/ 1097756 h 1343025"/>
                  <a:gd name="connsiteX16-1617" fmla="*/ 1040606 w 1343025"/>
                  <a:gd name="connsiteY16-1618" fmla="*/ 1009650 h 1343025"/>
                  <a:gd name="connsiteX17-1619" fmla="*/ 919162 w 1343025"/>
                  <a:gd name="connsiteY17-1620" fmla="*/ 1112043 h 1343025"/>
                  <a:gd name="connsiteX18-1621" fmla="*/ 973931 w 1343025"/>
                  <a:gd name="connsiteY18-1622" fmla="*/ 1276350 h 1343025"/>
                  <a:gd name="connsiteX19-1623" fmla="*/ 745331 w 1343025"/>
                  <a:gd name="connsiteY19-1624" fmla="*/ 1343025 h 1343025"/>
                  <a:gd name="connsiteX20-1625" fmla="*/ 695325 w 1343025"/>
                  <a:gd name="connsiteY20-1626" fmla="*/ 1171575 h 1343025"/>
                  <a:gd name="connsiteX21-1627" fmla="*/ 535781 w 1343025"/>
                  <a:gd name="connsiteY21-1628" fmla="*/ 1157287 h 1343025"/>
                  <a:gd name="connsiteX22-1629" fmla="*/ 452437 w 1343025"/>
                  <a:gd name="connsiteY22-1630" fmla="*/ 1304925 h 1343025"/>
                  <a:gd name="connsiteX23-1631" fmla="*/ 245268 w 1343025"/>
                  <a:gd name="connsiteY23-1632" fmla="*/ 1193006 h 1343025"/>
                  <a:gd name="connsiteX24-1633" fmla="*/ 333375 w 1343025"/>
                  <a:gd name="connsiteY24-1634" fmla="*/ 1042987 h 1343025"/>
                  <a:gd name="connsiteX25-1635" fmla="*/ 226218 w 1343025"/>
                  <a:gd name="connsiteY25-1636" fmla="*/ 909637 h 1343025"/>
                  <a:gd name="connsiteX26-1637" fmla="*/ 59531 w 1343025"/>
                  <a:gd name="connsiteY26-1638" fmla="*/ 964406 h 1343025"/>
                  <a:gd name="connsiteX27-1639" fmla="*/ 0 w 1343025"/>
                  <a:gd name="connsiteY27-1640" fmla="*/ 733425 h 1343025"/>
                  <a:gd name="connsiteX28-1641" fmla="*/ 166687 w 1343025"/>
                  <a:gd name="connsiteY28-1642" fmla="*/ 690562 h 1343025"/>
                  <a:gd name="connsiteX29-1643" fmla="*/ 190500 w 1343025"/>
                  <a:gd name="connsiteY29-1644" fmla="*/ 521493 h 1343025"/>
                  <a:gd name="connsiteX30-1645" fmla="*/ 35718 w 1343025"/>
                  <a:gd name="connsiteY30-1646" fmla="*/ 440531 h 1343025"/>
                  <a:gd name="connsiteX31-1647" fmla="*/ 154781 w 1343025"/>
                  <a:gd name="connsiteY31-1648" fmla="*/ 242887 h 1343025"/>
                  <a:gd name="connsiteX32-1649" fmla="*/ 297656 w 1343025"/>
                  <a:gd name="connsiteY32-1650" fmla="*/ 330993 h 1343025"/>
                  <a:gd name="connsiteX0-1651" fmla="*/ 297656 w 1343025"/>
                  <a:gd name="connsiteY0-1652" fmla="*/ 330993 h 1343025"/>
                  <a:gd name="connsiteX1-1653" fmla="*/ 431006 w 1343025"/>
                  <a:gd name="connsiteY1-1654" fmla="*/ 226218 h 1343025"/>
                  <a:gd name="connsiteX2-1655" fmla="*/ 378618 w 1343025"/>
                  <a:gd name="connsiteY2-1656" fmla="*/ 61912 h 1343025"/>
                  <a:gd name="connsiteX3-1657" fmla="*/ 602456 w 1343025"/>
                  <a:gd name="connsiteY3-1658" fmla="*/ 0 h 1343025"/>
                  <a:gd name="connsiteX4-1659" fmla="*/ 652462 w 1343025"/>
                  <a:gd name="connsiteY4-1660" fmla="*/ 171450 h 1343025"/>
                  <a:gd name="connsiteX5-1661" fmla="*/ 816768 w 1343025"/>
                  <a:gd name="connsiteY5-1662" fmla="*/ 185737 h 1343025"/>
                  <a:gd name="connsiteX6-1663" fmla="*/ 900112 w 1343025"/>
                  <a:gd name="connsiteY6-1664" fmla="*/ 40481 h 1343025"/>
                  <a:gd name="connsiteX7-1665" fmla="*/ 1104900 w 1343025"/>
                  <a:gd name="connsiteY7-1666" fmla="*/ 150018 h 1343025"/>
                  <a:gd name="connsiteX8-1667" fmla="*/ 1014412 w 1343025"/>
                  <a:gd name="connsiteY8-1668" fmla="*/ 295275 h 1343025"/>
                  <a:gd name="connsiteX9-1669" fmla="*/ 1119187 w 1343025"/>
                  <a:gd name="connsiteY9-1670" fmla="*/ 431006 h 1343025"/>
                  <a:gd name="connsiteX10-1671" fmla="*/ 1281112 w 1343025"/>
                  <a:gd name="connsiteY10-1672" fmla="*/ 373856 h 1343025"/>
                  <a:gd name="connsiteX11-1673" fmla="*/ 1343025 w 1343025"/>
                  <a:gd name="connsiteY11-1674" fmla="*/ 602456 h 1343025"/>
                  <a:gd name="connsiteX12-1675" fmla="*/ 1173956 w 1343025"/>
                  <a:gd name="connsiteY12-1676" fmla="*/ 645318 h 1343025"/>
                  <a:gd name="connsiteX13-1677" fmla="*/ 1157287 w 1343025"/>
                  <a:gd name="connsiteY13-1678" fmla="*/ 812006 h 1343025"/>
                  <a:gd name="connsiteX14-1679" fmla="*/ 1307306 w 1343025"/>
                  <a:gd name="connsiteY14-1680" fmla="*/ 892968 h 1343025"/>
                  <a:gd name="connsiteX15-1681" fmla="*/ 1193006 w 1343025"/>
                  <a:gd name="connsiteY15-1682" fmla="*/ 1097756 h 1343025"/>
                  <a:gd name="connsiteX16-1683" fmla="*/ 1040606 w 1343025"/>
                  <a:gd name="connsiteY16-1684" fmla="*/ 1009650 h 1343025"/>
                  <a:gd name="connsiteX17-1685" fmla="*/ 919162 w 1343025"/>
                  <a:gd name="connsiteY17-1686" fmla="*/ 1112043 h 1343025"/>
                  <a:gd name="connsiteX18-1687" fmla="*/ 973931 w 1343025"/>
                  <a:gd name="connsiteY18-1688" fmla="*/ 1276350 h 1343025"/>
                  <a:gd name="connsiteX19-1689" fmla="*/ 745331 w 1343025"/>
                  <a:gd name="connsiteY19-1690" fmla="*/ 1343025 h 1343025"/>
                  <a:gd name="connsiteX20-1691" fmla="*/ 695325 w 1343025"/>
                  <a:gd name="connsiteY20-1692" fmla="*/ 1171575 h 1343025"/>
                  <a:gd name="connsiteX21-1693" fmla="*/ 535781 w 1343025"/>
                  <a:gd name="connsiteY21-1694" fmla="*/ 1157287 h 1343025"/>
                  <a:gd name="connsiteX22-1695" fmla="*/ 452437 w 1343025"/>
                  <a:gd name="connsiteY22-1696" fmla="*/ 1304925 h 1343025"/>
                  <a:gd name="connsiteX23-1697" fmla="*/ 245268 w 1343025"/>
                  <a:gd name="connsiteY23-1698" fmla="*/ 1193006 h 1343025"/>
                  <a:gd name="connsiteX24-1699" fmla="*/ 333375 w 1343025"/>
                  <a:gd name="connsiteY24-1700" fmla="*/ 1042987 h 1343025"/>
                  <a:gd name="connsiteX25-1701" fmla="*/ 226218 w 1343025"/>
                  <a:gd name="connsiteY25-1702" fmla="*/ 909637 h 1343025"/>
                  <a:gd name="connsiteX26-1703" fmla="*/ 59531 w 1343025"/>
                  <a:gd name="connsiteY26-1704" fmla="*/ 964406 h 1343025"/>
                  <a:gd name="connsiteX27-1705" fmla="*/ 0 w 1343025"/>
                  <a:gd name="connsiteY27-1706" fmla="*/ 733425 h 1343025"/>
                  <a:gd name="connsiteX28-1707" fmla="*/ 166687 w 1343025"/>
                  <a:gd name="connsiteY28-1708" fmla="*/ 690562 h 1343025"/>
                  <a:gd name="connsiteX29-1709" fmla="*/ 190500 w 1343025"/>
                  <a:gd name="connsiteY29-1710" fmla="*/ 521493 h 1343025"/>
                  <a:gd name="connsiteX30-1711" fmla="*/ 35718 w 1343025"/>
                  <a:gd name="connsiteY30-1712" fmla="*/ 440531 h 1343025"/>
                  <a:gd name="connsiteX31-1713" fmla="*/ 154781 w 1343025"/>
                  <a:gd name="connsiteY31-1714" fmla="*/ 242887 h 1343025"/>
                  <a:gd name="connsiteX32-1715" fmla="*/ 297656 w 1343025"/>
                  <a:gd name="connsiteY32-1716" fmla="*/ 330993 h 1343025"/>
                  <a:gd name="connsiteX0-1717" fmla="*/ 297656 w 1343025"/>
                  <a:gd name="connsiteY0-1718" fmla="*/ 330993 h 1343025"/>
                  <a:gd name="connsiteX1-1719" fmla="*/ 431006 w 1343025"/>
                  <a:gd name="connsiteY1-1720" fmla="*/ 226218 h 1343025"/>
                  <a:gd name="connsiteX2-1721" fmla="*/ 378618 w 1343025"/>
                  <a:gd name="connsiteY2-1722" fmla="*/ 61912 h 1343025"/>
                  <a:gd name="connsiteX3-1723" fmla="*/ 602456 w 1343025"/>
                  <a:gd name="connsiteY3-1724" fmla="*/ 0 h 1343025"/>
                  <a:gd name="connsiteX4-1725" fmla="*/ 652462 w 1343025"/>
                  <a:gd name="connsiteY4-1726" fmla="*/ 171450 h 1343025"/>
                  <a:gd name="connsiteX5-1727" fmla="*/ 816768 w 1343025"/>
                  <a:gd name="connsiteY5-1728" fmla="*/ 185737 h 1343025"/>
                  <a:gd name="connsiteX6-1729" fmla="*/ 900112 w 1343025"/>
                  <a:gd name="connsiteY6-1730" fmla="*/ 40481 h 1343025"/>
                  <a:gd name="connsiteX7-1731" fmla="*/ 1104900 w 1343025"/>
                  <a:gd name="connsiteY7-1732" fmla="*/ 150018 h 1343025"/>
                  <a:gd name="connsiteX8-1733" fmla="*/ 1014412 w 1343025"/>
                  <a:gd name="connsiteY8-1734" fmla="*/ 295275 h 1343025"/>
                  <a:gd name="connsiteX9-1735" fmla="*/ 1119187 w 1343025"/>
                  <a:gd name="connsiteY9-1736" fmla="*/ 431006 h 1343025"/>
                  <a:gd name="connsiteX10-1737" fmla="*/ 1281112 w 1343025"/>
                  <a:gd name="connsiteY10-1738" fmla="*/ 373856 h 1343025"/>
                  <a:gd name="connsiteX11-1739" fmla="*/ 1343025 w 1343025"/>
                  <a:gd name="connsiteY11-1740" fmla="*/ 602456 h 1343025"/>
                  <a:gd name="connsiteX12-1741" fmla="*/ 1173956 w 1343025"/>
                  <a:gd name="connsiteY12-1742" fmla="*/ 645318 h 1343025"/>
                  <a:gd name="connsiteX13-1743" fmla="*/ 1157287 w 1343025"/>
                  <a:gd name="connsiteY13-1744" fmla="*/ 812006 h 1343025"/>
                  <a:gd name="connsiteX14-1745" fmla="*/ 1307306 w 1343025"/>
                  <a:gd name="connsiteY14-1746" fmla="*/ 892968 h 1343025"/>
                  <a:gd name="connsiteX15-1747" fmla="*/ 1193006 w 1343025"/>
                  <a:gd name="connsiteY15-1748" fmla="*/ 1097756 h 1343025"/>
                  <a:gd name="connsiteX16-1749" fmla="*/ 1040606 w 1343025"/>
                  <a:gd name="connsiteY16-1750" fmla="*/ 1009650 h 1343025"/>
                  <a:gd name="connsiteX17-1751" fmla="*/ 919162 w 1343025"/>
                  <a:gd name="connsiteY17-1752" fmla="*/ 1112043 h 1343025"/>
                  <a:gd name="connsiteX18-1753" fmla="*/ 973931 w 1343025"/>
                  <a:gd name="connsiteY18-1754" fmla="*/ 1276350 h 1343025"/>
                  <a:gd name="connsiteX19-1755" fmla="*/ 745331 w 1343025"/>
                  <a:gd name="connsiteY19-1756" fmla="*/ 1343025 h 1343025"/>
                  <a:gd name="connsiteX20-1757" fmla="*/ 695325 w 1343025"/>
                  <a:gd name="connsiteY20-1758" fmla="*/ 1171575 h 1343025"/>
                  <a:gd name="connsiteX21-1759" fmla="*/ 535781 w 1343025"/>
                  <a:gd name="connsiteY21-1760" fmla="*/ 1157287 h 1343025"/>
                  <a:gd name="connsiteX22-1761" fmla="*/ 452437 w 1343025"/>
                  <a:gd name="connsiteY22-1762" fmla="*/ 1304925 h 1343025"/>
                  <a:gd name="connsiteX23-1763" fmla="*/ 245268 w 1343025"/>
                  <a:gd name="connsiteY23-1764" fmla="*/ 1193006 h 1343025"/>
                  <a:gd name="connsiteX24-1765" fmla="*/ 333375 w 1343025"/>
                  <a:gd name="connsiteY24-1766" fmla="*/ 1042987 h 1343025"/>
                  <a:gd name="connsiteX25-1767" fmla="*/ 226218 w 1343025"/>
                  <a:gd name="connsiteY25-1768" fmla="*/ 909637 h 1343025"/>
                  <a:gd name="connsiteX26-1769" fmla="*/ 59531 w 1343025"/>
                  <a:gd name="connsiteY26-1770" fmla="*/ 964406 h 1343025"/>
                  <a:gd name="connsiteX27-1771" fmla="*/ 0 w 1343025"/>
                  <a:gd name="connsiteY27-1772" fmla="*/ 733425 h 1343025"/>
                  <a:gd name="connsiteX28-1773" fmla="*/ 166687 w 1343025"/>
                  <a:gd name="connsiteY28-1774" fmla="*/ 690562 h 1343025"/>
                  <a:gd name="connsiteX29-1775" fmla="*/ 190500 w 1343025"/>
                  <a:gd name="connsiteY29-1776" fmla="*/ 521493 h 1343025"/>
                  <a:gd name="connsiteX30-1777" fmla="*/ 35718 w 1343025"/>
                  <a:gd name="connsiteY30-1778" fmla="*/ 440531 h 1343025"/>
                  <a:gd name="connsiteX31-1779" fmla="*/ 154781 w 1343025"/>
                  <a:gd name="connsiteY31-1780" fmla="*/ 242887 h 1343025"/>
                  <a:gd name="connsiteX32-1781" fmla="*/ 297656 w 1343025"/>
                  <a:gd name="connsiteY32-1782" fmla="*/ 330993 h 1343025"/>
                  <a:gd name="connsiteX0-1783" fmla="*/ 297656 w 1343025"/>
                  <a:gd name="connsiteY0-1784" fmla="*/ 330993 h 1343025"/>
                  <a:gd name="connsiteX1-1785" fmla="*/ 431006 w 1343025"/>
                  <a:gd name="connsiteY1-1786" fmla="*/ 226218 h 1343025"/>
                  <a:gd name="connsiteX2-1787" fmla="*/ 378618 w 1343025"/>
                  <a:gd name="connsiteY2-1788" fmla="*/ 61912 h 1343025"/>
                  <a:gd name="connsiteX3-1789" fmla="*/ 602456 w 1343025"/>
                  <a:gd name="connsiteY3-1790" fmla="*/ 0 h 1343025"/>
                  <a:gd name="connsiteX4-1791" fmla="*/ 652462 w 1343025"/>
                  <a:gd name="connsiteY4-1792" fmla="*/ 171450 h 1343025"/>
                  <a:gd name="connsiteX5-1793" fmla="*/ 816768 w 1343025"/>
                  <a:gd name="connsiteY5-1794" fmla="*/ 185737 h 1343025"/>
                  <a:gd name="connsiteX6-1795" fmla="*/ 900112 w 1343025"/>
                  <a:gd name="connsiteY6-1796" fmla="*/ 40481 h 1343025"/>
                  <a:gd name="connsiteX7-1797" fmla="*/ 1104900 w 1343025"/>
                  <a:gd name="connsiteY7-1798" fmla="*/ 150018 h 1343025"/>
                  <a:gd name="connsiteX8-1799" fmla="*/ 1014412 w 1343025"/>
                  <a:gd name="connsiteY8-1800" fmla="*/ 295275 h 1343025"/>
                  <a:gd name="connsiteX9-1801" fmla="*/ 1119187 w 1343025"/>
                  <a:gd name="connsiteY9-1802" fmla="*/ 431006 h 1343025"/>
                  <a:gd name="connsiteX10-1803" fmla="*/ 1281112 w 1343025"/>
                  <a:gd name="connsiteY10-1804" fmla="*/ 373856 h 1343025"/>
                  <a:gd name="connsiteX11-1805" fmla="*/ 1343025 w 1343025"/>
                  <a:gd name="connsiteY11-1806" fmla="*/ 602456 h 1343025"/>
                  <a:gd name="connsiteX12-1807" fmla="*/ 1173956 w 1343025"/>
                  <a:gd name="connsiteY12-1808" fmla="*/ 645318 h 1343025"/>
                  <a:gd name="connsiteX13-1809" fmla="*/ 1157287 w 1343025"/>
                  <a:gd name="connsiteY13-1810" fmla="*/ 812006 h 1343025"/>
                  <a:gd name="connsiteX14-1811" fmla="*/ 1307306 w 1343025"/>
                  <a:gd name="connsiteY14-1812" fmla="*/ 892968 h 1343025"/>
                  <a:gd name="connsiteX15-1813" fmla="*/ 1193006 w 1343025"/>
                  <a:gd name="connsiteY15-1814" fmla="*/ 1097756 h 1343025"/>
                  <a:gd name="connsiteX16-1815" fmla="*/ 1040606 w 1343025"/>
                  <a:gd name="connsiteY16-1816" fmla="*/ 1009650 h 1343025"/>
                  <a:gd name="connsiteX17-1817" fmla="*/ 919162 w 1343025"/>
                  <a:gd name="connsiteY17-1818" fmla="*/ 1112043 h 1343025"/>
                  <a:gd name="connsiteX18-1819" fmla="*/ 973931 w 1343025"/>
                  <a:gd name="connsiteY18-1820" fmla="*/ 1276350 h 1343025"/>
                  <a:gd name="connsiteX19-1821" fmla="*/ 745331 w 1343025"/>
                  <a:gd name="connsiteY19-1822" fmla="*/ 1343025 h 1343025"/>
                  <a:gd name="connsiteX20-1823" fmla="*/ 695325 w 1343025"/>
                  <a:gd name="connsiteY20-1824" fmla="*/ 1171575 h 1343025"/>
                  <a:gd name="connsiteX21-1825" fmla="*/ 535781 w 1343025"/>
                  <a:gd name="connsiteY21-1826" fmla="*/ 1157287 h 1343025"/>
                  <a:gd name="connsiteX22-1827" fmla="*/ 452437 w 1343025"/>
                  <a:gd name="connsiteY22-1828" fmla="*/ 1304925 h 1343025"/>
                  <a:gd name="connsiteX23-1829" fmla="*/ 245268 w 1343025"/>
                  <a:gd name="connsiteY23-1830" fmla="*/ 1193006 h 1343025"/>
                  <a:gd name="connsiteX24-1831" fmla="*/ 333375 w 1343025"/>
                  <a:gd name="connsiteY24-1832" fmla="*/ 1042987 h 1343025"/>
                  <a:gd name="connsiteX25-1833" fmla="*/ 226218 w 1343025"/>
                  <a:gd name="connsiteY25-1834" fmla="*/ 909637 h 1343025"/>
                  <a:gd name="connsiteX26-1835" fmla="*/ 59531 w 1343025"/>
                  <a:gd name="connsiteY26-1836" fmla="*/ 964406 h 1343025"/>
                  <a:gd name="connsiteX27-1837" fmla="*/ 0 w 1343025"/>
                  <a:gd name="connsiteY27-1838" fmla="*/ 733425 h 1343025"/>
                  <a:gd name="connsiteX28-1839" fmla="*/ 166687 w 1343025"/>
                  <a:gd name="connsiteY28-1840" fmla="*/ 690562 h 1343025"/>
                  <a:gd name="connsiteX29-1841" fmla="*/ 190500 w 1343025"/>
                  <a:gd name="connsiteY29-1842" fmla="*/ 521493 h 1343025"/>
                  <a:gd name="connsiteX30-1843" fmla="*/ 35718 w 1343025"/>
                  <a:gd name="connsiteY30-1844" fmla="*/ 440531 h 1343025"/>
                  <a:gd name="connsiteX31-1845" fmla="*/ 154781 w 1343025"/>
                  <a:gd name="connsiteY31-1846" fmla="*/ 242887 h 1343025"/>
                  <a:gd name="connsiteX32-1847" fmla="*/ 297656 w 1343025"/>
                  <a:gd name="connsiteY32-1848" fmla="*/ 330993 h 1343025"/>
                  <a:gd name="connsiteX0-1849" fmla="*/ 297656 w 1343025"/>
                  <a:gd name="connsiteY0-1850" fmla="*/ 330993 h 1343025"/>
                  <a:gd name="connsiteX1-1851" fmla="*/ 431006 w 1343025"/>
                  <a:gd name="connsiteY1-1852" fmla="*/ 226218 h 1343025"/>
                  <a:gd name="connsiteX2-1853" fmla="*/ 378618 w 1343025"/>
                  <a:gd name="connsiteY2-1854" fmla="*/ 61912 h 1343025"/>
                  <a:gd name="connsiteX3-1855" fmla="*/ 602456 w 1343025"/>
                  <a:gd name="connsiteY3-1856" fmla="*/ 0 h 1343025"/>
                  <a:gd name="connsiteX4-1857" fmla="*/ 652462 w 1343025"/>
                  <a:gd name="connsiteY4-1858" fmla="*/ 171450 h 1343025"/>
                  <a:gd name="connsiteX5-1859" fmla="*/ 816768 w 1343025"/>
                  <a:gd name="connsiteY5-1860" fmla="*/ 185737 h 1343025"/>
                  <a:gd name="connsiteX6-1861" fmla="*/ 900112 w 1343025"/>
                  <a:gd name="connsiteY6-1862" fmla="*/ 40481 h 1343025"/>
                  <a:gd name="connsiteX7-1863" fmla="*/ 1104900 w 1343025"/>
                  <a:gd name="connsiteY7-1864" fmla="*/ 150018 h 1343025"/>
                  <a:gd name="connsiteX8-1865" fmla="*/ 1014412 w 1343025"/>
                  <a:gd name="connsiteY8-1866" fmla="*/ 295275 h 1343025"/>
                  <a:gd name="connsiteX9-1867" fmla="*/ 1119187 w 1343025"/>
                  <a:gd name="connsiteY9-1868" fmla="*/ 431006 h 1343025"/>
                  <a:gd name="connsiteX10-1869" fmla="*/ 1281112 w 1343025"/>
                  <a:gd name="connsiteY10-1870" fmla="*/ 373856 h 1343025"/>
                  <a:gd name="connsiteX11-1871" fmla="*/ 1343025 w 1343025"/>
                  <a:gd name="connsiteY11-1872" fmla="*/ 602456 h 1343025"/>
                  <a:gd name="connsiteX12-1873" fmla="*/ 1173956 w 1343025"/>
                  <a:gd name="connsiteY12-1874" fmla="*/ 645318 h 1343025"/>
                  <a:gd name="connsiteX13-1875" fmla="*/ 1157287 w 1343025"/>
                  <a:gd name="connsiteY13-1876" fmla="*/ 812006 h 1343025"/>
                  <a:gd name="connsiteX14-1877" fmla="*/ 1307306 w 1343025"/>
                  <a:gd name="connsiteY14-1878" fmla="*/ 892968 h 1343025"/>
                  <a:gd name="connsiteX15-1879" fmla="*/ 1193006 w 1343025"/>
                  <a:gd name="connsiteY15-1880" fmla="*/ 1097756 h 1343025"/>
                  <a:gd name="connsiteX16-1881" fmla="*/ 1040606 w 1343025"/>
                  <a:gd name="connsiteY16-1882" fmla="*/ 1009650 h 1343025"/>
                  <a:gd name="connsiteX17-1883" fmla="*/ 919162 w 1343025"/>
                  <a:gd name="connsiteY17-1884" fmla="*/ 1112043 h 1343025"/>
                  <a:gd name="connsiteX18-1885" fmla="*/ 973931 w 1343025"/>
                  <a:gd name="connsiteY18-1886" fmla="*/ 1276350 h 1343025"/>
                  <a:gd name="connsiteX19-1887" fmla="*/ 745331 w 1343025"/>
                  <a:gd name="connsiteY19-1888" fmla="*/ 1343025 h 1343025"/>
                  <a:gd name="connsiteX20-1889" fmla="*/ 695325 w 1343025"/>
                  <a:gd name="connsiteY20-1890" fmla="*/ 1171575 h 1343025"/>
                  <a:gd name="connsiteX21-1891" fmla="*/ 535781 w 1343025"/>
                  <a:gd name="connsiteY21-1892" fmla="*/ 1157287 h 1343025"/>
                  <a:gd name="connsiteX22-1893" fmla="*/ 452437 w 1343025"/>
                  <a:gd name="connsiteY22-1894" fmla="*/ 1304925 h 1343025"/>
                  <a:gd name="connsiteX23-1895" fmla="*/ 245268 w 1343025"/>
                  <a:gd name="connsiteY23-1896" fmla="*/ 1193006 h 1343025"/>
                  <a:gd name="connsiteX24-1897" fmla="*/ 333375 w 1343025"/>
                  <a:gd name="connsiteY24-1898" fmla="*/ 1042987 h 1343025"/>
                  <a:gd name="connsiteX25-1899" fmla="*/ 226218 w 1343025"/>
                  <a:gd name="connsiteY25-1900" fmla="*/ 909637 h 1343025"/>
                  <a:gd name="connsiteX26-1901" fmla="*/ 59531 w 1343025"/>
                  <a:gd name="connsiteY26-1902" fmla="*/ 964406 h 1343025"/>
                  <a:gd name="connsiteX27-1903" fmla="*/ 0 w 1343025"/>
                  <a:gd name="connsiteY27-1904" fmla="*/ 733425 h 1343025"/>
                  <a:gd name="connsiteX28-1905" fmla="*/ 166687 w 1343025"/>
                  <a:gd name="connsiteY28-1906" fmla="*/ 690562 h 1343025"/>
                  <a:gd name="connsiteX29-1907" fmla="*/ 190500 w 1343025"/>
                  <a:gd name="connsiteY29-1908" fmla="*/ 521493 h 1343025"/>
                  <a:gd name="connsiteX30-1909" fmla="*/ 35718 w 1343025"/>
                  <a:gd name="connsiteY30-1910" fmla="*/ 440531 h 1343025"/>
                  <a:gd name="connsiteX31-1911" fmla="*/ 154781 w 1343025"/>
                  <a:gd name="connsiteY31-1912" fmla="*/ 242887 h 1343025"/>
                  <a:gd name="connsiteX32-1913" fmla="*/ 297656 w 1343025"/>
                  <a:gd name="connsiteY32-1914" fmla="*/ 330993 h 1343025"/>
                  <a:gd name="connsiteX0-1915" fmla="*/ 297656 w 1343025"/>
                  <a:gd name="connsiteY0-1916" fmla="*/ 330993 h 1343025"/>
                  <a:gd name="connsiteX1-1917" fmla="*/ 431006 w 1343025"/>
                  <a:gd name="connsiteY1-1918" fmla="*/ 226218 h 1343025"/>
                  <a:gd name="connsiteX2-1919" fmla="*/ 378618 w 1343025"/>
                  <a:gd name="connsiteY2-1920" fmla="*/ 61912 h 1343025"/>
                  <a:gd name="connsiteX3-1921" fmla="*/ 602456 w 1343025"/>
                  <a:gd name="connsiteY3-1922" fmla="*/ 0 h 1343025"/>
                  <a:gd name="connsiteX4-1923" fmla="*/ 652462 w 1343025"/>
                  <a:gd name="connsiteY4-1924" fmla="*/ 171450 h 1343025"/>
                  <a:gd name="connsiteX5-1925" fmla="*/ 816768 w 1343025"/>
                  <a:gd name="connsiteY5-1926" fmla="*/ 185737 h 1343025"/>
                  <a:gd name="connsiteX6-1927" fmla="*/ 900112 w 1343025"/>
                  <a:gd name="connsiteY6-1928" fmla="*/ 40481 h 1343025"/>
                  <a:gd name="connsiteX7-1929" fmla="*/ 1104900 w 1343025"/>
                  <a:gd name="connsiteY7-1930" fmla="*/ 150018 h 1343025"/>
                  <a:gd name="connsiteX8-1931" fmla="*/ 1014412 w 1343025"/>
                  <a:gd name="connsiteY8-1932" fmla="*/ 295275 h 1343025"/>
                  <a:gd name="connsiteX9-1933" fmla="*/ 1119187 w 1343025"/>
                  <a:gd name="connsiteY9-1934" fmla="*/ 431006 h 1343025"/>
                  <a:gd name="connsiteX10-1935" fmla="*/ 1281112 w 1343025"/>
                  <a:gd name="connsiteY10-1936" fmla="*/ 373856 h 1343025"/>
                  <a:gd name="connsiteX11-1937" fmla="*/ 1343025 w 1343025"/>
                  <a:gd name="connsiteY11-1938" fmla="*/ 602456 h 1343025"/>
                  <a:gd name="connsiteX12-1939" fmla="*/ 1173956 w 1343025"/>
                  <a:gd name="connsiteY12-1940" fmla="*/ 645318 h 1343025"/>
                  <a:gd name="connsiteX13-1941" fmla="*/ 1157287 w 1343025"/>
                  <a:gd name="connsiteY13-1942" fmla="*/ 812006 h 1343025"/>
                  <a:gd name="connsiteX14-1943" fmla="*/ 1307306 w 1343025"/>
                  <a:gd name="connsiteY14-1944" fmla="*/ 892968 h 1343025"/>
                  <a:gd name="connsiteX15-1945" fmla="*/ 1193006 w 1343025"/>
                  <a:gd name="connsiteY15-1946" fmla="*/ 1097756 h 1343025"/>
                  <a:gd name="connsiteX16-1947" fmla="*/ 1040606 w 1343025"/>
                  <a:gd name="connsiteY16-1948" fmla="*/ 1009650 h 1343025"/>
                  <a:gd name="connsiteX17-1949" fmla="*/ 919162 w 1343025"/>
                  <a:gd name="connsiteY17-1950" fmla="*/ 1112043 h 1343025"/>
                  <a:gd name="connsiteX18-1951" fmla="*/ 973931 w 1343025"/>
                  <a:gd name="connsiteY18-1952" fmla="*/ 1276350 h 1343025"/>
                  <a:gd name="connsiteX19-1953" fmla="*/ 745331 w 1343025"/>
                  <a:gd name="connsiteY19-1954" fmla="*/ 1343025 h 1343025"/>
                  <a:gd name="connsiteX20-1955" fmla="*/ 695325 w 1343025"/>
                  <a:gd name="connsiteY20-1956" fmla="*/ 1171575 h 1343025"/>
                  <a:gd name="connsiteX21-1957" fmla="*/ 535781 w 1343025"/>
                  <a:gd name="connsiteY21-1958" fmla="*/ 1157287 h 1343025"/>
                  <a:gd name="connsiteX22-1959" fmla="*/ 452437 w 1343025"/>
                  <a:gd name="connsiteY22-1960" fmla="*/ 1304925 h 1343025"/>
                  <a:gd name="connsiteX23-1961" fmla="*/ 245268 w 1343025"/>
                  <a:gd name="connsiteY23-1962" fmla="*/ 1193006 h 1343025"/>
                  <a:gd name="connsiteX24-1963" fmla="*/ 333375 w 1343025"/>
                  <a:gd name="connsiteY24-1964" fmla="*/ 1042987 h 1343025"/>
                  <a:gd name="connsiteX25-1965" fmla="*/ 226218 w 1343025"/>
                  <a:gd name="connsiteY25-1966" fmla="*/ 909637 h 1343025"/>
                  <a:gd name="connsiteX26-1967" fmla="*/ 59531 w 1343025"/>
                  <a:gd name="connsiteY26-1968" fmla="*/ 964406 h 1343025"/>
                  <a:gd name="connsiteX27-1969" fmla="*/ 0 w 1343025"/>
                  <a:gd name="connsiteY27-1970" fmla="*/ 733425 h 1343025"/>
                  <a:gd name="connsiteX28-1971" fmla="*/ 166687 w 1343025"/>
                  <a:gd name="connsiteY28-1972" fmla="*/ 690562 h 1343025"/>
                  <a:gd name="connsiteX29-1973" fmla="*/ 190500 w 1343025"/>
                  <a:gd name="connsiteY29-1974" fmla="*/ 521493 h 1343025"/>
                  <a:gd name="connsiteX30-1975" fmla="*/ 35718 w 1343025"/>
                  <a:gd name="connsiteY30-1976" fmla="*/ 440531 h 1343025"/>
                  <a:gd name="connsiteX31-1977" fmla="*/ 154781 w 1343025"/>
                  <a:gd name="connsiteY31-1978" fmla="*/ 242887 h 1343025"/>
                  <a:gd name="connsiteX32-1979" fmla="*/ 297656 w 1343025"/>
                  <a:gd name="connsiteY32-1980" fmla="*/ 330993 h 1343025"/>
                  <a:gd name="connsiteX0-1981" fmla="*/ 297656 w 1343025"/>
                  <a:gd name="connsiteY0-1982" fmla="*/ 330993 h 1343025"/>
                  <a:gd name="connsiteX1-1983" fmla="*/ 431006 w 1343025"/>
                  <a:gd name="connsiteY1-1984" fmla="*/ 226218 h 1343025"/>
                  <a:gd name="connsiteX2-1985" fmla="*/ 378618 w 1343025"/>
                  <a:gd name="connsiteY2-1986" fmla="*/ 61912 h 1343025"/>
                  <a:gd name="connsiteX3-1987" fmla="*/ 602456 w 1343025"/>
                  <a:gd name="connsiteY3-1988" fmla="*/ 0 h 1343025"/>
                  <a:gd name="connsiteX4-1989" fmla="*/ 652462 w 1343025"/>
                  <a:gd name="connsiteY4-1990" fmla="*/ 171450 h 1343025"/>
                  <a:gd name="connsiteX5-1991" fmla="*/ 816768 w 1343025"/>
                  <a:gd name="connsiteY5-1992" fmla="*/ 185737 h 1343025"/>
                  <a:gd name="connsiteX6-1993" fmla="*/ 900112 w 1343025"/>
                  <a:gd name="connsiteY6-1994" fmla="*/ 40481 h 1343025"/>
                  <a:gd name="connsiteX7-1995" fmla="*/ 1104900 w 1343025"/>
                  <a:gd name="connsiteY7-1996" fmla="*/ 150018 h 1343025"/>
                  <a:gd name="connsiteX8-1997" fmla="*/ 1014412 w 1343025"/>
                  <a:gd name="connsiteY8-1998" fmla="*/ 295275 h 1343025"/>
                  <a:gd name="connsiteX9-1999" fmla="*/ 1119187 w 1343025"/>
                  <a:gd name="connsiteY9-2000" fmla="*/ 431006 h 1343025"/>
                  <a:gd name="connsiteX10-2001" fmla="*/ 1281112 w 1343025"/>
                  <a:gd name="connsiteY10-2002" fmla="*/ 373856 h 1343025"/>
                  <a:gd name="connsiteX11-2003" fmla="*/ 1343025 w 1343025"/>
                  <a:gd name="connsiteY11-2004" fmla="*/ 602456 h 1343025"/>
                  <a:gd name="connsiteX12-2005" fmla="*/ 1173956 w 1343025"/>
                  <a:gd name="connsiteY12-2006" fmla="*/ 645318 h 1343025"/>
                  <a:gd name="connsiteX13-2007" fmla="*/ 1157287 w 1343025"/>
                  <a:gd name="connsiteY13-2008" fmla="*/ 812006 h 1343025"/>
                  <a:gd name="connsiteX14-2009" fmla="*/ 1307306 w 1343025"/>
                  <a:gd name="connsiteY14-2010" fmla="*/ 892968 h 1343025"/>
                  <a:gd name="connsiteX15-2011" fmla="*/ 1193006 w 1343025"/>
                  <a:gd name="connsiteY15-2012" fmla="*/ 1097756 h 1343025"/>
                  <a:gd name="connsiteX16-2013" fmla="*/ 1040606 w 1343025"/>
                  <a:gd name="connsiteY16-2014" fmla="*/ 1009650 h 1343025"/>
                  <a:gd name="connsiteX17-2015" fmla="*/ 919162 w 1343025"/>
                  <a:gd name="connsiteY17-2016" fmla="*/ 1112043 h 1343025"/>
                  <a:gd name="connsiteX18-2017" fmla="*/ 973931 w 1343025"/>
                  <a:gd name="connsiteY18-2018" fmla="*/ 1276350 h 1343025"/>
                  <a:gd name="connsiteX19-2019" fmla="*/ 745331 w 1343025"/>
                  <a:gd name="connsiteY19-2020" fmla="*/ 1343025 h 1343025"/>
                  <a:gd name="connsiteX20-2021" fmla="*/ 695325 w 1343025"/>
                  <a:gd name="connsiteY20-2022" fmla="*/ 1171575 h 1343025"/>
                  <a:gd name="connsiteX21-2023" fmla="*/ 535781 w 1343025"/>
                  <a:gd name="connsiteY21-2024" fmla="*/ 1157287 h 1343025"/>
                  <a:gd name="connsiteX22-2025" fmla="*/ 452437 w 1343025"/>
                  <a:gd name="connsiteY22-2026" fmla="*/ 1304925 h 1343025"/>
                  <a:gd name="connsiteX23-2027" fmla="*/ 245268 w 1343025"/>
                  <a:gd name="connsiteY23-2028" fmla="*/ 1193006 h 1343025"/>
                  <a:gd name="connsiteX24-2029" fmla="*/ 333375 w 1343025"/>
                  <a:gd name="connsiteY24-2030" fmla="*/ 1042987 h 1343025"/>
                  <a:gd name="connsiteX25-2031" fmla="*/ 226218 w 1343025"/>
                  <a:gd name="connsiteY25-2032" fmla="*/ 909637 h 1343025"/>
                  <a:gd name="connsiteX26-2033" fmla="*/ 59531 w 1343025"/>
                  <a:gd name="connsiteY26-2034" fmla="*/ 964406 h 1343025"/>
                  <a:gd name="connsiteX27-2035" fmla="*/ 0 w 1343025"/>
                  <a:gd name="connsiteY27-2036" fmla="*/ 733425 h 1343025"/>
                  <a:gd name="connsiteX28-2037" fmla="*/ 166687 w 1343025"/>
                  <a:gd name="connsiteY28-2038" fmla="*/ 690562 h 1343025"/>
                  <a:gd name="connsiteX29-2039" fmla="*/ 190500 w 1343025"/>
                  <a:gd name="connsiteY29-2040" fmla="*/ 521493 h 1343025"/>
                  <a:gd name="connsiteX30-2041" fmla="*/ 35718 w 1343025"/>
                  <a:gd name="connsiteY30-2042" fmla="*/ 440531 h 1343025"/>
                  <a:gd name="connsiteX31-2043" fmla="*/ 154781 w 1343025"/>
                  <a:gd name="connsiteY31-2044" fmla="*/ 242887 h 1343025"/>
                  <a:gd name="connsiteX32-2045" fmla="*/ 297656 w 1343025"/>
                  <a:gd name="connsiteY32-2046" fmla="*/ 330993 h 1343025"/>
                  <a:gd name="connsiteX0-2047" fmla="*/ 297656 w 1343025"/>
                  <a:gd name="connsiteY0-2048" fmla="*/ 330993 h 1343025"/>
                  <a:gd name="connsiteX1-2049" fmla="*/ 431006 w 1343025"/>
                  <a:gd name="connsiteY1-2050" fmla="*/ 226218 h 1343025"/>
                  <a:gd name="connsiteX2-2051" fmla="*/ 378618 w 1343025"/>
                  <a:gd name="connsiteY2-2052" fmla="*/ 61912 h 1343025"/>
                  <a:gd name="connsiteX3-2053" fmla="*/ 602456 w 1343025"/>
                  <a:gd name="connsiteY3-2054" fmla="*/ 0 h 1343025"/>
                  <a:gd name="connsiteX4-2055" fmla="*/ 652462 w 1343025"/>
                  <a:gd name="connsiteY4-2056" fmla="*/ 171450 h 1343025"/>
                  <a:gd name="connsiteX5-2057" fmla="*/ 816768 w 1343025"/>
                  <a:gd name="connsiteY5-2058" fmla="*/ 185737 h 1343025"/>
                  <a:gd name="connsiteX6-2059" fmla="*/ 900112 w 1343025"/>
                  <a:gd name="connsiteY6-2060" fmla="*/ 40481 h 1343025"/>
                  <a:gd name="connsiteX7-2061" fmla="*/ 1104900 w 1343025"/>
                  <a:gd name="connsiteY7-2062" fmla="*/ 150018 h 1343025"/>
                  <a:gd name="connsiteX8-2063" fmla="*/ 1014412 w 1343025"/>
                  <a:gd name="connsiteY8-2064" fmla="*/ 295275 h 1343025"/>
                  <a:gd name="connsiteX9-2065" fmla="*/ 1119187 w 1343025"/>
                  <a:gd name="connsiteY9-2066" fmla="*/ 431006 h 1343025"/>
                  <a:gd name="connsiteX10-2067" fmla="*/ 1281112 w 1343025"/>
                  <a:gd name="connsiteY10-2068" fmla="*/ 373856 h 1343025"/>
                  <a:gd name="connsiteX11-2069" fmla="*/ 1343025 w 1343025"/>
                  <a:gd name="connsiteY11-2070" fmla="*/ 602456 h 1343025"/>
                  <a:gd name="connsiteX12-2071" fmla="*/ 1173956 w 1343025"/>
                  <a:gd name="connsiteY12-2072" fmla="*/ 645318 h 1343025"/>
                  <a:gd name="connsiteX13-2073" fmla="*/ 1157287 w 1343025"/>
                  <a:gd name="connsiteY13-2074" fmla="*/ 812006 h 1343025"/>
                  <a:gd name="connsiteX14-2075" fmla="*/ 1307306 w 1343025"/>
                  <a:gd name="connsiteY14-2076" fmla="*/ 892968 h 1343025"/>
                  <a:gd name="connsiteX15-2077" fmla="*/ 1193006 w 1343025"/>
                  <a:gd name="connsiteY15-2078" fmla="*/ 1097756 h 1343025"/>
                  <a:gd name="connsiteX16-2079" fmla="*/ 1040606 w 1343025"/>
                  <a:gd name="connsiteY16-2080" fmla="*/ 1009650 h 1343025"/>
                  <a:gd name="connsiteX17-2081" fmla="*/ 919162 w 1343025"/>
                  <a:gd name="connsiteY17-2082" fmla="*/ 1112043 h 1343025"/>
                  <a:gd name="connsiteX18-2083" fmla="*/ 973931 w 1343025"/>
                  <a:gd name="connsiteY18-2084" fmla="*/ 1276350 h 1343025"/>
                  <a:gd name="connsiteX19-2085" fmla="*/ 745331 w 1343025"/>
                  <a:gd name="connsiteY19-2086" fmla="*/ 1343025 h 1343025"/>
                  <a:gd name="connsiteX20-2087" fmla="*/ 695325 w 1343025"/>
                  <a:gd name="connsiteY20-2088" fmla="*/ 1171575 h 1343025"/>
                  <a:gd name="connsiteX21-2089" fmla="*/ 535781 w 1343025"/>
                  <a:gd name="connsiteY21-2090" fmla="*/ 1157287 h 1343025"/>
                  <a:gd name="connsiteX22-2091" fmla="*/ 452437 w 1343025"/>
                  <a:gd name="connsiteY22-2092" fmla="*/ 1304925 h 1343025"/>
                  <a:gd name="connsiteX23-2093" fmla="*/ 245268 w 1343025"/>
                  <a:gd name="connsiteY23-2094" fmla="*/ 1193006 h 1343025"/>
                  <a:gd name="connsiteX24-2095" fmla="*/ 333375 w 1343025"/>
                  <a:gd name="connsiteY24-2096" fmla="*/ 1042987 h 1343025"/>
                  <a:gd name="connsiteX25-2097" fmla="*/ 226218 w 1343025"/>
                  <a:gd name="connsiteY25-2098" fmla="*/ 909637 h 1343025"/>
                  <a:gd name="connsiteX26-2099" fmla="*/ 59531 w 1343025"/>
                  <a:gd name="connsiteY26-2100" fmla="*/ 964406 h 1343025"/>
                  <a:gd name="connsiteX27-2101" fmla="*/ 0 w 1343025"/>
                  <a:gd name="connsiteY27-2102" fmla="*/ 733425 h 1343025"/>
                  <a:gd name="connsiteX28-2103" fmla="*/ 166687 w 1343025"/>
                  <a:gd name="connsiteY28-2104" fmla="*/ 690562 h 1343025"/>
                  <a:gd name="connsiteX29-2105" fmla="*/ 190500 w 1343025"/>
                  <a:gd name="connsiteY29-2106" fmla="*/ 521493 h 1343025"/>
                  <a:gd name="connsiteX30-2107" fmla="*/ 35718 w 1343025"/>
                  <a:gd name="connsiteY30-2108" fmla="*/ 440531 h 1343025"/>
                  <a:gd name="connsiteX31-2109" fmla="*/ 154781 w 1343025"/>
                  <a:gd name="connsiteY31-2110" fmla="*/ 242887 h 1343025"/>
                  <a:gd name="connsiteX32-2111" fmla="*/ 297656 w 1343025"/>
                  <a:gd name="connsiteY32-2112" fmla="*/ 330993 h 1343025"/>
                  <a:gd name="connsiteX0-2113" fmla="*/ 297656 w 1343025"/>
                  <a:gd name="connsiteY0-2114" fmla="*/ 330993 h 1343025"/>
                  <a:gd name="connsiteX1-2115" fmla="*/ 431006 w 1343025"/>
                  <a:gd name="connsiteY1-2116" fmla="*/ 226218 h 1343025"/>
                  <a:gd name="connsiteX2-2117" fmla="*/ 378618 w 1343025"/>
                  <a:gd name="connsiteY2-2118" fmla="*/ 61912 h 1343025"/>
                  <a:gd name="connsiteX3-2119" fmla="*/ 602456 w 1343025"/>
                  <a:gd name="connsiteY3-2120" fmla="*/ 0 h 1343025"/>
                  <a:gd name="connsiteX4-2121" fmla="*/ 652462 w 1343025"/>
                  <a:gd name="connsiteY4-2122" fmla="*/ 171450 h 1343025"/>
                  <a:gd name="connsiteX5-2123" fmla="*/ 816768 w 1343025"/>
                  <a:gd name="connsiteY5-2124" fmla="*/ 185737 h 1343025"/>
                  <a:gd name="connsiteX6-2125" fmla="*/ 900112 w 1343025"/>
                  <a:gd name="connsiteY6-2126" fmla="*/ 40481 h 1343025"/>
                  <a:gd name="connsiteX7-2127" fmla="*/ 1104900 w 1343025"/>
                  <a:gd name="connsiteY7-2128" fmla="*/ 150018 h 1343025"/>
                  <a:gd name="connsiteX8-2129" fmla="*/ 1014412 w 1343025"/>
                  <a:gd name="connsiteY8-2130" fmla="*/ 295275 h 1343025"/>
                  <a:gd name="connsiteX9-2131" fmla="*/ 1119187 w 1343025"/>
                  <a:gd name="connsiteY9-2132" fmla="*/ 431006 h 1343025"/>
                  <a:gd name="connsiteX10-2133" fmla="*/ 1281112 w 1343025"/>
                  <a:gd name="connsiteY10-2134" fmla="*/ 373856 h 1343025"/>
                  <a:gd name="connsiteX11-2135" fmla="*/ 1343025 w 1343025"/>
                  <a:gd name="connsiteY11-2136" fmla="*/ 602456 h 1343025"/>
                  <a:gd name="connsiteX12-2137" fmla="*/ 1173956 w 1343025"/>
                  <a:gd name="connsiteY12-2138" fmla="*/ 645318 h 1343025"/>
                  <a:gd name="connsiteX13-2139" fmla="*/ 1157287 w 1343025"/>
                  <a:gd name="connsiteY13-2140" fmla="*/ 812006 h 1343025"/>
                  <a:gd name="connsiteX14-2141" fmla="*/ 1307306 w 1343025"/>
                  <a:gd name="connsiteY14-2142" fmla="*/ 892968 h 1343025"/>
                  <a:gd name="connsiteX15-2143" fmla="*/ 1193006 w 1343025"/>
                  <a:gd name="connsiteY15-2144" fmla="*/ 1097756 h 1343025"/>
                  <a:gd name="connsiteX16-2145" fmla="*/ 1040606 w 1343025"/>
                  <a:gd name="connsiteY16-2146" fmla="*/ 1009650 h 1343025"/>
                  <a:gd name="connsiteX17-2147" fmla="*/ 919162 w 1343025"/>
                  <a:gd name="connsiteY17-2148" fmla="*/ 1112043 h 1343025"/>
                  <a:gd name="connsiteX18-2149" fmla="*/ 973931 w 1343025"/>
                  <a:gd name="connsiteY18-2150" fmla="*/ 1276350 h 1343025"/>
                  <a:gd name="connsiteX19-2151" fmla="*/ 745331 w 1343025"/>
                  <a:gd name="connsiteY19-2152" fmla="*/ 1343025 h 1343025"/>
                  <a:gd name="connsiteX20-2153" fmla="*/ 695325 w 1343025"/>
                  <a:gd name="connsiteY20-2154" fmla="*/ 1171575 h 1343025"/>
                  <a:gd name="connsiteX21-2155" fmla="*/ 535781 w 1343025"/>
                  <a:gd name="connsiteY21-2156" fmla="*/ 1157287 h 1343025"/>
                  <a:gd name="connsiteX22-2157" fmla="*/ 452437 w 1343025"/>
                  <a:gd name="connsiteY22-2158" fmla="*/ 1304925 h 1343025"/>
                  <a:gd name="connsiteX23-2159" fmla="*/ 245268 w 1343025"/>
                  <a:gd name="connsiteY23-2160" fmla="*/ 1193006 h 1343025"/>
                  <a:gd name="connsiteX24-2161" fmla="*/ 333375 w 1343025"/>
                  <a:gd name="connsiteY24-2162" fmla="*/ 1042987 h 1343025"/>
                  <a:gd name="connsiteX25-2163" fmla="*/ 226218 w 1343025"/>
                  <a:gd name="connsiteY25-2164" fmla="*/ 909637 h 1343025"/>
                  <a:gd name="connsiteX26-2165" fmla="*/ 59531 w 1343025"/>
                  <a:gd name="connsiteY26-2166" fmla="*/ 964406 h 1343025"/>
                  <a:gd name="connsiteX27-2167" fmla="*/ 0 w 1343025"/>
                  <a:gd name="connsiteY27-2168" fmla="*/ 733425 h 1343025"/>
                  <a:gd name="connsiteX28-2169" fmla="*/ 166687 w 1343025"/>
                  <a:gd name="connsiteY28-2170" fmla="*/ 690562 h 1343025"/>
                  <a:gd name="connsiteX29-2171" fmla="*/ 190500 w 1343025"/>
                  <a:gd name="connsiteY29-2172" fmla="*/ 521493 h 1343025"/>
                  <a:gd name="connsiteX30-2173" fmla="*/ 35718 w 1343025"/>
                  <a:gd name="connsiteY30-2174" fmla="*/ 440531 h 1343025"/>
                  <a:gd name="connsiteX31-2175" fmla="*/ 154781 w 1343025"/>
                  <a:gd name="connsiteY31-2176" fmla="*/ 242887 h 1343025"/>
                  <a:gd name="connsiteX32-2177" fmla="*/ 297656 w 1343025"/>
                  <a:gd name="connsiteY32-2178" fmla="*/ 330993 h 1343025"/>
                  <a:gd name="connsiteX0-2179" fmla="*/ 297656 w 1343025"/>
                  <a:gd name="connsiteY0-2180" fmla="*/ 330993 h 1343025"/>
                  <a:gd name="connsiteX1-2181" fmla="*/ 431006 w 1343025"/>
                  <a:gd name="connsiteY1-2182" fmla="*/ 226218 h 1343025"/>
                  <a:gd name="connsiteX2-2183" fmla="*/ 378618 w 1343025"/>
                  <a:gd name="connsiteY2-2184" fmla="*/ 61912 h 1343025"/>
                  <a:gd name="connsiteX3-2185" fmla="*/ 602456 w 1343025"/>
                  <a:gd name="connsiteY3-2186" fmla="*/ 0 h 1343025"/>
                  <a:gd name="connsiteX4-2187" fmla="*/ 652462 w 1343025"/>
                  <a:gd name="connsiteY4-2188" fmla="*/ 171450 h 1343025"/>
                  <a:gd name="connsiteX5-2189" fmla="*/ 816768 w 1343025"/>
                  <a:gd name="connsiteY5-2190" fmla="*/ 185737 h 1343025"/>
                  <a:gd name="connsiteX6-2191" fmla="*/ 900112 w 1343025"/>
                  <a:gd name="connsiteY6-2192" fmla="*/ 40481 h 1343025"/>
                  <a:gd name="connsiteX7-2193" fmla="*/ 1104900 w 1343025"/>
                  <a:gd name="connsiteY7-2194" fmla="*/ 150018 h 1343025"/>
                  <a:gd name="connsiteX8-2195" fmla="*/ 1014412 w 1343025"/>
                  <a:gd name="connsiteY8-2196" fmla="*/ 295275 h 1343025"/>
                  <a:gd name="connsiteX9-2197" fmla="*/ 1119187 w 1343025"/>
                  <a:gd name="connsiteY9-2198" fmla="*/ 431006 h 1343025"/>
                  <a:gd name="connsiteX10-2199" fmla="*/ 1281112 w 1343025"/>
                  <a:gd name="connsiteY10-2200" fmla="*/ 373856 h 1343025"/>
                  <a:gd name="connsiteX11-2201" fmla="*/ 1343025 w 1343025"/>
                  <a:gd name="connsiteY11-2202" fmla="*/ 602456 h 1343025"/>
                  <a:gd name="connsiteX12-2203" fmla="*/ 1173956 w 1343025"/>
                  <a:gd name="connsiteY12-2204" fmla="*/ 645318 h 1343025"/>
                  <a:gd name="connsiteX13-2205" fmla="*/ 1157287 w 1343025"/>
                  <a:gd name="connsiteY13-2206" fmla="*/ 812006 h 1343025"/>
                  <a:gd name="connsiteX14-2207" fmla="*/ 1307306 w 1343025"/>
                  <a:gd name="connsiteY14-2208" fmla="*/ 892968 h 1343025"/>
                  <a:gd name="connsiteX15-2209" fmla="*/ 1193006 w 1343025"/>
                  <a:gd name="connsiteY15-2210" fmla="*/ 1097756 h 1343025"/>
                  <a:gd name="connsiteX16-2211" fmla="*/ 1040606 w 1343025"/>
                  <a:gd name="connsiteY16-2212" fmla="*/ 1009650 h 1343025"/>
                  <a:gd name="connsiteX17-2213" fmla="*/ 919162 w 1343025"/>
                  <a:gd name="connsiteY17-2214" fmla="*/ 1112043 h 1343025"/>
                  <a:gd name="connsiteX18-2215" fmla="*/ 973931 w 1343025"/>
                  <a:gd name="connsiteY18-2216" fmla="*/ 1276350 h 1343025"/>
                  <a:gd name="connsiteX19-2217" fmla="*/ 745331 w 1343025"/>
                  <a:gd name="connsiteY19-2218" fmla="*/ 1343025 h 1343025"/>
                  <a:gd name="connsiteX20-2219" fmla="*/ 695325 w 1343025"/>
                  <a:gd name="connsiteY20-2220" fmla="*/ 1171575 h 1343025"/>
                  <a:gd name="connsiteX21-2221" fmla="*/ 535781 w 1343025"/>
                  <a:gd name="connsiteY21-2222" fmla="*/ 1157287 h 1343025"/>
                  <a:gd name="connsiteX22-2223" fmla="*/ 452437 w 1343025"/>
                  <a:gd name="connsiteY22-2224" fmla="*/ 1304925 h 1343025"/>
                  <a:gd name="connsiteX23-2225" fmla="*/ 245268 w 1343025"/>
                  <a:gd name="connsiteY23-2226" fmla="*/ 1193006 h 1343025"/>
                  <a:gd name="connsiteX24-2227" fmla="*/ 333375 w 1343025"/>
                  <a:gd name="connsiteY24-2228" fmla="*/ 1042987 h 1343025"/>
                  <a:gd name="connsiteX25-2229" fmla="*/ 226218 w 1343025"/>
                  <a:gd name="connsiteY25-2230" fmla="*/ 909637 h 1343025"/>
                  <a:gd name="connsiteX26-2231" fmla="*/ 59531 w 1343025"/>
                  <a:gd name="connsiteY26-2232" fmla="*/ 964406 h 1343025"/>
                  <a:gd name="connsiteX27-2233" fmla="*/ 0 w 1343025"/>
                  <a:gd name="connsiteY27-2234" fmla="*/ 733425 h 1343025"/>
                  <a:gd name="connsiteX28-2235" fmla="*/ 166687 w 1343025"/>
                  <a:gd name="connsiteY28-2236" fmla="*/ 690562 h 1343025"/>
                  <a:gd name="connsiteX29-2237" fmla="*/ 190500 w 1343025"/>
                  <a:gd name="connsiteY29-2238" fmla="*/ 521493 h 1343025"/>
                  <a:gd name="connsiteX30-2239" fmla="*/ 35718 w 1343025"/>
                  <a:gd name="connsiteY30-2240" fmla="*/ 440531 h 1343025"/>
                  <a:gd name="connsiteX31-2241" fmla="*/ 154781 w 1343025"/>
                  <a:gd name="connsiteY31-2242" fmla="*/ 242887 h 1343025"/>
                  <a:gd name="connsiteX32-2243" fmla="*/ 297656 w 1343025"/>
                  <a:gd name="connsiteY32-2244" fmla="*/ 330993 h 1343025"/>
                  <a:gd name="connsiteX0-2245" fmla="*/ 297656 w 1343025"/>
                  <a:gd name="connsiteY0-2246" fmla="*/ 330993 h 1343025"/>
                  <a:gd name="connsiteX1-2247" fmla="*/ 431006 w 1343025"/>
                  <a:gd name="connsiteY1-2248" fmla="*/ 226218 h 1343025"/>
                  <a:gd name="connsiteX2-2249" fmla="*/ 378618 w 1343025"/>
                  <a:gd name="connsiteY2-2250" fmla="*/ 61912 h 1343025"/>
                  <a:gd name="connsiteX3-2251" fmla="*/ 602456 w 1343025"/>
                  <a:gd name="connsiteY3-2252" fmla="*/ 0 h 1343025"/>
                  <a:gd name="connsiteX4-2253" fmla="*/ 652462 w 1343025"/>
                  <a:gd name="connsiteY4-2254" fmla="*/ 171450 h 1343025"/>
                  <a:gd name="connsiteX5-2255" fmla="*/ 816768 w 1343025"/>
                  <a:gd name="connsiteY5-2256" fmla="*/ 185737 h 1343025"/>
                  <a:gd name="connsiteX6-2257" fmla="*/ 900112 w 1343025"/>
                  <a:gd name="connsiteY6-2258" fmla="*/ 40481 h 1343025"/>
                  <a:gd name="connsiteX7-2259" fmla="*/ 1104900 w 1343025"/>
                  <a:gd name="connsiteY7-2260" fmla="*/ 150018 h 1343025"/>
                  <a:gd name="connsiteX8-2261" fmla="*/ 1014412 w 1343025"/>
                  <a:gd name="connsiteY8-2262" fmla="*/ 295275 h 1343025"/>
                  <a:gd name="connsiteX9-2263" fmla="*/ 1119187 w 1343025"/>
                  <a:gd name="connsiteY9-2264" fmla="*/ 431006 h 1343025"/>
                  <a:gd name="connsiteX10-2265" fmla="*/ 1281112 w 1343025"/>
                  <a:gd name="connsiteY10-2266" fmla="*/ 373856 h 1343025"/>
                  <a:gd name="connsiteX11-2267" fmla="*/ 1343025 w 1343025"/>
                  <a:gd name="connsiteY11-2268" fmla="*/ 602456 h 1343025"/>
                  <a:gd name="connsiteX12-2269" fmla="*/ 1173956 w 1343025"/>
                  <a:gd name="connsiteY12-2270" fmla="*/ 645318 h 1343025"/>
                  <a:gd name="connsiteX13-2271" fmla="*/ 1157287 w 1343025"/>
                  <a:gd name="connsiteY13-2272" fmla="*/ 812006 h 1343025"/>
                  <a:gd name="connsiteX14-2273" fmla="*/ 1307306 w 1343025"/>
                  <a:gd name="connsiteY14-2274" fmla="*/ 892968 h 1343025"/>
                  <a:gd name="connsiteX15-2275" fmla="*/ 1193006 w 1343025"/>
                  <a:gd name="connsiteY15-2276" fmla="*/ 1097756 h 1343025"/>
                  <a:gd name="connsiteX16-2277" fmla="*/ 1040606 w 1343025"/>
                  <a:gd name="connsiteY16-2278" fmla="*/ 1009650 h 1343025"/>
                  <a:gd name="connsiteX17-2279" fmla="*/ 919162 w 1343025"/>
                  <a:gd name="connsiteY17-2280" fmla="*/ 1112043 h 1343025"/>
                  <a:gd name="connsiteX18-2281" fmla="*/ 973931 w 1343025"/>
                  <a:gd name="connsiteY18-2282" fmla="*/ 1276350 h 1343025"/>
                  <a:gd name="connsiteX19-2283" fmla="*/ 745331 w 1343025"/>
                  <a:gd name="connsiteY19-2284" fmla="*/ 1343025 h 1343025"/>
                  <a:gd name="connsiteX20-2285" fmla="*/ 695325 w 1343025"/>
                  <a:gd name="connsiteY20-2286" fmla="*/ 1171575 h 1343025"/>
                  <a:gd name="connsiteX21-2287" fmla="*/ 535781 w 1343025"/>
                  <a:gd name="connsiteY21-2288" fmla="*/ 1157287 h 1343025"/>
                  <a:gd name="connsiteX22-2289" fmla="*/ 452437 w 1343025"/>
                  <a:gd name="connsiteY22-2290" fmla="*/ 1304925 h 1343025"/>
                  <a:gd name="connsiteX23-2291" fmla="*/ 245268 w 1343025"/>
                  <a:gd name="connsiteY23-2292" fmla="*/ 1193006 h 1343025"/>
                  <a:gd name="connsiteX24-2293" fmla="*/ 333375 w 1343025"/>
                  <a:gd name="connsiteY24-2294" fmla="*/ 1042987 h 1343025"/>
                  <a:gd name="connsiteX25-2295" fmla="*/ 226218 w 1343025"/>
                  <a:gd name="connsiteY25-2296" fmla="*/ 909637 h 1343025"/>
                  <a:gd name="connsiteX26-2297" fmla="*/ 59531 w 1343025"/>
                  <a:gd name="connsiteY26-2298" fmla="*/ 964406 h 1343025"/>
                  <a:gd name="connsiteX27-2299" fmla="*/ 0 w 1343025"/>
                  <a:gd name="connsiteY27-2300" fmla="*/ 733425 h 1343025"/>
                  <a:gd name="connsiteX28-2301" fmla="*/ 166687 w 1343025"/>
                  <a:gd name="connsiteY28-2302" fmla="*/ 690562 h 1343025"/>
                  <a:gd name="connsiteX29-2303" fmla="*/ 190500 w 1343025"/>
                  <a:gd name="connsiteY29-2304" fmla="*/ 521493 h 1343025"/>
                  <a:gd name="connsiteX30-2305" fmla="*/ 35718 w 1343025"/>
                  <a:gd name="connsiteY30-2306" fmla="*/ 440531 h 1343025"/>
                  <a:gd name="connsiteX31-2307" fmla="*/ 154781 w 1343025"/>
                  <a:gd name="connsiteY31-2308" fmla="*/ 242887 h 1343025"/>
                  <a:gd name="connsiteX32-2309" fmla="*/ 297656 w 1343025"/>
                  <a:gd name="connsiteY32-2310" fmla="*/ 330993 h 1343025"/>
                  <a:gd name="connsiteX0-2311" fmla="*/ 297656 w 1343025"/>
                  <a:gd name="connsiteY0-2312" fmla="*/ 330993 h 1343025"/>
                  <a:gd name="connsiteX1-2313" fmla="*/ 431006 w 1343025"/>
                  <a:gd name="connsiteY1-2314" fmla="*/ 226218 h 1343025"/>
                  <a:gd name="connsiteX2-2315" fmla="*/ 378618 w 1343025"/>
                  <a:gd name="connsiteY2-2316" fmla="*/ 61912 h 1343025"/>
                  <a:gd name="connsiteX3-2317" fmla="*/ 602456 w 1343025"/>
                  <a:gd name="connsiteY3-2318" fmla="*/ 0 h 1343025"/>
                  <a:gd name="connsiteX4-2319" fmla="*/ 652462 w 1343025"/>
                  <a:gd name="connsiteY4-2320" fmla="*/ 171450 h 1343025"/>
                  <a:gd name="connsiteX5-2321" fmla="*/ 816768 w 1343025"/>
                  <a:gd name="connsiteY5-2322" fmla="*/ 185737 h 1343025"/>
                  <a:gd name="connsiteX6-2323" fmla="*/ 900112 w 1343025"/>
                  <a:gd name="connsiteY6-2324" fmla="*/ 40481 h 1343025"/>
                  <a:gd name="connsiteX7-2325" fmla="*/ 1104900 w 1343025"/>
                  <a:gd name="connsiteY7-2326" fmla="*/ 150018 h 1343025"/>
                  <a:gd name="connsiteX8-2327" fmla="*/ 1014412 w 1343025"/>
                  <a:gd name="connsiteY8-2328" fmla="*/ 295275 h 1343025"/>
                  <a:gd name="connsiteX9-2329" fmla="*/ 1119187 w 1343025"/>
                  <a:gd name="connsiteY9-2330" fmla="*/ 431006 h 1343025"/>
                  <a:gd name="connsiteX10-2331" fmla="*/ 1281112 w 1343025"/>
                  <a:gd name="connsiteY10-2332" fmla="*/ 373856 h 1343025"/>
                  <a:gd name="connsiteX11-2333" fmla="*/ 1343025 w 1343025"/>
                  <a:gd name="connsiteY11-2334" fmla="*/ 602456 h 1343025"/>
                  <a:gd name="connsiteX12-2335" fmla="*/ 1173956 w 1343025"/>
                  <a:gd name="connsiteY12-2336" fmla="*/ 645318 h 1343025"/>
                  <a:gd name="connsiteX13-2337" fmla="*/ 1157287 w 1343025"/>
                  <a:gd name="connsiteY13-2338" fmla="*/ 812006 h 1343025"/>
                  <a:gd name="connsiteX14-2339" fmla="*/ 1307306 w 1343025"/>
                  <a:gd name="connsiteY14-2340" fmla="*/ 892968 h 1343025"/>
                  <a:gd name="connsiteX15-2341" fmla="*/ 1193006 w 1343025"/>
                  <a:gd name="connsiteY15-2342" fmla="*/ 1097756 h 1343025"/>
                  <a:gd name="connsiteX16-2343" fmla="*/ 1040606 w 1343025"/>
                  <a:gd name="connsiteY16-2344" fmla="*/ 1009650 h 1343025"/>
                  <a:gd name="connsiteX17-2345" fmla="*/ 919162 w 1343025"/>
                  <a:gd name="connsiteY17-2346" fmla="*/ 1112043 h 1343025"/>
                  <a:gd name="connsiteX18-2347" fmla="*/ 973931 w 1343025"/>
                  <a:gd name="connsiteY18-2348" fmla="*/ 1276350 h 1343025"/>
                  <a:gd name="connsiteX19-2349" fmla="*/ 745331 w 1343025"/>
                  <a:gd name="connsiteY19-2350" fmla="*/ 1343025 h 1343025"/>
                  <a:gd name="connsiteX20-2351" fmla="*/ 695325 w 1343025"/>
                  <a:gd name="connsiteY20-2352" fmla="*/ 1171575 h 1343025"/>
                  <a:gd name="connsiteX21-2353" fmla="*/ 535781 w 1343025"/>
                  <a:gd name="connsiteY21-2354" fmla="*/ 1157287 h 1343025"/>
                  <a:gd name="connsiteX22-2355" fmla="*/ 452437 w 1343025"/>
                  <a:gd name="connsiteY22-2356" fmla="*/ 1304925 h 1343025"/>
                  <a:gd name="connsiteX23-2357" fmla="*/ 245268 w 1343025"/>
                  <a:gd name="connsiteY23-2358" fmla="*/ 1193006 h 1343025"/>
                  <a:gd name="connsiteX24-2359" fmla="*/ 333375 w 1343025"/>
                  <a:gd name="connsiteY24-2360" fmla="*/ 1042987 h 1343025"/>
                  <a:gd name="connsiteX25-2361" fmla="*/ 226218 w 1343025"/>
                  <a:gd name="connsiteY25-2362" fmla="*/ 909637 h 1343025"/>
                  <a:gd name="connsiteX26-2363" fmla="*/ 59531 w 1343025"/>
                  <a:gd name="connsiteY26-2364" fmla="*/ 964406 h 1343025"/>
                  <a:gd name="connsiteX27-2365" fmla="*/ 0 w 1343025"/>
                  <a:gd name="connsiteY27-2366" fmla="*/ 733425 h 1343025"/>
                  <a:gd name="connsiteX28-2367" fmla="*/ 166687 w 1343025"/>
                  <a:gd name="connsiteY28-2368" fmla="*/ 690562 h 1343025"/>
                  <a:gd name="connsiteX29-2369" fmla="*/ 190500 w 1343025"/>
                  <a:gd name="connsiteY29-2370" fmla="*/ 521493 h 1343025"/>
                  <a:gd name="connsiteX30-2371" fmla="*/ 35718 w 1343025"/>
                  <a:gd name="connsiteY30-2372" fmla="*/ 440531 h 1343025"/>
                  <a:gd name="connsiteX31-2373" fmla="*/ 154781 w 1343025"/>
                  <a:gd name="connsiteY31-2374" fmla="*/ 242887 h 1343025"/>
                  <a:gd name="connsiteX32-2375" fmla="*/ 297656 w 1343025"/>
                  <a:gd name="connsiteY32-2376" fmla="*/ 330993 h 1343025"/>
                  <a:gd name="connsiteX0-2377" fmla="*/ 297656 w 1343025"/>
                  <a:gd name="connsiteY0-2378" fmla="*/ 330993 h 1343025"/>
                  <a:gd name="connsiteX1-2379" fmla="*/ 431006 w 1343025"/>
                  <a:gd name="connsiteY1-2380" fmla="*/ 226218 h 1343025"/>
                  <a:gd name="connsiteX2-2381" fmla="*/ 378618 w 1343025"/>
                  <a:gd name="connsiteY2-2382" fmla="*/ 61912 h 1343025"/>
                  <a:gd name="connsiteX3-2383" fmla="*/ 602456 w 1343025"/>
                  <a:gd name="connsiteY3-2384" fmla="*/ 0 h 1343025"/>
                  <a:gd name="connsiteX4-2385" fmla="*/ 652462 w 1343025"/>
                  <a:gd name="connsiteY4-2386" fmla="*/ 171450 h 1343025"/>
                  <a:gd name="connsiteX5-2387" fmla="*/ 816768 w 1343025"/>
                  <a:gd name="connsiteY5-2388" fmla="*/ 185737 h 1343025"/>
                  <a:gd name="connsiteX6-2389" fmla="*/ 900112 w 1343025"/>
                  <a:gd name="connsiteY6-2390" fmla="*/ 40481 h 1343025"/>
                  <a:gd name="connsiteX7-2391" fmla="*/ 1104900 w 1343025"/>
                  <a:gd name="connsiteY7-2392" fmla="*/ 150018 h 1343025"/>
                  <a:gd name="connsiteX8-2393" fmla="*/ 1014412 w 1343025"/>
                  <a:gd name="connsiteY8-2394" fmla="*/ 295275 h 1343025"/>
                  <a:gd name="connsiteX9-2395" fmla="*/ 1119187 w 1343025"/>
                  <a:gd name="connsiteY9-2396" fmla="*/ 431006 h 1343025"/>
                  <a:gd name="connsiteX10-2397" fmla="*/ 1281112 w 1343025"/>
                  <a:gd name="connsiteY10-2398" fmla="*/ 373856 h 1343025"/>
                  <a:gd name="connsiteX11-2399" fmla="*/ 1343025 w 1343025"/>
                  <a:gd name="connsiteY11-2400" fmla="*/ 602456 h 1343025"/>
                  <a:gd name="connsiteX12-2401" fmla="*/ 1173956 w 1343025"/>
                  <a:gd name="connsiteY12-2402" fmla="*/ 645318 h 1343025"/>
                  <a:gd name="connsiteX13-2403" fmla="*/ 1157287 w 1343025"/>
                  <a:gd name="connsiteY13-2404" fmla="*/ 812006 h 1343025"/>
                  <a:gd name="connsiteX14-2405" fmla="*/ 1307306 w 1343025"/>
                  <a:gd name="connsiteY14-2406" fmla="*/ 892968 h 1343025"/>
                  <a:gd name="connsiteX15-2407" fmla="*/ 1193006 w 1343025"/>
                  <a:gd name="connsiteY15-2408" fmla="*/ 1097756 h 1343025"/>
                  <a:gd name="connsiteX16-2409" fmla="*/ 1040606 w 1343025"/>
                  <a:gd name="connsiteY16-2410" fmla="*/ 1009650 h 1343025"/>
                  <a:gd name="connsiteX17-2411" fmla="*/ 919162 w 1343025"/>
                  <a:gd name="connsiteY17-2412" fmla="*/ 1112043 h 1343025"/>
                  <a:gd name="connsiteX18-2413" fmla="*/ 973931 w 1343025"/>
                  <a:gd name="connsiteY18-2414" fmla="*/ 1276350 h 1343025"/>
                  <a:gd name="connsiteX19-2415" fmla="*/ 745331 w 1343025"/>
                  <a:gd name="connsiteY19-2416" fmla="*/ 1343025 h 1343025"/>
                  <a:gd name="connsiteX20-2417" fmla="*/ 695325 w 1343025"/>
                  <a:gd name="connsiteY20-2418" fmla="*/ 1171575 h 1343025"/>
                  <a:gd name="connsiteX21-2419" fmla="*/ 535781 w 1343025"/>
                  <a:gd name="connsiteY21-2420" fmla="*/ 1157287 h 1343025"/>
                  <a:gd name="connsiteX22-2421" fmla="*/ 452437 w 1343025"/>
                  <a:gd name="connsiteY22-2422" fmla="*/ 1304925 h 1343025"/>
                  <a:gd name="connsiteX23-2423" fmla="*/ 245268 w 1343025"/>
                  <a:gd name="connsiteY23-2424" fmla="*/ 1193006 h 1343025"/>
                  <a:gd name="connsiteX24-2425" fmla="*/ 333375 w 1343025"/>
                  <a:gd name="connsiteY24-2426" fmla="*/ 1042987 h 1343025"/>
                  <a:gd name="connsiteX25-2427" fmla="*/ 226218 w 1343025"/>
                  <a:gd name="connsiteY25-2428" fmla="*/ 909637 h 1343025"/>
                  <a:gd name="connsiteX26-2429" fmla="*/ 59531 w 1343025"/>
                  <a:gd name="connsiteY26-2430" fmla="*/ 964406 h 1343025"/>
                  <a:gd name="connsiteX27-2431" fmla="*/ 0 w 1343025"/>
                  <a:gd name="connsiteY27-2432" fmla="*/ 733425 h 1343025"/>
                  <a:gd name="connsiteX28-2433" fmla="*/ 166687 w 1343025"/>
                  <a:gd name="connsiteY28-2434" fmla="*/ 690562 h 1343025"/>
                  <a:gd name="connsiteX29-2435" fmla="*/ 190500 w 1343025"/>
                  <a:gd name="connsiteY29-2436" fmla="*/ 521493 h 1343025"/>
                  <a:gd name="connsiteX30-2437" fmla="*/ 35718 w 1343025"/>
                  <a:gd name="connsiteY30-2438" fmla="*/ 440531 h 1343025"/>
                  <a:gd name="connsiteX31-2439" fmla="*/ 154781 w 1343025"/>
                  <a:gd name="connsiteY31-2440" fmla="*/ 242887 h 1343025"/>
                  <a:gd name="connsiteX32-2441" fmla="*/ 297656 w 1343025"/>
                  <a:gd name="connsiteY32-2442" fmla="*/ 330993 h 1343025"/>
                  <a:gd name="connsiteX0-2443" fmla="*/ 297656 w 1343025"/>
                  <a:gd name="connsiteY0-2444" fmla="*/ 330993 h 1343025"/>
                  <a:gd name="connsiteX1-2445" fmla="*/ 431006 w 1343025"/>
                  <a:gd name="connsiteY1-2446" fmla="*/ 226218 h 1343025"/>
                  <a:gd name="connsiteX2-2447" fmla="*/ 378618 w 1343025"/>
                  <a:gd name="connsiteY2-2448" fmla="*/ 61912 h 1343025"/>
                  <a:gd name="connsiteX3-2449" fmla="*/ 602456 w 1343025"/>
                  <a:gd name="connsiteY3-2450" fmla="*/ 0 h 1343025"/>
                  <a:gd name="connsiteX4-2451" fmla="*/ 652462 w 1343025"/>
                  <a:gd name="connsiteY4-2452" fmla="*/ 171450 h 1343025"/>
                  <a:gd name="connsiteX5-2453" fmla="*/ 816768 w 1343025"/>
                  <a:gd name="connsiteY5-2454" fmla="*/ 185737 h 1343025"/>
                  <a:gd name="connsiteX6-2455" fmla="*/ 900112 w 1343025"/>
                  <a:gd name="connsiteY6-2456" fmla="*/ 40481 h 1343025"/>
                  <a:gd name="connsiteX7-2457" fmla="*/ 1104900 w 1343025"/>
                  <a:gd name="connsiteY7-2458" fmla="*/ 150018 h 1343025"/>
                  <a:gd name="connsiteX8-2459" fmla="*/ 1012031 w 1343025"/>
                  <a:gd name="connsiteY8-2460" fmla="*/ 297656 h 1343025"/>
                  <a:gd name="connsiteX9-2461" fmla="*/ 1119187 w 1343025"/>
                  <a:gd name="connsiteY9-2462" fmla="*/ 431006 h 1343025"/>
                  <a:gd name="connsiteX10-2463" fmla="*/ 1281112 w 1343025"/>
                  <a:gd name="connsiteY10-2464" fmla="*/ 373856 h 1343025"/>
                  <a:gd name="connsiteX11-2465" fmla="*/ 1343025 w 1343025"/>
                  <a:gd name="connsiteY11-2466" fmla="*/ 602456 h 1343025"/>
                  <a:gd name="connsiteX12-2467" fmla="*/ 1173956 w 1343025"/>
                  <a:gd name="connsiteY12-2468" fmla="*/ 645318 h 1343025"/>
                  <a:gd name="connsiteX13-2469" fmla="*/ 1157287 w 1343025"/>
                  <a:gd name="connsiteY13-2470" fmla="*/ 812006 h 1343025"/>
                  <a:gd name="connsiteX14-2471" fmla="*/ 1307306 w 1343025"/>
                  <a:gd name="connsiteY14-2472" fmla="*/ 892968 h 1343025"/>
                  <a:gd name="connsiteX15-2473" fmla="*/ 1193006 w 1343025"/>
                  <a:gd name="connsiteY15-2474" fmla="*/ 1097756 h 1343025"/>
                  <a:gd name="connsiteX16-2475" fmla="*/ 1040606 w 1343025"/>
                  <a:gd name="connsiteY16-2476" fmla="*/ 1009650 h 1343025"/>
                  <a:gd name="connsiteX17-2477" fmla="*/ 919162 w 1343025"/>
                  <a:gd name="connsiteY17-2478" fmla="*/ 1112043 h 1343025"/>
                  <a:gd name="connsiteX18-2479" fmla="*/ 973931 w 1343025"/>
                  <a:gd name="connsiteY18-2480" fmla="*/ 1276350 h 1343025"/>
                  <a:gd name="connsiteX19-2481" fmla="*/ 745331 w 1343025"/>
                  <a:gd name="connsiteY19-2482" fmla="*/ 1343025 h 1343025"/>
                  <a:gd name="connsiteX20-2483" fmla="*/ 695325 w 1343025"/>
                  <a:gd name="connsiteY20-2484" fmla="*/ 1171575 h 1343025"/>
                  <a:gd name="connsiteX21-2485" fmla="*/ 535781 w 1343025"/>
                  <a:gd name="connsiteY21-2486" fmla="*/ 1157287 h 1343025"/>
                  <a:gd name="connsiteX22-2487" fmla="*/ 452437 w 1343025"/>
                  <a:gd name="connsiteY22-2488" fmla="*/ 1304925 h 1343025"/>
                  <a:gd name="connsiteX23-2489" fmla="*/ 245268 w 1343025"/>
                  <a:gd name="connsiteY23-2490" fmla="*/ 1193006 h 1343025"/>
                  <a:gd name="connsiteX24-2491" fmla="*/ 333375 w 1343025"/>
                  <a:gd name="connsiteY24-2492" fmla="*/ 1042987 h 1343025"/>
                  <a:gd name="connsiteX25-2493" fmla="*/ 226218 w 1343025"/>
                  <a:gd name="connsiteY25-2494" fmla="*/ 909637 h 1343025"/>
                  <a:gd name="connsiteX26-2495" fmla="*/ 59531 w 1343025"/>
                  <a:gd name="connsiteY26-2496" fmla="*/ 964406 h 1343025"/>
                  <a:gd name="connsiteX27-2497" fmla="*/ 0 w 1343025"/>
                  <a:gd name="connsiteY27-2498" fmla="*/ 733425 h 1343025"/>
                  <a:gd name="connsiteX28-2499" fmla="*/ 166687 w 1343025"/>
                  <a:gd name="connsiteY28-2500" fmla="*/ 690562 h 1343025"/>
                  <a:gd name="connsiteX29-2501" fmla="*/ 190500 w 1343025"/>
                  <a:gd name="connsiteY29-2502" fmla="*/ 521493 h 1343025"/>
                  <a:gd name="connsiteX30-2503" fmla="*/ 35718 w 1343025"/>
                  <a:gd name="connsiteY30-2504" fmla="*/ 440531 h 1343025"/>
                  <a:gd name="connsiteX31-2505" fmla="*/ 154781 w 1343025"/>
                  <a:gd name="connsiteY31-2506" fmla="*/ 242887 h 1343025"/>
                  <a:gd name="connsiteX32-2507" fmla="*/ 297656 w 1343025"/>
                  <a:gd name="connsiteY32-2508" fmla="*/ 330993 h 1343025"/>
                  <a:gd name="connsiteX0-2509" fmla="*/ 297656 w 1343025"/>
                  <a:gd name="connsiteY0-2510" fmla="*/ 330993 h 1343025"/>
                  <a:gd name="connsiteX1-2511" fmla="*/ 431006 w 1343025"/>
                  <a:gd name="connsiteY1-2512" fmla="*/ 226218 h 1343025"/>
                  <a:gd name="connsiteX2-2513" fmla="*/ 378618 w 1343025"/>
                  <a:gd name="connsiteY2-2514" fmla="*/ 61912 h 1343025"/>
                  <a:gd name="connsiteX3-2515" fmla="*/ 602456 w 1343025"/>
                  <a:gd name="connsiteY3-2516" fmla="*/ 0 h 1343025"/>
                  <a:gd name="connsiteX4-2517" fmla="*/ 652462 w 1343025"/>
                  <a:gd name="connsiteY4-2518" fmla="*/ 171450 h 1343025"/>
                  <a:gd name="connsiteX5-2519" fmla="*/ 816768 w 1343025"/>
                  <a:gd name="connsiteY5-2520" fmla="*/ 185737 h 1343025"/>
                  <a:gd name="connsiteX6-2521" fmla="*/ 900112 w 1343025"/>
                  <a:gd name="connsiteY6-2522" fmla="*/ 40481 h 1343025"/>
                  <a:gd name="connsiteX7-2523" fmla="*/ 1104900 w 1343025"/>
                  <a:gd name="connsiteY7-2524" fmla="*/ 150018 h 1343025"/>
                  <a:gd name="connsiteX8-2525" fmla="*/ 1012031 w 1343025"/>
                  <a:gd name="connsiteY8-2526" fmla="*/ 297656 h 1343025"/>
                  <a:gd name="connsiteX9-2527" fmla="*/ 1119187 w 1343025"/>
                  <a:gd name="connsiteY9-2528" fmla="*/ 431006 h 1343025"/>
                  <a:gd name="connsiteX10-2529" fmla="*/ 1281112 w 1343025"/>
                  <a:gd name="connsiteY10-2530" fmla="*/ 373856 h 1343025"/>
                  <a:gd name="connsiteX11-2531" fmla="*/ 1343025 w 1343025"/>
                  <a:gd name="connsiteY11-2532" fmla="*/ 602456 h 1343025"/>
                  <a:gd name="connsiteX12-2533" fmla="*/ 1173956 w 1343025"/>
                  <a:gd name="connsiteY12-2534" fmla="*/ 645318 h 1343025"/>
                  <a:gd name="connsiteX13-2535" fmla="*/ 1157287 w 1343025"/>
                  <a:gd name="connsiteY13-2536" fmla="*/ 812006 h 1343025"/>
                  <a:gd name="connsiteX14-2537" fmla="*/ 1307306 w 1343025"/>
                  <a:gd name="connsiteY14-2538" fmla="*/ 892968 h 1343025"/>
                  <a:gd name="connsiteX15-2539" fmla="*/ 1193006 w 1343025"/>
                  <a:gd name="connsiteY15-2540" fmla="*/ 1097756 h 1343025"/>
                  <a:gd name="connsiteX16-2541" fmla="*/ 1040606 w 1343025"/>
                  <a:gd name="connsiteY16-2542" fmla="*/ 1009650 h 1343025"/>
                  <a:gd name="connsiteX17-2543" fmla="*/ 919162 w 1343025"/>
                  <a:gd name="connsiteY17-2544" fmla="*/ 1112043 h 1343025"/>
                  <a:gd name="connsiteX18-2545" fmla="*/ 973931 w 1343025"/>
                  <a:gd name="connsiteY18-2546" fmla="*/ 1276350 h 1343025"/>
                  <a:gd name="connsiteX19-2547" fmla="*/ 745331 w 1343025"/>
                  <a:gd name="connsiteY19-2548" fmla="*/ 1343025 h 1343025"/>
                  <a:gd name="connsiteX20-2549" fmla="*/ 695325 w 1343025"/>
                  <a:gd name="connsiteY20-2550" fmla="*/ 1171575 h 1343025"/>
                  <a:gd name="connsiteX21-2551" fmla="*/ 535781 w 1343025"/>
                  <a:gd name="connsiteY21-2552" fmla="*/ 1157287 h 1343025"/>
                  <a:gd name="connsiteX22-2553" fmla="*/ 452437 w 1343025"/>
                  <a:gd name="connsiteY22-2554" fmla="*/ 1304925 h 1343025"/>
                  <a:gd name="connsiteX23-2555" fmla="*/ 245268 w 1343025"/>
                  <a:gd name="connsiteY23-2556" fmla="*/ 1193006 h 1343025"/>
                  <a:gd name="connsiteX24-2557" fmla="*/ 333375 w 1343025"/>
                  <a:gd name="connsiteY24-2558" fmla="*/ 1042987 h 1343025"/>
                  <a:gd name="connsiteX25-2559" fmla="*/ 226218 w 1343025"/>
                  <a:gd name="connsiteY25-2560" fmla="*/ 909637 h 1343025"/>
                  <a:gd name="connsiteX26-2561" fmla="*/ 59531 w 1343025"/>
                  <a:gd name="connsiteY26-2562" fmla="*/ 964406 h 1343025"/>
                  <a:gd name="connsiteX27-2563" fmla="*/ 0 w 1343025"/>
                  <a:gd name="connsiteY27-2564" fmla="*/ 733425 h 1343025"/>
                  <a:gd name="connsiteX28-2565" fmla="*/ 166687 w 1343025"/>
                  <a:gd name="connsiteY28-2566" fmla="*/ 690562 h 1343025"/>
                  <a:gd name="connsiteX29-2567" fmla="*/ 190500 w 1343025"/>
                  <a:gd name="connsiteY29-2568" fmla="*/ 521493 h 1343025"/>
                  <a:gd name="connsiteX30-2569" fmla="*/ 35718 w 1343025"/>
                  <a:gd name="connsiteY30-2570" fmla="*/ 440531 h 1343025"/>
                  <a:gd name="connsiteX31-2571" fmla="*/ 154781 w 1343025"/>
                  <a:gd name="connsiteY31-2572" fmla="*/ 242887 h 1343025"/>
                  <a:gd name="connsiteX32-2573" fmla="*/ 297656 w 1343025"/>
                  <a:gd name="connsiteY32-2574" fmla="*/ 330993 h 1343025"/>
                  <a:gd name="connsiteX0-2575" fmla="*/ 297656 w 1343025"/>
                  <a:gd name="connsiteY0-2576" fmla="*/ 330993 h 1343025"/>
                  <a:gd name="connsiteX1-2577" fmla="*/ 431006 w 1343025"/>
                  <a:gd name="connsiteY1-2578" fmla="*/ 226218 h 1343025"/>
                  <a:gd name="connsiteX2-2579" fmla="*/ 378618 w 1343025"/>
                  <a:gd name="connsiteY2-2580" fmla="*/ 61912 h 1343025"/>
                  <a:gd name="connsiteX3-2581" fmla="*/ 602456 w 1343025"/>
                  <a:gd name="connsiteY3-2582" fmla="*/ 0 h 1343025"/>
                  <a:gd name="connsiteX4-2583" fmla="*/ 652462 w 1343025"/>
                  <a:gd name="connsiteY4-2584" fmla="*/ 171450 h 1343025"/>
                  <a:gd name="connsiteX5-2585" fmla="*/ 816768 w 1343025"/>
                  <a:gd name="connsiteY5-2586" fmla="*/ 185737 h 1343025"/>
                  <a:gd name="connsiteX6-2587" fmla="*/ 900112 w 1343025"/>
                  <a:gd name="connsiteY6-2588" fmla="*/ 40481 h 1343025"/>
                  <a:gd name="connsiteX7-2589" fmla="*/ 1104900 w 1343025"/>
                  <a:gd name="connsiteY7-2590" fmla="*/ 150018 h 1343025"/>
                  <a:gd name="connsiteX8-2591" fmla="*/ 1012031 w 1343025"/>
                  <a:gd name="connsiteY8-2592" fmla="*/ 297656 h 1343025"/>
                  <a:gd name="connsiteX9-2593" fmla="*/ 1119187 w 1343025"/>
                  <a:gd name="connsiteY9-2594" fmla="*/ 431006 h 1343025"/>
                  <a:gd name="connsiteX10-2595" fmla="*/ 1281112 w 1343025"/>
                  <a:gd name="connsiteY10-2596" fmla="*/ 373856 h 1343025"/>
                  <a:gd name="connsiteX11-2597" fmla="*/ 1343025 w 1343025"/>
                  <a:gd name="connsiteY11-2598" fmla="*/ 602456 h 1343025"/>
                  <a:gd name="connsiteX12-2599" fmla="*/ 1173956 w 1343025"/>
                  <a:gd name="connsiteY12-2600" fmla="*/ 645318 h 1343025"/>
                  <a:gd name="connsiteX13-2601" fmla="*/ 1157287 w 1343025"/>
                  <a:gd name="connsiteY13-2602" fmla="*/ 812006 h 1343025"/>
                  <a:gd name="connsiteX14-2603" fmla="*/ 1307306 w 1343025"/>
                  <a:gd name="connsiteY14-2604" fmla="*/ 892968 h 1343025"/>
                  <a:gd name="connsiteX15-2605" fmla="*/ 1193006 w 1343025"/>
                  <a:gd name="connsiteY15-2606" fmla="*/ 1097756 h 1343025"/>
                  <a:gd name="connsiteX16-2607" fmla="*/ 1040606 w 1343025"/>
                  <a:gd name="connsiteY16-2608" fmla="*/ 1009650 h 1343025"/>
                  <a:gd name="connsiteX17-2609" fmla="*/ 919162 w 1343025"/>
                  <a:gd name="connsiteY17-2610" fmla="*/ 1112043 h 1343025"/>
                  <a:gd name="connsiteX18-2611" fmla="*/ 973931 w 1343025"/>
                  <a:gd name="connsiteY18-2612" fmla="*/ 1276350 h 1343025"/>
                  <a:gd name="connsiteX19-2613" fmla="*/ 745331 w 1343025"/>
                  <a:gd name="connsiteY19-2614" fmla="*/ 1343025 h 1343025"/>
                  <a:gd name="connsiteX20-2615" fmla="*/ 695325 w 1343025"/>
                  <a:gd name="connsiteY20-2616" fmla="*/ 1171575 h 1343025"/>
                  <a:gd name="connsiteX21-2617" fmla="*/ 535781 w 1343025"/>
                  <a:gd name="connsiteY21-2618" fmla="*/ 1157287 h 1343025"/>
                  <a:gd name="connsiteX22-2619" fmla="*/ 452437 w 1343025"/>
                  <a:gd name="connsiteY22-2620" fmla="*/ 1304925 h 1343025"/>
                  <a:gd name="connsiteX23-2621" fmla="*/ 245268 w 1343025"/>
                  <a:gd name="connsiteY23-2622" fmla="*/ 1193006 h 1343025"/>
                  <a:gd name="connsiteX24-2623" fmla="*/ 333375 w 1343025"/>
                  <a:gd name="connsiteY24-2624" fmla="*/ 1042987 h 1343025"/>
                  <a:gd name="connsiteX25-2625" fmla="*/ 226218 w 1343025"/>
                  <a:gd name="connsiteY25-2626" fmla="*/ 909637 h 1343025"/>
                  <a:gd name="connsiteX26-2627" fmla="*/ 59531 w 1343025"/>
                  <a:gd name="connsiteY26-2628" fmla="*/ 964406 h 1343025"/>
                  <a:gd name="connsiteX27-2629" fmla="*/ 0 w 1343025"/>
                  <a:gd name="connsiteY27-2630" fmla="*/ 733425 h 1343025"/>
                  <a:gd name="connsiteX28-2631" fmla="*/ 166687 w 1343025"/>
                  <a:gd name="connsiteY28-2632" fmla="*/ 690562 h 1343025"/>
                  <a:gd name="connsiteX29-2633" fmla="*/ 190500 w 1343025"/>
                  <a:gd name="connsiteY29-2634" fmla="*/ 521493 h 1343025"/>
                  <a:gd name="connsiteX30-2635" fmla="*/ 35718 w 1343025"/>
                  <a:gd name="connsiteY30-2636" fmla="*/ 440531 h 1343025"/>
                  <a:gd name="connsiteX31-2637" fmla="*/ 154781 w 1343025"/>
                  <a:gd name="connsiteY31-2638" fmla="*/ 242887 h 1343025"/>
                  <a:gd name="connsiteX32-2639" fmla="*/ 297656 w 1343025"/>
                  <a:gd name="connsiteY32-2640" fmla="*/ 330993 h 1343025"/>
                  <a:gd name="connsiteX0-2641" fmla="*/ 297656 w 1343025"/>
                  <a:gd name="connsiteY0-2642" fmla="*/ 330993 h 1343025"/>
                  <a:gd name="connsiteX1-2643" fmla="*/ 431006 w 1343025"/>
                  <a:gd name="connsiteY1-2644" fmla="*/ 226218 h 1343025"/>
                  <a:gd name="connsiteX2-2645" fmla="*/ 378618 w 1343025"/>
                  <a:gd name="connsiteY2-2646" fmla="*/ 61912 h 1343025"/>
                  <a:gd name="connsiteX3-2647" fmla="*/ 602456 w 1343025"/>
                  <a:gd name="connsiteY3-2648" fmla="*/ 0 h 1343025"/>
                  <a:gd name="connsiteX4-2649" fmla="*/ 652462 w 1343025"/>
                  <a:gd name="connsiteY4-2650" fmla="*/ 171450 h 1343025"/>
                  <a:gd name="connsiteX5-2651" fmla="*/ 816768 w 1343025"/>
                  <a:gd name="connsiteY5-2652" fmla="*/ 185737 h 1343025"/>
                  <a:gd name="connsiteX6-2653" fmla="*/ 900112 w 1343025"/>
                  <a:gd name="connsiteY6-2654" fmla="*/ 40481 h 1343025"/>
                  <a:gd name="connsiteX7-2655" fmla="*/ 1104900 w 1343025"/>
                  <a:gd name="connsiteY7-2656" fmla="*/ 150018 h 1343025"/>
                  <a:gd name="connsiteX8-2657" fmla="*/ 1012031 w 1343025"/>
                  <a:gd name="connsiteY8-2658" fmla="*/ 297656 h 1343025"/>
                  <a:gd name="connsiteX9-2659" fmla="*/ 1119187 w 1343025"/>
                  <a:gd name="connsiteY9-2660" fmla="*/ 431006 h 1343025"/>
                  <a:gd name="connsiteX10-2661" fmla="*/ 1281112 w 1343025"/>
                  <a:gd name="connsiteY10-2662" fmla="*/ 373856 h 1343025"/>
                  <a:gd name="connsiteX11-2663" fmla="*/ 1343025 w 1343025"/>
                  <a:gd name="connsiteY11-2664" fmla="*/ 602456 h 1343025"/>
                  <a:gd name="connsiteX12-2665" fmla="*/ 1173956 w 1343025"/>
                  <a:gd name="connsiteY12-2666" fmla="*/ 645318 h 1343025"/>
                  <a:gd name="connsiteX13-2667" fmla="*/ 1157287 w 1343025"/>
                  <a:gd name="connsiteY13-2668" fmla="*/ 812006 h 1343025"/>
                  <a:gd name="connsiteX14-2669" fmla="*/ 1307306 w 1343025"/>
                  <a:gd name="connsiteY14-2670" fmla="*/ 892968 h 1343025"/>
                  <a:gd name="connsiteX15-2671" fmla="*/ 1193006 w 1343025"/>
                  <a:gd name="connsiteY15-2672" fmla="*/ 1097756 h 1343025"/>
                  <a:gd name="connsiteX16-2673" fmla="*/ 1040606 w 1343025"/>
                  <a:gd name="connsiteY16-2674" fmla="*/ 1009650 h 1343025"/>
                  <a:gd name="connsiteX17-2675" fmla="*/ 919162 w 1343025"/>
                  <a:gd name="connsiteY17-2676" fmla="*/ 1112043 h 1343025"/>
                  <a:gd name="connsiteX18-2677" fmla="*/ 973931 w 1343025"/>
                  <a:gd name="connsiteY18-2678" fmla="*/ 1276350 h 1343025"/>
                  <a:gd name="connsiteX19-2679" fmla="*/ 745331 w 1343025"/>
                  <a:gd name="connsiteY19-2680" fmla="*/ 1343025 h 1343025"/>
                  <a:gd name="connsiteX20-2681" fmla="*/ 695325 w 1343025"/>
                  <a:gd name="connsiteY20-2682" fmla="*/ 1171575 h 1343025"/>
                  <a:gd name="connsiteX21-2683" fmla="*/ 535781 w 1343025"/>
                  <a:gd name="connsiteY21-2684" fmla="*/ 1157287 h 1343025"/>
                  <a:gd name="connsiteX22-2685" fmla="*/ 452437 w 1343025"/>
                  <a:gd name="connsiteY22-2686" fmla="*/ 1304925 h 1343025"/>
                  <a:gd name="connsiteX23-2687" fmla="*/ 245268 w 1343025"/>
                  <a:gd name="connsiteY23-2688" fmla="*/ 1193006 h 1343025"/>
                  <a:gd name="connsiteX24-2689" fmla="*/ 333375 w 1343025"/>
                  <a:gd name="connsiteY24-2690" fmla="*/ 1042987 h 1343025"/>
                  <a:gd name="connsiteX25-2691" fmla="*/ 226218 w 1343025"/>
                  <a:gd name="connsiteY25-2692" fmla="*/ 909637 h 1343025"/>
                  <a:gd name="connsiteX26-2693" fmla="*/ 59531 w 1343025"/>
                  <a:gd name="connsiteY26-2694" fmla="*/ 964406 h 1343025"/>
                  <a:gd name="connsiteX27-2695" fmla="*/ 0 w 1343025"/>
                  <a:gd name="connsiteY27-2696" fmla="*/ 733425 h 1343025"/>
                  <a:gd name="connsiteX28-2697" fmla="*/ 166687 w 1343025"/>
                  <a:gd name="connsiteY28-2698" fmla="*/ 690562 h 1343025"/>
                  <a:gd name="connsiteX29-2699" fmla="*/ 190500 w 1343025"/>
                  <a:gd name="connsiteY29-2700" fmla="*/ 521493 h 1343025"/>
                  <a:gd name="connsiteX30-2701" fmla="*/ 35718 w 1343025"/>
                  <a:gd name="connsiteY30-2702" fmla="*/ 440531 h 1343025"/>
                  <a:gd name="connsiteX31-2703" fmla="*/ 154781 w 1343025"/>
                  <a:gd name="connsiteY31-2704" fmla="*/ 242887 h 1343025"/>
                  <a:gd name="connsiteX32-2705" fmla="*/ 297656 w 1343025"/>
                  <a:gd name="connsiteY32-2706" fmla="*/ 330993 h 1343025"/>
                  <a:gd name="connsiteX0-2707" fmla="*/ 297656 w 1343025"/>
                  <a:gd name="connsiteY0-2708" fmla="*/ 330993 h 1343025"/>
                  <a:gd name="connsiteX1-2709" fmla="*/ 431006 w 1343025"/>
                  <a:gd name="connsiteY1-2710" fmla="*/ 226218 h 1343025"/>
                  <a:gd name="connsiteX2-2711" fmla="*/ 378618 w 1343025"/>
                  <a:gd name="connsiteY2-2712" fmla="*/ 61912 h 1343025"/>
                  <a:gd name="connsiteX3-2713" fmla="*/ 602456 w 1343025"/>
                  <a:gd name="connsiteY3-2714" fmla="*/ 0 h 1343025"/>
                  <a:gd name="connsiteX4-2715" fmla="*/ 652462 w 1343025"/>
                  <a:gd name="connsiteY4-2716" fmla="*/ 171450 h 1343025"/>
                  <a:gd name="connsiteX5-2717" fmla="*/ 816768 w 1343025"/>
                  <a:gd name="connsiteY5-2718" fmla="*/ 185737 h 1343025"/>
                  <a:gd name="connsiteX6-2719" fmla="*/ 900112 w 1343025"/>
                  <a:gd name="connsiteY6-2720" fmla="*/ 40481 h 1343025"/>
                  <a:gd name="connsiteX7-2721" fmla="*/ 1104900 w 1343025"/>
                  <a:gd name="connsiteY7-2722" fmla="*/ 150018 h 1343025"/>
                  <a:gd name="connsiteX8-2723" fmla="*/ 1012031 w 1343025"/>
                  <a:gd name="connsiteY8-2724" fmla="*/ 297656 h 1343025"/>
                  <a:gd name="connsiteX9-2725" fmla="*/ 1119187 w 1343025"/>
                  <a:gd name="connsiteY9-2726" fmla="*/ 431006 h 1343025"/>
                  <a:gd name="connsiteX10-2727" fmla="*/ 1281112 w 1343025"/>
                  <a:gd name="connsiteY10-2728" fmla="*/ 373856 h 1343025"/>
                  <a:gd name="connsiteX11-2729" fmla="*/ 1343025 w 1343025"/>
                  <a:gd name="connsiteY11-2730" fmla="*/ 602456 h 1343025"/>
                  <a:gd name="connsiteX12-2731" fmla="*/ 1173956 w 1343025"/>
                  <a:gd name="connsiteY12-2732" fmla="*/ 645318 h 1343025"/>
                  <a:gd name="connsiteX13-2733" fmla="*/ 1157287 w 1343025"/>
                  <a:gd name="connsiteY13-2734" fmla="*/ 812006 h 1343025"/>
                  <a:gd name="connsiteX14-2735" fmla="*/ 1307306 w 1343025"/>
                  <a:gd name="connsiteY14-2736" fmla="*/ 892968 h 1343025"/>
                  <a:gd name="connsiteX15-2737" fmla="*/ 1193006 w 1343025"/>
                  <a:gd name="connsiteY15-2738" fmla="*/ 1097756 h 1343025"/>
                  <a:gd name="connsiteX16-2739" fmla="*/ 1040606 w 1343025"/>
                  <a:gd name="connsiteY16-2740" fmla="*/ 1009650 h 1343025"/>
                  <a:gd name="connsiteX17-2741" fmla="*/ 919162 w 1343025"/>
                  <a:gd name="connsiteY17-2742" fmla="*/ 1112043 h 1343025"/>
                  <a:gd name="connsiteX18-2743" fmla="*/ 973931 w 1343025"/>
                  <a:gd name="connsiteY18-2744" fmla="*/ 1276350 h 1343025"/>
                  <a:gd name="connsiteX19-2745" fmla="*/ 745331 w 1343025"/>
                  <a:gd name="connsiteY19-2746" fmla="*/ 1343025 h 1343025"/>
                  <a:gd name="connsiteX20-2747" fmla="*/ 695325 w 1343025"/>
                  <a:gd name="connsiteY20-2748" fmla="*/ 1171575 h 1343025"/>
                  <a:gd name="connsiteX21-2749" fmla="*/ 535781 w 1343025"/>
                  <a:gd name="connsiteY21-2750" fmla="*/ 1157287 h 1343025"/>
                  <a:gd name="connsiteX22-2751" fmla="*/ 452437 w 1343025"/>
                  <a:gd name="connsiteY22-2752" fmla="*/ 1304925 h 1343025"/>
                  <a:gd name="connsiteX23-2753" fmla="*/ 245268 w 1343025"/>
                  <a:gd name="connsiteY23-2754" fmla="*/ 1193006 h 1343025"/>
                  <a:gd name="connsiteX24-2755" fmla="*/ 333375 w 1343025"/>
                  <a:gd name="connsiteY24-2756" fmla="*/ 1042987 h 1343025"/>
                  <a:gd name="connsiteX25-2757" fmla="*/ 226218 w 1343025"/>
                  <a:gd name="connsiteY25-2758" fmla="*/ 909637 h 1343025"/>
                  <a:gd name="connsiteX26-2759" fmla="*/ 59531 w 1343025"/>
                  <a:gd name="connsiteY26-2760" fmla="*/ 964406 h 1343025"/>
                  <a:gd name="connsiteX27-2761" fmla="*/ 0 w 1343025"/>
                  <a:gd name="connsiteY27-2762" fmla="*/ 733425 h 1343025"/>
                  <a:gd name="connsiteX28-2763" fmla="*/ 166687 w 1343025"/>
                  <a:gd name="connsiteY28-2764" fmla="*/ 690562 h 1343025"/>
                  <a:gd name="connsiteX29-2765" fmla="*/ 190500 w 1343025"/>
                  <a:gd name="connsiteY29-2766" fmla="*/ 521493 h 1343025"/>
                  <a:gd name="connsiteX30-2767" fmla="*/ 35718 w 1343025"/>
                  <a:gd name="connsiteY30-2768" fmla="*/ 440531 h 1343025"/>
                  <a:gd name="connsiteX31-2769" fmla="*/ 154781 w 1343025"/>
                  <a:gd name="connsiteY31-2770" fmla="*/ 242887 h 1343025"/>
                  <a:gd name="connsiteX32-2771" fmla="*/ 297656 w 1343025"/>
                  <a:gd name="connsiteY32-2772" fmla="*/ 330993 h 1343025"/>
                  <a:gd name="connsiteX0-2773" fmla="*/ 297656 w 1343025"/>
                  <a:gd name="connsiteY0-2774" fmla="*/ 330993 h 1343025"/>
                  <a:gd name="connsiteX1-2775" fmla="*/ 431006 w 1343025"/>
                  <a:gd name="connsiteY1-2776" fmla="*/ 226218 h 1343025"/>
                  <a:gd name="connsiteX2-2777" fmla="*/ 378618 w 1343025"/>
                  <a:gd name="connsiteY2-2778" fmla="*/ 61912 h 1343025"/>
                  <a:gd name="connsiteX3-2779" fmla="*/ 602456 w 1343025"/>
                  <a:gd name="connsiteY3-2780" fmla="*/ 0 h 1343025"/>
                  <a:gd name="connsiteX4-2781" fmla="*/ 652462 w 1343025"/>
                  <a:gd name="connsiteY4-2782" fmla="*/ 171450 h 1343025"/>
                  <a:gd name="connsiteX5-2783" fmla="*/ 816768 w 1343025"/>
                  <a:gd name="connsiteY5-2784" fmla="*/ 185737 h 1343025"/>
                  <a:gd name="connsiteX6-2785" fmla="*/ 901561 w 1343025"/>
                  <a:gd name="connsiteY6-2786" fmla="*/ 36133 h 1343025"/>
                  <a:gd name="connsiteX7-2787" fmla="*/ 1104900 w 1343025"/>
                  <a:gd name="connsiteY7-2788" fmla="*/ 150018 h 1343025"/>
                  <a:gd name="connsiteX8-2789" fmla="*/ 1012031 w 1343025"/>
                  <a:gd name="connsiteY8-2790" fmla="*/ 297656 h 1343025"/>
                  <a:gd name="connsiteX9-2791" fmla="*/ 1119187 w 1343025"/>
                  <a:gd name="connsiteY9-2792" fmla="*/ 431006 h 1343025"/>
                  <a:gd name="connsiteX10-2793" fmla="*/ 1281112 w 1343025"/>
                  <a:gd name="connsiteY10-2794" fmla="*/ 373856 h 1343025"/>
                  <a:gd name="connsiteX11-2795" fmla="*/ 1343025 w 1343025"/>
                  <a:gd name="connsiteY11-2796" fmla="*/ 602456 h 1343025"/>
                  <a:gd name="connsiteX12-2797" fmla="*/ 1173956 w 1343025"/>
                  <a:gd name="connsiteY12-2798" fmla="*/ 645318 h 1343025"/>
                  <a:gd name="connsiteX13-2799" fmla="*/ 1157287 w 1343025"/>
                  <a:gd name="connsiteY13-2800" fmla="*/ 812006 h 1343025"/>
                  <a:gd name="connsiteX14-2801" fmla="*/ 1307306 w 1343025"/>
                  <a:gd name="connsiteY14-2802" fmla="*/ 892968 h 1343025"/>
                  <a:gd name="connsiteX15-2803" fmla="*/ 1193006 w 1343025"/>
                  <a:gd name="connsiteY15-2804" fmla="*/ 1097756 h 1343025"/>
                  <a:gd name="connsiteX16-2805" fmla="*/ 1040606 w 1343025"/>
                  <a:gd name="connsiteY16-2806" fmla="*/ 1009650 h 1343025"/>
                  <a:gd name="connsiteX17-2807" fmla="*/ 919162 w 1343025"/>
                  <a:gd name="connsiteY17-2808" fmla="*/ 1112043 h 1343025"/>
                  <a:gd name="connsiteX18-2809" fmla="*/ 973931 w 1343025"/>
                  <a:gd name="connsiteY18-2810" fmla="*/ 1276350 h 1343025"/>
                  <a:gd name="connsiteX19-2811" fmla="*/ 745331 w 1343025"/>
                  <a:gd name="connsiteY19-2812" fmla="*/ 1343025 h 1343025"/>
                  <a:gd name="connsiteX20-2813" fmla="*/ 695325 w 1343025"/>
                  <a:gd name="connsiteY20-2814" fmla="*/ 1171575 h 1343025"/>
                  <a:gd name="connsiteX21-2815" fmla="*/ 535781 w 1343025"/>
                  <a:gd name="connsiteY21-2816" fmla="*/ 1157287 h 1343025"/>
                  <a:gd name="connsiteX22-2817" fmla="*/ 452437 w 1343025"/>
                  <a:gd name="connsiteY22-2818" fmla="*/ 1304925 h 1343025"/>
                  <a:gd name="connsiteX23-2819" fmla="*/ 245268 w 1343025"/>
                  <a:gd name="connsiteY23-2820" fmla="*/ 1193006 h 1343025"/>
                  <a:gd name="connsiteX24-2821" fmla="*/ 333375 w 1343025"/>
                  <a:gd name="connsiteY24-2822" fmla="*/ 1042987 h 1343025"/>
                  <a:gd name="connsiteX25-2823" fmla="*/ 226218 w 1343025"/>
                  <a:gd name="connsiteY25-2824" fmla="*/ 909637 h 1343025"/>
                  <a:gd name="connsiteX26-2825" fmla="*/ 59531 w 1343025"/>
                  <a:gd name="connsiteY26-2826" fmla="*/ 964406 h 1343025"/>
                  <a:gd name="connsiteX27-2827" fmla="*/ 0 w 1343025"/>
                  <a:gd name="connsiteY27-2828" fmla="*/ 733425 h 1343025"/>
                  <a:gd name="connsiteX28-2829" fmla="*/ 166687 w 1343025"/>
                  <a:gd name="connsiteY28-2830" fmla="*/ 690562 h 1343025"/>
                  <a:gd name="connsiteX29-2831" fmla="*/ 190500 w 1343025"/>
                  <a:gd name="connsiteY29-2832" fmla="*/ 521493 h 1343025"/>
                  <a:gd name="connsiteX30-2833" fmla="*/ 35718 w 1343025"/>
                  <a:gd name="connsiteY30-2834" fmla="*/ 440531 h 1343025"/>
                  <a:gd name="connsiteX31-2835" fmla="*/ 154781 w 1343025"/>
                  <a:gd name="connsiteY31-2836" fmla="*/ 242887 h 1343025"/>
                  <a:gd name="connsiteX32-2837" fmla="*/ 297656 w 1343025"/>
                  <a:gd name="connsiteY32-2838" fmla="*/ 330993 h 1343025"/>
                  <a:gd name="connsiteX0-2839" fmla="*/ 297656 w 1343025"/>
                  <a:gd name="connsiteY0-2840" fmla="*/ 330993 h 1343025"/>
                  <a:gd name="connsiteX1-2841" fmla="*/ 431006 w 1343025"/>
                  <a:gd name="connsiteY1-2842" fmla="*/ 226218 h 1343025"/>
                  <a:gd name="connsiteX2-2843" fmla="*/ 378618 w 1343025"/>
                  <a:gd name="connsiteY2-2844" fmla="*/ 61912 h 1343025"/>
                  <a:gd name="connsiteX3-2845" fmla="*/ 602456 w 1343025"/>
                  <a:gd name="connsiteY3-2846" fmla="*/ 0 h 1343025"/>
                  <a:gd name="connsiteX4-2847" fmla="*/ 652462 w 1343025"/>
                  <a:gd name="connsiteY4-2848" fmla="*/ 171450 h 1343025"/>
                  <a:gd name="connsiteX5-2849" fmla="*/ 816768 w 1343025"/>
                  <a:gd name="connsiteY5-2850" fmla="*/ 185737 h 1343025"/>
                  <a:gd name="connsiteX6-2851" fmla="*/ 901561 w 1343025"/>
                  <a:gd name="connsiteY6-2852" fmla="*/ 36133 h 1343025"/>
                  <a:gd name="connsiteX7-2853" fmla="*/ 1104900 w 1343025"/>
                  <a:gd name="connsiteY7-2854" fmla="*/ 150018 h 1343025"/>
                  <a:gd name="connsiteX8-2855" fmla="*/ 1012031 w 1343025"/>
                  <a:gd name="connsiteY8-2856" fmla="*/ 297656 h 1343025"/>
                  <a:gd name="connsiteX9-2857" fmla="*/ 1119187 w 1343025"/>
                  <a:gd name="connsiteY9-2858" fmla="*/ 431006 h 1343025"/>
                  <a:gd name="connsiteX10-2859" fmla="*/ 1275315 w 1343025"/>
                  <a:gd name="connsiteY10-2860" fmla="*/ 373856 h 1343025"/>
                  <a:gd name="connsiteX11-2861" fmla="*/ 1343025 w 1343025"/>
                  <a:gd name="connsiteY11-2862" fmla="*/ 602456 h 1343025"/>
                  <a:gd name="connsiteX12-2863" fmla="*/ 1173956 w 1343025"/>
                  <a:gd name="connsiteY12-2864" fmla="*/ 645318 h 1343025"/>
                  <a:gd name="connsiteX13-2865" fmla="*/ 1157287 w 1343025"/>
                  <a:gd name="connsiteY13-2866" fmla="*/ 812006 h 1343025"/>
                  <a:gd name="connsiteX14-2867" fmla="*/ 1307306 w 1343025"/>
                  <a:gd name="connsiteY14-2868" fmla="*/ 892968 h 1343025"/>
                  <a:gd name="connsiteX15-2869" fmla="*/ 1193006 w 1343025"/>
                  <a:gd name="connsiteY15-2870" fmla="*/ 1097756 h 1343025"/>
                  <a:gd name="connsiteX16-2871" fmla="*/ 1040606 w 1343025"/>
                  <a:gd name="connsiteY16-2872" fmla="*/ 1009650 h 1343025"/>
                  <a:gd name="connsiteX17-2873" fmla="*/ 919162 w 1343025"/>
                  <a:gd name="connsiteY17-2874" fmla="*/ 1112043 h 1343025"/>
                  <a:gd name="connsiteX18-2875" fmla="*/ 973931 w 1343025"/>
                  <a:gd name="connsiteY18-2876" fmla="*/ 1276350 h 1343025"/>
                  <a:gd name="connsiteX19-2877" fmla="*/ 745331 w 1343025"/>
                  <a:gd name="connsiteY19-2878" fmla="*/ 1343025 h 1343025"/>
                  <a:gd name="connsiteX20-2879" fmla="*/ 695325 w 1343025"/>
                  <a:gd name="connsiteY20-2880" fmla="*/ 1171575 h 1343025"/>
                  <a:gd name="connsiteX21-2881" fmla="*/ 535781 w 1343025"/>
                  <a:gd name="connsiteY21-2882" fmla="*/ 1157287 h 1343025"/>
                  <a:gd name="connsiteX22-2883" fmla="*/ 452437 w 1343025"/>
                  <a:gd name="connsiteY22-2884" fmla="*/ 1304925 h 1343025"/>
                  <a:gd name="connsiteX23-2885" fmla="*/ 245268 w 1343025"/>
                  <a:gd name="connsiteY23-2886" fmla="*/ 1193006 h 1343025"/>
                  <a:gd name="connsiteX24-2887" fmla="*/ 333375 w 1343025"/>
                  <a:gd name="connsiteY24-2888" fmla="*/ 1042987 h 1343025"/>
                  <a:gd name="connsiteX25-2889" fmla="*/ 226218 w 1343025"/>
                  <a:gd name="connsiteY25-2890" fmla="*/ 909637 h 1343025"/>
                  <a:gd name="connsiteX26-2891" fmla="*/ 59531 w 1343025"/>
                  <a:gd name="connsiteY26-2892" fmla="*/ 964406 h 1343025"/>
                  <a:gd name="connsiteX27-2893" fmla="*/ 0 w 1343025"/>
                  <a:gd name="connsiteY27-2894" fmla="*/ 733425 h 1343025"/>
                  <a:gd name="connsiteX28-2895" fmla="*/ 166687 w 1343025"/>
                  <a:gd name="connsiteY28-2896" fmla="*/ 690562 h 1343025"/>
                  <a:gd name="connsiteX29-2897" fmla="*/ 190500 w 1343025"/>
                  <a:gd name="connsiteY29-2898" fmla="*/ 521493 h 1343025"/>
                  <a:gd name="connsiteX30-2899" fmla="*/ 35718 w 1343025"/>
                  <a:gd name="connsiteY30-2900" fmla="*/ 440531 h 1343025"/>
                  <a:gd name="connsiteX31-2901" fmla="*/ 154781 w 1343025"/>
                  <a:gd name="connsiteY31-2902" fmla="*/ 242887 h 1343025"/>
                  <a:gd name="connsiteX32-2903" fmla="*/ 297656 w 1343025"/>
                  <a:gd name="connsiteY32-2904" fmla="*/ 330993 h 1343025"/>
                  <a:gd name="connsiteX0-2905" fmla="*/ 297656 w 1343025"/>
                  <a:gd name="connsiteY0-2906" fmla="*/ 330993 h 1343025"/>
                  <a:gd name="connsiteX1-2907" fmla="*/ 431006 w 1343025"/>
                  <a:gd name="connsiteY1-2908" fmla="*/ 226218 h 1343025"/>
                  <a:gd name="connsiteX2-2909" fmla="*/ 378618 w 1343025"/>
                  <a:gd name="connsiteY2-2910" fmla="*/ 61912 h 1343025"/>
                  <a:gd name="connsiteX3-2911" fmla="*/ 602456 w 1343025"/>
                  <a:gd name="connsiteY3-2912" fmla="*/ 0 h 1343025"/>
                  <a:gd name="connsiteX4-2913" fmla="*/ 652462 w 1343025"/>
                  <a:gd name="connsiteY4-2914" fmla="*/ 171450 h 1343025"/>
                  <a:gd name="connsiteX5-2915" fmla="*/ 816768 w 1343025"/>
                  <a:gd name="connsiteY5-2916" fmla="*/ 185737 h 1343025"/>
                  <a:gd name="connsiteX6-2917" fmla="*/ 901561 w 1343025"/>
                  <a:gd name="connsiteY6-2918" fmla="*/ 36133 h 1343025"/>
                  <a:gd name="connsiteX7-2919" fmla="*/ 1104900 w 1343025"/>
                  <a:gd name="connsiteY7-2920" fmla="*/ 150018 h 1343025"/>
                  <a:gd name="connsiteX8-2921" fmla="*/ 1012031 w 1343025"/>
                  <a:gd name="connsiteY8-2922" fmla="*/ 297656 h 1343025"/>
                  <a:gd name="connsiteX9-2923" fmla="*/ 1119187 w 1343025"/>
                  <a:gd name="connsiteY9-2924" fmla="*/ 431006 h 1343025"/>
                  <a:gd name="connsiteX10-2925" fmla="*/ 1276765 w 1343025"/>
                  <a:gd name="connsiteY10-2926" fmla="*/ 372406 h 1343025"/>
                  <a:gd name="connsiteX11-2927" fmla="*/ 1343025 w 1343025"/>
                  <a:gd name="connsiteY11-2928" fmla="*/ 602456 h 1343025"/>
                  <a:gd name="connsiteX12-2929" fmla="*/ 1173956 w 1343025"/>
                  <a:gd name="connsiteY12-2930" fmla="*/ 645318 h 1343025"/>
                  <a:gd name="connsiteX13-2931" fmla="*/ 1157287 w 1343025"/>
                  <a:gd name="connsiteY13-2932" fmla="*/ 812006 h 1343025"/>
                  <a:gd name="connsiteX14-2933" fmla="*/ 1307306 w 1343025"/>
                  <a:gd name="connsiteY14-2934" fmla="*/ 892968 h 1343025"/>
                  <a:gd name="connsiteX15-2935" fmla="*/ 1193006 w 1343025"/>
                  <a:gd name="connsiteY15-2936" fmla="*/ 1097756 h 1343025"/>
                  <a:gd name="connsiteX16-2937" fmla="*/ 1040606 w 1343025"/>
                  <a:gd name="connsiteY16-2938" fmla="*/ 1009650 h 1343025"/>
                  <a:gd name="connsiteX17-2939" fmla="*/ 919162 w 1343025"/>
                  <a:gd name="connsiteY17-2940" fmla="*/ 1112043 h 1343025"/>
                  <a:gd name="connsiteX18-2941" fmla="*/ 973931 w 1343025"/>
                  <a:gd name="connsiteY18-2942" fmla="*/ 1276350 h 1343025"/>
                  <a:gd name="connsiteX19-2943" fmla="*/ 745331 w 1343025"/>
                  <a:gd name="connsiteY19-2944" fmla="*/ 1343025 h 1343025"/>
                  <a:gd name="connsiteX20-2945" fmla="*/ 695325 w 1343025"/>
                  <a:gd name="connsiteY20-2946" fmla="*/ 1171575 h 1343025"/>
                  <a:gd name="connsiteX21-2947" fmla="*/ 535781 w 1343025"/>
                  <a:gd name="connsiteY21-2948" fmla="*/ 1157287 h 1343025"/>
                  <a:gd name="connsiteX22-2949" fmla="*/ 452437 w 1343025"/>
                  <a:gd name="connsiteY22-2950" fmla="*/ 1304925 h 1343025"/>
                  <a:gd name="connsiteX23-2951" fmla="*/ 245268 w 1343025"/>
                  <a:gd name="connsiteY23-2952" fmla="*/ 1193006 h 1343025"/>
                  <a:gd name="connsiteX24-2953" fmla="*/ 333375 w 1343025"/>
                  <a:gd name="connsiteY24-2954" fmla="*/ 1042987 h 1343025"/>
                  <a:gd name="connsiteX25-2955" fmla="*/ 226218 w 1343025"/>
                  <a:gd name="connsiteY25-2956" fmla="*/ 909637 h 1343025"/>
                  <a:gd name="connsiteX26-2957" fmla="*/ 59531 w 1343025"/>
                  <a:gd name="connsiteY26-2958" fmla="*/ 964406 h 1343025"/>
                  <a:gd name="connsiteX27-2959" fmla="*/ 0 w 1343025"/>
                  <a:gd name="connsiteY27-2960" fmla="*/ 733425 h 1343025"/>
                  <a:gd name="connsiteX28-2961" fmla="*/ 166687 w 1343025"/>
                  <a:gd name="connsiteY28-2962" fmla="*/ 690562 h 1343025"/>
                  <a:gd name="connsiteX29-2963" fmla="*/ 190500 w 1343025"/>
                  <a:gd name="connsiteY29-2964" fmla="*/ 521493 h 1343025"/>
                  <a:gd name="connsiteX30-2965" fmla="*/ 35718 w 1343025"/>
                  <a:gd name="connsiteY30-2966" fmla="*/ 440531 h 1343025"/>
                  <a:gd name="connsiteX31-2967" fmla="*/ 154781 w 1343025"/>
                  <a:gd name="connsiteY31-2968" fmla="*/ 242887 h 1343025"/>
                  <a:gd name="connsiteX32-2969" fmla="*/ 297656 w 1343025"/>
                  <a:gd name="connsiteY32-2970" fmla="*/ 330993 h 1343025"/>
                  <a:gd name="connsiteX0-2971" fmla="*/ 297656 w 1343025"/>
                  <a:gd name="connsiteY0-2972" fmla="*/ 330993 h 1343025"/>
                  <a:gd name="connsiteX1-2973" fmla="*/ 431006 w 1343025"/>
                  <a:gd name="connsiteY1-2974" fmla="*/ 226218 h 1343025"/>
                  <a:gd name="connsiteX2-2975" fmla="*/ 378618 w 1343025"/>
                  <a:gd name="connsiteY2-2976" fmla="*/ 61912 h 1343025"/>
                  <a:gd name="connsiteX3-2977" fmla="*/ 602456 w 1343025"/>
                  <a:gd name="connsiteY3-2978" fmla="*/ 0 h 1343025"/>
                  <a:gd name="connsiteX4-2979" fmla="*/ 652462 w 1343025"/>
                  <a:gd name="connsiteY4-2980" fmla="*/ 171450 h 1343025"/>
                  <a:gd name="connsiteX5-2981" fmla="*/ 816768 w 1343025"/>
                  <a:gd name="connsiteY5-2982" fmla="*/ 185737 h 1343025"/>
                  <a:gd name="connsiteX6-2983" fmla="*/ 901561 w 1343025"/>
                  <a:gd name="connsiteY6-2984" fmla="*/ 36133 h 1343025"/>
                  <a:gd name="connsiteX7-2985" fmla="*/ 1104900 w 1343025"/>
                  <a:gd name="connsiteY7-2986" fmla="*/ 150018 h 1343025"/>
                  <a:gd name="connsiteX8-2987" fmla="*/ 1012031 w 1343025"/>
                  <a:gd name="connsiteY8-2988" fmla="*/ 297656 h 1343025"/>
                  <a:gd name="connsiteX9-2989" fmla="*/ 1119187 w 1343025"/>
                  <a:gd name="connsiteY9-2990" fmla="*/ 431006 h 1343025"/>
                  <a:gd name="connsiteX10-2991" fmla="*/ 1276765 w 1343025"/>
                  <a:gd name="connsiteY10-2992" fmla="*/ 372406 h 1343025"/>
                  <a:gd name="connsiteX11-2993" fmla="*/ 1343025 w 1343025"/>
                  <a:gd name="connsiteY11-2994" fmla="*/ 602456 h 1343025"/>
                  <a:gd name="connsiteX12-2995" fmla="*/ 1173956 w 1343025"/>
                  <a:gd name="connsiteY12-2996" fmla="*/ 645318 h 1343025"/>
                  <a:gd name="connsiteX13-2997" fmla="*/ 1157287 w 1343025"/>
                  <a:gd name="connsiteY13-2998" fmla="*/ 812006 h 1343025"/>
                  <a:gd name="connsiteX14-2999" fmla="*/ 1307306 w 1343025"/>
                  <a:gd name="connsiteY14-3000" fmla="*/ 892968 h 1343025"/>
                  <a:gd name="connsiteX15-3001" fmla="*/ 1193006 w 1343025"/>
                  <a:gd name="connsiteY15-3002" fmla="*/ 1097756 h 1343025"/>
                  <a:gd name="connsiteX16-3003" fmla="*/ 1040606 w 1343025"/>
                  <a:gd name="connsiteY16-3004" fmla="*/ 1009650 h 1343025"/>
                  <a:gd name="connsiteX17-3005" fmla="*/ 919162 w 1343025"/>
                  <a:gd name="connsiteY17-3006" fmla="*/ 1112043 h 1343025"/>
                  <a:gd name="connsiteX18-3007" fmla="*/ 973931 w 1343025"/>
                  <a:gd name="connsiteY18-3008" fmla="*/ 1276350 h 1343025"/>
                  <a:gd name="connsiteX19-3009" fmla="*/ 745331 w 1343025"/>
                  <a:gd name="connsiteY19-3010" fmla="*/ 1343025 h 1343025"/>
                  <a:gd name="connsiteX20-3011" fmla="*/ 695325 w 1343025"/>
                  <a:gd name="connsiteY20-3012" fmla="*/ 1171575 h 1343025"/>
                  <a:gd name="connsiteX21-3013" fmla="*/ 535781 w 1343025"/>
                  <a:gd name="connsiteY21-3014" fmla="*/ 1157287 h 1343025"/>
                  <a:gd name="connsiteX22-3015" fmla="*/ 452437 w 1343025"/>
                  <a:gd name="connsiteY22-3016" fmla="*/ 1304925 h 1343025"/>
                  <a:gd name="connsiteX23-3017" fmla="*/ 245268 w 1343025"/>
                  <a:gd name="connsiteY23-3018" fmla="*/ 1193006 h 1343025"/>
                  <a:gd name="connsiteX24-3019" fmla="*/ 333375 w 1343025"/>
                  <a:gd name="connsiteY24-3020" fmla="*/ 1042987 h 1343025"/>
                  <a:gd name="connsiteX25-3021" fmla="*/ 226218 w 1343025"/>
                  <a:gd name="connsiteY25-3022" fmla="*/ 909637 h 1343025"/>
                  <a:gd name="connsiteX26-3023" fmla="*/ 59531 w 1343025"/>
                  <a:gd name="connsiteY26-3024" fmla="*/ 964406 h 1343025"/>
                  <a:gd name="connsiteX27-3025" fmla="*/ 0 w 1343025"/>
                  <a:gd name="connsiteY27-3026" fmla="*/ 733425 h 1343025"/>
                  <a:gd name="connsiteX28-3027" fmla="*/ 166687 w 1343025"/>
                  <a:gd name="connsiteY28-3028" fmla="*/ 690562 h 1343025"/>
                  <a:gd name="connsiteX29-3029" fmla="*/ 190500 w 1343025"/>
                  <a:gd name="connsiteY29-3030" fmla="*/ 521493 h 1343025"/>
                  <a:gd name="connsiteX30-3031" fmla="*/ 35718 w 1343025"/>
                  <a:gd name="connsiteY30-3032" fmla="*/ 440531 h 1343025"/>
                  <a:gd name="connsiteX31-3033" fmla="*/ 154781 w 1343025"/>
                  <a:gd name="connsiteY31-3034" fmla="*/ 242887 h 1343025"/>
                  <a:gd name="connsiteX32-3035" fmla="*/ 297656 w 1343025"/>
                  <a:gd name="connsiteY32-3036" fmla="*/ 330993 h 1343025"/>
                  <a:gd name="connsiteX0-3037" fmla="*/ 297656 w 1343025"/>
                  <a:gd name="connsiteY0-3038" fmla="*/ 330993 h 1343025"/>
                  <a:gd name="connsiteX1-3039" fmla="*/ 431006 w 1343025"/>
                  <a:gd name="connsiteY1-3040" fmla="*/ 226218 h 1343025"/>
                  <a:gd name="connsiteX2-3041" fmla="*/ 378618 w 1343025"/>
                  <a:gd name="connsiteY2-3042" fmla="*/ 61912 h 1343025"/>
                  <a:gd name="connsiteX3-3043" fmla="*/ 602456 w 1343025"/>
                  <a:gd name="connsiteY3-3044" fmla="*/ 0 h 1343025"/>
                  <a:gd name="connsiteX4-3045" fmla="*/ 652462 w 1343025"/>
                  <a:gd name="connsiteY4-3046" fmla="*/ 171450 h 1343025"/>
                  <a:gd name="connsiteX5-3047" fmla="*/ 816768 w 1343025"/>
                  <a:gd name="connsiteY5-3048" fmla="*/ 185737 h 1343025"/>
                  <a:gd name="connsiteX6-3049" fmla="*/ 901561 w 1343025"/>
                  <a:gd name="connsiteY6-3050" fmla="*/ 36133 h 1343025"/>
                  <a:gd name="connsiteX7-3051" fmla="*/ 1104900 w 1343025"/>
                  <a:gd name="connsiteY7-3052" fmla="*/ 150018 h 1343025"/>
                  <a:gd name="connsiteX8-3053" fmla="*/ 1012031 w 1343025"/>
                  <a:gd name="connsiteY8-3054" fmla="*/ 297656 h 1343025"/>
                  <a:gd name="connsiteX9-3055" fmla="*/ 1119187 w 1343025"/>
                  <a:gd name="connsiteY9-3056" fmla="*/ 431006 h 1343025"/>
                  <a:gd name="connsiteX10-3057" fmla="*/ 1276765 w 1343025"/>
                  <a:gd name="connsiteY10-3058" fmla="*/ 372406 h 1343025"/>
                  <a:gd name="connsiteX11-3059" fmla="*/ 1343025 w 1343025"/>
                  <a:gd name="connsiteY11-3060" fmla="*/ 602456 h 1343025"/>
                  <a:gd name="connsiteX12-3061" fmla="*/ 1173956 w 1343025"/>
                  <a:gd name="connsiteY12-3062" fmla="*/ 645318 h 1343025"/>
                  <a:gd name="connsiteX13-3063" fmla="*/ 1157287 w 1343025"/>
                  <a:gd name="connsiteY13-3064" fmla="*/ 812006 h 1343025"/>
                  <a:gd name="connsiteX14-3065" fmla="*/ 1307306 w 1343025"/>
                  <a:gd name="connsiteY14-3066" fmla="*/ 892968 h 1343025"/>
                  <a:gd name="connsiteX15-3067" fmla="*/ 1193006 w 1343025"/>
                  <a:gd name="connsiteY15-3068" fmla="*/ 1097756 h 1343025"/>
                  <a:gd name="connsiteX16-3069" fmla="*/ 1040606 w 1343025"/>
                  <a:gd name="connsiteY16-3070" fmla="*/ 1009650 h 1343025"/>
                  <a:gd name="connsiteX17-3071" fmla="*/ 919162 w 1343025"/>
                  <a:gd name="connsiteY17-3072" fmla="*/ 1112043 h 1343025"/>
                  <a:gd name="connsiteX18-3073" fmla="*/ 973931 w 1343025"/>
                  <a:gd name="connsiteY18-3074" fmla="*/ 1276350 h 1343025"/>
                  <a:gd name="connsiteX19-3075" fmla="*/ 738084 w 1343025"/>
                  <a:gd name="connsiteY19-3076" fmla="*/ 1343025 h 1343025"/>
                  <a:gd name="connsiteX20-3077" fmla="*/ 695325 w 1343025"/>
                  <a:gd name="connsiteY20-3078" fmla="*/ 1171575 h 1343025"/>
                  <a:gd name="connsiteX21-3079" fmla="*/ 535781 w 1343025"/>
                  <a:gd name="connsiteY21-3080" fmla="*/ 1157287 h 1343025"/>
                  <a:gd name="connsiteX22-3081" fmla="*/ 452437 w 1343025"/>
                  <a:gd name="connsiteY22-3082" fmla="*/ 1304925 h 1343025"/>
                  <a:gd name="connsiteX23-3083" fmla="*/ 245268 w 1343025"/>
                  <a:gd name="connsiteY23-3084" fmla="*/ 1193006 h 1343025"/>
                  <a:gd name="connsiteX24-3085" fmla="*/ 333375 w 1343025"/>
                  <a:gd name="connsiteY24-3086" fmla="*/ 1042987 h 1343025"/>
                  <a:gd name="connsiteX25-3087" fmla="*/ 226218 w 1343025"/>
                  <a:gd name="connsiteY25-3088" fmla="*/ 909637 h 1343025"/>
                  <a:gd name="connsiteX26-3089" fmla="*/ 59531 w 1343025"/>
                  <a:gd name="connsiteY26-3090" fmla="*/ 964406 h 1343025"/>
                  <a:gd name="connsiteX27-3091" fmla="*/ 0 w 1343025"/>
                  <a:gd name="connsiteY27-3092" fmla="*/ 733425 h 1343025"/>
                  <a:gd name="connsiteX28-3093" fmla="*/ 166687 w 1343025"/>
                  <a:gd name="connsiteY28-3094" fmla="*/ 690562 h 1343025"/>
                  <a:gd name="connsiteX29-3095" fmla="*/ 190500 w 1343025"/>
                  <a:gd name="connsiteY29-3096" fmla="*/ 521493 h 1343025"/>
                  <a:gd name="connsiteX30-3097" fmla="*/ 35718 w 1343025"/>
                  <a:gd name="connsiteY30-3098" fmla="*/ 440531 h 1343025"/>
                  <a:gd name="connsiteX31-3099" fmla="*/ 154781 w 1343025"/>
                  <a:gd name="connsiteY31-3100" fmla="*/ 242887 h 1343025"/>
                  <a:gd name="connsiteX32-3101" fmla="*/ 297656 w 1343025"/>
                  <a:gd name="connsiteY32-3102" fmla="*/ 330993 h 1343025"/>
                  <a:gd name="connsiteX0-3103" fmla="*/ 297656 w 1343025"/>
                  <a:gd name="connsiteY0-3104" fmla="*/ 330993 h 1343025"/>
                  <a:gd name="connsiteX1-3105" fmla="*/ 431006 w 1343025"/>
                  <a:gd name="connsiteY1-3106" fmla="*/ 226218 h 1343025"/>
                  <a:gd name="connsiteX2-3107" fmla="*/ 378618 w 1343025"/>
                  <a:gd name="connsiteY2-3108" fmla="*/ 61912 h 1343025"/>
                  <a:gd name="connsiteX3-3109" fmla="*/ 602456 w 1343025"/>
                  <a:gd name="connsiteY3-3110" fmla="*/ 0 h 1343025"/>
                  <a:gd name="connsiteX4-3111" fmla="*/ 652462 w 1343025"/>
                  <a:gd name="connsiteY4-3112" fmla="*/ 171450 h 1343025"/>
                  <a:gd name="connsiteX5-3113" fmla="*/ 816768 w 1343025"/>
                  <a:gd name="connsiteY5-3114" fmla="*/ 185737 h 1343025"/>
                  <a:gd name="connsiteX6-3115" fmla="*/ 901561 w 1343025"/>
                  <a:gd name="connsiteY6-3116" fmla="*/ 36133 h 1343025"/>
                  <a:gd name="connsiteX7-3117" fmla="*/ 1104900 w 1343025"/>
                  <a:gd name="connsiteY7-3118" fmla="*/ 150018 h 1343025"/>
                  <a:gd name="connsiteX8-3119" fmla="*/ 1012031 w 1343025"/>
                  <a:gd name="connsiteY8-3120" fmla="*/ 297656 h 1343025"/>
                  <a:gd name="connsiteX9-3121" fmla="*/ 1119187 w 1343025"/>
                  <a:gd name="connsiteY9-3122" fmla="*/ 431006 h 1343025"/>
                  <a:gd name="connsiteX10-3123" fmla="*/ 1276765 w 1343025"/>
                  <a:gd name="connsiteY10-3124" fmla="*/ 372406 h 1343025"/>
                  <a:gd name="connsiteX11-3125" fmla="*/ 1343025 w 1343025"/>
                  <a:gd name="connsiteY11-3126" fmla="*/ 602456 h 1343025"/>
                  <a:gd name="connsiteX12-3127" fmla="*/ 1173956 w 1343025"/>
                  <a:gd name="connsiteY12-3128" fmla="*/ 645318 h 1343025"/>
                  <a:gd name="connsiteX13-3129" fmla="*/ 1157287 w 1343025"/>
                  <a:gd name="connsiteY13-3130" fmla="*/ 812006 h 1343025"/>
                  <a:gd name="connsiteX14-3131" fmla="*/ 1307306 w 1343025"/>
                  <a:gd name="connsiteY14-3132" fmla="*/ 892968 h 1343025"/>
                  <a:gd name="connsiteX15-3133" fmla="*/ 1193006 w 1343025"/>
                  <a:gd name="connsiteY15-3134" fmla="*/ 1097756 h 1343025"/>
                  <a:gd name="connsiteX16-3135" fmla="*/ 1040606 w 1343025"/>
                  <a:gd name="connsiteY16-3136" fmla="*/ 1009650 h 1343025"/>
                  <a:gd name="connsiteX17-3137" fmla="*/ 919162 w 1343025"/>
                  <a:gd name="connsiteY17-3138" fmla="*/ 1112043 h 1343025"/>
                  <a:gd name="connsiteX18-3139" fmla="*/ 973931 w 1343025"/>
                  <a:gd name="connsiteY18-3140" fmla="*/ 1276350 h 1343025"/>
                  <a:gd name="connsiteX19-3141" fmla="*/ 738084 w 1343025"/>
                  <a:gd name="connsiteY19-3142" fmla="*/ 1343025 h 1343025"/>
                  <a:gd name="connsiteX20-3143" fmla="*/ 695325 w 1343025"/>
                  <a:gd name="connsiteY20-3144" fmla="*/ 1171575 h 1343025"/>
                  <a:gd name="connsiteX21-3145" fmla="*/ 535781 w 1343025"/>
                  <a:gd name="connsiteY21-3146" fmla="*/ 1154388 h 1343025"/>
                  <a:gd name="connsiteX22-3147" fmla="*/ 452437 w 1343025"/>
                  <a:gd name="connsiteY22-3148" fmla="*/ 1304925 h 1343025"/>
                  <a:gd name="connsiteX23-3149" fmla="*/ 245268 w 1343025"/>
                  <a:gd name="connsiteY23-3150" fmla="*/ 1193006 h 1343025"/>
                  <a:gd name="connsiteX24-3151" fmla="*/ 333375 w 1343025"/>
                  <a:gd name="connsiteY24-3152" fmla="*/ 1042987 h 1343025"/>
                  <a:gd name="connsiteX25-3153" fmla="*/ 226218 w 1343025"/>
                  <a:gd name="connsiteY25-3154" fmla="*/ 909637 h 1343025"/>
                  <a:gd name="connsiteX26-3155" fmla="*/ 59531 w 1343025"/>
                  <a:gd name="connsiteY26-3156" fmla="*/ 964406 h 1343025"/>
                  <a:gd name="connsiteX27-3157" fmla="*/ 0 w 1343025"/>
                  <a:gd name="connsiteY27-3158" fmla="*/ 733425 h 1343025"/>
                  <a:gd name="connsiteX28-3159" fmla="*/ 166687 w 1343025"/>
                  <a:gd name="connsiteY28-3160" fmla="*/ 690562 h 1343025"/>
                  <a:gd name="connsiteX29-3161" fmla="*/ 190500 w 1343025"/>
                  <a:gd name="connsiteY29-3162" fmla="*/ 521493 h 1343025"/>
                  <a:gd name="connsiteX30-3163" fmla="*/ 35718 w 1343025"/>
                  <a:gd name="connsiteY30-3164" fmla="*/ 440531 h 1343025"/>
                  <a:gd name="connsiteX31-3165" fmla="*/ 154781 w 1343025"/>
                  <a:gd name="connsiteY31-3166" fmla="*/ 242887 h 1343025"/>
                  <a:gd name="connsiteX32-3167" fmla="*/ 297656 w 1343025"/>
                  <a:gd name="connsiteY32-3168" fmla="*/ 330993 h 1343025"/>
                  <a:gd name="connsiteX0-3169" fmla="*/ 297656 w 1343025"/>
                  <a:gd name="connsiteY0-3170" fmla="*/ 330993 h 1343025"/>
                  <a:gd name="connsiteX1-3171" fmla="*/ 431006 w 1343025"/>
                  <a:gd name="connsiteY1-3172" fmla="*/ 226218 h 1343025"/>
                  <a:gd name="connsiteX2-3173" fmla="*/ 378618 w 1343025"/>
                  <a:gd name="connsiteY2-3174" fmla="*/ 61912 h 1343025"/>
                  <a:gd name="connsiteX3-3175" fmla="*/ 602456 w 1343025"/>
                  <a:gd name="connsiteY3-3176" fmla="*/ 0 h 1343025"/>
                  <a:gd name="connsiteX4-3177" fmla="*/ 652462 w 1343025"/>
                  <a:gd name="connsiteY4-3178" fmla="*/ 171450 h 1343025"/>
                  <a:gd name="connsiteX5-3179" fmla="*/ 816768 w 1343025"/>
                  <a:gd name="connsiteY5-3180" fmla="*/ 185737 h 1343025"/>
                  <a:gd name="connsiteX6-3181" fmla="*/ 901561 w 1343025"/>
                  <a:gd name="connsiteY6-3182" fmla="*/ 36133 h 1343025"/>
                  <a:gd name="connsiteX7-3183" fmla="*/ 1104900 w 1343025"/>
                  <a:gd name="connsiteY7-3184" fmla="*/ 150018 h 1343025"/>
                  <a:gd name="connsiteX8-3185" fmla="*/ 1012031 w 1343025"/>
                  <a:gd name="connsiteY8-3186" fmla="*/ 297656 h 1343025"/>
                  <a:gd name="connsiteX9-3187" fmla="*/ 1119187 w 1343025"/>
                  <a:gd name="connsiteY9-3188" fmla="*/ 431006 h 1343025"/>
                  <a:gd name="connsiteX10-3189" fmla="*/ 1276765 w 1343025"/>
                  <a:gd name="connsiteY10-3190" fmla="*/ 372406 h 1343025"/>
                  <a:gd name="connsiteX11-3191" fmla="*/ 1343025 w 1343025"/>
                  <a:gd name="connsiteY11-3192" fmla="*/ 602456 h 1343025"/>
                  <a:gd name="connsiteX12-3193" fmla="*/ 1173956 w 1343025"/>
                  <a:gd name="connsiteY12-3194" fmla="*/ 645318 h 1343025"/>
                  <a:gd name="connsiteX13-3195" fmla="*/ 1157287 w 1343025"/>
                  <a:gd name="connsiteY13-3196" fmla="*/ 812006 h 1343025"/>
                  <a:gd name="connsiteX14-3197" fmla="*/ 1307306 w 1343025"/>
                  <a:gd name="connsiteY14-3198" fmla="*/ 892968 h 1343025"/>
                  <a:gd name="connsiteX15-3199" fmla="*/ 1193006 w 1343025"/>
                  <a:gd name="connsiteY15-3200" fmla="*/ 1097756 h 1343025"/>
                  <a:gd name="connsiteX16-3201" fmla="*/ 1040606 w 1343025"/>
                  <a:gd name="connsiteY16-3202" fmla="*/ 1009650 h 1343025"/>
                  <a:gd name="connsiteX17-3203" fmla="*/ 919162 w 1343025"/>
                  <a:gd name="connsiteY17-3204" fmla="*/ 1112043 h 1343025"/>
                  <a:gd name="connsiteX18-3205" fmla="*/ 973931 w 1343025"/>
                  <a:gd name="connsiteY18-3206" fmla="*/ 1276350 h 1343025"/>
                  <a:gd name="connsiteX19-3207" fmla="*/ 738084 w 1343025"/>
                  <a:gd name="connsiteY19-3208" fmla="*/ 1343025 h 1343025"/>
                  <a:gd name="connsiteX20-3209" fmla="*/ 695325 w 1343025"/>
                  <a:gd name="connsiteY20-3210" fmla="*/ 1171575 h 1343025"/>
                  <a:gd name="connsiteX21-3211" fmla="*/ 535781 w 1343025"/>
                  <a:gd name="connsiteY21-3212" fmla="*/ 1154388 h 1343025"/>
                  <a:gd name="connsiteX22-3213" fmla="*/ 452437 w 1343025"/>
                  <a:gd name="connsiteY22-3214" fmla="*/ 1304925 h 1343025"/>
                  <a:gd name="connsiteX23-3215" fmla="*/ 245268 w 1343025"/>
                  <a:gd name="connsiteY23-3216" fmla="*/ 1193006 h 1343025"/>
                  <a:gd name="connsiteX24-3217" fmla="*/ 333375 w 1343025"/>
                  <a:gd name="connsiteY24-3218" fmla="*/ 1042987 h 1343025"/>
                  <a:gd name="connsiteX25-3219" fmla="*/ 226218 w 1343025"/>
                  <a:gd name="connsiteY25-3220" fmla="*/ 909637 h 1343025"/>
                  <a:gd name="connsiteX26-3221" fmla="*/ 66778 w 1343025"/>
                  <a:gd name="connsiteY26-3222" fmla="*/ 960058 h 1343025"/>
                  <a:gd name="connsiteX27-3223" fmla="*/ 0 w 1343025"/>
                  <a:gd name="connsiteY27-3224" fmla="*/ 733425 h 1343025"/>
                  <a:gd name="connsiteX28-3225" fmla="*/ 166687 w 1343025"/>
                  <a:gd name="connsiteY28-3226" fmla="*/ 690562 h 1343025"/>
                  <a:gd name="connsiteX29-3227" fmla="*/ 190500 w 1343025"/>
                  <a:gd name="connsiteY29-3228" fmla="*/ 521493 h 1343025"/>
                  <a:gd name="connsiteX30-3229" fmla="*/ 35718 w 1343025"/>
                  <a:gd name="connsiteY30-3230" fmla="*/ 440531 h 1343025"/>
                  <a:gd name="connsiteX31-3231" fmla="*/ 154781 w 1343025"/>
                  <a:gd name="connsiteY31-3232" fmla="*/ 242887 h 1343025"/>
                  <a:gd name="connsiteX32-3233" fmla="*/ 297656 w 1343025"/>
                  <a:gd name="connsiteY32-3234" fmla="*/ 330993 h 1343025"/>
                  <a:gd name="connsiteX0-3235" fmla="*/ 297656 w 1343025"/>
                  <a:gd name="connsiteY0-3236" fmla="*/ 330993 h 1343025"/>
                  <a:gd name="connsiteX1-3237" fmla="*/ 431006 w 1343025"/>
                  <a:gd name="connsiteY1-3238" fmla="*/ 226218 h 1343025"/>
                  <a:gd name="connsiteX2-3239" fmla="*/ 378618 w 1343025"/>
                  <a:gd name="connsiteY2-3240" fmla="*/ 61912 h 1343025"/>
                  <a:gd name="connsiteX3-3241" fmla="*/ 602456 w 1343025"/>
                  <a:gd name="connsiteY3-3242" fmla="*/ 0 h 1343025"/>
                  <a:gd name="connsiteX4-3243" fmla="*/ 652462 w 1343025"/>
                  <a:gd name="connsiteY4-3244" fmla="*/ 171450 h 1343025"/>
                  <a:gd name="connsiteX5-3245" fmla="*/ 816768 w 1343025"/>
                  <a:gd name="connsiteY5-3246" fmla="*/ 185737 h 1343025"/>
                  <a:gd name="connsiteX6-3247" fmla="*/ 901561 w 1343025"/>
                  <a:gd name="connsiteY6-3248" fmla="*/ 36133 h 1343025"/>
                  <a:gd name="connsiteX7-3249" fmla="*/ 1104900 w 1343025"/>
                  <a:gd name="connsiteY7-3250" fmla="*/ 150018 h 1343025"/>
                  <a:gd name="connsiteX8-3251" fmla="*/ 1012031 w 1343025"/>
                  <a:gd name="connsiteY8-3252" fmla="*/ 297656 h 1343025"/>
                  <a:gd name="connsiteX9-3253" fmla="*/ 1119187 w 1343025"/>
                  <a:gd name="connsiteY9-3254" fmla="*/ 431006 h 1343025"/>
                  <a:gd name="connsiteX10-3255" fmla="*/ 1276765 w 1343025"/>
                  <a:gd name="connsiteY10-3256" fmla="*/ 372406 h 1343025"/>
                  <a:gd name="connsiteX11-3257" fmla="*/ 1343025 w 1343025"/>
                  <a:gd name="connsiteY11-3258" fmla="*/ 602456 h 1343025"/>
                  <a:gd name="connsiteX12-3259" fmla="*/ 1173956 w 1343025"/>
                  <a:gd name="connsiteY12-3260" fmla="*/ 645318 h 1343025"/>
                  <a:gd name="connsiteX13-3261" fmla="*/ 1157287 w 1343025"/>
                  <a:gd name="connsiteY13-3262" fmla="*/ 812006 h 1343025"/>
                  <a:gd name="connsiteX14-3263" fmla="*/ 1307306 w 1343025"/>
                  <a:gd name="connsiteY14-3264" fmla="*/ 892968 h 1343025"/>
                  <a:gd name="connsiteX15-3265" fmla="*/ 1193006 w 1343025"/>
                  <a:gd name="connsiteY15-3266" fmla="*/ 1097756 h 1343025"/>
                  <a:gd name="connsiteX16-3267" fmla="*/ 1040606 w 1343025"/>
                  <a:gd name="connsiteY16-3268" fmla="*/ 1009650 h 1343025"/>
                  <a:gd name="connsiteX17-3269" fmla="*/ 919162 w 1343025"/>
                  <a:gd name="connsiteY17-3270" fmla="*/ 1112043 h 1343025"/>
                  <a:gd name="connsiteX18-3271" fmla="*/ 973931 w 1343025"/>
                  <a:gd name="connsiteY18-3272" fmla="*/ 1276350 h 1343025"/>
                  <a:gd name="connsiteX19-3273" fmla="*/ 738084 w 1343025"/>
                  <a:gd name="connsiteY19-3274" fmla="*/ 1343025 h 1343025"/>
                  <a:gd name="connsiteX20-3275" fmla="*/ 695325 w 1343025"/>
                  <a:gd name="connsiteY20-3276" fmla="*/ 1171575 h 1343025"/>
                  <a:gd name="connsiteX21-3277" fmla="*/ 535781 w 1343025"/>
                  <a:gd name="connsiteY21-3278" fmla="*/ 1154388 h 1343025"/>
                  <a:gd name="connsiteX22-3279" fmla="*/ 452437 w 1343025"/>
                  <a:gd name="connsiteY22-3280" fmla="*/ 1304925 h 1343025"/>
                  <a:gd name="connsiteX23-3281" fmla="*/ 245268 w 1343025"/>
                  <a:gd name="connsiteY23-3282" fmla="*/ 1193006 h 1343025"/>
                  <a:gd name="connsiteX24-3283" fmla="*/ 333375 w 1343025"/>
                  <a:gd name="connsiteY24-3284" fmla="*/ 1042987 h 1343025"/>
                  <a:gd name="connsiteX25-3285" fmla="*/ 226218 w 1343025"/>
                  <a:gd name="connsiteY25-3286" fmla="*/ 909637 h 1343025"/>
                  <a:gd name="connsiteX26-3287" fmla="*/ 63879 w 1343025"/>
                  <a:gd name="connsiteY26-3288" fmla="*/ 962957 h 1343025"/>
                  <a:gd name="connsiteX27-3289" fmla="*/ 0 w 1343025"/>
                  <a:gd name="connsiteY27-3290" fmla="*/ 733425 h 1343025"/>
                  <a:gd name="connsiteX28-3291" fmla="*/ 166687 w 1343025"/>
                  <a:gd name="connsiteY28-3292" fmla="*/ 690562 h 1343025"/>
                  <a:gd name="connsiteX29-3293" fmla="*/ 190500 w 1343025"/>
                  <a:gd name="connsiteY29-3294" fmla="*/ 521493 h 1343025"/>
                  <a:gd name="connsiteX30-3295" fmla="*/ 35718 w 1343025"/>
                  <a:gd name="connsiteY30-3296" fmla="*/ 440531 h 1343025"/>
                  <a:gd name="connsiteX31-3297" fmla="*/ 154781 w 1343025"/>
                  <a:gd name="connsiteY31-3298" fmla="*/ 242887 h 1343025"/>
                  <a:gd name="connsiteX32-3299" fmla="*/ 297656 w 1343025"/>
                  <a:gd name="connsiteY32-3300" fmla="*/ 330993 h 1343025"/>
                  <a:gd name="connsiteX0-3301" fmla="*/ 297656 w 1343025"/>
                  <a:gd name="connsiteY0-3302" fmla="*/ 330993 h 1343025"/>
                  <a:gd name="connsiteX1-3303" fmla="*/ 431006 w 1343025"/>
                  <a:gd name="connsiteY1-3304" fmla="*/ 226218 h 1343025"/>
                  <a:gd name="connsiteX2-3305" fmla="*/ 378618 w 1343025"/>
                  <a:gd name="connsiteY2-3306" fmla="*/ 61912 h 1343025"/>
                  <a:gd name="connsiteX3-3307" fmla="*/ 602456 w 1343025"/>
                  <a:gd name="connsiteY3-3308" fmla="*/ 0 h 1343025"/>
                  <a:gd name="connsiteX4-3309" fmla="*/ 652462 w 1343025"/>
                  <a:gd name="connsiteY4-3310" fmla="*/ 171450 h 1343025"/>
                  <a:gd name="connsiteX5-3311" fmla="*/ 816768 w 1343025"/>
                  <a:gd name="connsiteY5-3312" fmla="*/ 185737 h 1343025"/>
                  <a:gd name="connsiteX6-3313" fmla="*/ 901561 w 1343025"/>
                  <a:gd name="connsiteY6-3314" fmla="*/ 36133 h 1343025"/>
                  <a:gd name="connsiteX7-3315" fmla="*/ 1104900 w 1343025"/>
                  <a:gd name="connsiteY7-3316" fmla="*/ 150018 h 1343025"/>
                  <a:gd name="connsiteX8-3317" fmla="*/ 1012031 w 1343025"/>
                  <a:gd name="connsiteY8-3318" fmla="*/ 297656 h 1343025"/>
                  <a:gd name="connsiteX9-3319" fmla="*/ 1119187 w 1343025"/>
                  <a:gd name="connsiteY9-3320" fmla="*/ 431006 h 1343025"/>
                  <a:gd name="connsiteX10-3321" fmla="*/ 1276765 w 1343025"/>
                  <a:gd name="connsiteY10-3322" fmla="*/ 372406 h 1343025"/>
                  <a:gd name="connsiteX11-3323" fmla="*/ 1343025 w 1343025"/>
                  <a:gd name="connsiteY11-3324" fmla="*/ 602456 h 1343025"/>
                  <a:gd name="connsiteX12-3325" fmla="*/ 1173956 w 1343025"/>
                  <a:gd name="connsiteY12-3326" fmla="*/ 645318 h 1343025"/>
                  <a:gd name="connsiteX13-3327" fmla="*/ 1157287 w 1343025"/>
                  <a:gd name="connsiteY13-3328" fmla="*/ 812006 h 1343025"/>
                  <a:gd name="connsiteX14-3329" fmla="*/ 1307306 w 1343025"/>
                  <a:gd name="connsiteY14-3330" fmla="*/ 892968 h 1343025"/>
                  <a:gd name="connsiteX15-3331" fmla="*/ 1193006 w 1343025"/>
                  <a:gd name="connsiteY15-3332" fmla="*/ 1097756 h 1343025"/>
                  <a:gd name="connsiteX16-3333" fmla="*/ 1040606 w 1343025"/>
                  <a:gd name="connsiteY16-3334" fmla="*/ 1009650 h 1343025"/>
                  <a:gd name="connsiteX17-3335" fmla="*/ 919162 w 1343025"/>
                  <a:gd name="connsiteY17-3336" fmla="*/ 1112043 h 1343025"/>
                  <a:gd name="connsiteX18-3337" fmla="*/ 973931 w 1343025"/>
                  <a:gd name="connsiteY18-3338" fmla="*/ 1276350 h 1343025"/>
                  <a:gd name="connsiteX19-3339" fmla="*/ 738084 w 1343025"/>
                  <a:gd name="connsiteY19-3340" fmla="*/ 1343025 h 1343025"/>
                  <a:gd name="connsiteX20-3341" fmla="*/ 695325 w 1343025"/>
                  <a:gd name="connsiteY20-3342" fmla="*/ 1171575 h 1343025"/>
                  <a:gd name="connsiteX21-3343" fmla="*/ 535781 w 1343025"/>
                  <a:gd name="connsiteY21-3344" fmla="*/ 1154388 h 1343025"/>
                  <a:gd name="connsiteX22-3345" fmla="*/ 452437 w 1343025"/>
                  <a:gd name="connsiteY22-3346" fmla="*/ 1304925 h 1343025"/>
                  <a:gd name="connsiteX23-3347" fmla="*/ 245268 w 1343025"/>
                  <a:gd name="connsiteY23-3348" fmla="*/ 1193006 h 1343025"/>
                  <a:gd name="connsiteX24-3349" fmla="*/ 333375 w 1343025"/>
                  <a:gd name="connsiteY24-3350" fmla="*/ 1042987 h 1343025"/>
                  <a:gd name="connsiteX25-3351" fmla="*/ 226218 w 1343025"/>
                  <a:gd name="connsiteY25-3352" fmla="*/ 909637 h 1343025"/>
                  <a:gd name="connsiteX26-3353" fmla="*/ 63879 w 1343025"/>
                  <a:gd name="connsiteY26-3354" fmla="*/ 962957 h 1343025"/>
                  <a:gd name="connsiteX27-3355" fmla="*/ 0 w 1343025"/>
                  <a:gd name="connsiteY27-3356" fmla="*/ 733425 h 1343025"/>
                  <a:gd name="connsiteX28-3357" fmla="*/ 166687 w 1343025"/>
                  <a:gd name="connsiteY28-3358" fmla="*/ 690562 h 1343025"/>
                  <a:gd name="connsiteX29-3359" fmla="*/ 190500 w 1343025"/>
                  <a:gd name="connsiteY29-3360" fmla="*/ 521493 h 1343025"/>
                  <a:gd name="connsiteX30-3361" fmla="*/ 35718 w 1343025"/>
                  <a:gd name="connsiteY30-3362" fmla="*/ 440531 h 1343025"/>
                  <a:gd name="connsiteX31-3363" fmla="*/ 154781 w 1343025"/>
                  <a:gd name="connsiteY31-3364" fmla="*/ 242887 h 1343025"/>
                  <a:gd name="connsiteX32-3365" fmla="*/ 297656 w 1343025"/>
                  <a:gd name="connsiteY32-3366" fmla="*/ 330993 h 1343025"/>
                  <a:gd name="connsiteX0-3367" fmla="*/ 297656 w 1343025"/>
                  <a:gd name="connsiteY0-3368" fmla="*/ 330993 h 1343025"/>
                  <a:gd name="connsiteX1-3369" fmla="*/ 431006 w 1343025"/>
                  <a:gd name="connsiteY1-3370" fmla="*/ 226218 h 1343025"/>
                  <a:gd name="connsiteX2-3371" fmla="*/ 378618 w 1343025"/>
                  <a:gd name="connsiteY2-3372" fmla="*/ 61912 h 1343025"/>
                  <a:gd name="connsiteX3-3373" fmla="*/ 602456 w 1343025"/>
                  <a:gd name="connsiteY3-3374" fmla="*/ 0 h 1343025"/>
                  <a:gd name="connsiteX4-3375" fmla="*/ 652462 w 1343025"/>
                  <a:gd name="connsiteY4-3376" fmla="*/ 171450 h 1343025"/>
                  <a:gd name="connsiteX5-3377" fmla="*/ 816768 w 1343025"/>
                  <a:gd name="connsiteY5-3378" fmla="*/ 185737 h 1343025"/>
                  <a:gd name="connsiteX6-3379" fmla="*/ 901561 w 1343025"/>
                  <a:gd name="connsiteY6-3380" fmla="*/ 36133 h 1343025"/>
                  <a:gd name="connsiteX7-3381" fmla="*/ 1104900 w 1343025"/>
                  <a:gd name="connsiteY7-3382" fmla="*/ 150018 h 1343025"/>
                  <a:gd name="connsiteX8-3383" fmla="*/ 1012031 w 1343025"/>
                  <a:gd name="connsiteY8-3384" fmla="*/ 297656 h 1343025"/>
                  <a:gd name="connsiteX9-3385" fmla="*/ 1119187 w 1343025"/>
                  <a:gd name="connsiteY9-3386" fmla="*/ 431006 h 1343025"/>
                  <a:gd name="connsiteX10-3387" fmla="*/ 1276765 w 1343025"/>
                  <a:gd name="connsiteY10-3388" fmla="*/ 372406 h 1343025"/>
                  <a:gd name="connsiteX11-3389" fmla="*/ 1343025 w 1343025"/>
                  <a:gd name="connsiteY11-3390" fmla="*/ 602456 h 1343025"/>
                  <a:gd name="connsiteX12-3391" fmla="*/ 1173956 w 1343025"/>
                  <a:gd name="connsiteY12-3392" fmla="*/ 645318 h 1343025"/>
                  <a:gd name="connsiteX13-3393" fmla="*/ 1157287 w 1343025"/>
                  <a:gd name="connsiteY13-3394" fmla="*/ 812006 h 1343025"/>
                  <a:gd name="connsiteX14-3395" fmla="*/ 1307306 w 1343025"/>
                  <a:gd name="connsiteY14-3396" fmla="*/ 892968 h 1343025"/>
                  <a:gd name="connsiteX15-3397" fmla="*/ 1193006 w 1343025"/>
                  <a:gd name="connsiteY15-3398" fmla="*/ 1097756 h 1343025"/>
                  <a:gd name="connsiteX16-3399" fmla="*/ 1040606 w 1343025"/>
                  <a:gd name="connsiteY16-3400" fmla="*/ 1009650 h 1343025"/>
                  <a:gd name="connsiteX17-3401" fmla="*/ 919162 w 1343025"/>
                  <a:gd name="connsiteY17-3402" fmla="*/ 1112043 h 1343025"/>
                  <a:gd name="connsiteX18-3403" fmla="*/ 973931 w 1343025"/>
                  <a:gd name="connsiteY18-3404" fmla="*/ 1276350 h 1343025"/>
                  <a:gd name="connsiteX19-3405" fmla="*/ 738084 w 1343025"/>
                  <a:gd name="connsiteY19-3406" fmla="*/ 1343025 h 1343025"/>
                  <a:gd name="connsiteX20-3407" fmla="*/ 695325 w 1343025"/>
                  <a:gd name="connsiteY20-3408" fmla="*/ 1171575 h 1343025"/>
                  <a:gd name="connsiteX21-3409" fmla="*/ 535781 w 1343025"/>
                  <a:gd name="connsiteY21-3410" fmla="*/ 1154388 h 1343025"/>
                  <a:gd name="connsiteX22-3411" fmla="*/ 452437 w 1343025"/>
                  <a:gd name="connsiteY22-3412" fmla="*/ 1304925 h 1343025"/>
                  <a:gd name="connsiteX23-3413" fmla="*/ 245268 w 1343025"/>
                  <a:gd name="connsiteY23-3414" fmla="*/ 1193006 h 1343025"/>
                  <a:gd name="connsiteX24-3415" fmla="*/ 333375 w 1343025"/>
                  <a:gd name="connsiteY24-3416" fmla="*/ 1042987 h 1343025"/>
                  <a:gd name="connsiteX25-3417" fmla="*/ 226218 w 1343025"/>
                  <a:gd name="connsiteY25-3418" fmla="*/ 909637 h 1343025"/>
                  <a:gd name="connsiteX26-3419" fmla="*/ 63879 w 1343025"/>
                  <a:gd name="connsiteY26-3420" fmla="*/ 962957 h 1343025"/>
                  <a:gd name="connsiteX27-3421" fmla="*/ 0 w 1343025"/>
                  <a:gd name="connsiteY27-3422" fmla="*/ 733425 h 1343025"/>
                  <a:gd name="connsiteX28-3423" fmla="*/ 166687 w 1343025"/>
                  <a:gd name="connsiteY28-3424" fmla="*/ 690562 h 1343025"/>
                  <a:gd name="connsiteX29-3425" fmla="*/ 190500 w 1343025"/>
                  <a:gd name="connsiteY29-3426" fmla="*/ 521493 h 1343025"/>
                  <a:gd name="connsiteX30-3427" fmla="*/ 35718 w 1343025"/>
                  <a:gd name="connsiteY30-3428" fmla="*/ 440531 h 1343025"/>
                  <a:gd name="connsiteX31-3429" fmla="*/ 154781 w 1343025"/>
                  <a:gd name="connsiteY31-3430" fmla="*/ 242887 h 1343025"/>
                  <a:gd name="connsiteX32-3431" fmla="*/ 297656 w 1343025"/>
                  <a:gd name="connsiteY32-3432" fmla="*/ 330993 h 1343025"/>
                  <a:gd name="connsiteX0-3433" fmla="*/ 297656 w 1343025"/>
                  <a:gd name="connsiteY0-3434" fmla="*/ 330993 h 1343025"/>
                  <a:gd name="connsiteX1-3435" fmla="*/ 431006 w 1343025"/>
                  <a:gd name="connsiteY1-3436" fmla="*/ 226218 h 1343025"/>
                  <a:gd name="connsiteX2-3437" fmla="*/ 378618 w 1343025"/>
                  <a:gd name="connsiteY2-3438" fmla="*/ 61912 h 1343025"/>
                  <a:gd name="connsiteX3-3439" fmla="*/ 602456 w 1343025"/>
                  <a:gd name="connsiteY3-3440" fmla="*/ 0 h 1343025"/>
                  <a:gd name="connsiteX4-3441" fmla="*/ 652462 w 1343025"/>
                  <a:gd name="connsiteY4-3442" fmla="*/ 171450 h 1343025"/>
                  <a:gd name="connsiteX5-3443" fmla="*/ 816768 w 1343025"/>
                  <a:gd name="connsiteY5-3444" fmla="*/ 185737 h 1343025"/>
                  <a:gd name="connsiteX6-3445" fmla="*/ 901561 w 1343025"/>
                  <a:gd name="connsiteY6-3446" fmla="*/ 36133 h 1343025"/>
                  <a:gd name="connsiteX7-3447" fmla="*/ 1104900 w 1343025"/>
                  <a:gd name="connsiteY7-3448" fmla="*/ 150018 h 1343025"/>
                  <a:gd name="connsiteX8-3449" fmla="*/ 1012031 w 1343025"/>
                  <a:gd name="connsiteY8-3450" fmla="*/ 297656 h 1343025"/>
                  <a:gd name="connsiteX9-3451" fmla="*/ 1119187 w 1343025"/>
                  <a:gd name="connsiteY9-3452" fmla="*/ 431006 h 1343025"/>
                  <a:gd name="connsiteX10-3453" fmla="*/ 1276765 w 1343025"/>
                  <a:gd name="connsiteY10-3454" fmla="*/ 372406 h 1343025"/>
                  <a:gd name="connsiteX11-3455" fmla="*/ 1343025 w 1343025"/>
                  <a:gd name="connsiteY11-3456" fmla="*/ 602456 h 1343025"/>
                  <a:gd name="connsiteX12-3457" fmla="*/ 1173956 w 1343025"/>
                  <a:gd name="connsiteY12-3458" fmla="*/ 645318 h 1343025"/>
                  <a:gd name="connsiteX13-3459" fmla="*/ 1157287 w 1343025"/>
                  <a:gd name="connsiteY13-3460" fmla="*/ 812006 h 1343025"/>
                  <a:gd name="connsiteX14-3461" fmla="*/ 1307306 w 1343025"/>
                  <a:gd name="connsiteY14-3462" fmla="*/ 892968 h 1343025"/>
                  <a:gd name="connsiteX15-3463" fmla="*/ 1193006 w 1343025"/>
                  <a:gd name="connsiteY15-3464" fmla="*/ 1097756 h 1343025"/>
                  <a:gd name="connsiteX16-3465" fmla="*/ 1040606 w 1343025"/>
                  <a:gd name="connsiteY16-3466" fmla="*/ 1009650 h 1343025"/>
                  <a:gd name="connsiteX17-3467" fmla="*/ 919162 w 1343025"/>
                  <a:gd name="connsiteY17-3468" fmla="*/ 1112043 h 1343025"/>
                  <a:gd name="connsiteX18-3469" fmla="*/ 973931 w 1343025"/>
                  <a:gd name="connsiteY18-3470" fmla="*/ 1276350 h 1343025"/>
                  <a:gd name="connsiteX19-3471" fmla="*/ 738084 w 1343025"/>
                  <a:gd name="connsiteY19-3472" fmla="*/ 1343025 h 1343025"/>
                  <a:gd name="connsiteX20-3473" fmla="*/ 695325 w 1343025"/>
                  <a:gd name="connsiteY20-3474" fmla="*/ 1171575 h 1343025"/>
                  <a:gd name="connsiteX21-3475" fmla="*/ 535781 w 1343025"/>
                  <a:gd name="connsiteY21-3476" fmla="*/ 1154388 h 1343025"/>
                  <a:gd name="connsiteX22-3477" fmla="*/ 452437 w 1343025"/>
                  <a:gd name="connsiteY22-3478" fmla="*/ 1304925 h 1343025"/>
                  <a:gd name="connsiteX23-3479" fmla="*/ 245268 w 1343025"/>
                  <a:gd name="connsiteY23-3480" fmla="*/ 1193006 h 1343025"/>
                  <a:gd name="connsiteX24-3481" fmla="*/ 333375 w 1343025"/>
                  <a:gd name="connsiteY24-3482" fmla="*/ 1042987 h 1343025"/>
                  <a:gd name="connsiteX25-3483" fmla="*/ 226218 w 1343025"/>
                  <a:gd name="connsiteY25-3484" fmla="*/ 909637 h 1343025"/>
                  <a:gd name="connsiteX26-3485" fmla="*/ 63879 w 1343025"/>
                  <a:gd name="connsiteY26-3486" fmla="*/ 962957 h 1343025"/>
                  <a:gd name="connsiteX27-3487" fmla="*/ 0 w 1343025"/>
                  <a:gd name="connsiteY27-3488" fmla="*/ 733425 h 1343025"/>
                  <a:gd name="connsiteX28-3489" fmla="*/ 166687 w 1343025"/>
                  <a:gd name="connsiteY28-3490" fmla="*/ 690562 h 1343025"/>
                  <a:gd name="connsiteX29-3491" fmla="*/ 190500 w 1343025"/>
                  <a:gd name="connsiteY29-3492" fmla="*/ 521493 h 1343025"/>
                  <a:gd name="connsiteX30-3493" fmla="*/ 35718 w 1343025"/>
                  <a:gd name="connsiteY30-3494" fmla="*/ 440531 h 1343025"/>
                  <a:gd name="connsiteX31-3495" fmla="*/ 154781 w 1343025"/>
                  <a:gd name="connsiteY31-3496" fmla="*/ 242887 h 1343025"/>
                  <a:gd name="connsiteX32-3497" fmla="*/ 297656 w 1343025"/>
                  <a:gd name="connsiteY32-3498" fmla="*/ 330993 h 1343025"/>
                  <a:gd name="connsiteX0-3499" fmla="*/ 297656 w 1343025"/>
                  <a:gd name="connsiteY0-3500" fmla="*/ 330993 h 1343025"/>
                  <a:gd name="connsiteX1-3501" fmla="*/ 431006 w 1343025"/>
                  <a:gd name="connsiteY1-3502" fmla="*/ 226218 h 1343025"/>
                  <a:gd name="connsiteX2-3503" fmla="*/ 378618 w 1343025"/>
                  <a:gd name="connsiteY2-3504" fmla="*/ 61912 h 1343025"/>
                  <a:gd name="connsiteX3-3505" fmla="*/ 602456 w 1343025"/>
                  <a:gd name="connsiteY3-3506" fmla="*/ 0 h 1343025"/>
                  <a:gd name="connsiteX4-3507" fmla="*/ 652462 w 1343025"/>
                  <a:gd name="connsiteY4-3508" fmla="*/ 171450 h 1343025"/>
                  <a:gd name="connsiteX5-3509" fmla="*/ 816768 w 1343025"/>
                  <a:gd name="connsiteY5-3510" fmla="*/ 185737 h 1343025"/>
                  <a:gd name="connsiteX6-3511" fmla="*/ 901561 w 1343025"/>
                  <a:gd name="connsiteY6-3512" fmla="*/ 36133 h 1343025"/>
                  <a:gd name="connsiteX7-3513" fmla="*/ 1104900 w 1343025"/>
                  <a:gd name="connsiteY7-3514" fmla="*/ 150018 h 1343025"/>
                  <a:gd name="connsiteX8-3515" fmla="*/ 1012031 w 1343025"/>
                  <a:gd name="connsiteY8-3516" fmla="*/ 297656 h 1343025"/>
                  <a:gd name="connsiteX9-3517" fmla="*/ 1119187 w 1343025"/>
                  <a:gd name="connsiteY9-3518" fmla="*/ 431006 h 1343025"/>
                  <a:gd name="connsiteX10-3519" fmla="*/ 1276765 w 1343025"/>
                  <a:gd name="connsiteY10-3520" fmla="*/ 372406 h 1343025"/>
                  <a:gd name="connsiteX11-3521" fmla="*/ 1343025 w 1343025"/>
                  <a:gd name="connsiteY11-3522" fmla="*/ 602456 h 1343025"/>
                  <a:gd name="connsiteX12-3523" fmla="*/ 1173956 w 1343025"/>
                  <a:gd name="connsiteY12-3524" fmla="*/ 645318 h 1343025"/>
                  <a:gd name="connsiteX13-3525" fmla="*/ 1157287 w 1343025"/>
                  <a:gd name="connsiteY13-3526" fmla="*/ 812006 h 1343025"/>
                  <a:gd name="connsiteX14-3527" fmla="*/ 1307306 w 1343025"/>
                  <a:gd name="connsiteY14-3528" fmla="*/ 892968 h 1343025"/>
                  <a:gd name="connsiteX15-3529" fmla="*/ 1193006 w 1343025"/>
                  <a:gd name="connsiteY15-3530" fmla="*/ 1097756 h 1343025"/>
                  <a:gd name="connsiteX16-3531" fmla="*/ 1040606 w 1343025"/>
                  <a:gd name="connsiteY16-3532" fmla="*/ 1009650 h 1343025"/>
                  <a:gd name="connsiteX17-3533" fmla="*/ 919162 w 1343025"/>
                  <a:gd name="connsiteY17-3534" fmla="*/ 1112043 h 1343025"/>
                  <a:gd name="connsiteX18-3535" fmla="*/ 973931 w 1343025"/>
                  <a:gd name="connsiteY18-3536" fmla="*/ 1276350 h 1343025"/>
                  <a:gd name="connsiteX19-3537" fmla="*/ 738084 w 1343025"/>
                  <a:gd name="connsiteY19-3538" fmla="*/ 1343025 h 1343025"/>
                  <a:gd name="connsiteX20-3539" fmla="*/ 695325 w 1343025"/>
                  <a:gd name="connsiteY20-3540" fmla="*/ 1171575 h 1343025"/>
                  <a:gd name="connsiteX21-3541" fmla="*/ 535781 w 1343025"/>
                  <a:gd name="connsiteY21-3542" fmla="*/ 1154388 h 1343025"/>
                  <a:gd name="connsiteX22-3543" fmla="*/ 452437 w 1343025"/>
                  <a:gd name="connsiteY22-3544" fmla="*/ 1304925 h 1343025"/>
                  <a:gd name="connsiteX23-3545" fmla="*/ 245268 w 1343025"/>
                  <a:gd name="connsiteY23-3546" fmla="*/ 1193006 h 1343025"/>
                  <a:gd name="connsiteX24-3547" fmla="*/ 333375 w 1343025"/>
                  <a:gd name="connsiteY24-3548" fmla="*/ 1042987 h 1343025"/>
                  <a:gd name="connsiteX25-3549" fmla="*/ 226218 w 1343025"/>
                  <a:gd name="connsiteY25-3550" fmla="*/ 909637 h 1343025"/>
                  <a:gd name="connsiteX26-3551" fmla="*/ 63879 w 1343025"/>
                  <a:gd name="connsiteY26-3552" fmla="*/ 962957 h 1343025"/>
                  <a:gd name="connsiteX27-3553" fmla="*/ 0 w 1343025"/>
                  <a:gd name="connsiteY27-3554" fmla="*/ 733425 h 1343025"/>
                  <a:gd name="connsiteX28-3555" fmla="*/ 166687 w 1343025"/>
                  <a:gd name="connsiteY28-3556" fmla="*/ 690562 h 1343025"/>
                  <a:gd name="connsiteX29-3557" fmla="*/ 190500 w 1343025"/>
                  <a:gd name="connsiteY29-3558" fmla="*/ 521493 h 1343025"/>
                  <a:gd name="connsiteX30-3559" fmla="*/ 35718 w 1343025"/>
                  <a:gd name="connsiteY30-3560" fmla="*/ 440531 h 1343025"/>
                  <a:gd name="connsiteX31-3561" fmla="*/ 154781 w 1343025"/>
                  <a:gd name="connsiteY31-3562" fmla="*/ 242887 h 1343025"/>
                  <a:gd name="connsiteX32-3563" fmla="*/ 297656 w 1343025"/>
                  <a:gd name="connsiteY32-3564" fmla="*/ 330993 h 1343025"/>
                  <a:gd name="connsiteX0-3565" fmla="*/ 297656 w 1343025"/>
                  <a:gd name="connsiteY0-3566" fmla="*/ 330993 h 1343025"/>
                  <a:gd name="connsiteX1-3567" fmla="*/ 431006 w 1343025"/>
                  <a:gd name="connsiteY1-3568" fmla="*/ 226218 h 1343025"/>
                  <a:gd name="connsiteX2-3569" fmla="*/ 378618 w 1343025"/>
                  <a:gd name="connsiteY2-3570" fmla="*/ 61912 h 1343025"/>
                  <a:gd name="connsiteX3-3571" fmla="*/ 602456 w 1343025"/>
                  <a:gd name="connsiteY3-3572" fmla="*/ 0 h 1343025"/>
                  <a:gd name="connsiteX4-3573" fmla="*/ 652462 w 1343025"/>
                  <a:gd name="connsiteY4-3574" fmla="*/ 168551 h 1343025"/>
                  <a:gd name="connsiteX5-3575" fmla="*/ 816768 w 1343025"/>
                  <a:gd name="connsiteY5-3576" fmla="*/ 185737 h 1343025"/>
                  <a:gd name="connsiteX6-3577" fmla="*/ 901561 w 1343025"/>
                  <a:gd name="connsiteY6-3578" fmla="*/ 36133 h 1343025"/>
                  <a:gd name="connsiteX7-3579" fmla="*/ 1104900 w 1343025"/>
                  <a:gd name="connsiteY7-3580" fmla="*/ 150018 h 1343025"/>
                  <a:gd name="connsiteX8-3581" fmla="*/ 1012031 w 1343025"/>
                  <a:gd name="connsiteY8-3582" fmla="*/ 297656 h 1343025"/>
                  <a:gd name="connsiteX9-3583" fmla="*/ 1119187 w 1343025"/>
                  <a:gd name="connsiteY9-3584" fmla="*/ 431006 h 1343025"/>
                  <a:gd name="connsiteX10-3585" fmla="*/ 1276765 w 1343025"/>
                  <a:gd name="connsiteY10-3586" fmla="*/ 372406 h 1343025"/>
                  <a:gd name="connsiteX11-3587" fmla="*/ 1343025 w 1343025"/>
                  <a:gd name="connsiteY11-3588" fmla="*/ 602456 h 1343025"/>
                  <a:gd name="connsiteX12-3589" fmla="*/ 1173956 w 1343025"/>
                  <a:gd name="connsiteY12-3590" fmla="*/ 645318 h 1343025"/>
                  <a:gd name="connsiteX13-3591" fmla="*/ 1157287 w 1343025"/>
                  <a:gd name="connsiteY13-3592" fmla="*/ 812006 h 1343025"/>
                  <a:gd name="connsiteX14-3593" fmla="*/ 1307306 w 1343025"/>
                  <a:gd name="connsiteY14-3594" fmla="*/ 892968 h 1343025"/>
                  <a:gd name="connsiteX15-3595" fmla="*/ 1193006 w 1343025"/>
                  <a:gd name="connsiteY15-3596" fmla="*/ 1097756 h 1343025"/>
                  <a:gd name="connsiteX16-3597" fmla="*/ 1040606 w 1343025"/>
                  <a:gd name="connsiteY16-3598" fmla="*/ 1009650 h 1343025"/>
                  <a:gd name="connsiteX17-3599" fmla="*/ 919162 w 1343025"/>
                  <a:gd name="connsiteY17-3600" fmla="*/ 1112043 h 1343025"/>
                  <a:gd name="connsiteX18-3601" fmla="*/ 973931 w 1343025"/>
                  <a:gd name="connsiteY18-3602" fmla="*/ 1276350 h 1343025"/>
                  <a:gd name="connsiteX19-3603" fmla="*/ 738084 w 1343025"/>
                  <a:gd name="connsiteY19-3604" fmla="*/ 1343025 h 1343025"/>
                  <a:gd name="connsiteX20-3605" fmla="*/ 695325 w 1343025"/>
                  <a:gd name="connsiteY20-3606" fmla="*/ 1171575 h 1343025"/>
                  <a:gd name="connsiteX21-3607" fmla="*/ 535781 w 1343025"/>
                  <a:gd name="connsiteY21-3608" fmla="*/ 1154388 h 1343025"/>
                  <a:gd name="connsiteX22-3609" fmla="*/ 452437 w 1343025"/>
                  <a:gd name="connsiteY22-3610" fmla="*/ 1304925 h 1343025"/>
                  <a:gd name="connsiteX23-3611" fmla="*/ 245268 w 1343025"/>
                  <a:gd name="connsiteY23-3612" fmla="*/ 1193006 h 1343025"/>
                  <a:gd name="connsiteX24-3613" fmla="*/ 333375 w 1343025"/>
                  <a:gd name="connsiteY24-3614" fmla="*/ 1042987 h 1343025"/>
                  <a:gd name="connsiteX25-3615" fmla="*/ 226218 w 1343025"/>
                  <a:gd name="connsiteY25-3616" fmla="*/ 909637 h 1343025"/>
                  <a:gd name="connsiteX26-3617" fmla="*/ 63879 w 1343025"/>
                  <a:gd name="connsiteY26-3618" fmla="*/ 962957 h 1343025"/>
                  <a:gd name="connsiteX27-3619" fmla="*/ 0 w 1343025"/>
                  <a:gd name="connsiteY27-3620" fmla="*/ 733425 h 1343025"/>
                  <a:gd name="connsiteX28-3621" fmla="*/ 166687 w 1343025"/>
                  <a:gd name="connsiteY28-3622" fmla="*/ 690562 h 1343025"/>
                  <a:gd name="connsiteX29-3623" fmla="*/ 190500 w 1343025"/>
                  <a:gd name="connsiteY29-3624" fmla="*/ 521493 h 1343025"/>
                  <a:gd name="connsiteX30-3625" fmla="*/ 35718 w 1343025"/>
                  <a:gd name="connsiteY30-3626" fmla="*/ 440531 h 1343025"/>
                  <a:gd name="connsiteX31-3627" fmla="*/ 154781 w 1343025"/>
                  <a:gd name="connsiteY31-3628" fmla="*/ 242887 h 1343025"/>
                  <a:gd name="connsiteX32-3629" fmla="*/ 297656 w 1343025"/>
                  <a:gd name="connsiteY32-3630" fmla="*/ 330993 h 1343025"/>
                  <a:gd name="connsiteX0-3631" fmla="*/ 297656 w 1343025"/>
                  <a:gd name="connsiteY0-3632" fmla="*/ 330993 h 1343025"/>
                  <a:gd name="connsiteX1-3633" fmla="*/ 431006 w 1343025"/>
                  <a:gd name="connsiteY1-3634" fmla="*/ 226218 h 1343025"/>
                  <a:gd name="connsiteX2-3635" fmla="*/ 378618 w 1343025"/>
                  <a:gd name="connsiteY2-3636" fmla="*/ 61912 h 1343025"/>
                  <a:gd name="connsiteX3-3637" fmla="*/ 602456 w 1343025"/>
                  <a:gd name="connsiteY3-3638" fmla="*/ 0 h 1343025"/>
                  <a:gd name="connsiteX4-3639" fmla="*/ 652462 w 1343025"/>
                  <a:gd name="connsiteY4-3640" fmla="*/ 168551 h 1343025"/>
                  <a:gd name="connsiteX5-3641" fmla="*/ 816768 w 1343025"/>
                  <a:gd name="connsiteY5-3642" fmla="*/ 185737 h 1343025"/>
                  <a:gd name="connsiteX6-3643" fmla="*/ 901561 w 1343025"/>
                  <a:gd name="connsiteY6-3644" fmla="*/ 36133 h 1343025"/>
                  <a:gd name="connsiteX7-3645" fmla="*/ 1104900 w 1343025"/>
                  <a:gd name="connsiteY7-3646" fmla="*/ 150018 h 1343025"/>
                  <a:gd name="connsiteX8-3647" fmla="*/ 1012031 w 1343025"/>
                  <a:gd name="connsiteY8-3648" fmla="*/ 297656 h 1343025"/>
                  <a:gd name="connsiteX9-3649" fmla="*/ 1119187 w 1343025"/>
                  <a:gd name="connsiteY9-3650" fmla="*/ 431006 h 1343025"/>
                  <a:gd name="connsiteX10-3651" fmla="*/ 1276765 w 1343025"/>
                  <a:gd name="connsiteY10-3652" fmla="*/ 372406 h 1343025"/>
                  <a:gd name="connsiteX11-3653" fmla="*/ 1343025 w 1343025"/>
                  <a:gd name="connsiteY11-3654" fmla="*/ 602456 h 1343025"/>
                  <a:gd name="connsiteX12-3655" fmla="*/ 1173956 w 1343025"/>
                  <a:gd name="connsiteY12-3656" fmla="*/ 645318 h 1343025"/>
                  <a:gd name="connsiteX13-3657" fmla="*/ 1157287 w 1343025"/>
                  <a:gd name="connsiteY13-3658" fmla="*/ 812006 h 1343025"/>
                  <a:gd name="connsiteX14-3659" fmla="*/ 1307306 w 1343025"/>
                  <a:gd name="connsiteY14-3660" fmla="*/ 892968 h 1343025"/>
                  <a:gd name="connsiteX15-3661" fmla="*/ 1193006 w 1343025"/>
                  <a:gd name="connsiteY15-3662" fmla="*/ 1097756 h 1343025"/>
                  <a:gd name="connsiteX16-3663" fmla="*/ 1040606 w 1343025"/>
                  <a:gd name="connsiteY16-3664" fmla="*/ 1009650 h 1343025"/>
                  <a:gd name="connsiteX17-3665" fmla="*/ 919162 w 1343025"/>
                  <a:gd name="connsiteY17-3666" fmla="*/ 1112043 h 1343025"/>
                  <a:gd name="connsiteX18-3667" fmla="*/ 973931 w 1343025"/>
                  <a:gd name="connsiteY18-3668" fmla="*/ 1276350 h 1343025"/>
                  <a:gd name="connsiteX19-3669" fmla="*/ 738084 w 1343025"/>
                  <a:gd name="connsiteY19-3670" fmla="*/ 1343025 h 1343025"/>
                  <a:gd name="connsiteX20-3671" fmla="*/ 695325 w 1343025"/>
                  <a:gd name="connsiteY20-3672" fmla="*/ 1171575 h 1343025"/>
                  <a:gd name="connsiteX21-3673" fmla="*/ 535781 w 1343025"/>
                  <a:gd name="connsiteY21-3674" fmla="*/ 1154388 h 1343025"/>
                  <a:gd name="connsiteX22-3675" fmla="*/ 452437 w 1343025"/>
                  <a:gd name="connsiteY22-3676" fmla="*/ 1304925 h 1343025"/>
                  <a:gd name="connsiteX23-3677" fmla="*/ 245268 w 1343025"/>
                  <a:gd name="connsiteY23-3678" fmla="*/ 1193006 h 1343025"/>
                  <a:gd name="connsiteX24-3679" fmla="*/ 333375 w 1343025"/>
                  <a:gd name="connsiteY24-3680" fmla="*/ 1042987 h 1343025"/>
                  <a:gd name="connsiteX25-3681" fmla="*/ 226218 w 1343025"/>
                  <a:gd name="connsiteY25-3682" fmla="*/ 909637 h 1343025"/>
                  <a:gd name="connsiteX26-3683" fmla="*/ 63879 w 1343025"/>
                  <a:gd name="connsiteY26-3684" fmla="*/ 962957 h 1343025"/>
                  <a:gd name="connsiteX27-3685" fmla="*/ 0 w 1343025"/>
                  <a:gd name="connsiteY27-3686" fmla="*/ 733425 h 1343025"/>
                  <a:gd name="connsiteX28-3687" fmla="*/ 166687 w 1343025"/>
                  <a:gd name="connsiteY28-3688" fmla="*/ 690562 h 1343025"/>
                  <a:gd name="connsiteX29-3689" fmla="*/ 190500 w 1343025"/>
                  <a:gd name="connsiteY29-3690" fmla="*/ 521493 h 1343025"/>
                  <a:gd name="connsiteX30-3691" fmla="*/ 35718 w 1343025"/>
                  <a:gd name="connsiteY30-3692" fmla="*/ 440531 h 1343025"/>
                  <a:gd name="connsiteX31-3693" fmla="*/ 154781 w 1343025"/>
                  <a:gd name="connsiteY31-3694" fmla="*/ 242887 h 1343025"/>
                  <a:gd name="connsiteX32-3695" fmla="*/ 297656 w 1343025"/>
                  <a:gd name="connsiteY32-3696" fmla="*/ 330993 h 1343025"/>
                  <a:gd name="connsiteX0-3697" fmla="*/ 297656 w 1343025"/>
                  <a:gd name="connsiteY0-3698" fmla="*/ 330993 h 1343025"/>
                  <a:gd name="connsiteX1-3699" fmla="*/ 431006 w 1343025"/>
                  <a:gd name="connsiteY1-3700" fmla="*/ 226218 h 1343025"/>
                  <a:gd name="connsiteX2-3701" fmla="*/ 378618 w 1343025"/>
                  <a:gd name="connsiteY2-3702" fmla="*/ 61912 h 1343025"/>
                  <a:gd name="connsiteX3-3703" fmla="*/ 602456 w 1343025"/>
                  <a:gd name="connsiteY3-3704" fmla="*/ 0 h 1343025"/>
                  <a:gd name="connsiteX4-3705" fmla="*/ 652462 w 1343025"/>
                  <a:gd name="connsiteY4-3706" fmla="*/ 168551 h 1343025"/>
                  <a:gd name="connsiteX5-3707" fmla="*/ 816768 w 1343025"/>
                  <a:gd name="connsiteY5-3708" fmla="*/ 185737 h 1343025"/>
                  <a:gd name="connsiteX6-3709" fmla="*/ 901561 w 1343025"/>
                  <a:gd name="connsiteY6-3710" fmla="*/ 36133 h 1343025"/>
                  <a:gd name="connsiteX7-3711" fmla="*/ 1104900 w 1343025"/>
                  <a:gd name="connsiteY7-3712" fmla="*/ 150018 h 1343025"/>
                  <a:gd name="connsiteX8-3713" fmla="*/ 1012031 w 1343025"/>
                  <a:gd name="connsiteY8-3714" fmla="*/ 297656 h 1343025"/>
                  <a:gd name="connsiteX9-3715" fmla="*/ 1119187 w 1343025"/>
                  <a:gd name="connsiteY9-3716" fmla="*/ 431006 h 1343025"/>
                  <a:gd name="connsiteX10-3717" fmla="*/ 1276765 w 1343025"/>
                  <a:gd name="connsiteY10-3718" fmla="*/ 372406 h 1343025"/>
                  <a:gd name="connsiteX11-3719" fmla="*/ 1343025 w 1343025"/>
                  <a:gd name="connsiteY11-3720" fmla="*/ 602456 h 1343025"/>
                  <a:gd name="connsiteX12-3721" fmla="*/ 1173956 w 1343025"/>
                  <a:gd name="connsiteY12-3722" fmla="*/ 645318 h 1343025"/>
                  <a:gd name="connsiteX13-3723" fmla="*/ 1157287 w 1343025"/>
                  <a:gd name="connsiteY13-3724" fmla="*/ 812006 h 1343025"/>
                  <a:gd name="connsiteX14-3725" fmla="*/ 1307306 w 1343025"/>
                  <a:gd name="connsiteY14-3726" fmla="*/ 892968 h 1343025"/>
                  <a:gd name="connsiteX15-3727" fmla="*/ 1193006 w 1343025"/>
                  <a:gd name="connsiteY15-3728" fmla="*/ 1097756 h 1343025"/>
                  <a:gd name="connsiteX16-3729" fmla="*/ 1040606 w 1343025"/>
                  <a:gd name="connsiteY16-3730" fmla="*/ 1009650 h 1343025"/>
                  <a:gd name="connsiteX17-3731" fmla="*/ 919162 w 1343025"/>
                  <a:gd name="connsiteY17-3732" fmla="*/ 1112043 h 1343025"/>
                  <a:gd name="connsiteX18-3733" fmla="*/ 973931 w 1343025"/>
                  <a:gd name="connsiteY18-3734" fmla="*/ 1276350 h 1343025"/>
                  <a:gd name="connsiteX19-3735" fmla="*/ 738084 w 1343025"/>
                  <a:gd name="connsiteY19-3736" fmla="*/ 1343025 h 1343025"/>
                  <a:gd name="connsiteX20-3737" fmla="*/ 695325 w 1343025"/>
                  <a:gd name="connsiteY20-3738" fmla="*/ 1171575 h 1343025"/>
                  <a:gd name="connsiteX21-3739" fmla="*/ 535781 w 1343025"/>
                  <a:gd name="connsiteY21-3740" fmla="*/ 1154388 h 1343025"/>
                  <a:gd name="connsiteX22-3741" fmla="*/ 452437 w 1343025"/>
                  <a:gd name="connsiteY22-3742" fmla="*/ 1304925 h 1343025"/>
                  <a:gd name="connsiteX23-3743" fmla="*/ 245268 w 1343025"/>
                  <a:gd name="connsiteY23-3744" fmla="*/ 1193006 h 1343025"/>
                  <a:gd name="connsiteX24-3745" fmla="*/ 333375 w 1343025"/>
                  <a:gd name="connsiteY24-3746" fmla="*/ 1042987 h 1343025"/>
                  <a:gd name="connsiteX25-3747" fmla="*/ 226218 w 1343025"/>
                  <a:gd name="connsiteY25-3748" fmla="*/ 909637 h 1343025"/>
                  <a:gd name="connsiteX26-3749" fmla="*/ 63879 w 1343025"/>
                  <a:gd name="connsiteY26-3750" fmla="*/ 962957 h 1343025"/>
                  <a:gd name="connsiteX27-3751" fmla="*/ 0 w 1343025"/>
                  <a:gd name="connsiteY27-3752" fmla="*/ 733425 h 1343025"/>
                  <a:gd name="connsiteX28-3753" fmla="*/ 166687 w 1343025"/>
                  <a:gd name="connsiteY28-3754" fmla="*/ 690562 h 1343025"/>
                  <a:gd name="connsiteX29-3755" fmla="*/ 190500 w 1343025"/>
                  <a:gd name="connsiteY29-3756" fmla="*/ 521493 h 1343025"/>
                  <a:gd name="connsiteX30-3757" fmla="*/ 35718 w 1343025"/>
                  <a:gd name="connsiteY30-3758" fmla="*/ 440531 h 1343025"/>
                  <a:gd name="connsiteX31-3759" fmla="*/ 154781 w 1343025"/>
                  <a:gd name="connsiteY31-3760" fmla="*/ 242887 h 1343025"/>
                  <a:gd name="connsiteX32-3761" fmla="*/ 297656 w 1343025"/>
                  <a:gd name="connsiteY32-3762" fmla="*/ 330993 h 1343025"/>
                  <a:gd name="connsiteX0-3763" fmla="*/ 297656 w 1343025"/>
                  <a:gd name="connsiteY0-3764" fmla="*/ 330993 h 1343025"/>
                  <a:gd name="connsiteX1-3765" fmla="*/ 431006 w 1343025"/>
                  <a:gd name="connsiteY1-3766" fmla="*/ 226218 h 1343025"/>
                  <a:gd name="connsiteX2-3767" fmla="*/ 378618 w 1343025"/>
                  <a:gd name="connsiteY2-3768" fmla="*/ 61912 h 1343025"/>
                  <a:gd name="connsiteX3-3769" fmla="*/ 602456 w 1343025"/>
                  <a:gd name="connsiteY3-3770" fmla="*/ 0 h 1343025"/>
                  <a:gd name="connsiteX4-3771" fmla="*/ 652462 w 1343025"/>
                  <a:gd name="connsiteY4-3772" fmla="*/ 168551 h 1343025"/>
                  <a:gd name="connsiteX5-3773" fmla="*/ 816768 w 1343025"/>
                  <a:gd name="connsiteY5-3774" fmla="*/ 185737 h 1343025"/>
                  <a:gd name="connsiteX6-3775" fmla="*/ 901561 w 1343025"/>
                  <a:gd name="connsiteY6-3776" fmla="*/ 36133 h 1343025"/>
                  <a:gd name="connsiteX7-3777" fmla="*/ 1104900 w 1343025"/>
                  <a:gd name="connsiteY7-3778" fmla="*/ 150018 h 1343025"/>
                  <a:gd name="connsiteX8-3779" fmla="*/ 1012031 w 1343025"/>
                  <a:gd name="connsiteY8-3780" fmla="*/ 297656 h 1343025"/>
                  <a:gd name="connsiteX9-3781" fmla="*/ 1119187 w 1343025"/>
                  <a:gd name="connsiteY9-3782" fmla="*/ 431006 h 1343025"/>
                  <a:gd name="connsiteX10-3783" fmla="*/ 1276765 w 1343025"/>
                  <a:gd name="connsiteY10-3784" fmla="*/ 372406 h 1343025"/>
                  <a:gd name="connsiteX11-3785" fmla="*/ 1343025 w 1343025"/>
                  <a:gd name="connsiteY11-3786" fmla="*/ 602456 h 1343025"/>
                  <a:gd name="connsiteX12-3787" fmla="*/ 1173956 w 1343025"/>
                  <a:gd name="connsiteY12-3788" fmla="*/ 645318 h 1343025"/>
                  <a:gd name="connsiteX13-3789" fmla="*/ 1157287 w 1343025"/>
                  <a:gd name="connsiteY13-3790" fmla="*/ 812006 h 1343025"/>
                  <a:gd name="connsiteX14-3791" fmla="*/ 1307306 w 1343025"/>
                  <a:gd name="connsiteY14-3792" fmla="*/ 892968 h 1343025"/>
                  <a:gd name="connsiteX15-3793" fmla="*/ 1193006 w 1343025"/>
                  <a:gd name="connsiteY15-3794" fmla="*/ 1097756 h 1343025"/>
                  <a:gd name="connsiteX16-3795" fmla="*/ 1040606 w 1343025"/>
                  <a:gd name="connsiteY16-3796" fmla="*/ 1009650 h 1343025"/>
                  <a:gd name="connsiteX17-3797" fmla="*/ 919162 w 1343025"/>
                  <a:gd name="connsiteY17-3798" fmla="*/ 1112043 h 1343025"/>
                  <a:gd name="connsiteX18-3799" fmla="*/ 973931 w 1343025"/>
                  <a:gd name="connsiteY18-3800" fmla="*/ 1276350 h 1343025"/>
                  <a:gd name="connsiteX19-3801" fmla="*/ 738084 w 1343025"/>
                  <a:gd name="connsiteY19-3802" fmla="*/ 1343025 h 1343025"/>
                  <a:gd name="connsiteX20-3803" fmla="*/ 695325 w 1343025"/>
                  <a:gd name="connsiteY20-3804" fmla="*/ 1171575 h 1343025"/>
                  <a:gd name="connsiteX21-3805" fmla="*/ 535781 w 1343025"/>
                  <a:gd name="connsiteY21-3806" fmla="*/ 1154388 h 1343025"/>
                  <a:gd name="connsiteX22-3807" fmla="*/ 452437 w 1343025"/>
                  <a:gd name="connsiteY22-3808" fmla="*/ 1304925 h 1343025"/>
                  <a:gd name="connsiteX23-3809" fmla="*/ 245268 w 1343025"/>
                  <a:gd name="connsiteY23-3810" fmla="*/ 1193006 h 1343025"/>
                  <a:gd name="connsiteX24-3811" fmla="*/ 333375 w 1343025"/>
                  <a:gd name="connsiteY24-3812" fmla="*/ 1042987 h 1343025"/>
                  <a:gd name="connsiteX25-3813" fmla="*/ 226218 w 1343025"/>
                  <a:gd name="connsiteY25-3814" fmla="*/ 909637 h 1343025"/>
                  <a:gd name="connsiteX26-3815" fmla="*/ 63879 w 1343025"/>
                  <a:gd name="connsiteY26-3816" fmla="*/ 962957 h 1343025"/>
                  <a:gd name="connsiteX27-3817" fmla="*/ 0 w 1343025"/>
                  <a:gd name="connsiteY27-3818" fmla="*/ 733425 h 1343025"/>
                  <a:gd name="connsiteX28-3819" fmla="*/ 166687 w 1343025"/>
                  <a:gd name="connsiteY28-3820" fmla="*/ 690562 h 1343025"/>
                  <a:gd name="connsiteX29-3821" fmla="*/ 190500 w 1343025"/>
                  <a:gd name="connsiteY29-3822" fmla="*/ 521493 h 1343025"/>
                  <a:gd name="connsiteX30-3823" fmla="*/ 35718 w 1343025"/>
                  <a:gd name="connsiteY30-3824" fmla="*/ 440531 h 1343025"/>
                  <a:gd name="connsiteX31-3825" fmla="*/ 154781 w 1343025"/>
                  <a:gd name="connsiteY31-3826" fmla="*/ 242887 h 1343025"/>
                  <a:gd name="connsiteX32-3827" fmla="*/ 297656 w 1343025"/>
                  <a:gd name="connsiteY32-3828" fmla="*/ 330993 h 134302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1343025" h="1343025">
                    <a:moveTo>
                      <a:pt x="297656" y="330993"/>
                    </a:moveTo>
                    <a:cubicBezTo>
                      <a:pt x="346075" y="285749"/>
                      <a:pt x="380206" y="254793"/>
                      <a:pt x="431006" y="226218"/>
                    </a:cubicBezTo>
                    <a:lnTo>
                      <a:pt x="378618" y="61912"/>
                    </a:lnTo>
                    <a:cubicBezTo>
                      <a:pt x="441325" y="31750"/>
                      <a:pt x="527843" y="11112"/>
                      <a:pt x="602456" y="0"/>
                    </a:cubicBezTo>
                    <a:lnTo>
                      <a:pt x="652462" y="168551"/>
                    </a:lnTo>
                    <a:cubicBezTo>
                      <a:pt x="695636" y="169172"/>
                      <a:pt x="766761" y="173831"/>
                      <a:pt x="816768" y="185737"/>
                    </a:cubicBezTo>
                    <a:lnTo>
                      <a:pt x="901561" y="36133"/>
                    </a:lnTo>
                    <a:cubicBezTo>
                      <a:pt x="965579" y="60221"/>
                      <a:pt x="1043781" y="101600"/>
                      <a:pt x="1104900" y="150018"/>
                    </a:cubicBezTo>
                    <a:lnTo>
                      <a:pt x="1012031" y="297656"/>
                    </a:lnTo>
                    <a:cubicBezTo>
                      <a:pt x="1054100" y="338137"/>
                      <a:pt x="1089024" y="378618"/>
                      <a:pt x="1119187" y="431006"/>
                    </a:cubicBezTo>
                    <a:lnTo>
                      <a:pt x="1276765" y="372406"/>
                    </a:lnTo>
                    <a:cubicBezTo>
                      <a:pt x="1311690" y="446224"/>
                      <a:pt x="1334293" y="523875"/>
                      <a:pt x="1343025" y="602456"/>
                    </a:cubicBezTo>
                    <a:lnTo>
                      <a:pt x="1173956" y="645318"/>
                    </a:lnTo>
                    <a:cubicBezTo>
                      <a:pt x="1175544" y="693737"/>
                      <a:pt x="1177130" y="744537"/>
                      <a:pt x="1157287" y="812006"/>
                    </a:cubicBezTo>
                    <a:lnTo>
                      <a:pt x="1307306" y="892968"/>
                    </a:lnTo>
                    <a:cubicBezTo>
                      <a:pt x="1290637" y="958850"/>
                      <a:pt x="1246740" y="1034255"/>
                      <a:pt x="1193006" y="1097756"/>
                    </a:cubicBezTo>
                    <a:lnTo>
                      <a:pt x="1040606" y="1009650"/>
                    </a:lnTo>
                    <a:cubicBezTo>
                      <a:pt x="1014413" y="1043781"/>
                      <a:pt x="964406" y="1087437"/>
                      <a:pt x="919162" y="1112043"/>
                    </a:cubicBezTo>
                    <a:lnTo>
                      <a:pt x="973931" y="1276350"/>
                    </a:lnTo>
                    <a:cubicBezTo>
                      <a:pt x="900112" y="1310481"/>
                      <a:pt x="828571" y="1330325"/>
                      <a:pt x="738084" y="1343025"/>
                    </a:cubicBezTo>
                    <a:lnTo>
                      <a:pt x="695325" y="1171575"/>
                    </a:lnTo>
                    <a:cubicBezTo>
                      <a:pt x="651669" y="1176337"/>
                      <a:pt x="586580" y="1168676"/>
                      <a:pt x="535781" y="1154388"/>
                    </a:cubicBezTo>
                    <a:lnTo>
                      <a:pt x="452437" y="1304925"/>
                    </a:lnTo>
                    <a:cubicBezTo>
                      <a:pt x="392906" y="1293812"/>
                      <a:pt x="302417" y="1239837"/>
                      <a:pt x="245268" y="1193006"/>
                    </a:cubicBezTo>
                    <a:lnTo>
                      <a:pt x="333375" y="1042987"/>
                    </a:lnTo>
                    <a:cubicBezTo>
                      <a:pt x="293204" y="1012721"/>
                      <a:pt x="255311" y="954500"/>
                      <a:pt x="226218" y="909637"/>
                    </a:cubicBezTo>
                    <a:lnTo>
                      <a:pt x="63879" y="962957"/>
                    </a:lnTo>
                    <a:cubicBezTo>
                      <a:pt x="34406" y="902528"/>
                      <a:pt x="7938" y="815181"/>
                      <a:pt x="0" y="733425"/>
                    </a:cubicBezTo>
                    <a:lnTo>
                      <a:pt x="166687" y="690562"/>
                    </a:lnTo>
                    <a:cubicBezTo>
                      <a:pt x="172243" y="621506"/>
                      <a:pt x="173037" y="583406"/>
                      <a:pt x="190500" y="521493"/>
                    </a:cubicBezTo>
                    <a:lnTo>
                      <a:pt x="35718" y="440531"/>
                    </a:lnTo>
                    <a:cubicBezTo>
                      <a:pt x="65881" y="367506"/>
                      <a:pt x="100806" y="296862"/>
                      <a:pt x="154781" y="242887"/>
                    </a:cubicBezTo>
                    <a:lnTo>
                      <a:pt x="297656" y="33099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6" name="Freeform 175"/>
              <p:cNvSpPr/>
              <p:nvPr/>
            </p:nvSpPr>
            <p:spPr>
              <a:xfrm>
                <a:off x="3670950" y="1386247"/>
                <a:ext cx="2610070" cy="2609410"/>
              </a:xfrm>
              <a:custGeom>
                <a:avLst/>
                <a:gdLst>
                  <a:gd name="connsiteX0" fmla="*/ 850952 w 2597643"/>
                  <a:gd name="connsiteY0" fmla="*/ 447869 h 2601375"/>
                  <a:gd name="connsiteX1" fmla="*/ 1160729 w 2597643"/>
                  <a:gd name="connsiteY1" fmla="*/ 354563 h 2601375"/>
                  <a:gd name="connsiteX2" fmla="*/ 1164461 w 2597643"/>
                  <a:gd name="connsiteY2" fmla="*/ 0 h 2601375"/>
                  <a:gd name="connsiteX3" fmla="*/ 1645920 w 2597643"/>
                  <a:gd name="connsiteY3" fmla="*/ 41055 h 2601375"/>
                  <a:gd name="connsiteX4" fmla="*/ 1582472 w 2597643"/>
                  <a:gd name="connsiteY4" fmla="*/ 388153 h 2601375"/>
                  <a:gd name="connsiteX5" fmla="*/ 1884784 w 2597643"/>
                  <a:gd name="connsiteY5" fmla="*/ 537443 h 2601375"/>
                  <a:gd name="connsiteX6" fmla="*/ 2142309 w 2597643"/>
                  <a:gd name="connsiteY6" fmla="*/ 298579 h 2601375"/>
                  <a:gd name="connsiteX7" fmla="*/ 2429692 w 2597643"/>
                  <a:gd name="connsiteY7" fmla="*/ 656875 h 2601375"/>
                  <a:gd name="connsiteX8" fmla="*/ 2146041 w 2597643"/>
                  <a:gd name="connsiteY8" fmla="*/ 850952 h 2601375"/>
                  <a:gd name="connsiteX9" fmla="*/ 2246812 w 2597643"/>
                  <a:gd name="connsiteY9" fmla="*/ 1194318 h 2601375"/>
                  <a:gd name="connsiteX10" fmla="*/ 2597643 w 2597643"/>
                  <a:gd name="connsiteY10" fmla="*/ 1160728 h 2601375"/>
                  <a:gd name="connsiteX11" fmla="*/ 2556588 w 2597643"/>
                  <a:gd name="connsiteY11" fmla="*/ 1645920 h 2601375"/>
                  <a:gd name="connsiteX12" fmla="*/ 2209489 w 2597643"/>
                  <a:gd name="connsiteY12" fmla="*/ 1593668 h 2601375"/>
                  <a:gd name="connsiteX13" fmla="*/ 2052735 w 2597643"/>
                  <a:gd name="connsiteY13" fmla="*/ 1877319 h 2601375"/>
                  <a:gd name="connsiteX14" fmla="*/ 2291599 w 2597643"/>
                  <a:gd name="connsiteY14" fmla="*/ 2134844 h 2601375"/>
                  <a:gd name="connsiteX15" fmla="*/ 1944500 w 2597643"/>
                  <a:gd name="connsiteY15" fmla="*/ 2437156 h 2601375"/>
                  <a:gd name="connsiteX16" fmla="*/ 1724298 w 2597643"/>
                  <a:gd name="connsiteY16" fmla="*/ 2153505 h 2601375"/>
                  <a:gd name="connsiteX17" fmla="*/ 1429450 w 2597643"/>
                  <a:gd name="connsiteY17" fmla="*/ 2246811 h 2601375"/>
                  <a:gd name="connsiteX18" fmla="*/ 1410789 w 2597643"/>
                  <a:gd name="connsiteY18" fmla="*/ 2601375 h 2601375"/>
                  <a:gd name="connsiteX19" fmla="*/ 944258 w 2597643"/>
                  <a:gd name="connsiteY19" fmla="*/ 2560320 h 2601375"/>
                  <a:gd name="connsiteX20" fmla="*/ 1011439 w 2597643"/>
                  <a:gd name="connsiteY20" fmla="*/ 2213221 h 2601375"/>
                  <a:gd name="connsiteX21" fmla="*/ 716591 w 2597643"/>
                  <a:gd name="connsiteY21" fmla="*/ 2067664 h 2601375"/>
                  <a:gd name="connsiteX22" fmla="*/ 459067 w 2597643"/>
                  <a:gd name="connsiteY22" fmla="*/ 2299063 h 2601375"/>
                  <a:gd name="connsiteX23" fmla="*/ 164219 w 2597643"/>
                  <a:gd name="connsiteY23" fmla="*/ 1955696 h 2601375"/>
                  <a:gd name="connsiteX24" fmla="*/ 440405 w 2597643"/>
                  <a:gd name="connsiteY24" fmla="*/ 1731761 h 2601375"/>
                  <a:gd name="connsiteX25" fmla="*/ 343367 w 2597643"/>
                  <a:gd name="connsiteY25" fmla="*/ 1425717 h 2601375"/>
                  <a:gd name="connsiteX26" fmla="*/ 0 w 2597643"/>
                  <a:gd name="connsiteY26" fmla="*/ 1440646 h 2601375"/>
                  <a:gd name="connsiteX27" fmla="*/ 33591 w 2597643"/>
                  <a:gd name="connsiteY27" fmla="*/ 974116 h 2601375"/>
                  <a:gd name="connsiteX28" fmla="*/ 380689 w 2597643"/>
                  <a:gd name="connsiteY28" fmla="*/ 1007706 h 2601375"/>
                  <a:gd name="connsiteX29" fmla="*/ 529979 w 2597643"/>
                  <a:gd name="connsiteY29" fmla="*/ 724055 h 2601375"/>
                  <a:gd name="connsiteX30" fmla="*/ 287383 w 2597643"/>
                  <a:gd name="connsiteY30" fmla="*/ 470263 h 2601375"/>
                  <a:gd name="connsiteX31" fmla="*/ 630750 w 2597643"/>
                  <a:gd name="connsiteY31" fmla="*/ 171683 h 2601375"/>
                  <a:gd name="connsiteX32" fmla="*/ 850952 w 2597643"/>
                  <a:gd name="connsiteY32" fmla="*/ 447869 h 2601375"/>
                  <a:gd name="connsiteX0-1" fmla="*/ 850952 w 2597643"/>
                  <a:gd name="connsiteY0-2" fmla="*/ 447869 h 2601375"/>
                  <a:gd name="connsiteX1-3" fmla="*/ 1160729 w 2597643"/>
                  <a:gd name="connsiteY1-4" fmla="*/ 354563 h 2601375"/>
                  <a:gd name="connsiteX2-5" fmla="*/ 1164461 w 2597643"/>
                  <a:gd name="connsiteY2-6" fmla="*/ 0 h 2601375"/>
                  <a:gd name="connsiteX3-7" fmla="*/ 1645920 w 2597643"/>
                  <a:gd name="connsiteY3-8" fmla="*/ 41055 h 2601375"/>
                  <a:gd name="connsiteX4-9" fmla="*/ 1582472 w 2597643"/>
                  <a:gd name="connsiteY4-10" fmla="*/ 388153 h 2601375"/>
                  <a:gd name="connsiteX5-11" fmla="*/ 1884784 w 2597643"/>
                  <a:gd name="connsiteY5-12" fmla="*/ 537443 h 2601375"/>
                  <a:gd name="connsiteX6-13" fmla="*/ 2142309 w 2597643"/>
                  <a:gd name="connsiteY6-14" fmla="*/ 298579 h 2601375"/>
                  <a:gd name="connsiteX7-15" fmla="*/ 2429692 w 2597643"/>
                  <a:gd name="connsiteY7-16" fmla="*/ 656875 h 2601375"/>
                  <a:gd name="connsiteX8-17" fmla="*/ 2146041 w 2597643"/>
                  <a:gd name="connsiteY8-18" fmla="*/ 850952 h 2601375"/>
                  <a:gd name="connsiteX9-19" fmla="*/ 2246812 w 2597643"/>
                  <a:gd name="connsiteY9-20" fmla="*/ 1194318 h 2601375"/>
                  <a:gd name="connsiteX10-21" fmla="*/ 2597643 w 2597643"/>
                  <a:gd name="connsiteY10-22" fmla="*/ 1160728 h 2601375"/>
                  <a:gd name="connsiteX11-23" fmla="*/ 2556588 w 2597643"/>
                  <a:gd name="connsiteY11-24" fmla="*/ 1645920 h 2601375"/>
                  <a:gd name="connsiteX12-25" fmla="*/ 2209489 w 2597643"/>
                  <a:gd name="connsiteY12-26" fmla="*/ 1593668 h 2601375"/>
                  <a:gd name="connsiteX13-27" fmla="*/ 2052735 w 2597643"/>
                  <a:gd name="connsiteY13-28" fmla="*/ 1877319 h 2601375"/>
                  <a:gd name="connsiteX14-29" fmla="*/ 2291599 w 2597643"/>
                  <a:gd name="connsiteY14-30" fmla="*/ 2134844 h 2601375"/>
                  <a:gd name="connsiteX15-31" fmla="*/ 1944500 w 2597643"/>
                  <a:gd name="connsiteY15-32" fmla="*/ 2437156 h 2601375"/>
                  <a:gd name="connsiteX16-33" fmla="*/ 1724298 w 2597643"/>
                  <a:gd name="connsiteY16-34" fmla="*/ 2153505 h 2601375"/>
                  <a:gd name="connsiteX17-35" fmla="*/ 1429450 w 2597643"/>
                  <a:gd name="connsiteY17-36" fmla="*/ 2246811 h 2601375"/>
                  <a:gd name="connsiteX18-37" fmla="*/ 1410789 w 2597643"/>
                  <a:gd name="connsiteY18-38" fmla="*/ 2601375 h 2601375"/>
                  <a:gd name="connsiteX19-39" fmla="*/ 944258 w 2597643"/>
                  <a:gd name="connsiteY19-40" fmla="*/ 2560320 h 2601375"/>
                  <a:gd name="connsiteX20-41" fmla="*/ 1011439 w 2597643"/>
                  <a:gd name="connsiteY20-42" fmla="*/ 2213221 h 2601375"/>
                  <a:gd name="connsiteX21-43" fmla="*/ 716591 w 2597643"/>
                  <a:gd name="connsiteY21-44" fmla="*/ 2067664 h 2601375"/>
                  <a:gd name="connsiteX22-45" fmla="*/ 459067 w 2597643"/>
                  <a:gd name="connsiteY22-46" fmla="*/ 2299063 h 2601375"/>
                  <a:gd name="connsiteX23-47" fmla="*/ 164219 w 2597643"/>
                  <a:gd name="connsiteY23-48" fmla="*/ 1955696 h 2601375"/>
                  <a:gd name="connsiteX24-49" fmla="*/ 440405 w 2597643"/>
                  <a:gd name="connsiteY24-50" fmla="*/ 1731761 h 2601375"/>
                  <a:gd name="connsiteX25-51" fmla="*/ 343367 w 2597643"/>
                  <a:gd name="connsiteY25-52" fmla="*/ 1425717 h 2601375"/>
                  <a:gd name="connsiteX26-53" fmla="*/ 0 w 2597643"/>
                  <a:gd name="connsiteY26-54" fmla="*/ 1440646 h 2601375"/>
                  <a:gd name="connsiteX27-55" fmla="*/ 33591 w 2597643"/>
                  <a:gd name="connsiteY27-56" fmla="*/ 974116 h 2601375"/>
                  <a:gd name="connsiteX28-57" fmla="*/ 380689 w 2597643"/>
                  <a:gd name="connsiteY28-58" fmla="*/ 1007706 h 2601375"/>
                  <a:gd name="connsiteX29-59" fmla="*/ 529979 w 2597643"/>
                  <a:gd name="connsiteY29-60" fmla="*/ 724055 h 2601375"/>
                  <a:gd name="connsiteX30-61" fmla="*/ 287383 w 2597643"/>
                  <a:gd name="connsiteY30-62" fmla="*/ 470263 h 2601375"/>
                  <a:gd name="connsiteX31-63" fmla="*/ 630750 w 2597643"/>
                  <a:gd name="connsiteY31-64" fmla="*/ 171683 h 2601375"/>
                  <a:gd name="connsiteX32-65" fmla="*/ 850952 w 2597643"/>
                  <a:gd name="connsiteY32-66" fmla="*/ 447869 h 2601375"/>
                  <a:gd name="connsiteX0-67" fmla="*/ 850952 w 2597643"/>
                  <a:gd name="connsiteY0-68" fmla="*/ 447869 h 2601375"/>
                  <a:gd name="connsiteX1-69" fmla="*/ 1160729 w 2597643"/>
                  <a:gd name="connsiteY1-70" fmla="*/ 354563 h 2601375"/>
                  <a:gd name="connsiteX2-71" fmla="*/ 1164461 w 2597643"/>
                  <a:gd name="connsiteY2-72" fmla="*/ 0 h 2601375"/>
                  <a:gd name="connsiteX3-73" fmla="*/ 1645920 w 2597643"/>
                  <a:gd name="connsiteY3-74" fmla="*/ 41055 h 2601375"/>
                  <a:gd name="connsiteX4-75" fmla="*/ 1582472 w 2597643"/>
                  <a:gd name="connsiteY4-76" fmla="*/ 388153 h 2601375"/>
                  <a:gd name="connsiteX5-77" fmla="*/ 1884784 w 2597643"/>
                  <a:gd name="connsiteY5-78" fmla="*/ 537443 h 2601375"/>
                  <a:gd name="connsiteX6-79" fmla="*/ 2142309 w 2597643"/>
                  <a:gd name="connsiteY6-80" fmla="*/ 298579 h 2601375"/>
                  <a:gd name="connsiteX7-81" fmla="*/ 2429692 w 2597643"/>
                  <a:gd name="connsiteY7-82" fmla="*/ 656875 h 2601375"/>
                  <a:gd name="connsiteX8-83" fmla="*/ 2146041 w 2597643"/>
                  <a:gd name="connsiteY8-84" fmla="*/ 850952 h 2601375"/>
                  <a:gd name="connsiteX9-85" fmla="*/ 2246812 w 2597643"/>
                  <a:gd name="connsiteY9-86" fmla="*/ 1194318 h 2601375"/>
                  <a:gd name="connsiteX10-87" fmla="*/ 2597643 w 2597643"/>
                  <a:gd name="connsiteY10-88" fmla="*/ 1160728 h 2601375"/>
                  <a:gd name="connsiteX11-89" fmla="*/ 2556588 w 2597643"/>
                  <a:gd name="connsiteY11-90" fmla="*/ 1645920 h 2601375"/>
                  <a:gd name="connsiteX12-91" fmla="*/ 2209489 w 2597643"/>
                  <a:gd name="connsiteY12-92" fmla="*/ 1593668 h 2601375"/>
                  <a:gd name="connsiteX13-93" fmla="*/ 2052735 w 2597643"/>
                  <a:gd name="connsiteY13-94" fmla="*/ 1877319 h 2601375"/>
                  <a:gd name="connsiteX14-95" fmla="*/ 2291599 w 2597643"/>
                  <a:gd name="connsiteY14-96" fmla="*/ 2134844 h 2601375"/>
                  <a:gd name="connsiteX15-97" fmla="*/ 1944500 w 2597643"/>
                  <a:gd name="connsiteY15-98" fmla="*/ 2437156 h 2601375"/>
                  <a:gd name="connsiteX16-99" fmla="*/ 1724298 w 2597643"/>
                  <a:gd name="connsiteY16-100" fmla="*/ 2153505 h 2601375"/>
                  <a:gd name="connsiteX17-101" fmla="*/ 1429450 w 2597643"/>
                  <a:gd name="connsiteY17-102" fmla="*/ 2246811 h 2601375"/>
                  <a:gd name="connsiteX18-103" fmla="*/ 1410789 w 2597643"/>
                  <a:gd name="connsiteY18-104" fmla="*/ 2601375 h 2601375"/>
                  <a:gd name="connsiteX19-105" fmla="*/ 944258 w 2597643"/>
                  <a:gd name="connsiteY19-106" fmla="*/ 2560320 h 2601375"/>
                  <a:gd name="connsiteX20-107" fmla="*/ 1011439 w 2597643"/>
                  <a:gd name="connsiteY20-108" fmla="*/ 2213221 h 2601375"/>
                  <a:gd name="connsiteX21-109" fmla="*/ 716591 w 2597643"/>
                  <a:gd name="connsiteY21-110" fmla="*/ 2067664 h 2601375"/>
                  <a:gd name="connsiteX22-111" fmla="*/ 459067 w 2597643"/>
                  <a:gd name="connsiteY22-112" fmla="*/ 2299063 h 2601375"/>
                  <a:gd name="connsiteX23-113" fmla="*/ 164219 w 2597643"/>
                  <a:gd name="connsiteY23-114" fmla="*/ 1955696 h 2601375"/>
                  <a:gd name="connsiteX24-115" fmla="*/ 440405 w 2597643"/>
                  <a:gd name="connsiteY24-116" fmla="*/ 1731761 h 2601375"/>
                  <a:gd name="connsiteX25-117" fmla="*/ 343367 w 2597643"/>
                  <a:gd name="connsiteY25-118" fmla="*/ 1425717 h 2601375"/>
                  <a:gd name="connsiteX26-119" fmla="*/ 0 w 2597643"/>
                  <a:gd name="connsiteY26-120" fmla="*/ 1440646 h 2601375"/>
                  <a:gd name="connsiteX27-121" fmla="*/ 33591 w 2597643"/>
                  <a:gd name="connsiteY27-122" fmla="*/ 974116 h 2601375"/>
                  <a:gd name="connsiteX28-123" fmla="*/ 380689 w 2597643"/>
                  <a:gd name="connsiteY28-124" fmla="*/ 1007706 h 2601375"/>
                  <a:gd name="connsiteX29-125" fmla="*/ 529979 w 2597643"/>
                  <a:gd name="connsiteY29-126" fmla="*/ 724055 h 2601375"/>
                  <a:gd name="connsiteX30-127" fmla="*/ 287383 w 2597643"/>
                  <a:gd name="connsiteY30-128" fmla="*/ 470263 h 2601375"/>
                  <a:gd name="connsiteX31-129" fmla="*/ 630750 w 2597643"/>
                  <a:gd name="connsiteY31-130" fmla="*/ 171683 h 2601375"/>
                  <a:gd name="connsiteX32-131" fmla="*/ 850952 w 2597643"/>
                  <a:gd name="connsiteY32-132" fmla="*/ 447869 h 2601375"/>
                  <a:gd name="connsiteX0-133" fmla="*/ 850952 w 2597643"/>
                  <a:gd name="connsiteY0-134" fmla="*/ 447869 h 2601375"/>
                  <a:gd name="connsiteX1-135" fmla="*/ 1160729 w 2597643"/>
                  <a:gd name="connsiteY1-136" fmla="*/ 354563 h 2601375"/>
                  <a:gd name="connsiteX2-137" fmla="*/ 1164461 w 2597643"/>
                  <a:gd name="connsiteY2-138" fmla="*/ 0 h 2601375"/>
                  <a:gd name="connsiteX3-139" fmla="*/ 1645920 w 2597643"/>
                  <a:gd name="connsiteY3-140" fmla="*/ 41055 h 2601375"/>
                  <a:gd name="connsiteX4-141" fmla="*/ 1582472 w 2597643"/>
                  <a:gd name="connsiteY4-142" fmla="*/ 388153 h 2601375"/>
                  <a:gd name="connsiteX5-143" fmla="*/ 1884784 w 2597643"/>
                  <a:gd name="connsiteY5-144" fmla="*/ 537443 h 2601375"/>
                  <a:gd name="connsiteX6-145" fmla="*/ 2142309 w 2597643"/>
                  <a:gd name="connsiteY6-146" fmla="*/ 298579 h 2601375"/>
                  <a:gd name="connsiteX7-147" fmla="*/ 2429692 w 2597643"/>
                  <a:gd name="connsiteY7-148" fmla="*/ 656875 h 2601375"/>
                  <a:gd name="connsiteX8-149" fmla="*/ 2146041 w 2597643"/>
                  <a:gd name="connsiteY8-150" fmla="*/ 850952 h 2601375"/>
                  <a:gd name="connsiteX9-151" fmla="*/ 2246812 w 2597643"/>
                  <a:gd name="connsiteY9-152" fmla="*/ 1194318 h 2601375"/>
                  <a:gd name="connsiteX10-153" fmla="*/ 2597643 w 2597643"/>
                  <a:gd name="connsiteY10-154" fmla="*/ 1160728 h 2601375"/>
                  <a:gd name="connsiteX11-155" fmla="*/ 2556588 w 2597643"/>
                  <a:gd name="connsiteY11-156" fmla="*/ 1645920 h 2601375"/>
                  <a:gd name="connsiteX12-157" fmla="*/ 2209489 w 2597643"/>
                  <a:gd name="connsiteY12-158" fmla="*/ 1593668 h 2601375"/>
                  <a:gd name="connsiteX13-159" fmla="*/ 2052735 w 2597643"/>
                  <a:gd name="connsiteY13-160" fmla="*/ 1877319 h 2601375"/>
                  <a:gd name="connsiteX14-161" fmla="*/ 2291599 w 2597643"/>
                  <a:gd name="connsiteY14-162" fmla="*/ 2134844 h 2601375"/>
                  <a:gd name="connsiteX15-163" fmla="*/ 1944500 w 2597643"/>
                  <a:gd name="connsiteY15-164" fmla="*/ 2437156 h 2601375"/>
                  <a:gd name="connsiteX16-165" fmla="*/ 1724298 w 2597643"/>
                  <a:gd name="connsiteY16-166" fmla="*/ 2153505 h 2601375"/>
                  <a:gd name="connsiteX17-167" fmla="*/ 1429450 w 2597643"/>
                  <a:gd name="connsiteY17-168" fmla="*/ 2246811 h 2601375"/>
                  <a:gd name="connsiteX18-169" fmla="*/ 1410789 w 2597643"/>
                  <a:gd name="connsiteY18-170" fmla="*/ 2601375 h 2601375"/>
                  <a:gd name="connsiteX19-171" fmla="*/ 944258 w 2597643"/>
                  <a:gd name="connsiteY19-172" fmla="*/ 2560320 h 2601375"/>
                  <a:gd name="connsiteX20-173" fmla="*/ 1011439 w 2597643"/>
                  <a:gd name="connsiteY20-174" fmla="*/ 2213221 h 2601375"/>
                  <a:gd name="connsiteX21-175" fmla="*/ 716591 w 2597643"/>
                  <a:gd name="connsiteY21-176" fmla="*/ 2067664 h 2601375"/>
                  <a:gd name="connsiteX22-177" fmla="*/ 459067 w 2597643"/>
                  <a:gd name="connsiteY22-178" fmla="*/ 2299063 h 2601375"/>
                  <a:gd name="connsiteX23-179" fmla="*/ 164219 w 2597643"/>
                  <a:gd name="connsiteY23-180" fmla="*/ 1955696 h 2601375"/>
                  <a:gd name="connsiteX24-181" fmla="*/ 440405 w 2597643"/>
                  <a:gd name="connsiteY24-182" fmla="*/ 1731761 h 2601375"/>
                  <a:gd name="connsiteX25-183" fmla="*/ 343367 w 2597643"/>
                  <a:gd name="connsiteY25-184" fmla="*/ 1425717 h 2601375"/>
                  <a:gd name="connsiteX26-185" fmla="*/ 0 w 2597643"/>
                  <a:gd name="connsiteY26-186" fmla="*/ 1440646 h 2601375"/>
                  <a:gd name="connsiteX27-187" fmla="*/ 33591 w 2597643"/>
                  <a:gd name="connsiteY27-188" fmla="*/ 974116 h 2601375"/>
                  <a:gd name="connsiteX28-189" fmla="*/ 380689 w 2597643"/>
                  <a:gd name="connsiteY28-190" fmla="*/ 1007706 h 2601375"/>
                  <a:gd name="connsiteX29-191" fmla="*/ 529979 w 2597643"/>
                  <a:gd name="connsiteY29-192" fmla="*/ 724055 h 2601375"/>
                  <a:gd name="connsiteX30-193" fmla="*/ 287383 w 2597643"/>
                  <a:gd name="connsiteY30-194" fmla="*/ 470263 h 2601375"/>
                  <a:gd name="connsiteX31-195" fmla="*/ 630750 w 2597643"/>
                  <a:gd name="connsiteY31-196" fmla="*/ 171683 h 2601375"/>
                  <a:gd name="connsiteX32-197" fmla="*/ 850952 w 2597643"/>
                  <a:gd name="connsiteY32-198" fmla="*/ 447869 h 2601375"/>
                  <a:gd name="connsiteX0-199" fmla="*/ 850952 w 2597643"/>
                  <a:gd name="connsiteY0-200" fmla="*/ 447869 h 2601375"/>
                  <a:gd name="connsiteX1-201" fmla="*/ 1160729 w 2597643"/>
                  <a:gd name="connsiteY1-202" fmla="*/ 354563 h 2601375"/>
                  <a:gd name="connsiteX2-203" fmla="*/ 1164461 w 2597643"/>
                  <a:gd name="connsiteY2-204" fmla="*/ 0 h 2601375"/>
                  <a:gd name="connsiteX3-205" fmla="*/ 1645920 w 2597643"/>
                  <a:gd name="connsiteY3-206" fmla="*/ 41055 h 2601375"/>
                  <a:gd name="connsiteX4-207" fmla="*/ 1582472 w 2597643"/>
                  <a:gd name="connsiteY4-208" fmla="*/ 388153 h 2601375"/>
                  <a:gd name="connsiteX5-209" fmla="*/ 1884784 w 2597643"/>
                  <a:gd name="connsiteY5-210" fmla="*/ 537443 h 2601375"/>
                  <a:gd name="connsiteX6-211" fmla="*/ 2142309 w 2597643"/>
                  <a:gd name="connsiteY6-212" fmla="*/ 298579 h 2601375"/>
                  <a:gd name="connsiteX7-213" fmla="*/ 2429692 w 2597643"/>
                  <a:gd name="connsiteY7-214" fmla="*/ 656875 h 2601375"/>
                  <a:gd name="connsiteX8-215" fmla="*/ 2146041 w 2597643"/>
                  <a:gd name="connsiteY8-216" fmla="*/ 850952 h 2601375"/>
                  <a:gd name="connsiteX9-217" fmla="*/ 2246812 w 2597643"/>
                  <a:gd name="connsiteY9-218" fmla="*/ 1194318 h 2601375"/>
                  <a:gd name="connsiteX10-219" fmla="*/ 2597643 w 2597643"/>
                  <a:gd name="connsiteY10-220" fmla="*/ 1160728 h 2601375"/>
                  <a:gd name="connsiteX11-221" fmla="*/ 2556588 w 2597643"/>
                  <a:gd name="connsiteY11-222" fmla="*/ 1645920 h 2601375"/>
                  <a:gd name="connsiteX12-223" fmla="*/ 2209489 w 2597643"/>
                  <a:gd name="connsiteY12-224" fmla="*/ 1593668 h 2601375"/>
                  <a:gd name="connsiteX13-225" fmla="*/ 2052735 w 2597643"/>
                  <a:gd name="connsiteY13-226" fmla="*/ 1877319 h 2601375"/>
                  <a:gd name="connsiteX14-227" fmla="*/ 2291599 w 2597643"/>
                  <a:gd name="connsiteY14-228" fmla="*/ 2134844 h 2601375"/>
                  <a:gd name="connsiteX15-229" fmla="*/ 1944500 w 2597643"/>
                  <a:gd name="connsiteY15-230" fmla="*/ 2437156 h 2601375"/>
                  <a:gd name="connsiteX16-231" fmla="*/ 1724298 w 2597643"/>
                  <a:gd name="connsiteY16-232" fmla="*/ 2153505 h 2601375"/>
                  <a:gd name="connsiteX17-233" fmla="*/ 1429450 w 2597643"/>
                  <a:gd name="connsiteY17-234" fmla="*/ 2246811 h 2601375"/>
                  <a:gd name="connsiteX18-235" fmla="*/ 1410789 w 2597643"/>
                  <a:gd name="connsiteY18-236" fmla="*/ 2601375 h 2601375"/>
                  <a:gd name="connsiteX19-237" fmla="*/ 944258 w 2597643"/>
                  <a:gd name="connsiteY19-238" fmla="*/ 2560320 h 2601375"/>
                  <a:gd name="connsiteX20-239" fmla="*/ 1011439 w 2597643"/>
                  <a:gd name="connsiteY20-240" fmla="*/ 2213221 h 2601375"/>
                  <a:gd name="connsiteX21-241" fmla="*/ 716591 w 2597643"/>
                  <a:gd name="connsiteY21-242" fmla="*/ 2067664 h 2601375"/>
                  <a:gd name="connsiteX22-243" fmla="*/ 459067 w 2597643"/>
                  <a:gd name="connsiteY22-244" fmla="*/ 2299063 h 2601375"/>
                  <a:gd name="connsiteX23-245" fmla="*/ 164219 w 2597643"/>
                  <a:gd name="connsiteY23-246" fmla="*/ 1955696 h 2601375"/>
                  <a:gd name="connsiteX24-247" fmla="*/ 440405 w 2597643"/>
                  <a:gd name="connsiteY24-248" fmla="*/ 1731761 h 2601375"/>
                  <a:gd name="connsiteX25-249" fmla="*/ 343367 w 2597643"/>
                  <a:gd name="connsiteY25-250" fmla="*/ 1425717 h 2601375"/>
                  <a:gd name="connsiteX26-251" fmla="*/ 0 w 2597643"/>
                  <a:gd name="connsiteY26-252" fmla="*/ 1440646 h 2601375"/>
                  <a:gd name="connsiteX27-253" fmla="*/ 33591 w 2597643"/>
                  <a:gd name="connsiteY27-254" fmla="*/ 974116 h 2601375"/>
                  <a:gd name="connsiteX28-255" fmla="*/ 380689 w 2597643"/>
                  <a:gd name="connsiteY28-256" fmla="*/ 1007706 h 2601375"/>
                  <a:gd name="connsiteX29-257" fmla="*/ 529979 w 2597643"/>
                  <a:gd name="connsiteY29-258" fmla="*/ 724055 h 2601375"/>
                  <a:gd name="connsiteX30-259" fmla="*/ 287383 w 2597643"/>
                  <a:gd name="connsiteY30-260" fmla="*/ 470263 h 2601375"/>
                  <a:gd name="connsiteX31-261" fmla="*/ 630750 w 2597643"/>
                  <a:gd name="connsiteY31-262" fmla="*/ 171683 h 2601375"/>
                  <a:gd name="connsiteX32-263" fmla="*/ 850952 w 2597643"/>
                  <a:gd name="connsiteY32-264" fmla="*/ 447869 h 2601375"/>
                  <a:gd name="connsiteX0-265" fmla="*/ 850952 w 2601026"/>
                  <a:gd name="connsiteY0-266" fmla="*/ 447869 h 2601375"/>
                  <a:gd name="connsiteX1-267" fmla="*/ 1160729 w 2601026"/>
                  <a:gd name="connsiteY1-268" fmla="*/ 354563 h 2601375"/>
                  <a:gd name="connsiteX2-269" fmla="*/ 1164461 w 2601026"/>
                  <a:gd name="connsiteY2-270" fmla="*/ 0 h 2601375"/>
                  <a:gd name="connsiteX3-271" fmla="*/ 1645920 w 2601026"/>
                  <a:gd name="connsiteY3-272" fmla="*/ 41055 h 2601375"/>
                  <a:gd name="connsiteX4-273" fmla="*/ 1582472 w 2601026"/>
                  <a:gd name="connsiteY4-274" fmla="*/ 388153 h 2601375"/>
                  <a:gd name="connsiteX5-275" fmla="*/ 1884784 w 2601026"/>
                  <a:gd name="connsiteY5-276" fmla="*/ 537443 h 2601375"/>
                  <a:gd name="connsiteX6-277" fmla="*/ 2142309 w 2601026"/>
                  <a:gd name="connsiteY6-278" fmla="*/ 298579 h 2601375"/>
                  <a:gd name="connsiteX7-279" fmla="*/ 2429692 w 2601026"/>
                  <a:gd name="connsiteY7-280" fmla="*/ 656875 h 2601375"/>
                  <a:gd name="connsiteX8-281" fmla="*/ 2146041 w 2601026"/>
                  <a:gd name="connsiteY8-282" fmla="*/ 850952 h 2601375"/>
                  <a:gd name="connsiteX9-283" fmla="*/ 2246812 w 2601026"/>
                  <a:gd name="connsiteY9-284" fmla="*/ 1194318 h 2601375"/>
                  <a:gd name="connsiteX10-285" fmla="*/ 2597643 w 2601026"/>
                  <a:gd name="connsiteY10-286" fmla="*/ 1160728 h 2601375"/>
                  <a:gd name="connsiteX11-287" fmla="*/ 2556588 w 2601026"/>
                  <a:gd name="connsiteY11-288" fmla="*/ 1645920 h 2601375"/>
                  <a:gd name="connsiteX12-289" fmla="*/ 2209489 w 2601026"/>
                  <a:gd name="connsiteY12-290" fmla="*/ 1593668 h 2601375"/>
                  <a:gd name="connsiteX13-291" fmla="*/ 2052735 w 2601026"/>
                  <a:gd name="connsiteY13-292" fmla="*/ 1877319 h 2601375"/>
                  <a:gd name="connsiteX14-293" fmla="*/ 2291599 w 2601026"/>
                  <a:gd name="connsiteY14-294" fmla="*/ 2134844 h 2601375"/>
                  <a:gd name="connsiteX15-295" fmla="*/ 1944500 w 2601026"/>
                  <a:gd name="connsiteY15-296" fmla="*/ 2437156 h 2601375"/>
                  <a:gd name="connsiteX16-297" fmla="*/ 1724298 w 2601026"/>
                  <a:gd name="connsiteY16-298" fmla="*/ 2153505 h 2601375"/>
                  <a:gd name="connsiteX17-299" fmla="*/ 1429450 w 2601026"/>
                  <a:gd name="connsiteY17-300" fmla="*/ 2246811 h 2601375"/>
                  <a:gd name="connsiteX18-301" fmla="*/ 1410789 w 2601026"/>
                  <a:gd name="connsiteY18-302" fmla="*/ 2601375 h 2601375"/>
                  <a:gd name="connsiteX19-303" fmla="*/ 944258 w 2601026"/>
                  <a:gd name="connsiteY19-304" fmla="*/ 2560320 h 2601375"/>
                  <a:gd name="connsiteX20-305" fmla="*/ 1011439 w 2601026"/>
                  <a:gd name="connsiteY20-306" fmla="*/ 2213221 h 2601375"/>
                  <a:gd name="connsiteX21-307" fmla="*/ 716591 w 2601026"/>
                  <a:gd name="connsiteY21-308" fmla="*/ 2067664 h 2601375"/>
                  <a:gd name="connsiteX22-309" fmla="*/ 459067 w 2601026"/>
                  <a:gd name="connsiteY22-310" fmla="*/ 2299063 h 2601375"/>
                  <a:gd name="connsiteX23-311" fmla="*/ 164219 w 2601026"/>
                  <a:gd name="connsiteY23-312" fmla="*/ 1955696 h 2601375"/>
                  <a:gd name="connsiteX24-313" fmla="*/ 440405 w 2601026"/>
                  <a:gd name="connsiteY24-314" fmla="*/ 1731761 h 2601375"/>
                  <a:gd name="connsiteX25-315" fmla="*/ 343367 w 2601026"/>
                  <a:gd name="connsiteY25-316" fmla="*/ 1425717 h 2601375"/>
                  <a:gd name="connsiteX26-317" fmla="*/ 0 w 2601026"/>
                  <a:gd name="connsiteY26-318" fmla="*/ 1440646 h 2601375"/>
                  <a:gd name="connsiteX27-319" fmla="*/ 33591 w 2601026"/>
                  <a:gd name="connsiteY27-320" fmla="*/ 974116 h 2601375"/>
                  <a:gd name="connsiteX28-321" fmla="*/ 380689 w 2601026"/>
                  <a:gd name="connsiteY28-322" fmla="*/ 1007706 h 2601375"/>
                  <a:gd name="connsiteX29-323" fmla="*/ 529979 w 2601026"/>
                  <a:gd name="connsiteY29-324" fmla="*/ 724055 h 2601375"/>
                  <a:gd name="connsiteX30-325" fmla="*/ 287383 w 2601026"/>
                  <a:gd name="connsiteY30-326" fmla="*/ 470263 h 2601375"/>
                  <a:gd name="connsiteX31-327" fmla="*/ 630750 w 2601026"/>
                  <a:gd name="connsiteY31-328" fmla="*/ 171683 h 2601375"/>
                  <a:gd name="connsiteX32-329" fmla="*/ 850952 w 2601026"/>
                  <a:gd name="connsiteY32-330" fmla="*/ 447869 h 2601375"/>
                  <a:gd name="connsiteX0-331" fmla="*/ 850952 w 2601026"/>
                  <a:gd name="connsiteY0-332" fmla="*/ 447869 h 2601375"/>
                  <a:gd name="connsiteX1-333" fmla="*/ 1160729 w 2601026"/>
                  <a:gd name="connsiteY1-334" fmla="*/ 354563 h 2601375"/>
                  <a:gd name="connsiteX2-335" fmla="*/ 1164461 w 2601026"/>
                  <a:gd name="connsiteY2-336" fmla="*/ 0 h 2601375"/>
                  <a:gd name="connsiteX3-337" fmla="*/ 1645920 w 2601026"/>
                  <a:gd name="connsiteY3-338" fmla="*/ 41055 h 2601375"/>
                  <a:gd name="connsiteX4-339" fmla="*/ 1582472 w 2601026"/>
                  <a:gd name="connsiteY4-340" fmla="*/ 388153 h 2601375"/>
                  <a:gd name="connsiteX5-341" fmla="*/ 1884784 w 2601026"/>
                  <a:gd name="connsiteY5-342" fmla="*/ 537443 h 2601375"/>
                  <a:gd name="connsiteX6-343" fmla="*/ 2142309 w 2601026"/>
                  <a:gd name="connsiteY6-344" fmla="*/ 298579 h 2601375"/>
                  <a:gd name="connsiteX7-345" fmla="*/ 2429692 w 2601026"/>
                  <a:gd name="connsiteY7-346" fmla="*/ 656875 h 2601375"/>
                  <a:gd name="connsiteX8-347" fmla="*/ 2146041 w 2601026"/>
                  <a:gd name="connsiteY8-348" fmla="*/ 850952 h 2601375"/>
                  <a:gd name="connsiteX9-349" fmla="*/ 2246812 w 2601026"/>
                  <a:gd name="connsiteY9-350" fmla="*/ 1194318 h 2601375"/>
                  <a:gd name="connsiteX10-351" fmla="*/ 2597643 w 2601026"/>
                  <a:gd name="connsiteY10-352" fmla="*/ 1160728 h 2601375"/>
                  <a:gd name="connsiteX11-353" fmla="*/ 2556588 w 2601026"/>
                  <a:gd name="connsiteY11-354" fmla="*/ 1645920 h 2601375"/>
                  <a:gd name="connsiteX12-355" fmla="*/ 2209489 w 2601026"/>
                  <a:gd name="connsiteY12-356" fmla="*/ 1593668 h 2601375"/>
                  <a:gd name="connsiteX13-357" fmla="*/ 2052735 w 2601026"/>
                  <a:gd name="connsiteY13-358" fmla="*/ 1877319 h 2601375"/>
                  <a:gd name="connsiteX14-359" fmla="*/ 2291599 w 2601026"/>
                  <a:gd name="connsiteY14-360" fmla="*/ 2134844 h 2601375"/>
                  <a:gd name="connsiteX15-361" fmla="*/ 1944500 w 2601026"/>
                  <a:gd name="connsiteY15-362" fmla="*/ 2437156 h 2601375"/>
                  <a:gd name="connsiteX16-363" fmla="*/ 1724298 w 2601026"/>
                  <a:gd name="connsiteY16-364" fmla="*/ 2153505 h 2601375"/>
                  <a:gd name="connsiteX17-365" fmla="*/ 1429450 w 2601026"/>
                  <a:gd name="connsiteY17-366" fmla="*/ 2246811 h 2601375"/>
                  <a:gd name="connsiteX18-367" fmla="*/ 1410789 w 2601026"/>
                  <a:gd name="connsiteY18-368" fmla="*/ 2601375 h 2601375"/>
                  <a:gd name="connsiteX19-369" fmla="*/ 944258 w 2601026"/>
                  <a:gd name="connsiteY19-370" fmla="*/ 2560320 h 2601375"/>
                  <a:gd name="connsiteX20-371" fmla="*/ 1011439 w 2601026"/>
                  <a:gd name="connsiteY20-372" fmla="*/ 2213221 h 2601375"/>
                  <a:gd name="connsiteX21-373" fmla="*/ 716591 w 2601026"/>
                  <a:gd name="connsiteY21-374" fmla="*/ 2067664 h 2601375"/>
                  <a:gd name="connsiteX22-375" fmla="*/ 459067 w 2601026"/>
                  <a:gd name="connsiteY22-376" fmla="*/ 2299063 h 2601375"/>
                  <a:gd name="connsiteX23-377" fmla="*/ 164219 w 2601026"/>
                  <a:gd name="connsiteY23-378" fmla="*/ 1955696 h 2601375"/>
                  <a:gd name="connsiteX24-379" fmla="*/ 440405 w 2601026"/>
                  <a:gd name="connsiteY24-380" fmla="*/ 1731761 h 2601375"/>
                  <a:gd name="connsiteX25-381" fmla="*/ 343367 w 2601026"/>
                  <a:gd name="connsiteY25-382" fmla="*/ 1425717 h 2601375"/>
                  <a:gd name="connsiteX26-383" fmla="*/ 0 w 2601026"/>
                  <a:gd name="connsiteY26-384" fmla="*/ 1440646 h 2601375"/>
                  <a:gd name="connsiteX27-385" fmla="*/ 33591 w 2601026"/>
                  <a:gd name="connsiteY27-386" fmla="*/ 974116 h 2601375"/>
                  <a:gd name="connsiteX28-387" fmla="*/ 380689 w 2601026"/>
                  <a:gd name="connsiteY28-388" fmla="*/ 1007706 h 2601375"/>
                  <a:gd name="connsiteX29-389" fmla="*/ 529979 w 2601026"/>
                  <a:gd name="connsiteY29-390" fmla="*/ 724055 h 2601375"/>
                  <a:gd name="connsiteX30-391" fmla="*/ 287383 w 2601026"/>
                  <a:gd name="connsiteY30-392" fmla="*/ 470263 h 2601375"/>
                  <a:gd name="connsiteX31-393" fmla="*/ 630750 w 2601026"/>
                  <a:gd name="connsiteY31-394" fmla="*/ 171683 h 2601375"/>
                  <a:gd name="connsiteX32-395" fmla="*/ 850952 w 2601026"/>
                  <a:gd name="connsiteY32-396" fmla="*/ 447869 h 2601375"/>
                  <a:gd name="connsiteX0-397" fmla="*/ 850952 w 2601026"/>
                  <a:gd name="connsiteY0-398" fmla="*/ 447869 h 2601375"/>
                  <a:gd name="connsiteX1-399" fmla="*/ 1160729 w 2601026"/>
                  <a:gd name="connsiteY1-400" fmla="*/ 354563 h 2601375"/>
                  <a:gd name="connsiteX2-401" fmla="*/ 1164461 w 2601026"/>
                  <a:gd name="connsiteY2-402" fmla="*/ 0 h 2601375"/>
                  <a:gd name="connsiteX3-403" fmla="*/ 1645920 w 2601026"/>
                  <a:gd name="connsiteY3-404" fmla="*/ 41055 h 2601375"/>
                  <a:gd name="connsiteX4-405" fmla="*/ 1582472 w 2601026"/>
                  <a:gd name="connsiteY4-406" fmla="*/ 388153 h 2601375"/>
                  <a:gd name="connsiteX5-407" fmla="*/ 1884784 w 2601026"/>
                  <a:gd name="connsiteY5-408" fmla="*/ 537443 h 2601375"/>
                  <a:gd name="connsiteX6-409" fmla="*/ 2142309 w 2601026"/>
                  <a:gd name="connsiteY6-410" fmla="*/ 298579 h 2601375"/>
                  <a:gd name="connsiteX7-411" fmla="*/ 2429692 w 2601026"/>
                  <a:gd name="connsiteY7-412" fmla="*/ 656875 h 2601375"/>
                  <a:gd name="connsiteX8-413" fmla="*/ 2146041 w 2601026"/>
                  <a:gd name="connsiteY8-414" fmla="*/ 850952 h 2601375"/>
                  <a:gd name="connsiteX9-415" fmla="*/ 2246812 w 2601026"/>
                  <a:gd name="connsiteY9-416" fmla="*/ 1194318 h 2601375"/>
                  <a:gd name="connsiteX10-417" fmla="*/ 2597643 w 2601026"/>
                  <a:gd name="connsiteY10-418" fmla="*/ 1160728 h 2601375"/>
                  <a:gd name="connsiteX11-419" fmla="*/ 2556588 w 2601026"/>
                  <a:gd name="connsiteY11-420" fmla="*/ 1645920 h 2601375"/>
                  <a:gd name="connsiteX12-421" fmla="*/ 2209489 w 2601026"/>
                  <a:gd name="connsiteY12-422" fmla="*/ 1593668 h 2601375"/>
                  <a:gd name="connsiteX13-423" fmla="*/ 2052735 w 2601026"/>
                  <a:gd name="connsiteY13-424" fmla="*/ 1877319 h 2601375"/>
                  <a:gd name="connsiteX14-425" fmla="*/ 2291599 w 2601026"/>
                  <a:gd name="connsiteY14-426" fmla="*/ 2134844 h 2601375"/>
                  <a:gd name="connsiteX15-427" fmla="*/ 1944500 w 2601026"/>
                  <a:gd name="connsiteY15-428" fmla="*/ 2437156 h 2601375"/>
                  <a:gd name="connsiteX16-429" fmla="*/ 1724298 w 2601026"/>
                  <a:gd name="connsiteY16-430" fmla="*/ 2153505 h 2601375"/>
                  <a:gd name="connsiteX17-431" fmla="*/ 1429450 w 2601026"/>
                  <a:gd name="connsiteY17-432" fmla="*/ 2246811 h 2601375"/>
                  <a:gd name="connsiteX18-433" fmla="*/ 1410789 w 2601026"/>
                  <a:gd name="connsiteY18-434" fmla="*/ 2601375 h 2601375"/>
                  <a:gd name="connsiteX19-435" fmla="*/ 944258 w 2601026"/>
                  <a:gd name="connsiteY19-436" fmla="*/ 2560320 h 2601375"/>
                  <a:gd name="connsiteX20-437" fmla="*/ 1011439 w 2601026"/>
                  <a:gd name="connsiteY20-438" fmla="*/ 2213221 h 2601375"/>
                  <a:gd name="connsiteX21-439" fmla="*/ 716591 w 2601026"/>
                  <a:gd name="connsiteY21-440" fmla="*/ 2067664 h 2601375"/>
                  <a:gd name="connsiteX22-441" fmla="*/ 459067 w 2601026"/>
                  <a:gd name="connsiteY22-442" fmla="*/ 2299063 h 2601375"/>
                  <a:gd name="connsiteX23-443" fmla="*/ 164219 w 2601026"/>
                  <a:gd name="connsiteY23-444" fmla="*/ 1955696 h 2601375"/>
                  <a:gd name="connsiteX24-445" fmla="*/ 440405 w 2601026"/>
                  <a:gd name="connsiteY24-446" fmla="*/ 1731761 h 2601375"/>
                  <a:gd name="connsiteX25-447" fmla="*/ 343367 w 2601026"/>
                  <a:gd name="connsiteY25-448" fmla="*/ 1425717 h 2601375"/>
                  <a:gd name="connsiteX26-449" fmla="*/ 0 w 2601026"/>
                  <a:gd name="connsiteY26-450" fmla="*/ 1440646 h 2601375"/>
                  <a:gd name="connsiteX27-451" fmla="*/ 33591 w 2601026"/>
                  <a:gd name="connsiteY27-452" fmla="*/ 974116 h 2601375"/>
                  <a:gd name="connsiteX28-453" fmla="*/ 380689 w 2601026"/>
                  <a:gd name="connsiteY28-454" fmla="*/ 1007706 h 2601375"/>
                  <a:gd name="connsiteX29-455" fmla="*/ 529979 w 2601026"/>
                  <a:gd name="connsiteY29-456" fmla="*/ 724055 h 2601375"/>
                  <a:gd name="connsiteX30-457" fmla="*/ 287383 w 2601026"/>
                  <a:gd name="connsiteY30-458" fmla="*/ 470263 h 2601375"/>
                  <a:gd name="connsiteX31-459" fmla="*/ 630750 w 2601026"/>
                  <a:gd name="connsiteY31-460" fmla="*/ 171683 h 2601375"/>
                  <a:gd name="connsiteX32-461" fmla="*/ 850952 w 2601026"/>
                  <a:gd name="connsiteY32-462" fmla="*/ 447869 h 2601375"/>
                  <a:gd name="connsiteX0-463" fmla="*/ 850952 w 2601026"/>
                  <a:gd name="connsiteY0-464" fmla="*/ 447869 h 2601375"/>
                  <a:gd name="connsiteX1-465" fmla="*/ 1160729 w 2601026"/>
                  <a:gd name="connsiteY1-466" fmla="*/ 354563 h 2601375"/>
                  <a:gd name="connsiteX2-467" fmla="*/ 1164461 w 2601026"/>
                  <a:gd name="connsiteY2-468" fmla="*/ 0 h 2601375"/>
                  <a:gd name="connsiteX3-469" fmla="*/ 1645920 w 2601026"/>
                  <a:gd name="connsiteY3-470" fmla="*/ 41055 h 2601375"/>
                  <a:gd name="connsiteX4-471" fmla="*/ 1582472 w 2601026"/>
                  <a:gd name="connsiteY4-472" fmla="*/ 388153 h 2601375"/>
                  <a:gd name="connsiteX5-473" fmla="*/ 1884784 w 2601026"/>
                  <a:gd name="connsiteY5-474" fmla="*/ 537443 h 2601375"/>
                  <a:gd name="connsiteX6-475" fmla="*/ 2142309 w 2601026"/>
                  <a:gd name="connsiteY6-476" fmla="*/ 298579 h 2601375"/>
                  <a:gd name="connsiteX7-477" fmla="*/ 2429692 w 2601026"/>
                  <a:gd name="connsiteY7-478" fmla="*/ 656875 h 2601375"/>
                  <a:gd name="connsiteX8-479" fmla="*/ 2146041 w 2601026"/>
                  <a:gd name="connsiteY8-480" fmla="*/ 850952 h 2601375"/>
                  <a:gd name="connsiteX9-481" fmla="*/ 2246812 w 2601026"/>
                  <a:gd name="connsiteY9-482" fmla="*/ 1194318 h 2601375"/>
                  <a:gd name="connsiteX10-483" fmla="*/ 2597643 w 2601026"/>
                  <a:gd name="connsiteY10-484" fmla="*/ 1160728 h 2601375"/>
                  <a:gd name="connsiteX11-485" fmla="*/ 2556588 w 2601026"/>
                  <a:gd name="connsiteY11-486" fmla="*/ 1645920 h 2601375"/>
                  <a:gd name="connsiteX12-487" fmla="*/ 2209489 w 2601026"/>
                  <a:gd name="connsiteY12-488" fmla="*/ 1593668 h 2601375"/>
                  <a:gd name="connsiteX13-489" fmla="*/ 2052735 w 2601026"/>
                  <a:gd name="connsiteY13-490" fmla="*/ 1877319 h 2601375"/>
                  <a:gd name="connsiteX14-491" fmla="*/ 2291599 w 2601026"/>
                  <a:gd name="connsiteY14-492" fmla="*/ 2134844 h 2601375"/>
                  <a:gd name="connsiteX15-493" fmla="*/ 1944500 w 2601026"/>
                  <a:gd name="connsiteY15-494" fmla="*/ 2437156 h 2601375"/>
                  <a:gd name="connsiteX16-495" fmla="*/ 1724298 w 2601026"/>
                  <a:gd name="connsiteY16-496" fmla="*/ 2153505 h 2601375"/>
                  <a:gd name="connsiteX17-497" fmla="*/ 1429450 w 2601026"/>
                  <a:gd name="connsiteY17-498" fmla="*/ 2246811 h 2601375"/>
                  <a:gd name="connsiteX18-499" fmla="*/ 1410789 w 2601026"/>
                  <a:gd name="connsiteY18-500" fmla="*/ 2601375 h 2601375"/>
                  <a:gd name="connsiteX19-501" fmla="*/ 944258 w 2601026"/>
                  <a:gd name="connsiteY19-502" fmla="*/ 2560320 h 2601375"/>
                  <a:gd name="connsiteX20-503" fmla="*/ 1011439 w 2601026"/>
                  <a:gd name="connsiteY20-504" fmla="*/ 2213221 h 2601375"/>
                  <a:gd name="connsiteX21-505" fmla="*/ 716591 w 2601026"/>
                  <a:gd name="connsiteY21-506" fmla="*/ 2067664 h 2601375"/>
                  <a:gd name="connsiteX22-507" fmla="*/ 459067 w 2601026"/>
                  <a:gd name="connsiteY22-508" fmla="*/ 2299063 h 2601375"/>
                  <a:gd name="connsiteX23-509" fmla="*/ 164219 w 2601026"/>
                  <a:gd name="connsiteY23-510" fmla="*/ 1955696 h 2601375"/>
                  <a:gd name="connsiteX24-511" fmla="*/ 440405 w 2601026"/>
                  <a:gd name="connsiteY24-512" fmla="*/ 1731761 h 2601375"/>
                  <a:gd name="connsiteX25-513" fmla="*/ 343367 w 2601026"/>
                  <a:gd name="connsiteY25-514" fmla="*/ 1425717 h 2601375"/>
                  <a:gd name="connsiteX26-515" fmla="*/ 0 w 2601026"/>
                  <a:gd name="connsiteY26-516" fmla="*/ 1440646 h 2601375"/>
                  <a:gd name="connsiteX27-517" fmla="*/ 33591 w 2601026"/>
                  <a:gd name="connsiteY27-518" fmla="*/ 974116 h 2601375"/>
                  <a:gd name="connsiteX28-519" fmla="*/ 380689 w 2601026"/>
                  <a:gd name="connsiteY28-520" fmla="*/ 1007706 h 2601375"/>
                  <a:gd name="connsiteX29-521" fmla="*/ 529979 w 2601026"/>
                  <a:gd name="connsiteY29-522" fmla="*/ 724055 h 2601375"/>
                  <a:gd name="connsiteX30-523" fmla="*/ 287383 w 2601026"/>
                  <a:gd name="connsiteY30-524" fmla="*/ 470263 h 2601375"/>
                  <a:gd name="connsiteX31-525" fmla="*/ 630750 w 2601026"/>
                  <a:gd name="connsiteY31-526" fmla="*/ 171683 h 2601375"/>
                  <a:gd name="connsiteX32-527" fmla="*/ 850952 w 2601026"/>
                  <a:gd name="connsiteY32-528" fmla="*/ 447869 h 2601375"/>
                  <a:gd name="connsiteX0-529" fmla="*/ 850952 w 2601026"/>
                  <a:gd name="connsiteY0-530" fmla="*/ 447869 h 2601375"/>
                  <a:gd name="connsiteX1-531" fmla="*/ 1160729 w 2601026"/>
                  <a:gd name="connsiteY1-532" fmla="*/ 354563 h 2601375"/>
                  <a:gd name="connsiteX2-533" fmla="*/ 1164461 w 2601026"/>
                  <a:gd name="connsiteY2-534" fmla="*/ 0 h 2601375"/>
                  <a:gd name="connsiteX3-535" fmla="*/ 1645920 w 2601026"/>
                  <a:gd name="connsiteY3-536" fmla="*/ 41055 h 2601375"/>
                  <a:gd name="connsiteX4-537" fmla="*/ 1582472 w 2601026"/>
                  <a:gd name="connsiteY4-538" fmla="*/ 388153 h 2601375"/>
                  <a:gd name="connsiteX5-539" fmla="*/ 1884784 w 2601026"/>
                  <a:gd name="connsiteY5-540" fmla="*/ 537443 h 2601375"/>
                  <a:gd name="connsiteX6-541" fmla="*/ 2142309 w 2601026"/>
                  <a:gd name="connsiteY6-542" fmla="*/ 298579 h 2601375"/>
                  <a:gd name="connsiteX7-543" fmla="*/ 2429692 w 2601026"/>
                  <a:gd name="connsiteY7-544" fmla="*/ 656875 h 2601375"/>
                  <a:gd name="connsiteX8-545" fmla="*/ 2146041 w 2601026"/>
                  <a:gd name="connsiteY8-546" fmla="*/ 850952 h 2601375"/>
                  <a:gd name="connsiteX9-547" fmla="*/ 2246812 w 2601026"/>
                  <a:gd name="connsiteY9-548" fmla="*/ 1194318 h 2601375"/>
                  <a:gd name="connsiteX10-549" fmla="*/ 2597643 w 2601026"/>
                  <a:gd name="connsiteY10-550" fmla="*/ 1160728 h 2601375"/>
                  <a:gd name="connsiteX11-551" fmla="*/ 2556588 w 2601026"/>
                  <a:gd name="connsiteY11-552" fmla="*/ 1645920 h 2601375"/>
                  <a:gd name="connsiteX12-553" fmla="*/ 2209489 w 2601026"/>
                  <a:gd name="connsiteY12-554" fmla="*/ 1593668 h 2601375"/>
                  <a:gd name="connsiteX13-555" fmla="*/ 2052735 w 2601026"/>
                  <a:gd name="connsiteY13-556" fmla="*/ 1877319 h 2601375"/>
                  <a:gd name="connsiteX14-557" fmla="*/ 2291599 w 2601026"/>
                  <a:gd name="connsiteY14-558" fmla="*/ 2134844 h 2601375"/>
                  <a:gd name="connsiteX15-559" fmla="*/ 1944500 w 2601026"/>
                  <a:gd name="connsiteY15-560" fmla="*/ 2437156 h 2601375"/>
                  <a:gd name="connsiteX16-561" fmla="*/ 1724298 w 2601026"/>
                  <a:gd name="connsiteY16-562" fmla="*/ 2153505 h 2601375"/>
                  <a:gd name="connsiteX17-563" fmla="*/ 1429450 w 2601026"/>
                  <a:gd name="connsiteY17-564" fmla="*/ 2246811 h 2601375"/>
                  <a:gd name="connsiteX18-565" fmla="*/ 1410789 w 2601026"/>
                  <a:gd name="connsiteY18-566" fmla="*/ 2601375 h 2601375"/>
                  <a:gd name="connsiteX19-567" fmla="*/ 944258 w 2601026"/>
                  <a:gd name="connsiteY19-568" fmla="*/ 2560320 h 2601375"/>
                  <a:gd name="connsiteX20-569" fmla="*/ 1011439 w 2601026"/>
                  <a:gd name="connsiteY20-570" fmla="*/ 2213221 h 2601375"/>
                  <a:gd name="connsiteX21-571" fmla="*/ 716591 w 2601026"/>
                  <a:gd name="connsiteY21-572" fmla="*/ 2067664 h 2601375"/>
                  <a:gd name="connsiteX22-573" fmla="*/ 459067 w 2601026"/>
                  <a:gd name="connsiteY22-574" fmla="*/ 2299063 h 2601375"/>
                  <a:gd name="connsiteX23-575" fmla="*/ 164219 w 2601026"/>
                  <a:gd name="connsiteY23-576" fmla="*/ 1955696 h 2601375"/>
                  <a:gd name="connsiteX24-577" fmla="*/ 440405 w 2601026"/>
                  <a:gd name="connsiteY24-578" fmla="*/ 1731761 h 2601375"/>
                  <a:gd name="connsiteX25-579" fmla="*/ 343367 w 2601026"/>
                  <a:gd name="connsiteY25-580" fmla="*/ 1425717 h 2601375"/>
                  <a:gd name="connsiteX26-581" fmla="*/ 0 w 2601026"/>
                  <a:gd name="connsiteY26-582" fmla="*/ 1440646 h 2601375"/>
                  <a:gd name="connsiteX27-583" fmla="*/ 33591 w 2601026"/>
                  <a:gd name="connsiteY27-584" fmla="*/ 974116 h 2601375"/>
                  <a:gd name="connsiteX28-585" fmla="*/ 380689 w 2601026"/>
                  <a:gd name="connsiteY28-586" fmla="*/ 1007706 h 2601375"/>
                  <a:gd name="connsiteX29-587" fmla="*/ 529979 w 2601026"/>
                  <a:gd name="connsiteY29-588" fmla="*/ 724055 h 2601375"/>
                  <a:gd name="connsiteX30-589" fmla="*/ 287383 w 2601026"/>
                  <a:gd name="connsiteY30-590" fmla="*/ 470263 h 2601375"/>
                  <a:gd name="connsiteX31-591" fmla="*/ 630750 w 2601026"/>
                  <a:gd name="connsiteY31-592" fmla="*/ 171683 h 2601375"/>
                  <a:gd name="connsiteX32-593" fmla="*/ 850952 w 2601026"/>
                  <a:gd name="connsiteY32-594" fmla="*/ 447869 h 2601375"/>
                  <a:gd name="connsiteX0-595" fmla="*/ 850952 w 2601026"/>
                  <a:gd name="connsiteY0-596" fmla="*/ 447869 h 2601375"/>
                  <a:gd name="connsiteX1-597" fmla="*/ 1160729 w 2601026"/>
                  <a:gd name="connsiteY1-598" fmla="*/ 354563 h 2601375"/>
                  <a:gd name="connsiteX2-599" fmla="*/ 1164461 w 2601026"/>
                  <a:gd name="connsiteY2-600" fmla="*/ 0 h 2601375"/>
                  <a:gd name="connsiteX3-601" fmla="*/ 1645920 w 2601026"/>
                  <a:gd name="connsiteY3-602" fmla="*/ 41055 h 2601375"/>
                  <a:gd name="connsiteX4-603" fmla="*/ 1582472 w 2601026"/>
                  <a:gd name="connsiteY4-604" fmla="*/ 388153 h 2601375"/>
                  <a:gd name="connsiteX5-605" fmla="*/ 1884784 w 2601026"/>
                  <a:gd name="connsiteY5-606" fmla="*/ 537443 h 2601375"/>
                  <a:gd name="connsiteX6-607" fmla="*/ 2142309 w 2601026"/>
                  <a:gd name="connsiteY6-608" fmla="*/ 298579 h 2601375"/>
                  <a:gd name="connsiteX7-609" fmla="*/ 2429692 w 2601026"/>
                  <a:gd name="connsiteY7-610" fmla="*/ 656875 h 2601375"/>
                  <a:gd name="connsiteX8-611" fmla="*/ 2146041 w 2601026"/>
                  <a:gd name="connsiteY8-612" fmla="*/ 850952 h 2601375"/>
                  <a:gd name="connsiteX9-613" fmla="*/ 2246812 w 2601026"/>
                  <a:gd name="connsiteY9-614" fmla="*/ 1194318 h 2601375"/>
                  <a:gd name="connsiteX10-615" fmla="*/ 2597643 w 2601026"/>
                  <a:gd name="connsiteY10-616" fmla="*/ 1160728 h 2601375"/>
                  <a:gd name="connsiteX11-617" fmla="*/ 2556588 w 2601026"/>
                  <a:gd name="connsiteY11-618" fmla="*/ 1645920 h 2601375"/>
                  <a:gd name="connsiteX12-619" fmla="*/ 2209489 w 2601026"/>
                  <a:gd name="connsiteY12-620" fmla="*/ 1593668 h 2601375"/>
                  <a:gd name="connsiteX13-621" fmla="*/ 2052735 w 2601026"/>
                  <a:gd name="connsiteY13-622" fmla="*/ 1877319 h 2601375"/>
                  <a:gd name="connsiteX14-623" fmla="*/ 2291599 w 2601026"/>
                  <a:gd name="connsiteY14-624" fmla="*/ 2134844 h 2601375"/>
                  <a:gd name="connsiteX15-625" fmla="*/ 1944500 w 2601026"/>
                  <a:gd name="connsiteY15-626" fmla="*/ 2437156 h 2601375"/>
                  <a:gd name="connsiteX16-627" fmla="*/ 1724298 w 2601026"/>
                  <a:gd name="connsiteY16-628" fmla="*/ 2153505 h 2601375"/>
                  <a:gd name="connsiteX17-629" fmla="*/ 1429450 w 2601026"/>
                  <a:gd name="connsiteY17-630" fmla="*/ 2246811 h 2601375"/>
                  <a:gd name="connsiteX18-631" fmla="*/ 1410789 w 2601026"/>
                  <a:gd name="connsiteY18-632" fmla="*/ 2601375 h 2601375"/>
                  <a:gd name="connsiteX19-633" fmla="*/ 944258 w 2601026"/>
                  <a:gd name="connsiteY19-634" fmla="*/ 2560320 h 2601375"/>
                  <a:gd name="connsiteX20-635" fmla="*/ 1011439 w 2601026"/>
                  <a:gd name="connsiteY20-636" fmla="*/ 2213221 h 2601375"/>
                  <a:gd name="connsiteX21-637" fmla="*/ 716591 w 2601026"/>
                  <a:gd name="connsiteY21-638" fmla="*/ 2067664 h 2601375"/>
                  <a:gd name="connsiteX22-639" fmla="*/ 459067 w 2601026"/>
                  <a:gd name="connsiteY22-640" fmla="*/ 2299063 h 2601375"/>
                  <a:gd name="connsiteX23-641" fmla="*/ 164219 w 2601026"/>
                  <a:gd name="connsiteY23-642" fmla="*/ 1955696 h 2601375"/>
                  <a:gd name="connsiteX24-643" fmla="*/ 440405 w 2601026"/>
                  <a:gd name="connsiteY24-644" fmla="*/ 1731761 h 2601375"/>
                  <a:gd name="connsiteX25-645" fmla="*/ 343367 w 2601026"/>
                  <a:gd name="connsiteY25-646" fmla="*/ 1425717 h 2601375"/>
                  <a:gd name="connsiteX26-647" fmla="*/ 0 w 2601026"/>
                  <a:gd name="connsiteY26-648" fmla="*/ 1440646 h 2601375"/>
                  <a:gd name="connsiteX27-649" fmla="*/ 33591 w 2601026"/>
                  <a:gd name="connsiteY27-650" fmla="*/ 974116 h 2601375"/>
                  <a:gd name="connsiteX28-651" fmla="*/ 380689 w 2601026"/>
                  <a:gd name="connsiteY28-652" fmla="*/ 1007706 h 2601375"/>
                  <a:gd name="connsiteX29-653" fmla="*/ 529979 w 2601026"/>
                  <a:gd name="connsiteY29-654" fmla="*/ 724055 h 2601375"/>
                  <a:gd name="connsiteX30-655" fmla="*/ 287383 w 2601026"/>
                  <a:gd name="connsiteY30-656" fmla="*/ 470263 h 2601375"/>
                  <a:gd name="connsiteX31-657" fmla="*/ 630750 w 2601026"/>
                  <a:gd name="connsiteY31-658" fmla="*/ 171683 h 2601375"/>
                  <a:gd name="connsiteX32-659" fmla="*/ 850952 w 2601026"/>
                  <a:gd name="connsiteY32-660" fmla="*/ 447869 h 2601375"/>
                  <a:gd name="connsiteX0-661" fmla="*/ 850952 w 2601026"/>
                  <a:gd name="connsiteY0-662" fmla="*/ 447869 h 2601375"/>
                  <a:gd name="connsiteX1-663" fmla="*/ 1160729 w 2601026"/>
                  <a:gd name="connsiteY1-664" fmla="*/ 354563 h 2601375"/>
                  <a:gd name="connsiteX2-665" fmla="*/ 1164461 w 2601026"/>
                  <a:gd name="connsiteY2-666" fmla="*/ 0 h 2601375"/>
                  <a:gd name="connsiteX3-667" fmla="*/ 1645920 w 2601026"/>
                  <a:gd name="connsiteY3-668" fmla="*/ 41055 h 2601375"/>
                  <a:gd name="connsiteX4-669" fmla="*/ 1582472 w 2601026"/>
                  <a:gd name="connsiteY4-670" fmla="*/ 388153 h 2601375"/>
                  <a:gd name="connsiteX5-671" fmla="*/ 1884784 w 2601026"/>
                  <a:gd name="connsiteY5-672" fmla="*/ 537443 h 2601375"/>
                  <a:gd name="connsiteX6-673" fmla="*/ 2142309 w 2601026"/>
                  <a:gd name="connsiteY6-674" fmla="*/ 298579 h 2601375"/>
                  <a:gd name="connsiteX7-675" fmla="*/ 2429692 w 2601026"/>
                  <a:gd name="connsiteY7-676" fmla="*/ 656875 h 2601375"/>
                  <a:gd name="connsiteX8-677" fmla="*/ 2146041 w 2601026"/>
                  <a:gd name="connsiteY8-678" fmla="*/ 850952 h 2601375"/>
                  <a:gd name="connsiteX9-679" fmla="*/ 2246812 w 2601026"/>
                  <a:gd name="connsiteY9-680" fmla="*/ 1194318 h 2601375"/>
                  <a:gd name="connsiteX10-681" fmla="*/ 2597643 w 2601026"/>
                  <a:gd name="connsiteY10-682" fmla="*/ 1160728 h 2601375"/>
                  <a:gd name="connsiteX11-683" fmla="*/ 2556588 w 2601026"/>
                  <a:gd name="connsiteY11-684" fmla="*/ 1645920 h 2601375"/>
                  <a:gd name="connsiteX12-685" fmla="*/ 2209489 w 2601026"/>
                  <a:gd name="connsiteY12-686" fmla="*/ 1593668 h 2601375"/>
                  <a:gd name="connsiteX13-687" fmla="*/ 2052735 w 2601026"/>
                  <a:gd name="connsiteY13-688" fmla="*/ 1877319 h 2601375"/>
                  <a:gd name="connsiteX14-689" fmla="*/ 2291599 w 2601026"/>
                  <a:gd name="connsiteY14-690" fmla="*/ 2134844 h 2601375"/>
                  <a:gd name="connsiteX15-691" fmla="*/ 1944500 w 2601026"/>
                  <a:gd name="connsiteY15-692" fmla="*/ 2437156 h 2601375"/>
                  <a:gd name="connsiteX16-693" fmla="*/ 1724298 w 2601026"/>
                  <a:gd name="connsiteY16-694" fmla="*/ 2153505 h 2601375"/>
                  <a:gd name="connsiteX17-695" fmla="*/ 1429450 w 2601026"/>
                  <a:gd name="connsiteY17-696" fmla="*/ 2246811 h 2601375"/>
                  <a:gd name="connsiteX18-697" fmla="*/ 1410789 w 2601026"/>
                  <a:gd name="connsiteY18-698" fmla="*/ 2601375 h 2601375"/>
                  <a:gd name="connsiteX19-699" fmla="*/ 944258 w 2601026"/>
                  <a:gd name="connsiteY19-700" fmla="*/ 2560320 h 2601375"/>
                  <a:gd name="connsiteX20-701" fmla="*/ 1011439 w 2601026"/>
                  <a:gd name="connsiteY20-702" fmla="*/ 2213221 h 2601375"/>
                  <a:gd name="connsiteX21-703" fmla="*/ 716591 w 2601026"/>
                  <a:gd name="connsiteY21-704" fmla="*/ 2067664 h 2601375"/>
                  <a:gd name="connsiteX22-705" fmla="*/ 459067 w 2601026"/>
                  <a:gd name="connsiteY22-706" fmla="*/ 2299063 h 2601375"/>
                  <a:gd name="connsiteX23-707" fmla="*/ 164219 w 2601026"/>
                  <a:gd name="connsiteY23-708" fmla="*/ 1955696 h 2601375"/>
                  <a:gd name="connsiteX24-709" fmla="*/ 440405 w 2601026"/>
                  <a:gd name="connsiteY24-710" fmla="*/ 1731761 h 2601375"/>
                  <a:gd name="connsiteX25-711" fmla="*/ 343367 w 2601026"/>
                  <a:gd name="connsiteY25-712" fmla="*/ 1425717 h 2601375"/>
                  <a:gd name="connsiteX26-713" fmla="*/ 0 w 2601026"/>
                  <a:gd name="connsiteY26-714" fmla="*/ 1440646 h 2601375"/>
                  <a:gd name="connsiteX27-715" fmla="*/ 33591 w 2601026"/>
                  <a:gd name="connsiteY27-716" fmla="*/ 974116 h 2601375"/>
                  <a:gd name="connsiteX28-717" fmla="*/ 380689 w 2601026"/>
                  <a:gd name="connsiteY28-718" fmla="*/ 1007706 h 2601375"/>
                  <a:gd name="connsiteX29-719" fmla="*/ 529979 w 2601026"/>
                  <a:gd name="connsiteY29-720" fmla="*/ 724055 h 2601375"/>
                  <a:gd name="connsiteX30-721" fmla="*/ 287383 w 2601026"/>
                  <a:gd name="connsiteY30-722" fmla="*/ 470263 h 2601375"/>
                  <a:gd name="connsiteX31-723" fmla="*/ 630750 w 2601026"/>
                  <a:gd name="connsiteY31-724" fmla="*/ 171683 h 2601375"/>
                  <a:gd name="connsiteX32-725" fmla="*/ 850952 w 2601026"/>
                  <a:gd name="connsiteY32-726" fmla="*/ 447869 h 2601375"/>
                  <a:gd name="connsiteX0-727" fmla="*/ 850952 w 2601026"/>
                  <a:gd name="connsiteY0-728" fmla="*/ 447869 h 2601375"/>
                  <a:gd name="connsiteX1-729" fmla="*/ 1160729 w 2601026"/>
                  <a:gd name="connsiteY1-730" fmla="*/ 354563 h 2601375"/>
                  <a:gd name="connsiteX2-731" fmla="*/ 1164461 w 2601026"/>
                  <a:gd name="connsiteY2-732" fmla="*/ 0 h 2601375"/>
                  <a:gd name="connsiteX3-733" fmla="*/ 1645920 w 2601026"/>
                  <a:gd name="connsiteY3-734" fmla="*/ 41055 h 2601375"/>
                  <a:gd name="connsiteX4-735" fmla="*/ 1582472 w 2601026"/>
                  <a:gd name="connsiteY4-736" fmla="*/ 388153 h 2601375"/>
                  <a:gd name="connsiteX5-737" fmla="*/ 1884784 w 2601026"/>
                  <a:gd name="connsiteY5-738" fmla="*/ 537443 h 2601375"/>
                  <a:gd name="connsiteX6-739" fmla="*/ 2142309 w 2601026"/>
                  <a:gd name="connsiteY6-740" fmla="*/ 298579 h 2601375"/>
                  <a:gd name="connsiteX7-741" fmla="*/ 2429692 w 2601026"/>
                  <a:gd name="connsiteY7-742" fmla="*/ 656875 h 2601375"/>
                  <a:gd name="connsiteX8-743" fmla="*/ 2146041 w 2601026"/>
                  <a:gd name="connsiteY8-744" fmla="*/ 850952 h 2601375"/>
                  <a:gd name="connsiteX9-745" fmla="*/ 2246812 w 2601026"/>
                  <a:gd name="connsiteY9-746" fmla="*/ 1194318 h 2601375"/>
                  <a:gd name="connsiteX10-747" fmla="*/ 2597643 w 2601026"/>
                  <a:gd name="connsiteY10-748" fmla="*/ 1160728 h 2601375"/>
                  <a:gd name="connsiteX11-749" fmla="*/ 2556588 w 2601026"/>
                  <a:gd name="connsiteY11-750" fmla="*/ 1645920 h 2601375"/>
                  <a:gd name="connsiteX12-751" fmla="*/ 2209489 w 2601026"/>
                  <a:gd name="connsiteY12-752" fmla="*/ 1593668 h 2601375"/>
                  <a:gd name="connsiteX13-753" fmla="*/ 2052735 w 2601026"/>
                  <a:gd name="connsiteY13-754" fmla="*/ 1877319 h 2601375"/>
                  <a:gd name="connsiteX14-755" fmla="*/ 2291599 w 2601026"/>
                  <a:gd name="connsiteY14-756" fmla="*/ 2134844 h 2601375"/>
                  <a:gd name="connsiteX15-757" fmla="*/ 1944500 w 2601026"/>
                  <a:gd name="connsiteY15-758" fmla="*/ 2437156 h 2601375"/>
                  <a:gd name="connsiteX16-759" fmla="*/ 1724298 w 2601026"/>
                  <a:gd name="connsiteY16-760" fmla="*/ 2153505 h 2601375"/>
                  <a:gd name="connsiteX17-761" fmla="*/ 1429450 w 2601026"/>
                  <a:gd name="connsiteY17-762" fmla="*/ 2246811 h 2601375"/>
                  <a:gd name="connsiteX18-763" fmla="*/ 1410789 w 2601026"/>
                  <a:gd name="connsiteY18-764" fmla="*/ 2601375 h 2601375"/>
                  <a:gd name="connsiteX19-765" fmla="*/ 944258 w 2601026"/>
                  <a:gd name="connsiteY19-766" fmla="*/ 2560320 h 2601375"/>
                  <a:gd name="connsiteX20-767" fmla="*/ 1011439 w 2601026"/>
                  <a:gd name="connsiteY20-768" fmla="*/ 2213221 h 2601375"/>
                  <a:gd name="connsiteX21-769" fmla="*/ 716591 w 2601026"/>
                  <a:gd name="connsiteY21-770" fmla="*/ 2067664 h 2601375"/>
                  <a:gd name="connsiteX22-771" fmla="*/ 459067 w 2601026"/>
                  <a:gd name="connsiteY22-772" fmla="*/ 2299063 h 2601375"/>
                  <a:gd name="connsiteX23-773" fmla="*/ 164219 w 2601026"/>
                  <a:gd name="connsiteY23-774" fmla="*/ 1955696 h 2601375"/>
                  <a:gd name="connsiteX24-775" fmla="*/ 440405 w 2601026"/>
                  <a:gd name="connsiteY24-776" fmla="*/ 1731761 h 2601375"/>
                  <a:gd name="connsiteX25-777" fmla="*/ 343367 w 2601026"/>
                  <a:gd name="connsiteY25-778" fmla="*/ 1425717 h 2601375"/>
                  <a:gd name="connsiteX26-779" fmla="*/ 0 w 2601026"/>
                  <a:gd name="connsiteY26-780" fmla="*/ 1440646 h 2601375"/>
                  <a:gd name="connsiteX27-781" fmla="*/ 33591 w 2601026"/>
                  <a:gd name="connsiteY27-782" fmla="*/ 974116 h 2601375"/>
                  <a:gd name="connsiteX28-783" fmla="*/ 380689 w 2601026"/>
                  <a:gd name="connsiteY28-784" fmla="*/ 1007706 h 2601375"/>
                  <a:gd name="connsiteX29-785" fmla="*/ 529979 w 2601026"/>
                  <a:gd name="connsiteY29-786" fmla="*/ 724055 h 2601375"/>
                  <a:gd name="connsiteX30-787" fmla="*/ 287383 w 2601026"/>
                  <a:gd name="connsiteY30-788" fmla="*/ 470263 h 2601375"/>
                  <a:gd name="connsiteX31-789" fmla="*/ 630750 w 2601026"/>
                  <a:gd name="connsiteY31-790" fmla="*/ 171683 h 2601375"/>
                  <a:gd name="connsiteX32-791" fmla="*/ 850952 w 2601026"/>
                  <a:gd name="connsiteY32-792" fmla="*/ 447869 h 2601375"/>
                  <a:gd name="connsiteX0-793" fmla="*/ 850952 w 2601026"/>
                  <a:gd name="connsiteY0-794" fmla="*/ 447869 h 2601375"/>
                  <a:gd name="connsiteX1-795" fmla="*/ 1160729 w 2601026"/>
                  <a:gd name="connsiteY1-796" fmla="*/ 354563 h 2601375"/>
                  <a:gd name="connsiteX2-797" fmla="*/ 1164461 w 2601026"/>
                  <a:gd name="connsiteY2-798" fmla="*/ 0 h 2601375"/>
                  <a:gd name="connsiteX3-799" fmla="*/ 1645920 w 2601026"/>
                  <a:gd name="connsiteY3-800" fmla="*/ 41055 h 2601375"/>
                  <a:gd name="connsiteX4-801" fmla="*/ 1582472 w 2601026"/>
                  <a:gd name="connsiteY4-802" fmla="*/ 388153 h 2601375"/>
                  <a:gd name="connsiteX5-803" fmla="*/ 1884784 w 2601026"/>
                  <a:gd name="connsiteY5-804" fmla="*/ 537443 h 2601375"/>
                  <a:gd name="connsiteX6-805" fmla="*/ 2142309 w 2601026"/>
                  <a:gd name="connsiteY6-806" fmla="*/ 298579 h 2601375"/>
                  <a:gd name="connsiteX7-807" fmla="*/ 2429692 w 2601026"/>
                  <a:gd name="connsiteY7-808" fmla="*/ 656875 h 2601375"/>
                  <a:gd name="connsiteX8-809" fmla="*/ 2146041 w 2601026"/>
                  <a:gd name="connsiteY8-810" fmla="*/ 850952 h 2601375"/>
                  <a:gd name="connsiteX9-811" fmla="*/ 2246812 w 2601026"/>
                  <a:gd name="connsiteY9-812" fmla="*/ 1194318 h 2601375"/>
                  <a:gd name="connsiteX10-813" fmla="*/ 2597643 w 2601026"/>
                  <a:gd name="connsiteY10-814" fmla="*/ 1160728 h 2601375"/>
                  <a:gd name="connsiteX11-815" fmla="*/ 2556588 w 2601026"/>
                  <a:gd name="connsiteY11-816" fmla="*/ 1645920 h 2601375"/>
                  <a:gd name="connsiteX12-817" fmla="*/ 2209489 w 2601026"/>
                  <a:gd name="connsiteY12-818" fmla="*/ 1593668 h 2601375"/>
                  <a:gd name="connsiteX13-819" fmla="*/ 2056467 w 2601026"/>
                  <a:gd name="connsiteY13-820" fmla="*/ 1877319 h 2601375"/>
                  <a:gd name="connsiteX14-821" fmla="*/ 2291599 w 2601026"/>
                  <a:gd name="connsiteY14-822" fmla="*/ 2134844 h 2601375"/>
                  <a:gd name="connsiteX15-823" fmla="*/ 1944500 w 2601026"/>
                  <a:gd name="connsiteY15-824" fmla="*/ 2437156 h 2601375"/>
                  <a:gd name="connsiteX16-825" fmla="*/ 1724298 w 2601026"/>
                  <a:gd name="connsiteY16-826" fmla="*/ 2153505 h 2601375"/>
                  <a:gd name="connsiteX17-827" fmla="*/ 1429450 w 2601026"/>
                  <a:gd name="connsiteY17-828" fmla="*/ 2246811 h 2601375"/>
                  <a:gd name="connsiteX18-829" fmla="*/ 1410789 w 2601026"/>
                  <a:gd name="connsiteY18-830" fmla="*/ 2601375 h 2601375"/>
                  <a:gd name="connsiteX19-831" fmla="*/ 944258 w 2601026"/>
                  <a:gd name="connsiteY19-832" fmla="*/ 2560320 h 2601375"/>
                  <a:gd name="connsiteX20-833" fmla="*/ 1011439 w 2601026"/>
                  <a:gd name="connsiteY20-834" fmla="*/ 2213221 h 2601375"/>
                  <a:gd name="connsiteX21-835" fmla="*/ 716591 w 2601026"/>
                  <a:gd name="connsiteY21-836" fmla="*/ 2067664 h 2601375"/>
                  <a:gd name="connsiteX22-837" fmla="*/ 459067 w 2601026"/>
                  <a:gd name="connsiteY22-838" fmla="*/ 2299063 h 2601375"/>
                  <a:gd name="connsiteX23-839" fmla="*/ 164219 w 2601026"/>
                  <a:gd name="connsiteY23-840" fmla="*/ 1955696 h 2601375"/>
                  <a:gd name="connsiteX24-841" fmla="*/ 440405 w 2601026"/>
                  <a:gd name="connsiteY24-842" fmla="*/ 1731761 h 2601375"/>
                  <a:gd name="connsiteX25-843" fmla="*/ 343367 w 2601026"/>
                  <a:gd name="connsiteY25-844" fmla="*/ 1425717 h 2601375"/>
                  <a:gd name="connsiteX26-845" fmla="*/ 0 w 2601026"/>
                  <a:gd name="connsiteY26-846" fmla="*/ 1440646 h 2601375"/>
                  <a:gd name="connsiteX27-847" fmla="*/ 33591 w 2601026"/>
                  <a:gd name="connsiteY27-848" fmla="*/ 974116 h 2601375"/>
                  <a:gd name="connsiteX28-849" fmla="*/ 380689 w 2601026"/>
                  <a:gd name="connsiteY28-850" fmla="*/ 1007706 h 2601375"/>
                  <a:gd name="connsiteX29-851" fmla="*/ 529979 w 2601026"/>
                  <a:gd name="connsiteY29-852" fmla="*/ 724055 h 2601375"/>
                  <a:gd name="connsiteX30-853" fmla="*/ 287383 w 2601026"/>
                  <a:gd name="connsiteY30-854" fmla="*/ 470263 h 2601375"/>
                  <a:gd name="connsiteX31-855" fmla="*/ 630750 w 2601026"/>
                  <a:gd name="connsiteY31-856" fmla="*/ 171683 h 2601375"/>
                  <a:gd name="connsiteX32-857" fmla="*/ 850952 w 2601026"/>
                  <a:gd name="connsiteY32-858" fmla="*/ 447869 h 2601375"/>
                  <a:gd name="connsiteX0-859" fmla="*/ 850952 w 2601026"/>
                  <a:gd name="connsiteY0-860" fmla="*/ 447869 h 2601375"/>
                  <a:gd name="connsiteX1-861" fmla="*/ 1160729 w 2601026"/>
                  <a:gd name="connsiteY1-862" fmla="*/ 354563 h 2601375"/>
                  <a:gd name="connsiteX2-863" fmla="*/ 1164461 w 2601026"/>
                  <a:gd name="connsiteY2-864" fmla="*/ 0 h 2601375"/>
                  <a:gd name="connsiteX3-865" fmla="*/ 1645920 w 2601026"/>
                  <a:gd name="connsiteY3-866" fmla="*/ 41055 h 2601375"/>
                  <a:gd name="connsiteX4-867" fmla="*/ 1582472 w 2601026"/>
                  <a:gd name="connsiteY4-868" fmla="*/ 388153 h 2601375"/>
                  <a:gd name="connsiteX5-869" fmla="*/ 1884784 w 2601026"/>
                  <a:gd name="connsiteY5-870" fmla="*/ 537443 h 2601375"/>
                  <a:gd name="connsiteX6-871" fmla="*/ 2142309 w 2601026"/>
                  <a:gd name="connsiteY6-872" fmla="*/ 298579 h 2601375"/>
                  <a:gd name="connsiteX7-873" fmla="*/ 2429692 w 2601026"/>
                  <a:gd name="connsiteY7-874" fmla="*/ 656875 h 2601375"/>
                  <a:gd name="connsiteX8-875" fmla="*/ 2146041 w 2601026"/>
                  <a:gd name="connsiteY8-876" fmla="*/ 850952 h 2601375"/>
                  <a:gd name="connsiteX9-877" fmla="*/ 2246812 w 2601026"/>
                  <a:gd name="connsiteY9-878" fmla="*/ 1194318 h 2601375"/>
                  <a:gd name="connsiteX10-879" fmla="*/ 2597643 w 2601026"/>
                  <a:gd name="connsiteY10-880" fmla="*/ 1160728 h 2601375"/>
                  <a:gd name="connsiteX11-881" fmla="*/ 2556588 w 2601026"/>
                  <a:gd name="connsiteY11-882" fmla="*/ 1645920 h 2601375"/>
                  <a:gd name="connsiteX12-883" fmla="*/ 2209489 w 2601026"/>
                  <a:gd name="connsiteY12-884" fmla="*/ 1593668 h 2601375"/>
                  <a:gd name="connsiteX13-885" fmla="*/ 2056467 w 2601026"/>
                  <a:gd name="connsiteY13-886" fmla="*/ 1877319 h 2601375"/>
                  <a:gd name="connsiteX14-887" fmla="*/ 2291599 w 2601026"/>
                  <a:gd name="connsiteY14-888" fmla="*/ 2134844 h 2601375"/>
                  <a:gd name="connsiteX15-889" fmla="*/ 1944500 w 2601026"/>
                  <a:gd name="connsiteY15-890" fmla="*/ 2437156 h 2601375"/>
                  <a:gd name="connsiteX16-891" fmla="*/ 1724298 w 2601026"/>
                  <a:gd name="connsiteY16-892" fmla="*/ 2153505 h 2601375"/>
                  <a:gd name="connsiteX17-893" fmla="*/ 1429450 w 2601026"/>
                  <a:gd name="connsiteY17-894" fmla="*/ 2246811 h 2601375"/>
                  <a:gd name="connsiteX18-895" fmla="*/ 1410789 w 2601026"/>
                  <a:gd name="connsiteY18-896" fmla="*/ 2601375 h 2601375"/>
                  <a:gd name="connsiteX19-897" fmla="*/ 944258 w 2601026"/>
                  <a:gd name="connsiteY19-898" fmla="*/ 2560320 h 2601375"/>
                  <a:gd name="connsiteX20-899" fmla="*/ 1011439 w 2601026"/>
                  <a:gd name="connsiteY20-900" fmla="*/ 2213221 h 2601375"/>
                  <a:gd name="connsiteX21-901" fmla="*/ 716591 w 2601026"/>
                  <a:gd name="connsiteY21-902" fmla="*/ 2067664 h 2601375"/>
                  <a:gd name="connsiteX22-903" fmla="*/ 459067 w 2601026"/>
                  <a:gd name="connsiteY22-904" fmla="*/ 2299063 h 2601375"/>
                  <a:gd name="connsiteX23-905" fmla="*/ 164219 w 2601026"/>
                  <a:gd name="connsiteY23-906" fmla="*/ 1955696 h 2601375"/>
                  <a:gd name="connsiteX24-907" fmla="*/ 440405 w 2601026"/>
                  <a:gd name="connsiteY24-908" fmla="*/ 1731761 h 2601375"/>
                  <a:gd name="connsiteX25-909" fmla="*/ 343367 w 2601026"/>
                  <a:gd name="connsiteY25-910" fmla="*/ 1425717 h 2601375"/>
                  <a:gd name="connsiteX26-911" fmla="*/ 0 w 2601026"/>
                  <a:gd name="connsiteY26-912" fmla="*/ 1440646 h 2601375"/>
                  <a:gd name="connsiteX27-913" fmla="*/ 33591 w 2601026"/>
                  <a:gd name="connsiteY27-914" fmla="*/ 974116 h 2601375"/>
                  <a:gd name="connsiteX28-915" fmla="*/ 380689 w 2601026"/>
                  <a:gd name="connsiteY28-916" fmla="*/ 1007706 h 2601375"/>
                  <a:gd name="connsiteX29-917" fmla="*/ 529979 w 2601026"/>
                  <a:gd name="connsiteY29-918" fmla="*/ 724055 h 2601375"/>
                  <a:gd name="connsiteX30-919" fmla="*/ 287383 w 2601026"/>
                  <a:gd name="connsiteY30-920" fmla="*/ 470263 h 2601375"/>
                  <a:gd name="connsiteX31-921" fmla="*/ 630750 w 2601026"/>
                  <a:gd name="connsiteY31-922" fmla="*/ 171683 h 2601375"/>
                  <a:gd name="connsiteX32-923" fmla="*/ 850952 w 2601026"/>
                  <a:gd name="connsiteY32-924" fmla="*/ 447869 h 2601375"/>
                  <a:gd name="connsiteX0-925" fmla="*/ 850952 w 2601026"/>
                  <a:gd name="connsiteY0-926" fmla="*/ 447869 h 2601375"/>
                  <a:gd name="connsiteX1-927" fmla="*/ 1160729 w 2601026"/>
                  <a:gd name="connsiteY1-928" fmla="*/ 354563 h 2601375"/>
                  <a:gd name="connsiteX2-929" fmla="*/ 1164461 w 2601026"/>
                  <a:gd name="connsiteY2-930" fmla="*/ 0 h 2601375"/>
                  <a:gd name="connsiteX3-931" fmla="*/ 1645920 w 2601026"/>
                  <a:gd name="connsiteY3-932" fmla="*/ 41055 h 2601375"/>
                  <a:gd name="connsiteX4-933" fmla="*/ 1582472 w 2601026"/>
                  <a:gd name="connsiteY4-934" fmla="*/ 388153 h 2601375"/>
                  <a:gd name="connsiteX5-935" fmla="*/ 1884784 w 2601026"/>
                  <a:gd name="connsiteY5-936" fmla="*/ 537443 h 2601375"/>
                  <a:gd name="connsiteX6-937" fmla="*/ 2142309 w 2601026"/>
                  <a:gd name="connsiteY6-938" fmla="*/ 298579 h 2601375"/>
                  <a:gd name="connsiteX7-939" fmla="*/ 2429692 w 2601026"/>
                  <a:gd name="connsiteY7-940" fmla="*/ 656875 h 2601375"/>
                  <a:gd name="connsiteX8-941" fmla="*/ 2146041 w 2601026"/>
                  <a:gd name="connsiteY8-942" fmla="*/ 850952 h 2601375"/>
                  <a:gd name="connsiteX9-943" fmla="*/ 2246812 w 2601026"/>
                  <a:gd name="connsiteY9-944" fmla="*/ 1194318 h 2601375"/>
                  <a:gd name="connsiteX10-945" fmla="*/ 2597643 w 2601026"/>
                  <a:gd name="connsiteY10-946" fmla="*/ 1160728 h 2601375"/>
                  <a:gd name="connsiteX11-947" fmla="*/ 2556588 w 2601026"/>
                  <a:gd name="connsiteY11-948" fmla="*/ 1645920 h 2601375"/>
                  <a:gd name="connsiteX12-949" fmla="*/ 2209489 w 2601026"/>
                  <a:gd name="connsiteY12-950" fmla="*/ 1593668 h 2601375"/>
                  <a:gd name="connsiteX13-951" fmla="*/ 2056467 w 2601026"/>
                  <a:gd name="connsiteY13-952" fmla="*/ 1877319 h 2601375"/>
                  <a:gd name="connsiteX14-953" fmla="*/ 2291599 w 2601026"/>
                  <a:gd name="connsiteY14-954" fmla="*/ 2134844 h 2601375"/>
                  <a:gd name="connsiteX15-955" fmla="*/ 1944500 w 2601026"/>
                  <a:gd name="connsiteY15-956" fmla="*/ 2437156 h 2601375"/>
                  <a:gd name="connsiteX16-957" fmla="*/ 1724298 w 2601026"/>
                  <a:gd name="connsiteY16-958" fmla="*/ 2153505 h 2601375"/>
                  <a:gd name="connsiteX17-959" fmla="*/ 1429450 w 2601026"/>
                  <a:gd name="connsiteY17-960" fmla="*/ 2246811 h 2601375"/>
                  <a:gd name="connsiteX18-961" fmla="*/ 1410789 w 2601026"/>
                  <a:gd name="connsiteY18-962" fmla="*/ 2601375 h 2601375"/>
                  <a:gd name="connsiteX19-963" fmla="*/ 944258 w 2601026"/>
                  <a:gd name="connsiteY19-964" fmla="*/ 2560320 h 2601375"/>
                  <a:gd name="connsiteX20-965" fmla="*/ 1011439 w 2601026"/>
                  <a:gd name="connsiteY20-966" fmla="*/ 2213221 h 2601375"/>
                  <a:gd name="connsiteX21-967" fmla="*/ 716591 w 2601026"/>
                  <a:gd name="connsiteY21-968" fmla="*/ 2067664 h 2601375"/>
                  <a:gd name="connsiteX22-969" fmla="*/ 459067 w 2601026"/>
                  <a:gd name="connsiteY22-970" fmla="*/ 2299063 h 2601375"/>
                  <a:gd name="connsiteX23-971" fmla="*/ 164219 w 2601026"/>
                  <a:gd name="connsiteY23-972" fmla="*/ 1955696 h 2601375"/>
                  <a:gd name="connsiteX24-973" fmla="*/ 440405 w 2601026"/>
                  <a:gd name="connsiteY24-974" fmla="*/ 1731761 h 2601375"/>
                  <a:gd name="connsiteX25-975" fmla="*/ 343367 w 2601026"/>
                  <a:gd name="connsiteY25-976" fmla="*/ 1425717 h 2601375"/>
                  <a:gd name="connsiteX26-977" fmla="*/ 0 w 2601026"/>
                  <a:gd name="connsiteY26-978" fmla="*/ 1440646 h 2601375"/>
                  <a:gd name="connsiteX27-979" fmla="*/ 33591 w 2601026"/>
                  <a:gd name="connsiteY27-980" fmla="*/ 974116 h 2601375"/>
                  <a:gd name="connsiteX28-981" fmla="*/ 380689 w 2601026"/>
                  <a:gd name="connsiteY28-982" fmla="*/ 1007706 h 2601375"/>
                  <a:gd name="connsiteX29-983" fmla="*/ 529979 w 2601026"/>
                  <a:gd name="connsiteY29-984" fmla="*/ 724055 h 2601375"/>
                  <a:gd name="connsiteX30-985" fmla="*/ 287383 w 2601026"/>
                  <a:gd name="connsiteY30-986" fmla="*/ 470263 h 2601375"/>
                  <a:gd name="connsiteX31-987" fmla="*/ 630750 w 2601026"/>
                  <a:gd name="connsiteY31-988" fmla="*/ 171683 h 2601375"/>
                  <a:gd name="connsiteX32-989" fmla="*/ 850952 w 2601026"/>
                  <a:gd name="connsiteY32-990" fmla="*/ 447869 h 2601375"/>
                  <a:gd name="connsiteX0-991" fmla="*/ 850952 w 2601026"/>
                  <a:gd name="connsiteY0-992" fmla="*/ 447869 h 2601375"/>
                  <a:gd name="connsiteX1-993" fmla="*/ 1160729 w 2601026"/>
                  <a:gd name="connsiteY1-994" fmla="*/ 354563 h 2601375"/>
                  <a:gd name="connsiteX2-995" fmla="*/ 1164461 w 2601026"/>
                  <a:gd name="connsiteY2-996" fmla="*/ 0 h 2601375"/>
                  <a:gd name="connsiteX3-997" fmla="*/ 1645920 w 2601026"/>
                  <a:gd name="connsiteY3-998" fmla="*/ 41055 h 2601375"/>
                  <a:gd name="connsiteX4-999" fmla="*/ 1582472 w 2601026"/>
                  <a:gd name="connsiteY4-1000" fmla="*/ 388153 h 2601375"/>
                  <a:gd name="connsiteX5-1001" fmla="*/ 1884784 w 2601026"/>
                  <a:gd name="connsiteY5-1002" fmla="*/ 537443 h 2601375"/>
                  <a:gd name="connsiteX6-1003" fmla="*/ 2142309 w 2601026"/>
                  <a:gd name="connsiteY6-1004" fmla="*/ 298579 h 2601375"/>
                  <a:gd name="connsiteX7-1005" fmla="*/ 2429692 w 2601026"/>
                  <a:gd name="connsiteY7-1006" fmla="*/ 656875 h 2601375"/>
                  <a:gd name="connsiteX8-1007" fmla="*/ 2146041 w 2601026"/>
                  <a:gd name="connsiteY8-1008" fmla="*/ 850952 h 2601375"/>
                  <a:gd name="connsiteX9-1009" fmla="*/ 2246812 w 2601026"/>
                  <a:gd name="connsiteY9-1010" fmla="*/ 1194318 h 2601375"/>
                  <a:gd name="connsiteX10-1011" fmla="*/ 2597643 w 2601026"/>
                  <a:gd name="connsiteY10-1012" fmla="*/ 1160728 h 2601375"/>
                  <a:gd name="connsiteX11-1013" fmla="*/ 2556588 w 2601026"/>
                  <a:gd name="connsiteY11-1014" fmla="*/ 1645920 h 2601375"/>
                  <a:gd name="connsiteX12-1015" fmla="*/ 2209489 w 2601026"/>
                  <a:gd name="connsiteY12-1016" fmla="*/ 1593668 h 2601375"/>
                  <a:gd name="connsiteX13-1017" fmla="*/ 2056467 w 2601026"/>
                  <a:gd name="connsiteY13-1018" fmla="*/ 1877319 h 2601375"/>
                  <a:gd name="connsiteX14-1019" fmla="*/ 2291599 w 2601026"/>
                  <a:gd name="connsiteY14-1020" fmla="*/ 2134844 h 2601375"/>
                  <a:gd name="connsiteX15-1021" fmla="*/ 1944500 w 2601026"/>
                  <a:gd name="connsiteY15-1022" fmla="*/ 2437156 h 2601375"/>
                  <a:gd name="connsiteX16-1023" fmla="*/ 1724298 w 2601026"/>
                  <a:gd name="connsiteY16-1024" fmla="*/ 2153505 h 2601375"/>
                  <a:gd name="connsiteX17-1025" fmla="*/ 1429450 w 2601026"/>
                  <a:gd name="connsiteY17-1026" fmla="*/ 2246811 h 2601375"/>
                  <a:gd name="connsiteX18-1027" fmla="*/ 1410789 w 2601026"/>
                  <a:gd name="connsiteY18-1028" fmla="*/ 2601375 h 2601375"/>
                  <a:gd name="connsiteX19-1029" fmla="*/ 944258 w 2601026"/>
                  <a:gd name="connsiteY19-1030" fmla="*/ 2560320 h 2601375"/>
                  <a:gd name="connsiteX20-1031" fmla="*/ 1011439 w 2601026"/>
                  <a:gd name="connsiteY20-1032" fmla="*/ 2213221 h 2601375"/>
                  <a:gd name="connsiteX21-1033" fmla="*/ 716591 w 2601026"/>
                  <a:gd name="connsiteY21-1034" fmla="*/ 2067664 h 2601375"/>
                  <a:gd name="connsiteX22-1035" fmla="*/ 459067 w 2601026"/>
                  <a:gd name="connsiteY22-1036" fmla="*/ 2299063 h 2601375"/>
                  <a:gd name="connsiteX23-1037" fmla="*/ 164219 w 2601026"/>
                  <a:gd name="connsiteY23-1038" fmla="*/ 1955696 h 2601375"/>
                  <a:gd name="connsiteX24-1039" fmla="*/ 440405 w 2601026"/>
                  <a:gd name="connsiteY24-1040" fmla="*/ 1731761 h 2601375"/>
                  <a:gd name="connsiteX25-1041" fmla="*/ 343367 w 2601026"/>
                  <a:gd name="connsiteY25-1042" fmla="*/ 1425717 h 2601375"/>
                  <a:gd name="connsiteX26-1043" fmla="*/ 0 w 2601026"/>
                  <a:gd name="connsiteY26-1044" fmla="*/ 1440646 h 2601375"/>
                  <a:gd name="connsiteX27-1045" fmla="*/ 33591 w 2601026"/>
                  <a:gd name="connsiteY27-1046" fmla="*/ 974116 h 2601375"/>
                  <a:gd name="connsiteX28-1047" fmla="*/ 380689 w 2601026"/>
                  <a:gd name="connsiteY28-1048" fmla="*/ 1007706 h 2601375"/>
                  <a:gd name="connsiteX29-1049" fmla="*/ 529979 w 2601026"/>
                  <a:gd name="connsiteY29-1050" fmla="*/ 724055 h 2601375"/>
                  <a:gd name="connsiteX30-1051" fmla="*/ 287383 w 2601026"/>
                  <a:gd name="connsiteY30-1052" fmla="*/ 470263 h 2601375"/>
                  <a:gd name="connsiteX31-1053" fmla="*/ 630750 w 2601026"/>
                  <a:gd name="connsiteY31-1054" fmla="*/ 171683 h 2601375"/>
                  <a:gd name="connsiteX32-1055" fmla="*/ 850952 w 2601026"/>
                  <a:gd name="connsiteY32-1056" fmla="*/ 447869 h 2601375"/>
                  <a:gd name="connsiteX0-1057" fmla="*/ 850952 w 2601026"/>
                  <a:gd name="connsiteY0-1058" fmla="*/ 447869 h 2604925"/>
                  <a:gd name="connsiteX1-1059" fmla="*/ 1160729 w 2601026"/>
                  <a:gd name="connsiteY1-1060" fmla="*/ 354563 h 2604925"/>
                  <a:gd name="connsiteX2-1061" fmla="*/ 1164461 w 2601026"/>
                  <a:gd name="connsiteY2-1062" fmla="*/ 0 h 2604925"/>
                  <a:gd name="connsiteX3-1063" fmla="*/ 1645920 w 2601026"/>
                  <a:gd name="connsiteY3-1064" fmla="*/ 41055 h 2604925"/>
                  <a:gd name="connsiteX4-1065" fmla="*/ 1582472 w 2601026"/>
                  <a:gd name="connsiteY4-1066" fmla="*/ 388153 h 2604925"/>
                  <a:gd name="connsiteX5-1067" fmla="*/ 1884784 w 2601026"/>
                  <a:gd name="connsiteY5-1068" fmla="*/ 537443 h 2604925"/>
                  <a:gd name="connsiteX6-1069" fmla="*/ 2142309 w 2601026"/>
                  <a:gd name="connsiteY6-1070" fmla="*/ 298579 h 2604925"/>
                  <a:gd name="connsiteX7-1071" fmla="*/ 2429692 w 2601026"/>
                  <a:gd name="connsiteY7-1072" fmla="*/ 656875 h 2604925"/>
                  <a:gd name="connsiteX8-1073" fmla="*/ 2146041 w 2601026"/>
                  <a:gd name="connsiteY8-1074" fmla="*/ 850952 h 2604925"/>
                  <a:gd name="connsiteX9-1075" fmla="*/ 2246812 w 2601026"/>
                  <a:gd name="connsiteY9-1076" fmla="*/ 1194318 h 2604925"/>
                  <a:gd name="connsiteX10-1077" fmla="*/ 2597643 w 2601026"/>
                  <a:gd name="connsiteY10-1078" fmla="*/ 1160728 h 2604925"/>
                  <a:gd name="connsiteX11-1079" fmla="*/ 2556588 w 2601026"/>
                  <a:gd name="connsiteY11-1080" fmla="*/ 1645920 h 2604925"/>
                  <a:gd name="connsiteX12-1081" fmla="*/ 2209489 w 2601026"/>
                  <a:gd name="connsiteY12-1082" fmla="*/ 1593668 h 2604925"/>
                  <a:gd name="connsiteX13-1083" fmla="*/ 2056467 w 2601026"/>
                  <a:gd name="connsiteY13-1084" fmla="*/ 1877319 h 2604925"/>
                  <a:gd name="connsiteX14-1085" fmla="*/ 2291599 w 2601026"/>
                  <a:gd name="connsiteY14-1086" fmla="*/ 2134844 h 2604925"/>
                  <a:gd name="connsiteX15-1087" fmla="*/ 1944500 w 2601026"/>
                  <a:gd name="connsiteY15-1088" fmla="*/ 2437156 h 2604925"/>
                  <a:gd name="connsiteX16-1089" fmla="*/ 1724298 w 2601026"/>
                  <a:gd name="connsiteY16-1090" fmla="*/ 2153505 h 2604925"/>
                  <a:gd name="connsiteX17-1091" fmla="*/ 1429450 w 2601026"/>
                  <a:gd name="connsiteY17-1092" fmla="*/ 2246811 h 2604925"/>
                  <a:gd name="connsiteX18-1093" fmla="*/ 1410789 w 2601026"/>
                  <a:gd name="connsiteY18-1094" fmla="*/ 2601375 h 2604925"/>
                  <a:gd name="connsiteX19-1095" fmla="*/ 944258 w 2601026"/>
                  <a:gd name="connsiteY19-1096" fmla="*/ 2560320 h 2604925"/>
                  <a:gd name="connsiteX20-1097" fmla="*/ 1011439 w 2601026"/>
                  <a:gd name="connsiteY20-1098" fmla="*/ 2213221 h 2604925"/>
                  <a:gd name="connsiteX21-1099" fmla="*/ 716591 w 2601026"/>
                  <a:gd name="connsiteY21-1100" fmla="*/ 2067664 h 2604925"/>
                  <a:gd name="connsiteX22-1101" fmla="*/ 459067 w 2601026"/>
                  <a:gd name="connsiteY22-1102" fmla="*/ 2299063 h 2604925"/>
                  <a:gd name="connsiteX23-1103" fmla="*/ 164219 w 2601026"/>
                  <a:gd name="connsiteY23-1104" fmla="*/ 1955696 h 2604925"/>
                  <a:gd name="connsiteX24-1105" fmla="*/ 440405 w 2601026"/>
                  <a:gd name="connsiteY24-1106" fmla="*/ 1731761 h 2604925"/>
                  <a:gd name="connsiteX25-1107" fmla="*/ 343367 w 2601026"/>
                  <a:gd name="connsiteY25-1108" fmla="*/ 1425717 h 2604925"/>
                  <a:gd name="connsiteX26-1109" fmla="*/ 0 w 2601026"/>
                  <a:gd name="connsiteY26-1110" fmla="*/ 1440646 h 2604925"/>
                  <a:gd name="connsiteX27-1111" fmla="*/ 33591 w 2601026"/>
                  <a:gd name="connsiteY27-1112" fmla="*/ 974116 h 2604925"/>
                  <a:gd name="connsiteX28-1113" fmla="*/ 380689 w 2601026"/>
                  <a:gd name="connsiteY28-1114" fmla="*/ 1007706 h 2604925"/>
                  <a:gd name="connsiteX29-1115" fmla="*/ 529979 w 2601026"/>
                  <a:gd name="connsiteY29-1116" fmla="*/ 724055 h 2604925"/>
                  <a:gd name="connsiteX30-1117" fmla="*/ 287383 w 2601026"/>
                  <a:gd name="connsiteY30-1118" fmla="*/ 470263 h 2604925"/>
                  <a:gd name="connsiteX31-1119" fmla="*/ 630750 w 2601026"/>
                  <a:gd name="connsiteY31-1120" fmla="*/ 171683 h 2604925"/>
                  <a:gd name="connsiteX32-1121" fmla="*/ 850952 w 2601026"/>
                  <a:gd name="connsiteY32-1122" fmla="*/ 447869 h 2604925"/>
                  <a:gd name="connsiteX0-1123" fmla="*/ 850952 w 2601026"/>
                  <a:gd name="connsiteY0-1124" fmla="*/ 447869 h 2607945"/>
                  <a:gd name="connsiteX1-1125" fmla="*/ 1160729 w 2601026"/>
                  <a:gd name="connsiteY1-1126" fmla="*/ 354563 h 2607945"/>
                  <a:gd name="connsiteX2-1127" fmla="*/ 1164461 w 2601026"/>
                  <a:gd name="connsiteY2-1128" fmla="*/ 0 h 2607945"/>
                  <a:gd name="connsiteX3-1129" fmla="*/ 1645920 w 2601026"/>
                  <a:gd name="connsiteY3-1130" fmla="*/ 41055 h 2607945"/>
                  <a:gd name="connsiteX4-1131" fmla="*/ 1582472 w 2601026"/>
                  <a:gd name="connsiteY4-1132" fmla="*/ 388153 h 2607945"/>
                  <a:gd name="connsiteX5-1133" fmla="*/ 1884784 w 2601026"/>
                  <a:gd name="connsiteY5-1134" fmla="*/ 537443 h 2607945"/>
                  <a:gd name="connsiteX6-1135" fmla="*/ 2142309 w 2601026"/>
                  <a:gd name="connsiteY6-1136" fmla="*/ 298579 h 2607945"/>
                  <a:gd name="connsiteX7-1137" fmla="*/ 2429692 w 2601026"/>
                  <a:gd name="connsiteY7-1138" fmla="*/ 656875 h 2607945"/>
                  <a:gd name="connsiteX8-1139" fmla="*/ 2146041 w 2601026"/>
                  <a:gd name="connsiteY8-1140" fmla="*/ 850952 h 2607945"/>
                  <a:gd name="connsiteX9-1141" fmla="*/ 2246812 w 2601026"/>
                  <a:gd name="connsiteY9-1142" fmla="*/ 1194318 h 2607945"/>
                  <a:gd name="connsiteX10-1143" fmla="*/ 2597643 w 2601026"/>
                  <a:gd name="connsiteY10-1144" fmla="*/ 1160728 h 2607945"/>
                  <a:gd name="connsiteX11-1145" fmla="*/ 2556588 w 2601026"/>
                  <a:gd name="connsiteY11-1146" fmla="*/ 1645920 h 2607945"/>
                  <a:gd name="connsiteX12-1147" fmla="*/ 2209489 w 2601026"/>
                  <a:gd name="connsiteY12-1148" fmla="*/ 1593668 h 2607945"/>
                  <a:gd name="connsiteX13-1149" fmla="*/ 2056467 w 2601026"/>
                  <a:gd name="connsiteY13-1150" fmla="*/ 1877319 h 2607945"/>
                  <a:gd name="connsiteX14-1151" fmla="*/ 2291599 w 2601026"/>
                  <a:gd name="connsiteY14-1152" fmla="*/ 2134844 h 2607945"/>
                  <a:gd name="connsiteX15-1153" fmla="*/ 1944500 w 2601026"/>
                  <a:gd name="connsiteY15-1154" fmla="*/ 2437156 h 2607945"/>
                  <a:gd name="connsiteX16-1155" fmla="*/ 1724298 w 2601026"/>
                  <a:gd name="connsiteY16-1156" fmla="*/ 2153505 h 2607945"/>
                  <a:gd name="connsiteX17-1157" fmla="*/ 1429450 w 2601026"/>
                  <a:gd name="connsiteY17-1158" fmla="*/ 2246811 h 2607945"/>
                  <a:gd name="connsiteX18-1159" fmla="*/ 1410789 w 2601026"/>
                  <a:gd name="connsiteY18-1160" fmla="*/ 2601375 h 2607945"/>
                  <a:gd name="connsiteX19-1161" fmla="*/ 944258 w 2601026"/>
                  <a:gd name="connsiteY19-1162" fmla="*/ 2560320 h 2607945"/>
                  <a:gd name="connsiteX20-1163" fmla="*/ 1011439 w 2601026"/>
                  <a:gd name="connsiteY20-1164" fmla="*/ 2213221 h 2607945"/>
                  <a:gd name="connsiteX21-1165" fmla="*/ 716591 w 2601026"/>
                  <a:gd name="connsiteY21-1166" fmla="*/ 2067664 h 2607945"/>
                  <a:gd name="connsiteX22-1167" fmla="*/ 459067 w 2601026"/>
                  <a:gd name="connsiteY22-1168" fmla="*/ 2299063 h 2607945"/>
                  <a:gd name="connsiteX23-1169" fmla="*/ 164219 w 2601026"/>
                  <a:gd name="connsiteY23-1170" fmla="*/ 1955696 h 2607945"/>
                  <a:gd name="connsiteX24-1171" fmla="*/ 440405 w 2601026"/>
                  <a:gd name="connsiteY24-1172" fmla="*/ 1731761 h 2607945"/>
                  <a:gd name="connsiteX25-1173" fmla="*/ 343367 w 2601026"/>
                  <a:gd name="connsiteY25-1174" fmla="*/ 1425717 h 2607945"/>
                  <a:gd name="connsiteX26-1175" fmla="*/ 0 w 2601026"/>
                  <a:gd name="connsiteY26-1176" fmla="*/ 1440646 h 2607945"/>
                  <a:gd name="connsiteX27-1177" fmla="*/ 33591 w 2601026"/>
                  <a:gd name="connsiteY27-1178" fmla="*/ 974116 h 2607945"/>
                  <a:gd name="connsiteX28-1179" fmla="*/ 380689 w 2601026"/>
                  <a:gd name="connsiteY28-1180" fmla="*/ 1007706 h 2607945"/>
                  <a:gd name="connsiteX29-1181" fmla="*/ 529979 w 2601026"/>
                  <a:gd name="connsiteY29-1182" fmla="*/ 724055 h 2607945"/>
                  <a:gd name="connsiteX30-1183" fmla="*/ 287383 w 2601026"/>
                  <a:gd name="connsiteY30-1184" fmla="*/ 470263 h 2607945"/>
                  <a:gd name="connsiteX31-1185" fmla="*/ 630750 w 2601026"/>
                  <a:gd name="connsiteY31-1186" fmla="*/ 171683 h 2607945"/>
                  <a:gd name="connsiteX32-1187" fmla="*/ 850952 w 2601026"/>
                  <a:gd name="connsiteY32-1188" fmla="*/ 447869 h 2607945"/>
                  <a:gd name="connsiteX0-1189" fmla="*/ 850952 w 2601026"/>
                  <a:gd name="connsiteY0-1190" fmla="*/ 447869 h 2607945"/>
                  <a:gd name="connsiteX1-1191" fmla="*/ 1160729 w 2601026"/>
                  <a:gd name="connsiteY1-1192" fmla="*/ 354563 h 2607945"/>
                  <a:gd name="connsiteX2-1193" fmla="*/ 1164461 w 2601026"/>
                  <a:gd name="connsiteY2-1194" fmla="*/ 0 h 2607945"/>
                  <a:gd name="connsiteX3-1195" fmla="*/ 1645920 w 2601026"/>
                  <a:gd name="connsiteY3-1196" fmla="*/ 41055 h 2607945"/>
                  <a:gd name="connsiteX4-1197" fmla="*/ 1582472 w 2601026"/>
                  <a:gd name="connsiteY4-1198" fmla="*/ 388153 h 2607945"/>
                  <a:gd name="connsiteX5-1199" fmla="*/ 1884784 w 2601026"/>
                  <a:gd name="connsiteY5-1200" fmla="*/ 537443 h 2607945"/>
                  <a:gd name="connsiteX6-1201" fmla="*/ 2142309 w 2601026"/>
                  <a:gd name="connsiteY6-1202" fmla="*/ 298579 h 2607945"/>
                  <a:gd name="connsiteX7-1203" fmla="*/ 2429692 w 2601026"/>
                  <a:gd name="connsiteY7-1204" fmla="*/ 656875 h 2607945"/>
                  <a:gd name="connsiteX8-1205" fmla="*/ 2146041 w 2601026"/>
                  <a:gd name="connsiteY8-1206" fmla="*/ 850952 h 2607945"/>
                  <a:gd name="connsiteX9-1207" fmla="*/ 2246812 w 2601026"/>
                  <a:gd name="connsiteY9-1208" fmla="*/ 1194318 h 2607945"/>
                  <a:gd name="connsiteX10-1209" fmla="*/ 2597643 w 2601026"/>
                  <a:gd name="connsiteY10-1210" fmla="*/ 1160728 h 2607945"/>
                  <a:gd name="connsiteX11-1211" fmla="*/ 2556588 w 2601026"/>
                  <a:gd name="connsiteY11-1212" fmla="*/ 1645920 h 2607945"/>
                  <a:gd name="connsiteX12-1213" fmla="*/ 2209489 w 2601026"/>
                  <a:gd name="connsiteY12-1214" fmla="*/ 1593668 h 2607945"/>
                  <a:gd name="connsiteX13-1215" fmla="*/ 2056467 w 2601026"/>
                  <a:gd name="connsiteY13-1216" fmla="*/ 1877319 h 2607945"/>
                  <a:gd name="connsiteX14-1217" fmla="*/ 2291599 w 2601026"/>
                  <a:gd name="connsiteY14-1218" fmla="*/ 2134844 h 2607945"/>
                  <a:gd name="connsiteX15-1219" fmla="*/ 1944500 w 2601026"/>
                  <a:gd name="connsiteY15-1220" fmla="*/ 2437156 h 2607945"/>
                  <a:gd name="connsiteX16-1221" fmla="*/ 1724298 w 2601026"/>
                  <a:gd name="connsiteY16-1222" fmla="*/ 2153505 h 2607945"/>
                  <a:gd name="connsiteX17-1223" fmla="*/ 1429450 w 2601026"/>
                  <a:gd name="connsiteY17-1224" fmla="*/ 2246811 h 2607945"/>
                  <a:gd name="connsiteX18-1225" fmla="*/ 1410789 w 2601026"/>
                  <a:gd name="connsiteY18-1226" fmla="*/ 2601375 h 2607945"/>
                  <a:gd name="connsiteX19-1227" fmla="*/ 944258 w 2601026"/>
                  <a:gd name="connsiteY19-1228" fmla="*/ 2560320 h 2607945"/>
                  <a:gd name="connsiteX20-1229" fmla="*/ 1011439 w 2601026"/>
                  <a:gd name="connsiteY20-1230" fmla="*/ 2213221 h 2607945"/>
                  <a:gd name="connsiteX21-1231" fmla="*/ 716591 w 2601026"/>
                  <a:gd name="connsiteY21-1232" fmla="*/ 2067664 h 2607945"/>
                  <a:gd name="connsiteX22-1233" fmla="*/ 459067 w 2601026"/>
                  <a:gd name="connsiteY22-1234" fmla="*/ 2299063 h 2607945"/>
                  <a:gd name="connsiteX23-1235" fmla="*/ 164219 w 2601026"/>
                  <a:gd name="connsiteY23-1236" fmla="*/ 1955696 h 2607945"/>
                  <a:gd name="connsiteX24-1237" fmla="*/ 440405 w 2601026"/>
                  <a:gd name="connsiteY24-1238" fmla="*/ 1731761 h 2607945"/>
                  <a:gd name="connsiteX25-1239" fmla="*/ 343367 w 2601026"/>
                  <a:gd name="connsiteY25-1240" fmla="*/ 1425717 h 2607945"/>
                  <a:gd name="connsiteX26-1241" fmla="*/ 0 w 2601026"/>
                  <a:gd name="connsiteY26-1242" fmla="*/ 1440646 h 2607945"/>
                  <a:gd name="connsiteX27-1243" fmla="*/ 33591 w 2601026"/>
                  <a:gd name="connsiteY27-1244" fmla="*/ 974116 h 2607945"/>
                  <a:gd name="connsiteX28-1245" fmla="*/ 380689 w 2601026"/>
                  <a:gd name="connsiteY28-1246" fmla="*/ 1007706 h 2607945"/>
                  <a:gd name="connsiteX29-1247" fmla="*/ 529979 w 2601026"/>
                  <a:gd name="connsiteY29-1248" fmla="*/ 724055 h 2607945"/>
                  <a:gd name="connsiteX30-1249" fmla="*/ 287383 w 2601026"/>
                  <a:gd name="connsiteY30-1250" fmla="*/ 470263 h 2607945"/>
                  <a:gd name="connsiteX31-1251" fmla="*/ 630750 w 2601026"/>
                  <a:gd name="connsiteY31-1252" fmla="*/ 171683 h 2607945"/>
                  <a:gd name="connsiteX32-1253" fmla="*/ 850952 w 2601026"/>
                  <a:gd name="connsiteY32-1254" fmla="*/ 447869 h 2607945"/>
                  <a:gd name="connsiteX0-1255" fmla="*/ 850952 w 2601026"/>
                  <a:gd name="connsiteY0-1256" fmla="*/ 447869 h 2607945"/>
                  <a:gd name="connsiteX1-1257" fmla="*/ 1160729 w 2601026"/>
                  <a:gd name="connsiteY1-1258" fmla="*/ 354563 h 2607945"/>
                  <a:gd name="connsiteX2-1259" fmla="*/ 1164461 w 2601026"/>
                  <a:gd name="connsiteY2-1260" fmla="*/ 0 h 2607945"/>
                  <a:gd name="connsiteX3-1261" fmla="*/ 1645920 w 2601026"/>
                  <a:gd name="connsiteY3-1262" fmla="*/ 41055 h 2607945"/>
                  <a:gd name="connsiteX4-1263" fmla="*/ 1582472 w 2601026"/>
                  <a:gd name="connsiteY4-1264" fmla="*/ 388153 h 2607945"/>
                  <a:gd name="connsiteX5-1265" fmla="*/ 1884784 w 2601026"/>
                  <a:gd name="connsiteY5-1266" fmla="*/ 537443 h 2607945"/>
                  <a:gd name="connsiteX6-1267" fmla="*/ 2142309 w 2601026"/>
                  <a:gd name="connsiteY6-1268" fmla="*/ 298579 h 2607945"/>
                  <a:gd name="connsiteX7-1269" fmla="*/ 2429692 w 2601026"/>
                  <a:gd name="connsiteY7-1270" fmla="*/ 656875 h 2607945"/>
                  <a:gd name="connsiteX8-1271" fmla="*/ 2146041 w 2601026"/>
                  <a:gd name="connsiteY8-1272" fmla="*/ 850952 h 2607945"/>
                  <a:gd name="connsiteX9-1273" fmla="*/ 2246812 w 2601026"/>
                  <a:gd name="connsiteY9-1274" fmla="*/ 1194318 h 2607945"/>
                  <a:gd name="connsiteX10-1275" fmla="*/ 2597643 w 2601026"/>
                  <a:gd name="connsiteY10-1276" fmla="*/ 1160728 h 2607945"/>
                  <a:gd name="connsiteX11-1277" fmla="*/ 2556588 w 2601026"/>
                  <a:gd name="connsiteY11-1278" fmla="*/ 1645920 h 2607945"/>
                  <a:gd name="connsiteX12-1279" fmla="*/ 2209489 w 2601026"/>
                  <a:gd name="connsiteY12-1280" fmla="*/ 1593668 h 2607945"/>
                  <a:gd name="connsiteX13-1281" fmla="*/ 2056467 w 2601026"/>
                  <a:gd name="connsiteY13-1282" fmla="*/ 1877319 h 2607945"/>
                  <a:gd name="connsiteX14-1283" fmla="*/ 2291599 w 2601026"/>
                  <a:gd name="connsiteY14-1284" fmla="*/ 2134844 h 2607945"/>
                  <a:gd name="connsiteX15-1285" fmla="*/ 1944500 w 2601026"/>
                  <a:gd name="connsiteY15-1286" fmla="*/ 2437156 h 2607945"/>
                  <a:gd name="connsiteX16-1287" fmla="*/ 1724298 w 2601026"/>
                  <a:gd name="connsiteY16-1288" fmla="*/ 2153505 h 2607945"/>
                  <a:gd name="connsiteX17-1289" fmla="*/ 1429450 w 2601026"/>
                  <a:gd name="connsiteY17-1290" fmla="*/ 2246811 h 2607945"/>
                  <a:gd name="connsiteX18-1291" fmla="*/ 1410789 w 2601026"/>
                  <a:gd name="connsiteY18-1292" fmla="*/ 2601375 h 2607945"/>
                  <a:gd name="connsiteX19-1293" fmla="*/ 944258 w 2601026"/>
                  <a:gd name="connsiteY19-1294" fmla="*/ 2560320 h 2607945"/>
                  <a:gd name="connsiteX20-1295" fmla="*/ 1011439 w 2601026"/>
                  <a:gd name="connsiteY20-1296" fmla="*/ 2213221 h 2607945"/>
                  <a:gd name="connsiteX21-1297" fmla="*/ 716591 w 2601026"/>
                  <a:gd name="connsiteY21-1298" fmla="*/ 2067664 h 2607945"/>
                  <a:gd name="connsiteX22-1299" fmla="*/ 459067 w 2601026"/>
                  <a:gd name="connsiteY22-1300" fmla="*/ 2299063 h 2607945"/>
                  <a:gd name="connsiteX23-1301" fmla="*/ 164219 w 2601026"/>
                  <a:gd name="connsiteY23-1302" fmla="*/ 1955696 h 2607945"/>
                  <a:gd name="connsiteX24-1303" fmla="*/ 440405 w 2601026"/>
                  <a:gd name="connsiteY24-1304" fmla="*/ 1731761 h 2607945"/>
                  <a:gd name="connsiteX25-1305" fmla="*/ 343367 w 2601026"/>
                  <a:gd name="connsiteY25-1306" fmla="*/ 1425717 h 2607945"/>
                  <a:gd name="connsiteX26-1307" fmla="*/ 0 w 2601026"/>
                  <a:gd name="connsiteY26-1308" fmla="*/ 1440646 h 2607945"/>
                  <a:gd name="connsiteX27-1309" fmla="*/ 33591 w 2601026"/>
                  <a:gd name="connsiteY27-1310" fmla="*/ 974116 h 2607945"/>
                  <a:gd name="connsiteX28-1311" fmla="*/ 380689 w 2601026"/>
                  <a:gd name="connsiteY28-1312" fmla="*/ 1007706 h 2607945"/>
                  <a:gd name="connsiteX29-1313" fmla="*/ 529979 w 2601026"/>
                  <a:gd name="connsiteY29-1314" fmla="*/ 724055 h 2607945"/>
                  <a:gd name="connsiteX30-1315" fmla="*/ 287383 w 2601026"/>
                  <a:gd name="connsiteY30-1316" fmla="*/ 470263 h 2607945"/>
                  <a:gd name="connsiteX31-1317" fmla="*/ 630750 w 2601026"/>
                  <a:gd name="connsiteY31-1318" fmla="*/ 171683 h 2607945"/>
                  <a:gd name="connsiteX32-1319" fmla="*/ 850952 w 2601026"/>
                  <a:gd name="connsiteY32-1320" fmla="*/ 447869 h 2607945"/>
                  <a:gd name="connsiteX0-1321" fmla="*/ 850952 w 2601026"/>
                  <a:gd name="connsiteY0-1322" fmla="*/ 447869 h 2607945"/>
                  <a:gd name="connsiteX1-1323" fmla="*/ 1160729 w 2601026"/>
                  <a:gd name="connsiteY1-1324" fmla="*/ 354563 h 2607945"/>
                  <a:gd name="connsiteX2-1325" fmla="*/ 1164461 w 2601026"/>
                  <a:gd name="connsiteY2-1326" fmla="*/ 0 h 2607945"/>
                  <a:gd name="connsiteX3-1327" fmla="*/ 1645920 w 2601026"/>
                  <a:gd name="connsiteY3-1328" fmla="*/ 41055 h 2607945"/>
                  <a:gd name="connsiteX4-1329" fmla="*/ 1582472 w 2601026"/>
                  <a:gd name="connsiteY4-1330" fmla="*/ 388153 h 2607945"/>
                  <a:gd name="connsiteX5-1331" fmla="*/ 1884784 w 2601026"/>
                  <a:gd name="connsiteY5-1332" fmla="*/ 537443 h 2607945"/>
                  <a:gd name="connsiteX6-1333" fmla="*/ 2142309 w 2601026"/>
                  <a:gd name="connsiteY6-1334" fmla="*/ 298579 h 2607945"/>
                  <a:gd name="connsiteX7-1335" fmla="*/ 2429692 w 2601026"/>
                  <a:gd name="connsiteY7-1336" fmla="*/ 656875 h 2607945"/>
                  <a:gd name="connsiteX8-1337" fmla="*/ 2146041 w 2601026"/>
                  <a:gd name="connsiteY8-1338" fmla="*/ 850952 h 2607945"/>
                  <a:gd name="connsiteX9-1339" fmla="*/ 2246812 w 2601026"/>
                  <a:gd name="connsiteY9-1340" fmla="*/ 1194318 h 2607945"/>
                  <a:gd name="connsiteX10-1341" fmla="*/ 2597643 w 2601026"/>
                  <a:gd name="connsiteY10-1342" fmla="*/ 1160728 h 2607945"/>
                  <a:gd name="connsiteX11-1343" fmla="*/ 2556588 w 2601026"/>
                  <a:gd name="connsiteY11-1344" fmla="*/ 1645920 h 2607945"/>
                  <a:gd name="connsiteX12-1345" fmla="*/ 2209489 w 2601026"/>
                  <a:gd name="connsiteY12-1346" fmla="*/ 1593668 h 2607945"/>
                  <a:gd name="connsiteX13-1347" fmla="*/ 2056467 w 2601026"/>
                  <a:gd name="connsiteY13-1348" fmla="*/ 1877319 h 2607945"/>
                  <a:gd name="connsiteX14-1349" fmla="*/ 2291599 w 2601026"/>
                  <a:gd name="connsiteY14-1350" fmla="*/ 2134844 h 2607945"/>
                  <a:gd name="connsiteX15-1351" fmla="*/ 1944500 w 2601026"/>
                  <a:gd name="connsiteY15-1352" fmla="*/ 2437156 h 2607945"/>
                  <a:gd name="connsiteX16-1353" fmla="*/ 1724298 w 2601026"/>
                  <a:gd name="connsiteY16-1354" fmla="*/ 2153505 h 2607945"/>
                  <a:gd name="connsiteX17-1355" fmla="*/ 1429450 w 2601026"/>
                  <a:gd name="connsiteY17-1356" fmla="*/ 2246811 h 2607945"/>
                  <a:gd name="connsiteX18-1357" fmla="*/ 1410789 w 2601026"/>
                  <a:gd name="connsiteY18-1358" fmla="*/ 2601375 h 2607945"/>
                  <a:gd name="connsiteX19-1359" fmla="*/ 944258 w 2601026"/>
                  <a:gd name="connsiteY19-1360" fmla="*/ 2560320 h 2607945"/>
                  <a:gd name="connsiteX20-1361" fmla="*/ 1011439 w 2601026"/>
                  <a:gd name="connsiteY20-1362" fmla="*/ 2213221 h 2607945"/>
                  <a:gd name="connsiteX21-1363" fmla="*/ 716591 w 2601026"/>
                  <a:gd name="connsiteY21-1364" fmla="*/ 2067664 h 2607945"/>
                  <a:gd name="connsiteX22-1365" fmla="*/ 459067 w 2601026"/>
                  <a:gd name="connsiteY22-1366" fmla="*/ 2299063 h 2607945"/>
                  <a:gd name="connsiteX23-1367" fmla="*/ 164219 w 2601026"/>
                  <a:gd name="connsiteY23-1368" fmla="*/ 1955696 h 2607945"/>
                  <a:gd name="connsiteX24-1369" fmla="*/ 440405 w 2601026"/>
                  <a:gd name="connsiteY24-1370" fmla="*/ 1731761 h 2607945"/>
                  <a:gd name="connsiteX25-1371" fmla="*/ 343367 w 2601026"/>
                  <a:gd name="connsiteY25-1372" fmla="*/ 1425717 h 2607945"/>
                  <a:gd name="connsiteX26-1373" fmla="*/ 0 w 2601026"/>
                  <a:gd name="connsiteY26-1374" fmla="*/ 1440646 h 2607945"/>
                  <a:gd name="connsiteX27-1375" fmla="*/ 33591 w 2601026"/>
                  <a:gd name="connsiteY27-1376" fmla="*/ 974116 h 2607945"/>
                  <a:gd name="connsiteX28-1377" fmla="*/ 380689 w 2601026"/>
                  <a:gd name="connsiteY28-1378" fmla="*/ 1007706 h 2607945"/>
                  <a:gd name="connsiteX29-1379" fmla="*/ 529979 w 2601026"/>
                  <a:gd name="connsiteY29-1380" fmla="*/ 724055 h 2607945"/>
                  <a:gd name="connsiteX30-1381" fmla="*/ 287383 w 2601026"/>
                  <a:gd name="connsiteY30-1382" fmla="*/ 470263 h 2607945"/>
                  <a:gd name="connsiteX31-1383" fmla="*/ 630750 w 2601026"/>
                  <a:gd name="connsiteY31-1384" fmla="*/ 171683 h 2607945"/>
                  <a:gd name="connsiteX32-1385" fmla="*/ 850952 w 2601026"/>
                  <a:gd name="connsiteY32-1386" fmla="*/ 447869 h 2607945"/>
                  <a:gd name="connsiteX0-1387" fmla="*/ 850952 w 2601026"/>
                  <a:gd name="connsiteY0-1388" fmla="*/ 447869 h 2607945"/>
                  <a:gd name="connsiteX1-1389" fmla="*/ 1160729 w 2601026"/>
                  <a:gd name="connsiteY1-1390" fmla="*/ 354563 h 2607945"/>
                  <a:gd name="connsiteX2-1391" fmla="*/ 1164461 w 2601026"/>
                  <a:gd name="connsiteY2-1392" fmla="*/ 0 h 2607945"/>
                  <a:gd name="connsiteX3-1393" fmla="*/ 1645920 w 2601026"/>
                  <a:gd name="connsiteY3-1394" fmla="*/ 41055 h 2607945"/>
                  <a:gd name="connsiteX4-1395" fmla="*/ 1582472 w 2601026"/>
                  <a:gd name="connsiteY4-1396" fmla="*/ 388153 h 2607945"/>
                  <a:gd name="connsiteX5-1397" fmla="*/ 1884784 w 2601026"/>
                  <a:gd name="connsiteY5-1398" fmla="*/ 537443 h 2607945"/>
                  <a:gd name="connsiteX6-1399" fmla="*/ 2142309 w 2601026"/>
                  <a:gd name="connsiteY6-1400" fmla="*/ 298579 h 2607945"/>
                  <a:gd name="connsiteX7-1401" fmla="*/ 2429692 w 2601026"/>
                  <a:gd name="connsiteY7-1402" fmla="*/ 656875 h 2607945"/>
                  <a:gd name="connsiteX8-1403" fmla="*/ 2146041 w 2601026"/>
                  <a:gd name="connsiteY8-1404" fmla="*/ 850952 h 2607945"/>
                  <a:gd name="connsiteX9-1405" fmla="*/ 2246812 w 2601026"/>
                  <a:gd name="connsiteY9-1406" fmla="*/ 1194318 h 2607945"/>
                  <a:gd name="connsiteX10-1407" fmla="*/ 2597643 w 2601026"/>
                  <a:gd name="connsiteY10-1408" fmla="*/ 1160728 h 2607945"/>
                  <a:gd name="connsiteX11-1409" fmla="*/ 2556588 w 2601026"/>
                  <a:gd name="connsiteY11-1410" fmla="*/ 1645920 h 2607945"/>
                  <a:gd name="connsiteX12-1411" fmla="*/ 2209489 w 2601026"/>
                  <a:gd name="connsiteY12-1412" fmla="*/ 1593668 h 2607945"/>
                  <a:gd name="connsiteX13-1413" fmla="*/ 2056467 w 2601026"/>
                  <a:gd name="connsiteY13-1414" fmla="*/ 1877319 h 2607945"/>
                  <a:gd name="connsiteX14-1415" fmla="*/ 2291599 w 2601026"/>
                  <a:gd name="connsiteY14-1416" fmla="*/ 2134844 h 2607945"/>
                  <a:gd name="connsiteX15-1417" fmla="*/ 1944500 w 2601026"/>
                  <a:gd name="connsiteY15-1418" fmla="*/ 2437156 h 2607945"/>
                  <a:gd name="connsiteX16-1419" fmla="*/ 1724298 w 2601026"/>
                  <a:gd name="connsiteY16-1420" fmla="*/ 2153505 h 2607945"/>
                  <a:gd name="connsiteX17-1421" fmla="*/ 1429450 w 2601026"/>
                  <a:gd name="connsiteY17-1422" fmla="*/ 2246811 h 2607945"/>
                  <a:gd name="connsiteX18-1423" fmla="*/ 1410789 w 2601026"/>
                  <a:gd name="connsiteY18-1424" fmla="*/ 2601375 h 2607945"/>
                  <a:gd name="connsiteX19-1425" fmla="*/ 944258 w 2601026"/>
                  <a:gd name="connsiteY19-1426" fmla="*/ 2560320 h 2607945"/>
                  <a:gd name="connsiteX20-1427" fmla="*/ 1011439 w 2601026"/>
                  <a:gd name="connsiteY20-1428" fmla="*/ 2213221 h 2607945"/>
                  <a:gd name="connsiteX21-1429" fmla="*/ 716591 w 2601026"/>
                  <a:gd name="connsiteY21-1430" fmla="*/ 2067664 h 2607945"/>
                  <a:gd name="connsiteX22-1431" fmla="*/ 459067 w 2601026"/>
                  <a:gd name="connsiteY22-1432" fmla="*/ 2299063 h 2607945"/>
                  <a:gd name="connsiteX23-1433" fmla="*/ 164219 w 2601026"/>
                  <a:gd name="connsiteY23-1434" fmla="*/ 1955696 h 2607945"/>
                  <a:gd name="connsiteX24-1435" fmla="*/ 440405 w 2601026"/>
                  <a:gd name="connsiteY24-1436" fmla="*/ 1731761 h 2607945"/>
                  <a:gd name="connsiteX25-1437" fmla="*/ 343367 w 2601026"/>
                  <a:gd name="connsiteY25-1438" fmla="*/ 1425717 h 2607945"/>
                  <a:gd name="connsiteX26-1439" fmla="*/ 0 w 2601026"/>
                  <a:gd name="connsiteY26-1440" fmla="*/ 1440646 h 2607945"/>
                  <a:gd name="connsiteX27-1441" fmla="*/ 33591 w 2601026"/>
                  <a:gd name="connsiteY27-1442" fmla="*/ 974116 h 2607945"/>
                  <a:gd name="connsiteX28-1443" fmla="*/ 380689 w 2601026"/>
                  <a:gd name="connsiteY28-1444" fmla="*/ 1007706 h 2607945"/>
                  <a:gd name="connsiteX29-1445" fmla="*/ 529979 w 2601026"/>
                  <a:gd name="connsiteY29-1446" fmla="*/ 724055 h 2607945"/>
                  <a:gd name="connsiteX30-1447" fmla="*/ 287383 w 2601026"/>
                  <a:gd name="connsiteY30-1448" fmla="*/ 470263 h 2607945"/>
                  <a:gd name="connsiteX31-1449" fmla="*/ 630750 w 2601026"/>
                  <a:gd name="connsiteY31-1450" fmla="*/ 171683 h 2607945"/>
                  <a:gd name="connsiteX32-1451" fmla="*/ 850952 w 2601026"/>
                  <a:gd name="connsiteY32-1452" fmla="*/ 447869 h 2607945"/>
                  <a:gd name="connsiteX0-1453" fmla="*/ 850952 w 2601026"/>
                  <a:gd name="connsiteY0-1454" fmla="*/ 447869 h 2607945"/>
                  <a:gd name="connsiteX1-1455" fmla="*/ 1160729 w 2601026"/>
                  <a:gd name="connsiteY1-1456" fmla="*/ 354563 h 2607945"/>
                  <a:gd name="connsiteX2-1457" fmla="*/ 1164461 w 2601026"/>
                  <a:gd name="connsiteY2-1458" fmla="*/ 0 h 2607945"/>
                  <a:gd name="connsiteX3-1459" fmla="*/ 1645920 w 2601026"/>
                  <a:gd name="connsiteY3-1460" fmla="*/ 41055 h 2607945"/>
                  <a:gd name="connsiteX4-1461" fmla="*/ 1582472 w 2601026"/>
                  <a:gd name="connsiteY4-1462" fmla="*/ 388153 h 2607945"/>
                  <a:gd name="connsiteX5-1463" fmla="*/ 1884784 w 2601026"/>
                  <a:gd name="connsiteY5-1464" fmla="*/ 537443 h 2607945"/>
                  <a:gd name="connsiteX6-1465" fmla="*/ 2142309 w 2601026"/>
                  <a:gd name="connsiteY6-1466" fmla="*/ 298579 h 2607945"/>
                  <a:gd name="connsiteX7-1467" fmla="*/ 2429692 w 2601026"/>
                  <a:gd name="connsiteY7-1468" fmla="*/ 656875 h 2607945"/>
                  <a:gd name="connsiteX8-1469" fmla="*/ 2146041 w 2601026"/>
                  <a:gd name="connsiteY8-1470" fmla="*/ 850952 h 2607945"/>
                  <a:gd name="connsiteX9-1471" fmla="*/ 2246812 w 2601026"/>
                  <a:gd name="connsiteY9-1472" fmla="*/ 1194318 h 2607945"/>
                  <a:gd name="connsiteX10-1473" fmla="*/ 2597643 w 2601026"/>
                  <a:gd name="connsiteY10-1474" fmla="*/ 1160728 h 2607945"/>
                  <a:gd name="connsiteX11-1475" fmla="*/ 2556588 w 2601026"/>
                  <a:gd name="connsiteY11-1476" fmla="*/ 1645920 h 2607945"/>
                  <a:gd name="connsiteX12-1477" fmla="*/ 2209489 w 2601026"/>
                  <a:gd name="connsiteY12-1478" fmla="*/ 1593668 h 2607945"/>
                  <a:gd name="connsiteX13-1479" fmla="*/ 2056467 w 2601026"/>
                  <a:gd name="connsiteY13-1480" fmla="*/ 1877319 h 2607945"/>
                  <a:gd name="connsiteX14-1481" fmla="*/ 2291599 w 2601026"/>
                  <a:gd name="connsiteY14-1482" fmla="*/ 2134844 h 2607945"/>
                  <a:gd name="connsiteX15-1483" fmla="*/ 1944500 w 2601026"/>
                  <a:gd name="connsiteY15-1484" fmla="*/ 2437156 h 2607945"/>
                  <a:gd name="connsiteX16-1485" fmla="*/ 1724298 w 2601026"/>
                  <a:gd name="connsiteY16-1486" fmla="*/ 2153505 h 2607945"/>
                  <a:gd name="connsiteX17-1487" fmla="*/ 1429450 w 2601026"/>
                  <a:gd name="connsiteY17-1488" fmla="*/ 2246811 h 2607945"/>
                  <a:gd name="connsiteX18-1489" fmla="*/ 1410789 w 2601026"/>
                  <a:gd name="connsiteY18-1490" fmla="*/ 2601375 h 2607945"/>
                  <a:gd name="connsiteX19-1491" fmla="*/ 944258 w 2601026"/>
                  <a:gd name="connsiteY19-1492" fmla="*/ 2560320 h 2607945"/>
                  <a:gd name="connsiteX20-1493" fmla="*/ 1011439 w 2601026"/>
                  <a:gd name="connsiteY20-1494" fmla="*/ 2213221 h 2607945"/>
                  <a:gd name="connsiteX21-1495" fmla="*/ 716591 w 2601026"/>
                  <a:gd name="connsiteY21-1496" fmla="*/ 2067664 h 2607945"/>
                  <a:gd name="connsiteX22-1497" fmla="*/ 459067 w 2601026"/>
                  <a:gd name="connsiteY22-1498" fmla="*/ 2299063 h 2607945"/>
                  <a:gd name="connsiteX23-1499" fmla="*/ 164219 w 2601026"/>
                  <a:gd name="connsiteY23-1500" fmla="*/ 1955696 h 2607945"/>
                  <a:gd name="connsiteX24-1501" fmla="*/ 440405 w 2601026"/>
                  <a:gd name="connsiteY24-1502" fmla="*/ 1731761 h 2607945"/>
                  <a:gd name="connsiteX25-1503" fmla="*/ 343367 w 2601026"/>
                  <a:gd name="connsiteY25-1504" fmla="*/ 1425717 h 2607945"/>
                  <a:gd name="connsiteX26-1505" fmla="*/ 0 w 2601026"/>
                  <a:gd name="connsiteY26-1506" fmla="*/ 1440646 h 2607945"/>
                  <a:gd name="connsiteX27-1507" fmla="*/ 33591 w 2601026"/>
                  <a:gd name="connsiteY27-1508" fmla="*/ 974116 h 2607945"/>
                  <a:gd name="connsiteX28-1509" fmla="*/ 380689 w 2601026"/>
                  <a:gd name="connsiteY28-1510" fmla="*/ 1007706 h 2607945"/>
                  <a:gd name="connsiteX29-1511" fmla="*/ 529979 w 2601026"/>
                  <a:gd name="connsiteY29-1512" fmla="*/ 724055 h 2607945"/>
                  <a:gd name="connsiteX30-1513" fmla="*/ 287383 w 2601026"/>
                  <a:gd name="connsiteY30-1514" fmla="*/ 470263 h 2607945"/>
                  <a:gd name="connsiteX31-1515" fmla="*/ 630750 w 2601026"/>
                  <a:gd name="connsiteY31-1516" fmla="*/ 171683 h 2607945"/>
                  <a:gd name="connsiteX32-1517" fmla="*/ 850952 w 2601026"/>
                  <a:gd name="connsiteY32-1518" fmla="*/ 447869 h 2607945"/>
                  <a:gd name="connsiteX0-1519" fmla="*/ 850952 w 2601026"/>
                  <a:gd name="connsiteY0-1520" fmla="*/ 447869 h 2607945"/>
                  <a:gd name="connsiteX1-1521" fmla="*/ 1160729 w 2601026"/>
                  <a:gd name="connsiteY1-1522" fmla="*/ 354563 h 2607945"/>
                  <a:gd name="connsiteX2-1523" fmla="*/ 1164461 w 2601026"/>
                  <a:gd name="connsiteY2-1524" fmla="*/ 0 h 2607945"/>
                  <a:gd name="connsiteX3-1525" fmla="*/ 1645920 w 2601026"/>
                  <a:gd name="connsiteY3-1526" fmla="*/ 41055 h 2607945"/>
                  <a:gd name="connsiteX4-1527" fmla="*/ 1582472 w 2601026"/>
                  <a:gd name="connsiteY4-1528" fmla="*/ 388153 h 2607945"/>
                  <a:gd name="connsiteX5-1529" fmla="*/ 1884784 w 2601026"/>
                  <a:gd name="connsiteY5-1530" fmla="*/ 537443 h 2607945"/>
                  <a:gd name="connsiteX6-1531" fmla="*/ 2142309 w 2601026"/>
                  <a:gd name="connsiteY6-1532" fmla="*/ 298579 h 2607945"/>
                  <a:gd name="connsiteX7-1533" fmla="*/ 2429692 w 2601026"/>
                  <a:gd name="connsiteY7-1534" fmla="*/ 656875 h 2607945"/>
                  <a:gd name="connsiteX8-1535" fmla="*/ 2146041 w 2601026"/>
                  <a:gd name="connsiteY8-1536" fmla="*/ 850952 h 2607945"/>
                  <a:gd name="connsiteX9-1537" fmla="*/ 2246812 w 2601026"/>
                  <a:gd name="connsiteY9-1538" fmla="*/ 1194318 h 2607945"/>
                  <a:gd name="connsiteX10-1539" fmla="*/ 2597643 w 2601026"/>
                  <a:gd name="connsiteY10-1540" fmla="*/ 1160728 h 2607945"/>
                  <a:gd name="connsiteX11-1541" fmla="*/ 2556588 w 2601026"/>
                  <a:gd name="connsiteY11-1542" fmla="*/ 1645920 h 2607945"/>
                  <a:gd name="connsiteX12-1543" fmla="*/ 2209489 w 2601026"/>
                  <a:gd name="connsiteY12-1544" fmla="*/ 1593668 h 2607945"/>
                  <a:gd name="connsiteX13-1545" fmla="*/ 2056467 w 2601026"/>
                  <a:gd name="connsiteY13-1546" fmla="*/ 1877319 h 2607945"/>
                  <a:gd name="connsiteX14-1547" fmla="*/ 2291599 w 2601026"/>
                  <a:gd name="connsiteY14-1548" fmla="*/ 2134844 h 2607945"/>
                  <a:gd name="connsiteX15-1549" fmla="*/ 1944500 w 2601026"/>
                  <a:gd name="connsiteY15-1550" fmla="*/ 2437156 h 2607945"/>
                  <a:gd name="connsiteX16-1551" fmla="*/ 1724298 w 2601026"/>
                  <a:gd name="connsiteY16-1552" fmla="*/ 2153505 h 2607945"/>
                  <a:gd name="connsiteX17-1553" fmla="*/ 1429450 w 2601026"/>
                  <a:gd name="connsiteY17-1554" fmla="*/ 2246811 h 2607945"/>
                  <a:gd name="connsiteX18-1555" fmla="*/ 1410789 w 2601026"/>
                  <a:gd name="connsiteY18-1556" fmla="*/ 2601375 h 2607945"/>
                  <a:gd name="connsiteX19-1557" fmla="*/ 944258 w 2601026"/>
                  <a:gd name="connsiteY19-1558" fmla="*/ 2560320 h 2607945"/>
                  <a:gd name="connsiteX20-1559" fmla="*/ 1011439 w 2601026"/>
                  <a:gd name="connsiteY20-1560" fmla="*/ 2213221 h 2607945"/>
                  <a:gd name="connsiteX21-1561" fmla="*/ 716591 w 2601026"/>
                  <a:gd name="connsiteY21-1562" fmla="*/ 2067664 h 2607945"/>
                  <a:gd name="connsiteX22-1563" fmla="*/ 459067 w 2601026"/>
                  <a:gd name="connsiteY22-1564" fmla="*/ 2299063 h 2607945"/>
                  <a:gd name="connsiteX23-1565" fmla="*/ 164219 w 2601026"/>
                  <a:gd name="connsiteY23-1566" fmla="*/ 1955696 h 2607945"/>
                  <a:gd name="connsiteX24-1567" fmla="*/ 440405 w 2601026"/>
                  <a:gd name="connsiteY24-1568" fmla="*/ 1731761 h 2607945"/>
                  <a:gd name="connsiteX25-1569" fmla="*/ 343367 w 2601026"/>
                  <a:gd name="connsiteY25-1570" fmla="*/ 1425717 h 2607945"/>
                  <a:gd name="connsiteX26-1571" fmla="*/ 0 w 2601026"/>
                  <a:gd name="connsiteY26-1572" fmla="*/ 1440646 h 2607945"/>
                  <a:gd name="connsiteX27-1573" fmla="*/ 33591 w 2601026"/>
                  <a:gd name="connsiteY27-1574" fmla="*/ 974116 h 2607945"/>
                  <a:gd name="connsiteX28-1575" fmla="*/ 380689 w 2601026"/>
                  <a:gd name="connsiteY28-1576" fmla="*/ 1007706 h 2607945"/>
                  <a:gd name="connsiteX29-1577" fmla="*/ 529979 w 2601026"/>
                  <a:gd name="connsiteY29-1578" fmla="*/ 724055 h 2607945"/>
                  <a:gd name="connsiteX30-1579" fmla="*/ 287383 w 2601026"/>
                  <a:gd name="connsiteY30-1580" fmla="*/ 470263 h 2607945"/>
                  <a:gd name="connsiteX31-1581" fmla="*/ 630750 w 2601026"/>
                  <a:gd name="connsiteY31-1582" fmla="*/ 171683 h 2607945"/>
                  <a:gd name="connsiteX32-1583" fmla="*/ 850952 w 2601026"/>
                  <a:gd name="connsiteY32-1584" fmla="*/ 447869 h 2607945"/>
                  <a:gd name="connsiteX0-1585" fmla="*/ 850952 w 2601026"/>
                  <a:gd name="connsiteY0-1586" fmla="*/ 447869 h 2607945"/>
                  <a:gd name="connsiteX1-1587" fmla="*/ 1160729 w 2601026"/>
                  <a:gd name="connsiteY1-1588" fmla="*/ 354563 h 2607945"/>
                  <a:gd name="connsiteX2-1589" fmla="*/ 1164461 w 2601026"/>
                  <a:gd name="connsiteY2-1590" fmla="*/ 0 h 2607945"/>
                  <a:gd name="connsiteX3-1591" fmla="*/ 1645920 w 2601026"/>
                  <a:gd name="connsiteY3-1592" fmla="*/ 41055 h 2607945"/>
                  <a:gd name="connsiteX4-1593" fmla="*/ 1582472 w 2601026"/>
                  <a:gd name="connsiteY4-1594" fmla="*/ 388153 h 2607945"/>
                  <a:gd name="connsiteX5-1595" fmla="*/ 1884784 w 2601026"/>
                  <a:gd name="connsiteY5-1596" fmla="*/ 537443 h 2607945"/>
                  <a:gd name="connsiteX6-1597" fmla="*/ 2142309 w 2601026"/>
                  <a:gd name="connsiteY6-1598" fmla="*/ 298579 h 2607945"/>
                  <a:gd name="connsiteX7-1599" fmla="*/ 2429692 w 2601026"/>
                  <a:gd name="connsiteY7-1600" fmla="*/ 656875 h 2607945"/>
                  <a:gd name="connsiteX8-1601" fmla="*/ 2146041 w 2601026"/>
                  <a:gd name="connsiteY8-1602" fmla="*/ 850952 h 2607945"/>
                  <a:gd name="connsiteX9-1603" fmla="*/ 2246812 w 2601026"/>
                  <a:gd name="connsiteY9-1604" fmla="*/ 1194318 h 2607945"/>
                  <a:gd name="connsiteX10-1605" fmla="*/ 2597643 w 2601026"/>
                  <a:gd name="connsiteY10-1606" fmla="*/ 1160728 h 2607945"/>
                  <a:gd name="connsiteX11-1607" fmla="*/ 2556588 w 2601026"/>
                  <a:gd name="connsiteY11-1608" fmla="*/ 1645920 h 2607945"/>
                  <a:gd name="connsiteX12-1609" fmla="*/ 2209489 w 2601026"/>
                  <a:gd name="connsiteY12-1610" fmla="*/ 1593668 h 2607945"/>
                  <a:gd name="connsiteX13-1611" fmla="*/ 2056467 w 2601026"/>
                  <a:gd name="connsiteY13-1612" fmla="*/ 1877319 h 2607945"/>
                  <a:gd name="connsiteX14-1613" fmla="*/ 2291599 w 2601026"/>
                  <a:gd name="connsiteY14-1614" fmla="*/ 2134844 h 2607945"/>
                  <a:gd name="connsiteX15-1615" fmla="*/ 1944500 w 2601026"/>
                  <a:gd name="connsiteY15-1616" fmla="*/ 2437156 h 2607945"/>
                  <a:gd name="connsiteX16-1617" fmla="*/ 1724298 w 2601026"/>
                  <a:gd name="connsiteY16-1618" fmla="*/ 2153505 h 2607945"/>
                  <a:gd name="connsiteX17-1619" fmla="*/ 1429450 w 2601026"/>
                  <a:gd name="connsiteY17-1620" fmla="*/ 2246811 h 2607945"/>
                  <a:gd name="connsiteX18-1621" fmla="*/ 1410789 w 2601026"/>
                  <a:gd name="connsiteY18-1622" fmla="*/ 2601375 h 2607945"/>
                  <a:gd name="connsiteX19-1623" fmla="*/ 944258 w 2601026"/>
                  <a:gd name="connsiteY19-1624" fmla="*/ 2560320 h 2607945"/>
                  <a:gd name="connsiteX20-1625" fmla="*/ 1011439 w 2601026"/>
                  <a:gd name="connsiteY20-1626" fmla="*/ 2213221 h 2607945"/>
                  <a:gd name="connsiteX21-1627" fmla="*/ 716591 w 2601026"/>
                  <a:gd name="connsiteY21-1628" fmla="*/ 2067664 h 2607945"/>
                  <a:gd name="connsiteX22-1629" fmla="*/ 459067 w 2601026"/>
                  <a:gd name="connsiteY22-1630" fmla="*/ 2299063 h 2607945"/>
                  <a:gd name="connsiteX23-1631" fmla="*/ 164219 w 2601026"/>
                  <a:gd name="connsiteY23-1632" fmla="*/ 1955696 h 2607945"/>
                  <a:gd name="connsiteX24-1633" fmla="*/ 440405 w 2601026"/>
                  <a:gd name="connsiteY24-1634" fmla="*/ 1731761 h 2607945"/>
                  <a:gd name="connsiteX25-1635" fmla="*/ 343367 w 2601026"/>
                  <a:gd name="connsiteY25-1636" fmla="*/ 1425717 h 2607945"/>
                  <a:gd name="connsiteX26-1637" fmla="*/ 0 w 2601026"/>
                  <a:gd name="connsiteY26-1638" fmla="*/ 1440646 h 2607945"/>
                  <a:gd name="connsiteX27-1639" fmla="*/ 33591 w 2601026"/>
                  <a:gd name="connsiteY27-1640" fmla="*/ 974116 h 2607945"/>
                  <a:gd name="connsiteX28-1641" fmla="*/ 380689 w 2601026"/>
                  <a:gd name="connsiteY28-1642" fmla="*/ 1007706 h 2607945"/>
                  <a:gd name="connsiteX29-1643" fmla="*/ 529979 w 2601026"/>
                  <a:gd name="connsiteY29-1644" fmla="*/ 724055 h 2607945"/>
                  <a:gd name="connsiteX30-1645" fmla="*/ 287383 w 2601026"/>
                  <a:gd name="connsiteY30-1646" fmla="*/ 470263 h 2607945"/>
                  <a:gd name="connsiteX31-1647" fmla="*/ 630750 w 2601026"/>
                  <a:gd name="connsiteY31-1648" fmla="*/ 171683 h 2607945"/>
                  <a:gd name="connsiteX32-1649" fmla="*/ 850952 w 2601026"/>
                  <a:gd name="connsiteY32-1650" fmla="*/ 447869 h 2607945"/>
                  <a:gd name="connsiteX0-1651" fmla="*/ 850952 w 2601026"/>
                  <a:gd name="connsiteY0-1652" fmla="*/ 447869 h 2607945"/>
                  <a:gd name="connsiteX1-1653" fmla="*/ 1160729 w 2601026"/>
                  <a:gd name="connsiteY1-1654" fmla="*/ 354563 h 2607945"/>
                  <a:gd name="connsiteX2-1655" fmla="*/ 1164461 w 2601026"/>
                  <a:gd name="connsiteY2-1656" fmla="*/ 0 h 2607945"/>
                  <a:gd name="connsiteX3-1657" fmla="*/ 1645920 w 2601026"/>
                  <a:gd name="connsiteY3-1658" fmla="*/ 41055 h 2607945"/>
                  <a:gd name="connsiteX4-1659" fmla="*/ 1582472 w 2601026"/>
                  <a:gd name="connsiteY4-1660" fmla="*/ 388153 h 2607945"/>
                  <a:gd name="connsiteX5-1661" fmla="*/ 1884784 w 2601026"/>
                  <a:gd name="connsiteY5-1662" fmla="*/ 537443 h 2607945"/>
                  <a:gd name="connsiteX6-1663" fmla="*/ 2142309 w 2601026"/>
                  <a:gd name="connsiteY6-1664" fmla="*/ 298579 h 2607945"/>
                  <a:gd name="connsiteX7-1665" fmla="*/ 2429692 w 2601026"/>
                  <a:gd name="connsiteY7-1666" fmla="*/ 656875 h 2607945"/>
                  <a:gd name="connsiteX8-1667" fmla="*/ 2146041 w 2601026"/>
                  <a:gd name="connsiteY8-1668" fmla="*/ 850952 h 2607945"/>
                  <a:gd name="connsiteX9-1669" fmla="*/ 2246812 w 2601026"/>
                  <a:gd name="connsiteY9-1670" fmla="*/ 1194318 h 2607945"/>
                  <a:gd name="connsiteX10-1671" fmla="*/ 2597643 w 2601026"/>
                  <a:gd name="connsiteY10-1672" fmla="*/ 1160728 h 2607945"/>
                  <a:gd name="connsiteX11-1673" fmla="*/ 2556588 w 2601026"/>
                  <a:gd name="connsiteY11-1674" fmla="*/ 1645920 h 2607945"/>
                  <a:gd name="connsiteX12-1675" fmla="*/ 2209489 w 2601026"/>
                  <a:gd name="connsiteY12-1676" fmla="*/ 1593668 h 2607945"/>
                  <a:gd name="connsiteX13-1677" fmla="*/ 2056467 w 2601026"/>
                  <a:gd name="connsiteY13-1678" fmla="*/ 1877319 h 2607945"/>
                  <a:gd name="connsiteX14-1679" fmla="*/ 2291599 w 2601026"/>
                  <a:gd name="connsiteY14-1680" fmla="*/ 2134844 h 2607945"/>
                  <a:gd name="connsiteX15-1681" fmla="*/ 1944500 w 2601026"/>
                  <a:gd name="connsiteY15-1682" fmla="*/ 2437156 h 2607945"/>
                  <a:gd name="connsiteX16-1683" fmla="*/ 1724298 w 2601026"/>
                  <a:gd name="connsiteY16-1684" fmla="*/ 2153505 h 2607945"/>
                  <a:gd name="connsiteX17-1685" fmla="*/ 1429450 w 2601026"/>
                  <a:gd name="connsiteY17-1686" fmla="*/ 2246811 h 2607945"/>
                  <a:gd name="connsiteX18-1687" fmla="*/ 1410789 w 2601026"/>
                  <a:gd name="connsiteY18-1688" fmla="*/ 2601375 h 2607945"/>
                  <a:gd name="connsiteX19-1689" fmla="*/ 944258 w 2601026"/>
                  <a:gd name="connsiteY19-1690" fmla="*/ 2560320 h 2607945"/>
                  <a:gd name="connsiteX20-1691" fmla="*/ 1011439 w 2601026"/>
                  <a:gd name="connsiteY20-1692" fmla="*/ 2213221 h 2607945"/>
                  <a:gd name="connsiteX21-1693" fmla="*/ 716591 w 2601026"/>
                  <a:gd name="connsiteY21-1694" fmla="*/ 2067664 h 2607945"/>
                  <a:gd name="connsiteX22-1695" fmla="*/ 459067 w 2601026"/>
                  <a:gd name="connsiteY22-1696" fmla="*/ 2299063 h 2607945"/>
                  <a:gd name="connsiteX23-1697" fmla="*/ 164219 w 2601026"/>
                  <a:gd name="connsiteY23-1698" fmla="*/ 1955696 h 2607945"/>
                  <a:gd name="connsiteX24-1699" fmla="*/ 440405 w 2601026"/>
                  <a:gd name="connsiteY24-1700" fmla="*/ 1731761 h 2607945"/>
                  <a:gd name="connsiteX25-1701" fmla="*/ 343367 w 2601026"/>
                  <a:gd name="connsiteY25-1702" fmla="*/ 1425717 h 2607945"/>
                  <a:gd name="connsiteX26-1703" fmla="*/ 0 w 2601026"/>
                  <a:gd name="connsiteY26-1704" fmla="*/ 1440646 h 2607945"/>
                  <a:gd name="connsiteX27-1705" fmla="*/ 33591 w 2601026"/>
                  <a:gd name="connsiteY27-1706" fmla="*/ 974116 h 2607945"/>
                  <a:gd name="connsiteX28-1707" fmla="*/ 380689 w 2601026"/>
                  <a:gd name="connsiteY28-1708" fmla="*/ 1007706 h 2607945"/>
                  <a:gd name="connsiteX29-1709" fmla="*/ 529979 w 2601026"/>
                  <a:gd name="connsiteY29-1710" fmla="*/ 724055 h 2607945"/>
                  <a:gd name="connsiteX30-1711" fmla="*/ 287383 w 2601026"/>
                  <a:gd name="connsiteY30-1712" fmla="*/ 470263 h 2607945"/>
                  <a:gd name="connsiteX31-1713" fmla="*/ 630750 w 2601026"/>
                  <a:gd name="connsiteY31-1714" fmla="*/ 171683 h 2607945"/>
                  <a:gd name="connsiteX32-1715" fmla="*/ 850952 w 2601026"/>
                  <a:gd name="connsiteY32-1716" fmla="*/ 447869 h 2607945"/>
                  <a:gd name="connsiteX0-1717" fmla="*/ 855722 w 2605796"/>
                  <a:gd name="connsiteY0-1718" fmla="*/ 447869 h 2607945"/>
                  <a:gd name="connsiteX1-1719" fmla="*/ 1165499 w 2605796"/>
                  <a:gd name="connsiteY1-1720" fmla="*/ 354563 h 2607945"/>
                  <a:gd name="connsiteX2-1721" fmla="*/ 1169231 w 2605796"/>
                  <a:gd name="connsiteY2-1722" fmla="*/ 0 h 2607945"/>
                  <a:gd name="connsiteX3-1723" fmla="*/ 1650690 w 2605796"/>
                  <a:gd name="connsiteY3-1724" fmla="*/ 41055 h 2607945"/>
                  <a:gd name="connsiteX4-1725" fmla="*/ 1587242 w 2605796"/>
                  <a:gd name="connsiteY4-1726" fmla="*/ 388153 h 2607945"/>
                  <a:gd name="connsiteX5-1727" fmla="*/ 1889554 w 2605796"/>
                  <a:gd name="connsiteY5-1728" fmla="*/ 537443 h 2607945"/>
                  <a:gd name="connsiteX6-1729" fmla="*/ 2147079 w 2605796"/>
                  <a:gd name="connsiteY6-1730" fmla="*/ 298579 h 2607945"/>
                  <a:gd name="connsiteX7-1731" fmla="*/ 2434462 w 2605796"/>
                  <a:gd name="connsiteY7-1732" fmla="*/ 656875 h 2607945"/>
                  <a:gd name="connsiteX8-1733" fmla="*/ 2150811 w 2605796"/>
                  <a:gd name="connsiteY8-1734" fmla="*/ 850952 h 2607945"/>
                  <a:gd name="connsiteX9-1735" fmla="*/ 2251582 w 2605796"/>
                  <a:gd name="connsiteY9-1736" fmla="*/ 1194318 h 2607945"/>
                  <a:gd name="connsiteX10-1737" fmla="*/ 2602413 w 2605796"/>
                  <a:gd name="connsiteY10-1738" fmla="*/ 1160728 h 2607945"/>
                  <a:gd name="connsiteX11-1739" fmla="*/ 2561358 w 2605796"/>
                  <a:gd name="connsiteY11-1740" fmla="*/ 1645920 h 2607945"/>
                  <a:gd name="connsiteX12-1741" fmla="*/ 2214259 w 2605796"/>
                  <a:gd name="connsiteY12-1742" fmla="*/ 1593668 h 2607945"/>
                  <a:gd name="connsiteX13-1743" fmla="*/ 2061237 w 2605796"/>
                  <a:gd name="connsiteY13-1744" fmla="*/ 1877319 h 2607945"/>
                  <a:gd name="connsiteX14-1745" fmla="*/ 2296369 w 2605796"/>
                  <a:gd name="connsiteY14-1746" fmla="*/ 2134844 h 2607945"/>
                  <a:gd name="connsiteX15-1747" fmla="*/ 1949270 w 2605796"/>
                  <a:gd name="connsiteY15-1748" fmla="*/ 2437156 h 2607945"/>
                  <a:gd name="connsiteX16-1749" fmla="*/ 1729068 w 2605796"/>
                  <a:gd name="connsiteY16-1750" fmla="*/ 2153505 h 2607945"/>
                  <a:gd name="connsiteX17-1751" fmla="*/ 1434220 w 2605796"/>
                  <a:gd name="connsiteY17-1752" fmla="*/ 2246811 h 2607945"/>
                  <a:gd name="connsiteX18-1753" fmla="*/ 1415559 w 2605796"/>
                  <a:gd name="connsiteY18-1754" fmla="*/ 2601375 h 2607945"/>
                  <a:gd name="connsiteX19-1755" fmla="*/ 949028 w 2605796"/>
                  <a:gd name="connsiteY19-1756" fmla="*/ 2560320 h 2607945"/>
                  <a:gd name="connsiteX20-1757" fmla="*/ 1016209 w 2605796"/>
                  <a:gd name="connsiteY20-1758" fmla="*/ 2213221 h 2607945"/>
                  <a:gd name="connsiteX21-1759" fmla="*/ 721361 w 2605796"/>
                  <a:gd name="connsiteY21-1760" fmla="*/ 2067664 h 2607945"/>
                  <a:gd name="connsiteX22-1761" fmla="*/ 463837 w 2605796"/>
                  <a:gd name="connsiteY22-1762" fmla="*/ 2299063 h 2607945"/>
                  <a:gd name="connsiteX23-1763" fmla="*/ 168989 w 2605796"/>
                  <a:gd name="connsiteY23-1764" fmla="*/ 1955696 h 2607945"/>
                  <a:gd name="connsiteX24-1765" fmla="*/ 445175 w 2605796"/>
                  <a:gd name="connsiteY24-1766" fmla="*/ 1731761 h 2607945"/>
                  <a:gd name="connsiteX25-1767" fmla="*/ 348137 w 2605796"/>
                  <a:gd name="connsiteY25-1768" fmla="*/ 1425717 h 2607945"/>
                  <a:gd name="connsiteX26-1769" fmla="*/ 4770 w 2605796"/>
                  <a:gd name="connsiteY26-1770" fmla="*/ 1440646 h 2607945"/>
                  <a:gd name="connsiteX27-1771" fmla="*/ 38361 w 2605796"/>
                  <a:gd name="connsiteY27-1772" fmla="*/ 974116 h 2607945"/>
                  <a:gd name="connsiteX28-1773" fmla="*/ 385459 w 2605796"/>
                  <a:gd name="connsiteY28-1774" fmla="*/ 1007706 h 2607945"/>
                  <a:gd name="connsiteX29-1775" fmla="*/ 534749 w 2605796"/>
                  <a:gd name="connsiteY29-1776" fmla="*/ 724055 h 2607945"/>
                  <a:gd name="connsiteX30-1777" fmla="*/ 292153 w 2605796"/>
                  <a:gd name="connsiteY30-1778" fmla="*/ 470263 h 2607945"/>
                  <a:gd name="connsiteX31-1779" fmla="*/ 635520 w 2605796"/>
                  <a:gd name="connsiteY31-1780" fmla="*/ 171683 h 2607945"/>
                  <a:gd name="connsiteX32-1781" fmla="*/ 855722 w 2605796"/>
                  <a:gd name="connsiteY32-1782" fmla="*/ 447869 h 2607945"/>
                  <a:gd name="connsiteX0-1783" fmla="*/ 855722 w 2605796"/>
                  <a:gd name="connsiteY0-1784" fmla="*/ 447869 h 2607945"/>
                  <a:gd name="connsiteX1-1785" fmla="*/ 1165499 w 2605796"/>
                  <a:gd name="connsiteY1-1786" fmla="*/ 354563 h 2607945"/>
                  <a:gd name="connsiteX2-1787" fmla="*/ 1169231 w 2605796"/>
                  <a:gd name="connsiteY2-1788" fmla="*/ 0 h 2607945"/>
                  <a:gd name="connsiteX3-1789" fmla="*/ 1650690 w 2605796"/>
                  <a:gd name="connsiteY3-1790" fmla="*/ 41055 h 2607945"/>
                  <a:gd name="connsiteX4-1791" fmla="*/ 1587242 w 2605796"/>
                  <a:gd name="connsiteY4-1792" fmla="*/ 388153 h 2607945"/>
                  <a:gd name="connsiteX5-1793" fmla="*/ 1889554 w 2605796"/>
                  <a:gd name="connsiteY5-1794" fmla="*/ 537443 h 2607945"/>
                  <a:gd name="connsiteX6-1795" fmla="*/ 2147079 w 2605796"/>
                  <a:gd name="connsiteY6-1796" fmla="*/ 298579 h 2607945"/>
                  <a:gd name="connsiteX7-1797" fmla="*/ 2434462 w 2605796"/>
                  <a:gd name="connsiteY7-1798" fmla="*/ 656875 h 2607945"/>
                  <a:gd name="connsiteX8-1799" fmla="*/ 2150811 w 2605796"/>
                  <a:gd name="connsiteY8-1800" fmla="*/ 850952 h 2607945"/>
                  <a:gd name="connsiteX9-1801" fmla="*/ 2251582 w 2605796"/>
                  <a:gd name="connsiteY9-1802" fmla="*/ 1194318 h 2607945"/>
                  <a:gd name="connsiteX10-1803" fmla="*/ 2602413 w 2605796"/>
                  <a:gd name="connsiteY10-1804" fmla="*/ 1160728 h 2607945"/>
                  <a:gd name="connsiteX11-1805" fmla="*/ 2561358 w 2605796"/>
                  <a:gd name="connsiteY11-1806" fmla="*/ 1645920 h 2607945"/>
                  <a:gd name="connsiteX12-1807" fmla="*/ 2214259 w 2605796"/>
                  <a:gd name="connsiteY12-1808" fmla="*/ 1593668 h 2607945"/>
                  <a:gd name="connsiteX13-1809" fmla="*/ 2061237 w 2605796"/>
                  <a:gd name="connsiteY13-1810" fmla="*/ 1877319 h 2607945"/>
                  <a:gd name="connsiteX14-1811" fmla="*/ 2296369 w 2605796"/>
                  <a:gd name="connsiteY14-1812" fmla="*/ 2134844 h 2607945"/>
                  <a:gd name="connsiteX15-1813" fmla="*/ 1949270 w 2605796"/>
                  <a:gd name="connsiteY15-1814" fmla="*/ 2437156 h 2607945"/>
                  <a:gd name="connsiteX16-1815" fmla="*/ 1729068 w 2605796"/>
                  <a:gd name="connsiteY16-1816" fmla="*/ 2153505 h 2607945"/>
                  <a:gd name="connsiteX17-1817" fmla="*/ 1434220 w 2605796"/>
                  <a:gd name="connsiteY17-1818" fmla="*/ 2246811 h 2607945"/>
                  <a:gd name="connsiteX18-1819" fmla="*/ 1415559 w 2605796"/>
                  <a:gd name="connsiteY18-1820" fmla="*/ 2601375 h 2607945"/>
                  <a:gd name="connsiteX19-1821" fmla="*/ 949028 w 2605796"/>
                  <a:gd name="connsiteY19-1822" fmla="*/ 2560320 h 2607945"/>
                  <a:gd name="connsiteX20-1823" fmla="*/ 1016209 w 2605796"/>
                  <a:gd name="connsiteY20-1824" fmla="*/ 2213221 h 2607945"/>
                  <a:gd name="connsiteX21-1825" fmla="*/ 721361 w 2605796"/>
                  <a:gd name="connsiteY21-1826" fmla="*/ 2067664 h 2607945"/>
                  <a:gd name="connsiteX22-1827" fmla="*/ 463837 w 2605796"/>
                  <a:gd name="connsiteY22-1828" fmla="*/ 2299063 h 2607945"/>
                  <a:gd name="connsiteX23-1829" fmla="*/ 168989 w 2605796"/>
                  <a:gd name="connsiteY23-1830" fmla="*/ 1955696 h 2607945"/>
                  <a:gd name="connsiteX24-1831" fmla="*/ 445175 w 2605796"/>
                  <a:gd name="connsiteY24-1832" fmla="*/ 1731761 h 2607945"/>
                  <a:gd name="connsiteX25-1833" fmla="*/ 348137 w 2605796"/>
                  <a:gd name="connsiteY25-1834" fmla="*/ 1425717 h 2607945"/>
                  <a:gd name="connsiteX26-1835" fmla="*/ 4770 w 2605796"/>
                  <a:gd name="connsiteY26-1836" fmla="*/ 1440646 h 2607945"/>
                  <a:gd name="connsiteX27-1837" fmla="*/ 38361 w 2605796"/>
                  <a:gd name="connsiteY27-1838" fmla="*/ 974116 h 2607945"/>
                  <a:gd name="connsiteX28-1839" fmla="*/ 385459 w 2605796"/>
                  <a:gd name="connsiteY28-1840" fmla="*/ 1007706 h 2607945"/>
                  <a:gd name="connsiteX29-1841" fmla="*/ 534749 w 2605796"/>
                  <a:gd name="connsiteY29-1842" fmla="*/ 724055 h 2607945"/>
                  <a:gd name="connsiteX30-1843" fmla="*/ 292153 w 2605796"/>
                  <a:gd name="connsiteY30-1844" fmla="*/ 470263 h 2607945"/>
                  <a:gd name="connsiteX31-1845" fmla="*/ 635520 w 2605796"/>
                  <a:gd name="connsiteY31-1846" fmla="*/ 171683 h 2607945"/>
                  <a:gd name="connsiteX32-1847" fmla="*/ 855722 w 2605796"/>
                  <a:gd name="connsiteY32-1848" fmla="*/ 447869 h 2607945"/>
                  <a:gd name="connsiteX0-1849" fmla="*/ 855722 w 2605796"/>
                  <a:gd name="connsiteY0-1850" fmla="*/ 447869 h 2607945"/>
                  <a:gd name="connsiteX1-1851" fmla="*/ 1165499 w 2605796"/>
                  <a:gd name="connsiteY1-1852" fmla="*/ 354563 h 2607945"/>
                  <a:gd name="connsiteX2-1853" fmla="*/ 1169231 w 2605796"/>
                  <a:gd name="connsiteY2-1854" fmla="*/ 0 h 2607945"/>
                  <a:gd name="connsiteX3-1855" fmla="*/ 1650690 w 2605796"/>
                  <a:gd name="connsiteY3-1856" fmla="*/ 41055 h 2607945"/>
                  <a:gd name="connsiteX4-1857" fmla="*/ 1587242 w 2605796"/>
                  <a:gd name="connsiteY4-1858" fmla="*/ 388153 h 2607945"/>
                  <a:gd name="connsiteX5-1859" fmla="*/ 1889554 w 2605796"/>
                  <a:gd name="connsiteY5-1860" fmla="*/ 537443 h 2607945"/>
                  <a:gd name="connsiteX6-1861" fmla="*/ 2147079 w 2605796"/>
                  <a:gd name="connsiteY6-1862" fmla="*/ 298579 h 2607945"/>
                  <a:gd name="connsiteX7-1863" fmla="*/ 2434462 w 2605796"/>
                  <a:gd name="connsiteY7-1864" fmla="*/ 656875 h 2607945"/>
                  <a:gd name="connsiteX8-1865" fmla="*/ 2150811 w 2605796"/>
                  <a:gd name="connsiteY8-1866" fmla="*/ 850952 h 2607945"/>
                  <a:gd name="connsiteX9-1867" fmla="*/ 2251582 w 2605796"/>
                  <a:gd name="connsiteY9-1868" fmla="*/ 1194318 h 2607945"/>
                  <a:gd name="connsiteX10-1869" fmla="*/ 2602413 w 2605796"/>
                  <a:gd name="connsiteY10-1870" fmla="*/ 1160728 h 2607945"/>
                  <a:gd name="connsiteX11-1871" fmla="*/ 2561358 w 2605796"/>
                  <a:gd name="connsiteY11-1872" fmla="*/ 1645920 h 2607945"/>
                  <a:gd name="connsiteX12-1873" fmla="*/ 2214259 w 2605796"/>
                  <a:gd name="connsiteY12-1874" fmla="*/ 1593668 h 2607945"/>
                  <a:gd name="connsiteX13-1875" fmla="*/ 2061237 w 2605796"/>
                  <a:gd name="connsiteY13-1876" fmla="*/ 1877319 h 2607945"/>
                  <a:gd name="connsiteX14-1877" fmla="*/ 2296369 w 2605796"/>
                  <a:gd name="connsiteY14-1878" fmla="*/ 2134844 h 2607945"/>
                  <a:gd name="connsiteX15-1879" fmla="*/ 1949270 w 2605796"/>
                  <a:gd name="connsiteY15-1880" fmla="*/ 2437156 h 2607945"/>
                  <a:gd name="connsiteX16-1881" fmla="*/ 1729068 w 2605796"/>
                  <a:gd name="connsiteY16-1882" fmla="*/ 2153505 h 2607945"/>
                  <a:gd name="connsiteX17-1883" fmla="*/ 1434220 w 2605796"/>
                  <a:gd name="connsiteY17-1884" fmla="*/ 2246811 h 2607945"/>
                  <a:gd name="connsiteX18-1885" fmla="*/ 1415559 w 2605796"/>
                  <a:gd name="connsiteY18-1886" fmla="*/ 2601375 h 2607945"/>
                  <a:gd name="connsiteX19-1887" fmla="*/ 949028 w 2605796"/>
                  <a:gd name="connsiteY19-1888" fmla="*/ 2560320 h 2607945"/>
                  <a:gd name="connsiteX20-1889" fmla="*/ 1016209 w 2605796"/>
                  <a:gd name="connsiteY20-1890" fmla="*/ 2213221 h 2607945"/>
                  <a:gd name="connsiteX21-1891" fmla="*/ 721361 w 2605796"/>
                  <a:gd name="connsiteY21-1892" fmla="*/ 2067664 h 2607945"/>
                  <a:gd name="connsiteX22-1893" fmla="*/ 463837 w 2605796"/>
                  <a:gd name="connsiteY22-1894" fmla="*/ 2299063 h 2607945"/>
                  <a:gd name="connsiteX23-1895" fmla="*/ 168989 w 2605796"/>
                  <a:gd name="connsiteY23-1896" fmla="*/ 1955696 h 2607945"/>
                  <a:gd name="connsiteX24-1897" fmla="*/ 445175 w 2605796"/>
                  <a:gd name="connsiteY24-1898" fmla="*/ 1731761 h 2607945"/>
                  <a:gd name="connsiteX25-1899" fmla="*/ 348137 w 2605796"/>
                  <a:gd name="connsiteY25-1900" fmla="*/ 1425717 h 2607945"/>
                  <a:gd name="connsiteX26-1901" fmla="*/ 4770 w 2605796"/>
                  <a:gd name="connsiteY26-1902" fmla="*/ 1440646 h 2607945"/>
                  <a:gd name="connsiteX27-1903" fmla="*/ 38361 w 2605796"/>
                  <a:gd name="connsiteY27-1904" fmla="*/ 974116 h 2607945"/>
                  <a:gd name="connsiteX28-1905" fmla="*/ 385459 w 2605796"/>
                  <a:gd name="connsiteY28-1906" fmla="*/ 1007706 h 2607945"/>
                  <a:gd name="connsiteX29-1907" fmla="*/ 534749 w 2605796"/>
                  <a:gd name="connsiteY29-1908" fmla="*/ 724055 h 2607945"/>
                  <a:gd name="connsiteX30-1909" fmla="*/ 292153 w 2605796"/>
                  <a:gd name="connsiteY30-1910" fmla="*/ 470263 h 2607945"/>
                  <a:gd name="connsiteX31-1911" fmla="*/ 635520 w 2605796"/>
                  <a:gd name="connsiteY31-1912" fmla="*/ 171683 h 2607945"/>
                  <a:gd name="connsiteX32-1913" fmla="*/ 855722 w 2605796"/>
                  <a:gd name="connsiteY32-1914" fmla="*/ 447869 h 2607945"/>
                  <a:gd name="connsiteX0-1915" fmla="*/ 855722 w 2605796"/>
                  <a:gd name="connsiteY0-1916" fmla="*/ 447869 h 2607945"/>
                  <a:gd name="connsiteX1-1917" fmla="*/ 1165499 w 2605796"/>
                  <a:gd name="connsiteY1-1918" fmla="*/ 354563 h 2607945"/>
                  <a:gd name="connsiteX2-1919" fmla="*/ 1169231 w 2605796"/>
                  <a:gd name="connsiteY2-1920" fmla="*/ 0 h 2607945"/>
                  <a:gd name="connsiteX3-1921" fmla="*/ 1650690 w 2605796"/>
                  <a:gd name="connsiteY3-1922" fmla="*/ 41055 h 2607945"/>
                  <a:gd name="connsiteX4-1923" fmla="*/ 1587242 w 2605796"/>
                  <a:gd name="connsiteY4-1924" fmla="*/ 388153 h 2607945"/>
                  <a:gd name="connsiteX5-1925" fmla="*/ 1889554 w 2605796"/>
                  <a:gd name="connsiteY5-1926" fmla="*/ 537443 h 2607945"/>
                  <a:gd name="connsiteX6-1927" fmla="*/ 2147079 w 2605796"/>
                  <a:gd name="connsiteY6-1928" fmla="*/ 298579 h 2607945"/>
                  <a:gd name="connsiteX7-1929" fmla="*/ 2434462 w 2605796"/>
                  <a:gd name="connsiteY7-1930" fmla="*/ 656875 h 2607945"/>
                  <a:gd name="connsiteX8-1931" fmla="*/ 2150811 w 2605796"/>
                  <a:gd name="connsiteY8-1932" fmla="*/ 850952 h 2607945"/>
                  <a:gd name="connsiteX9-1933" fmla="*/ 2251582 w 2605796"/>
                  <a:gd name="connsiteY9-1934" fmla="*/ 1194318 h 2607945"/>
                  <a:gd name="connsiteX10-1935" fmla="*/ 2602413 w 2605796"/>
                  <a:gd name="connsiteY10-1936" fmla="*/ 1160728 h 2607945"/>
                  <a:gd name="connsiteX11-1937" fmla="*/ 2561358 w 2605796"/>
                  <a:gd name="connsiteY11-1938" fmla="*/ 1645920 h 2607945"/>
                  <a:gd name="connsiteX12-1939" fmla="*/ 2214259 w 2605796"/>
                  <a:gd name="connsiteY12-1940" fmla="*/ 1593668 h 2607945"/>
                  <a:gd name="connsiteX13-1941" fmla="*/ 2061237 w 2605796"/>
                  <a:gd name="connsiteY13-1942" fmla="*/ 1877319 h 2607945"/>
                  <a:gd name="connsiteX14-1943" fmla="*/ 2296369 w 2605796"/>
                  <a:gd name="connsiteY14-1944" fmla="*/ 2134844 h 2607945"/>
                  <a:gd name="connsiteX15-1945" fmla="*/ 1949270 w 2605796"/>
                  <a:gd name="connsiteY15-1946" fmla="*/ 2437156 h 2607945"/>
                  <a:gd name="connsiteX16-1947" fmla="*/ 1729068 w 2605796"/>
                  <a:gd name="connsiteY16-1948" fmla="*/ 2153505 h 2607945"/>
                  <a:gd name="connsiteX17-1949" fmla="*/ 1434220 w 2605796"/>
                  <a:gd name="connsiteY17-1950" fmla="*/ 2246811 h 2607945"/>
                  <a:gd name="connsiteX18-1951" fmla="*/ 1415559 w 2605796"/>
                  <a:gd name="connsiteY18-1952" fmla="*/ 2601375 h 2607945"/>
                  <a:gd name="connsiteX19-1953" fmla="*/ 949028 w 2605796"/>
                  <a:gd name="connsiteY19-1954" fmla="*/ 2560320 h 2607945"/>
                  <a:gd name="connsiteX20-1955" fmla="*/ 1016209 w 2605796"/>
                  <a:gd name="connsiteY20-1956" fmla="*/ 2213221 h 2607945"/>
                  <a:gd name="connsiteX21-1957" fmla="*/ 721361 w 2605796"/>
                  <a:gd name="connsiteY21-1958" fmla="*/ 2067664 h 2607945"/>
                  <a:gd name="connsiteX22-1959" fmla="*/ 463837 w 2605796"/>
                  <a:gd name="connsiteY22-1960" fmla="*/ 2299063 h 2607945"/>
                  <a:gd name="connsiteX23-1961" fmla="*/ 168989 w 2605796"/>
                  <a:gd name="connsiteY23-1962" fmla="*/ 1955696 h 2607945"/>
                  <a:gd name="connsiteX24-1963" fmla="*/ 445175 w 2605796"/>
                  <a:gd name="connsiteY24-1964" fmla="*/ 1731761 h 2607945"/>
                  <a:gd name="connsiteX25-1965" fmla="*/ 348137 w 2605796"/>
                  <a:gd name="connsiteY25-1966" fmla="*/ 1425717 h 2607945"/>
                  <a:gd name="connsiteX26-1967" fmla="*/ 4770 w 2605796"/>
                  <a:gd name="connsiteY26-1968" fmla="*/ 1440646 h 2607945"/>
                  <a:gd name="connsiteX27-1969" fmla="*/ 38361 w 2605796"/>
                  <a:gd name="connsiteY27-1970" fmla="*/ 974116 h 2607945"/>
                  <a:gd name="connsiteX28-1971" fmla="*/ 385459 w 2605796"/>
                  <a:gd name="connsiteY28-1972" fmla="*/ 1007706 h 2607945"/>
                  <a:gd name="connsiteX29-1973" fmla="*/ 534749 w 2605796"/>
                  <a:gd name="connsiteY29-1974" fmla="*/ 724055 h 2607945"/>
                  <a:gd name="connsiteX30-1975" fmla="*/ 292153 w 2605796"/>
                  <a:gd name="connsiteY30-1976" fmla="*/ 470263 h 2607945"/>
                  <a:gd name="connsiteX31-1977" fmla="*/ 635520 w 2605796"/>
                  <a:gd name="connsiteY31-1978" fmla="*/ 171683 h 2607945"/>
                  <a:gd name="connsiteX32-1979" fmla="*/ 855722 w 2605796"/>
                  <a:gd name="connsiteY32-1980" fmla="*/ 447869 h 2607945"/>
                  <a:gd name="connsiteX0-1981" fmla="*/ 855722 w 2605796"/>
                  <a:gd name="connsiteY0-1982" fmla="*/ 447869 h 2607945"/>
                  <a:gd name="connsiteX1-1983" fmla="*/ 1165499 w 2605796"/>
                  <a:gd name="connsiteY1-1984" fmla="*/ 354563 h 2607945"/>
                  <a:gd name="connsiteX2-1985" fmla="*/ 1169231 w 2605796"/>
                  <a:gd name="connsiteY2-1986" fmla="*/ 0 h 2607945"/>
                  <a:gd name="connsiteX3-1987" fmla="*/ 1650690 w 2605796"/>
                  <a:gd name="connsiteY3-1988" fmla="*/ 41055 h 2607945"/>
                  <a:gd name="connsiteX4-1989" fmla="*/ 1587242 w 2605796"/>
                  <a:gd name="connsiteY4-1990" fmla="*/ 388153 h 2607945"/>
                  <a:gd name="connsiteX5-1991" fmla="*/ 1889554 w 2605796"/>
                  <a:gd name="connsiteY5-1992" fmla="*/ 537443 h 2607945"/>
                  <a:gd name="connsiteX6-1993" fmla="*/ 2147079 w 2605796"/>
                  <a:gd name="connsiteY6-1994" fmla="*/ 298579 h 2607945"/>
                  <a:gd name="connsiteX7-1995" fmla="*/ 2434462 w 2605796"/>
                  <a:gd name="connsiteY7-1996" fmla="*/ 656875 h 2607945"/>
                  <a:gd name="connsiteX8-1997" fmla="*/ 2150811 w 2605796"/>
                  <a:gd name="connsiteY8-1998" fmla="*/ 850952 h 2607945"/>
                  <a:gd name="connsiteX9-1999" fmla="*/ 2251582 w 2605796"/>
                  <a:gd name="connsiteY9-2000" fmla="*/ 1194318 h 2607945"/>
                  <a:gd name="connsiteX10-2001" fmla="*/ 2602413 w 2605796"/>
                  <a:gd name="connsiteY10-2002" fmla="*/ 1160728 h 2607945"/>
                  <a:gd name="connsiteX11-2003" fmla="*/ 2561358 w 2605796"/>
                  <a:gd name="connsiteY11-2004" fmla="*/ 1645920 h 2607945"/>
                  <a:gd name="connsiteX12-2005" fmla="*/ 2214259 w 2605796"/>
                  <a:gd name="connsiteY12-2006" fmla="*/ 1593668 h 2607945"/>
                  <a:gd name="connsiteX13-2007" fmla="*/ 2061237 w 2605796"/>
                  <a:gd name="connsiteY13-2008" fmla="*/ 1877319 h 2607945"/>
                  <a:gd name="connsiteX14-2009" fmla="*/ 2296369 w 2605796"/>
                  <a:gd name="connsiteY14-2010" fmla="*/ 2134844 h 2607945"/>
                  <a:gd name="connsiteX15-2011" fmla="*/ 1949270 w 2605796"/>
                  <a:gd name="connsiteY15-2012" fmla="*/ 2437156 h 2607945"/>
                  <a:gd name="connsiteX16-2013" fmla="*/ 1729068 w 2605796"/>
                  <a:gd name="connsiteY16-2014" fmla="*/ 2153505 h 2607945"/>
                  <a:gd name="connsiteX17-2015" fmla="*/ 1434220 w 2605796"/>
                  <a:gd name="connsiteY17-2016" fmla="*/ 2246811 h 2607945"/>
                  <a:gd name="connsiteX18-2017" fmla="*/ 1415559 w 2605796"/>
                  <a:gd name="connsiteY18-2018" fmla="*/ 2601375 h 2607945"/>
                  <a:gd name="connsiteX19-2019" fmla="*/ 949028 w 2605796"/>
                  <a:gd name="connsiteY19-2020" fmla="*/ 2560320 h 2607945"/>
                  <a:gd name="connsiteX20-2021" fmla="*/ 1016209 w 2605796"/>
                  <a:gd name="connsiteY20-2022" fmla="*/ 2213221 h 2607945"/>
                  <a:gd name="connsiteX21-2023" fmla="*/ 721361 w 2605796"/>
                  <a:gd name="connsiteY21-2024" fmla="*/ 2067664 h 2607945"/>
                  <a:gd name="connsiteX22-2025" fmla="*/ 463837 w 2605796"/>
                  <a:gd name="connsiteY22-2026" fmla="*/ 2299063 h 2607945"/>
                  <a:gd name="connsiteX23-2027" fmla="*/ 168989 w 2605796"/>
                  <a:gd name="connsiteY23-2028" fmla="*/ 1955696 h 2607945"/>
                  <a:gd name="connsiteX24-2029" fmla="*/ 445175 w 2605796"/>
                  <a:gd name="connsiteY24-2030" fmla="*/ 1731761 h 2607945"/>
                  <a:gd name="connsiteX25-2031" fmla="*/ 348137 w 2605796"/>
                  <a:gd name="connsiteY25-2032" fmla="*/ 1425717 h 2607945"/>
                  <a:gd name="connsiteX26-2033" fmla="*/ 4770 w 2605796"/>
                  <a:gd name="connsiteY26-2034" fmla="*/ 1440646 h 2607945"/>
                  <a:gd name="connsiteX27-2035" fmla="*/ 38361 w 2605796"/>
                  <a:gd name="connsiteY27-2036" fmla="*/ 974116 h 2607945"/>
                  <a:gd name="connsiteX28-2037" fmla="*/ 385459 w 2605796"/>
                  <a:gd name="connsiteY28-2038" fmla="*/ 1007706 h 2607945"/>
                  <a:gd name="connsiteX29-2039" fmla="*/ 534749 w 2605796"/>
                  <a:gd name="connsiteY29-2040" fmla="*/ 724055 h 2607945"/>
                  <a:gd name="connsiteX30-2041" fmla="*/ 292153 w 2605796"/>
                  <a:gd name="connsiteY30-2042" fmla="*/ 470263 h 2607945"/>
                  <a:gd name="connsiteX31-2043" fmla="*/ 635520 w 2605796"/>
                  <a:gd name="connsiteY31-2044" fmla="*/ 171683 h 2607945"/>
                  <a:gd name="connsiteX32-2045" fmla="*/ 855722 w 2605796"/>
                  <a:gd name="connsiteY32-2046" fmla="*/ 447869 h 2607945"/>
                  <a:gd name="connsiteX0-2047" fmla="*/ 855722 w 2605796"/>
                  <a:gd name="connsiteY0-2048" fmla="*/ 451419 h 2611495"/>
                  <a:gd name="connsiteX1-2049" fmla="*/ 1165499 w 2605796"/>
                  <a:gd name="connsiteY1-2050" fmla="*/ 358113 h 2611495"/>
                  <a:gd name="connsiteX2-2051" fmla="*/ 1169231 w 2605796"/>
                  <a:gd name="connsiteY2-2052" fmla="*/ 3550 h 2611495"/>
                  <a:gd name="connsiteX3-2053" fmla="*/ 1650690 w 2605796"/>
                  <a:gd name="connsiteY3-2054" fmla="*/ 44605 h 2611495"/>
                  <a:gd name="connsiteX4-2055" fmla="*/ 1587242 w 2605796"/>
                  <a:gd name="connsiteY4-2056" fmla="*/ 391703 h 2611495"/>
                  <a:gd name="connsiteX5-2057" fmla="*/ 1889554 w 2605796"/>
                  <a:gd name="connsiteY5-2058" fmla="*/ 540993 h 2611495"/>
                  <a:gd name="connsiteX6-2059" fmla="*/ 2147079 w 2605796"/>
                  <a:gd name="connsiteY6-2060" fmla="*/ 302129 h 2611495"/>
                  <a:gd name="connsiteX7-2061" fmla="*/ 2434462 w 2605796"/>
                  <a:gd name="connsiteY7-2062" fmla="*/ 660425 h 2611495"/>
                  <a:gd name="connsiteX8-2063" fmla="*/ 2150811 w 2605796"/>
                  <a:gd name="connsiteY8-2064" fmla="*/ 854502 h 2611495"/>
                  <a:gd name="connsiteX9-2065" fmla="*/ 2251582 w 2605796"/>
                  <a:gd name="connsiteY9-2066" fmla="*/ 1197868 h 2611495"/>
                  <a:gd name="connsiteX10-2067" fmla="*/ 2602413 w 2605796"/>
                  <a:gd name="connsiteY10-2068" fmla="*/ 1164278 h 2611495"/>
                  <a:gd name="connsiteX11-2069" fmla="*/ 2561358 w 2605796"/>
                  <a:gd name="connsiteY11-2070" fmla="*/ 1649470 h 2611495"/>
                  <a:gd name="connsiteX12-2071" fmla="*/ 2214259 w 2605796"/>
                  <a:gd name="connsiteY12-2072" fmla="*/ 1597218 h 2611495"/>
                  <a:gd name="connsiteX13-2073" fmla="*/ 2061237 w 2605796"/>
                  <a:gd name="connsiteY13-2074" fmla="*/ 1880869 h 2611495"/>
                  <a:gd name="connsiteX14-2075" fmla="*/ 2296369 w 2605796"/>
                  <a:gd name="connsiteY14-2076" fmla="*/ 2138394 h 2611495"/>
                  <a:gd name="connsiteX15-2077" fmla="*/ 1949270 w 2605796"/>
                  <a:gd name="connsiteY15-2078" fmla="*/ 2440706 h 2611495"/>
                  <a:gd name="connsiteX16-2079" fmla="*/ 1729068 w 2605796"/>
                  <a:gd name="connsiteY16-2080" fmla="*/ 2157055 h 2611495"/>
                  <a:gd name="connsiteX17-2081" fmla="*/ 1434220 w 2605796"/>
                  <a:gd name="connsiteY17-2082" fmla="*/ 2250361 h 2611495"/>
                  <a:gd name="connsiteX18-2083" fmla="*/ 1415559 w 2605796"/>
                  <a:gd name="connsiteY18-2084" fmla="*/ 2604925 h 2611495"/>
                  <a:gd name="connsiteX19-2085" fmla="*/ 949028 w 2605796"/>
                  <a:gd name="connsiteY19-2086" fmla="*/ 2563870 h 2611495"/>
                  <a:gd name="connsiteX20-2087" fmla="*/ 1016209 w 2605796"/>
                  <a:gd name="connsiteY20-2088" fmla="*/ 2216771 h 2611495"/>
                  <a:gd name="connsiteX21-2089" fmla="*/ 721361 w 2605796"/>
                  <a:gd name="connsiteY21-2090" fmla="*/ 2071214 h 2611495"/>
                  <a:gd name="connsiteX22-2091" fmla="*/ 463837 w 2605796"/>
                  <a:gd name="connsiteY22-2092" fmla="*/ 2302613 h 2611495"/>
                  <a:gd name="connsiteX23-2093" fmla="*/ 168989 w 2605796"/>
                  <a:gd name="connsiteY23-2094" fmla="*/ 1959246 h 2611495"/>
                  <a:gd name="connsiteX24-2095" fmla="*/ 445175 w 2605796"/>
                  <a:gd name="connsiteY24-2096" fmla="*/ 1735311 h 2611495"/>
                  <a:gd name="connsiteX25-2097" fmla="*/ 348137 w 2605796"/>
                  <a:gd name="connsiteY25-2098" fmla="*/ 1429267 h 2611495"/>
                  <a:gd name="connsiteX26-2099" fmla="*/ 4770 w 2605796"/>
                  <a:gd name="connsiteY26-2100" fmla="*/ 1444196 h 2611495"/>
                  <a:gd name="connsiteX27-2101" fmla="*/ 38361 w 2605796"/>
                  <a:gd name="connsiteY27-2102" fmla="*/ 977666 h 2611495"/>
                  <a:gd name="connsiteX28-2103" fmla="*/ 385459 w 2605796"/>
                  <a:gd name="connsiteY28-2104" fmla="*/ 1011256 h 2611495"/>
                  <a:gd name="connsiteX29-2105" fmla="*/ 534749 w 2605796"/>
                  <a:gd name="connsiteY29-2106" fmla="*/ 727605 h 2611495"/>
                  <a:gd name="connsiteX30-2107" fmla="*/ 292153 w 2605796"/>
                  <a:gd name="connsiteY30-2108" fmla="*/ 473813 h 2611495"/>
                  <a:gd name="connsiteX31-2109" fmla="*/ 635520 w 2605796"/>
                  <a:gd name="connsiteY31-2110" fmla="*/ 175233 h 2611495"/>
                  <a:gd name="connsiteX32-2111" fmla="*/ 855722 w 2605796"/>
                  <a:gd name="connsiteY32-2112" fmla="*/ 451419 h 2611495"/>
                  <a:gd name="connsiteX0-2113" fmla="*/ 855722 w 2605796"/>
                  <a:gd name="connsiteY0-2114" fmla="*/ 452941 h 2613017"/>
                  <a:gd name="connsiteX1-2115" fmla="*/ 1165499 w 2605796"/>
                  <a:gd name="connsiteY1-2116" fmla="*/ 359635 h 2613017"/>
                  <a:gd name="connsiteX2-2117" fmla="*/ 1169231 w 2605796"/>
                  <a:gd name="connsiteY2-2118" fmla="*/ 5072 h 2613017"/>
                  <a:gd name="connsiteX3-2119" fmla="*/ 1650690 w 2605796"/>
                  <a:gd name="connsiteY3-2120" fmla="*/ 46127 h 2613017"/>
                  <a:gd name="connsiteX4-2121" fmla="*/ 1587242 w 2605796"/>
                  <a:gd name="connsiteY4-2122" fmla="*/ 393225 h 2613017"/>
                  <a:gd name="connsiteX5-2123" fmla="*/ 1889554 w 2605796"/>
                  <a:gd name="connsiteY5-2124" fmla="*/ 542515 h 2613017"/>
                  <a:gd name="connsiteX6-2125" fmla="*/ 2147079 w 2605796"/>
                  <a:gd name="connsiteY6-2126" fmla="*/ 303651 h 2613017"/>
                  <a:gd name="connsiteX7-2127" fmla="*/ 2434462 w 2605796"/>
                  <a:gd name="connsiteY7-2128" fmla="*/ 661947 h 2613017"/>
                  <a:gd name="connsiteX8-2129" fmla="*/ 2150811 w 2605796"/>
                  <a:gd name="connsiteY8-2130" fmla="*/ 856024 h 2613017"/>
                  <a:gd name="connsiteX9-2131" fmla="*/ 2251582 w 2605796"/>
                  <a:gd name="connsiteY9-2132" fmla="*/ 1199390 h 2613017"/>
                  <a:gd name="connsiteX10-2133" fmla="*/ 2602413 w 2605796"/>
                  <a:gd name="connsiteY10-2134" fmla="*/ 1165800 h 2613017"/>
                  <a:gd name="connsiteX11-2135" fmla="*/ 2561358 w 2605796"/>
                  <a:gd name="connsiteY11-2136" fmla="*/ 1650992 h 2613017"/>
                  <a:gd name="connsiteX12-2137" fmla="*/ 2214259 w 2605796"/>
                  <a:gd name="connsiteY12-2138" fmla="*/ 1598740 h 2613017"/>
                  <a:gd name="connsiteX13-2139" fmla="*/ 2061237 w 2605796"/>
                  <a:gd name="connsiteY13-2140" fmla="*/ 1882391 h 2613017"/>
                  <a:gd name="connsiteX14-2141" fmla="*/ 2296369 w 2605796"/>
                  <a:gd name="connsiteY14-2142" fmla="*/ 2139916 h 2613017"/>
                  <a:gd name="connsiteX15-2143" fmla="*/ 1949270 w 2605796"/>
                  <a:gd name="connsiteY15-2144" fmla="*/ 2442228 h 2613017"/>
                  <a:gd name="connsiteX16-2145" fmla="*/ 1729068 w 2605796"/>
                  <a:gd name="connsiteY16-2146" fmla="*/ 2158577 h 2613017"/>
                  <a:gd name="connsiteX17-2147" fmla="*/ 1434220 w 2605796"/>
                  <a:gd name="connsiteY17-2148" fmla="*/ 2251883 h 2613017"/>
                  <a:gd name="connsiteX18-2149" fmla="*/ 1415559 w 2605796"/>
                  <a:gd name="connsiteY18-2150" fmla="*/ 2606447 h 2613017"/>
                  <a:gd name="connsiteX19-2151" fmla="*/ 949028 w 2605796"/>
                  <a:gd name="connsiteY19-2152" fmla="*/ 2565392 h 2613017"/>
                  <a:gd name="connsiteX20-2153" fmla="*/ 1016209 w 2605796"/>
                  <a:gd name="connsiteY20-2154" fmla="*/ 2218293 h 2613017"/>
                  <a:gd name="connsiteX21-2155" fmla="*/ 721361 w 2605796"/>
                  <a:gd name="connsiteY21-2156" fmla="*/ 2072736 h 2613017"/>
                  <a:gd name="connsiteX22-2157" fmla="*/ 463837 w 2605796"/>
                  <a:gd name="connsiteY22-2158" fmla="*/ 2304135 h 2613017"/>
                  <a:gd name="connsiteX23-2159" fmla="*/ 168989 w 2605796"/>
                  <a:gd name="connsiteY23-2160" fmla="*/ 1960768 h 2613017"/>
                  <a:gd name="connsiteX24-2161" fmla="*/ 445175 w 2605796"/>
                  <a:gd name="connsiteY24-2162" fmla="*/ 1736833 h 2613017"/>
                  <a:gd name="connsiteX25-2163" fmla="*/ 348137 w 2605796"/>
                  <a:gd name="connsiteY25-2164" fmla="*/ 1430789 h 2613017"/>
                  <a:gd name="connsiteX26-2165" fmla="*/ 4770 w 2605796"/>
                  <a:gd name="connsiteY26-2166" fmla="*/ 1445718 h 2613017"/>
                  <a:gd name="connsiteX27-2167" fmla="*/ 38361 w 2605796"/>
                  <a:gd name="connsiteY27-2168" fmla="*/ 979188 h 2613017"/>
                  <a:gd name="connsiteX28-2169" fmla="*/ 385459 w 2605796"/>
                  <a:gd name="connsiteY28-2170" fmla="*/ 1012778 h 2613017"/>
                  <a:gd name="connsiteX29-2171" fmla="*/ 534749 w 2605796"/>
                  <a:gd name="connsiteY29-2172" fmla="*/ 729127 h 2613017"/>
                  <a:gd name="connsiteX30-2173" fmla="*/ 292153 w 2605796"/>
                  <a:gd name="connsiteY30-2174" fmla="*/ 475335 h 2613017"/>
                  <a:gd name="connsiteX31-2175" fmla="*/ 635520 w 2605796"/>
                  <a:gd name="connsiteY31-2176" fmla="*/ 176755 h 2613017"/>
                  <a:gd name="connsiteX32-2177" fmla="*/ 855722 w 2605796"/>
                  <a:gd name="connsiteY32-2178" fmla="*/ 452941 h 261301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2605796" h="2613017">
                    <a:moveTo>
                      <a:pt x="855722" y="452941"/>
                    </a:moveTo>
                    <a:cubicBezTo>
                      <a:pt x="951517" y="406910"/>
                      <a:pt x="1058508" y="375808"/>
                      <a:pt x="1165499" y="359635"/>
                    </a:cubicBezTo>
                    <a:lnTo>
                      <a:pt x="1169231" y="5072"/>
                    </a:lnTo>
                    <a:cubicBezTo>
                      <a:pt x="1337182" y="-11101"/>
                      <a:pt x="1505133" y="13781"/>
                      <a:pt x="1650690" y="46127"/>
                    </a:cubicBezTo>
                    <a:lnTo>
                      <a:pt x="1587242" y="393225"/>
                    </a:lnTo>
                    <a:cubicBezTo>
                      <a:pt x="1665619" y="420595"/>
                      <a:pt x="1811177" y="485287"/>
                      <a:pt x="1889554" y="542515"/>
                    </a:cubicBezTo>
                    <a:lnTo>
                      <a:pt x="2147079" y="303651"/>
                    </a:lnTo>
                    <a:cubicBezTo>
                      <a:pt x="2242873" y="404422"/>
                      <a:pt x="2361061" y="527586"/>
                      <a:pt x="2434462" y="661947"/>
                    </a:cubicBezTo>
                    <a:lnTo>
                      <a:pt x="2150811" y="856024"/>
                    </a:lnTo>
                    <a:cubicBezTo>
                      <a:pt x="2206795" y="955550"/>
                      <a:pt x="2232921" y="1066274"/>
                      <a:pt x="2251582" y="1199390"/>
                    </a:cubicBezTo>
                    <a:lnTo>
                      <a:pt x="2602413" y="1165800"/>
                    </a:lnTo>
                    <a:cubicBezTo>
                      <a:pt x="2611122" y="1297673"/>
                      <a:pt x="2604901" y="1478065"/>
                      <a:pt x="2561358" y="1650992"/>
                    </a:cubicBezTo>
                    <a:lnTo>
                      <a:pt x="2214259" y="1598740"/>
                    </a:lnTo>
                    <a:cubicBezTo>
                      <a:pt x="2180669" y="1715683"/>
                      <a:pt x="2120952" y="1817699"/>
                      <a:pt x="2061237" y="1882391"/>
                    </a:cubicBezTo>
                    <a:lnTo>
                      <a:pt x="2296369" y="2139916"/>
                    </a:lnTo>
                    <a:cubicBezTo>
                      <a:pt x="2217992" y="2259348"/>
                      <a:pt x="2091096" y="2360119"/>
                      <a:pt x="1949270" y="2442228"/>
                    </a:cubicBezTo>
                    <a:lnTo>
                      <a:pt x="1729068" y="2158577"/>
                    </a:lnTo>
                    <a:cubicBezTo>
                      <a:pt x="1641982" y="2197143"/>
                      <a:pt x="1543699" y="2243175"/>
                      <a:pt x="1434220" y="2251883"/>
                    </a:cubicBezTo>
                    <a:lnTo>
                      <a:pt x="1415559" y="2606447"/>
                    </a:lnTo>
                    <a:cubicBezTo>
                      <a:pt x="1267513" y="2622620"/>
                      <a:pt x="1112002" y="2608935"/>
                      <a:pt x="949028" y="2565392"/>
                    </a:cubicBezTo>
                    <a:lnTo>
                      <a:pt x="1016209" y="2218293"/>
                    </a:lnTo>
                    <a:cubicBezTo>
                      <a:pt x="921658" y="2188435"/>
                      <a:pt x="804715" y="2128720"/>
                      <a:pt x="721361" y="2072736"/>
                    </a:cubicBezTo>
                    <a:lnTo>
                      <a:pt x="463837" y="2304135"/>
                    </a:lnTo>
                    <a:cubicBezTo>
                      <a:pt x="358090" y="2227002"/>
                      <a:pt x="248611" y="2064027"/>
                      <a:pt x="168989" y="1960768"/>
                    </a:cubicBezTo>
                    <a:lnTo>
                      <a:pt x="445175" y="1736833"/>
                    </a:lnTo>
                    <a:cubicBezTo>
                      <a:pt x="401632" y="1638550"/>
                      <a:pt x="373018" y="1544000"/>
                      <a:pt x="348137" y="1430789"/>
                    </a:cubicBezTo>
                    <a:lnTo>
                      <a:pt x="4770" y="1445718"/>
                    </a:lnTo>
                    <a:cubicBezTo>
                      <a:pt x="-6426" y="1293940"/>
                      <a:pt x="1038" y="1153359"/>
                      <a:pt x="38361" y="979188"/>
                    </a:cubicBezTo>
                    <a:lnTo>
                      <a:pt x="385459" y="1012778"/>
                    </a:lnTo>
                    <a:cubicBezTo>
                      <a:pt x="427757" y="921960"/>
                      <a:pt x="466325" y="819945"/>
                      <a:pt x="534749" y="729127"/>
                    </a:cubicBezTo>
                    <a:lnTo>
                      <a:pt x="292153" y="475335"/>
                    </a:lnTo>
                    <a:cubicBezTo>
                      <a:pt x="410342" y="357147"/>
                      <a:pt x="502403" y="261353"/>
                      <a:pt x="635520" y="176755"/>
                    </a:cubicBezTo>
                    <a:lnTo>
                      <a:pt x="855722" y="452941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356" name="Group 177"/>
          <p:cNvGrpSpPr/>
          <p:nvPr/>
        </p:nvGrpSpPr>
        <p:grpSpPr>
          <a:xfrm>
            <a:off x="6591300" y="4068763"/>
            <a:ext cx="473075" cy="2133600"/>
            <a:chOff x="5619571" y="4073525"/>
            <a:chExt cx="473195" cy="2133600"/>
          </a:xfrm>
        </p:grpSpPr>
        <p:sp>
          <p:nvSpPr>
            <p:cNvPr id="180" name="Left-Right Arrow 179"/>
            <p:cNvSpPr>
              <a:spLocks noChangeAspect="1"/>
            </p:cNvSpPr>
            <p:nvPr/>
          </p:nvSpPr>
          <p:spPr bwMode="auto">
            <a:xfrm rot="5400000">
              <a:off x="5746630" y="4446570"/>
              <a:ext cx="201613" cy="131796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1" name="Bevel 180"/>
            <p:cNvSpPr>
              <a:spLocks noChangeAspect="1"/>
            </p:cNvSpPr>
            <p:nvPr/>
          </p:nvSpPr>
          <p:spPr bwMode="auto">
            <a:xfrm>
              <a:off x="5698966" y="4073525"/>
              <a:ext cx="296938" cy="296862"/>
            </a:xfrm>
            <a:prstGeom prst="bevel">
              <a:avLst>
                <a:gd name="adj" fmla="val 9789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452" name="Group 20"/>
            <p:cNvGrpSpPr/>
            <p:nvPr/>
          </p:nvGrpSpPr>
          <p:grpSpPr>
            <a:xfrm>
              <a:off x="5680266" y="5306970"/>
              <a:ext cx="334580" cy="252139"/>
              <a:chOff x="521" y="2366"/>
              <a:chExt cx="1172" cy="880"/>
            </a:xfrm>
          </p:grpSpPr>
          <p:sp>
            <p:nvSpPr>
              <p:cNvPr id="14461" name="AutoShape 21"/>
              <p:cNvSpPr/>
              <p:nvPr/>
            </p:nvSpPr>
            <p:spPr>
              <a:xfrm>
                <a:off x="521" y="2366"/>
                <a:ext cx="1172" cy="880"/>
              </a:xfrm>
              <a:prstGeom prst="can">
                <a:avLst>
                  <a:gd name="adj" fmla="val 26704"/>
                </a:avLst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462" name="Arc 22"/>
              <p:cNvSpPr/>
              <p:nvPr/>
            </p:nvSpPr>
            <p:spPr>
              <a:xfrm>
                <a:off x="522" y="2539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463" name="Arc 23"/>
              <p:cNvSpPr/>
              <p:nvPr/>
            </p:nvSpPr>
            <p:spPr>
              <a:xfrm>
                <a:off x="522" y="2598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3" name="Cross 182"/>
            <p:cNvSpPr>
              <a:spLocks noChangeAspect="1"/>
            </p:cNvSpPr>
            <p:nvPr/>
          </p:nvSpPr>
          <p:spPr bwMode="auto">
            <a:xfrm>
              <a:off x="5768834" y="5634037"/>
              <a:ext cx="157203" cy="157163"/>
            </a:xfrm>
            <a:prstGeom prst="plus">
              <a:avLst>
                <a:gd name="adj" fmla="val 35891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" name="Folded Corner 183"/>
            <p:cNvSpPr>
              <a:spLocks noChangeAspect="1"/>
            </p:cNvSpPr>
            <p:nvPr/>
          </p:nvSpPr>
          <p:spPr bwMode="auto">
            <a:xfrm>
              <a:off x="5708494" y="5864225"/>
              <a:ext cx="277883" cy="342900"/>
            </a:xfrm>
            <a:prstGeom prst="foldedCorner">
              <a:avLst>
                <a:gd name="adj" fmla="val 22608"/>
              </a:avLst>
            </a:prstGeom>
            <a:solidFill>
              <a:srgbClr val="FFFFCC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" name="Left-Right Arrow 184"/>
            <p:cNvSpPr>
              <a:spLocks noChangeAspect="1"/>
            </p:cNvSpPr>
            <p:nvPr/>
          </p:nvSpPr>
          <p:spPr bwMode="auto">
            <a:xfrm rot="5400000">
              <a:off x="5746630" y="5099032"/>
              <a:ext cx="201612" cy="131796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456" name="Group 185"/>
            <p:cNvGrpSpPr>
              <a:grpSpLocks noChangeAspect="1"/>
            </p:cNvGrpSpPr>
            <p:nvPr/>
          </p:nvGrpSpPr>
          <p:grpSpPr>
            <a:xfrm>
              <a:off x="5619571" y="4602918"/>
              <a:ext cx="473195" cy="435785"/>
              <a:chOff x="1095681" y="1394520"/>
              <a:chExt cx="5185339" cy="4775398"/>
            </a:xfrm>
          </p:grpSpPr>
          <p:sp>
            <p:nvSpPr>
              <p:cNvPr id="187" name="Oval 186"/>
              <p:cNvSpPr>
                <a:spLocks noChangeAspect="1"/>
              </p:cNvSpPr>
              <p:nvPr/>
            </p:nvSpPr>
            <p:spPr>
              <a:xfrm>
                <a:off x="2452917" y="4065230"/>
                <a:ext cx="748226" cy="7480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8" name="Oval 187"/>
              <p:cNvSpPr>
                <a:spLocks noChangeAspect="1"/>
              </p:cNvSpPr>
              <p:nvPr/>
            </p:nvSpPr>
            <p:spPr>
              <a:xfrm>
                <a:off x="4714978" y="2430000"/>
                <a:ext cx="522014" cy="5392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Freeform 188"/>
              <p:cNvSpPr>
                <a:spLocks noChangeAspect="1"/>
              </p:cNvSpPr>
              <p:nvPr/>
            </p:nvSpPr>
            <p:spPr>
              <a:xfrm>
                <a:off x="1095681" y="2708337"/>
                <a:ext cx="3462698" cy="3461822"/>
              </a:xfrm>
              <a:custGeom>
                <a:avLst/>
                <a:gdLst>
                  <a:gd name="connsiteX0" fmla="*/ 300037 w 1343025"/>
                  <a:gd name="connsiteY0" fmla="*/ 326231 h 1343025"/>
                  <a:gd name="connsiteX1" fmla="*/ 431006 w 1343025"/>
                  <a:gd name="connsiteY1" fmla="*/ 226218 h 1343025"/>
                  <a:gd name="connsiteX2" fmla="*/ 378618 w 1343025"/>
                  <a:gd name="connsiteY2" fmla="*/ 61912 h 1343025"/>
                  <a:gd name="connsiteX3" fmla="*/ 602456 w 1343025"/>
                  <a:gd name="connsiteY3" fmla="*/ 0 h 1343025"/>
                  <a:gd name="connsiteX4" fmla="*/ 652462 w 1343025"/>
                  <a:gd name="connsiteY4" fmla="*/ 171450 h 1343025"/>
                  <a:gd name="connsiteX5" fmla="*/ 816768 w 1343025"/>
                  <a:gd name="connsiteY5" fmla="*/ 185737 h 1343025"/>
                  <a:gd name="connsiteX6" fmla="*/ 900112 w 1343025"/>
                  <a:gd name="connsiteY6" fmla="*/ 40481 h 1343025"/>
                  <a:gd name="connsiteX7" fmla="*/ 1104900 w 1343025"/>
                  <a:gd name="connsiteY7" fmla="*/ 150018 h 1343025"/>
                  <a:gd name="connsiteX8" fmla="*/ 1014412 w 1343025"/>
                  <a:gd name="connsiteY8" fmla="*/ 295275 h 1343025"/>
                  <a:gd name="connsiteX9" fmla="*/ 1119187 w 1343025"/>
                  <a:gd name="connsiteY9" fmla="*/ 431006 h 1343025"/>
                  <a:gd name="connsiteX10" fmla="*/ 1281112 w 1343025"/>
                  <a:gd name="connsiteY10" fmla="*/ 373856 h 1343025"/>
                  <a:gd name="connsiteX11" fmla="*/ 1343025 w 1343025"/>
                  <a:gd name="connsiteY11" fmla="*/ 602456 h 1343025"/>
                  <a:gd name="connsiteX12" fmla="*/ 1173956 w 1343025"/>
                  <a:gd name="connsiteY12" fmla="*/ 645318 h 1343025"/>
                  <a:gd name="connsiteX13" fmla="*/ 1157287 w 1343025"/>
                  <a:gd name="connsiteY13" fmla="*/ 812006 h 1343025"/>
                  <a:gd name="connsiteX14" fmla="*/ 1307306 w 1343025"/>
                  <a:gd name="connsiteY14" fmla="*/ 892968 h 1343025"/>
                  <a:gd name="connsiteX15" fmla="*/ 1193006 w 1343025"/>
                  <a:gd name="connsiteY15" fmla="*/ 1097756 h 1343025"/>
                  <a:gd name="connsiteX16" fmla="*/ 1040606 w 1343025"/>
                  <a:gd name="connsiteY16" fmla="*/ 1009650 h 1343025"/>
                  <a:gd name="connsiteX17" fmla="*/ 919162 w 1343025"/>
                  <a:gd name="connsiteY17" fmla="*/ 1112043 h 1343025"/>
                  <a:gd name="connsiteX18" fmla="*/ 973931 w 1343025"/>
                  <a:gd name="connsiteY18" fmla="*/ 1276350 h 1343025"/>
                  <a:gd name="connsiteX19" fmla="*/ 745331 w 1343025"/>
                  <a:gd name="connsiteY19" fmla="*/ 1343025 h 1343025"/>
                  <a:gd name="connsiteX20" fmla="*/ 695325 w 1343025"/>
                  <a:gd name="connsiteY20" fmla="*/ 1171575 h 1343025"/>
                  <a:gd name="connsiteX21" fmla="*/ 535781 w 1343025"/>
                  <a:gd name="connsiteY21" fmla="*/ 1157287 h 1343025"/>
                  <a:gd name="connsiteX22" fmla="*/ 452437 w 1343025"/>
                  <a:gd name="connsiteY22" fmla="*/ 1304925 h 1343025"/>
                  <a:gd name="connsiteX23" fmla="*/ 245268 w 1343025"/>
                  <a:gd name="connsiteY23" fmla="*/ 1193006 h 1343025"/>
                  <a:gd name="connsiteX24" fmla="*/ 333375 w 1343025"/>
                  <a:gd name="connsiteY24" fmla="*/ 1042987 h 1343025"/>
                  <a:gd name="connsiteX25" fmla="*/ 226218 w 1343025"/>
                  <a:gd name="connsiteY25" fmla="*/ 909637 h 1343025"/>
                  <a:gd name="connsiteX26" fmla="*/ 59531 w 1343025"/>
                  <a:gd name="connsiteY26" fmla="*/ 964406 h 1343025"/>
                  <a:gd name="connsiteX27" fmla="*/ 0 w 1343025"/>
                  <a:gd name="connsiteY27" fmla="*/ 733425 h 1343025"/>
                  <a:gd name="connsiteX28" fmla="*/ 173831 w 1343025"/>
                  <a:gd name="connsiteY28" fmla="*/ 692943 h 1343025"/>
                  <a:gd name="connsiteX29" fmla="*/ 190500 w 1343025"/>
                  <a:gd name="connsiteY29" fmla="*/ 521493 h 1343025"/>
                  <a:gd name="connsiteX30" fmla="*/ 35718 w 1343025"/>
                  <a:gd name="connsiteY30" fmla="*/ 440531 h 1343025"/>
                  <a:gd name="connsiteX31" fmla="*/ 154781 w 1343025"/>
                  <a:gd name="connsiteY31" fmla="*/ 242887 h 1343025"/>
                  <a:gd name="connsiteX32" fmla="*/ 300037 w 1343025"/>
                  <a:gd name="connsiteY32" fmla="*/ 326231 h 1343025"/>
                  <a:gd name="connsiteX0-1" fmla="*/ 300037 w 1343025"/>
                  <a:gd name="connsiteY0-2" fmla="*/ 326231 h 1343025"/>
                  <a:gd name="connsiteX1-3" fmla="*/ 431006 w 1343025"/>
                  <a:gd name="connsiteY1-4" fmla="*/ 226218 h 1343025"/>
                  <a:gd name="connsiteX2-5" fmla="*/ 378618 w 1343025"/>
                  <a:gd name="connsiteY2-6" fmla="*/ 61912 h 1343025"/>
                  <a:gd name="connsiteX3-7" fmla="*/ 602456 w 1343025"/>
                  <a:gd name="connsiteY3-8" fmla="*/ 0 h 1343025"/>
                  <a:gd name="connsiteX4-9" fmla="*/ 652462 w 1343025"/>
                  <a:gd name="connsiteY4-10" fmla="*/ 171450 h 1343025"/>
                  <a:gd name="connsiteX5-11" fmla="*/ 816768 w 1343025"/>
                  <a:gd name="connsiteY5-12" fmla="*/ 185737 h 1343025"/>
                  <a:gd name="connsiteX6-13" fmla="*/ 900112 w 1343025"/>
                  <a:gd name="connsiteY6-14" fmla="*/ 40481 h 1343025"/>
                  <a:gd name="connsiteX7-15" fmla="*/ 1104900 w 1343025"/>
                  <a:gd name="connsiteY7-16" fmla="*/ 150018 h 1343025"/>
                  <a:gd name="connsiteX8-17" fmla="*/ 1014412 w 1343025"/>
                  <a:gd name="connsiteY8-18" fmla="*/ 295275 h 1343025"/>
                  <a:gd name="connsiteX9-19" fmla="*/ 1119187 w 1343025"/>
                  <a:gd name="connsiteY9-20" fmla="*/ 431006 h 1343025"/>
                  <a:gd name="connsiteX10-21" fmla="*/ 1281112 w 1343025"/>
                  <a:gd name="connsiteY10-22" fmla="*/ 373856 h 1343025"/>
                  <a:gd name="connsiteX11-23" fmla="*/ 1343025 w 1343025"/>
                  <a:gd name="connsiteY11-24" fmla="*/ 602456 h 1343025"/>
                  <a:gd name="connsiteX12-25" fmla="*/ 1173956 w 1343025"/>
                  <a:gd name="connsiteY12-26" fmla="*/ 645318 h 1343025"/>
                  <a:gd name="connsiteX13-27" fmla="*/ 1157287 w 1343025"/>
                  <a:gd name="connsiteY13-28" fmla="*/ 812006 h 1343025"/>
                  <a:gd name="connsiteX14-29" fmla="*/ 1307306 w 1343025"/>
                  <a:gd name="connsiteY14-30" fmla="*/ 892968 h 1343025"/>
                  <a:gd name="connsiteX15-31" fmla="*/ 1193006 w 1343025"/>
                  <a:gd name="connsiteY15-32" fmla="*/ 1097756 h 1343025"/>
                  <a:gd name="connsiteX16-33" fmla="*/ 1040606 w 1343025"/>
                  <a:gd name="connsiteY16-34" fmla="*/ 1009650 h 1343025"/>
                  <a:gd name="connsiteX17-35" fmla="*/ 919162 w 1343025"/>
                  <a:gd name="connsiteY17-36" fmla="*/ 1112043 h 1343025"/>
                  <a:gd name="connsiteX18-37" fmla="*/ 973931 w 1343025"/>
                  <a:gd name="connsiteY18-38" fmla="*/ 1276350 h 1343025"/>
                  <a:gd name="connsiteX19-39" fmla="*/ 745331 w 1343025"/>
                  <a:gd name="connsiteY19-40" fmla="*/ 1343025 h 1343025"/>
                  <a:gd name="connsiteX20-41" fmla="*/ 695325 w 1343025"/>
                  <a:gd name="connsiteY20-42" fmla="*/ 1171575 h 1343025"/>
                  <a:gd name="connsiteX21-43" fmla="*/ 535781 w 1343025"/>
                  <a:gd name="connsiteY21-44" fmla="*/ 1157287 h 1343025"/>
                  <a:gd name="connsiteX22-45" fmla="*/ 452437 w 1343025"/>
                  <a:gd name="connsiteY22-46" fmla="*/ 1304925 h 1343025"/>
                  <a:gd name="connsiteX23-47" fmla="*/ 245268 w 1343025"/>
                  <a:gd name="connsiteY23-48" fmla="*/ 1193006 h 1343025"/>
                  <a:gd name="connsiteX24-49" fmla="*/ 333375 w 1343025"/>
                  <a:gd name="connsiteY24-50" fmla="*/ 1042987 h 1343025"/>
                  <a:gd name="connsiteX25-51" fmla="*/ 226218 w 1343025"/>
                  <a:gd name="connsiteY25-52" fmla="*/ 909637 h 1343025"/>
                  <a:gd name="connsiteX26-53" fmla="*/ 59531 w 1343025"/>
                  <a:gd name="connsiteY26-54" fmla="*/ 964406 h 1343025"/>
                  <a:gd name="connsiteX27-55" fmla="*/ 0 w 1343025"/>
                  <a:gd name="connsiteY27-56" fmla="*/ 733425 h 1343025"/>
                  <a:gd name="connsiteX28-57" fmla="*/ 173831 w 1343025"/>
                  <a:gd name="connsiteY28-58" fmla="*/ 692943 h 1343025"/>
                  <a:gd name="connsiteX29-59" fmla="*/ 190500 w 1343025"/>
                  <a:gd name="connsiteY29-60" fmla="*/ 521493 h 1343025"/>
                  <a:gd name="connsiteX30-61" fmla="*/ 35718 w 1343025"/>
                  <a:gd name="connsiteY30-62" fmla="*/ 440531 h 1343025"/>
                  <a:gd name="connsiteX31-63" fmla="*/ 154781 w 1343025"/>
                  <a:gd name="connsiteY31-64" fmla="*/ 242887 h 1343025"/>
                  <a:gd name="connsiteX32-65" fmla="*/ 300037 w 1343025"/>
                  <a:gd name="connsiteY32-66" fmla="*/ 326231 h 1343025"/>
                  <a:gd name="connsiteX0-67" fmla="*/ 300037 w 1343025"/>
                  <a:gd name="connsiteY0-68" fmla="*/ 326231 h 1343025"/>
                  <a:gd name="connsiteX1-69" fmla="*/ 431006 w 1343025"/>
                  <a:gd name="connsiteY1-70" fmla="*/ 226218 h 1343025"/>
                  <a:gd name="connsiteX2-71" fmla="*/ 378618 w 1343025"/>
                  <a:gd name="connsiteY2-72" fmla="*/ 61912 h 1343025"/>
                  <a:gd name="connsiteX3-73" fmla="*/ 602456 w 1343025"/>
                  <a:gd name="connsiteY3-74" fmla="*/ 0 h 1343025"/>
                  <a:gd name="connsiteX4-75" fmla="*/ 652462 w 1343025"/>
                  <a:gd name="connsiteY4-76" fmla="*/ 171450 h 1343025"/>
                  <a:gd name="connsiteX5-77" fmla="*/ 816768 w 1343025"/>
                  <a:gd name="connsiteY5-78" fmla="*/ 185737 h 1343025"/>
                  <a:gd name="connsiteX6-79" fmla="*/ 900112 w 1343025"/>
                  <a:gd name="connsiteY6-80" fmla="*/ 40481 h 1343025"/>
                  <a:gd name="connsiteX7-81" fmla="*/ 1104900 w 1343025"/>
                  <a:gd name="connsiteY7-82" fmla="*/ 150018 h 1343025"/>
                  <a:gd name="connsiteX8-83" fmla="*/ 1014412 w 1343025"/>
                  <a:gd name="connsiteY8-84" fmla="*/ 295275 h 1343025"/>
                  <a:gd name="connsiteX9-85" fmla="*/ 1119187 w 1343025"/>
                  <a:gd name="connsiteY9-86" fmla="*/ 431006 h 1343025"/>
                  <a:gd name="connsiteX10-87" fmla="*/ 1281112 w 1343025"/>
                  <a:gd name="connsiteY10-88" fmla="*/ 373856 h 1343025"/>
                  <a:gd name="connsiteX11-89" fmla="*/ 1343025 w 1343025"/>
                  <a:gd name="connsiteY11-90" fmla="*/ 602456 h 1343025"/>
                  <a:gd name="connsiteX12-91" fmla="*/ 1173956 w 1343025"/>
                  <a:gd name="connsiteY12-92" fmla="*/ 645318 h 1343025"/>
                  <a:gd name="connsiteX13-93" fmla="*/ 1157287 w 1343025"/>
                  <a:gd name="connsiteY13-94" fmla="*/ 812006 h 1343025"/>
                  <a:gd name="connsiteX14-95" fmla="*/ 1307306 w 1343025"/>
                  <a:gd name="connsiteY14-96" fmla="*/ 892968 h 1343025"/>
                  <a:gd name="connsiteX15-97" fmla="*/ 1193006 w 1343025"/>
                  <a:gd name="connsiteY15-98" fmla="*/ 1097756 h 1343025"/>
                  <a:gd name="connsiteX16-99" fmla="*/ 1040606 w 1343025"/>
                  <a:gd name="connsiteY16-100" fmla="*/ 1009650 h 1343025"/>
                  <a:gd name="connsiteX17-101" fmla="*/ 919162 w 1343025"/>
                  <a:gd name="connsiteY17-102" fmla="*/ 1112043 h 1343025"/>
                  <a:gd name="connsiteX18-103" fmla="*/ 973931 w 1343025"/>
                  <a:gd name="connsiteY18-104" fmla="*/ 1276350 h 1343025"/>
                  <a:gd name="connsiteX19-105" fmla="*/ 745331 w 1343025"/>
                  <a:gd name="connsiteY19-106" fmla="*/ 1343025 h 1343025"/>
                  <a:gd name="connsiteX20-107" fmla="*/ 695325 w 1343025"/>
                  <a:gd name="connsiteY20-108" fmla="*/ 1171575 h 1343025"/>
                  <a:gd name="connsiteX21-109" fmla="*/ 535781 w 1343025"/>
                  <a:gd name="connsiteY21-110" fmla="*/ 1157287 h 1343025"/>
                  <a:gd name="connsiteX22-111" fmla="*/ 452437 w 1343025"/>
                  <a:gd name="connsiteY22-112" fmla="*/ 1304925 h 1343025"/>
                  <a:gd name="connsiteX23-113" fmla="*/ 245268 w 1343025"/>
                  <a:gd name="connsiteY23-114" fmla="*/ 1193006 h 1343025"/>
                  <a:gd name="connsiteX24-115" fmla="*/ 333375 w 1343025"/>
                  <a:gd name="connsiteY24-116" fmla="*/ 1042987 h 1343025"/>
                  <a:gd name="connsiteX25-117" fmla="*/ 226218 w 1343025"/>
                  <a:gd name="connsiteY25-118" fmla="*/ 909637 h 1343025"/>
                  <a:gd name="connsiteX26-119" fmla="*/ 59531 w 1343025"/>
                  <a:gd name="connsiteY26-120" fmla="*/ 964406 h 1343025"/>
                  <a:gd name="connsiteX27-121" fmla="*/ 0 w 1343025"/>
                  <a:gd name="connsiteY27-122" fmla="*/ 733425 h 1343025"/>
                  <a:gd name="connsiteX28-123" fmla="*/ 173831 w 1343025"/>
                  <a:gd name="connsiteY28-124" fmla="*/ 692943 h 1343025"/>
                  <a:gd name="connsiteX29-125" fmla="*/ 190500 w 1343025"/>
                  <a:gd name="connsiteY29-126" fmla="*/ 521493 h 1343025"/>
                  <a:gd name="connsiteX30-127" fmla="*/ 35718 w 1343025"/>
                  <a:gd name="connsiteY30-128" fmla="*/ 440531 h 1343025"/>
                  <a:gd name="connsiteX31-129" fmla="*/ 154781 w 1343025"/>
                  <a:gd name="connsiteY31-130" fmla="*/ 242887 h 1343025"/>
                  <a:gd name="connsiteX32-131" fmla="*/ 300037 w 1343025"/>
                  <a:gd name="connsiteY32-132" fmla="*/ 326231 h 1343025"/>
                  <a:gd name="connsiteX0-133" fmla="*/ 300037 w 1343025"/>
                  <a:gd name="connsiteY0-134" fmla="*/ 326231 h 1343025"/>
                  <a:gd name="connsiteX1-135" fmla="*/ 431006 w 1343025"/>
                  <a:gd name="connsiteY1-136" fmla="*/ 226218 h 1343025"/>
                  <a:gd name="connsiteX2-137" fmla="*/ 378618 w 1343025"/>
                  <a:gd name="connsiteY2-138" fmla="*/ 61912 h 1343025"/>
                  <a:gd name="connsiteX3-139" fmla="*/ 602456 w 1343025"/>
                  <a:gd name="connsiteY3-140" fmla="*/ 0 h 1343025"/>
                  <a:gd name="connsiteX4-141" fmla="*/ 652462 w 1343025"/>
                  <a:gd name="connsiteY4-142" fmla="*/ 171450 h 1343025"/>
                  <a:gd name="connsiteX5-143" fmla="*/ 816768 w 1343025"/>
                  <a:gd name="connsiteY5-144" fmla="*/ 185737 h 1343025"/>
                  <a:gd name="connsiteX6-145" fmla="*/ 900112 w 1343025"/>
                  <a:gd name="connsiteY6-146" fmla="*/ 40481 h 1343025"/>
                  <a:gd name="connsiteX7-147" fmla="*/ 1104900 w 1343025"/>
                  <a:gd name="connsiteY7-148" fmla="*/ 150018 h 1343025"/>
                  <a:gd name="connsiteX8-149" fmla="*/ 1014412 w 1343025"/>
                  <a:gd name="connsiteY8-150" fmla="*/ 295275 h 1343025"/>
                  <a:gd name="connsiteX9-151" fmla="*/ 1119187 w 1343025"/>
                  <a:gd name="connsiteY9-152" fmla="*/ 431006 h 1343025"/>
                  <a:gd name="connsiteX10-153" fmla="*/ 1281112 w 1343025"/>
                  <a:gd name="connsiteY10-154" fmla="*/ 373856 h 1343025"/>
                  <a:gd name="connsiteX11-155" fmla="*/ 1343025 w 1343025"/>
                  <a:gd name="connsiteY11-156" fmla="*/ 602456 h 1343025"/>
                  <a:gd name="connsiteX12-157" fmla="*/ 1173956 w 1343025"/>
                  <a:gd name="connsiteY12-158" fmla="*/ 645318 h 1343025"/>
                  <a:gd name="connsiteX13-159" fmla="*/ 1157287 w 1343025"/>
                  <a:gd name="connsiteY13-160" fmla="*/ 812006 h 1343025"/>
                  <a:gd name="connsiteX14-161" fmla="*/ 1307306 w 1343025"/>
                  <a:gd name="connsiteY14-162" fmla="*/ 892968 h 1343025"/>
                  <a:gd name="connsiteX15-163" fmla="*/ 1193006 w 1343025"/>
                  <a:gd name="connsiteY15-164" fmla="*/ 1097756 h 1343025"/>
                  <a:gd name="connsiteX16-165" fmla="*/ 1040606 w 1343025"/>
                  <a:gd name="connsiteY16-166" fmla="*/ 1009650 h 1343025"/>
                  <a:gd name="connsiteX17-167" fmla="*/ 919162 w 1343025"/>
                  <a:gd name="connsiteY17-168" fmla="*/ 1112043 h 1343025"/>
                  <a:gd name="connsiteX18-169" fmla="*/ 973931 w 1343025"/>
                  <a:gd name="connsiteY18-170" fmla="*/ 1276350 h 1343025"/>
                  <a:gd name="connsiteX19-171" fmla="*/ 745331 w 1343025"/>
                  <a:gd name="connsiteY19-172" fmla="*/ 1343025 h 1343025"/>
                  <a:gd name="connsiteX20-173" fmla="*/ 695325 w 1343025"/>
                  <a:gd name="connsiteY20-174" fmla="*/ 1171575 h 1343025"/>
                  <a:gd name="connsiteX21-175" fmla="*/ 535781 w 1343025"/>
                  <a:gd name="connsiteY21-176" fmla="*/ 1157287 h 1343025"/>
                  <a:gd name="connsiteX22-177" fmla="*/ 452437 w 1343025"/>
                  <a:gd name="connsiteY22-178" fmla="*/ 1304925 h 1343025"/>
                  <a:gd name="connsiteX23-179" fmla="*/ 245268 w 1343025"/>
                  <a:gd name="connsiteY23-180" fmla="*/ 1193006 h 1343025"/>
                  <a:gd name="connsiteX24-181" fmla="*/ 333375 w 1343025"/>
                  <a:gd name="connsiteY24-182" fmla="*/ 1042987 h 1343025"/>
                  <a:gd name="connsiteX25-183" fmla="*/ 226218 w 1343025"/>
                  <a:gd name="connsiteY25-184" fmla="*/ 909637 h 1343025"/>
                  <a:gd name="connsiteX26-185" fmla="*/ 59531 w 1343025"/>
                  <a:gd name="connsiteY26-186" fmla="*/ 964406 h 1343025"/>
                  <a:gd name="connsiteX27-187" fmla="*/ 0 w 1343025"/>
                  <a:gd name="connsiteY27-188" fmla="*/ 733425 h 1343025"/>
                  <a:gd name="connsiteX28-189" fmla="*/ 173831 w 1343025"/>
                  <a:gd name="connsiteY28-190" fmla="*/ 692943 h 1343025"/>
                  <a:gd name="connsiteX29-191" fmla="*/ 190500 w 1343025"/>
                  <a:gd name="connsiteY29-192" fmla="*/ 521493 h 1343025"/>
                  <a:gd name="connsiteX30-193" fmla="*/ 35718 w 1343025"/>
                  <a:gd name="connsiteY30-194" fmla="*/ 440531 h 1343025"/>
                  <a:gd name="connsiteX31-195" fmla="*/ 154781 w 1343025"/>
                  <a:gd name="connsiteY31-196" fmla="*/ 242887 h 1343025"/>
                  <a:gd name="connsiteX32-197" fmla="*/ 300037 w 1343025"/>
                  <a:gd name="connsiteY32-198" fmla="*/ 326231 h 1343025"/>
                  <a:gd name="connsiteX0-199" fmla="*/ 300037 w 1343025"/>
                  <a:gd name="connsiteY0-200" fmla="*/ 326231 h 1343025"/>
                  <a:gd name="connsiteX1-201" fmla="*/ 431006 w 1343025"/>
                  <a:gd name="connsiteY1-202" fmla="*/ 226218 h 1343025"/>
                  <a:gd name="connsiteX2-203" fmla="*/ 378618 w 1343025"/>
                  <a:gd name="connsiteY2-204" fmla="*/ 61912 h 1343025"/>
                  <a:gd name="connsiteX3-205" fmla="*/ 602456 w 1343025"/>
                  <a:gd name="connsiteY3-206" fmla="*/ 0 h 1343025"/>
                  <a:gd name="connsiteX4-207" fmla="*/ 652462 w 1343025"/>
                  <a:gd name="connsiteY4-208" fmla="*/ 171450 h 1343025"/>
                  <a:gd name="connsiteX5-209" fmla="*/ 816768 w 1343025"/>
                  <a:gd name="connsiteY5-210" fmla="*/ 185737 h 1343025"/>
                  <a:gd name="connsiteX6-211" fmla="*/ 900112 w 1343025"/>
                  <a:gd name="connsiteY6-212" fmla="*/ 40481 h 1343025"/>
                  <a:gd name="connsiteX7-213" fmla="*/ 1104900 w 1343025"/>
                  <a:gd name="connsiteY7-214" fmla="*/ 150018 h 1343025"/>
                  <a:gd name="connsiteX8-215" fmla="*/ 1014412 w 1343025"/>
                  <a:gd name="connsiteY8-216" fmla="*/ 295275 h 1343025"/>
                  <a:gd name="connsiteX9-217" fmla="*/ 1119187 w 1343025"/>
                  <a:gd name="connsiteY9-218" fmla="*/ 431006 h 1343025"/>
                  <a:gd name="connsiteX10-219" fmla="*/ 1281112 w 1343025"/>
                  <a:gd name="connsiteY10-220" fmla="*/ 373856 h 1343025"/>
                  <a:gd name="connsiteX11-221" fmla="*/ 1343025 w 1343025"/>
                  <a:gd name="connsiteY11-222" fmla="*/ 602456 h 1343025"/>
                  <a:gd name="connsiteX12-223" fmla="*/ 1173956 w 1343025"/>
                  <a:gd name="connsiteY12-224" fmla="*/ 645318 h 1343025"/>
                  <a:gd name="connsiteX13-225" fmla="*/ 1157287 w 1343025"/>
                  <a:gd name="connsiteY13-226" fmla="*/ 812006 h 1343025"/>
                  <a:gd name="connsiteX14-227" fmla="*/ 1307306 w 1343025"/>
                  <a:gd name="connsiteY14-228" fmla="*/ 892968 h 1343025"/>
                  <a:gd name="connsiteX15-229" fmla="*/ 1193006 w 1343025"/>
                  <a:gd name="connsiteY15-230" fmla="*/ 1097756 h 1343025"/>
                  <a:gd name="connsiteX16-231" fmla="*/ 1040606 w 1343025"/>
                  <a:gd name="connsiteY16-232" fmla="*/ 1009650 h 1343025"/>
                  <a:gd name="connsiteX17-233" fmla="*/ 919162 w 1343025"/>
                  <a:gd name="connsiteY17-234" fmla="*/ 1112043 h 1343025"/>
                  <a:gd name="connsiteX18-235" fmla="*/ 973931 w 1343025"/>
                  <a:gd name="connsiteY18-236" fmla="*/ 1276350 h 1343025"/>
                  <a:gd name="connsiteX19-237" fmla="*/ 745331 w 1343025"/>
                  <a:gd name="connsiteY19-238" fmla="*/ 1343025 h 1343025"/>
                  <a:gd name="connsiteX20-239" fmla="*/ 695325 w 1343025"/>
                  <a:gd name="connsiteY20-240" fmla="*/ 1171575 h 1343025"/>
                  <a:gd name="connsiteX21-241" fmla="*/ 535781 w 1343025"/>
                  <a:gd name="connsiteY21-242" fmla="*/ 1157287 h 1343025"/>
                  <a:gd name="connsiteX22-243" fmla="*/ 452437 w 1343025"/>
                  <a:gd name="connsiteY22-244" fmla="*/ 1304925 h 1343025"/>
                  <a:gd name="connsiteX23-245" fmla="*/ 245268 w 1343025"/>
                  <a:gd name="connsiteY23-246" fmla="*/ 1193006 h 1343025"/>
                  <a:gd name="connsiteX24-247" fmla="*/ 333375 w 1343025"/>
                  <a:gd name="connsiteY24-248" fmla="*/ 1042987 h 1343025"/>
                  <a:gd name="connsiteX25-249" fmla="*/ 226218 w 1343025"/>
                  <a:gd name="connsiteY25-250" fmla="*/ 909637 h 1343025"/>
                  <a:gd name="connsiteX26-251" fmla="*/ 59531 w 1343025"/>
                  <a:gd name="connsiteY26-252" fmla="*/ 964406 h 1343025"/>
                  <a:gd name="connsiteX27-253" fmla="*/ 0 w 1343025"/>
                  <a:gd name="connsiteY27-254" fmla="*/ 733425 h 1343025"/>
                  <a:gd name="connsiteX28-255" fmla="*/ 173831 w 1343025"/>
                  <a:gd name="connsiteY28-256" fmla="*/ 692943 h 1343025"/>
                  <a:gd name="connsiteX29-257" fmla="*/ 190500 w 1343025"/>
                  <a:gd name="connsiteY29-258" fmla="*/ 521493 h 1343025"/>
                  <a:gd name="connsiteX30-259" fmla="*/ 35718 w 1343025"/>
                  <a:gd name="connsiteY30-260" fmla="*/ 440531 h 1343025"/>
                  <a:gd name="connsiteX31-261" fmla="*/ 154781 w 1343025"/>
                  <a:gd name="connsiteY31-262" fmla="*/ 242887 h 1343025"/>
                  <a:gd name="connsiteX32-263" fmla="*/ 300037 w 1343025"/>
                  <a:gd name="connsiteY32-264" fmla="*/ 326231 h 1343025"/>
                  <a:gd name="connsiteX0-265" fmla="*/ 300037 w 1343025"/>
                  <a:gd name="connsiteY0-266" fmla="*/ 326231 h 1343025"/>
                  <a:gd name="connsiteX1-267" fmla="*/ 431006 w 1343025"/>
                  <a:gd name="connsiteY1-268" fmla="*/ 226218 h 1343025"/>
                  <a:gd name="connsiteX2-269" fmla="*/ 378618 w 1343025"/>
                  <a:gd name="connsiteY2-270" fmla="*/ 61912 h 1343025"/>
                  <a:gd name="connsiteX3-271" fmla="*/ 602456 w 1343025"/>
                  <a:gd name="connsiteY3-272" fmla="*/ 0 h 1343025"/>
                  <a:gd name="connsiteX4-273" fmla="*/ 652462 w 1343025"/>
                  <a:gd name="connsiteY4-274" fmla="*/ 171450 h 1343025"/>
                  <a:gd name="connsiteX5-275" fmla="*/ 816768 w 1343025"/>
                  <a:gd name="connsiteY5-276" fmla="*/ 185737 h 1343025"/>
                  <a:gd name="connsiteX6-277" fmla="*/ 900112 w 1343025"/>
                  <a:gd name="connsiteY6-278" fmla="*/ 40481 h 1343025"/>
                  <a:gd name="connsiteX7-279" fmla="*/ 1104900 w 1343025"/>
                  <a:gd name="connsiteY7-280" fmla="*/ 150018 h 1343025"/>
                  <a:gd name="connsiteX8-281" fmla="*/ 1014412 w 1343025"/>
                  <a:gd name="connsiteY8-282" fmla="*/ 295275 h 1343025"/>
                  <a:gd name="connsiteX9-283" fmla="*/ 1119187 w 1343025"/>
                  <a:gd name="connsiteY9-284" fmla="*/ 431006 h 1343025"/>
                  <a:gd name="connsiteX10-285" fmla="*/ 1281112 w 1343025"/>
                  <a:gd name="connsiteY10-286" fmla="*/ 373856 h 1343025"/>
                  <a:gd name="connsiteX11-287" fmla="*/ 1343025 w 1343025"/>
                  <a:gd name="connsiteY11-288" fmla="*/ 602456 h 1343025"/>
                  <a:gd name="connsiteX12-289" fmla="*/ 1173956 w 1343025"/>
                  <a:gd name="connsiteY12-290" fmla="*/ 645318 h 1343025"/>
                  <a:gd name="connsiteX13-291" fmla="*/ 1157287 w 1343025"/>
                  <a:gd name="connsiteY13-292" fmla="*/ 812006 h 1343025"/>
                  <a:gd name="connsiteX14-293" fmla="*/ 1307306 w 1343025"/>
                  <a:gd name="connsiteY14-294" fmla="*/ 892968 h 1343025"/>
                  <a:gd name="connsiteX15-295" fmla="*/ 1193006 w 1343025"/>
                  <a:gd name="connsiteY15-296" fmla="*/ 1097756 h 1343025"/>
                  <a:gd name="connsiteX16-297" fmla="*/ 1040606 w 1343025"/>
                  <a:gd name="connsiteY16-298" fmla="*/ 1009650 h 1343025"/>
                  <a:gd name="connsiteX17-299" fmla="*/ 919162 w 1343025"/>
                  <a:gd name="connsiteY17-300" fmla="*/ 1112043 h 1343025"/>
                  <a:gd name="connsiteX18-301" fmla="*/ 973931 w 1343025"/>
                  <a:gd name="connsiteY18-302" fmla="*/ 1276350 h 1343025"/>
                  <a:gd name="connsiteX19-303" fmla="*/ 745331 w 1343025"/>
                  <a:gd name="connsiteY19-304" fmla="*/ 1343025 h 1343025"/>
                  <a:gd name="connsiteX20-305" fmla="*/ 695325 w 1343025"/>
                  <a:gd name="connsiteY20-306" fmla="*/ 1171575 h 1343025"/>
                  <a:gd name="connsiteX21-307" fmla="*/ 535781 w 1343025"/>
                  <a:gd name="connsiteY21-308" fmla="*/ 1157287 h 1343025"/>
                  <a:gd name="connsiteX22-309" fmla="*/ 452437 w 1343025"/>
                  <a:gd name="connsiteY22-310" fmla="*/ 1304925 h 1343025"/>
                  <a:gd name="connsiteX23-311" fmla="*/ 245268 w 1343025"/>
                  <a:gd name="connsiteY23-312" fmla="*/ 1193006 h 1343025"/>
                  <a:gd name="connsiteX24-313" fmla="*/ 333375 w 1343025"/>
                  <a:gd name="connsiteY24-314" fmla="*/ 1042987 h 1343025"/>
                  <a:gd name="connsiteX25-315" fmla="*/ 226218 w 1343025"/>
                  <a:gd name="connsiteY25-316" fmla="*/ 909637 h 1343025"/>
                  <a:gd name="connsiteX26-317" fmla="*/ 59531 w 1343025"/>
                  <a:gd name="connsiteY26-318" fmla="*/ 964406 h 1343025"/>
                  <a:gd name="connsiteX27-319" fmla="*/ 0 w 1343025"/>
                  <a:gd name="connsiteY27-320" fmla="*/ 733425 h 1343025"/>
                  <a:gd name="connsiteX28-321" fmla="*/ 173831 w 1343025"/>
                  <a:gd name="connsiteY28-322" fmla="*/ 692943 h 1343025"/>
                  <a:gd name="connsiteX29-323" fmla="*/ 190500 w 1343025"/>
                  <a:gd name="connsiteY29-324" fmla="*/ 521493 h 1343025"/>
                  <a:gd name="connsiteX30-325" fmla="*/ 35718 w 1343025"/>
                  <a:gd name="connsiteY30-326" fmla="*/ 440531 h 1343025"/>
                  <a:gd name="connsiteX31-327" fmla="*/ 154781 w 1343025"/>
                  <a:gd name="connsiteY31-328" fmla="*/ 242887 h 1343025"/>
                  <a:gd name="connsiteX32-329" fmla="*/ 300037 w 1343025"/>
                  <a:gd name="connsiteY32-330" fmla="*/ 326231 h 1343025"/>
                  <a:gd name="connsiteX0-331" fmla="*/ 300037 w 1343025"/>
                  <a:gd name="connsiteY0-332" fmla="*/ 326231 h 1343025"/>
                  <a:gd name="connsiteX1-333" fmla="*/ 431006 w 1343025"/>
                  <a:gd name="connsiteY1-334" fmla="*/ 226218 h 1343025"/>
                  <a:gd name="connsiteX2-335" fmla="*/ 378618 w 1343025"/>
                  <a:gd name="connsiteY2-336" fmla="*/ 61912 h 1343025"/>
                  <a:gd name="connsiteX3-337" fmla="*/ 602456 w 1343025"/>
                  <a:gd name="connsiteY3-338" fmla="*/ 0 h 1343025"/>
                  <a:gd name="connsiteX4-339" fmla="*/ 652462 w 1343025"/>
                  <a:gd name="connsiteY4-340" fmla="*/ 171450 h 1343025"/>
                  <a:gd name="connsiteX5-341" fmla="*/ 816768 w 1343025"/>
                  <a:gd name="connsiteY5-342" fmla="*/ 185737 h 1343025"/>
                  <a:gd name="connsiteX6-343" fmla="*/ 900112 w 1343025"/>
                  <a:gd name="connsiteY6-344" fmla="*/ 40481 h 1343025"/>
                  <a:gd name="connsiteX7-345" fmla="*/ 1104900 w 1343025"/>
                  <a:gd name="connsiteY7-346" fmla="*/ 150018 h 1343025"/>
                  <a:gd name="connsiteX8-347" fmla="*/ 1014412 w 1343025"/>
                  <a:gd name="connsiteY8-348" fmla="*/ 295275 h 1343025"/>
                  <a:gd name="connsiteX9-349" fmla="*/ 1119187 w 1343025"/>
                  <a:gd name="connsiteY9-350" fmla="*/ 431006 h 1343025"/>
                  <a:gd name="connsiteX10-351" fmla="*/ 1281112 w 1343025"/>
                  <a:gd name="connsiteY10-352" fmla="*/ 373856 h 1343025"/>
                  <a:gd name="connsiteX11-353" fmla="*/ 1343025 w 1343025"/>
                  <a:gd name="connsiteY11-354" fmla="*/ 602456 h 1343025"/>
                  <a:gd name="connsiteX12-355" fmla="*/ 1173956 w 1343025"/>
                  <a:gd name="connsiteY12-356" fmla="*/ 645318 h 1343025"/>
                  <a:gd name="connsiteX13-357" fmla="*/ 1157287 w 1343025"/>
                  <a:gd name="connsiteY13-358" fmla="*/ 812006 h 1343025"/>
                  <a:gd name="connsiteX14-359" fmla="*/ 1307306 w 1343025"/>
                  <a:gd name="connsiteY14-360" fmla="*/ 892968 h 1343025"/>
                  <a:gd name="connsiteX15-361" fmla="*/ 1193006 w 1343025"/>
                  <a:gd name="connsiteY15-362" fmla="*/ 1097756 h 1343025"/>
                  <a:gd name="connsiteX16-363" fmla="*/ 1040606 w 1343025"/>
                  <a:gd name="connsiteY16-364" fmla="*/ 1009650 h 1343025"/>
                  <a:gd name="connsiteX17-365" fmla="*/ 919162 w 1343025"/>
                  <a:gd name="connsiteY17-366" fmla="*/ 1112043 h 1343025"/>
                  <a:gd name="connsiteX18-367" fmla="*/ 973931 w 1343025"/>
                  <a:gd name="connsiteY18-368" fmla="*/ 1276350 h 1343025"/>
                  <a:gd name="connsiteX19-369" fmla="*/ 745331 w 1343025"/>
                  <a:gd name="connsiteY19-370" fmla="*/ 1343025 h 1343025"/>
                  <a:gd name="connsiteX20-371" fmla="*/ 695325 w 1343025"/>
                  <a:gd name="connsiteY20-372" fmla="*/ 1171575 h 1343025"/>
                  <a:gd name="connsiteX21-373" fmla="*/ 535781 w 1343025"/>
                  <a:gd name="connsiteY21-374" fmla="*/ 1157287 h 1343025"/>
                  <a:gd name="connsiteX22-375" fmla="*/ 452437 w 1343025"/>
                  <a:gd name="connsiteY22-376" fmla="*/ 1304925 h 1343025"/>
                  <a:gd name="connsiteX23-377" fmla="*/ 245268 w 1343025"/>
                  <a:gd name="connsiteY23-378" fmla="*/ 1193006 h 1343025"/>
                  <a:gd name="connsiteX24-379" fmla="*/ 333375 w 1343025"/>
                  <a:gd name="connsiteY24-380" fmla="*/ 1042987 h 1343025"/>
                  <a:gd name="connsiteX25-381" fmla="*/ 226218 w 1343025"/>
                  <a:gd name="connsiteY25-382" fmla="*/ 909637 h 1343025"/>
                  <a:gd name="connsiteX26-383" fmla="*/ 59531 w 1343025"/>
                  <a:gd name="connsiteY26-384" fmla="*/ 964406 h 1343025"/>
                  <a:gd name="connsiteX27-385" fmla="*/ 0 w 1343025"/>
                  <a:gd name="connsiteY27-386" fmla="*/ 733425 h 1343025"/>
                  <a:gd name="connsiteX28-387" fmla="*/ 173831 w 1343025"/>
                  <a:gd name="connsiteY28-388" fmla="*/ 692943 h 1343025"/>
                  <a:gd name="connsiteX29-389" fmla="*/ 190500 w 1343025"/>
                  <a:gd name="connsiteY29-390" fmla="*/ 521493 h 1343025"/>
                  <a:gd name="connsiteX30-391" fmla="*/ 35718 w 1343025"/>
                  <a:gd name="connsiteY30-392" fmla="*/ 440531 h 1343025"/>
                  <a:gd name="connsiteX31-393" fmla="*/ 154781 w 1343025"/>
                  <a:gd name="connsiteY31-394" fmla="*/ 242887 h 1343025"/>
                  <a:gd name="connsiteX32-395" fmla="*/ 300037 w 1343025"/>
                  <a:gd name="connsiteY32-396" fmla="*/ 326231 h 1343025"/>
                  <a:gd name="connsiteX0-397" fmla="*/ 297656 w 1343025"/>
                  <a:gd name="connsiteY0-398" fmla="*/ 330993 h 1343025"/>
                  <a:gd name="connsiteX1-399" fmla="*/ 431006 w 1343025"/>
                  <a:gd name="connsiteY1-400" fmla="*/ 226218 h 1343025"/>
                  <a:gd name="connsiteX2-401" fmla="*/ 378618 w 1343025"/>
                  <a:gd name="connsiteY2-402" fmla="*/ 61912 h 1343025"/>
                  <a:gd name="connsiteX3-403" fmla="*/ 602456 w 1343025"/>
                  <a:gd name="connsiteY3-404" fmla="*/ 0 h 1343025"/>
                  <a:gd name="connsiteX4-405" fmla="*/ 652462 w 1343025"/>
                  <a:gd name="connsiteY4-406" fmla="*/ 171450 h 1343025"/>
                  <a:gd name="connsiteX5-407" fmla="*/ 816768 w 1343025"/>
                  <a:gd name="connsiteY5-408" fmla="*/ 185737 h 1343025"/>
                  <a:gd name="connsiteX6-409" fmla="*/ 900112 w 1343025"/>
                  <a:gd name="connsiteY6-410" fmla="*/ 40481 h 1343025"/>
                  <a:gd name="connsiteX7-411" fmla="*/ 1104900 w 1343025"/>
                  <a:gd name="connsiteY7-412" fmla="*/ 150018 h 1343025"/>
                  <a:gd name="connsiteX8-413" fmla="*/ 1014412 w 1343025"/>
                  <a:gd name="connsiteY8-414" fmla="*/ 295275 h 1343025"/>
                  <a:gd name="connsiteX9-415" fmla="*/ 1119187 w 1343025"/>
                  <a:gd name="connsiteY9-416" fmla="*/ 431006 h 1343025"/>
                  <a:gd name="connsiteX10-417" fmla="*/ 1281112 w 1343025"/>
                  <a:gd name="connsiteY10-418" fmla="*/ 373856 h 1343025"/>
                  <a:gd name="connsiteX11-419" fmla="*/ 1343025 w 1343025"/>
                  <a:gd name="connsiteY11-420" fmla="*/ 602456 h 1343025"/>
                  <a:gd name="connsiteX12-421" fmla="*/ 1173956 w 1343025"/>
                  <a:gd name="connsiteY12-422" fmla="*/ 645318 h 1343025"/>
                  <a:gd name="connsiteX13-423" fmla="*/ 1157287 w 1343025"/>
                  <a:gd name="connsiteY13-424" fmla="*/ 812006 h 1343025"/>
                  <a:gd name="connsiteX14-425" fmla="*/ 1307306 w 1343025"/>
                  <a:gd name="connsiteY14-426" fmla="*/ 892968 h 1343025"/>
                  <a:gd name="connsiteX15-427" fmla="*/ 1193006 w 1343025"/>
                  <a:gd name="connsiteY15-428" fmla="*/ 1097756 h 1343025"/>
                  <a:gd name="connsiteX16-429" fmla="*/ 1040606 w 1343025"/>
                  <a:gd name="connsiteY16-430" fmla="*/ 1009650 h 1343025"/>
                  <a:gd name="connsiteX17-431" fmla="*/ 919162 w 1343025"/>
                  <a:gd name="connsiteY17-432" fmla="*/ 1112043 h 1343025"/>
                  <a:gd name="connsiteX18-433" fmla="*/ 973931 w 1343025"/>
                  <a:gd name="connsiteY18-434" fmla="*/ 1276350 h 1343025"/>
                  <a:gd name="connsiteX19-435" fmla="*/ 745331 w 1343025"/>
                  <a:gd name="connsiteY19-436" fmla="*/ 1343025 h 1343025"/>
                  <a:gd name="connsiteX20-437" fmla="*/ 695325 w 1343025"/>
                  <a:gd name="connsiteY20-438" fmla="*/ 1171575 h 1343025"/>
                  <a:gd name="connsiteX21-439" fmla="*/ 535781 w 1343025"/>
                  <a:gd name="connsiteY21-440" fmla="*/ 1157287 h 1343025"/>
                  <a:gd name="connsiteX22-441" fmla="*/ 452437 w 1343025"/>
                  <a:gd name="connsiteY22-442" fmla="*/ 1304925 h 1343025"/>
                  <a:gd name="connsiteX23-443" fmla="*/ 245268 w 1343025"/>
                  <a:gd name="connsiteY23-444" fmla="*/ 1193006 h 1343025"/>
                  <a:gd name="connsiteX24-445" fmla="*/ 333375 w 1343025"/>
                  <a:gd name="connsiteY24-446" fmla="*/ 1042987 h 1343025"/>
                  <a:gd name="connsiteX25-447" fmla="*/ 226218 w 1343025"/>
                  <a:gd name="connsiteY25-448" fmla="*/ 909637 h 1343025"/>
                  <a:gd name="connsiteX26-449" fmla="*/ 59531 w 1343025"/>
                  <a:gd name="connsiteY26-450" fmla="*/ 964406 h 1343025"/>
                  <a:gd name="connsiteX27-451" fmla="*/ 0 w 1343025"/>
                  <a:gd name="connsiteY27-452" fmla="*/ 733425 h 1343025"/>
                  <a:gd name="connsiteX28-453" fmla="*/ 173831 w 1343025"/>
                  <a:gd name="connsiteY28-454" fmla="*/ 692943 h 1343025"/>
                  <a:gd name="connsiteX29-455" fmla="*/ 190500 w 1343025"/>
                  <a:gd name="connsiteY29-456" fmla="*/ 521493 h 1343025"/>
                  <a:gd name="connsiteX30-457" fmla="*/ 35718 w 1343025"/>
                  <a:gd name="connsiteY30-458" fmla="*/ 440531 h 1343025"/>
                  <a:gd name="connsiteX31-459" fmla="*/ 154781 w 1343025"/>
                  <a:gd name="connsiteY31-460" fmla="*/ 242887 h 1343025"/>
                  <a:gd name="connsiteX32-461" fmla="*/ 297656 w 1343025"/>
                  <a:gd name="connsiteY32-462" fmla="*/ 330993 h 1343025"/>
                  <a:gd name="connsiteX0-463" fmla="*/ 297656 w 1343025"/>
                  <a:gd name="connsiteY0-464" fmla="*/ 330993 h 1343025"/>
                  <a:gd name="connsiteX1-465" fmla="*/ 431006 w 1343025"/>
                  <a:gd name="connsiteY1-466" fmla="*/ 226218 h 1343025"/>
                  <a:gd name="connsiteX2-467" fmla="*/ 378618 w 1343025"/>
                  <a:gd name="connsiteY2-468" fmla="*/ 61912 h 1343025"/>
                  <a:gd name="connsiteX3-469" fmla="*/ 602456 w 1343025"/>
                  <a:gd name="connsiteY3-470" fmla="*/ 0 h 1343025"/>
                  <a:gd name="connsiteX4-471" fmla="*/ 652462 w 1343025"/>
                  <a:gd name="connsiteY4-472" fmla="*/ 171450 h 1343025"/>
                  <a:gd name="connsiteX5-473" fmla="*/ 816768 w 1343025"/>
                  <a:gd name="connsiteY5-474" fmla="*/ 185737 h 1343025"/>
                  <a:gd name="connsiteX6-475" fmla="*/ 900112 w 1343025"/>
                  <a:gd name="connsiteY6-476" fmla="*/ 40481 h 1343025"/>
                  <a:gd name="connsiteX7-477" fmla="*/ 1104900 w 1343025"/>
                  <a:gd name="connsiteY7-478" fmla="*/ 150018 h 1343025"/>
                  <a:gd name="connsiteX8-479" fmla="*/ 1014412 w 1343025"/>
                  <a:gd name="connsiteY8-480" fmla="*/ 295275 h 1343025"/>
                  <a:gd name="connsiteX9-481" fmla="*/ 1119187 w 1343025"/>
                  <a:gd name="connsiteY9-482" fmla="*/ 431006 h 1343025"/>
                  <a:gd name="connsiteX10-483" fmla="*/ 1281112 w 1343025"/>
                  <a:gd name="connsiteY10-484" fmla="*/ 373856 h 1343025"/>
                  <a:gd name="connsiteX11-485" fmla="*/ 1343025 w 1343025"/>
                  <a:gd name="connsiteY11-486" fmla="*/ 602456 h 1343025"/>
                  <a:gd name="connsiteX12-487" fmla="*/ 1173956 w 1343025"/>
                  <a:gd name="connsiteY12-488" fmla="*/ 645318 h 1343025"/>
                  <a:gd name="connsiteX13-489" fmla="*/ 1157287 w 1343025"/>
                  <a:gd name="connsiteY13-490" fmla="*/ 812006 h 1343025"/>
                  <a:gd name="connsiteX14-491" fmla="*/ 1307306 w 1343025"/>
                  <a:gd name="connsiteY14-492" fmla="*/ 892968 h 1343025"/>
                  <a:gd name="connsiteX15-493" fmla="*/ 1193006 w 1343025"/>
                  <a:gd name="connsiteY15-494" fmla="*/ 1097756 h 1343025"/>
                  <a:gd name="connsiteX16-495" fmla="*/ 1040606 w 1343025"/>
                  <a:gd name="connsiteY16-496" fmla="*/ 1009650 h 1343025"/>
                  <a:gd name="connsiteX17-497" fmla="*/ 919162 w 1343025"/>
                  <a:gd name="connsiteY17-498" fmla="*/ 1112043 h 1343025"/>
                  <a:gd name="connsiteX18-499" fmla="*/ 973931 w 1343025"/>
                  <a:gd name="connsiteY18-500" fmla="*/ 1276350 h 1343025"/>
                  <a:gd name="connsiteX19-501" fmla="*/ 745331 w 1343025"/>
                  <a:gd name="connsiteY19-502" fmla="*/ 1343025 h 1343025"/>
                  <a:gd name="connsiteX20-503" fmla="*/ 695325 w 1343025"/>
                  <a:gd name="connsiteY20-504" fmla="*/ 1171575 h 1343025"/>
                  <a:gd name="connsiteX21-505" fmla="*/ 535781 w 1343025"/>
                  <a:gd name="connsiteY21-506" fmla="*/ 1157287 h 1343025"/>
                  <a:gd name="connsiteX22-507" fmla="*/ 452437 w 1343025"/>
                  <a:gd name="connsiteY22-508" fmla="*/ 1304925 h 1343025"/>
                  <a:gd name="connsiteX23-509" fmla="*/ 245268 w 1343025"/>
                  <a:gd name="connsiteY23-510" fmla="*/ 1193006 h 1343025"/>
                  <a:gd name="connsiteX24-511" fmla="*/ 333375 w 1343025"/>
                  <a:gd name="connsiteY24-512" fmla="*/ 1042987 h 1343025"/>
                  <a:gd name="connsiteX25-513" fmla="*/ 226218 w 1343025"/>
                  <a:gd name="connsiteY25-514" fmla="*/ 909637 h 1343025"/>
                  <a:gd name="connsiteX26-515" fmla="*/ 59531 w 1343025"/>
                  <a:gd name="connsiteY26-516" fmla="*/ 964406 h 1343025"/>
                  <a:gd name="connsiteX27-517" fmla="*/ 0 w 1343025"/>
                  <a:gd name="connsiteY27-518" fmla="*/ 733425 h 1343025"/>
                  <a:gd name="connsiteX28-519" fmla="*/ 173831 w 1343025"/>
                  <a:gd name="connsiteY28-520" fmla="*/ 692943 h 1343025"/>
                  <a:gd name="connsiteX29-521" fmla="*/ 190500 w 1343025"/>
                  <a:gd name="connsiteY29-522" fmla="*/ 521493 h 1343025"/>
                  <a:gd name="connsiteX30-523" fmla="*/ 35718 w 1343025"/>
                  <a:gd name="connsiteY30-524" fmla="*/ 440531 h 1343025"/>
                  <a:gd name="connsiteX31-525" fmla="*/ 154781 w 1343025"/>
                  <a:gd name="connsiteY31-526" fmla="*/ 242887 h 1343025"/>
                  <a:gd name="connsiteX32-527" fmla="*/ 297656 w 1343025"/>
                  <a:gd name="connsiteY32-528" fmla="*/ 330993 h 1343025"/>
                  <a:gd name="connsiteX0-529" fmla="*/ 297656 w 1343025"/>
                  <a:gd name="connsiteY0-530" fmla="*/ 330993 h 1343025"/>
                  <a:gd name="connsiteX1-531" fmla="*/ 431006 w 1343025"/>
                  <a:gd name="connsiteY1-532" fmla="*/ 226218 h 1343025"/>
                  <a:gd name="connsiteX2-533" fmla="*/ 378618 w 1343025"/>
                  <a:gd name="connsiteY2-534" fmla="*/ 61912 h 1343025"/>
                  <a:gd name="connsiteX3-535" fmla="*/ 602456 w 1343025"/>
                  <a:gd name="connsiteY3-536" fmla="*/ 0 h 1343025"/>
                  <a:gd name="connsiteX4-537" fmla="*/ 652462 w 1343025"/>
                  <a:gd name="connsiteY4-538" fmla="*/ 171450 h 1343025"/>
                  <a:gd name="connsiteX5-539" fmla="*/ 816768 w 1343025"/>
                  <a:gd name="connsiteY5-540" fmla="*/ 185737 h 1343025"/>
                  <a:gd name="connsiteX6-541" fmla="*/ 900112 w 1343025"/>
                  <a:gd name="connsiteY6-542" fmla="*/ 40481 h 1343025"/>
                  <a:gd name="connsiteX7-543" fmla="*/ 1104900 w 1343025"/>
                  <a:gd name="connsiteY7-544" fmla="*/ 150018 h 1343025"/>
                  <a:gd name="connsiteX8-545" fmla="*/ 1014412 w 1343025"/>
                  <a:gd name="connsiteY8-546" fmla="*/ 295275 h 1343025"/>
                  <a:gd name="connsiteX9-547" fmla="*/ 1119187 w 1343025"/>
                  <a:gd name="connsiteY9-548" fmla="*/ 431006 h 1343025"/>
                  <a:gd name="connsiteX10-549" fmla="*/ 1281112 w 1343025"/>
                  <a:gd name="connsiteY10-550" fmla="*/ 373856 h 1343025"/>
                  <a:gd name="connsiteX11-551" fmla="*/ 1343025 w 1343025"/>
                  <a:gd name="connsiteY11-552" fmla="*/ 602456 h 1343025"/>
                  <a:gd name="connsiteX12-553" fmla="*/ 1173956 w 1343025"/>
                  <a:gd name="connsiteY12-554" fmla="*/ 645318 h 1343025"/>
                  <a:gd name="connsiteX13-555" fmla="*/ 1157287 w 1343025"/>
                  <a:gd name="connsiteY13-556" fmla="*/ 812006 h 1343025"/>
                  <a:gd name="connsiteX14-557" fmla="*/ 1307306 w 1343025"/>
                  <a:gd name="connsiteY14-558" fmla="*/ 892968 h 1343025"/>
                  <a:gd name="connsiteX15-559" fmla="*/ 1193006 w 1343025"/>
                  <a:gd name="connsiteY15-560" fmla="*/ 1097756 h 1343025"/>
                  <a:gd name="connsiteX16-561" fmla="*/ 1040606 w 1343025"/>
                  <a:gd name="connsiteY16-562" fmla="*/ 1009650 h 1343025"/>
                  <a:gd name="connsiteX17-563" fmla="*/ 919162 w 1343025"/>
                  <a:gd name="connsiteY17-564" fmla="*/ 1112043 h 1343025"/>
                  <a:gd name="connsiteX18-565" fmla="*/ 973931 w 1343025"/>
                  <a:gd name="connsiteY18-566" fmla="*/ 1276350 h 1343025"/>
                  <a:gd name="connsiteX19-567" fmla="*/ 745331 w 1343025"/>
                  <a:gd name="connsiteY19-568" fmla="*/ 1343025 h 1343025"/>
                  <a:gd name="connsiteX20-569" fmla="*/ 695325 w 1343025"/>
                  <a:gd name="connsiteY20-570" fmla="*/ 1171575 h 1343025"/>
                  <a:gd name="connsiteX21-571" fmla="*/ 535781 w 1343025"/>
                  <a:gd name="connsiteY21-572" fmla="*/ 1157287 h 1343025"/>
                  <a:gd name="connsiteX22-573" fmla="*/ 452437 w 1343025"/>
                  <a:gd name="connsiteY22-574" fmla="*/ 1304925 h 1343025"/>
                  <a:gd name="connsiteX23-575" fmla="*/ 245268 w 1343025"/>
                  <a:gd name="connsiteY23-576" fmla="*/ 1193006 h 1343025"/>
                  <a:gd name="connsiteX24-577" fmla="*/ 333375 w 1343025"/>
                  <a:gd name="connsiteY24-578" fmla="*/ 1042987 h 1343025"/>
                  <a:gd name="connsiteX25-579" fmla="*/ 226218 w 1343025"/>
                  <a:gd name="connsiteY25-580" fmla="*/ 909637 h 1343025"/>
                  <a:gd name="connsiteX26-581" fmla="*/ 59531 w 1343025"/>
                  <a:gd name="connsiteY26-582" fmla="*/ 964406 h 1343025"/>
                  <a:gd name="connsiteX27-583" fmla="*/ 0 w 1343025"/>
                  <a:gd name="connsiteY27-584" fmla="*/ 733425 h 1343025"/>
                  <a:gd name="connsiteX28-585" fmla="*/ 173831 w 1343025"/>
                  <a:gd name="connsiteY28-586" fmla="*/ 692943 h 1343025"/>
                  <a:gd name="connsiteX29-587" fmla="*/ 190500 w 1343025"/>
                  <a:gd name="connsiteY29-588" fmla="*/ 521493 h 1343025"/>
                  <a:gd name="connsiteX30-589" fmla="*/ 35718 w 1343025"/>
                  <a:gd name="connsiteY30-590" fmla="*/ 440531 h 1343025"/>
                  <a:gd name="connsiteX31-591" fmla="*/ 154781 w 1343025"/>
                  <a:gd name="connsiteY31-592" fmla="*/ 242887 h 1343025"/>
                  <a:gd name="connsiteX32-593" fmla="*/ 297656 w 1343025"/>
                  <a:gd name="connsiteY32-594" fmla="*/ 330993 h 1343025"/>
                  <a:gd name="connsiteX0-595" fmla="*/ 297656 w 1343025"/>
                  <a:gd name="connsiteY0-596" fmla="*/ 330993 h 1343025"/>
                  <a:gd name="connsiteX1-597" fmla="*/ 431006 w 1343025"/>
                  <a:gd name="connsiteY1-598" fmla="*/ 226218 h 1343025"/>
                  <a:gd name="connsiteX2-599" fmla="*/ 378618 w 1343025"/>
                  <a:gd name="connsiteY2-600" fmla="*/ 61912 h 1343025"/>
                  <a:gd name="connsiteX3-601" fmla="*/ 602456 w 1343025"/>
                  <a:gd name="connsiteY3-602" fmla="*/ 0 h 1343025"/>
                  <a:gd name="connsiteX4-603" fmla="*/ 652462 w 1343025"/>
                  <a:gd name="connsiteY4-604" fmla="*/ 171450 h 1343025"/>
                  <a:gd name="connsiteX5-605" fmla="*/ 816768 w 1343025"/>
                  <a:gd name="connsiteY5-606" fmla="*/ 185737 h 1343025"/>
                  <a:gd name="connsiteX6-607" fmla="*/ 900112 w 1343025"/>
                  <a:gd name="connsiteY6-608" fmla="*/ 40481 h 1343025"/>
                  <a:gd name="connsiteX7-609" fmla="*/ 1104900 w 1343025"/>
                  <a:gd name="connsiteY7-610" fmla="*/ 150018 h 1343025"/>
                  <a:gd name="connsiteX8-611" fmla="*/ 1014412 w 1343025"/>
                  <a:gd name="connsiteY8-612" fmla="*/ 295275 h 1343025"/>
                  <a:gd name="connsiteX9-613" fmla="*/ 1119187 w 1343025"/>
                  <a:gd name="connsiteY9-614" fmla="*/ 431006 h 1343025"/>
                  <a:gd name="connsiteX10-615" fmla="*/ 1281112 w 1343025"/>
                  <a:gd name="connsiteY10-616" fmla="*/ 373856 h 1343025"/>
                  <a:gd name="connsiteX11-617" fmla="*/ 1343025 w 1343025"/>
                  <a:gd name="connsiteY11-618" fmla="*/ 602456 h 1343025"/>
                  <a:gd name="connsiteX12-619" fmla="*/ 1173956 w 1343025"/>
                  <a:gd name="connsiteY12-620" fmla="*/ 645318 h 1343025"/>
                  <a:gd name="connsiteX13-621" fmla="*/ 1157287 w 1343025"/>
                  <a:gd name="connsiteY13-622" fmla="*/ 812006 h 1343025"/>
                  <a:gd name="connsiteX14-623" fmla="*/ 1307306 w 1343025"/>
                  <a:gd name="connsiteY14-624" fmla="*/ 892968 h 1343025"/>
                  <a:gd name="connsiteX15-625" fmla="*/ 1193006 w 1343025"/>
                  <a:gd name="connsiteY15-626" fmla="*/ 1097756 h 1343025"/>
                  <a:gd name="connsiteX16-627" fmla="*/ 1040606 w 1343025"/>
                  <a:gd name="connsiteY16-628" fmla="*/ 1009650 h 1343025"/>
                  <a:gd name="connsiteX17-629" fmla="*/ 919162 w 1343025"/>
                  <a:gd name="connsiteY17-630" fmla="*/ 1112043 h 1343025"/>
                  <a:gd name="connsiteX18-631" fmla="*/ 973931 w 1343025"/>
                  <a:gd name="connsiteY18-632" fmla="*/ 1276350 h 1343025"/>
                  <a:gd name="connsiteX19-633" fmla="*/ 745331 w 1343025"/>
                  <a:gd name="connsiteY19-634" fmla="*/ 1343025 h 1343025"/>
                  <a:gd name="connsiteX20-635" fmla="*/ 695325 w 1343025"/>
                  <a:gd name="connsiteY20-636" fmla="*/ 1171575 h 1343025"/>
                  <a:gd name="connsiteX21-637" fmla="*/ 535781 w 1343025"/>
                  <a:gd name="connsiteY21-638" fmla="*/ 1157287 h 1343025"/>
                  <a:gd name="connsiteX22-639" fmla="*/ 452437 w 1343025"/>
                  <a:gd name="connsiteY22-640" fmla="*/ 1304925 h 1343025"/>
                  <a:gd name="connsiteX23-641" fmla="*/ 245268 w 1343025"/>
                  <a:gd name="connsiteY23-642" fmla="*/ 1193006 h 1343025"/>
                  <a:gd name="connsiteX24-643" fmla="*/ 333375 w 1343025"/>
                  <a:gd name="connsiteY24-644" fmla="*/ 1042987 h 1343025"/>
                  <a:gd name="connsiteX25-645" fmla="*/ 226218 w 1343025"/>
                  <a:gd name="connsiteY25-646" fmla="*/ 909637 h 1343025"/>
                  <a:gd name="connsiteX26-647" fmla="*/ 59531 w 1343025"/>
                  <a:gd name="connsiteY26-648" fmla="*/ 964406 h 1343025"/>
                  <a:gd name="connsiteX27-649" fmla="*/ 0 w 1343025"/>
                  <a:gd name="connsiteY27-650" fmla="*/ 733425 h 1343025"/>
                  <a:gd name="connsiteX28-651" fmla="*/ 173831 w 1343025"/>
                  <a:gd name="connsiteY28-652" fmla="*/ 692943 h 1343025"/>
                  <a:gd name="connsiteX29-653" fmla="*/ 190500 w 1343025"/>
                  <a:gd name="connsiteY29-654" fmla="*/ 521493 h 1343025"/>
                  <a:gd name="connsiteX30-655" fmla="*/ 35718 w 1343025"/>
                  <a:gd name="connsiteY30-656" fmla="*/ 440531 h 1343025"/>
                  <a:gd name="connsiteX31-657" fmla="*/ 154781 w 1343025"/>
                  <a:gd name="connsiteY31-658" fmla="*/ 242887 h 1343025"/>
                  <a:gd name="connsiteX32-659" fmla="*/ 297656 w 1343025"/>
                  <a:gd name="connsiteY32-660" fmla="*/ 330993 h 1343025"/>
                  <a:gd name="connsiteX0-661" fmla="*/ 297656 w 1343025"/>
                  <a:gd name="connsiteY0-662" fmla="*/ 330993 h 1343025"/>
                  <a:gd name="connsiteX1-663" fmla="*/ 431006 w 1343025"/>
                  <a:gd name="connsiteY1-664" fmla="*/ 226218 h 1343025"/>
                  <a:gd name="connsiteX2-665" fmla="*/ 378618 w 1343025"/>
                  <a:gd name="connsiteY2-666" fmla="*/ 61912 h 1343025"/>
                  <a:gd name="connsiteX3-667" fmla="*/ 602456 w 1343025"/>
                  <a:gd name="connsiteY3-668" fmla="*/ 0 h 1343025"/>
                  <a:gd name="connsiteX4-669" fmla="*/ 652462 w 1343025"/>
                  <a:gd name="connsiteY4-670" fmla="*/ 171450 h 1343025"/>
                  <a:gd name="connsiteX5-671" fmla="*/ 816768 w 1343025"/>
                  <a:gd name="connsiteY5-672" fmla="*/ 185737 h 1343025"/>
                  <a:gd name="connsiteX6-673" fmla="*/ 900112 w 1343025"/>
                  <a:gd name="connsiteY6-674" fmla="*/ 40481 h 1343025"/>
                  <a:gd name="connsiteX7-675" fmla="*/ 1104900 w 1343025"/>
                  <a:gd name="connsiteY7-676" fmla="*/ 150018 h 1343025"/>
                  <a:gd name="connsiteX8-677" fmla="*/ 1014412 w 1343025"/>
                  <a:gd name="connsiteY8-678" fmla="*/ 295275 h 1343025"/>
                  <a:gd name="connsiteX9-679" fmla="*/ 1119187 w 1343025"/>
                  <a:gd name="connsiteY9-680" fmla="*/ 431006 h 1343025"/>
                  <a:gd name="connsiteX10-681" fmla="*/ 1281112 w 1343025"/>
                  <a:gd name="connsiteY10-682" fmla="*/ 373856 h 1343025"/>
                  <a:gd name="connsiteX11-683" fmla="*/ 1343025 w 1343025"/>
                  <a:gd name="connsiteY11-684" fmla="*/ 602456 h 1343025"/>
                  <a:gd name="connsiteX12-685" fmla="*/ 1173956 w 1343025"/>
                  <a:gd name="connsiteY12-686" fmla="*/ 645318 h 1343025"/>
                  <a:gd name="connsiteX13-687" fmla="*/ 1157287 w 1343025"/>
                  <a:gd name="connsiteY13-688" fmla="*/ 812006 h 1343025"/>
                  <a:gd name="connsiteX14-689" fmla="*/ 1307306 w 1343025"/>
                  <a:gd name="connsiteY14-690" fmla="*/ 892968 h 1343025"/>
                  <a:gd name="connsiteX15-691" fmla="*/ 1193006 w 1343025"/>
                  <a:gd name="connsiteY15-692" fmla="*/ 1097756 h 1343025"/>
                  <a:gd name="connsiteX16-693" fmla="*/ 1040606 w 1343025"/>
                  <a:gd name="connsiteY16-694" fmla="*/ 1009650 h 1343025"/>
                  <a:gd name="connsiteX17-695" fmla="*/ 919162 w 1343025"/>
                  <a:gd name="connsiteY17-696" fmla="*/ 1112043 h 1343025"/>
                  <a:gd name="connsiteX18-697" fmla="*/ 973931 w 1343025"/>
                  <a:gd name="connsiteY18-698" fmla="*/ 1276350 h 1343025"/>
                  <a:gd name="connsiteX19-699" fmla="*/ 745331 w 1343025"/>
                  <a:gd name="connsiteY19-700" fmla="*/ 1343025 h 1343025"/>
                  <a:gd name="connsiteX20-701" fmla="*/ 695325 w 1343025"/>
                  <a:gd name="connsiteY20-702" fmla="*/ 1171575 h 1343025"/>
                  <a:gd name="connsiteX21-703" fmla="*/ 535781 w 1343025"/>
                  <a:gd name="connsiteY21-704" fmla="*/ 1157287 h 1343025"/>
                  <a:gd name="connsiteX22-705" fmla="*/ 452437 w 1343025"/>
                  <a:gd name="connsiteY22-706" fmla="*/ 1304925 h 1343025"/>
                  <a:gd name="connsiteX23-707" fmla="*/ 245268 w 1343025"/>
                  <a:gd name="connsiteY23-708" fmla="*/ 1193006 h 1343025"/>
                  <a:gd name="connsiteX24-709" fmla="*/ 333375 w 1343025"/>
                  <a:gd name="connsiteY24-710" fmla="*/ 1042987 h 1343025"/>
                  <a:gd name="connsiteX25-711" fmla="*/ 226218 w 1343025"/>
                  <a:gd name="connsiteY25-712" fmla="*/ 909637 h 1343025"/>
                  <a:gd name="connsiteX26-713" fmla="*/ 59531 w 1343025"/>
                  <a:gd name="connsiteY26-714" fmla="*/ 964406 h 1343025"/>
                  <a:gd name="connsiteX27-715" fmla="*/ 0 w 1343025"/>
                  <a:gd name="connsiteY27-716" fmla="*/ 733425 h 1343025"/>
                  <a:gd name="connsiteX28-717" fmla="*/ 166687 w 1343025"/>
                  <a:gd name="connsiteY28-718" fmla="*/ 690562 h 1343025"/>
                  <a:gd name="connsiteX29-719" fmla="*/ 190500 w 1343025"/>
                  <a:gd name="connsiteY29-720" fmla="*/ 521493 h 1343025"/>
                  <a:gd name="connsiteX30-721" fmla="*/ 35718 w 1343025"/>
                  <a:gd name="connsiteY30-722" fmla="*/ 440531 h 1343025"/>
                  <a:gd name="connsiteX31-723" fmla="*/ 154781 w 1343025"/>
                  <a:gd name="connsiteY31-724" fmla="*/ 242887 h 1343025"/>
                  <a:gd name="connsiteX32-725" fmla="*/ 297656 w 1343025"/>
                  <a:gd name="connsiteY32-726" fmla="*/ 330993 h 1343025"/>
                  <a:gd name="connsiteX0-727" fmla="*/ 297656 w 1343025"/>
                  <a:gd name="connsiteY0-728" fmla="*/ 330993 h 1343025"/>
                  <a:gd name="connsiteX1-729" fmla="*/ 431006 w 1343025"/>
                  <a:gd name="connsiteY1-730" fmla="*/ 226218 h 1343025"/>
                  <a:gd name="connsiteX2-731" fmla="*/ 378618 w 1343025"/>
                  <a:gd name="connsiteY2-732" fmla="*/ 61912 h 1343025"/>
                  <a:gd name="connsiteX3-733" fmla="*/ 602456 w 1343025"/>
                  <a:gd name="connsiteY3-734" fmla="*/ 0 h 1343025"/>
                  <a:gd name="connsiteX4-735" fmla="*/ 652462 w 1343025"/>
                  <a:gd name="connsiteY4-736" fmla="*/ 171450 h 1343025"/>
                  <a:gd name="connsiteX5-737" fmla="*/ 816768 w 1343025"/>
                  <a:gd name="connsiteY5-738" fmla="*/ 185737 h 1343025"/>
                  <a:gd name="connsiteX6-739" fmla="*/ 900112 w 1343025"/>
                  <a:gd name="connsiteY6-740" fmla="*/ 40481 h 1343025"/>
                  <a:gd name="connsiteX7-741" fmla="*/ 1104900 w 1343025"/>
                  <a:gd name="connsiteY7-742" fmla="*/ 150018 h 1343025"/>
                  <a:gd name="connsiteX8-743" fmla="*/ 1014412 w 1343025"/>
                  <a:gd name="connsiteY8-744" fmla="*/ 295275 h 1343025"/>
                  <a:gd name="connsiteX9-745" fmla="*/ 1119187 w 1343025"/>
                  <a:gd name="connsiteY9-746" fmla="*/ 431006 h 1343025"/>
                  <a:gd name="connsiteX10-747" fmla="*/ 1281112 w 1343025"/>
                  <a:gd name="connsiteY10-748" fmla="*/ 373856 h 1343025"/>
                  <a:gd name="connsiteX11-749" fmla="*/ 1343025 w 1343025"/>
                  <a:gd name="connsiteY11-750" fmla="*/ 602456 h 1343025"/>
                  <a:gd name="connsiteX12-751" fmla="*/ 1173956 w 1343025"/>
                  <a:gd name="connsiteY12-752" fmla="*/ 645318 h 1343025"/>
                  <a:gd name="connsiteX13-753" fmla="*/ 1157287 w 1343025"/>
                  <a:gd name="connsiteY13-754" fmla="*/ 812006 h 1343025"/>
                  <a:gd name="connsiteX14-755" fmla="*/ 1307306 w 1343025"/>
                  <a:gd name="connsiteY14-756" fmla="*/ 892968 h 1343025"/>
                  <a:gd name="connsiteX15-757" fmla="*/ 1193006 w 1343025"/>
                  <a:gd name="connsiteY15-758" fmla="*/ 1097756 h 1343025"/>
                  <a:gd name="connsiteX16-759" fmla="*/ 1040606 w 1343025"/>
                  <a:gd name="connsiteY16-760" fmla="*/ 1009650 h 1343025"/>
                  <a:gd name="connsiteX17-761" fmla="*/ 919162 w 1343025"/>
                  <a:gd name="connsiteY17-762" fmla="*/ 1112043 h 1343025"/>
                  <a:gd name="connsiteX18-763" fmla="*/ 973931 w 1343025"/>
                  <a:gd name="connsiteY18-764" fmla="*/ 1276350 h 1343025"/>
                  <a:gd name="connsiteX19-765" fmla="*/ 745331 w 1343025"/>
                  <a:gd name="connsiteY19-766" fmla="*/ 1343025 h 1343025"/>
                  <a:gd name="connsiteX20-767" fmla="*/ 695325 w 1343025"/>
                  <a:gd name="connsiteY20-768" fmla="*/ 1171575 h 1343025"/>
                  <a:gd name="connsiteX21-769" fmla="*/ 535781 w 1343025"/>
                  <a:gd name="connsiteY21-770" fmla="*/ 1157287 h 1343025"/>
                  <a:gd name="connsiteX22-771" fmla="*/ 452437 w 1343025"/>
                  <a:gd name="connsiteY22-772" fmla="*/ 1304925 h 1343025"/>
                  <a:gd name="connsiteX23-773" fmla="*/ 245268 w 1343025"/>
                  <a:gd name="connsiteY23-774" fmla="*/ 1193006 h 1343025"/>
                  <a:gd name="connsiteX24-775" fmla="*/ 333375 w 1343025"/>
                  <a:gd name="connsiteY24-776" fmla="*/ 1042987 h 1343025"/>
                  <a:gd name="connsiteX25-777" fmla="*/ 226218 w 1343025"/>
                  <a:gd name="connsiteY25-778" fmla="*/ 909637 h 1343025"/>
                  <a:gd name="connsiteX26-779" fmla="*/ 59531 w 1343025"/>
                  <a:gd name="connsiteY26-780" fmla="*/ 964406 h 1343025"/>
                  <a:gd name="connsiteX27-781" fmla="*/ 0 w 1343025"/>
                  <a:gd name="connsiteY27-782" fmla="*/ 733425 h 1343025"/>
                  <a:gd name="connsiteX28-783" fmla="*/ 166687 w 1343025"/>
                  <a:gd name="connsiteY28-784" fmla="*/ 690562 h 1343025"/>
                  <a:gd name="connsiteX29-785" fmla="*/ 190500 w 1343025"/>
                  <a:gd name="connsiteY29-786" fmla="*/ 521493 h 1343025"/>
                  <a:gd name="connsiteX30-787" fmla="*/ 35718 w 1343025"/>
                  <a:gd name="connsiteY30-788" fmla="*/ 440531 h 1343025"/>
                  <a:gd name="connsiteX31-789" fmla="*/ 154781 w 1343025"/>
                  <a:gd name="connsiteY31-790" fmla="*/ 242887 h 1343025"/>
                  <a:gd name="connsiteX32-791" fmla="*/ 297656 w 1343025"/>
                  <a:gd name="connsiteY32-792" fmla="*/ 330993 h 1343025"/>
                  <a:gd name="connsiteX0-793" fmla="*/ 297656 w 1343025"/>
                  <a:gd name="connsiteY0-794" fmla="*/ 330993 h 1343025"/>
                  <a:gd name="connsiteX1-795" fmla="*/ 431006 w 1343025"/>
                  <a:gd name="connsiteY1-796" fmla="*/ 226218 h 1343025"/>
                  <a:gd name="connsiteX2-797" fmla="*/ 378618 w 1343025"/>
                  <a:gd name="connsiteY2-798" fmla="*/ 61912 h 1343025"/>
                  <a:gd name="connsiteX3-799" fmla="*/ 602456 w 1343025"/>
                  <a:gd name="connsiteY3-800" fmla="*/ 0 h 1343025"/>
                  <a:gd name="connsiteX4-801" fmla="*/ 652462 w 1343025"/>
                  <a:gd name="connsiteY4-802" fmla="*/ 171450 h 1343025"/>
                  <a:gd name="connsiteX5-803" fmla="*/ 816768 w 1343025"/>
                  <a:gd name="connsiteY5-804" fmla="*/ 185737 h 1343025"/>
                  <a:gd name="connsiteX6-805" fmla="*/ 900112 w 1343025"/>
                  <a:gd name="connsiteY6-806" fmla="*/ 40481 h 1343025"/>
                  <a:gd name="connsiteX7-807" fmla="*/ 1104900 w 1343025"/>
                  <a:gd name="connsiteY7-808" fmla="*/ 150018 h 1343025"/>
                  <a:gd name="connsiteX8-809" fmla="*/ 1014412 w 1343025"/>
                  <a:gd name="connsiteY8-810" fmla="*/ 295275 h 1343025"/>
                  <a:gd name="connsiteX9-811" fmla="*/ 1119187 w 1343025"/>
                  <a:gd name="connsiteY9-812" fmla="*/ 431006 h 1343025"/>
                  <a:gd name="connsiteX10-813" fmla="*/ 1281112 w 1343025"/>
                  <a:gd name="connsiteY10-814" fmla="*/ 373856 h 1343025"/>
                  <a:gd name="connsiteX11-815" fmla="*/ 1343025 w 1343025"/>
                  <a:gd name="connsiteY11-816" fmla="*/ 602456 h 1343025"/>
                  <a:gd name="connsiteX12-817" fmla="*/ 1173956 w 1343025"/>
                  <a:gd name="connsiteY12-818" fmla="*/ 645318 h 1343025"/>
                  <a:gd name="connsiteX13-819" fmla="*/ 1157287 w 1343025"/>
                  <a:gd name="connsiteY13-820" fmla="*/ 812006 h 1343025"/>
                  <a:gd name="connsiteX14-821" fmla="*/ 1307306 w 1343025"/>
                  <a:gd name="connsiteY14-822" fmla="*/ 892968 h 1343025"/>
                  <a:gd name="connsiteX15-823" fmla="*/ 1193006 w 1343025"/>
                  <a:gd name="connsiteY15-824" fmla="*/ 1097756 h 1343025"/>
                  <a:gd name="connsiteX16-825" fmla="*/ 1040606 w 1343025"/>
                  <a:gd name="connsiteY16-826" fmla="*/ 1009650 h 1343025"/>
                  <a:gd name="connsiteX17-827" fmla="*/ 919162 w 1343025"/>
                  <a:gd name="connsiteY17-828" fmla="*/ 1112043 h 1343025"/>
                  <a:gd name="connsiteX18-829" fmla="*/ 973931 w 1343025"/>
                  <a:gd name="connsiteY18-830" fmla="*/ 1276350 h 1343025"/>
                  <a:gd name="connsiteX19-831" fmla="*/ 745331 w 1343025"/>
                  <a:gd name="connsiteY19-832" fmla="*/ 1343025 h 1343025"/>
                  <a:gd name="connsiteX20-833" fmla="*/ 695325 w 1343025"/>
                  <a:gd name="connsiteY20-834" fmla="*/ 1171575 h 1343025"/>
                  <a:gd name="connsiteX21-835" fmla="*/ 535781 w 1343025"/>
                  <a:gd name="connsiteY21-836" fmla="*/ 1157287 h 1343025"/>
                  <a:gd name="connsiteX22-837" fmla="*/ 452437 w 1343025"/>
                  <a:gd name="connsiteY22-838" fmla="*/ 1304925 h 1343025"/>
                  <a:gd name="connsiteX23-839" fmla="*/ 245268 w 1343025"/>
                  <a:gd name="connsiteY23-840" fmla="*/ 1193006 h 1343025"/>
                  <a:gd name="connsiteX24-841" fmla="*/ 333375 w 1343025"/>
                  <a:gd name="connsiteY24-842" fmla="*/ 1042987 h 1343025"/>
                  <a:gd name="connsiteX25-843" fmla="*/ 226218 w 1343025"/>
                  <a:gd name="connsiteY25-844" fmla="*/ 909637 h 1343025"/>
                  <a:gd name="connsiteX26-845" fmla="*/ 59531 w 1343025"/>
                  <a:gd name="connsiteY26-846" fmla="*/ 964406 h 1343025"/>
                  <a:gd name="connsiteX27-847" fmla="*/ 0 w 1343025"/>
                  <a:gd name="connsiteY27-848" fmla="*/ 733425 h 1343025"/>
                  <a:gd name="connsiteX28-849" fmla="*/ 166687 w 1343025"/>
                  <a:gd name="connsiteY28-850" fmla="*/ 690562 h 1343025"/>
                  <a:gd name="connsiteX29-851" fmla="*/ 190500 w 1343025"/>
                  <a:gd name="connsiteY29-852" fmla="*/ 521493 h 1343025"/>
                  <a:gd name="connsiteX30-853" fmla="*/ 35718 w 1343025"/>
                  <a:gd name="connsiteY30-854" fmla="*/ 440531 h 1343025"/>
                  <a:gd name="connsiteX31-855" fmla="*/ 154781 w 1343025"/>
                  <a:gd name="connsiteY31-856" fmla="*/ 242887 h 1343025"/>
                  <a:gd name="connsiteX32-857" fmla="*/ 297656 w 1343025"/>
                  <a:gd name="connsiteY32-858" fmla="*/ 330993 h 1343025"/>
                  <a:gd name="connsiteX0-859" fmla="*/ 297656 w 1343025"/>
                  <a:gd name="connsiteY0-860" fmla="*/ 330993 h 1343025"/>
                  <a:gd name="connsiteX1-861" fmla="*/ 431006 w 1343025"/>
                  <a:gd name="connsiteY1-862" fmla="*/ 226218 h 1343025"/>
                  <a:gd name="connsiteX2-863" fmla="*/ 378618 w 1343025"/>
                  <a:gd name="connsiteY2-864" fmla="*/ 61912 h 1343025"/>
                  <a:gd name="connsiteX3-865" fmla="*/ 602456 w 1343025"/>
                  <a:gd name="connsiteY3-866" fmla="*/ 0 h 1343025"/>
                  <a:gd name="connsiteX4-867" fmla="*/ 652462 w 1343025"/>
                  <a:gd name="connsiteY4-868" fmla="*/ 171450 h 1343025"/>
                  <a:gd name="connsiteX5-869" fmla="*/ 816768 w 1343025"/>
                  <a:gd name="connsiteY5-870" fmla="*/ 185737 h 1343025"/>
                  <a:gd name="connsiteX6-871" fmla="*/ 900112 w 1343025"/>
                  <a:gd name="connsiteY6-872" fmla="*/ 40481 h 1343025"/>
                  <a:gd name="connsiteX7-873" fmla="*/ 1104900 w 1343025"/>
                  <a:gd name="connsiteY7-874" fmla="*/ 150018 h 1343025"/>
                  <a:gd name="connsiteX8-875" fmla="*/ 1014412 w 1343025"/>
                  <a:gd name="connsiteY8-876" fmla="*/ 295275 h 1343025"/>
                  <a:gd name="connsiteX9-877" fmla="*/ 1119187 w 1343025"/>
                  <a:gd name="connsiteY9-878" fmla="*/ 431006 h 1343025"/>
                  <a:gd name="connsiteX10-879" fmla="*/ 1281112 w 1343025"/>
                  <a:gd name="connsiteY10-880" fmla="*/ 373856 h 1343025"/>
                  <a:gd name="connsiteX11-881" fmla="*/ 1343025 w 1343025"/>
                  <a:gd name="connsiteY11-882" fmla="*/ 602456 h 1343025"/>
                  <a:gd name="connsiteX12-883" fmla="*/ 1173956 w 1343025"/>
                  <a:gd name="connsiteY12-884" fmla="*/ 645318 h 1343025"/>
                  <a:gd name="connsiteX13-885" fmla="*/ 1157287 w 1343025"/>
                  <a:gd name="connsiteY13-886" fmla="*/ 812006 h 1343025"/>
                  <a:gd name="connsiteX14-887" fmla="*/ 1307306 w 1343025"/>
                  <a:gd name="connsiteY14-888" fmla="*/ 892968 h 1343025"/>
                  <a:gd name="connsiteX15-889" fmla="*/ 1193006 w 1343025"/>
                  <a:gd name="connsiteY15-890" fmla="*/ 1097756 h 1343025"/>
                  <a:gd name="connsiteX16-891" fmla="*/ 1040606 w 1343025"/>
                  <a:gd name="connsiteY16-892" fmla="*/ 1009650 h 1343025"/>
                  <a:gd name="connsiteX17-893" fmla="*/ 919162 w 1343025"/>
                  <a:gd name="connsiteY17-894" fmla="*/ 1112043 h 1343025"/>
                  <a:gd name="connsiteX18-895" fmla="*/ 973931 w 1343025"/>
                  <a:gd name="connsiteY18-896" fmla="*/ 1276350 h 1343025"/>
                  <a:gd name="connsiteX19-897" fmla="*/ 745331 w 1343025"/>
                  <a:gd name="connsiteY19-898" fmla="*/ 1343025 h 1343025"/>
                  <a:gd name="connsiteX20-899" fmla="*/ 695325 w 1343025"/>
                  <a:gd name="connsiteY20-900" fmla="*/ 1171575 h 1343025"/>
                  <a:gd name="connsiteX21-901" fmla="*/ 535781 w 1343025"/>
                  <a:gd name="connsiteY21-902" fmla="*/ 1157287 h 1343025"/>
                  <a:gd name="connsiteX22-903" fmla="*/ 452437 w 1343025"/>
                  <a:gd name="connsiteY22-904" fmla="*/ 1304925 h 1343025"/>
                  <a:gd name="connsiteX23-905" fmla="*/ 245268 w 1343025"/>
                  <a:gd name="connsiteY23-906" fmla="*/ 1193006 h 1343025"/>
                  <a:gd name="connsiteX24-907" fmla="*/ 333375 w 1343025"/>
                  <a:gd name="connsiteY24-908" fmla="*/ 1042987 h 1343025"/>
                  <a:gd name="connsiteX25-909" fmla="*/ 226218 w 1343025"/>
                  <a:gd name="connsiteY25-910" fmla="*/ 909637 h 1343025"/>
                  <a:gd name="connsiteX26-911" fmla="*/ 59531 w 1343025"/>
                  <a:gd name="connsiteY26-912" fmla="*/ 964406 h 1343025"/>
                  <a:gd name="connsiteX27-913" fmla="*/ 0 w 1343025"/>
                  <a:gd name="connsiteY27-914" fmla="*/ 733425 h 1343025"/>
                  <a:gd name="connsiteX28-915" fmla="*/ 166687 w 1343025"/>
                  <a:gd name="connsiteY28-916" fmla="*/ 690562 h 1343025"/>
                  <a:gd name="connsiteX29-917" fmla="*/ 190500 w 1343025"/>
                  <a:gd name="connsiteY29-918" fmla="*/ 521493 h 1343025"/>
                  <a:gd name="connsiteX30-919" fmla="*/ 35718 w 1343025"/>
                  <a:gd name="connsiteY30-920" fmla="*/ 440531 h 1343025"/>
                  <a:gd name="connsiteX31-921" fmla="*/ 154781 w 1343025"/>
                  <a:gd name="connsiteY31-922" fmla="*/ 242887 h 1343025"/>
                  <a:gd name="connsiteX32-923" fmla="*/ 297656 w 1343025"/>
                  <a:gd name="connsiteY32-924" fmla="*/ 330993 h 1343025"/>
                  <a:gd name="connsiteX0-925" fmla="*/ 297656 w 1343025"/>
                  <a:gd name="connsiteY0-926" fmla="*/ 330993 h 1343025"/>
                  <a:gd name="connsiteX1-927" fmla="*/ 431006 w 1343025"/>
                  <a:gd name="connsiteY1-928" fmla="*/ 226218 h 1343025"/>
                  <a:gd name="connsiteX2-929" fmla="*/ 378618 w 1343025"/>
                  <a:gd name="connsiteY2-930" fmla="*/ 61912 h 1343025"/>
                  <a:gd name="connsiteX3-931" fmla="*/ 602456 w 1343025"/>
                  <a:gd name="connsiteY3-932" fmla="*/ 0 h 1343025"/>
                  <a:gd name="connsiteX4-933" fmla="*/ 652462 w 1343025"/>
                  <a:gd name="connsiteY4-934" fmla="*/ 171450 h 1343025"/>
                  <a:gd name="connsiteX5-935" fmla="*/ 816768 w 1343025"/>
                  <a:gd name="connsiteY5-936" fmla="*/ 185737 h 1343025"/>
                  <a:gd name="connsiteX6-937" fmla="*/ 900112 w 1343025"/>
                  <a:gd name="connsiteY6-938" fmla="*/ 40481 h 1343025"/>
                  <a:gd name="connsiteX7-939" fmla="*/ 1104900 w 1343025"/>
                  <a:gd name="connsiteY7-940" fmla="*/ 150018 h 1343025"/>
                  <a:gd name="connsiteX8-941" fmla="*/ 1014412 w 1343025"/>
                  <a:gd name="connsiteY8-942" fmla="*/ 295275 h 1343025"/>
                  <a:gd name="connsiteX9-943" fmla="*/ 1119187 w 1343025"/>
                  <a:gd name="connsiteY9-944" fmla="*/ 431006 h 1343025"/>
                  <a:gd name="connsiteX10-945" fmla="*/ 1281112 w 1343025"/>
                  <a:gd name="connsiteY10-946" fmla="*/ 373856 h 1343025"/>
                  <a:gd name="connsiteX11-947" fmla="*/ 1343025 w 1343025"/>
                  <a:gd name="connsiteY11-948" fmla="*/ 602456 h 1343025"/>
                  <a:gd name="connsiteX12-949" fmla="*/ 1173956 w 1343025"/>
                  <a:gd name="connsiteY12-950" fmla="*/ 645318 h 1343025"/>
                  <a:gd name="connsiteX13-951" fmla="*/ 1157287 w 1343025"/>
                  <a:gd name="connsiteY13-952" fmla="*/ 812006 h 1343025"/>
                  <a:gd name="connsiteX14-953" fmla="*/ 1307306 w 1343025"/>
                  <a:gd name="connsiteY14-954" fmla="*/ 892968 h 1343025"/>
                  <a:gd name="connsiteX15-955" fmla="*/ 1193006 w 1343025"/>
                  <a:gd name="connsiteY15-956" fmla="*/ 1097756 h 1343025"/>
                  <a:gd name="connsiteX16-957" fmla="*/ 1040606 w 1343025"/>
                  <a:gd name="connsiteY16-958" fmla="*/ 1009650 h 1343025"/>
                  <a:gd name="connsiteX17-959" fmla="*/ 919162 w 1343025"/>
                  <a:gd name="connsiteY17-960" fmla="*/ 1112043 h 1343025"/>
                  <a:gd name="connsiteX18-961" fmla="*/ 973931 w 1343025"/>
                  <a:gd name="connsiteY18-962" fmla="*/ 1276350 h 1343025"/>
                  <a:gd name="connsiteX19-963" fmla="*/ 745331 w 1343025"/>
                  <a:gd name="connsiteY19-964" fmla="*/ 1343025 h 1343025"/>
                  <a:gd name="connsiteX20-965" fmla="*/ 695325 w 1343025"/>
                  <a:gd name="connsiteY20-966" fmla="*/ 1171575 h 1343025"/>
                  <a:gd name="connsiteX21-967" fmla="*/ 535781 w 1343025"/>
                  <a:gd name="connsiteY21-968" fmla="*/ 1157287 h 1343025"/>
                  <a:gd name="connsiteX22-969" fmla="*/ 452437 w 1343025"/>
                  <a:gd name="connsiteY22-970" fmla="*/ 1304925 h 1343025"/>
                  <a:gd name="connsiteX23-971" fmla="*/ 245268 w 1343025"/>
                  <a:gd name="connsiteY23-972" fmla="*/ 1193006 h 1343025"/>
                  <a:gd name="connsiteX24-973" fmla="*/ 333375 w 1343025"/>
                  <a:gd name="connsiteY24-974" fmla="*/ 1042987 h 1343025"/>
                  <a:gd name="connsiteX25-975" fmla="*/ 226218 w 1343025"/>
                  <a:gd name="connsiteY25-976" fmla="*/ 909637 h 1343025"/>
                  <a:gd name="connsiteX26-977" fmla="*/ 59531 w 1343025"/>
                  <a:gd name="connsiteY26-978" fmla="*/ 964406 h 1343025"/>
                  <a:gd name="connsiteX27-979" fmla="*/ 0 w 1343025"/>
                  <a:gd name="connsiteY27-980" fmla="*/ 733425 h 1343025"/>
                  <a:gd name="connsiteX28-981" fmla="*/ 166687 w 1343025"/>
                  <a:gd name="connsiteY28-982" fmla="*/ 690562 h 1343025"/>
                  <a:gd name="connsiteX29-983" fmla="*/ 190500 w 1343025"/>
                  <a:gd name="connsiteY29-984" fmla="*/ 521493 h 1343025"/>
                  <a:gd name="connsiteX30-985" fmla="*/ 35718 w 1343025"/>
                  <a:gd name="connsiteY30-986" fmla="*/ 440531 h 1343025"/>
                  <a:gd name="connsiteX31-987" fmla="*/ 154781 w 1343025"/>
                  <a:gd name="connsiteY31-988" fmla="*/ 242887 h 1343025"/>
                  <a:gd name="connsiteX32-989" fmla="*/ 297656 w 1343025"/>
                  <a:gd name="connsiteY32-990" fmla="*/ 330993 h 1343025"/>
                  <a:gd name="connsiteX0-991" fmla="*/ 297656 w 1343025"/>
                  <a:gd name="connsiteY0-992" fmla="*/ 330993 h 1343025"/>
                  <a:gd name="connsiteX1-993" fmla="*/ 431006 w 1343025"/>
                  <a:gd name="connsiteY1-994" fmla="*/ 226218 h 1343025"/>
                  <a:gd name="connsiteX2-995" fmla="*/ 378618 w 1343025"/>
                  <a:gd name="connsiteY2-996" fmla="*/ 61912 h 1343025"/>
                  <a:gd name="connsiteX3-997" fmla="*/ 602456 w 1343025"/>
                  <a:gd name="connsiteY3-998" fmla="*/ 0 h 1343025"/>
                  <a:gd name="connsiteX4-999" fmla="*/ 652462 w 1343025"/>
                  <a:gd name="connsiteY4-1000" fmla="*/ 171450 h 1343025"/>
                  <a:gd name="connsiteX5-1001" fmla="*/ 816768 w 1343025"/>
                  <a:gd name="connsiteY5-1002" fmla="*/ 185737 h 1343025"/>
                  <a:gd name="connsiteX6-1003" fmla="*/ 900112 w 1343025"/>
                  <a:gd name="connsiteY6-1004" fmla="*/ 40481 h 1343025"/>
                  <a:gd name="connsiteX7-1005" fmla="*/ 1104900 w 1343025"/>
                  <a:gd name="connsiteY7-1006" fmla="*/ 150018 h 1343025"/>
                  <a:gd name="connsiteX8-1007" fmla="*/ 1014412 w 1343025"/>
                  <a:gd name="connsiteY8-1008" fmla="*/ 295275 h 1343025"/>
                  <a:gd name="connsiteX9-1009" fmla="*/ 1119187 w 1343025"/>
                  <a:gd name="connsiteY9-1010" fmla="*/ 431006 h 1343025"/>
                  <a:gd name="connsiteX10-1011" fmla="*/ 1281112 w 1343025"/>
                  <a:gd name="connsiteY10-1012" fmla="*/ 373856 h 1343025"/>
                  <a:gd name="connsiteX11-1013" fmla="*/ 1343025 w 1343025"/>
                  <a:gd name="connsiteY11-1014" fmla="*/ 602456 h 1343025"/>
                  <a:gd name="connsiteX12-1015" fmla="*/ 1173956 w 1343025"/>
                  <a:gd name="connsiteY12-1016" fmla="*/ 645318 h 1343025"/>
                  <a:gd name="connsiteX13-1017" fmla="*/ 1157287 w 1343025"/>
                  <a:gd name="connsiteY13-1018" fmla="*/ 812006 h 1343025"/>
                  <a:gd name="connsiteX14-1019" fmla="*/ 1307306 w 1343025"/>
                  <a:gd name="connsiteY14-1020" fmla="*/ 892968 h 1343025"/>
                  <a:gd name="connsiteX15-1021" fmla="*/ 1193006 w 1343025"/>
                  <a:gd name="connsiteY15-1022" fmla="*/ 1097756 h 1343025"/>
                  <a:gd name="connsiteX16-1023" fmla="*/ 1040606 w 1343025"/>
                  <a:gd name="connsiteY16-1024" fmla="*/ 1009650 h 1343025"/>
                  <a:gd name="connsiteX17-1025" fmla="*/ 919162 w 1343025"/>
                  <a:gd name="connsiteY17-1026" fmla="*/ 1112043 h 1343025"/>
                  <a:gd name="connsiteX18-1027" fmla="*/ 973931 w 1343025"/>
                  <a:gd name="connsiteY18-1028" fmla="*/ 1276350 h 1343025"/>
                  <a:gd name="connsiteX19-1029" fmla="*/ 745331 w 1343025"/>
                  <a:gd name="connsiteY19-1030" fmla="*/ 1343025 h 1343025"/>
                  <a:gd name="connsiteX20-1031" fmla="*/ 695325 w 1343025"/>
                  <a:gd name="connsiteY20-1032" fmla="*/ 1171575 h 1343025"/>
                  <a:gd name="connsiteX21-1033" fmla="*/ 535781 w 1343025"/>
                  <a:gd name="connsiteY21-1034" fmla="*/ 1157287 h 1343025"/>
                  <a:gd name="connsiteX22-1035" fmla="*/ 452437 w 1343025"/>
                  <a:gd name="connsiteY22-1036" fmla="*/ 1304925 h 1343025"/>
                  <a:gd name="connsiteX23-1037" fmla="*/ 245268 w 1343025"/>
                  <a:gd name="connsiteY23-1038" fmla="*/ 1193006 h 1343025"/>
                  <a:gd name="connsiteX24-1039" fmla="*/ 333375 w 1343025"/>
                  <a:gd name="connsiteY24-1040" fmla="*/ 1042987 h 1343025"/>
                  <a:gd name="connsiteX25-1041" fmla="*/ 226218 w 1343025"/>
                  <a:gd name="connsiteY25-1042" fmla="*/ 909637 h 1343025"/>
                  <a:gd name="connsiteX26-1043" fmla="*/ 59531 w 1343025"/>
                  <a:gd name="connsiteY26-1044" fmla="*/ 964406 h 1343025"/>
                  <a:gd name="connsiteX27-1045" fmla="*/ 0 w 1343025"/>
                  <a:gd name="connsiteY27-1046" fmla="*/ 733425 h 1343025"/>
                  <a:gd name="connsiteX28-1047" fmla="*/ 166687 w 1343025"/>
                  <a:gd name="connsiteY28-1048" fmla="*/ 690562 h 1343025"/>
                  <a:gd name="connsiteX29-1049" fmla="*/ 190500 w 1343025"/>
                  <a:gd name="connsiteY29-1050" fmla="*/ 521493 h 1343025"/>
                  <a:gd name="connsiteX30-1051" fmla="*/ 35718 w 1343025"/>
                  <a:gd name="connsiteY30-1052" fmla="*/ 440531 h 1343025"/>
                  <a:gd name="connsiteX31-1053" fmla="*/ 154781 w 1343025"/>
                  <a:gd name="connsiteY31-1054" fmla="*/ 242887 h 1343025"/>
                  <a:gd name="connsiteX32-1055" fmla="*/ 297656 w 1343025"/>
                  <a:gd name="connsiteY32-1056" fmla="*/ 330993 h 1343025"/>
                  <a:gd name="connsiteX0-1057" fmla="*/ 297656 w 1343025"/>
                  <a:gd name="connsiteY0-1058" fmla="*/ 330993 h 1343025"/>
                  <a:gd name="connsiteX1-1059" fmla="*/ 431006 w 1343025"/>
                  <a:gd name="connsiteY1-1060" fmla="*/ 226218 h 1343025"/>
                  <a:gd name="connsiteX2-1061" fmla="*/ 378618 w 1343025"/>
                  <a:gd name="connsiteY2-1062" fmla="*/ 61912 h 1343025"/>
                  <a:gd name="connsiteX3-1063" fmla="*/ 602456 w 1343025"/>
                  <a:gd name="connsiteY3-1064" fmla="*/ 0 h 1343025"/>
                  <a:gd name="connsiteX4-1065" fmla="*/ 652462 w 1343025"/>
                  <a:gd name="connsiteY4-1066" fmla="*/ 171450 h 1343025"/>
                  <a:gd name="connsiteX5-1067" fmla="*/ 816768 w 1343025"/>
                  <a:gd name="connsiteY5-1068" fmla="*/ 185737 h 1343025"/>
                  <a:gd name="connsiteX6-1069" fmla="*/ 900112 w 1343025"/>
                  <a:gd name="connsiteY6-1070" fmla="*/ 40481 h 1343025"/>
                  <a:gd name="connsiteX7-1071" fmla="*/ 1104900 w 1343025"/>
                  <a:gd name="connsiteY7-1072" fmla="*/ 150018 h 1343025"/>
                  <a:gd name="connsiteX8-1073" fmla="*/ 1014412 w 1343025"/>
                  <a:gd name="connsiteY8-1074" fmla="*/ 295275 h 1343025"/>
                  <a:gd name="connsiteX9-1075" fmla="*/ 1119187 w 1343025"/>
                  <a:gd name="connsiteY9-1076" fmla="*/ 431006 h 1343025"/>
                  <a:gd name="connsiteX10-1077" fmla="*/ 1281112 w 1343025"/>
                  <a:gd name="connsiteY10-1078" fmla="*/ 373856 h 1343025"/>
                  <a:gd name="connsiteX11-1079" fmla="*/ 1343025 w 1343025"/>
                  <a:gd name="connsiteY11-1080" fmla="*/ 602456 h 1343025"/>
                  <a:gd name="connsiteX12-1081" fmla="*/ 1173956 w 1343025"/>
                  <a:gd name="connsiteY12-1082" fmla="*/ 645318 h 1343025"/>
                  <a:gd name="connsiteX13-1083" fmla="*/ 1157287 w 1343025"/>
                  <a:gd name="connsiteY13-1084" fmla="*/ 812006 h 1343025"/>
                  <a:gd name="connsiteX14-1085" fmla="*/ 1307306 w 1343025"/>
                  <a:gd name="connsiteY14-1086" fmla="*/ 892968 h 1343025"/>
                  <a:gd name="connsiteX15-1087" fmla="*/ 1193006 w 1343025"/>
                  <a:gd name="connsiteY15-1088" fmla="*/ 1097756 h 1343025"/>
                  <a:gd name="connsiteX16-1089" fmla="*/ 1040606 w 1343025"/>
                  <a:gd name="connsiteY16-1090" fmla="*/ 1009650 h 1343025"/>
                  <a:gd name="connsiteX17-1091" fmla="*/ 919162 w 1343025"/>
                  <a:gd name="connsiteY17-1092" fmla="*/ 1112043 h 1343025"/>
                  <a:gd name="connsiteX18-1093" fmla="*/ 973931 w 1343025"/>
                  <a:gd name="connsiteY18-1094" fmla="*/ 1276350 h 1343025"/>
                  <a:gd name="connsiteX19-1095" fmla="*/ 745331 w 1343025"/>
                  <a:gd name="connsiteY19-1096" fmla="*/ 1343025 h 1343025"/>
                  <a:gd name="connsiteX20-1097" fmla="*/ 695325 w 1343025"/>
                  <a:gd name="connsiteY20-1098" fmla="*/ 1171575 h 1343025"/>
                  <a:gd name="connsiteX21-1099" fmla="*/ 535781 w 1343025"/>
                  <a:gd name="connsiteY21-1100" fmla="*/ 1157287 h 1343025"/>
                  <a:gd name="connsiteX22-1101" fmla="*/ 452437 w 1343025"/>
                  <a:gd name="connsiteY22-1102" fmla="*/ 1304925 h 1343025"/>
                  <a:gd name="connsiteX23-1103" fmla="*/ 245268 w 1343025"/>
                  <a:gd name="connsiteY23-1104" fmla="*/ 1193006 h 1343025"/>
                  <a:gd name="connsiteX24-1105" fmla="*/ 333375 w 1343025"/>
                  <a:gd name="connsiteY24-1106" fmla="*/ 1042987 h 1343025"/>
                  <a:gd name="connsiteX25-1107" fmla="*/ 226218 w 1343025"/>
                  <a:gd name="connsiteY25-1108" fmla="*/ 909637 h 1343025"/>
                  <a:gd name="connsiteX26-1109" fmla="*/ 59531 w 1343025"/>
                  <a:gd name="connsiteY26-1110" fmla="*/ 964406 h 1343025"/>
                  <a:gd name="connsiteX27-1111" fmla="*/ 0 w 1343025"/>
                  <a:gd name="connsiteY27-1112" fmla="*/ 733425 h 1343025"/>
                  <a:gd name="connsiteX28-1113" fmla="*/ 166687 w 1343025"/>
                  <a:gd name="connsiteY28-1114" fmla="*/ 690562 h 1343025"/>
                  <a:gd name="connsiteX29-1115" fmla="*/ 190500 w 1343025"/>
                  <a:gd name="connsiteY29-1116" fmla="*/ 521493 h 1343025"/>
                  <a:gd name="connsiteX30-1117" fmla="*/ 35718 w 1343025"/>
                  <a:gd name="connsiteY30-1118" fmla="*/ 440531 h 1343025"/>
                  <a:gd name="connsiteX31-1119" fmla="*/ 154781 w 1343025"/>
                  <a:gd name="connsiteY31-1120" fmla="*/ 242887 h 1343025"/>
                  <a:gd name="connsiteX32-1121" fmla="*/ 297656 w 1343025"/>
                  <a:gd name="connsiteY32-1122" fmla="*/ 330993 h 1343025"/>
                  <a:gd name="connsiteX0-1123" fmla="*/ 297656 w 1343025"/>
                  <a:gd name="connsiteY0-1124" fmla="*/ 330993 h 1343025"/>
                  <a:gd name="connsiteX1-1125" fmla="*/ 431006 w 1343025"/>
                  <a:gd name="connsiteY1-1126" fmla="*/ 226218 h 1343025"/>
                  <a:gd name="connsiteX2-1127" fmla="*/ 378618 w 1343025"/>
                  <a:gd name="connsiteY2-1128" fmla="*/ 61912 h 1343025"/>
                  <a:gd name="connsiteX3-1129" fmla="*/ 602456 w 1343025"/>
                  <a:gd name="connsiteY3-1130" fmla="*/ 0 h 1343025"/>
                  <a:gd name="connsiteX4-1131" fmla="*/ 652462 w 1343025"/>
                  <a:gd name="connsiteY4-1132" fmla="*/ 171450 h 1343025"/>
                  <a:gd name="connsiteX5-1133" fmla="*/ 816768 w 1343025"/>
                  <a:gd name="connsiteY5-1134" fmla="*/ 185737 h 1343025"/>
                  <a:gd name="connsiteX6-1135" fmla="*/ 900112 w 1343025"/>
                  <a:gd name="connsiteY6-1136" fmla="*/ 40481 h 1343025"/>
                  <a:gd name="connsiteX7-1137" fmla="*/ 1104900 w 1343025"/>
                  <a:gd name="connsiteY7-1138" fmla="*/ 150018 h 1343025"/>
                  <a:gd name="connsiteX8-1139" fmla="*/ 1014412 w 1343025"/>
                  <a:gd name="connsiteY8-1140" fmla="*/ 295275 h 1343025"/>
                  <a:gd name="connsiteX9-1141" fmla="*/ 1119187 w 1343025"/>
                  <a:gd name="connsiteY9-1142" fmla="*/ 431006 h 1343025"/>
                  <a:gd name="connsiteX10-1143" fmla="*/ 1281112 w 1343025"/>
                  <a:gd name="connsiteY10-1144" fmla="*/ 373856 h 1343025"/>
                  <a:gd name="connsiteX11-1145" fmla="*/ 1343025 w 1343025"/>
                  <a:gd name="connsiteY11-1146" fmla="*/ 602456 h 1343025"/>
                  <a:gd name="connsiteX12-1147" fmla="*/ 1173956 w 1343025"/>
                  <a:gd name="connsiteY12-1148" fmla="*/ 645318 h 1343025"/>
                  <a:gd name="connsiteX13-1149" fmla="*/ 1157287 w 1343025"/>
                  <a:gd name="connsiteY13-1150" fmla="*/ 812006 h 1343025"/>
                  <a:gd name="connsiteX14-1151" fmla="*/ 1307306 w 1343025"/>
                  <a:gd name="connsiteY14-1152" fmla="*/ 892968 h 1343025"/>
                  <a:gd name="connsiteX15-1153" fmla="*/ 1193006 w 1343025"/>
                  <a:gd name="connsiteY15-1154" fmla="*/ 1097756 h 1343025"/>
                  <a:gd name="connsiteX16-1155" fmla="*/ 1040606 w 1343025"/>
                  <a:gd name="connsiteY16-1156" fmla="*/ 1009650 h 1343025"/>
                  <a:gd name="connsiteX17-1157" fmla="*/ 919162 w 1343025"/>
                  <a:gd name="connsiteY17-1158" fmla="*/ 1112043 h 1343025"/>
                  <a:gd name="connsiteX18-1159" fmla="*/ 973931 w 1343025"/>
                  <a:gd name="connsiteY18-1160" fmla="*/ 1276350 h 1343025"/>
                  <a:gd name="connsiteX19-1161" fmla="*/ 745331 w 1343025"/>
                  <a:gd name="connsiteY19-1162" fmla="*/ 1343025 h 1343025"/>
                  <a:gd name="connsiteX20-1163" fmla="*/ 695325 w 1343025"/>
                  <a:gd name="connsiteY20-1164" fmla="*/ 1171575 h 1343025"/>
                  <a:gd name="connsiteX21-1165" fmla="*/ 535781 w 1343025"/>
                  <a:gd name="connsiteY21-1166" fmla="*/ 1157287 h 1343025"/>
                  <a:gd name="connsiteX22-1167" fmla="*/ 452437 w 1343025"/>
                  <a:gd name="connsiteY22-1168" fmla="*/ 1304925 h 1343025"/>
                  <a:gd name="connsiteX23-1169" fmla="*/ 245268 w 1343025"/>
                  <a:gd name="connsiteY23-1170" fmla="*/ 1193006 h 1343025"/>
                  <a:gd name="connsiteX24-1171" fmla="*/ 333375 w 1343025"/>
                  <a:gd name="connsiteY24-1172" fmla="*/ 1042987 h 1343025"/>
                  <a:gd name="connsiteX25-1173" fmla="*/ 226218 w 1343025"/>
                  <a:gd name="connsiteY25-1174" fmla="*/ 909637 h 1343025"/>
                  <a:gd name="connsiteX26-1175" fmla="*/ 59531 w 1343025"/>
                  <a:gd name="connsiteY26-1176" fmla="*/ 964406 h 1343025"/>
                  <a:gd name="connsiteX27-1177" fmla="*/ 0 w 1343025"/>
                  <a:gd name="connsiteY27-1178" fmla="*/ 733425 h 1343025"/>
                  <a:gd name="connsiteX28-1179" fmla="*/ 166687 w 1343025"/>
                  <a:gd name="connsiteY28-1180" fmla="*/ 690562 h 1343025"/>
                  <a:gd name="connsiteX29-1181" fmla="*/ 190500 w 1343025"/>
                  <a:gd name="connsiteY29-1182" fmla="*/ 521493 h 1343025"/>
                  <a:gd name="connsiteX30-1183" fmla="*/ 35718 w 1343025"/>
                  <a:gd name="connsiteY30-1184" fmla="*/ 440531 h 1343025"/>
                  <a:gd name="connsiteX31-1185" fmla="*/ 154781 w 1343025"/>
                  <a:gd name="connsiteY31-1186" fmla="*/ 242887 h 1343025"/>
                  <a:gd name="connsiteX32-1187" fmla="*/ 297656 w 1343025"/>
                  <a:gd name="connsiteY32-1188" fmla="*/ 330993 h 1343025"/>
                  <a:gd name="connsiteX0-1189" fmla="*/ 297656 w 1343025"/>
                  <a:gd name="connsiteY0-1190" fmla="*/ 330993 h 1343025"/>
                  <a:gd name="connsiteX1-1191" fmla="*/ 431006 w 1343025"/>
                  <a:gd name="connsiteY1-1192" fmla="*/ 226218 h 1343025"/>
                  <a:gd name="connsiteX2-1193" fmla="*/ 378618 w 1343025"/>
                  <a:gd name="connsiteY2-1194" fmla="*/ 61912 h 1343025"/>
                  <a:gd name="connsiteX3-1195" fmla="*/ 602456 w 1343025"/>
                  <a:gd name="connsiteY3-1196" fmla="*/ 0 h 1343025"/>
                  <a:gd name="connsiteX4-1197" fmla="*/ 652462 w 1343025"/>
                  <a:gd name="connsiteY4-1198" fmla="*/ 171450 h 1343025"/>
                  <a:gd name="connsiteX5-1199" fmla="*/ 816768 w 1343025"/>
                  <a:gd name="connsiteY5-1200" fmla="*/ 185737 h 1343025"/>
                  <a:gd name="connsiteX6-1201" fmla="*/ 900112 w 1343025"/>
                  <a:gd name="connsiteY6-1202" fmla="*/ 40481 h 1343025"/>
                  <a:gd name="connsiteX7-1203" fmla="*/ 1104900 w 1343025"/>
                  <a:gd name="connsiteY7-1204" fmla="*/ 150018 h 1343025"/>
                  <a:gd name="connsiteX8-1205" fmla="*/ 1014412 w 1343025"/>
                  <a:gd name="connsiteY8-1206" fmla="*/ 295275 h 1343025"/>
                  <a:gd name="connsiteX9-1207" fmla="*/ 1119187 w 1343025"/>
                  <a:gd name="connsiteY9-1208" fmla="*/ 431006 h 1343025"/>
                  <a:gd name="connsiteX10-1209" fmla="*/ 1281112 w 1343025"/>
                  <a:gd name="connsiteY10-1210" fmla="*/ 373856 h 1343025"/>
                  <a:gd name="connsiteX11-1211" fmla="*/ 1343025 w 1343025"/>
                  <a:gd name="connsiteY11-1212" fmla="*/ 602456 h 1343025"/>
                  <a:gd name="connsiteX12-1213" fmla="*/ 1173956 w 1343025"/>
                  <a:gd name="connsiteY12-1214" fmla="*/ 645318 h 1343025"/>
                  <a:gd name="connsiteX13-1215" fmla="*/ 1157287 w 1343025"/>
                  <a:gd name="connsiteY13-1216" fmla="*/ 812006 h 1343025"/>
                  <a:gd name="connsiteX14-1217" fmla="*/ 1307306 w 1343025"/>
                  <a:gd name="connsiteY14-1218" fmla="*/ 892968 h 1343025"/>
                  <a:gd name="connsiteX15-1219" fmla="*/ 1193006 w 1343025"/>
                  <a:gd name="connsiteY15-1220" fmla="*/ 1097756 h 1343025"/>
                  <a:gd name="connsiteX16-1221" fmla="*/ 1040606 w 1343025"/>
                  <a:gd name="connsiteY16-1222" fmla="*/ 1009650 h 1343025"/>
                  <a:gd name="connsiteX17-1223" fmla="*/ 919162 w 1343025"/>
                  <a:gd name="connsiteY17-1224" fmla="*/ 1112043 h 1343025"/>
                  <a:gd name="connsiteX18-1225" fmla="*/ 973931 w 1343025"/>
                  <a:gd name="connsiteY18-1226" fmla="*/ 1276350 h 1343025"/>
                  <a:gd name="connsiteX19-1227" fmla="*/ 745331 w 1343025"/>
                  <a:gd name="connsiteY19-1228" fmla="*/ 1343025 h 1343025"/>
                  <a:gd name="connsiteX20-1229" fmla="*/ 695325 w 1343025"/>
                  <a:gd name="connsiteY20-1230" fmla="*/ 1171575 h 1343025"/>
                  <a:gd name="connsiteX21-1231" fmla="*/ 535781 w 1343025"/>
                  <a:gd name="connsiteY21-1232" fmla="*/ 1157287 h 1343025"/>
                  <a:gd name="connsiteX22-1233" fmla="*/ 452437 w 1343025"/>
                  <a:gd name="connsiteY22-1234" fmla="*/ 1304925 h 1343025"/>
                  <a:gd name="connsiteX23-1235" fmla="*/ 245268 w 1343025"/>
                  <a:gd name="connsiteY23-1236" fmla="*/ 1193006 h 1343025"/>
                  <a:gd name="connsiteX24-1237" fmla="*/ 333375 w 1343025"/>
                  <a:gd name="connsiteY24-1238" fmla="*/ 1042987 h 1343025"/>
                  <a:gd name="connsiteX25-1239" fmla="*/ 226218 w 1343025"/>
                  <a:gd name="connsiteY25-1240" fmla="*/ 909637 h 1343025"/>
                  <a:gd name="connsiteX26-1241" fmla="*/ 59531 w 1343025"/>
                  <a:gd name="connsiteY26-1242" fmla="*/ 964406 h 1343025"/>
                  <a:gd name="connsiteX27-1243" fmla="*/ 0 w 1343025"/>
                  <a:gd name="connsiteY27-1244" fmla="*/ 733425 h 1343025"/>
                  <a:gd name="connsiteX28-1245" fmla="*/ 166687 w 1343025"/>
                  <a:gd name="connsiteY28-1246" fmla="*/ 690562 h 1343025"/>
                  <a:gd name="connsiteX29-1247" fmla="*/ 190500 w 1343025"/>
                  <a:gd name="connsiteY29-1248" fmla="*/ 521493 h 1343025"/>
                  <a:gd name="connsiteX30-1249" fmla="*/ 35718 w 1343025"/>
                  <a:gd name="connsiteY30-1250" fmla="*/ 440531 h 1343025"/>
                  <a:gd name="connsiteX31-1251" fmla="*/ 154781 w 1343025"/>
                  <a:gd name="connsiteY31-1252" fmla="*/ 242887 h 1343025"/>
                  <a:gd name="connsiteX32-1253" fmla="*/ 297656 w 1343025"/>
                  <a:gd name="connsiteY32-1254" fmla="*/ 330993 h 1343025"/>
                  <a:gd name="connsiteX0-1255" fmla="*/ 297656 w 1343025"/>
                  <a:gd name="connsiteY0-1256" fmla="*/ 330993 h 1343025"/>
                  <a:gd name="connsiteX1-1257" fmla="*/ 431006 w 1343025"/>
                  <a:gd name="connsiteY1-1258" fmla="*/ 226218 h 1343025"/>
                  <a:gd name="connsiteX2-1259" fmla="*/ 378618 w 1343025"/>
                  <a:gd name="connsiteY2-1260" fmla="*/ 61912 h 1343025"/>
                  <a:gd name="connsiteX3-1261" fmla="*/ 602456 w 1343025"/>
                  <a:gd name="connsiteY3-1262" fmla="*/ 0 h 1343025"/>
                  <a:gd name="connsiteX4-1263" fmla="*/ 652462 w 1343025"/>
                  <a:gd name="connsiteY4-1264" fmla="*/ 171450 h 1343025"/>
                  <a:gd name="connsiteX5-1265" fmla="*/ 816768 w 1343025"/>
                  <a:gd name="connsiteY5-1266" fmla="*/ 185737 h 1343025"/>
                  <a:gd name="connsiteX6-1267" fmla="*/ 900112 w 1343025"/>
                  <a:gd name="connsiteY6-1268" fmla="*/ 40481 h 1343025"/>
                  <a:gd name="connsiteX7-1269" fmla="*/ 1104900 w 1343025"/>
                  <a:gd name="connsiteY7-1270" fmla="*/ 150018 h 1343025"/>
                  <a:gd name="connsiteX8-1271" fmla="*/ 1014412 w 1343025"/>
                  <a:gd name="connsiteY8-1272" fmla="*/ 295275 h 1343025"/>
                  <a:gd name="connsiteX9-1273" fmla="*/ 1119187 w 1343025"/>
                  <a:gd name="connsiteY9-1274" fmla="*/ 431006 h 1343025"/>
                  <a:gd name="connsiteX10-1275" fmla="*/ 1281112 w 1343025"/>
                  <a:gd name="connsiteY10-1276" fmla="*/ 373856 h 1343025"/>
                  <a:gd name="connsiteX11-1277" fmla="*/ 1343025 w 1343025"/>
                  <a:gd name="connsiteY11-1278" fmla="*/ 602456 h 1343025"/>
                  <a:gd name="connsiteX12-1279" fmla="*/ 1173956 w 1343025"/>
                  <a:gd name="connsiteY12-1280" fmla="*/ 645318 h 1343025"/>
                  <a:gd name="connsiteX13-1281" fmla="*/ 1157287 w 1343025"/>
                  <a:gd name="connsiteY13-1282" fmla="*/ 812006 h 1343025"/>
                  <a:gd name="connsiteX14-1283" fmla="*/ 1307306 w 1343025"/>
                  <a:gd name="connsiteY14-1284" fmla="*/ 892968 h 1343025"/>
                  <a:gd name="connsiteX15-1285" fmla="*/ 1193006 w 1343025"/>
                  <a:gd name="connsiteY15-1286" fmla="*/ 1097756 h 1343025"/>
                  <a:gd name="connsiteX16-1287" fmla="*/ 1040606 w 1343025"/>
                  <a:gd name="connsiteY16-1288" fmla="*/ 1009650 h 1343025"/>
                  <a:gd name="connsiteX17-1289" fmla="*/ 919162 w 1343025"/>
                  <a:gd name="connsiteY17-1290" fmla="*/ 1112043 h 1343025"/>
                  <a:gd name="connsiteX18-1291" fmla="*/ 973931 w 1343025"/>
                  <a:gd name="connsiteY18-1292" fmla="*/ 1276350 h 1343025"/>
                  <a:gd name="connsiteX19-1293" fmla="*/ 745331 w 1343025"/>
                  <a:gd name="connsiteY19-1294" fmla="*/ 1343025 h 1343025"/>
                  <a:gd name="connsiteX20-1295" fmla="*/ 695325 w 1343025"/>
                  <a:gd name="connsiteY20-1296" fmla="*/ 1171575 h 1343025"/>
                  <a:gd name="connsiteX21-1297" fmla="*/ 535781 w 1343025"/>
                  <a:gd name="connsiteY21-1298" fmla="*/ 1157287 h 1343025"/>
                  <a:gd name="connsiteX22-1299" fmla="*/ 452437 w 1343025"/>
                  <a:gd name="connsiteY22-1300" fmla="*/ 1304925 h 1343025"/>
                  <a:gd name="connsiteX23-1301" fmla="*/ 245268 w 1343025"/>
                  <a:gd name="connsiteY23-1302" fmla="*/ 1193006 h 1343025"/>
                  <a:gd name="connsiteX24-1303" fmla="*/ 333375 w 1343025"/>
                  <a:gd name="connsiteY24-1304" fmla="*/ 1042987 h 1343025"/>
                  <a:gd name="connsiteX25-1305" fmla="*/ 226218 w 1343025"/>
                  <a:gd name="connsiteY25-1306" fmla="*/ 909637 h 1343025"/>
                  <a:gd name="connsiteX26-1307" fmla="*/ 59531 w 1343025"/>
                  <a:gd name="connsiteY26-1308" fmla="*/ 964406 h 1343025"/>
                  <a:gd name="connsiteX27-1309" fmla="*/ 0 w 1343025"/>
                  <a:gd name="connsiteY27-1310" fmla="*/ 733425 h 1343025"/>
                  <a:gd name="connsiteX28-1311" fmla="*/ 166687 w 1343025"/>
                  <a:gd name="connsiteY28-1312" fmla="*/ 690562 h 1343025"/>
                  <a:gd name="connsiteX29-1313" fmla="*/ 190500 w 1343025"/>
                  <a:gd name="connsiteY29-1314" fmla="*/ 521493 h 1343025"/>
                  <a:gd name="connsiteX30-1315" fmla="*/ 35718 w 1343025"/>
                  <a:gd name="connsiteY30-1316" fmla="*/ 440531 h 1343025"/>
                  <a:gd name="connsiteX31-1317" fmla="*/ 154781 w 1343025"/>
                  <a:gd name="connsiteY31-1318" fmla="*/ 242887 h 1343025"/>
                  <a:gd name="connsiteX32-1319" fmla="*/ 297656 w 1343025"/>
                  <a:gd name="connsiteY32-1320" fmla="*/ 330993 h 1343025"/>
                  <a:gd name="connsiteX0-1321" fmla="*/ 297656 w 1343025"/>
                  <a:gd name="connsiteY0-1322" fmla="*/ 330993 h 1343025"/>
                  <a:gd name="connsiteX1-1323" fmla="*/ 431006 w 1343025"/>
                  <a:gd name="connsiteY1-1324" fmla="*/ 226218 h 1343025"/>
                  <a:gd name="connsiteX2-1325" fmla="*/ 378618 w 1343025"/>
                  <a:gd name="connsiteY2-1326" fmla="*/ 61912 h 1343025"/>
                  <a:gd name="connsiteX3-1327" fmla="*/ 602456 w 1343025"/>
                  <a:gd name="connsiteY3-1328" fmla="*/ 0 h 1343025"/>
                  <a:gd name="connsiteX4-1329" fmla="*/ 652462 w 1343025"/>
                  <a:gd name="connsiteY4-1330" fmla="*/ 171450 h 1343025"/>
                  <a:gd name="connsiteX5-1331" fmla="*/ 816768 w 1343025"/>
                  <a:gd name="connsiteY5-1332" fmla="*/ 185737 h 1343025"/>
                  <a:gd name="connsiteX6-1333" fmla="*/ 900112 w 1343025"/>
                  <a:gd name="connsiteY6-1334" fmla="*/ 40481 h 1343025"/>
                  <a:gd name="connsiteX7-1335" fmla="*/ 1104900 w 1343025"/>
                  <a:gd name="connsiteY7-1336" fmla="*/ 150018 h 1343025"/>
                  <a:gd name="connsiteX8-1337" fmla="*/ 1014412 w 1343025"/>
                  <a:gd name="connsiteY8-1338" fmla="*/ 295275 h 1343025"/>
                  <a:gd name="connsiteX9-1339" fmla="*/ 1119187 w 1343025"/>
                  <a:gd name="connsiteY9-1340" fmla="*/ 431006 h 1343025"/>
                  <a:gd name="connsiteX10-1341" fmla="*/ 1281112 w 1343025"/>
                  <a:gd name="connsiteY10-1342" fmla="*/ 373856 h 1343025"/>
                  <a:gd name="connsiteX11-1343" fmla="*/ 1343025 w 1343025"/>
                  <a:gd name="connsiteY11-1344" fmla="*/ 602456 h 1343025"/>
                  <a:gd name="connsiteX12-1345" fmla="*/ 1173956 w 1343025"/>
                  <a:gd name="connsiteY12-1346" fmla="*/ 645318 h 1343025"/>
                  <a:gd name="connsiteX13-1347" fmla="*/ 1157287 w 1343025"/>
                  <a:gd name="connsiteY13-1348" fmla="*/ 812006 h 1343025"/>
                  <a:gd name="connsiteX14-1349" fmla="*/ 1307306 w 1343025"/>
                  <a:gd name="connsiteY14-1350" fmla="*/ 892968 h 1343025"/>
                  <a:gd name="connsiteX15-1351" fmla="*/ 1193006 w 1343025"/>
                  <a:gd name="connsiteY15-1352" fmla="*/ 1097756 h 1343025"/>
                  <a:gd name="connsiteX16-1353" fmla="*/ 1040606 w 1343025"/>
                  <a:gd name="connsiteY16-1354" fmla="*/ 1009650 h 1343025"/>
                  <a:gd name="connsiteX17-1355" fmla="*/ 919162 w 1343025"/>
                  <a:gd name="connsiteY17-1356" fmla="*/ 1112043 h 1343025"/>
                  <a:gd name="connsiteX18-1357" fmla="*/ 973931 w 1343025"/>
                  <a:gd name="connsiteY18-1358" fmla="*/ 1276350 h 1343025"/>
                  <a:gd name="connsiteX19-1359" fmla="*/ 745331 w 1343025"/>
                  <a:gd name="connsiteY19-1360" fmla="*/ 1343025 h 1343025"/>
                  <a:gd name="connsiteX20-1361" fmla="*/ 695325 w 1343025"/>
                  <a:gd name="connsiteY20-1362" fmla="*/ 1171575 h 1343025"/>
                  <a:gd name="connsiteX21-1363" fmla="*/ 535781 w 1343025"/>
                  <a:gd name="connsiteY21-1364" fmla="*/ 1157287 h 1343025"/>
                  <a:gd name="connsiteX22-1365" fmla="*/ 452437 w 1343025"/>
                  <a:gd name="connsiteY22-1366" fmla="*/ 1304925 h 1343025"/>
                  <a:gd name="connsiteX23-1367" fmla="*/ 245268 w 1343025"/>
                  <a:gd name="connsiteY23-1368" fmla="*/ 1193006 h 1343025"/>
                  <a:gd name="connsiteX24-1369" fmla="*/ 333375 w 1343025"/>
                  <a:gd name="connsiteY24-1370" fmla="*/ 1042987 h 1343025"/>
                  <a:gd name="connsiteX25-1371" fmla="*/ 226218 w 1343025"/>
                  <a:gd name="connsiteY25-1372" fmla="*/ 909637 h 1343025"/>
                  <a:gd name="connsiteX26-1373" fmla="*/ 59531 w 1343025"/>
                  <a:gd name="connsiteY26-1374" fmla="*/ 964406 h 1343025"/>
                  <a:gd name="connsiteX27-1375" fmla="*/ 0 w 1343025"/>
                  <a:gd name="connsiteY27-1376" fmla="*/ 733425 h 1343025"/>
                  <a:gd name="connsiteX28-1377" fmla="*/ 166687 w 1343025"/>
                  <a:gd name="connsiteY28-1378" fmla="*/ 690562 h 1343025"/>
                  <a:gd name="connsiteX29-1379" fmla="*/ 190500 w 1343025"/>
                  <a:gd name="connsiteY29-1380" fmla="*/ 521493 h 1343025"/>
                  <a:gd name="connsiteX30-1381" fmla="*/ 35718 w 1343025"/>
                  <a:gd name="connsiteY30-1382" fmla="*/ 440531 h 1343025"/>
                  <a:gd name="connsiteX31-1383" fmla="*/ 154781 w 1343025"/>
                  <a:gd name="connsiteY31-1384" fmla="*/ 242887 h 1343025"/>
                  <a:gd name="connsiteX32-1385" fmla="*/ 297656 w 1343025"/>
                  <a:gd name="connsiteY32-1386" fmla="*/ 330993 h 1343025"/>
                  <a:gd name="connsiteX0-1387" fmla="*/ 297656 w 1343025"/>
                  <a:gd name="connsiteY0-1388" fmla="*/ 330993 h 1343025"/>
                  <a:gd name="connsiteX1-1389" fmla="*/ 431006 w 1343025"/>
                  <a:gd name="connsiteY1-1390" fmla="*/ 226218 h 1343025"/>
                  <a:gd name="connsiteX2-1391" fmla="*/ 378618 w 1343025"/>
                  <a:gd name="connsiteY2-1392" fmla="*/ 61912 h 1343025"/>
                  <a:gd name="connsiteX3-1393" fmla="*/ 602456 w 1343025"/>
                  <a:gd name="connsiteY3-1394" fmla="*/ 0 h 1343025"/>
                  <a:gd name="connsiteX4-1395" fmla="*/ 652462 w 1343025"/>
                  <a:gd name="connsiteY4-1396" fmla="*/ 171450 h 1343025"/>
                  <a:gd name="connsiteX5-1397" fmla="*/ 816768 w 1343025"/>
                  <a:gd name="connsiteY5-1398" fmla="*/ 185737 h 1343025"/>
                  <a:gd name="connsiteX6-1399" fmla="*/ 900112 w 1343025"/>
                  <a:gd name="connsiteY6-1400" fmla="*/ 40481 h 1343025"/>
                  <a:gd name="connsiteX7-1401" fmla="*/ 1104900 w 1343025"/>
                  <a:gd name="connsiteY7-1402" fmla="*/ 150018 h 1343025"/>
                  <a:gd name="connsiteX8-1403" fmla="*/ 1014412 w 1343025"/>
                  <a:gd name="connsiteY8-1404" fmla="*/ 295275 h 1343025"/>
                  <a:gd name="connsiteX9-1405" fmla="*/ 1119187 w 1343025"/>
                  <a:gd name="connsiteY9-1406" fmla="*/ 431006 h 1343025"/>
                  <a:gd name="connsiteX10-1407" fmla="*/ 1281112 w 1343025"/>
                  <a:gd name="connsiteY10-1408" fmla="*/ 373856 h 1343025"/>
                  <a:gd name="connsiteX11-1409" fmla="*/ 1343025 w 1343025"/>
                  <a:gd name="connsiteY11-1410" fmla="*/ 602456 h 1343025"/>
                  <a:gd name="connsiteX12-1411" fmla="*/ 1173956 w 1343025"/>
                  <a:gd name="connsiteY12-1412" fmla="*/ 645318 h 1343025"/>
                  <a:gd name="connsiteX13-1413" fmla="*/ 1157287 w 1343025"/>
                  <a:gd name="connsiteY13-1414" fmla="*/ 812006 h 1343025"/>
                  <a:gd name="connsiteX14-1415" fmla="*/ 1307306 w 1343025"/>
                  <a:gd name="connsiteY14-1416" fmla="*/ 892968 h 1343025"/>
                  <a:gd name="connsiteX15-1417" fmla="*/ 1193006 w 1343025"/>
                  <a:gd name="connsiteY15-1418" fmla="*/ 1097756 h 1343025"/>
                  <a:gd name="connsiteX16-1419" fmla="*/ 1040606 w 1343025"/>
                  <a:gd name="connsiteY16-1420" fmla="*/ 1009650 h 1343025"/>
                  <a:gd name="connsiteX17-1421" fmla="*/ 919162 w 1343025"/>
                  <a:gd name="connsiteY17-1422" fmla="*/ 1112043 h 1343025"/>
                  <a:gd name="connsiteX18-1423" fmla="*/ 973931 w 1343025"/>
                  <a:gd name="connsiteY18-1424" fmla="*/ 1276350 h 1343025"/>
                  <a:gd name="connsiteX19-1425" fmla="*/ 745331 w 1343025"/>
                  <a:gd name="connsiteY19-1426" fmla="*/ 1343025 h 1343025"/>
                  <a:gd name="connsiteX20-1427" fmla="*/ 695325 w 1343025"/>
                  <a:gd name="connsiteY20-1428" fmla="*/ 1171575 h 1343025"/>
                  <a:gd name="connsiteX21-1429" fmla="*/ 535781 w 1343025"/>
                  <a:gd name="connsiteY21-1430" fmla="*/ 1157287 h 1343025"/>
                  <a:gd name="connsiteX22-1431" fmla="*/ 452437 w 1343025"/>
                  <a:gd name="connsiteY22-1432" fmla="*/ 1304925 h 1343025"/>
                  <a:gd name="connsiteX23-1433" fmla="*/ 245268 w 1343025"/>
                  <a:gd name="connsiteY23-1434" fmla="*/ 1193006 h 1343025"/>
                  <a:gd name="connsiteX24-1435" fmla="*/ 333375 w 1343025"/>
                  <a:gd name="connsiteY24-1436" fmla="*/ 1042987 h 1343025"/>
                  <a:gd name="connsiteX25-1437" fmla="*/ 226218 w 1343025"/>
                  <a:gd name="connsiteY25-1438" fmla="*/ 909637 h 1343025"/>
                  <a:gd name="connsiteX26-1439" fmla="*/ 59531 w 1343025"/>
                  <a:gd name="connsiteY26-1440" fmla="*/ 964406 h 1343025"/>
                  <a:gd name="connsiteX27-1441" fmla="*/ 0 w 1343025"/>
                  <a:gd name="connsiteY27-1442" fmla="*/ 733425 h 1343025"/>
                  <a:gd name="connsiteX28-1443" fmla="*/ 166687 w 1343025"/>
                  <a:gd name="connsiteY28-1444" fmla="*/ 690562 h 1343025"/>
                  <a:gd name="connsiteX29-1445" fmla="*/ 190500 w 1343025"/>
                  <a:gd name="connsiteY29-1446" fmla="*/ 521493 h 1343025"/>
                  <a:gd name="connsiteX30-1447" fmla="*/ 35718 w 1343025"/>
                  <a:gd name="connsiteY30-1448" fmla="*/ 440531 h 1343025"/>
                  <a:gd name="connsiteX31-1449" fmla="*/ 154781 w 1343025"/>
                  <a:gd name="connsiteY31-1450" fmla="*/ 242887 h 1343025"/>
                  <a:gd name="connsiteX32-1451" fmla="*/ 297656 w 1343025"/>
                  <a:gd name="connsiteY32-1452" fmla="*/ 330993 h 1343025"/>
                  <a:gd name="connsiteX0-1453" fmla="*/ 297656 w 1343025"/>
                  <a:gd name="connsiteY0-1454" fmla="*/ 330993 h 1343025"/>
                  <a:gd name="connsiteX1-1455" fmla="*/ 431006 w 1343025"/>
                  <a:gd name="connsiteY1-1456" fmla="*/ 226218 h 1343025"/>
                  <a:gd name="connsiteX2-1457" fmla="*/ 378618 w 1343025"/>
                  <a:gd name="connsiteY2-1458" fmla="*/ 61912 h 1343025"/>
                  <a:gd name="connsiteX3-1459" fmla="*/ 602456 w 1343025"/>
                  <a:gd name="connsiteY3-1460" fmla="*/ 0 h 1343025"/>
                  <a:gd name="connsiteX4-1461" fmla="*/ 652462 w 1343025"/>
                  <a:gd name="connsiteY4-1462" fmla="*/ 171450 h 1343025"/>
                  <a:gd name="connsiteX5-1463" fmla="*/ 816768 w 1343025"/>
                  <a:gd name="connsiteY5-1464" fmla="*/ 185737 h 1343025"/>
                  <a:gd name="connsiteX6-1465" fmla="*/ 900112 w 1343025"/>
                  <a:gd name="connsiteY6-1466" fmla="*/ 40481 h 1343025"/>
                  <a:gd name="connsiteX7-1467" fmla="*/ 1104900 w 1343025"/>
                  <a:gd name="connsiteY7-1468" fmla="*/ 150018 h 1343025"/>
                  <a:gd name="connsiteX8-1469" fmla="*/ 1014412 w 1343025"/>
                  <a:gd name="connsiteY8-1470" fmla="*/ 295275 h 1343025"/>
                  <a:gd name="connsiteX9-1471" fmla="*/ 1119187 w 1343025"/>
                  <a:gd name="connsiteY9-1472" fmla="*/ 431006 h 1343025"/>
                  <a:gd name="connsiteX10-1473" fmla="*/ 1281112 w 1343025"/>
                  <a:gd name="connsiteY10-1474" fmla="*/ 373856 h 1343025"/>
                  <a:gd name="connsiteX11-1475" fmla="*/ 1343025 w 1343025"/>
                  <a:gd name="connsiteY11-1476" fmla="*/ 602456 h 1343025"/>
                  <a:gd name="connsiteX12-1477" fmla="*/ 1173956 w 1343025"/>
                  <a:gd name="connsiteY12-1478" fmla="*/ 645318 h 1343025"/>
                  <a:gd name="connsiteX13-1479" fmla="*/ 1157287 w 1343025"/>
                  <a:gd name="connsiteY13-1480" fmla="*/ 812006 h 1343025"/>
                  <a:gd name="connsiteX14-1481" fmla="*/ 1307306 w 1343025"/>
                  <a:gd name="connsiteY14-1482" fmla="*/ 892968 h 1343025"/>
                  <a:gd name="connsiteX15-1483" fmla="*/ 1193006 w 1343025"/>
                  <a:gd name="connsiteY15-1484" fmla="*/ 1097756 h 1343025"/>
                  <a:gd name="connsiteX16-1485" fmla="*/ 1040606 w 1343025"/>
                  <a:gd name="connsiteY16-1486" fmla="*/ 1009650 h 1343025"/>
                  <a:gd name="connsiteX17-1487" fmla="*/ 919162 w 1343025"/>
                  <a:gd name="connsiteY17-1488" fmla="*/ 1112043 h 1343025"/>
                  <a:gd name="connsiteX18-1489" fmla="*/ 973931 w 1343025"/>
                  <a:gd name="connsiteY18-1490" fmla="*/ 1276350 h 1343025"/>
                  <a:gd name="connsiteX19-1491" fmla="*/ 745331 w 1343025"/>
                  <a:gd name="connsiteY19-1492" fmla="*/ 1343025 h 1343025"/>
                  <a:gd name="connsiteX20-1493" fmla="*/ 695325 w 1343025"/>
                  <a:gd name="connsiteY20-1494" fmla="*/ 1171575 h 1343025"/>
                  <a:gd name="connsiteX21-1495" fmla="*/ 535781 w 1343025"/>
                  <a:gd name="connsiteY21-1496" fmla="*/ 1157287 h 1343025"/>
                  <a:gd name="connsiteX22-1497" fmla="*/ 452437 w 1343025"/>
                  <a:gd name="connsiteY22-1498" fmla="*/ 1304925 h 1343025"/>
                  <a:gd name="connsiteX23-1499" fmla="*/ 245268 w 1343025"/>
                  <a:gd name="connsiteY23-1500" fmla="*/ 1193006 h 1343025"/>
                  <a:gd name="connsiteX24-1501" fmla="*/ 333375 w 1343025"/>
                  <a:gd name="connsiteY24-1502" fmla="*/ 1042987 h 1343025"/>
                  <a:gd name="connsiteX25-1503" fmla="*/ 226218 w 1343025"/>
                  <a:gd name="connsiteY25-1504" fmla="*/ 909637 h 1343025"/>
                  <a:gd name="connsiteX26-1505" fmla="*/ 59531 w 1343025"/>
                  <a:gd name="connsiteY26-1506" fmla="*/ 964406 h 1343025"/>
                  <a:gd name="connsiteX27-1507" fmla="*/ 0 w 1343025"/>
                  <a:gd name="connsiteY27-1508" fmla="*/ 733425 h 1343025"/>
                  <a:gd name="connsiteX28-1509" fmla="*/ 166687 w 1343025"/>
                  <a:gd name="connsiteY28-1510" fmla="*/ 690562 h 1343025"/>
                  <a:gd name="connsiteX29-1511" fmla="*/ 190500 w 1343025"/>
                  <a:gd name="connsiteY29-1512" fmla="*/ 521493 h 1343025"/>
                  <a:gd name="connsiteX30-1513" fmla="*/ 35718 w 1343025"/>
                  <a:gd name="connsiteY30-1514" fmla="*/ 440531 h 1343025"/>
                  <a:gd name="connsiteX31-1515" fmla="*/ 154781 w 1343025"/>
                  <a:gd name="connsiteY31-1516" fmla="*/ 242887 h 1343025"/>
                  <a:gd name="connsiteX32-1517" fmla="*/ 297656 w 1343025"/>
                  <a:gd name="connsiteY32-1518" fmla="*/ 330993 h 1343025"/>
                  <a:gd name="connsiteX0-1519" fmla="*/ 297656 w 1343025"/>
                  <a:gd name="connsiteY0-1520" fmla="*/ 330993 h 1343025"/>
                  <a:gd name="connsiteX1-1521" fmla="*/ 431006 w 1343025"/>
                  <a:gd name="connsiteY1-1522" fmla="*/ 226218 h 1343025"/>
                  <a:gd name="connsiteX2-1523" fmla="*/ 378618 w 1343025"/>
                  <a:gd name="connsiteY2-1524" fmla="*/ 61912 h 1343025"/>
                  <a:gd name="connsiteX3-1525" fmla="*/ 602456 w 1343025"/>
                  <a:gd name="connsiteY3-1526" fmla="*/ 0 h 1343025"/>
                  <a:gd name="connsiteX4-1527" fmla="*/ 652462 w 1343025"/>
                  <a:gd name="connsiteY4-1528" fmla="*/ 171450 h 1343025"/>
                  <a:gd name="connsiteX5-1529" fmla="*/ 816768 w 1343025"/>
                  <a:gd name="connsiteY5-1530" fmla="*/ 185737 h 1343025"/>
                  <a:gd name="connsiteX6-1531" fmla="*/ 900112 w 1343025"/>
                  <a:gd name="connsiteY6-1532" fmla="*/ 40481 h 1343025"/>
                  <a:gd name="connsiteX7-1533" fmla="*/ 1104900 w 1343025"/>
                  <a:gd name="connsiteY7-1534" fmla="*/ 150018 h 1343025"/>
                  <a:gd name="connsiteX8-1535" fmla="*/ 1014412 w 1343025"/>
                  <a:gd name="connsiteY8-1536" fmla="*/ 295275 h 1343025"/>
                  <a:gd name="connsiteX9-1537" fmla="*/ 1119187 w 1343025"/>
                  <a:gd name="connsiteY9-1538" fmla="*/ 431006 h 1343025"/>
                  <a:gd name="connsiteX10-1539" fmla="*/ 1281112 w 1343025"/>
                  <a:gd name="connsiteY10-1540" fmla="*/ 373856 h 1343025"/>
                  <a:gd name="connsiteX11-1541" fmla="*/ 1343025 w 1343025"/>
                  <a:gd name="connsiteY11-1542" fmla="*/ 602456 h 1343025"/>
                  <a:gd name="connsiteX12-1543" fmla="*/ 1173956 w 1343025"/>
                  <a:gd name="connsiteY12-1544" fmla="*/ 645318 h 1343025"/>
                  <a:gd name="connsiteX13-1545" fmla="*/ 1157287 w 1343025"/>
                  <a:gd name="connsiteY13-1546" fmla="*/ 812006 h 1343025"/>
                  <a:gd name="connsiteX14-1547" fmla="*/ 1307306 w 1343025"/>
                  <a:gd name="connsiteY14-1548" fmla="*/ 892968 h 1343025"/>
                  <a:gd name="connsiteX15-1549" fmla="*/ 1193006 w 1343025"/>
                  <a:gd name="connsiteY15-1550" fmla="*/ 1097756 h 1343025"/>
                  <a:gd name="connsiteX16-1551" fmla="*/ 1040606 w 1343025"/>
                  <a:gd name="connsiteY16-1552" fmla="*/ 1009650 h 1343025"/>
                  <a:gd name="connsiteX17-1553" fmla="*/ 919162 w 1343025"/>
                  <a:gd name="connsiteY17-1554" fmla="*/ 1112043 h 1343025"/>
                  <a:gd name="connsiteX18-1555" fmla="*/ 973931 w 1343025"/>
                  <a:gd name="connsiteY18-1556" fmla="*/ 1276350 h 1343025"/>
                  <a:gd name="connsiteX19-1557" fmla="*/ 745331 w 1343025"/>
                  <a:gd name="connsiteY19-1558" fmla="*/ 1343025 h 1343025"/>
                  <a:gd name="connsiteX20-1559" fmla="*/ 695325 w 1343025"/>
                  <a:gd name="connsiteY20-1560" fmla="*/ 1171575 h 1343025"/>
                  <a:gd name="connsiteX21-1561" fmla="*/ 535781 w 1343025"/>
                  <a:gd name="connsiteY21-1562" fmla="*/ 1157287 h 1343025"/>
                  <a:gd name="connsiteX22-1563" fmla="*/ 452437 w 1343025"/>
                  <a:gd name="connsiteY22-1564" fmla="*/ 1304925 h 1343025"/>
                  <a:gd name="connsiteX23-1565" fmla="*/ 245268 w 1343025"/>
                  <a:gd name="connsiteY23-1566" fmla="*/ 1193006 h 1343025"/>
                  <a:gd name="connsiteX24-1567" fmla="*/ 333375 w 1343025"/>
                  <a:gd name="connsiteY24-1568" fmla="*/ 1042987 h 1343025"/>
                  <a:gd name="connsiteX25-1569" fmla="*/ 226218 w 1343025"/>
                  <a:gd name="connsiteY25-1570" fmla="*/ 909637 h 1343025"/>
                  <a:gd name="connsiteX26-1571" fmla="*/ 59531 w 1343025"/>
                  <a:gd name="connsiteY26-1572" fmla="*/ 964406 h 1343025"/>
                  <a:gd name="connsiteX27-1573" fmla="*/ 0 w 1343025"/>
                  <a:gd name="connsiteY27-1574" fmla="*/ 733425 h 1343025"/>
                  <a:gd name="connsiteX28-1575" fmla="*/ 166687 w 1343025"/>
                  <a:gd name="connsiteY28-1576" fmla="*/ 690562 h 1343025"/>
                  <a:gd name="connsiteX29-1577" fmla="*/ 190500 w 1343025"/>
                  <a:gd name="connsiteY29-1578" fmla="*/ 521493 h 1343025"/>
                  <a:gd name="connsiteX30-1579" fmla="*/ 35718 w 1343025"/>
                  <a:gd name="connsiteY30-1580" fmla="*/ 440531 h 1343025"/>
                  <a:gd name="connsiteX31-1581" fmla="*/ 154781 w 1343025"/>
                  <a:gd name="connsiteY31-1582" fmla="*/ 242887 h 1343025"/>
                  <a:gd name="connsiteX32-1583" fmla="*/ 297656 w 1343025"/>
                  <a:gd name="connsiteY32-1584" fmla="*/ 330993 h 1343025"/>
                  <a:gd name="connsiteX0-1585" fmla="*/ 297656 w 1343025"/>
                  <a:gd name="connsiteY0-1586" fmla="*/ 330993 h 1343025"/>
                  <a:gd name="connsiteX1-1587" fmla="*/ 431006 w 1343025"/>
                  <a:gd name="connsiteY1-1588" fmla="*/ 226218 h 1343025"/>
                  <a:gd name="connsiteX2-1589" fmla="*/ 378618 w 1343025"/>
                  <a:gd name="connsiteY2-1590" fmla="*/ 61912 h 1343025"/>
                  <a:gd name="connsiteX3-1591" fmla="*/ 602456 w 1343025"/>
                  <a:gd name="connsiteY3-1592" fmla="*/ 0 h 1343025"/>
                  <a:gd name="connsiteX4-1593" fmla="*/ 652462 w 1343025"/>
                  <a:gd name="connsiteY4-1594" fmla="*/ 171450 h 1343025"/>
                  <a:gd name="connsiteX5-1595" fmla="*/ 816768 w 1343025"/>
                  <a:gd name="connsiteY5-1596" fmla="*/ 185737 h 1343025"/>
                  <a:gd name="connsiteX6-1597" fmla="*/ 900112 w 1343025"/>
                  <a:gd name="connsiteY6-1598" fmla="*/ 40481 h 1343025"/>
                  <a:gd name="connsiteX7-1599" fmla="*/ 1104900 w 1343025"/>
                  <a:gd name="connsiteY7-1600" fmla="*/ 150018 h 1343025"/>
                  <a:gd name="connsiteX8-1601" fmla="*/ 1014412 w 1343025"/>
                  <a:gd name="connsiteY8-1602" fmla="*/ 295275 h 1343025"/>
                  <a:gd name="connsiteX9-1603" fmla="*/ 1119187 w 1343025"/>
                  <a:gd name="connsiteY9-1604" fmla="*/ 431006 h 1343025"/>
                  <a:gd name="connsiteX10-1605" fmla="*/ 1281112 w 1343025"/>
                  <a:gd name="connsiteY10-1606" fmla="*/ 373856 h 1343025"/>
                  <a:gd name="connsiteX11-1607" fmla="*/ 1343025 w 1343025"/>
                  <a:gd name="connsiteY11-1608" fmla="*/ 602456 h 1343025"/>
                  <a:gd name="connsiteX12-1609" fmla="*/ 1173956 w 1343025"/>
                  <a:gd name="connsiteY12-1610" fmla="*/ 645318 h 1343025"/>
                  <a:gd name="connsiteX13-1611" fmla="*/ 1157287 w 1343025"/>
                  <a:gd name="connsiteY13-1612" fmla="*/ 812006 h 1343025"/>
                  <a:gd name="connsiteX14-1613" fmla="*/ 1307306 w 1343025"/>
                  <a:gd name="connsiteY14-1614" fmla="*/ 892968 h 1343025"/>
                  <a:gd name="connsiteX15-1615" fmla="*/ 1193006 w 1343025"/>
                  <a:gd name="connsiteY15-1616" fmla="*/ 1097756 h 1343025"/>
                  <a:gd name="connsiteX16-1617" fmla="*/ 1040606 w 1343025"/>
                  <a:gd name="connsiteY16-1618" fmla="*/ 1009650 h 1343025"/>
                  <a:gd name="connsiteX17-1619" fmla="*/ 919162 w 1343025"/>
                  <a:gd name="connsiteY17-1620" fmla="*/ 1112043 h 1343025"/>
                  <a:gd name="connsiteX18-1621" fmla="*/ 973931 w 1343025"/>
                  <a:gd name="connsiteY18-1622" fmla="*/ 1276350 h 1343025"/>
                  <a:gd name="connsiteX19-1623" fmla="*/ 745331 w 1343025"/>
                  <a:gd name="connsiteY19-1624" fmla="*/ 1343025 h 1343025"/>
                  <a:gd name="connsiteX20-1625" fmla="*/ 695325 w 1343025"/>
                  <a:gd name="connsiteY20-1626" fmla="*/ 1171575 h 1343025"/>
                  <a:gd name="connsiteX21-1627" fmla="*/ 535781 w 1343025"/>
                  <a:gd name="connsiteY21-1628" fmla="*/ 1157287 h 1343025"/>
                  <a:gd name="connsiteX22-1629" fmla="*/ 452437 w 1343025"/>
                  <a:gd name="connsiteY22-1630" fmla="*/ 1304925 h 1343025"/>
                  <a:gd name="connsiteX23-1631" fmla="*/ 245268 w 1343025"/>
                  <a:gd name="connsiteY23-1632" fmla="*/ 1193006 h 1343025"/>
                  <a:gd name="connsiteX24-1633" fmla="*/ 333375 w 1343025"/>
                  <a:gd name="connsiteY24-1634" fmla="*/ 1042987 h 1343025"/>
                  <a:gd name="connsiteX25-1635" fmla="*/ 226218 w 1343025"/>
                  <a:gd name="connsiteY25-1636" fmla="*/ 909637 h 1343025"/>
                  <a:gd name="connsiteX26-1637" fmla="*/ 59531 w 1343025"/>
                  <a:gd name="connsiteY26-1638" fmla="*/ 964406 h 1343025"/>
                  <a:gd name="connsiteX27-1639" fmla="*/ 0 w 1343025"/>
                  <a:gd name="connsiteY27-1640" fmla="*/ 733425 h 1343025"/>
                  <a:gd name="connsiteX28-1641" fmla="*/ 166687 w 1343025"/>
                  <a:gd name="connsiteY28-1642" fmla="*/ 690562 h 1343025"/>
                  <a:gd name="connsiteX29-1643" fmla="*/ 190500 w 1343025"/>
                  <a:gd name="connsiteY29-1644" fmla="*/ 521493 h 1343025"/>
                  <a:gd name="connsiteX30-1645" fmla="*/ 35718 w 1343025"/>
                  <a:gd name="connsiteY30-1646" fmla="*/ 440531 h 1343025"/>
                  <a:gd name="connsiteX31-1647" fmla="*/ 154781 w 1343025"/>
                  <a:gd name="connsiteY31-1648" fmla="*/ 242887 h 1343025"/>
                  <a:gd name="connsiteX32-1649" fmla="*/ 297656 w 1343025"/>
                  <a:gd name="connsiteY32-1650" fmla="*/ 330993 h 1343025"/>
                  <a:gd name="connsiteX0-1651" fmla="*/ 297656 w 1343025"/>
                  <a:gd name="connsiteY0-1652" fmla="*/ 330993 h 1343025"/>
                  <a:gd name="connsiteX1-1653" fmla="*/ 431006 w 1343025"/>
                  <a:gd name="connsiteY1-1654" fmla="*/ 226218 h 1343025"/>
                  <a:gd name="connsiteX2-1655" fmla="*/ 378618 w 1343025"/>
                  <a:gd name="connsiteY2-1656" fmla="*/ 61912 h 1343025"/>
                  <a:gd name="connsiteX3-1657" fmla="*/ 602456 w 1343025"/>
                  <a:gd name="connsiteY3-1658" fmla="*/ 0 h 1343025"/>
                  <a:gd name="connsiteX4-1659" fmla="*/ 652462 w 1343025"/>
                  <a:gd name="connsiteY4-1660" fmla="*/ 171450 h 1343025"/>
                  <a:gd name="connsiteX5-1661" fmla="*/ 816768 w 1343025"/>
                  <a:gd name="connsiteY5-1662" fmla="*/ 185737 h 1343025"/>
                  <a:gd name="connsiteX6-1663" fmla="*/ 900112 w 1343025"/>
                  <a:gd name="connsiteY6-1664" fmla="*/ 40481 h 1343025"/>
                  <a:gd name="connsiteX7-1665" fmla="*/ 1104900 w 1343025"/>
                  <a:gd name="connsiteY7-1666" fmla="*/ 150018 h 1343025"/>
                  <a:gd name="connsiteX8-1667" fmla="*/ 1014412 w 1343025"/>
                  <a:gd name="connsiteY8-1668" fmla="*/ 295275 h 1343025"/>
                  <a:gd name="connsiteX9-1669" fmla="*/ 1119187 w 1343025"/>
                  <a:gd name="connsiteY9-1670" fmla="*/ 431006 h 1343025"/>
                  <a:gd name="connsiteX10-1671" fmla="*/ 1281112 w 1343025"/>
                  <a:gd name="connsiteY10-1672" fmla="*/ 373856 h 1343025"/>
                  <a:gd name="connsiteX11-1673" fmla="*/ 1343025 w 1343025"/>
                  <a:gd name="connsiteY11-1674" fmla="*/ 602456 h 1343025"/>
                  <a:gd name="connsiteX12-1675" fmla="*/ 1173956 w 1343025"/>
                  <a:gd name="connsiteY12-1676" fmla="*/ 645318 h 1343025"/>
                  <a:gd name="connsiteX13-1677" fmla="*/ 1157287 w 1343025"/>
                  <a:gd name="connsiteY13-1678" fmla="*/ 812006 h 1343025"/>
                  <a:gd name="connsiteX14-1679" fmla="*/ 1307306 w 1343025"/>
                  <a:gd name="connsiteY14-1680" fmla="*/ 892968 h 1343025"/>
                  <a:gd name="connsiteX15-1681" fmla="*/ 1193006 w 1343025"/>
                  <a:gd name="connsiteY15-1682" fmla="*/ 1097756 h 1343025"/>
                  <a:gd name="connsiteX16-1683" fmla="*/ 1040606 w 1343025"/>
                  <a:gd name="connsiteY16-1684" fmla="*/ 1009650 h 1343025"/>
                  <a:gd name="connsiteX17-1685" fmla="*/ 919162 w 1343025"/>
                  <a:gd name="connsiteY17-1686" fmla="*/ 1112043 h 1343025"/>
                  <a:gd name="connsiteX18-1687" fmla="*/ 973931 w 1343025"/>
                  <a:gd name="connsiteY18-1688" fmla="*/ 1276350 h 1343025"/>
                  <a:gd name="connsiteX19-1689" fmla="*/ 745331 w 1343025"/>
                  <a:gd name="connsiteY19-1690" fmla="*/ 1343025 h 1343025"/>
                  <a:gd name="connsiteX20-1691" fmla="*/ 695325 w 1343025"/>
                  <a:gd name="connsiteY20-1692" fmla="*/ 1171575 h 1343025"/>
                  <a:gd name="connsiteX21-1693" fmla="*/ 535781 w 1343025"/>
                  <a:gd name="connsiteY21-1694" fmla="*/ 1157287 h 1343025"/>
                  <a:gd name="connsiteX22-1695" fmla="*/ 452437 w 1343025"/>
                  <a:gd name="connsiteY22-1696" fmla="*/ 1304925 h 1343025"/>
                  <a:gd name="connsiteX23-1697" fmla="*/ 245268 w 1343025"/>
                  <a:gd name="connsiteY23-1698" fmla="*/ 1193006 h 1343025"/>
                  <a:gd name="connsiteX24-1699" fmla="*/ 333375 w 1343025"/>
                  <a:gd name="connsiteY24-1700" fmla="*/ 1042987 h 1343025"/>
                  <a:gd name="connsiteX25-1701" fmla="*/ 226218 w 1343025"/>
                  <a:gd name="connsiteY25-1702" fmla="*/ 909637 h 1343025"/>
                  <a:gd name="connsiteX26-1703" fmla="*/ 59531 w 1343025"/>
                  <a:gd name="connsiteY26-1704" fmla="*/ 964406 h 1343025"/>
                  <a:gd name="connsiteX27-1705" fmla="*/ 0 w 1343025"/>
                  <a:gd name="connsiteY27-1706" fmla="*/ 733425 h 1343025"/>
                  <a:gd name="connsiteX28-1707" fmla="*/ 166687 w 1343025"/>
                  <a:gd name="connsiteY28-1708" fmla="*/ 690562 h 1343025"/>
                  <a:gd name="connsiteX29-1709" fmla="*/ 190500 w 1343025"/>
                  <a:gd name="connsiteY29-1710" fmla="*/ 521493 h 1343025"/>
                  <a:gd name="connsiteX30-1711" fmla="*/ 35718 w 1343025"/>
                  <a:gd name="connsiteY30-1712" fmla="*/ 440531 h 1343025"/>
                  <a:gd name="connsiteX31-1713" fmla="*/ 154781 w 1343025"/>
                  <a:gd name="connsiteY31-1714" fmla="*/ 242887 h 1343025"/>
                  <a:gd name="connsiteX32-1715" fmla="*/ 297656 w 1343025"/>
                  <a:gd name="connsiteY32-1716" fmla="*/ 330993 h 1343025"/>
                  <a:gd name="connsiteX0-1717" fmla="*/ 297656 w 1343025"/>
                  <a:gd name="connsiteY0-1718" fmla="*/ 330993 h 1343025"/>
                  <a:gd name="connsiteX1-1719" fmla="*/ 431006 w 1343025"/>
                  <a:gd name="connsiteY1-1720" fmla="*/ 226218 h 1343025"/>
                  <a:gd name="connsiteX2-1721" fmla="*/ 378618 w 1343025"/>
                  <a:gd name="connsiteY2-1722" fmla="*/ 61912 h 1343025"/>
                  <a:gd name="connsiteX3-1723" fmla="*/ 602456 w 1343025"/>
                  <a:gd name="connsiteY3-1724" fmla="*/ 0 h 1343025"/>
                  <a:gd name="connsiteX4-1725" fmla="*/ 652462 w 1343025"/>
                  <a:gd name="connsiteY4-1726" fmla="*/ 171450 h 1343025"/>
                  <a:gd name="connsiteX5-1727" fmla="*/ 816768 w 1343025"/>
                  <a:gd name="connsiteY5-1728" fmla="*/ 185737 h 1343025"/>
                  <a:gd name="connsiteX6-1729" fmla="*/ 900112 w 1343025"/>
                  <a:gd name="connsiteY6-1730" fmla="*/ 40481 h 1343025"/>
                  <a:gd name="connsiteX7-1731" fmla="*/ 1104900 w 1343025"/>
                  <a:gd name="connsiteY7-1732" fmla="*/ 150018 h 1343025"/>
                  <a:gd name="connsiteX8-1733" fmla="*/ 1014412 w 1343025"/>
                  <a:gd name="connsiteY8-1734" fmla="*/ 295275 h 1343025"/>
                  <a:gd name="connsiteX9-1735" fmla="*/ 1119187 w 1343025"/>
                  <a:gd name="connsiteY9-1736" fmla="*/ 431006 h 1343025"/>
                  <a:gd name="connsiteX10-1737" fmla="*/ 1281112 w 1343025"/>
                  <a:gd name="connsiteY10-1738" fmla="*/ 373856 h 1343025"/>
                  <a:gd name="connsiteX11-1739" fmla="*/ 1343025 w 1343025"/>
                  <a:gd name="connsiteY11-1740" fmla="*/ 602456 h 1343025"/>
                  <a:gd name="connsiteX12-1741" fmla="*/ 1173956 w 1343025"/>
                  <a:gd name="connsiteY12-1742" fmla="*/ 645318 h 1343025"/>
                  <a:gd name="connsiteX13-1743" fmla="*/ 1157287 w 1343025"/>
                  <a:gd name="connsiteY13-1744" fmla="*/ 812006 h 1343025"/>
                  <a:gd name="connsiteX14-1745" fmla="*/ 1307306 w 1343025"/>
                  <a:gd name="connsiteY14-1746" fmla="*/ 892968 h 1343025"/>
                  <a:gd name="connsiteX15-1747" fmla="*/ 1193006 w 1343025"/>
                  <a:gd name="connsiteY15-1748" fmla="*/ 1097756 h 1343025"/>
                  <a:gd name="connsiteX16-1749" fmla="*/ 1040606 w 1343025"/>
                  <a:gd name="connsiteY16-1750" fmla="*/ 1009650 h 1343025"/>
                  <a:gd name="connsiteX17-1751" fmla="*/ 919162 w 1343025"/>
                  <a:gd name="connsiteY17-1752" fmla="*/ 1112043 h 1343025"/>
                  <a:gd name="connsiteX18-1753" fmla="*/ 973931 w 1343025"/>
                  <a:gd name="connsiteY18-1754" fmla="*/ 1276350 h 1343025"/>
                  <a:gd name="connsiteX19-1755" fmla="*/ 745331 w 1343025"/>
                  <a:gd name="connsiteY19-1756" fmla="*/ 1343025 h 1343025"/>
                  <a:gd name="connsiteX20-1757" fmla="*/ 695325 w 1343025"/>
                  <a:gd name="connsiteY20-1758" fmla="*/ 1171575 h 1343025"/>
                  <a:gd name="connsiteX21-1759" fmla="*/ 535781 w 1343025"/>
                  <a:gd name="connsiteY21-1760" fmla="*/ 1157287 h 1343025"/>
                  <a:gd name="connsiteX22-1761" fmla="*/ 452437 w 1343025"/>
                  <a:gd name="connsiteY22-1762" fmla="*/ 1304925 h 1343025"/>
                  <a:gd name="connsiteX23-1763" fmla="*/ 245268 w 1343025"/>
                  <a:gd name="connsiteY23-1764" fmla="*/ 1193006 h 1343025"/>
                  <a:gd name="connsiteX24-1765" fmla="*/ 333375 w 1343025"/>
                  <a:gd name="connsiteY24-1766" fmla="*/ 1042987 h 1343025"/>
                  <a:gd name="connsiteX25-1767" fmla="*/ 226218 w 1343025"/>
                  <a:gd name="connsiteY25-1768" fmla="*/ 909637 h 1343025"/>
                  <a:gd name="connsiteX26-1769" fmla="*/ 59531 w 1343025"/>
                  <a:gd name="connsiteY26-1770" fmla="*/ 964406 h 1343025"/>
                  <a:gd name="connsiteX27-1771" fmla="*/ 0 w 1343025"/>
                  <a:gd name="connsiteY27-1772" fmla="*/ 733425 h 1343025"/>
                  <a:gd name="connsiteX28-1773" fmla="*/ 166687 w 1343025"/>
                  <a:gd name="connsiteY28-1774" fmla="*/ 690562 h 1343025"/>
                  <a:gd name="connsiteX29-1775" fmla="*/ 190500 w 1343025"/>
                  <a:gd name="connsiteY29-1776" fmla="*/ 521493 h 1343025"/>
                  <a:gd name="connsiteX30-1777" fmla="*/ 35718 w 1343025"/>
                  <a:gd name="connsiteY30-1778" fmla="*/ 440531 h 1343025"/>
                  <a:gd name="connsiteX31-1779" fmla="*/ 154781 w 1343025"/>
                  <a:gd name="connsiteY31-1780" fmla="*/ 242887 h 1343025"/>
                  <a:gd name="connsiteX32-1781" fmla="*/ 297656 w 1343025"/>
                  <a:gd name="connsiteY32-1782" fmla="*/ 330993 h 1343025"/>
                  <a:gd name="connsiteX0-1783" fmla="*/ 297656 w 1343025"/>
                  <a:gd name="connsiteY0-1784" fmla="*/ 330993 h 1343025"/>
                  <a:gd name="connsiteX1-1785" fmla="*/ 431006 w 1343025"/>
                  <a:gd name="connsiteY1-1786" fmla="*/ 226218 h 1343025"/>
                  <a:gd name="connsiteX2-1787" fmla="*/ 378618 w 1343025"/>
                  <a:gd name="connsiteY2-1788" fmla="*/ 61912 h 1343025"/>
                  <a:gd name="connsiteX3-1789" fmla="*/ 602456 w 1343025"/>
                  <a:gd name="connsiteY3-1790" fmla="*/ 0 h 1343025"/>
                  <a:gd name="connsiteX4-1791" fmla="*/ 652462 w 1343025"/>
                  <a:gd name="connsiteY4-1792" fmla="*/ 171450 h 1343025"/>
                  <a:gd name="connsiteX5-1793" fmla="*/ 816768 w 1343025"/>
                  <a:gd name="connsiteY5-1794" fmla="*/ 185737 h 1343025"/>
                  <a:gd name="connsiteX6-1795" fmla="*/ 900112 w 1343025"/>
                  <a:gd name="connsiteY6-1796" fmla="*/ 40481 h 1343025"/>
                  <a:gd name="connsiteX7-1797" fmla="*/ 1104900 w 1343025"/>
                  <a:gd name="connsiteY7-1798" fmla="*/ 150018 h 1343025"/>
                  <a:gd name="connsiteX8-1799" fmla="*/ 1014412 w 1343025"/>
                  <a:gd name="connsiteY8-1800" fmla="*/ 295275 h 1343025"/>
                  <a:gd name="connsiteX9-1801" fmla="*/ 1119187 w 1343025"/>
                  <a:gd name="connsiteY9-1802" fmla="*/ 431006 h 1343025"/>
                  <a:gd name="connsiteX10-1803" fmla="*/ 1281112 w 1343025"/>
                  <a:gd name="connsiteY10-1804" fmla="*/ 373856 h 1343025"/>
                  <a:gd name="connsiteX11-1805" fmla="*/ 1343025 w 1343025"/>
                  <a:gd name="connsiteY11-1806" fmla="*/ 602456 h 1343025"/>
                  <a:gd name="connsiteX12-1807" fmla="*/ 1173956 w 1343025"/>
                  <a:gd name="connsiteY12-1808" fmla="*/ 645318 h 1343025"/>
                  <a:gd name="connsiteX13-1809" fmla="*/ 1157287 w 1343025"/>
                  <a:gd name="connsiteY13-1810" fmla="*/ 812006 h 1343025"/>
                  <a:gd name="connsiteX14-1811" fmla="*/ 1307306 w 1343025"/>
                  <a:gd name="connsiteY14-1812" fmla="*/ 892968 h 1343025"/>
                  <a:gd name="connsiteX15-1813" fmla="*/ 1193006 w 1343025"/>
                  <a:gd name="connsiteY15-1814" fmla="*/ 1097756 h 1343025"/>
                  <a:gd name="connsiteX16-1815" fmla="*/ 1040606 w 1343025"/>
                  <a:gd name="connsiteY16-1816" fmla="*/ 1009650 h 1343025"/>
                  <a:gd name="connsiteX17-1817" fmla="*/ 919162 w 1343025"/>
                  <a:gd name="connsiteY17-1818" fmla="*/ 1112043 h 1343025"/>
                  <a:gd name="connsiteX18-1819" fmla="*/ 973931 w 1343025"/>
                  <a:gd name="connsiteY18-1820" fmla="*/ 1276350 h 1343025"/>
                  <a:gd name="connsiteX19-1821" fmla="*/ 745331 w 1343025"/>
                  <a:gd name="connsiteY19-1822" fmla="*/ 1343025 h 1343025"/>
                  <a:gd name="connsiteX20-1823" fmla="*/ 695325 w 1343025"/>
                  <a:gd name="connsiteY20-1824" fmla="*/ 1171575 h 1343025"/>
                  <a:gd name="connsiteX21-1825" fmla="*/ 535781 w 1343025"/>
                  <a:gd name="connsiteY21-1826" fmla="*/ 1157287 h 1343025"/>
                  <a:gd name="connsiteX22-1827" fmla="*/ 452437 w 1343025"/>
                  <a:gd name="connsiteY22-1828" fmla="*/ 1304925 h 1343025"/>
                  <a:gd name="connsiteX23-1829" fmla="*/ 245268 w 1343025"/>
                  <a:gd name="connsiteY23-1830" fmla="*/ 1193006 h 1343025"/>
                  <a:gd name="connsiteX24-1831" fmla="*/ 333375 w 1343025"/>
                  <a:gd name="connsiteY24-1832" fmla="*/ 1042987 h 1343025"/>
                  <a:gd name="connsiteX25-1833" fmla="*/ 226218 w 1343025"/>
                  <a:gd name="connsiteY25-1834" fmla="*/ 909637 h 1343025"/>
                  <a:gd name="connsiteX26-1835" fmla="*/ 59531 w 1343025"/>
                  <a:gd name="connsiteY26-1836" fmla="*/ 964406 h 1343025"/>
                  <a:gd name="connsiteX27-1837" fmla="*/ 0 w 1343025"/>
                  <a:gd name="connsiteY27-1838" fmla="*/ 733425 h 1343025"/>
                  <a:gd name="connsiteX28-1839" fmla="*/ 166687 w 1343025"/>
                  <a:gd name="connsiteY28-1840" fmla="*/ 690562 h 1343025"/>
                  <a:gd name="connsiteX29-1841" fmla="*/ 190500 w 1343025"/>
                  <a:gd name="connsiteY29-1842" fmla="*/ 521493 h 1343025"/>
                  <a:gd name="connsiteX30-1843" fmla="*/ 35718 w 1343025"/>
                  <a:gd name="connsiteY30-1844" fmla="*/ 440531 h 1343025"/>
                  <a:gd name="connsiteX31-1845" fmla="*/ 154781 w 1343025"/>
                  <a:gd name="connsiteY31-1846" fmla="*/ 242887 h 1343025"/>
                  <a:gd name="connsiteX32-1847" fmla="*/ 297656 w 1343025"/>
                  <a:gd name="connsiteY32-1848" fmla="*/ 330993 h 1343025"/>
                  <a:gd name="connsiteX0-1849" fmla="*/ 297656 w 1343025"/>
                  <a:gd name="connsiteY0-1850" fmla="*/ 330993 h 1343025"/>
                  <a:gd name="connsiteX1-1851" fmla="*/ 431006 w 1343025"/>
                  <a:gd name="connsiteY1-1852" fmla="*/ 226218 h 1343025"/>
                  <a:gd name="connsiteX2-1853" fmla="*/ 378618 w 1343025"/>
                  <a:gd name="connsiteY2-1854" fmla="*/ 61912 h 1343025"/>
                  <a:gd name="connsiteX3-1855" fmla="*/ 602456 w 1343025"/>
                  <a:gd name="connsiteY3-1856" fmla="*/ 0 h 1343025"/>
                  <a:gd name="connsiteX4-1857" fmla="*/ 652462 w 1343025"/>
                  <a:gd name="connsiteY4-1858" fmla="*/ 171450 h 1343025"/>
                  <a:gd name="connsiteX5-1859" fmla="*/ 816768 w 1343025"/>
                  <a:gd name="connsiteY5-1860" fmla="*/ 185737 h 1343025"/>
                  <a:gd name="connsiteX6-1861" fmla="*/ 900112 w 1343025"/>
                  <a:gd name="connsiteY6-1862" fmla="*/ 40481 h 1343025"/>
                  <a:gd name="connsiteX7-1863" fmla="*/ 1104900 w 1343025"/>
                  <a:gd name="connsiteY7-1864" fmla="*/ 150018 h 1343025"/>
                  <a:gd name="connsiteX8-1865" fmla="*/ 1014412 w 1343025"/>
                  <a:gd name="connsiteY8-1866" fmla="*/ 295275 h 1343025"/>
                  <a:gd name="connsiteX9-1867" fmla="*/ 1119187 w 1343025"/>
                  <a:gd name="connsiteY9-1868" fmla="*/ 431006 h 1343025"/>
                  <a:gd name="connsiteX10-1869" fmla="*/ 1281112 w 1343025"/>
                  <a:gd name="connsiteY10-1870" fmla="*/ 373856 h 1343025"/>
                  <a:gd name="connsiteX11-1871" fmla="*/ 1343025 w 1343025"/>
                  <a:gd name="connsiteY11-1872" fmla="*/ 602456 h 1343025"/>
                  <a:gd name="connsiteX12-1873" fmla="*/ 1173956 w 1343025"/>
                  <a:gd name="connsiteY12-1874" fmla="*/ 645318 h 1343025"/>
                  <a:gd name="connsiteX13-1875" fmla="*/ 1157287 w 1343025"/>
                  <a:gd name="connsiteY13-1876" fmla="*/ 812006 h 1343025"/>
                  <a:gd name="connsiteX14-1877" fmla="*/ 1307306 w 1343025"/>
                  <a:gd name="connsiteY14-1878" fmla="*/ 892968 h 1343025"/>
                  <a:gd name="connsiteX15-1879" fmla="*/ 1193006 w 1343025"/>
                  <a:gd name="connsiteY15-1880" fmla="*/ 1097756 h 1343025"/>
                  <a:gd name="connsiteX16-1881" fmla="*/ 1040606 w 1343025"/>
                  <a:gd name="connsiteY16-1882" fmla="*/ 1009650 h 1343025"/>
                  <a:gd name="connsiteX17-1883" fmla="*/ 919162 w 1343025"/>
                  <a:gd name="connsiteY17-1884" fmla="*/ 1112043 h 1343025"/>
                  <a:gd name="connsiteX18-1885" fmla="*/ 973931 w 1343025"/>
                  <a:gd name="connsiteY18-1886" fmla="*/ 1276350 h 1343025"/>
                  <a:gd name="connsiteX19-1887" fmla="*/ 745331 w 1343025"/>
                  <a:gd name="connsiteY19-1888" fmla="*/ 1343025 h 1343025"/>
                  <a:gd name="connsiteX20-1889" fmla="*/ 695325 w 1343025"/>
                  <a:gd name="connsiteY20-1890" fmla="*/ 1171575 h 1343025"/>
                  <a:gd name="connsiteX21-1891" fmla="*/ 535781 w 1343025"/>
                  <a:gd name="connsiteY21-1892" fmla="*/ 1157287 h 1343025"/>
                  <a:gd name="connsiteX22-1893" fmla="*/ 452437 w 1343025"/>
                  <a:gd name="connsiteY22-1894" fmla="*/ 1304925 h 1343025"/>
                  <a:gd name="connsiteX23-1895" fmla="*/ 245268 w 1343025"/>
                  <a:gd name="connsiteY23-1896" fmla="*/ 1193006 h 1343025"/>
                  <a:gd name="connsiteX24-1897" fmla="*/ 333375 w 1343025"/>
                  <a:gd name="connsiteY24-1898" fmla="*/ 1042987 h 1343025"/>
                  <a:gd name="connsiteX25-1899" fmla="*/ 226218 w 1343025"/>
                  <a:gd name="connsiteY25-1900" fmla="*/ 909637 h 1343025"/>
                  <a:gd name="connsiteX26-1901" fmla="*/ 59531 w 1343025"/>
                  <a:gd name="connsiteY26-1902" fmla="*/ 964406 h 1343025"/>
                  <a:gd name="connsiteX27-1903" fmla="*/ 0 w 1343025"/>
                  <a:gd name="connsiteY27-1904" fmla="*/ 733425 h 1343025"/>
                  <a:gd name="connsiteX28-1905" fmla="*/ 166687 w 1343025"/>
                  <a:gd name="connsiteY28-1906" fmla="*/ 690562 h 1343025"/>
                  <a:gd name="connsiteX29-1907" fmla="*/ 190500 w 1343025"/>
                  <a:gd name="connsiteY29-1908" fmla="*/ 521493 h 1343025"/>
                  <a:gd name="connsiteX30-1909" fmla="*/ 35718 w 1343025"/>
                  <a:gd name="connsiteY30-1910" fmla="*/ 440531 h 1343025"/>
                  <a:gd name="connsiteX31-1911" fmla="*/ 154781 w 1343025"/>
                  <a:gd name="connsiteY31-1912" fmla="*/ 242887 h 1343025"/>
                  <a:gd name="connsiteX32-1913" fmla="*/ 297656 w 1343025"/>
                  <a:gd name="connsiteY32-1914" fmla="*/ 330993 h 1343025"/>
                  <a:gd name="connsiteX0-1915" fmla="*/ 297656 w 1343025"/>
                  <a:gd name="connsiteY0-1916" fmla="*/ 330993 h 1343025"/>
                  <a:gd name="connsiteX1-1917" fmla="*/ 431006 w 1343025"/>
                  <a:gd name="connsiteY1-1918" fmla="*/ 226218 h 1343025"/>
                  <a:gd name="connsiteX2-1919" fmla="*/ 378618 w 1343025"/>
                  <a:gd name="connsiteY2-1920" fmla="*/ 61912 h 1343025"/>
                  <a:gd name="connsiteX3-1921" fmla="*/ 602456 w 1343025"/>
                  <a:gd name="connsiteY3-1922" fmla="*/ 0 h 1343025"/>
                  <a:gd name="connsiteX4-1923" fmla="*/ 652462 w 1343025"/>
                  <a:gd name="connsiteY4-1924" fmla="*/ 171450 h 1343025"/>
                  <a:gd name="connsiteX5-1925" fmla="*/ 816768 w 1343025"/>
                  <a:gd name="connsiteY5-1926" fmla="*/ 185737 h 1343025"/>
                  <a:gd name="connsiteX6-1927" fmla="*/ 900112 w 1343025"/>
                  <a:gd name="connsiteY6-1928" fmla="*/ 40481 h 1343025"/>
                  <a:gd name="connsiteX7-1929" fmla="*/ 1104900 w 1343025"/>
                  <a:gd name="connsiteY7-1930" fmla="*/ 150018 h 1343025"/>
                  <a:gd name="connsiteX8-1931" fmla="*/ 1014412 w 1343025"/>
                  <a:gd name="connsiteY8-1932" fmla="*/ 295275 h 1343025"/>
                  <a:gd name="connsiteX9-1933" fmla="*/ 1119187 w 1343025"/>
                  <a:gd name="connsiteY9-1934" fmla="*/ 431006 h 1343025"/>
                  <a:gd name="connsiteX10-1935" fmla="*/ 1281112 w 1343025"/>
                  <a:gd name="connsiteY10-1936" fmla="*/ 373856 h 1343025"/>
                  <a:gd name="connsiteX11-1937" fmla="*/ 1343025 w 1343025"/>
                  <a:gd name="connsiteY11-1938" fmla="*/ 602456 h 1343025"/>
                  <a:gd name="connsiteX12-1939" fmla="*/ 1173956 w 1343025"/>
                  <a:gd name="connsiteY12-1940" fmla="*/ 645318 h 1343025"/>
                  <a:gd name="connsiteX13-1941" fmla="*/ 1157287 w 1343025"/>
                  <a:gd name="connsiteY13-1942" fmla="*/ 812006 h 1343025"/>
                  <a:gd name="connsiteX14-1943" fmla="*/ 1307306 w 1343025"/>
                  <a:gd name="connsiteY14-1944" fmla="*/ 892968 h 1343025"/>
                  <a:gd name="connsiteX15-1945" fmla="*/ 1193006 w 1343025"/>
                  <a:gd name="connsiteY15-1946" fmla="*/ 1097756 h 1343025"/>
                  <a:gd name="connsiteX16-1947" fmla="*/ 1040606 w 1343025"/>
                  <a:gd name="connsiteY16-1948" fmla="*/ 1009650 h 1343025"/>
                  <a:gd name="connsiteX17-1949" fmla="*/ 919162 w 1343025"/>
                  <a:gd name="connsiteY17-1950" fmla="*/ 1112043 h 1343025"/>
                  <a:gd name="connsiteX18-1951" fmla="*/ 973931 w 1343025"/>
                  <a:gd name="connsiteY18-1952" fmla="*/ 1276350 h 1343025"/>
                  <a:gd name="connsiteX19-1953" fmla="*/ 745331 w 1343025"/>
                  <a:gd name="connsiteY19-1954" fmla="*/ 1343025 h 1343025"/>
                  <a:gd name="connsiteX20-1955" fmla="*/ 695325 w 1343025"/>
                  <a:gd name="connsiteY20-1956" fmla="*/ 1171575 h 1343025"/>
                  <a:gd name="connsiteX21-1957" fmla="*/ 535781 w 1343025"/>
                  <a:gd name="connsiteY21-1958" fmla="*/ 1157287 h 1343025"/>
                  <a:gd name="connsiteX22-1959" fmla="*/ 452437 w 1343025"/>
                  <a:gd name="connsiteY22-1960" fmla="*/ 1304925 h 1343025"/>
                  <a:gd name="connsiteX23-1961" fmla="*/ 245268 w 1343025"/>
                  <a:gd name="connsiteY23-1962" fmla="*/ 1193006 h 1343025"/>
                  <a:gd name="connsiteX24-1963" fmla="*/ 333375 w 1343025"/>
                  <a:gd name="connsiteY24-1964" fmla="*/ 1042987 h 1343025"/>
                  <a:gd name="connsiteX25-1965" fmla="*/ 226218 w 1343025"/>
                  <a:gd name="connsiteY25-1966" fmla="*/ 909637 h 1343025"/>
                  <a:gd name="connsiteX26-1967" fmla="*/ 59531 w 1343025"/>
                  <a:gd name="connsiteY26-1968" fmla="*/ 964406 h 1343025"/>
                  <a:gd name="connsiteX27-1969" fmla="*/ 0 w 1343025"/>
                  <a:gd name="connsiteY27-1970" fmla="*/ 733425 h 1343025"/>
                  <a:gd name="connsiteX28-1971" fmla="*/ 166687 w 1343025"/>
                  <a:gd name="connsiteY28-1972" fmla="*/ 690562 h 1343025"/>
                  <a:gd name="connsiteX29-1973" fmla="*/ 190500 w 1343025"/>
                  <a:gd name="connsiteY29-1974" fmla="*/ 521493 h 1343025"/>
                  <a:gd name="connsiteX30-1975" fmla="*/ 35718 w 1343025"/>
                  <a:gd name="connsiteY30-1976" fmla="*/ 440531 h 1343025"/>
                  <a:gd name="connsiteX31-1977" fmla="*/ 154781 w 1343025"/>
                  <a:gd name="connsiteY31-1978" fmla="*/ 242887 h 1343025"/>
                  <a:gd name="connsiteX32-1979" fmla="*/ 297656 w 1343025"/>
                  <a:gd name="connsiteY32-1980" fmla="*/ 330993 h 1343025"/>
                  <a:gd name="connsiteX0-1981" fmla="*/ 297656 w 1343025"/>
                  <a:gd name="connsiteY0-1982" fmla="*/ 330993 h 1343025"/>
                  <a:gd name="connsiteX1-1983" fmla="*/ 431006 w 1343025"/>
                  <a:gd name="connsiteY1-1984" fmla="*/ 226218 h 1343025"/>
                  <a:gd name="connsiteX2-1985" fmla="*/ 378618 w 1343025"/>
                  <a:gd name="connsiteY2-1986" fmla="*/ 61912 h 1343025"/>
                  <a:gd name="connsiteX3-1987" fmla="*/ 602456 w 1343025"/>
                  <a:gd name="connsiteY3-1988" fmla="*/ 0 h 1343025"/>
                  <a:gd name="connsiteX4-1989" fmla="*/ 652462 w 1343025"/>
                  <a:gd name="connsiteY4-1990" fmla="*/ 171450 h 1343025"/>
                  <a:gd name="connsiteX5-1991" fmla="*/ 816768 w 1343025"/>
                  <a:gd name="connsiteY5-1992" fmla="*/ 185737 h 1343025"/>
                  <a:gd name="connsiteX6-1993" fmla="*/ 900112 w 1343025"/>
                  <a:gd name="connsiteY6-1994" fmla="*/ 40481 h 1343025"/>
                  <a:gd name="connsiteX7-1995" fmla="*/ 1104900 w 1343025"/>
                  <a:gd name="connsiteY7-1996" fmla="*/ 150018 h 1343025"/>
                  <a:gd name="connsiteX8-1997" fmla="*/ 1014412 w 1343025"/>
                  <a:gd name="connsiteY8-1998" fmla="*/ 295275 h 1343025"/>
                  <a:gd name="connsiteX9-1999" fmla="*/ 1119187 w 1343025"/>
                  <a:gd name="connsiteY9-2000" fmla="*/ 431006 h 1343025"/>
                  <a:gd name="connsiteX10-2001" fmla="*/ 1281112 w 1343025"/>
                  <a:gd name="connsiteY10-2002" fmla="*/ 373856 h 1343025"/>
                  <a:gd name="connsiteX11-2003" fmla="*/ 1343025 w 1343025"/>
                  <a:gd name="connsiteY11-2004" fmla="*/ 602456 h 1343025"/>
                  <a:gd name="connsiteX12-2005" fmla="*/ 1173956 w 1343025"/>
                  <a:gd name="connsiteY12-2006" fmla="*/ 645318 h 1343025"/>
                  <a:gd name="connsiteX13-2007" fmla="*/ 1157287 w 1343025"/>
                  <a:gd name="connsiteY13-2008" fmla="*/ 812006 h 1343025"/>
                  <a:gd name="connsiteX14-2009" fmla="*/ 1307306 w 1343025"/>
                  <a:gd name="connsiteY14-2010" fmla="*/ 892968 h 1343025"/>
                  <a:gd name="connsiteX15-2011" fmla="*/ 1193006 w 1343025"/>
                  <a:gd name="connsiteY15-2012" fmla="*/ 1097756 h 1343025"/>
                  <a:gd name="connsiteX16-2013" fmla="*/ 1040606 w 1343025"/>
                  <a:gd name="connsiteY16-2014" fmla="*/ 1009650 h 1343025"/>
                  <a:gd name="connsiteX17-2015" fmla="*/ 919162 w 1343025"/>
                  <a:gd name="connsiteY17-2016" fmla="*/ 1112043 h 1343025"/>
                  <a:gd name="connsiteX18-2017" fmla="*/ 973931 w 1343025"/>
                  <a:gd name="connsiteY18-2018" fmla="*/ 1276350 h 1343025"/>
                  <a:gd name="connsiteX19-2019" fmla="*/ 745331 w 1343025"/>
                  <a:gd name="connsiteY19-2020" fmla="*/ 1343025 h 1343025"/>
                  <a:gd name="connsiteX20-2021" fmla="*/ 695325 w 1343025"/>
                  <a:gd name="connsiteY20-2022" fmla="*/ 1171575 h 1343025"/>
                  <a:gd name="connsiteX21-2023" fmla="*/ 535781 w 1343025"/>
                  <a:gd name="connsiteY21-2024" fmla="*/ 1157287 h 1343025"/>
                  <a:gd name="connsiteX22-2025" fmla="*/ 452437 w 1343025"/>
                  <a:gd name="connsiteY22-2026" fmla="*/ 1304925 h 1343025"/>
                  <a:gd name="connsiteX23-2027" fmla="*/ 245268 w 1343025"/>
                  <a:gd name="connsiteY23-2028" fmla="*/ 1193006 h 1343025"/>
                  <a:gd name="connsiteX24-2029" fmla="*/ 333375 w 1343025"/>
                  <a:gd name="connsiteY24-2030" fmla="*/ 1042987 h 1343025"/>
                  <a:gd name="connsiteX25-2031" fmla="*/ 226218 w 1343025"/>
                  <a:gd name="connsiteY25-2032" fmla="*/ 909637 h 1343025"/>
                  <a:gd name="connsiteX26-2033" fmla="*/ 59531 w 1343025"/>
                  <a:gd name="connsiteY26-2034" fmla="*/ 964406 h 1343025"/>
                  <a:gd name="connsiteX27-2035" fmla="*/ 0 w 1343025"/>
                  <a:gd name="connsiteY27-2036" fmla="*/ 733425 h 1343025"/>
                  <a:gd name="connsiteX28-2037" fmla="*/ 166687 w 1343025"/>
                  <a:gd name="connsiteY28-2038" fmla="*/ 690562 h 1343025"/>
                  <a:gd name="connsiteX29-2039" fmla="*/ 190500 w 1343025"/>
                  <a:gd name="connsiteY29-2040" fmla="*/ 521493 h 1343025"/>
                  <a:gd name="connsiteX30-2041" fmla="*/ 35718 w 1343025"/>
                  <a:gd name="connsiteY30-2042" fmla="*/ 440531 h 1343025"/>
                  <a:gd name="connsiteX31-2043" fmla="*/ 154781 w 1343025"/>
                  <a:gd name="connsiteY31-2044" fmla="*/ 242887 h 1343025"/>
                  <a:gd name="connsiteX32-2045" fmla="*/ 297656 w 1343025"/>
                  <a:gd name="connsiteY32-2046" fmla="*/ 330993 h 1343025"/>
                  <a:gd name="connsiteX0-2047" fmla="*/ 297656 w 1343025"/>
                  <a:gd name="connsiteY0-2048" fmla="*/ 330993 h 1343025"/>
                  <a:gd name="connsiteX1-2049" fmla="*/ 431006 w 1343025"/>
                  <a:gd name="connsiteY1-2050" fmla="*/ 226218 h 1343025"/>
                  <a:gd name="connsiteX2-2051" fmla="*/ 378618 w 1343025"/>
                  <a:gd name="connsiteY2-2052" fmla="*/ 61912 h 1343025"/>
                  <a:gd name="connsiteX3-2053" fmla="*/ 602456 w 1343025"/>
                  <a:gd name="connsiteY3-2054" fmla="*/ 0 h 1343025"/>
                  <a:gd name="connsiteX4-2055" fmla="*/ 652462 w 1343025"/>
                  <a:gd name="connsiteY4-2056" fmla="*/ 171450 h 1343025"/>
                  <a:gd name="connsiteX5-2057" fmla="*/ 816768 w 1343025"/>
                  <a:gd name="connsiteY5-2058" fmla="*/ 185737 h 1343025"/>
                  <a:gd name="connsiteX6-2059" fmla="*/ 900112 w 1343025"/>
                  <a:gd name="connsiteY6-2060" fmla="*/ 40481 h 1343025"/>
                  <a:gd name="connsiteX7-2061" fmla="*/ 1104900 w 1343025"/>
                  <a:gd name="connsiteY7-2062" fmla="*/ 150018 h 1343025"/>
                  <a:gd name="connsiteX8-2063" fmla="*/ 1014412 w 1343025"/>
                  <a:gd name="connsiteY8-2064" fmla="*/ 295275 h 1343025"/>
                  <a:gd name="connsiteX9-2065" fmla="*/ 1119187 w 1343025"/>
                  <a:gd name="connsiteY9-2066" fmla="*/ 431006 h 1343025"/>
                  <a:gd name="connsiteX10-2067" fmla="*/ 1281112 w 1343025"/>
                  <a:gd name="connsiteY10-2068" fmla="*/ 373856 h 1343025"/>
                  <a:gd name="connsiteX11-2069" fmla="*/ 1343025 w 1343025"/>
                  <a:gd name="connsiteY11-2070" fmla="*/ 602456 h 1343025"/>
                  <a:gd name="connsiteX12-2071" fmla="*/ 1173956 w 1343025"/>
                  <a:gd name="connsiteY12-2072" fmla="*/ 645318 h 1343025"/>
                  <a:gd name="connsiteX13-2073" fmla="*/ 1157287 w 1343025"/>
                  <a:gd name="connsiteY13-2074" fmla="*/ 812006 h 1343025"/>
                  <a:gd name="connsiteX14-2075" fmla="*/ 1307306 w 1343025"/>
                  <a:gd name="connsiteY14-2076" fmla="*/ 892968 h 1343025"/>
                  <a:gd name="connsiteX15-2077" fmla="*/ 1193006 w 1343025"/>
                  <a:gd name="connsiteY15-2078" fmla="*/ 1097756 h 1343025"/>
                  <a:gd name="connsiteX16-2079" fmla="*/ 1040606 w 1343025"/>
                  <a:gd name="connsiteY16-2080" fmla="*/ 1009650 h 1343025"/>
                  <a:gd name="connsiteX17-2081" fmla="*/ 919162 w 1343025"/>
                  <a:gd name="connsiteY17-2082" fmla="*/ 1112043 h 1343025"/>
                  <a:gd name="connsiteX18-2083" fmla="*/ 973931 w 1343025"/>
                  <a:gd name="connsiteY18-2084" fmla="*/ 1276350 h 1343025"/>
                  <a:gd name="connsiteX19-2085" fmla="*/ 745331 w 1343025"/>
                  <a:gd name="connsiteY19-2086" fmla="*/ 1343025 h 1343025"/>
                  <a:gd name="connsiteX20-2087" fmla="*/ 695325 w 1343025"/>
                  <a:gd name="connsiteY20-2088" fmla="*/ 1171575 h 1343025"/>
                  <a:gd name="connsiteX21-2089" fmla="*/ 535781 w 1343025"/>
                  <a:gd name="connsiteY21-2090" fmla="*/ 1157287 h 1343025"/>
                  <a:gd name="connsiteX22-2091" fmla="*/ 452437 w 1343025"/>
                  <a:gd name="connsiteY22-2092" fmla="*/ 1304925 h 1343025"/>
                  <a:gd name="connsiteX23-2093" fmla="*/ 245268 w 1343025"/>
                  <a:gd name="connsiteY23-2094" fmla="*/ 1193006 h 1343025"/>
                  <a:gd name="connsiteX24-2095" fmla="*/ 333375 w 1343025"/>
                  <a:gd name="connsiteY24-2096" fmla="*/ 1042987 h 1343025"/>
                  <a:gd name="connsiteX25-2097" fmla="*/ 226218 w 1343025"/>
                  <a:gd name="connsiteY25-2098" fmla="*/ 909637 h 1343025"/>
                  <a:gd name="connsiteX26-2099" fmla="*/ 59531 w 1343025"/>
                  <a:gd name="connsiteY26-2100" fmla="*/ 964406 h 1343025"/>
                  <a:gd name="connsiteX27-2101" fmla="*/ 0 w 1343025"/>
                  <a:gd name="connsiteY27-2102" fmla="*/ 733425 h 1343025"/>
                  <a:gd name="connsiteX28-2103" fmla="*/ 166687 w 1343025"/>
                  <a:gd name="connsiteY28-2104" fmla="*/ 690562 h 1343025"/>
                  <a:gd name="connsiteX29-2105" fmla="*/ 190500 w 1343025"/>
                  <a:gd name="connsiteY29-2106" fmla="*/ 521493 h 1343025"/>
                  <a:gd name="connsiteX30-2107" fmla="*/ 35718 w 1343025"/>
                  <a:gd name="connsiteY30-2108" fmla="*/ 440531 h 1343025"/>
                  <a:gd name="connsiteX31-2109" fmla="*/ 154781 w 1343025"/>
                  <a:gd name="connsiteY31-2110" fmla="*/ 242887 h 1343025"/>
                  <a:gd name="connsiteX32-2111" fmla="*/ 297656 w 1343025"/>
                  <a:gd name="connsiteY32-2112" fmla="*/ 330993 h 1343025"/>
                  <a:gd name="connsiteX0-2113" fmla="*/ 297656 w 1343025"/>
                  <a:gd name="connsiteY0-2114" fmla="*/ 330993 h 1343025"/>
                  <a:gd name="connsiteX1-2115" fmla="*/ 431006 w 1343025"/>
                  <a:gd name="connsiteY1-2116" fmla="*/ 226218 h 1343025"/>
                  <a:gd name="connsiteX2-2117" fmla="*/ 378618 w 1343025"/>
                  <a:gd name="connsiteY2-2118" fmla="*/ 61912 h 1343025"/>
                  <a:gd name="connsiteX3-2119" fmla="*/ 602456 w 1343025"/>
                  <a:gd name="connsiteY3-2120" fmla="*/ 0 h 1343025"/>
                  <a:gd name="connsiteX4-2121" fmla="*/ 652462 w 1343025"/>
                  <a:gd name="connsiteY4-2122" fmla="*/ 171450 h 1343025"/>
                  <a:gd name="connsiteX5-2123" fmla="*/ 816768 w 1343025"/>
                  <a:gd name="connsiteY5-2124" fmla="*/ 185737 h 1343025"/>
                  <a:gd name="connsiteX6-2125" fmla="*/ 900112 w 1343025"/>
                  <a:gd name="connsiteY6-2126" fmla="*/ 40481 h 1343025"/>
                  <a:gd name="connsiteX7-2127" fmla="*/ 1104900 w 1343025"/>
                  <a:gd name="connsiteY7-2128" fmla="*/ 150018 h 1343025"/>
                  <a:gd name="connsiteX8-2129" fmla="*/ 1014412 w 1343025"/>
                  <a:gd name="connsiteY8-2130" fmla="*/ 295275 h 1343025"/>
                  <a:gd name="connsiteX9-2131" fmla="*/ 1119187 w 1343025"/>
                  <a:gd name="connsiteY9-2132" fmla="*/ 431006 h 1343025"/>
                  <a:gd name="connsiteX10-2133" fmla="*/ 1281112 w 1343025"/>
                  <a:gd name="connsiteY10-2134" fmla="*/ 373856 h 1343025"/>
                  <a:gd name="connsiteX11-2135" fmla="*/ 1343025 w 1343025"/>
                  <a:gd name="connsiteY11-2136" fmla="*/ 602456 h 1343025"/>
                  <a:gd name="connsiteX12-2137" fmla="*/ 1173956 w 1343025"/>
                  <a:gd name="connsiteY12-2138" fmla="*/ 645318 h 1343025"/>
                  <a:gd name="connsiteX13-2139" fmla="*/ 1157287 w 1343025"/>
                  <a:gd name="connsiteY13-2140" fmla="*/ 812006 h 1343025"/>
                  <a:gd name="connsiteX14-2141" fmla="*/ 1307306 w 1343025"/>
                  <a:gd name="connsiteY14-2142" fmla="*/ 892968 h 1343025"/>
                  <a:gd name="connsiteX15-2143" fmla="*/ 1193006 w 1343025"/>
                  <a:gd name="connsiteY15-2144" fmla="*/ 1097756 h 1343025"/>
                  <a:gd name="connsiteX16-2145" fmla="*/ 1040606 w 1343025"/>
                  <a:gd name="connsiteY16-2146" fmla="*/ 1009650 h 1343025"/>
                  <a:gd name="connsiteX17-2147" fmla="*/ 919162 w 1343025"/>
                  <a:gd name="connsiteY17-2148" fmla="*/ 1112043 h 1343025"/>
                  <a:gd name="connsiteX18-2149" fmla="*/ 973931 w 1343025"/>
                  <a:gd name="connsiteY18-2150" fmla="*/ 1276350 h 1343025"/>
                  <a:gd name="connsiteX19-2151" fmla="*/ 745331 w 1343025"/>
                  <a:gd name="connsiteY19-2152" fmla="*/ 1343025 h 1343025"/>
                  <a:gd name="connsiteX20-2153" fmla="*/ 695325 w 1343025"/>
                  <a:gd name="connsiteY20-2154" fmla="*/ 1171575 h 1343025"/>
                  <a:gd name="connsiteX21-2155" fmla="*/ 535781 w 1343025"/>
                  <a:gd name="connsiteY21-2156" fmla="*/ 1157287 h 1343025"/>
                  <a:gd name="connsiteX22-2157" fmla="*/ 452437 w 1343025"/>
                  <a:gd name="connsiteY22-2158" fmla="*/ 1304925 h 1343025"/>
                  <a:gd name="connsiteX23-2159" fmla="*/ 245268 w 1343025"/>
                  <a:gd name="connsiteY23-2160" fmla="*/ 1193006 h 1343025"/>
                  <a:gd name="connsiteX24-2161" fmla="*/ 333375 w 1343025"/>
                  <a:gd name="connsiteY24-2162" fmla="*/ 1042987 h 1343025"/>
                  <a:gd name="connsiteX25-2163" fmla="*/ 226218 w 1343025"/>
                  <a:gd name="connsiteY25-2164" fmla="*/ 909637 h 1343025"/>
                  <a:gd name="connsiteX26-2165" fmla="*/ 59531 w 1343025"/>
                  <a:gd name="connsiteY26-2166" fmla="*/ 964406 h 1343025"/>
                  <a:gd name="connsiteX27-2167" fmla="*/ 0 w 1343025"/>
                  <a:gd name="connsiteY27-2168" fmla="*/ 733425 h 1343025"/>
                  <a:gd name="connsiteX28-2169" fmla="*/ 166687 w 1343025"/>
                  <a:gd name="connsiteY28-2170" fmla="*/ 690562 h 1343025"/>
                  <a:gd name="connsiteX29-2171" fmla="*/ 190500 w 1343025"/>
                  <a:gd name="connsiteY29-2172" fmla="*/ 521493 h 1343025"/>
                  <a:gd name="connsiteX30-2173" fmla="*/ 35718 w 1343025"/>
                  <a:gd name="connsiteY30-2174" fmla="*/ 440531 h 1343025"/>
                  <a:gd name="connsiteX31-2175" fmla="*/ 154781 w 1343025"/>
                  <a:gd name="connsiteY31-2176" fmla="*/ 242887 h 1343025"/>
                  <a:gd name="connsiteX32-2177" fmla="*/ 297656 w 1343025"/>
                  <a:gd name="connsiteY32-2178" fmla="*/ 330993 h 1343025"/>
                  <a:gd name="connsiteX0-2179" fmla="*/ 297656 w 1343025"/>
                  <a:gd name="connsiteY0-2180" fmla="*/ 330993 h 1343025"/>
                  <a:gd name="connsiteX1-2181" fmla="*/ 431006 w 1343025"/>
                  <a:gd name="connsiteY1-2182" fmla="*/ 226218 h 1343025"/>
                  <a:gd name="connsiteX2-2183" fmla="*/ 378618 w 1343025"/>
                  <a:gd name="connsiteY2-2184" fmla="*/ 61912 h 1343025"/>
                  <a:gd name="connsiteX3-2185" fmla="*/ 602456 w 1343025"/>
                  <a:gd name="connsiteY3-2186" fmla="*/ 0 h 1343025"/>
                  <a:gd name="connsiteX4-2187" fmla="*/ 652462 w 1343025"/>
                  <a:gd name="connsiteY4-2188" fmla="*/ 171450 h 1343025"/>
                  <a:gd name="connsiteX5-2189" fmla="*/ 816768 w 1343025"/>
                  <a:gd name="connsiteY5-2190" fmla="*/ 185737 h 1343025"/>
                  <a:gd name="connsiteX6-2191" fmla="*/ 900112 w 1343025"/>
                  <a:gd name="connsiteY6-2192" fmla="*/ 40481 h 1343025"/>
                  <a:gd name="connsiteX7-2193" fmla="*/ 1104900 w 1343025"/>
                  <a:gd name="connsiteY7-2194" fmla="*/ 150018 h 1343025"/>
                  <a:gd name="connsiteX8-2195" fmla="*/ 1014412 w 1343025"/>
                  <a:gd name="connsiteY8-2196" fmla="*/ 295275 h 1343025"/>
                  <a:gd name="connsiteX9-2197" fmla="*/ 1119187 w 1343025"/>
                  <a:gd name="connsiteY9-2198" fmla="*/ 431006 h 1343025"/>
                  <a:gd name="connsiteX10-2199" fmla="*/ 1281112 w 1343025"/>
                  <a:gd name="connsiteY10-2200" fmla="*/ 373856 h 1343025"/>
                  <a:gd name="connsiteX11-2201" fmla="*/ 1343025 w 1343025"/>
                  <a:gd name="connsiteY11-2202" fmla="*/ 602456 h 1343025"/>
                  <a:gd name="connsiteX12-2203" fmla="*/ 1173956 w 1343025"/>
                  <a:gd name="connsiteY12-2204" fmla="*/ 645318 h 1343025"/>
                  <a:gd name="connsiteX13-2205" fmla="*/ 1157287 w 1343025"/>
                  <a:gd name="connsiteY13-2206" fmla="*/ 812006 h 1343025"/>
                  <a:gd name="connsiteX14-2207" fmla="*/ 1307306 w 1343025"/>
                  <a:gd name="connsiteY14-2208" fmla="*/ 892968 h 1343025"/>
                  <a:gd name="connsiteX15-2209" fmla="*/ 1193006 w 1343025"/>
                  <a:gd name="connsiteY15-2210" fmla="*/ 1097756 h 1343025"/>
                  <a:gd name="connsiteX16-2211" fmla="*/ 1040606 w 1343025"/>
                  <a:gd name="connsiteY16-2212" fmla="*/ 1009650 h 1343025"/>
                  <a:gd name="connsiteX17-2213" fmla="*/ 919162 w 1343025"/>
                  <a:gd name="connsiteY17-2214" fmla="*/ 1112043 h 1343025"/>
                  <a:gd name="connsiteX18-2215" fmla="*/ 973931 w 1343025"/>
                  <a:gd name="connsiteY18-2216" fmla="*/ 1276350 h 1343025"/>
                  <a:gd name="connsiteX19-2217" fmla="*/ 745331 w 1343025"/>
                  <a:gd name="connsiteY19-2218" fmla="*/ 1343025 h 1343025"/>
                  <a:gd name="connsiteX20-2219" fmla="*/ 695325 w 1343025"/>
                  <a:gd name="connsiteY20-2220" fmla="*/ 1171575 h 1343025"/>
                  <a:gd name="connsiteX21-2221" fmla="*/ 535781 w 1343025"/>
                  <a:gd name="connsiteY21-2222" fmla="*/ 1157287 h 1343025"/>
                  <a:gd name="connsiteX22-2223" fmla="*/ 452437 w 1343025"/>
                  <a:gd name="connsiteY22-2224" fmla="*/ 1304925 h 1343025"/>
                  <a:gd name="connsiteX23-2225" fmla="*/ 245268 w 1343025"/>
                  <a:gd name="connsiteY23-2226" fmla="*/ 1193006 h 1343025"/>
                  <a:gd name="connsiteX24-2227" fmla="*/ 333375 w 1343025"/>
                  <a:gd name="connsiteY24-2228" fmla="*/ 1042987 h 1343025"/>
                  <a:gd name="connsiteX25-2229" fmla="*/ 226218 w 1343025"/>
                  <a:gd name="connsiteY25-2230" fmla="*/ 909637 h 1343025"/>
                  <a:gd name="connsiteX26-2231" fmla="*/ 59531 w 1343025"/>
                  <a:gd name="connsiteY26-2232" fmla="*/ 964406 h 1343025"/>
                  <a:gd name="connsiteX27-2233" fmla="*/ 0 w 1343025"/>
                  <a:gd name="connsiteY27-2234" fmla="*/ 733425 h 1343025"/>
                  <a:gd name="connsiteX28-2235" fmla="*/ 166687 w 1343025"/>
                  <a:gd name="connsiteY28-2236" fmla="*/ 690562 h 1343025"/>
                  <a:gd name="connsiteX29-2237" fmla="*/ 190500 w 1343025"/>
                  <a:gd name="connsiteY29-2238" fmla="*/ 521493 h 1343025"/>
                  <a:gd name="connsiteX30-2239" fmla="*/ 35718 w 1343025"/>
                  <a:gd name="connsiteY30-2240" fmla="*/ 440531 h 1343025"/>
                  <a:gd name="connsiteX31-2241" fmla="*/ 154781 w 1343025"/>
                  <a:gd name="connsiteY31-2242" fmla="*/ 242887 h 1343025"/>
                  <a:gd name="connsiteX32-2243" fmla="*/ 297656 w 1343025"/>
                  <a:gd name="connsiteY32-2244" fmla="*/ 330993 h 1343025"/>
                  <a:gd name="connsiteX0-2245" fmla="*/ 297656 w 1343025"/>
                  <a:gd name="connsiteY0-2246" fmla="*/ 330993 h 1343025"/>
                  <a:gd name="connsiteX1-2247" fmla="*/ 431006 w 1343025"/>
                  <a:gd name="connsiteY1-2248" fmla="*/ 226218 h 1343025"/>
                  <a:gd name="connsiteX2-2249" fmla="*/ 378618 w 1343025"/>
                  <a:gd name="connsiteY2-2250" fmla="*/ 61912 h 1343025"/>
                  <a:gd name="connsiteX3-2251" fmla="*/ 602456 w 1343025"/>
                  <a:gd name="connsiteY3-2252" fmla="*/ 0 h 1343025"/>
                  <a:gd name="connsiteX4-2253" fmla="*/ 652462 w 1343025"/>
                  <a:gd name="connsiteY4-2254" fmla="*/ 171450 h 1343025"/>
                  <a:gd name="connsiteX5-2255" fmla="*/ 816768 w 1343025"/>
                  <a:gd name="connsiteY5-2256" fmla="*/ 185737 h 1343025"/>
                  <a:gd name="connsiteX6-2257" fmla="*/ 900112 w 1343025"/>
                  <a:gd name="connsiteY6-2258" fmla="*/ 40481 h 1343025"/>
                  <a:gd name="connsiteX7-2259" fmla="*/ 1104900 w 1343025"/>
                  <a:gd name="connsiteY7-2260" fmla="*/ 150018 h 1343025"/>
                  <a:gd name="connsiteX8-2261" fmla="*/ 1014412 w 1343025"/>
                  <a:gd name="connsiteY8-2262" fmla="*/ 295275 h 1343025"/>
                  <a:gd name="connsiteX9-2263" fmla="*/ 1119187 w 1343025"/>
                  <a:gd name="connsiteY9-2264" fmla="*/ 431006 h 1343025"/>
                  <a:gd name="connsiteX10-2265" fmla="*/ 1281112 w 1343025"/>
                  <a:gd name="connsiteY10-2266" fmla="*/ 373856 h 1343025"/>
                  <a:gd name="connsiteX11-2267" fmla="*/ 1343025 w 1343025"/>
                  <a:gd name="connsiteY11-2268" fmla="*/ 602456 h 1343025"/>
                  <a:gd name="connsiteX12-2269" fmla="*/ 1173956 w 1343025"/>
                  <a:gd name="connsiteY12-2270" fmla="*/ 645318 h 1343025"/>
                  <a:gd name="connsiteX13-2271" fmla="*/ 1157287 w 1343025"/>
                  <a:gd name="connsiteY13-2272" fmla="*/ 812006 h 1343025"/>
                  <a:gd name="connsiteX14-2273" fmla="*/ 1307306 w 1343025"/>
                  <a:gd name="connsiteY14-2274" fmla="*/ 892968 h 1343025"/>
                  <a:gd name="connsiteX15-2275" fmla="*/ 1193006 w 1343025"/>
                  <a:gd name="connsiteY15-2276" fmla="*/ 1097756 h 1343025"/>
                  <a:gd name="connsiteX16-2277" fmla="*/ 1040606 w 1343025"/>
                  <a:gd name="connsiteY16-2278" fmla="*/ 1009650 h 1343025"/>
                  <a:gd name="connsiteX17-2279" fmla="*/ 919162 w 1343025"/>
                  <a:gd name="connsiteY17-2280" fmla="*/ 1112043 h 1343025"/>
                  <a:gd name="connsiteX18-2281" fmla="*/ 973931 w 1343025"/>
                  <a:gd name="connsiteY18-2282" fmla="*/ 1276350 h 1343025"/>
                  <a:gd name="connsiteX19-2283" fmla="*/ 745331 w 1343025"/>
                  <a:gd name="connsiteY19-2284" fmla="*/ 1343025 h 1343025"/>
                  <a:gd name="connsiteX20-2285" fmla="*/ 695325 w 1343025"/>
                  <a:gd name="connsiteY20-2286" fmla="*/ 1171575 h 1343025"/>
                  <a:gd name="connsiteX21-2287" fmla="*/ 535781 w 1343025"/>
                  <a:gd name="connsiteY21-2288" fmla="*/ 1157287 h 1343025"/>
                  <a:gd name="connsiteX22-2289" fmla="*/ 452437 w 1343025"/>
                  <a:gd name="connsiteY22-2290" fmla="*/ 1304925 h 1343025"/>
                  <a:gd name="connsiteX23-2291" fmla="*/ 245268 w 1343025"/>
                  <a:gd name="connsiteY23-2292" fmla="*/ 1193006 h 1343025"/>
                  <a:gd name="connsiteX24-2293" fmla="*/ 333375 w 1343025"/>
                  <a:gd name="connsiteY24-2294" fmla="*/ 1042987 h 1343025"/>
                  <a:gd name="connsiteX25-2295" fmla="*/ 226218 w 1343025"/>
                  <a:gd name="connsiteY25-2296" fmla="*/ 909637 h 1343025"/>
                  <a:gd name="connsiteX26-2297" fmla="*/ 59531 w 1343025"/>
                  <a:gd name="connsiteY26-2298" fmla="*/ 964406 h 1343025"/>
                  <a:gd name="connsiteX27-2299" fmla="*/ 0 w 1343025"/>
                  <a:gd name="connsiteY27-2300" fmla="*/ 733425 h 1343025"/>
                  <a:gd name="connsiteX28-2301" fmla="*/ 166687 w 1343025"/>
                  <a:gd name="connsiteY28-2302" fmla="*/ 690562 h 1343025"/>
                  <a:gd name="connsiteX29-2303" fmla="*/ 190500 w 1343025"/>
                  <a:gd name="connsiteY29-2304" fmla="*/ 521493 h 1343025"/>
                  <a:gd name="connsiteX30-2305" fmla="*/ 35718 w 1343025"/>
                  <a:gd name="connsiteY30-2306" fmla="*/ 440531 h 1343025"/>
                  <a:gd name="connsiteX31-2307" fmla="*/ 154781 w 1343025"/>
                  <a:gd name="connsiteY31-2308" fmla="*/ 242887 h 1343025"/>
                  <a:gd name="connsiteX32-2309" fmla="*/ 297656 w 1343025"/>
                  <a:gd name="connsiteY32-2310" fmla="*/ 330993 h 1343025"/>
                  <a:gd name="connsiteX0-2311" fmla="*/ 297656 w 1343025"/>
                  <a:gd name="connsiteY0-2312" fmla="*/ 330993 h 1343025"/>
                  <a:gd name="connsiteX1-2313" fmla="*/ 431006 w 1343025"/>
                  <a:gd name="connsiteY1-2314" fmla="*/ 226218 h 1343025"/>
                  <a:gd name="connsiteX2-2315" fmla="*/ 378618 w 1343025"/>
                  <a:gd name="connsiteY2-2316" fmla="*/ 61912 h 1343025"/>
                  <a:gd name="connsiteX3-2317" fmla="*/ 602456 w 1343025"/>
                  <a:gd name="connsiteY3-2318" fmla="*/ 0 h 1343025"/>
                  <a:gd name="connsiteX4-2319" fmla="*/ 652462 w 1343025"/>
                  <a:gd name="connsiteY4-2320" fmla="*/ 171450 h 1343025"/>
                  <a:gd name="connsiteX5-2321" fmla="*/ 816768 w 1343025"/>
                  <a:gd name="connsiteY5-2322" fmla="*/ 185737 h 1343025"/>
                  <a:gd name="connsiteX6-2323" fmla="*/ 900112 w 1343025"/>
                  <a:gd name="connsiteY6-2324" fmla="*/ 40481 h 1343025"/>
                  <a:gd name="connsiteX7-2325" fmla="*/ 1104900 w 1343025"/>
                  <a:gd name="connsiteY7-2326" fmla="*/ 150018 h 1343025"/>
                  <a:gd name="connsiteX8-2327" fmla="*/ 1014412 w 1343025"/>
                  <a:gd name="connsiteY8-2328" fmla="*/ 295275 h 1343025"/>
                  <a:gd name="connsiteX9-2329" fmla="*/ 1119187 w 1343025"/>
                  <a:gd name="connsiteY9-2330" fmla="*/ 431006 h 1343025"/>
                  <a:gd name="connsiteX10-2331" fmla="*/ 1281112 w 1343025"/>
                  <a:gd name="connsiteY10-2332" fmla="*/ 373856 h 1343025"/>
                  <a:gd name="connsiteX11-2333" fmla="*/ 1343025 w 1343025"/>
                  <a:gd name="connsiteY11-2334" fmla="*/ 602456 h 1343025"/>
                  <a:gd name="connsiteX12-2335" fmla="*/ 1173956 w 1343025"/>
                  <a:gd name="connsiteY12-2336" fmla="*/ 645318 h 1343025"/>
                  <a:gd name="connsiteX13-2337" fmla="*/ 1157287 w 1343025"/>
                  <a:gd name="connsiteY13-2338" fmla="*/ 812006 h 1343025"/>
                  <a:gd name="connsiteX14-2339" fmla="*/ 1307306 w 1343025"/>
                  <a:gd name="connsiteY14-2340" fmla="*/ 892968 h 1343025"/>
                  <a:gd name="connsiteX15-2341" fmla="*/ 1193006 w 1343025"/>
                  <a:gd name="connsiteY15-2342" fmla="*/ 1097756 h 1343025"/>
                  <a:gd name="connsiteX16-2343" fmla="*/ 1040606 w 1343025"/>
                  <a:gd name="connsiteY16-2344" fmla="*/ 1009650 h 1343025"/>
                  <a:gd name="connsiteX17-2345" fmla="*/ 919162 w 1343025"/>
                  <a:gd name="connsiteY17-2346" fmla="*/ 1112043 h 1343025"/>
                  <a:gd name="connsiteX18-2347" fmla="*/ 973931 w 1343025"/>
                  <a:gd name="connsiteY18-2348" fmla="*/ 1276350 h 1343025"/>
                  <a:gd name="connsiteX19-2349" fmla="*/ 745331 w 1343025"/>
                  <a:gd name="connsiteY19-2350" fmla="*/ 1343025 h 1343025"/>
                  <a:gd name="connsiteX20-2351" fmla="*/ 695325 w 1343025"/>
                  <a:gd name="connsiteY20-2352" fmla="*/ 1171575 h 1343025"/>
                  <a:gd name="connsiteX21-2353" fmla="*/ 535781 w 1343025"/>
                  <a:gd name="connsiteY21-2354" fmla="*/ 1157287 h 1343025"/>
                  <a:gd name="connsiteX22-2355" fmla="*/ 452437 w 1343025"/>
                  <a:gd name="connsiteY22-2356" fmla="*/ 1304925 h 1343025"/>
                  <a:gd name="connsiteX23-2357" fmla="*/ 245268 w 1343025"/>
                  <a:gd name="connsiteY23-2358" fmla="*/ 1193006 h 1343025"/>
                  <a:gd name="connsiteX24-2359" fmla="*/ 333375 w 1343025"/>
                  <a:gd name="connsiteY24-2360" fmla="*/ 1042987 h 1343025"/>
                  <a:gd name="connsiteX25-2361" fmla="*/ 226218 w 1343025"/>
                  <a:gd name="connsiteY25-2362" fmla="*/ 909637 h 1343025"/>
                  <a:gd name="connsiteX26-2363" fmla="*/ 59531 w 1343025"/>
                  <a:gd name="connsiteY26-2364" fmla="*/ 964406 h 1343025"/>
                  <a:gd name="connsiteX27-2365" fmla="*/ 0 w 1343025"/>
                  <a:gd name="connsiteY27-2366" fmla="*/ 733425 h 1343025"/>
                  <a:gd name="connsiteX28-2367" fmla="*/ 166687 w 1343025"/>
                  <a:gd name="connsiteY28-2368" fmla="*/ 690562 h 1343025"/>
                  <a:gd name="connsiteX29-2369" fmla="*/ 190500 w 1343025"/>
                  <a:gd name="connsiteY29-2370" fmla="*/ 521493 h 1343025"/>
                  <a:gd name="connsiteX30-2371" fmla="*/ 35718 w 1343025"/>
                  <a:gd name="connsiteY30-2372" fmla="*/ 440531 h 1343025"/>
                  <a:gd name="connsiteX31-2373" fmla="*/ 154781 w 1343025"/>
                  <a:gd name="connsiteY31-2374" fmla="*/ 242887 h 1343025"/>
                  <a:gd name="connsiteX32-2375" fmla="*/ 297656 w 1343025"/>
                  <a:gd name="connsiteY32-2376" fmla="*/ 330993 h 1343025"/>
                  <a:gd name="connsiteX0-2377" fmla="*/ 297656 w 1343025"/>
                  <a:gd name="connsiteY0-2378" fmla="*/ 330993 h 1343025"/>
                  <a:gd name="connsiteX1-2379" fmla="*/ 431006 w 1343025"/>
                  <a:gd name="connsiteY1-2380" fmla="*/ 226218 h 1343025"/>
                  <a:gd name="connsiteX2-2381" fmla="*/ 378618 w 1343025"/>
                  <a:gd name="connsiteY2-2382" fmla="*/ 61912 h 1343025"/>
                  <a:gd name="connsiteX3-2383" fmla="*/ 602456 w 1343025"/>
                  <a:gd name="connsiteY3-2384" fmla="*/ 0 h 1343025"/>
                  <a:gd name="connsiteX4-2385" fmla="*/ 652462 w 1343025"/>
                  <a:gd name="connsiteY4-2386" fmla="*/ 171450 h 1343025"/>
                  <a:gd name="connsiteX5-2387" fmla="*/ 816768 w 1343025"/>
                  <a:gd name="connsiteY5-2388" fmla="*/ 185737 h 1343025"/>
                  <a:gd name="connsiteX6-2389" fmla="*/ 900112 w 1343025"/>
                  <a:gd name="connsiteY6-2390" fmla="*/ 40481 h 1343025"/>
                  <a:gd name="connsiteX7-2391" fmla="*/ 1104900 w 1343025"/>
                  <a:gd name="connsiteY7-2392" fmla="*/ 150018 h 1343025"/>
                  <a:gd name="connsiteX8-2393" fmla="*/ 1014412 w 1343025"/>
                  <a:gd name="connsiteY8-2394" fmla="*/ 295275 h 1343025"/>
                  <a:gd name="connsiteX9-2395" fmla="*/ 1119187 w 1343025"/>
                  <a:gd name="connsiteY9-2396" fmla="*/ 431006 h 1343025"/>
                  <a:gd name="connsiteX10-2397" fmla="*/ 1281112 w 1343025"/>
                  <a:gd name="connsiteY10-2398" fmla="*/ 373856 h 1343025"/>
                  <a:gd name="connsiteX11-2399" fmla="*/ 1343025 w 1343025"/>
                  <a:gd name="connsiteY11-2400" fmla="*/ 602456 h 1343025"/>
                  <a:gd name="connsiteX12-2401" fmla="*/ 1173956 w 1343025"/>
                  <a:gd name="connsiteY12-2402" fmla="*/ 645318 h 1343025"/>
                  <a:gd name="connsiteX13-2403" fmla="*/ 1157287 w 1343025"/>
                  <a:gd name="connsiteY13-2404" fmla="*/ 812006 h 1343025"/>
                  <a:gd name="connsiteX14-2405" fmla="*/ 1307306 w 1343025"/>
                  <a:gd name="connsiteY14-2406" fmla="*/ 892968 h 1343025"/>
                  <a:gd name="connsiteX15-2407" fmla="*/ 1193006 w 1343025"/>
                  <a:gd name="connsiteY15-2408" fmla="*/ 1097756 h 1343025"/>
                  <a:gd name="connsiteX16-2409" fmla="*/ 1040606 w 1343025"/>
                  <a:gd name="connsiteY16-2410" fmla="*/ 1009650 h 1343025"/>
                  <a:gd name="connsiteX17-2411" fmla="*/ 919162 w 1343025"/>
                  <a:gd name="connsiteY17-2412" fmla="*/ 1112043 h 1343025"/>
                  <a:gd name="connsiteX18-2413" fmla="*/ 973931 w 1343025"/>
                  <a:gd name="connsiteY18-2414" fmla="*/ 1276350 h 1343025"/>
                  <a:gd name="connsiteX19-2415" fmla="*/ 745331 w 1343025"/>
                  <a:gd name="connsiteY19-2416" fmla="*/ 1343025 h 1343025"/>
                  <a:gd name="connsiteX20-2417" fmla="*/ 695325 w 1343025"/>
                  <a:gd name="connsiteY20-2418" fmla="*/ 1171575 h 1343025"/>
                  <a:gd name="connsiteX21-2419" fmla="*/ 535781 w 1343025"/>
                  <a:gd name="connsiteY21-2420" fmla="*/ 1157287 h 1343025"/>
                  <a:gd name="connsiteX22-2421" fmla="*/ 452437 w 1343025"/>
                  <a:gd name="connsiteY22-2422" fmla="*/ 1304925 h 1343025"/>
                  <a:gd name="connsiteX23-2423" fmla="*/ 245268 w 1343025"/>
                  <a:gd name="connsiteY23-2424" fmla="*/ 1193006 h 1343025"/>
                  <a:gd name="connsiteX24-2425" fmla="*/ 333375 w 1343025"/>
                  <a:gd name="connsiteY24-2426" fmla="*/ 1042987 h 1343025"/>
                  <a:gd name="connsiteX25-2427" fmla="*/ 226218 w 1343025"/>
                  <a:gd name="connsiteY25-2428" fmla="*/ 909637 h 1343025"/>
                  <a:gd name="connsiteX26-2429" fmla="*/ 59531 w 1343025"/>
                  <a:gd name="connsiteY26-2430" fmla="*/ 964406 h 1343025"/>
                  <a:gd name="connsiteX27-2431" fmla="*/ 0 w 1343025"/>
                  <a:gd name="connsiteY27-2432" fmla="*/ 733425 h 1343025"/>
                  <a:gd name="connsiteX28-2433" fmla="*/ 166687 w 1343025"/>
                  <a:gd name="connsiteY28-2434" fmla="*/ 690562 h 1343025"/>
                  <a:gd name="connsiteX29-2435" fmla="*/ 190500 w 1343025"/>
                  <a:gd name="connsiteY29-2436" fmla="*/ 521493 h 1343025"/>
                  <a:gd name="connsiteX30-2437" fmla="*/ 35718 w 1343025"/>
                  <a:gd name="connsiteY30-2438" fmla="*/ 440531 h 1343025"/>
                  <a:gd name="connsiteX31-2439" fmla="*/ 154781 w 1343025"/>
                  <a:gd name="connsiteY31-2440" fmla="*/ 242887 h 1343025"/>
                  <a:gd name="connsiteX32-2441" fmla="*/ 297656 w 1343025"/>
                  <a:gd name="connsiteY32-2442" fmla="*/ 330993 h 1343025"/>
                  <a:gd name="connsiteX0-2443" fmla="*/ 297656 w 1343025"/>
                  <a:gd name="connsiteY0-2444" fmla="*/ 330993 h 1343025"/>
                  <a:gd name="connsiteX1-2445" fmla="*/ 431006 w 1343025"/>
                  <a:gd name="connsiteY1-2446" fmla="*/ 226218 h 1343025"/>
                  <a:gd name="connsiteX2-2447" fmla="*/ 378618 w 1343025"/>
                  <a:gd name="connsiteY2-2448" fmla="*/ 61912 h 1343025"/>
                  <a:gd name="connsiteX3-2449" fmla="*/ 602456 w 1343025"/>
                  <a:gd name="connsiteY3-2450" fmla="*/ 0 h 1343025"/>
                  <a:gd name="connsiteX4-2451" fmla="*/ 652462 w 1343025"/>
                  <a:gd name="connsiteY4-2452" fmla="*/ 171450 h 1343025"/>
                  <a:gd name="connsiteX5-2453" fmla="*/ 816768 w 1343025"/>
                  <a:gd name="connsiteY5-2454" fmla="*/ 185737 h 1343025"/>
                  <a:gd name="connsiteX6-2455" fmla="*/ 900112 w 1343025"/>
                  <a:gd name="connsiteY6-2456" fmla="*/ 40481 h 1343025"/>
                  <a:gd name="connsiteX7-2457" fmla="*/ 1104900 w 1343025"/>
                  <a:gd name="connsiteY7-2458" fmla="*/ 150018 h 1343025"/>
                  <a:gd name="connsiteX8-2459" fmla="*/ 1012031 w 1343025"/>
                  <a:gd name="connsiteY8-2460" fmla="*/ 297656 h 1343025"/>
                  <a:gd name="connsiteX9-2461" fmla="*/ 1119187 w 1343025"/>
                  <a:gd name="connsiteY9-2462" fmla="*/ 431006 h 1343025"/>
                  <a:gd name="connsiteX10-2463" fmla="*/ 1281112 w 1343025"/>
                  <a:gd name="connsiteY10-2464" fmla="*/ 373856 h 1343025"/>
                  <a:gd name="connsiteX11-2465" fmla="*/ 1343025 w 1343025"/>
                  <a:gd name="connsiteY11-2466" fmla="*/ 602456 h 1343025"/>
                  <a:gd name="connsiteX12-2467" fmla="*/ 1173956 w 1343025"/>
                  <a:gd name="connsiteY12-2468" fmla="*/ 645318 h 1343025"/>
                  <a:gd name="connsiteX13-2469" fmla="*/ 1157287 w 1343025"/>
                  <a:gd name="connsiteY13-2470" fmla="*/ 812006 h 1343025"/>
                  <a:gd name="connsiteX14-2471" fmla="*/ 1307306 w 1343025"/>
                  <a:gd name="connsiteY14-2472" fmla="*/ 892968 h 1343025"/>
                  <a:gd name="connsiteX15-2473" fmla="*/ 1193006 w 1343025"/>
                  <a:gd name="connsiteY15-2474" fmla="*/ 1097756 h 1343025"/>
                  <a:gd name="connsiteX16-2475" fmla="*/ 1040606 w 1343025"/>
                  <a:gd name="connsiteY16-2476" fmla="*/ 1009650 h 1343025"/>
                  <a:gd name="connsiteX17-2477" fmla="*/ 919162 w 1343025"/>
                  <a:gd name="connsiteY17-2478" fmla="*/ 1112043 h 1343025"/>
                  <a:gd name="connsiteX18-2479" fmla="*/ 973931 w 1343025"/>
                  <a:gd name="connsiteY18-2480" fmla="*/ 1276350 h 1343025"/>
                  <a:gd name="connsiteX19-2481" fmla="*/ 745331 w 1343025"/>
                  <a:gd name="connsiteY19-2482" fmla="*/ 1343025 h 1343025"/>
                  <a:gd name="connsiteX20-2483" fmla="*/ 695325 w 1343025"/>
                  <a:gd name="connsiteY20-2484" fmla="*/ 1171575 h 1343025"/>
                  <a:gd name="connsiteX21-2485" fmla="*/ 535781 w 1343025"/>
                  <a:gd name="connsiteY21-2486" fmla="*/ 1157287 h 1343025"/>
                  <a:gd name="connsiteX22-2487" fmla="*/ 452437 w 1343025"/>
                  <a:gd name="connsiteY22-2488" fmla="*/ 1304925 h 1343025"/>
                  <a:gd name="connsiteX23-2489" fmla="*/ 245268 w 1343025"/>
                  <a:gd name="connsiteY23-2490" fmla="*/ 1193006 h 1343025"/>
                  <a:gd name="connsiteX24-2491" fmla="*/ 333375 w 1343025"/>
                  <a:gd name="connsiteY24-2492" fmla="*/ 1042987 h 1343025"/>
                  <a:gd name="connsiteX25-2493" fmla="*/ 226218 w 1343025"/>
                  <a:gd name="connsiteY25-2494" fmla="*/ 909637 h 1343025"/>
                  <a:gd name="connsiteX26-2495" fmla="*/ 59531 w 1343025"/>
                  <a:gd name="connsiteY26-2496" fmla="*/ 964406 h 1343025"/>
                  <a:gd name="connsiteX27-2497" fmla="*/ 0 w 1343025"/>
                  <a:gd name="connsiteY27-2498" fmla="*/ 733425 h 1343025"/>
                  <a:gd name="connsiteX28-2499" fmla="*/ 166687 w 1343025"/>
                  <a:gd name="connsiteY28-2500" fmla="*/ 690562 h 1343025"/>
                  <a:gd name="connsiteX29-2501" fmla="*/ 190500 w 1343025"/>
                  <a:gd name="connsiteY29-2502" fmla="*/ 521493 h 1343025"/>
                  <a:gd name="connsiteX30-2503" fmla="*/ 35718 w 1343025"/>
                  <a:gd name="connsiteY30-2504" fmla="*/ 440531 h 1343025"/>
                  <a:gd name="connsiteX31-2505" fmla="*/ 154781 w 1343025"/>
                  <a:gd name="connsiteY31-2506" fmla="*/ 242887 h 1343025"/>
                  <a:gd name="connsiteX32-2507" fmla="*/ 297656 w 1343025"/>
                  <a:gd name="connsiteY32-2508" fmla="*/ 330993 h 1343025"/>
                  <a:gd name="connsiteX0-2509" fmla="*/ 297656 w 1343025"/>
                  <a:gd name="connsiteY0-2510" fmla="*/ 330993 h 1343025"/>
                  <a:gd name="connsiteX1-2511" fmla="*/ 431006 w 1343025"/>
                  <a:gd name="connsiteY1-2512" fmla="*/ 226218 h 1343025"/>
                  <a:gd name="connsiteX2-2513" fmla="*/ 378618 w 1343025"/>
                  <a:gd name="connsiteY2-2514" fmla="*/ 61912 h 1343025"/>
                  <a:gd name="connsiteX3-2515" fmla="*/ 602456 w 1343025"/>
                  <a:gd name="connsiteY3-2516" fmla="*/ 0 h 1343025"/>
                  <a:gd name="connsiteX4-2517" fmla="*/ 652462 w 1343025"/>
                  <a:gd name="connsiteY4-2518" fmla="*/ 171450 h 1343025"/>
                  <a:gd name="connsiteX5-2519" fmla="*/ 816768 w 1343025"/>
                  <a:gd name="connsiteY5-2520" fmla="*/ 185737 h 1343025"/>
                  <a:gd name="connsiteX6-2521" fmla="*/ 900112 w 1343025"/>
                  <a:gd name="connsiteY6-2522" fmla="*/ 40481 h 1343025"/>
                  <a:gd name="connsiteX7-2523" fmla="*/ 1104900 w 1343025"/>
                  <a:gd name="connsiteY7-2524" fmla="*/ 150018 h 1343025"/>
                  <a:gd name="connsiteX8-2525" fmla="*/ 1012031 w 1343025"/>
                  <a:gd name="connsiteY8-2526" fmla="*/ 297656 h 1343025"/>
                  <a:gd name="connsiteX9-2527" fmla="*/ 1119187 w 1343025"/>
                  <a:gd name="connsiteY9-2528" fmla="*/ 431006 h 1343025"/>
                  <a:gd name="connsiteX10-2529" fmla="*/ 1281112 w 1343025"/>
                  <a:gd name="connsiteY10-2530" fmla="*/ 373856 h 1343025"/>
                  <a:gd name="connsiteX11-2531" fmla="*/ 1343025 w 1343025"/>
                  <a:gd name="connsiteY11-2532" fmla="*/ 602456 h 1343025"/>
                  <a:gd name="connsiteX12-2533" fmla="*/ 1173956 w 1343025"/>
                  <a:gd name="connsiteY12-2534" fmla="*/ 645318 h 1343025"/>
                  <a:gd name="connsiteX13-2535" fmla="*/ 1157287 w 1343025"/>
                  <a:gd name="connsiteY13-2536" fmla="*/ 812006 h 1343025"/>
                  <a:gd name="connsiteX14-2537" fmla="*/ 1307306 w 1343025"/>
                  <a:gd name="connsiteY14-2538" fmla="*/ 892968 h 1343025"/>
                  <a:gd name="connsiteX15-2539" fmla="*/ 1193006 w 1343025"/>
                  <a:gd name="connsiteY15-2540" fmla="*/ 1097756 h 1343025"/>
                  <a:gd name="connsiteX16-2541" fmla="*/ 1040606 w 1343025"/>
                  <a:gd name="connsiteY16-2542" fmla="*/ 1009650 h 1343025"/>
                  <a:gd name="connsiteX17-2543" fmla="*/ 919162 w 1343025"/>
                  <a:gd name="connsiteY17-2544" fmla="*/ 1112043 h 1343025"/>
                  <a:gd name="connsiteX18-2545" fmla="*/ 973931 w 1343025"/>
                  <a:gd name="connsiteY18-2546" fmla="*/ 1276350 h 1343025"/>
                  <a:gd name="connsiteX19-2547" fmla="*/ 745331 w 1343025"/>
                  <a:gd name="connsiteY19-2548" fmla="*/ 1343025 h 1343025"/>
                  <a:gd name="connsiteX20-2549" fmla="*/ 695325 w 1343025"/>
                  <a:gd name="connsiteY20-2550" fmla="*/ 1171575 h 1343025"/>
                  <a:gd name="connsiteX21-2551" fmla="*/ 535781 w 1343025"/>
                  <a:gd name="connsiteY21-2552" fmla="*/ 1157287 h 1343025"/>
                  <a:gd name="connsiteX22-2553" fmla="*/ 452437 w 1343025"/>
                  <a:gd name="connsiteY22-2554" fmla="*/ 1304925 h 1343025"/>
                  <a:gd name="connsiteX23-2555" fmla="*/ 245268 w 1343025"/>
                  <a:gd name="connsiteY23-2556" fmla="*/ 1193006 h 1343025"/>
                  <a:gd name="connsiteX24-2557" fmla="*/ 333375 w 1343025"/>
                  <a:gd name="connsiteY24-2558" fmla="*/ 1042987 h 1343025"/>
                  <a:gd name="connsiteX25-2559" fmla="*/ 226218 w 1343025"/>
                  <a:gd name="connsiteY25-2560" fmla="*/ 909637 h 1343025"/>
                  <a:gd name="connsiteX26-2561" fmla="*/ 59531 w 1343025"/>
                  <a:gd name="connsiteY26-2562" fmla="*/ 964406 h 1343025"/>
                  <a:gd name="connsiteX27-2563" fmla="*/ 0 w 1343025"/>
                  <a:gd name="connsiteY27-2564" fmla="*/ 733425 h 1343025"/>
                  <a:gd name="connsiteX28-2565" fmla="*/ 166687 w 1343025"/>
                  <a:gd name="connsiteY28-2566" fmla="*/ 690562 h 1343025"/>
                  <a:gd name="connsiteX29-2567" fmla="*/ 190500 w 1343025"/>
                  <a:gd name="connsiteY29-2568" fmla="*/ 521493 h 1343025"/>
                  <a:gd name="connsiteX30-2569" fmla="*/ 35718 w 1343025"/>
                  <a:gd name="connsiteY30-2570" fmla="*/ 440531 h 1343025"/>
                  <a:gd name="connsiteX31-2571" fmla="*/ 154781 w 1343025"/>
                  <a:gd name="connsiteY31-2572" fmla="*/ 242887 h 1343025"/>
                  <a:gd name="connsiteX32-2573" fmla="*/ 297656 w 1343025"/>
                  <a:gd name="connsiteY32-2574" fmla="*/ 330993 h 1343025"/>
                  <a:gd name="connsiteX0-2575" fmla="*/ 297656 w 1343025"/>
                  <a:gd name="connsiteY0-2576" fmla="*/ 330993 h 1343025"/>
                  <a:gd name="connsiteX1-2577" fmla="*/ 431006 w 1343025"/>
                  <a:gd name="connsiteY1-2578" fmla="*/ 226218 h 1343025"/>
                  <a:gd name="connsiteX2-2579" fmla="*/ 378618 w 1343025"/>
                  <a:gd name="connsiteY2-2580" fmla="*/ 61912 h 1343025"/>
                  <a:gd name="connsiteX3-2581" fmla="*/ 602456 w 1343025"/>
                  <a:gd name="connsiteY3-2582" fmla="*/ 0 h 1343025"/>
                  <a:gd name="connsiteX4-2583" fmla="*/ 652462 w 1343025"/>
                  <a:gd name="connsiteY4-2584" fmla="*/ 171450 h 1343025"/>
                  <a:gd name="connsiteX5-2585" fmla="*/ 816768 w 1343025"/>
                  <a:gd name="connsiteY5-2586" fmla="*/ 185737 h 1343025"/>
                  <a:gd name="connsiteX6-2587" fmla="*/ 900112 w 1343025"/>
                  <a:gd name="connsiteY6-2588" fmla="*/ 40481 h 1343025"/>
                  <a:gd name="connsiteX7-2589" fmla="*/ 1104900 w 1343025"/>
                  <a:gd name="connsiteY7-2590" fmla="*/ 150018 h 1343025"/>
                  <a:gd name="connsiteX8-2591" fmla="*/ 1012031 w 1343025"/>
                  <a:gd name="connsiteY8-2592" fmla="*/ 297656 h 1343025"/>
                  <a:gd name="connsiteX9-2593" fmla="*/ 1119187 w 1343025"/>
                  <a:gd name="connsiteY9-2594" fmla="*/ 431006 h 1343025"/>
                  <a:gd name="connsiteX10-2595" fmla="*/ 1281112 w 1343025"/>
                  <a:gd name="connsiteY10-2596" fmla="*/ 373856 h 1343025"/>
                  <a:gd name="connsiteX11-2597" fmla="*/ 1343025 w 1343025"/>
                  <a:gd name="connsiteY11-2598" fmla="*/ 602456 h 1343025"/>
                  <a:gd name="connsiteX12-2599" fmla="*/ 1173956 w 1343025"/>
                  <a:gd name="connsiteY12-2600" fmla="*/ 645318 h 1343025"/>
                  <a:gd name="connsiteX13-2601" fmla="*/ 1157287 w 1343025"/>
                  <a:gd name="connsiteY13-2602" fmla="*/ 812006 h 1343025"/>
                  <a:gd name="connsiteX14-2603" fmla="*/ 1307306 w 1343025"/>
                  <a:gd name="connsiteY14-2604" fmla="*/ 892968 h 1343025"/>
                  <a:gd name="connsiteX15-2605" fmla="*/ 1193006 w 1343025"/>
                  <a:gd name="connsiteY15-2606" fmla="*/ 1097756 h 1343025"/>
                  <a:gd name="connsiteX16-2607" fmla="*/ 1040606 w 1343025"/>
                  <a:gd name="connsiteY16-2608" fmla="*/ 1009650 h 1343025"/>
                  <a:gd name="connsiteX17-2609" fmla="*/ 919162 w 1343025"/>
                  <a:gd name="connsiteY17-2610" fmla="*/ 1112043 h 1343025"/>
                  <a:gd name="connsiteX18-2611" fmla="*/ 973931 w 1343025"/>
                  <a:gd name="connsiteY18-2612" fmla="*/ 1276350 h 1343025"/>
                  <a:gd name="connsiteX19-2613" fmla="*/ 745331 w 1343025"/>
                  <a:gd name="connsiteY19-2614" fmla="*/ 1343025 h 1343025"/>
                  <a:gd name="connsiteX20-2615" fmla="*/ 695325 w 1343025"/>
                  <a:gd name="connsiteY20-2616" fmla="*/ 1171575 h 1343025"/>
                  <a:gd name="connsiteX21-2617" fmla="*/ 535781 w 1343025"/>
                  <a:gd name="connsiteY21-2618" fmla="*/ 1157287 h 1343025"/>
                  <a:gd name="connsiteX22-2619" fmla="*/ 452437 w 1343025"/>
                  <a:gd name="connsiteY22-2620" fmla="*/ 1304925 h 1343025"/>
                  <a:gd name="connsiteX23-2621" fmla="*/ 245268 w 1343025"/>
                  <a:gd name="connsiteY23-2622" fmla="*/ 1193006 h 1343025"/>
                  <a:gd name="connsiteX24-2623" fmla="*/ 333375 w 1343025"/>
                  <a:gd name="connsiteY24-2624" fmla="*/ 1042987 h 1343025"/>
                  <a:gd name="connsiteX25-2625" fmla="*/ 226218 w 1343025"/>
                  <a:gd name="connsiteY25-2626" fmla="*/ 909637 h 1343025"/>
                  <a:gd name="connsiteX26-2627" fmla="*/ 59531 w 1343025"/>
                  <a:gd name="connsiteY26-2628" fmla="*/ 964406 h 1343025"/>
                  <a:gd name="connsiteX27-2629" fmla="*/ 0 w 1343025"/>
                  <a:gd name="connsiteY27-2630" fmla="*/ 733425 h 1343025"/>
                  <a:gd name="connsiteX28-2631" fmla="*/ 166687 w 1343025"/>
                  <a:gd name="connsiteY28-2632" fmla="*/ 690562 h 1343025"/>
                  <a:gd name="connsiteX29-2633" fmla="*/ 190500 w 1343025"/>
                  <a:gd name="connsiteY29-2634" fmla="*/ 521493 h 1343025"/>
                  <a:gd name="connsiteX30-2635" fmla="*/ 35718 w 1343025"/>
                  <a:gd name="connsiteY30-2636" fmla="*/ 440531 h 1343025"/>
                  <a:gd name="connsiteX31-2637" fmla="*/ 154781 w 1343025"/>
                  <a:gd name="connsiteY31-2638" fmla="*/ 242887 h 1343025"/>
                  <a:gd name="connsiteX32-2639" fmla="*/ 297656 w 1343025"/>
                  <a:gd name="connsiteY32-2640" fmla="*/ 330993 h 1343025"/>
                  <a:gd name="connsiteX0-2641" fmla="*/ 297656 w 1343025"/>
                  <a:gd name="connsiteY0-2642" fmla="*/ 330993 h 1343025"/>
                  <a:gd name="connsiteX1-2643" fmla="*/ 431006 w 1343025"/>
                  <a:gd name="connsiteY1-2644" fmla="*/ 226218 h 1343025"/>
                  <a:gd name="connsiteX2-2645" fmla="*/ 378618 w 1343025"/>
                  <a:gd name="connsiteY2-2646" fmla="*/ 61912 h 1343025"/>
                  <a:gd name="connsiteX3-2647" fmla="*/ 602456 w 1343025"/>
                  <a:gd name="connsiteY3-2648" fmla="*/ 0 h 1343025"/>
                  <a:gd name="connsiteX4-2649" fmla="*/ 652462 w 1343025"/>
                  <a:gd name="connsiteY4-2650" fmla="*/ 171450 h 1343025"/>
                  <a:gd name="connsiteX5-2651" fmla="*/ 816768 w 1343025"/>
                  <a:gd name="connsiteY5-2652" fmla="*/ 185737 h 1343025"/>
                  <a:gd name="connsiteX6-2653" fmla="*/ 900112 w 1343025"/>
                  <a:gd name="connsiteY6-2654" fmla="*/ 40481 h 1343025"/>
                  <a:gd name="connsiteX7-2655" fmla="*/ 1104900 w 1343025"/>
                  <a:gd name="connsiteY7-2656" fmla="*/ 150018 h 1343025"/>
                  <a:gd name="connsiteX8-2657" fmla="*/ 1012031 w 1343025"/>
                  <a:gd name="connsiteY8-2658" fmla="*/ 297656 h 1343025"/>
                  <a:gd name="connsiteX9-2659" fmla="*/ 1119187 w 1343025"/>
                  <a:gd name="connsiteY9-2660" fmla="*/ 431006 h 1343025"/>
                  <a:gd name="connsiteX10-2661" fmla="*/ 1281112 w 1343025"/>
                  <a:gd name="connsiteY10-2662" fmla="*/ 373856 h 1343025"/>
                  <a:gd name="connsiteX11-2663" fmla="*/ 1343025 w 1343025"/>
                  <a:gd name="connsiteY11-2664" fmla="*/ 602456 h 1343025"/>
                  <a:gd name="connsiteX12-2665" fmla="*/ 1173956 w 1343025"/>
                  <a:gd name="connsiteY12-2666" fmla="*/ 645318 h 1343025"/>
                  <a:gd name="connsiteX13-2667" fmla="*/ 1157287 w 1343025"/>
                  <a:gd name="connsiteY13-2668" fmla="*/ 812006 h 1343025"/>
                  <a:gd name="connsiteX14-2669" fmla="*/ 1307306 w 1343025"/>
                  <a:gd name="connsiteY14-2670" fmla="*/ 892968 h 1343025"/>
                  <a:gd name="connsiteX15-2671" fmla="*/ 1193006 w 1343025"/>
                  <a:gd name="connsiteY15-2672" fmla="*/ 1097756 h 1343025"/>
                  <a:gd name="connsiteX16-2673" fmla="*/ 1040606 w 1343025"/>
                  <a:gd name="connsiteY16-2674" fmla="*/ 1009650 h 1343025"/>
                  <a:gd name="connsiteX17-2675" fmla="*/ 919162 w 1343025"/>
                  <a:gd name="connsiteY17-2676" fmla="*/ 1112043 h 1343025"/>
                  <a:gd name="connsiteX18-2677" fmla="*/ 973931 w 1343025"/>
                  <a:gd name="connsiteY18-2678" fmla="*/ 1276350 h 1343025"/>
                  <a:gd name="connsiteX19-2679" fmla="*/ 745331 w 1343025"/>
                  <a:gd name="connsiteY19-2680" fmla="*/ 1343025 h 1343025"/>
                  <a:gd name="connsiteX20-2681" fmla="*/ 695325 w 1343025"/>
                  <a:gd name="connsiteY20-2682" fmla="*/ 1171575 h 1343025"/>
                  <a:gd name="connsiteX21-2683" fmla="*/ 535781 w 1343025"/>
                  <a:gd name="connsiteY21-2684" fmla="*/ 1157287 h 1343025"/>
                  <a:gd name="connsiteX22-2685" fmla="*/ 452437 w 1343025"/>
                  <a:gd name="connsiteY22-2686" fmla="*/ 1304925 h 1343025"/>
                  <a:gd name="connsiteX23-2687" fmla="*/ 245268 w 1343025"/>
                  <a:gd name="connsiteY23-2688" fmla="*/ 1193006 h 1343025"/>
                  <a:gd name="connsiteX24-2689" fmla="*/ 333375 w 1343025"/>
                  <a:gd name="connsiteY24-2690" fmla="*/ 1042987 h 1343025"/>
                  <a:gd name="connsiteX25-2691" fmla="*/ 226218 w 1343025"/>
                  <a:gd name="connsiteY25-2692" fmla="*/ 909637 h 1343025"/>
                  <a:gd name="connsiteX26-2693" fmla="*/ 59531 w 1343025"/>
                  <a:gd name="connsiteY26-2694" fmla="*/ 964406 h 1343025"/>
                  <a:gd name="connsiteX27-2695" fmla="*/ 0 w 1343025"/>
                  <a:gd name="connsiteY27-2696" fmla="*/ 733425 h 1343025"/>
                  <a:gd name="connsiteX28-2697" fmla="*/ 166687 w 1343025"/>
                  <a:gd name="connsiteY28-2698" fmla="*/ 690562 h 1343025"/>
                  <a:gd name="connsiteX29-2699" fmla="*/ 190500 w 1343025"/>
                  <a:gd name="connsiteY29-2700" fmla="*/ 521493 h 1343025"/>
                  <a:gd name="connsiteX30-2701" fmla="*/ 35718 w 1343025"/>
                  <a:gd name="connsiteY30-2702" fmla="*/ 440531 h 1343025"/>
                  <a:gd name="connsiteX31-2703" fmla="*/ 154781 w 1343025"/>
                  <a:gd name="connsiteY31-2704" fmla="*/ 242887 h 1343025"/>
                  <a:gd name="connsiteX32-2705" fmla="*/ 297656 w 1343025"/>
                  <a:gd name="connsiteY32-2706" fmla="*/ 330993 h 1343025"/>
                  <a:gd name="connsiteX0-2707" fmla="*/ 297656 w 1343025"/>
                  <a:gd name="connsiteY0-2708" fmla="*/ 330993 h 1343025"/>
                  <a:gd name="connsiteX1-2709" fmla="*/ 431006 w 1343025"/>
                  <a:gd name="connsiteY1-2710" fmla="*/ 226218 h 1343025"/>
                  <a:gd name="connsiteX2-2711" fmla="*/ 378618 w 1343025"/>
                  <a:gd name="connsiteY2-2712" fmla="*/ 61912 h 1343025"/>
                  <a:gd name="connsiteX3-2713" fmla="*/ 602456 w 1343025"/>
                  <a:gd name="connsiteY3-2714" fmla="*/ 0 h 1343025"/>
                  <a:gd name="connsiteX4-2715" fmla="*/ 652462 w 1343025"/>
                  <a:gd name="connsiteY4-2716" fmla="*/ 171450 h 1343025"/>
                  <a:gd name="connsiteX5-2717" fmla="*/ 816768 w 1343025"/>
                  <a:gd name="connsiteY5-2718" fmla="*/ 185737 h 1343025"/>
                  <a:gd name="connsiteX6-2719" fmla="*/ 900112 w 1343025"/>
                  <a:gd name="connsiteY6-2720" fmla="*/ 40481 h 1343025"/>
                  <a:gd name="connsiteX7-2721" fmla="*/ 1104900 w 1343025"/>
                  <a:gd name="connsiteY7-2722" fmla="*/ 150018 h 1343025"/>
                  <a:gd name="connsiteX8-2723" fmla="*/ 1012031 w 1343025"/>
                  <a:gd name="connsiteY8-2724" fmla="*/ 297656 h 1343025"/>
                  <a:gd name="connsiteX9-2725" fmla="*/ 1119187 w 1343025"/>
                  <a:gd name="connsiteY9-2726" fmla="*/ 431006 h 1343025"/>
                  <a:gd name="connsiteX10-2727" fmla="*/ 1281112 w 1343025"/>
                  <a:gd name="connsiteY10-2728" fmla="*/ 373856 h 1343025"/>
                  <a:gd name="connsiteX11-2729" fmla="*/ 1343025 w 1343025"/>
                  <a:gd name="connsiteY11-2730" fmla="*/ 602456 h 1343025"/>
                  <a:gd name="connsiteX12-2731" fmla="*/ 1173956 w 1343025"/>
                  <a:gd name="connsiteY12-2732" fmla="*/ 645318 h 1343025"/>
                  <a:gd name="connsiteX13-2733" fmla="*/ 1157287 w 1343025"/>
                  <a:gd name="connsiteY13-2734" fmla="*/ 812006 h 1343025"/>
                  <a:gd name="connsiteX14-2735" fmla="*/ 1307306 w 1343025"/>
                  <a:gd name="connsiteY14-2736" fmla="*/ 892968 h 1343025"/>
                  <a:gd name="connsiteX15-2737" fmla="*/ 1193006 w 1343025"/>
                  <a:gd name="connsiteY15-2738" fmla="*/ 1097756 h 1343025"/>
                  <a:gd name="connsiteX16-2739" fmla="*/ 1040606 w 1343025"/>
                  <a:gd name="connsiteY16-2740" fmla="*/ 1009650 h 1343025"/>
                  <a:gd name="connsiteX17-2741" fmla="*/ 919162 w 1343025"/>
                  <a:gd name="connsiteY17-2742" fmla="*/ 1112043 h 1343025"/>
                  <a:gd name="connsiteX18-2743" fmla="*/ 973931 w 1343025"/>
                  <a:gd name="connsiteY18-2744" fmla="*/ 1276350 h 1343025"/>
                  <a:gd name="connsiteX19-2745" fmla="*/ 745331 w 1343025"/>
                  <a:gd name="connsiteY19-2746" fmla="*/ 1343025 h 1343025"/>
                  <a:gd name="connsiteX20-2747" fmla="*/ 695325 w 1343025"/>
                  <a:gd name="connsiteY20-2748" fmla="*/ 1171575 h 1343025"/>
                  <a:gd name="connsiteX21-2749" fmla="*/ 535781 w 1343025"/>
                  <a:gd name="connsiteY21-2750" fmla="*/ 1157287 h 1343025"/>
                  <a:gd name="connsiteX22-2751" fmla="*/ 452437 w 1343025"/>
                  <a:gd name="connsiteY22-2752" fmla="*/ 1304925 h 1343025"/>
                  <a:gd name="connsiteX23-2753" fmla="*/ 245268 w 1343025"/>
                  <a:gd name="connsiteY23-2754" fmla="*/ 1193006 h 1343025"/>
                  <a:gd name="connsiteX24-2755" fmla="*/ 333375 w 1343025"/>
                  <a:gd name="connsiteY24-2756" fmla="*/ 1042987 h 1343025"/>
                  <a:gd name="connsiteX25-2757" fmla="*/ 226218 w 1343025"/>
                  <a:gd name="connsiteY25-2758" fmla="*/ 909637 h 1343025"/>
                  <a:gd name="connsiteX26-2759" fmla="*/ 59531 w 1343025"/>
                  <a:gd name="connsiteY26-2760" fmla="*/ 964406 h 1343025"/>
                  <a:gd name="connsiteX27-2761" fmla="*/ 0 w 1343025"/>
                  <a:gd name="connsiteY27-2762" fmla="*/ 733425 h 1343025"/>
                  <a:gd name="connsiteX28-2763" fmla="*/ 166687 w 1343025"/>
                  <a:gd name="connsiteY28-2764" fmla="*/ 690562 h 1343025"/>
                  <a:gd name="connsiteX29-2765" fmla="*/ 190500 w 1343025"/>
                  <a:gd name="connsiteY29-2766" fmla="*/ 521493 h 1343025"/>
                  <a:gd name="connsiteX30-2767" fmla="*/ 35718 w 1343025"/>
                  <a:gd name="connsiteY30-2768" fmla="*/ 440531 h 1343025"/>
                  <a:gd name="connsiteX31-2769" fmla="*/ 154781 w 1343025"/>
                  <a:gd name="connsiteY31-2770" fmla="*/ 242887 h 1343025"/>
                  <a:gd name="connsiteX32-2771" fmla="*/ 297656 w 1343025"/>
                  <a:gd name="connsiteY32-2772" fmla="*/ 330993 h 1343025"/>
                  <a:gd name="connsiteX0-2773" fmla="*/ 297656 w 1343025"/>
                  <a:gd name="connsiteY0-2774" fmla="*/ 330993 h 1343025"/>
                  <a:gd name="connsiteX1-2775" fmla="*/ 431006 w 1343025"/>
                  <a:gd name="connsiteY1-2776" fmla="*/ 226218 h 1343025"/>
                  <a:gd name="connsiteX2-2777" fmla="*/ 378618 w 1343025"/>
                  <a:gd name="connsiteY2-2778" fmla="*/ 61912 h 1343025"/>
                  <a:gd name="connsiteX3-2779" fmla="*/ 602456 w 1343025"/>
                  <a:gd name="connsiteY3-2780" fmla="*/ 0 h 1343025"/>
                  <a:gd name="connsiteX4-2781" fmla="*/ 652462 w 1343025"/>
                  <a:gd name="connsiteY4-2782" fmla="*/ 171450 h 1343025"/>
                  <a:gd name="connsiteX5-2783" fmla="*/ 816768 w 1343025"/>
                  <a:gd name="connsiteY5-2784" fmla="*/ 185737 h 1343025"/>
                  <a:gd name="connsiteX6-2785" fmla="*/ 901561 w 1343025"/>
                  <a:gd name="connsiteY6-2786" fmla="*/ 36133 h 1343025"/>
                  <a:gd name="connsiteX7-2787" fmla="*/ 1104900 w 1343025"/>
                  <a:gd name="connsiteY7-2788" fmla="*/ 150018 h 1343025"/>
                  <a:gd name="connsiteX8-2789" fmla="*/ 1012031 w 1343025"/>
                  <a:gd name="connsiteY8-2790" fmla="*/ 297656 h 1343025"/>
                  <a:gd name="connsiteX9-2791" fmla="*/ 1119187 w 1343025"/>
                  <a:gd name="connsiteY9-2792" fmla="*/ 431006 h 1343025"/>
                  <a:gd name="connsiteX10-2793" fmla="*/ 1281112 w 1343025"/>
                  <a:gd name="connsiteY10-2794" fmla="*/ 373856 h 1343025"/>
                  <a:gd name="connsiteX11-2795" fmla="*/ 1343025 w 1343025"/>
                  <a:gd name="connsiteY11-2796" fmla="*/ 602456 h 1343025"/>
                  <a:gd name="connsiteX12-2797" fmla="*/ 1173956 w 1343025"/>
                  <a:gd name="connsiteY12-2798" fmla="*/ 645318 h 1343025"/>
                  <a:gd name="connsiteX13-2799" fmla="*/ 1157287 w 1343025"/>
                  <a:gd name="connsiteY13-2800" fmla="*/ 812006 h 1343025"/>
                  <a:gd name="connsiteX14-2801" fmla="*/ 1307306 w 1343025"/>
                  <a:gd name="connsiteY14-2802" fmla="*/ 892968 h 1343025"/>
                  <a:gd name="connsiteX15-2803" fmla="*/ 1193006 w 1343025"/>
                  <a:gd name="connsiteY15-2804" fmla="*/ 1097756 h 1343025"/>
                  <a:gd name="connsiteX16-2805" fmla="*/ 1040606 w 1343025"/>
                  <a:gd name="connsiteY16-2806" fmla="*/ 1009650 h 1343025"/>
                  <a:gd name="connsiteX17-2807" fmla="*/ 919162 w 1343025"/>
                  <a:gd name="connsiteY17-2808" fmla="*/ 1112043 h 1343025"/>
                  <a:gd name="connsiteX18-2809" fmla="*/ 973931 w 1343025"/>
                  <a:gd name="connsiteY18-2810" fmla="*/ 1276350 h 1343025"/>
                  <a:gd name="connsiteX19-2811" fmla="*/ 745331 w 1343025"/>
                  <a:gd name="connsiteY19-2812" fmla="*/ 1343025 h 1343025"/>
                  <a:gd name="connsiteX20-2813" fmla="*/ 695325 w 1343025"/>
                  <a:gd name="connsiteY20-2814" fmla="*/ 1171575 h 1343025"/>
                  <a:gd name="connsiteX21-2815" fmla="*/ 535781 w 1343025"/>
                  <a:gd name="connsiteY21-2816" fmla="*/ 1157287 h 1343025"/>
                  <a:gd name="connsiteX22-2817" fmla="*/ 452437 w 1343025"/>
                  <a:gd name="connsiteY22-2818" fmla="*/ 1304925 h 1343025"/>
                  <a:gd name="connsiteX23-2819" fmla="*/ 245268 w 1343025"/>
                  <a:gd name="connsiteY23-2820" fmla="*/ 1193006 h 1343025"/>
                  <a:gd name="connsiteX24-2821" fmla="*/ 333375 w 1343025"/>
                  <a:gd name="connsiteY24-2822" fmla="*/ 1042987 h 1343025"/>
                  <a:gd name="connsiteX25-2823" fmla="*/ 226218 w 1343025"/>
                  <a:gd name="connsiteY25-2824" fmla="*/ 909637 h 1343025"/>
                  <a:gd name="connsiteX26-2825" fmla="*/ 59531 w 1343025"/>
                  <a:gd name="connsiteY26-2826" fmla="*/ 964406 h 1343025"/>
                  <a:gd name="connsiteX27-2827" fmla="*/ 0 w 1343025"/>
                  <a:gd name="connsiteY27-2828" fmla="*/ 733425 h 1343025"/>
                  <a:gd name="connsiteX28-2829" fmla="*/ 166687 w 1343025"/>
                  <a:gd name="connsiteY28-2830" fmla="*/ 690562 h 1343025"/>
                  <a:gd name="connsiteX29-2831" fmla="*/ 190500 w 1343025"/>
                  <a:gd name="connsiteY29-2832" fmla="*/ 521493 h 1343025"/>
                  <a:gd name="connsiteX30-2833" fmla="*/ 35718 w 1343025"/>
                  <a:gd name="connsiteY30-2834" fmla="*/ 440531 h 1343025"/>
                  <a:gd name="connsiteX31-2835" fmla="*/ 154781 w 1343025"/>
                  <a:gd name="connsiteY31-2836" fmla="*/ 242887 h 1343025"/>
                  <a:gd name="connsiteX32-2837" fmla="*/ 297656 w 1343025"/>
                  <a:gd name="connsiteY32-2838" fmla="*/ 330993 h 1343025"/>
                  <a:gd name="connsiteX0-2839" fmla="*/ 297656 w 1343025"/>
                  <a:gd name="connsiteY0-2840" fmla="*/ 330993 h 1343025"/>
                  <a:gd name="connsiteX1-2841" fmla="*/ 431006 w 1343025"/>
                  <a:gd name="connsiteY1-2842" fmla="*/ 226218 h 1343025"/>
                  <a:gd name="connsiteX2-2843" fmla="*/ 378618 w 1343025"/>
                  <a:gd name="connsiteY2-2844" fmla="*/ 61912 h 1343025"/>
                  <a:gd name="connsiteX3-2845" fmla="*/ 602456 w 1343025"/>
                  <a:gd name="connsiteY3-2846" fmla="*/ 0 h 1343025"/>
                  <a:gd name="connsiteX4-2847" fmla="*/ 652462 w 1343025"/>
                  <a:gd name="connsiteY4-2848" fmla="*/ 171450 h 1343025"/>
                  <a:gd name="connsiteX5-2849" fmla="*/ 816768 w 1343025"/>
                  <a:gd name="connsiteY5-2850" fmla="*/ 185737 h 1343025"/>
                  <a:gd name="connsiteX6-2851" fmla="*/ 901561 w 1343025"/>
                  <a:gd name="connsiteY6-2852" fmla="*/ 36133 h 1343025"/>
                  <a:gd name="connsiteX7-2853" fmla="*/ 1104900 w 1343025"/>
                  <a:gd name="connsiteY7-2854" fmla="*/ 150018 h 1343025"/>
                  <a:gd name="connsiteX8-2855" fmla="*/ 1012031 w 1343025"/>
                  <a:gd name="connsiteY8-2856" fmla="*/ 297656 h 1343025"/>
                  <a:gd name="connsiteX9-2857" fmla="*/ 1119187 w 1343025"/>
                  <a:gd name="connsiteY9-2858" fmla="*/ 431006 h 1343025"/>
                  <a:gd name="connsiteX10-2859" fmla="*/ 1275315 w 1343025"/>
                  <a:gd name="connsiteY10-2860" fmla="*/ 373856 h 1343025"/>
                  <a:gd name="connsiteX11-2861" fmla="*/ 1343025 w 1343025"/>
                  <a:gd name="connsiteY11-2862" fmla="*/ 602456 h 1343025"/>
                  <a:gd name="connsiteX12-2863" fmla="*/ 1173956 w 1343025"/>
                  <a:gd name="connsiteY12-2864" fmla="*/ 645318 h 1343025"/>
                  <a:gd name="connsiteX13-2865" fmla="*/ 1157287 w 1343025"/>
                  <a:gd name="connsiteY13-2866" fmla="*/ 812006 h 1343025"/>
                  <a:gd name="connsiteX14-2867" fmla="*/ 1307306 w 1343025"/>
                  <a:gd name="connsiteY14-2868" fmla="*/ 892968 h 1343025"/>
                  <a:gd name="connsiteX15-2869" fmla="*/ 1193006 w 1343025"/>
                  <a:gd name="connsiteY15-2870" fmla="*/ 1097756 h 1343025"/>
                  <a:gd name="connsiteX16-2871" fmla="*/ 1040606 w 1343025"/>
                  <a:gd name="connsiteY16-2872" fmla="*/ 1009650 h 1343025"/>
                  <a:gd name="connsiteX17-2873" fmla="*/ 919162 w 1343025"/>
                  <a:gd name="connsiteY17-2874" fmla="*/ 1112043 h 1343025"/>
                  <a:gd name="connsiteX18-2875" fmla="*/ 973931 w 1343025"/>
                  <a:gd name="connsiteY18-2876" fmla="*/ 1276350 h 1343025"/>
                  <a:gd name="connsiteX19-2877" fmla="*/ 745331 w 1343025"/>
                  <a:gd name="connsiteY19-2878" fmla="*/ 1343025 h 1343025"/>
                  <a:gd name="connsiteX20-2879" fmla="*/ 695325 w 1343025"/>
                  <a:gd name="connsiteY20-2880" fmla="*/ 1171575 h 1343025"/>
                  <a:gd name="connsiteX21-2881" fmla="*/ 535781 w 1343025"/>
                  <a:gd name="connsiteY21-2882" fmla="*/ 1157287 h 1343025"/>
                  <a:gd name="connsiteX22-2883" fmla="*/ 452437 w 1343025"/>
                  <a:gd name="connsiteY22-2884" fmla="*/ 1304925 h 1343025"/>
                  <a:gd name="connsiteX23-2885" fmla="*/ 245268 w 1343025"/>
                  <a:gd name="connsiteY23-2886" fmla="*/ 1193006 h 1343025"/>
                  <a:gd name="connsiteX24-2887" fmla="*/ 333375 w 1343025"/>
                  <a:gd name="connsiteY24-2888" fmla="*/ 1042987 h 1343025"/>
                  <a:gd name="connsiteX25-2889" fmla="*/ 226218 w 1343025"/>
                  <a:gd name="connsiteY25-2890" fmla="*/ 909637 h 1343025"/>
                  <a:gd name="connsiteX26-2891" fmla="*/ 59531 w 1343025"/>
                  <a:gd name="connsiteY26-2892" fmla="*/ 964406 h 1343025"/>
                  <a:gd name="connsiteX27-2893" fmla="*/ 0 w 1343025"/>
                  <a:gd name="connsiteY27-2894" fmla="*/ 733425 h 1343025"/>
                  <a:gd name="connsiteX28-2895" fmla="*/ 166687 w 1343025"/>
                  <a:gd name="connsiteY28-2896" fmla="*/ 690562 h 1343025"/>
                  <a:gd name="connsiteX29-2897" fmla="*/ 190500 w 1343025"/>
                  <a:gd name="connsiteY29-2898" fmla="*/ 521493 h 1343025"/>
                  <a:gd name="connsiteX30-2899" fmla="*/ 35718 w 1343025"/>
                  <a:gd name="connsiteY30-2900" fmla="*/ 440531 h 1343025"/>
                  <a:gd name="connsiteX31-2901" fmla="*/ 154781 w 1343025"/>
                  <a:gd name="connsiteY31-2902" fmla="*/ 242887 h 1343025"/>
                  <a:gd name="connsiteX32-2903" fmla="*/ 297656 w 1343025"/>
                  <a:gd name="connsiteY32-2904" fmla="*/ 330993 h 1343025"/>
                  <a:gd name="connsiteX0-2905" fmla="*/ 297656 w 1343025"/>
                  <a:gd name="connsiteY0-2906" fmla="*/ 330993 h 1343025"/>
                  <a:gd name="connsiteX1-2907" fmla="*/ 431006 w 1343025"/>
                  <a:gd name="connsiteY1-2908" fmla="*/ 226218 h 1343025"/>
                  <a:gd name="connsiteX2-2909" fmla="*/ 378618 w 1343025"/>
                  <a:gd name="connsiteY2-2910" fmla="*/ 61912 h 1343025"/>
                  <a:gd name="connsiteX3-2911" fmla="*/ 602456 w 1343025"/>
                  <a:gd name="connsiteY3-2912" fmla="*/ 0 h 1343025"/>
                  <a:gd name="connsiteX4-2913" fmla="*/ 652462 w 1343025"/>
                  <a:gd name="connsiteY4-2914" fmla="*/ 171450 h 1343025"/>
                  <a:gd name="connsiteX5-2915" fmla="*/ 816768 w 1343025"/>
                  <a:gd name="connsiteY5-2916" fmla="*/ 185737 h 1343025"/>
                  <a:gd name="connsiteX6-2917" fmla="*/ 901561 w 1343025"/>
                  <a:gd name="connsiteY6-2918" fmla="*/ 36133 h 1343025"/>
                  <a:gd name="connsiteX7-2919" fmla="*/ 1104900 w 1343025"/>
                  <a:gd name="connsiteY7-2920" fmla="*/ 150018 h 1343025"/>
                  <a:gd name="connsiteX8-2921" fmla="*/ 1012031 w 1343025"/>
                  <a:gd name="connsiteY8-2922" fmla="*/ 297656 h 1343025"/>
                  <a:gd name="connsiteX9-2923" fmla="*/ 1119187 w 1343025"/>
                  <a:gd name="connsiteY9-2924" fmla="*/ 431006 h 1343025"/>
                  <a:gd name="connsiteX10-2925" fmla="*/ 1276765 w 1343025"/>
                  <a:gd name="connsiteY10-2926" fmla="*/ 372406 h 1343025"/>
                  <a:gd name="connsiteX11-2927" fmla="*/ 1343025 w 1343025"/>
                  <a:gd name="connsiteY11-2928" fmla="*/ 602456 h 1343025"/>
                  <a:gd name="connsiteX12-2929" fmla="*/ 1173956 w 1343025"/>
                  <a:gd name="connsiteY12-2930" fmla="*/ 645318 h 1343025"/>
                  <a:gd name="connsiteX13-2931" fmla="*/ 1157287 w 1343025"/>
                  <a:gd name="connsiteY13-2932" fmla="*/ 812006 h 1343025"/>
                  <a:gd name="connsiteX14-2933" fmla="*/ 1307306 w 1343025"/>
                  <a:gd name="connsiteY14-2934" fmla="*/ 892968 h 1343025"/>
                  <a:gd name="connsiteX15-2935" fmla="*/ 1193006 w 1343025"/>
                  <a:gd name="connsiteY15-2936" fmla="*/ 1097756 h 1343025"/>
                  <a:gd name="connsiteX16-2937" fmla="*/ 1040606 w 1343025"/>
                  <a:gd name="connsiteY16-2938" fmla="*/ 1009650 h 1343025"/>
                  <a:gd name="connsiteX17-2939" fmla="*/ 919162 w 1343025"/>
                  <a:gd name="connsiteY17-2940" fmla="*/ 1112043 h 1343025"/>
                  <a:gd name="connsiteX18-2941" fmla="*/ 973931 w 1343025"/>
                  <a:gd name="connsiteY18-2942" fmla="*/ 1276350 h 1343025"/>
                  <a:gd name="connsiteX19-2943" fmla="*/ 745331 w 1343025"/>
                  <a:gd name="connsiteY19-2944" fmla="*/ 1343025 h 1343025"/>
                  <a:gd name="connsiteX20-2945" fmla="*/ 695325 w 1343025"/>
                  <a:gd name="connsiteY20-2946" fmla="*/ 1171575 h 1343025"/>
                  <a:gd name="connsiteX21-2947" fmla="*/ 535781 w 1343025"/>
                  <a:gd name="connsiteY21-2948" fmla="*/ 1157287 h 1343025"/>
                  <a:gd name="connsiteX22-2949" fmla="*/ 452437 w 1343025"/>
                  <a:gd name="connsiteY22-2950" fmla="*/ 1304925 h 1343025"/>
                  <a:gd name="connsiteX23-2951" fmla="*/ 245268 w 1343025"/>
                  <a:gd name="connsiteY23-2952" fmla="*/ 1193006 h 1343025"/>
                  <a:gd name="connsiteX24-2953" fmla="*/ 333375 w 1343025"/>
                  <a:gd name="connsiteY24-2954" fmla="*/ 1042987 h 1343025"/>
                  <a:gd name="connsiteX25-2955" fmla="*/ 226218 w 1343025"/>
                  <a:gd name="connsiteY25-2956" fmla="*/ 909637 h 1343025"/>
                  <a:gd name="connsiteX26-2957" fmla="*/ 59531 w 1343025"/>
                  <a:gd name="connsiteY26-2958" fmla="*/ 964406 h 1343025"/>
                  <a:gd name="connsiteX27-2959" fmla="*/ 0 w 1343025"/>
                  <a:gd name="connsiteY27-2960" fmla="*/ 733425 h 1343025"/>
                  <a:gd name="connsiteX28-2961" fmla="*/ 166687 w 1343025"/>
                  <a:gd name="connsiteY28-2962" fmla="*/ 690562 h 1343025"/>
                  <a:gd name="connsiteX29-2963" fmla="*/ 190500 w 1343025"/>
                  <a:gd name="connsiteY29-2964" fmla="*/ 521493 h 1343025"/>
                  <a:gd name="connsiteX30-2965" fmla="*/ 35718 w 1343025"/>
                  <a:gd name="connsiteY30-2966" fmla="*/ 440531 h 1343025"/>
                  <a:gd name="connsiteX31-2967" fmla="*/ 154781 w 1343025"/>
                  <a:gd name="connsiteY31-2968" fmla="*/ 242887 h 1343025"/>
                  <a:gd name="connsiteX32-2969" fmla="*/ 297656 w 1343025"/>
                  <a:gd name="connsiteY32-2970" fmla="*/ 330993 h 1343025"/>
                  <a:gd name="connsiteX0-2971" fmla="*/ 297656 w 1343025"/>
                  <a:gd name="connsiteY0-2972" fmla="*/ 330993 h 1343025"/>
                  <a:gd name="connsiteX1-2973" fmla="*/ 431006 w 1343025"/>
                  <a:gd name="connsiteY1-2974" fmla="*/ 226218 h 1343025"/>
                  <a:gd name="connsiteX2-2975" fmla="*/ 378618 w 1343025"/>
                  <a:gd name="connsiteY2-2976" fmla="*/ 61912 h 1343025"/>
                  <a:gd name="connsiteX3-2977" fmla="*/ 602456 w 1343025"/>
                  <a:gd name="connsiteY3-2978" fmla="*/ 0 h 1343025"/>
                  <a:gd name="connsiteX4-2979" fmla="*/ 652462 w 1343025"/>
                  <a:gd name="connsiteY4-2980" fmla="*/ 171450 h 1343025"/>
                  <a:gd name="connsiteX5-2981" fmla="*/ 816768 w 1343025"/>
                  <a:gd name="connsiteY5-2982" fmla="*/ 185737 h 1343025"/>
                  <a:gd name="connsiteX6-2983" fmla="*/ 901561 w 1343025"/>
                  <a:gd name="connsiteY6-2984" fmla="*/ 36133 h 1343025"/>
                  <a:gd name="connsiteX7-2985" fmla="*/ 1104900 w 1343025"/>
                  <a:gd name="connsiteY7-2986" fmla="*/ 150018 h 1343025"/>
                  <a:gd name="connsiteX8-2987" fmla="*/ 1012031 w 1343025"/>
                  <a:gd name="connsiteY8-2988" fmla="*/ 297656 h 1343025"/>
                  <a:gd name="connsiteX9-2989" fmla="*/ 1119187 w 1343025"/>
                  <a:gd name="connsiteY9-2990" fmla="*/ 431006 h 1343025"/>
                  <a:gd name="connsiteX10-2991" fmla="*/ 1276765 w 1343025"/>
                  <a:gd name="connsiteY10-2992" fmla="*/ 372406 h 1343025"/>
                  <a:gd name="connsiteX11-2993" fmla="*/ 1343025 w 1343025"/>
                  <a:gd name="connsiteY11-2994" fmla="*/ 602456 h 1343025"/>
                  <a:gd name="connsiteX12-2995" fmla="*/ 1173956 w 1343025"/>
                  <a:gd name="connsiteY12-2996" fmla="*/ 645318 h 1343025"/>
                  <a:gd name="connsiteX13-2997" fmla="*/ 1157287 w 1343025"/>
                  <a:gd name="connsiteY13-2998" fmla="*/ 812006 h 1343025"/>
                  <a:gd name="connsiteX14-2999" fmla="*/ 1307306 w 1343025"/>
                  <a:gd name="connsiteY14-3000" fmla="*/ 892968 h 1343025"/>
                  <a:gd name="connsiteX15-3001" fmla="*/ 1193006 w 1343025"/>
                  <a:gd name="connsiteY15-3002" fmla="*/ 1097756 h 1343025"/>
                  <a:gd name="connsiteX16-3003" fmla="*/ 1040606 w 1343025"/>
                  <a:gd name="connsiteY16-3004" fmla="*/ 1009650 h 1343025"/>
                  <a:gd name="connsiteX17-3005" fmla="*/ 919162 w 1343025"/>
                  <a:gd name="connsiteY17-3006" fmla="*/ 1112043 h 1343025"/>
                  <a:gd name="connsiteX18-3007" fmla="*/ 973931 w 1343025"/>
                  <a:gd name="connsiteY18-3008" fmla="*/ 1276350 h 1343025"/>
                  <a:gd name="connsiteX19-3009" fmla="*/ 745331 w 1343025"/>
                  <a:gd name="connsiteY19-3010" fmla="*/ 1343025 h 1343025"/>
                  <a:gd name="connsiteX20-3011" fmla="*/ 695325 w 1343025"/>
                  <a:gd name="connsiteY20-3012" fmla="*/ 1171575 h 1343025"/>
                  <a:gd name="connsiteX21-3013" fmla="*/ 535781 w 1343025"/>
                  <a:gd name="connsiteY21-3014" fmla="*/ 1157287 h 1343025"/>
                  <a:gd name="connsiteX22-3015" fmla="*/ 452437 w 1343025"/>
                  <a:gd name="connsiteY22-3016" fmla="*/ 1304925 h 1343025"/>
                  <a:gd name="connsiteX23-3017" fmla="*/ 245268 w 1343025"/>
                  <a:gd name="connsiteY23-3018" fmla="*/ 1193006 h 1343025"/>
                  <a:gd name="connsiteX24-3019" fmla="*/ 333375 w 1343025"/>
                  <a:gd name="connsiteY24-3020" fmla="*/ 1042987 h 1343025"/>
                  <a:gd name="connsiteX25-3021" fmla="*/ 226218 w 1343025"/>
                  <a:gd name="connsiteY25-3022" fmla="*/ 909637 h 1343025"/>
                  <a:gd name="connsiteX26-3023" fmla="*/ 59531 w 1343025"/>
                  <a:gd name="connsiteY26-3024" fmla="*/ 964406 h 1343025"/>
                  <a:gd name="connsiteX27-3025" fmla="*/ 0 w 1343025"/>
                  <a:gd name="connsiteY27-3026" fmla="*/ 733425 h 1343025"/>
                  <a:gd name="connsiteX28-3027" fmla="*/ 166687 w 1343025"/>
                  <a:gd name="connsiteY28-3028" fmla="*/ 690562 h 1343025"/>
                  <a:gd name="connsiteX29-3029" fmla="*/ 190500 w 1343025"/>
                  <a:gd name="connsiteY29-3030" fmla="*/ 521493 h 1343025"/>
                  <a:gd name="connsiteX30-3031" fmla="*/ 35718 w 1343025"/>
                  <a:gd name="connsiteY30-3032" fmla="*/ 440531 h 1343025"/>
                  <a:gd name="connsiteX31-3033" fmla="*/ 154781 w 1343025"/>
                  <a:gd name="connsiteY31-3034" fmla="*/ 242887 h 1343025"/>
                  <a:gd name="connsiteX32-3035" fmla="*/ 297656 w 1343025"/>
                  <a:gd name="connsiteY32-3036" fmla="*/ 330993 h 1343025"/>
                  <a:gd name="connsiteX0-3037" fmla="*/ 297656 w 1343025"/>
                  <a:gd name="connsiteY0-3038" fmla="*/ 330993 h 1343025"/>
                  <a:gd name="connsiteX1-3039" fmla="*/ 431006 w 1343025"/>
                  <a:gd name="connsiteY1-3040" fmla="*/ 226218 h 1343025"/>
                  <a:gd name="connsiteX2-3041" fmla="*/ 378618 w 1343025"/>
                  <a:gd name="connsiteY2-3042" fmla="*/ 61912 h 1343025"/>
                  <a:gd name="connsiteX3-3043" fmla="*/ 602456 w 1343025"/>
                  <a:gd name="connsiteY3-3044" fmla="*/ 0 h 1343025"/>
                  <a:gd name="connsiteX4-3045" fmla="*/ 652462 w 1343025"/>
                  <a:gd name="connsiteY4-3046" fmla="*/ 171450 h 1343025"/>
                  <a:gd name="connsiteX5-3047" fmla="*/ 816768 w 1343025"/>
                  <a:gd name="connsiteY5-3048" fmla="*/ 185737 h 1343025"/>
                  <a:gd name="connsiteX6-3049" fmla="*/ 901561 w 1343025"/>
                  <a:gd name="connsiteY6-3050" fmla="*/ 36133 h 1343025"/>
                  <a:gd name="connsiteX7-3051" fmla="*/ 1104900 w 1343025"/>
                  <a:gd name="connsiteY7-3052" fmla="*/ 150018 h 1343025"/>
                  <a:gd name="connsiteX8-3053" fmla="*/ 1012031 w 1343025"/>
                  <a:gd name="connsiteY8-3054" fmla="*/ 297656 h 1343025"/>
                  <a:gd name="connsiteX9-3055" fmla="*/ 1119187 w 1343025"/>
                  <a:gd name="connsiteY9-3056" fmla="*/ 431006 h 1343025"/>
                  <a:gd name="connsiteX10-3057" fmla="*/ 1276765 w 1343025"/>
                  <a:gd name="connsiteY10-3058" fmla="*/ 372406 h 1343025"/>
                  <a:gd name="connsiteX11-3059" fmla="*/ 1343025 w 1343025"/>
                  <a:gd name="connsiteY11-3060" fmla="*/ 602456 h 1343025"/>
                  <a:gd name="connsiteX12-3061" fmla="*/ 1173956 w 1343025"/>
                  <a:gd name="connsiteY12-3062" fmla="*/ 645318 h 1343025"/>
                  <a:gd name="connsiteX13-3063" fmla="*/ 1157287 w 1343025"/>
                  <a:gd name="connsiteY13-3064" fmla="*/ 812006 h 1343025"/>
                  <a:gd name="connsiteX14-3065" fmla="*/ 1307306 w 1343025"/>
                  <a:gd name="connsiteY14-3066" fmla="*/ 892968 h 1343025"/>
                  <a:gd name="connsiteX15-3067" fmla="*/ 1193006 w 1343025"/>
                  <a:gd name="connsiteY15-3068" fmla="*/ 1097756 h 1343025"/>
                  <a:gd name="connsiteX16-3069" fmla="*/ 1040606 w 1343025"/>
                  <a:gd name="connsiteY16-3070" fmla="*/ 1009650 h 1343025"/>
                  <a:gd name="connsiteX17-3071" fmla="*/ 919162 w 1343025"/>
                  <a:gd name="connsiteY17-3072" fmla="*/ 1112043 h 1343025"/>
                  <a:gd name="connsiteX18-3073" fmla="*/ 973931 w 1343025"/>
                  <a:gd name="connsiteY18-3074" fmla="*/ 1276350 h 1343025"/>
                  <a:gd name="connsiteX19-3075" fmla="*/ 738084 w 1343025"/>
                  <a:gd name="connsiteY19-3076" fmla="*/ 1343025 h 1343025"/>
                  <a:gd name="connsiteX20-3077" fmla="*/ 695325 w 1343025"/>
                  <a:gd name="connsiteY20-3078" fmla="*/ 1171575 h 1343025"/>
                  <a:gd name="connsiteX21-3079" fmla="*/ 535781 w 1343025"/>
                  <a:gd name="connsiteY21-3080" fmla="*/ 1157287 h 1343025"/>
                  <a:gd name="connsiteX22-3081" fmla="*/ 452437 w 1343025"/>
                  <a:gd name="connsiteY22-3082" fmla="*/ 1304925 h 1343025"/>
                  <a:gd name="connsiteX23-3083" fmla="*/ 245268 w 1343025"/>
                  <a:gd name="connsiteY23-3084" fmla="*/ 1193006 h 1343025"/>
                  <a:gd name="connsiteX24-3085" fmla="*/ 333375 w 1343025"/>
                  <a:gd name="connsiteY24-3086" fmla="*/ 1042987 h 1343025"/>
                  <a:gd name="connsiteX25-3087" fmla="*/ 226218 w 1343025"/>
                  <a:gd name="connsiteY25-3088" fmla="*/ 909637 h 1343025"/>
                  <a:gd name="connsiteX26-3089" fmla="*/ 59531 w 1343025"/>
                  <a:gd name="connsiteY26-3090" fmla="*/ 964406 h 1343025"/>
                  <a:gd name="connsiteX27-3091" fmla="*/ 0 w 1343025"/>
                  <a:gd name="connsiteY27-3092" fmla="*/ 733425 h 1343025"/>
                  <a:gd name="connsiteX28-3093" fmla="*/ 166687 w 1343025"/>
                  <a:gd name="connsiteY28-3094" fmla="*/ 690562 h 1343025"/>
                  <a:gd name="connsiteX29-3095" fmla="*/ 190500 w 1343025"/>
                  <a:gd name="connsiteY29-3096" fmla="*/ 521493 h 1343025"/>
                  <a:gd name="connsiteX30-3097" fmla="*/ 35718 w 1343025"/>
                  <a:gd name="connsiteY30-3098" fmla="*/ 440531 h 1343025"/>
                  <a:gd name="connsiteX31-3099" fmla="*/ 154781 w 1343025"/>
                  <a:gd name="connsiteY31-3100" fmla="*/ 242887 h 1343025"/>
                  <a:gd name="connsiteX32-3101" fmla="*/ 297656 w 1343025"/>
                  <a:gd name="connsiteY32-3102" fmla="*/ 330993 h 1343025"/>
                  <a:gd name="connsiteX0-3103" fmla="*/ 297656 w 1343025"/>
                  <a:gd name="connsiteY0-3104" fmla="*/ 330993 h 1343025"/>
                  <a:gd name="connsiteX1-3105" fmla="*/ 431006 w 1343025"/>
                  <a:gd name="connsiteY1-3106" fmla="*/ 226218 h 1343025"/>
                  <a:gd name="connsiteX2-3107" fmla="*/ 378618 w 1343025"/>
                  <a:gd name="connsiteY2-3108" fmla="*/ 61912 h 1343025"/>
                  <a:gd name="connsiteX3-3109" fmla="*/ 602456 w 1343025"/>
                  <a:gd name="connsiteY3-3110" fmla="*/ 0 h 1343025"/>
                  <a:gd name="connsiteX4-3111" fmla="*/ 652462 w 1343025"/>
                  <a:gd name="connsiteY4-3112" fmla="*/ 171450 h 1343025"/>
                  <a:gd name="connsiteX5-3113" fmla="*/ 816768 w 1343025"/>
                  <a:gd name="connsiteY5-3114" fmla="*/ 185737 h 1343025"/>
                  <a:gd name="connsiteX6-3115" fmla="*/ 901561 w 1343025"/>
                  <a:gd name="connsiteY6-3116" fmla="*/ 36133 h 1343025"/>
                  <a:gd name="connsiteX7-3117" fmla="*/ 1104900 w 1343025"/>
                  <a:gd name="connsiteY7-3118" fmla="*/ 150018 h 1343025"/>
                  <a:gd name="connsiteX8-3119" fmla="*/ 1012031 w 1343025"/>
                  <a:gd name="connsiteY8-3120" fmla="*/ 297656 h 1343025"/>
                  <a:gd name="connsiteX9-3121" fmla="*/ 1119187 w 1343025"/>
                  <a:gd name="connsiteY9-3122" fmla="*/ 431006 h 1343025"/>
                  <a:gd name="connsiteX10-3123" fmla="*/ 1276765 w 1343025"/>
                  <a:gd name="connsiteY10-3124" fmla="*/ 372406 h 1343025"/>
                  <a:gd name="connsiteX11-3125" fmla="*/ 1343025 w 1343025"/>
                  <a:gd name="connsiteY11-3126" fmla="*/ 602456 h 1343025"/>
                  <a:gd name="connsiteX12-3127" fmla="*/ 1173956 w 1343025"/>
                  <a:gd name="connsiteY12-3128" fmla="*/ 645318 h 1343025"/>
                  <a:gd name="connsiteX13-3129" fmla="*/ 1157287 w 1343025"/>
                  <a:gd name="connsiteY13-3130" fmla="*/ 812006 h 1343025"/>
                  <a:gd name="connsiteX14-3131" fmla="*/ 1307306 w 1343025"/>
                  <a:gd name="connsiteY14-3132" fmla="*/ 892968 h 1343025"/>
                  <a:gd name="connsiteX15-3133" fmla="*/ 1193006 w 1343025"/>
                  <a:gd name="connsiteY15-3134" fmla="*/ 1097756 h 1343025"/>
                  <a:gd name="connsiteX16-3135" fmla="*/ 1040606 w 1343025"/>
                  <a:gd name="connsiteY16-3136" fmla="*/ 1009650 h 1343025"/>
                  <a:gd name="connsiteX17-3137" fmla="*/ 919162 w 1343025"/>
                  <a:gd name="connsiteY17-3138" fmla="*/ 1112043 h 1343025"/>
                  <a:gd name="connsiteX18-3139" fmla="*/ 973931 w 1343025"/>
                  <a:gd name="connsiteY18-3140" fmla="*/ 1276350 h 1343025"/>
                  <a:gd name="connsiteX19-3141" fmla="*/ 738084 w 1343025"/>
                  <a:gd name="connsiteY19-3142" fmla="*/ 1343025 h 1343025"/>
                  <a:gd name="connsiteX20-3143" fmla="*/ 695325 w 1343025"/>
                  <a:gd name="connsiteY20-3144" fmla="*/ 1171575 h 1343025"/>
                  <a:gd name="connsiteX21-3145" fmla="*/ 535781 w 1343025"/>
                  <a:gd name="connsiteY21-3146" fmla="*/ 1154388 h 1343025"/>
                  <a:gd name="connsiteX22-3147" fmla="*/ 452437 w 1343025"/>
                  <a:gd name="connsiteY22-3148" fmla="*/ 1304925 h 1343025"/>
                  <a:gd name="connsiteX23-3149" fmla="*/ 245268 w 1343025"/>
                  <a:gd name="connsiteY23-3150" fmla="*/ 1193006 h 1343025"/>
                  <a:gd name="connsiteX24-3151" fmla="*/ 333375 w 1343025"/>
                  <a:gd name="connsiteY24-3152" fmla="*/ 1042987 h 1343025"/>
                  <a:gd name="connsiteX25-3153" fmla="*/ 226218 w 1343025"/>
                  <a:gd name="connsiteY25-3154" fmla="*/ 909637 h 1343025"/>
                  <a:gd name="connsiteX26-3155" fmla="*/ 59531 w 1343025"/>
                  <a:gd name="connsiteY26-3156" fmla="*/ 964406 h 1343025"/>
                  <a:gd name="connsiteX27-3157" fmla="*/ 0 w 1343025"/>
                  <a:gd name="connsiteY27-3158" fmla="*/ 733425 h 1343025"/>
                  <a:gd name="connsiteX28-3159" fmla="*/ 166687 w 1343025"/>
                  <a:gd name="connsiteY28-3160" fmla="*/ 690562 h 1343025"/>
                  <a:gd name="connsiteX29-3161" fmla="*/ 190500 w 1343025"/>
                  <a:gd name="connsiteY29-3162" fmla="*/ 521493 h 1343025"/>
                  <a:gd name="connsiteX30-3163" fmla="*/ 35718 w 1343025"/>
                  <a:gd name="connsiteY30-3164" fmla="*/ 440531 h 1343025"/>
                  <a:gd name="connsiteX31-3165" fmla="*/ 154781 w 1343025"/>
                  <a:gd name="connsiteY31-3166" fmla="*/ 242887 h 1343025"/>
                  <a:gd name="connsiteX32-3167" fmla="*/ 297656 w 1343025"/>
                  <a:gd name="connsiteY32-3168" fmla="*/ 330993 h 1343025"/>
                  <a:gd name="connsiteX0-3169" fmla="*/ 297656 w 1343025"/>
                  <a:gd name="connsiteY0-3170" fmla="*/ 330993 h 1343025"/>
                  <a:gd name="connsiteX1-3171" fmla="*/ 431006 w 1343025"/>
                  <a:gd name="connsiteY1-3172" fmla="*/ 226218 h 1343025"/>
                  <a:gd name="connsiteX2-3173" fmla="*/ 378618 w 1343025"/>
                  <a:gd name="connsiteY2-3174" fmla="*/ 61912 h 1343025"/>
                  <a:gd name="connsiteX3-3175" fmla="*/ 602456 w 1343025"/>
                  <a:gd name="connsiteY3-3176" fmla="*/ 0 h 1343025"/>
                  <a:gd name="connsiteX4-3177" fmla="*/ 652462 w 1343025"/>
                  <a:gd name="connsiteY4-3178" fmla="*/ 171450 h 1343025"/>
                  <a:gd name="connsiteX5-3179" fmla="*/ 816768 w 1343025"/>
                  <a:gd name="connsiteY5-3180" fmla="*/ 185737 h 1343025"/>
                  <a:gd name="connsiteX6-3181" fmla="*/ 901561 w 1343025"/>
                  <a:gd name="connsiteY6-3182" fmla="*/ 36133 h 1343025"/>
                  <a:gd name="connsiteX7-3183" fmla="*/ 1104900 w 1343025"/>
                  <a:gd name="connsiteY7-3184" fmla="*/ 150018 h 1343025"/>
                  <a:gd name="connsiteX8-3185" fmla="*/ 1012031 w 1343025"/>
                  <a:gd name="connsiteY8-3186" fmla="*/ 297656 h 1343025"/>
                  <a:gd name="connsiteX9-3187" fmla="*/ 1119187 w 1343025"/>
                  <a:gd name="connsiteY9-3188" fmla="*/ 431006 h 1343025"/>
                  <a:gd name="connsiteX10-3189" fmla="*/ 1276765 w 1343025"/>
                  <a:gd name="connsiteY10-3190" fmla="*/ 372406 h 1343025"/>
                  <a:gd name="connsiteX11-3191" fmla="*/ 1343025 w 1343025"/>
                  <a:gd name="connsiteY11-3192" fmla="*/ 602456 h 1343025"/>
                  <a:gd name="connsiteX12-3193" fmla="*/ 1173956 w 1343025"/>
                  <a:gd name="connsiteY12-3194" fmla="*/ 645318 h 1343025"/>
                  <a:gd name="connsiteX13-3195" fmla="*/ 1157287 w 1343025"/>
                  <a:gd name="connsiteY13-3196" fmla="*/ 812006 h 1343025"/>
                  <a:gd name="connsiteX14-3197" fmla="*/ 1307306 w 1343025"/>
                  <a:gd name="connsiteY14-3198" fmla="*/ 892968 h 1343025"/>
                  <a:gd name="connsiteX15-3199" fmla="*/ 1193006 w 1343025"/>
                  <a:gd name="connsiteY15-3200" fmla="*/ 1097756 h 1343025"/>
                  <a:gd name="connsiteX16-3201" fmla="*/ 1040606 w 1343025"/>
                  <a:gd name="connsiteY16-3202" fmla="*/ 1009650 h 1343025"/>
                  <a:gd name="connsiteX17-3203" fmla="*/ 919162 w 1343025"/>
                  <a:gd name="connsiteY17-3204" fmla="*/ 1112043 h 1343025"/>
                  <a:gd name="connsiteX18-3205" fmla="*/ 973931 w 1343025"/>
                  <a:gd name="connsiteY18-3206" fmla="*/ 1276350 h 1343025"/>
                  <a:gd name="connsiteX19-3207" fmla="*/ 738084 w 1343025"/>
                  <a:gd name="connsiteY19-3208" fmla="*/ 1343025 h 1343025"/>
                  <a:gd name="connsiteX20-3209" fmla="*/ 695325 w 1343025"/>
                  <a:gd name="connsiteY20-3210" fmla="*/ 1171575 h 1343025"/>
                  <a:gd name="connsiteX21-3211" fmla="*/ 535781 w 1343025"/>
                  <a:gd name="connsiteY21-3212" fmla="*/ 1154388 h 1343025"/>
                  <a:gd name="connsiteX22-3213" fmla="*/ 452437 w 1343025"/>
                  <a:gd name="connsiteY22-3214" fmla="*/ 1304925 h 1343025"/>
                  <a:gd name="connsiteX23-3215" fmla="*/ 245268 w 1343025"/>
                  <a:gd name="connsiteY23-3216" fmla="*/ 1193006 h 1343025"/>
                  <a:gd name="connsiteX24-3217" fmla="*/ 333375 w 1343025"/>
                  <a:gd name="connsiteY24-3218" fmla="*/ 1042987 h 1343025"/>
                  <a:gd name="connsiteX25-3219" fmla="*/ 226218 w 1343025"/>
                  <a:gd name="connsiteY25-3220" fmla="*/ 909637 h 1343025"/>
                  <a:gd name="connsiteX26-3221" fmla="*/ 66778 w 1343025"/>
                  <a:gd name="connsiteY26-3222" fmla="*/ 960058 h 1343025"/>
                  <a:gd name="connsiteX27-3223" fmla="*/ 0 w 1343025"/>
                  <a:gd name="connsiteY27-3224" fmla="*/ 733425 h 1343025"/>
                  <a:gd name="connsiteX28-3225" fmla="*/ 166687 w 1343025"/>
                  <a:gd name="connsiteY28-3226" fmla="*/ 690562 h 1343025"/>
                  <a:gd name="connsiteX29-3227" fmla="*/ 190500 w 1343025"/>
                  <a:gd name="connsiteY29-3228" fmla="*/ 521493 h 1343025"/>
                  <a:gd name="connsiteX30-3229" fmla="*/ 35718 w 1343025"/>
                  <a:gd name="connsiteY30-3230" fmla="*/ 440531 h 1343025"/>
                  <a:gd name="connsiteX31-3231" fmla="*/ 154781 w 1343025"/>
                  <a:gd name="connsiteY31-3232" fmla="*/ 242887 h 1343025"/>
                  <a:gd name="connsiteX32-3233" fmla="*/ 297656 w 1343025"/>
                  <a:gd name="connsiteY32-3234" fmla="*/ 330993 h 1343025"/>
                  <a:gd name="connsiteX0-3235" fmla="*/ 297656 w 1343025"/>
                  <a:gd name="connsiteY0-3236" fmla="*/ 330993 h 1343025"/>
                  <a:gd name="connsiteX1-3237" fmla="*/ 431006 w 1343025"/>
                  <a:gd name="connsiteY1-3238" fmla="*/ 226218 h 1343025"/>
                  <a:gd name="connsiteX2-3239" fmla="*/ 378618 w 1343025"/>
                  <a:gd name="connsiteY2-3240" fmla="*/ 61912 h 1343025"/>
                  <a:gd name="connsiteX3-3241" fmla="*/ 602456 w 1343025"/>
                  <a:gd name="connsiteY3-3242" fmla="*/ 0 h 1343025"/>
                  <a:gd name="connsiteX4-3243" fmla="*/ 652462 w 1343025"/>
                  <a:gd name="connsiteY4-3244" fmla="*/ 171450 h 1343025"/>
                  <a:gd name="connsiteX5-3245" fmla="*/ 816768 w 1343025"/>
                  <a:gd name="connsiteY5-3246" fmla="*/ 185737 h 1343025"/>
                  <a:gd name="connsiteX6-3247" fmla="*/ 901561 w 1343025"/>
                  <a:gd name="connsiteY6-3248" fmla="*/ 36133 h 1343025"/>
                  <a:gd name="connsiteX7-3249" fmla="*/ 1104900 w 1343025"/>
                  <a:gd name="connsiteY7-3250" fmla="*/ 150018 h 1343025"/>
                  <a:gd name="connsiteX8-3251" fmla="*/ 1012031 w 1343025"/>
                  <a:gd name="connsiteY8-3252" fmla="*/ 297656 h 1343025"/>
                  <a:gd name="connsiteX9-3253" fmla="*/ 1119187 w 1343025"/>
                  <a:gd name="connsiteY9-3254" fmla="*/ 431006 h 1343025"/>
                  <a:gd name="connsiteX10-3255" fmla="*/ 1276765 w 1343025"/>
                  <a:gd name="connsiteY10-3256" fmla="*/ 372406 h 1343025"/>
                  <a:gd name="connsiteX11-3257" fmla="*/ 1343025 w 1343025"/>
                  <a:gd name="connsiteY11-3258" fmla="*/ 602456 h 1343025"/>
                  <a:gd name="connsiteX12-3259" fmla="*/ 1173956 w 1343025"/>
                  <a:gd name="connsiteY12-3260" fmla="*/ 645318 h 1343025"/>
                  <a:gd name="connsiteX13-3261" fmla="*/ 1157287 w 1343025"/>
                  <a:gd name="connsiteY13-3262" fmla="*/ 812006 h 1343025"/>
                  <a:gd name="connsiteX14-3263" fmla="*/ 1307306 w 1343025"/>
                  <a:gd name="connsiteY14-3264" fmla="*/ 892968 h 1343025"/>
                  <a:gd name="connsiteX15-3265" fmla="*/ 1193006 w 1343025"/>
                  <a:gd name="connsiteY15-3266" fmla="*/ 1097756 h 1343025"/>
                  <a:gd name="connsiteX16-3267" fmla="*/ 1040606 w 1343025"/>
                  <a:gd name="connsiteY16-3268" fmla="*/ 1009650 h 1343025"/>
                  <a:gd name="connsiteX17-3269" fmla="*/ 919162 w 1343025"/>
                  <a:gd name="connsiteY17-3270" fmla="*/ 1112043 h 1343025"/>
                  <a:gd name="connsiteX18-3271" fmla="*/ 973931 w 1343025"/>
                  <a:gd name="connsiteY18-3272" fmla="*/ 1276350 h 1343025"/>
                  <a:gd name="connsiteX19-3273" fmla="*/ 738084 w 1343025"/>
                  <a:gd name="connsiteY19-3274" fmla="*/ 1343025 h 1343025"/>
                  <a:gd name="connsiteX20-3275" fmla="*/ 695325 w 1343025"/>
                  <a:gd name="connsiteY20-3276" fmla="*/ 1171575 h 1343025"/>
                  <a:gd name="connsiteX21-3277" fmla="*/ 535781 w 1343025"/>
                  <a:gd name="connsiteY21-3278" fmla="*/ 1154388 h 1343025"/>
                  <a:gd name="connsiteX22-3279" fmla="*/ 452437 w 1343025"/>
                  <a:gd name="connsiteY22-3280" fmla="*/ 1304925 h 1343025"/>
                  <a:gd name="connsiteX23-3281" fmla="*/ 245268 w 1343025"/>
                  <a:gd name="connsiteY23-3282" fmla="*/ 1193006 h 1343025"/>
                  <a:gd name="connsiteX24-3283" fmla="*/ 333375 w 1343025"/>
                  <a:gd name="connsiteY24-3284" fmla="*/ 1042987 h 1343025"/>
                  <a:gd name="connsiteX25-3285" fmla="*/ 226218 w 1343025"/>
                  <a:gd name="connsiteY25-3286" fmla="*/ 909637 h 1343025"/>
                  <a:gd name="connsiteX26-3287" fmla="*/ 63879 w 1343025"/>
                  <a:gd name="connsiteY26-3288" fmla="*/ 962957 h 1343025"/>
                  <a:gd name="connsiteX27-3289" fmla="*/ 0 w 1343025"/>
                  <a:gd name="connsiteY27-3290" fmla="*/ 733425 h 1343025"/>
                  <a:gd name="connsiteX28-3291" fmla="*/ 166687 w 1343025"/>
                  <a:gd name="connsiteY28-3292" fmla="*/ 690562 h 1343025"/>
                  <a:gd name="connsiteX29-3293" fmla="*/ 190500 w 1343025"/>
                  <a:gd name="connsiteY29-3294" fmla="*/ 521493 h 1343025"/>
                  <a:gd name="connsiteX30-3295" fmla="*/ 35718 w 1343025"/>
                  <a:gd name="connsiteY30-3296" fmla="*/ 440531 h 1343025"/>
                  <a:gd name="connsiteX31-3297" fmla="*/ 154781 w 1343025"/>
                  <a:gd name="connsiteY31-3298" fmla="*/ 242887 h 1343025"/>
                  <a:gd name="connsiteX32-3299" fmla="*/ 297656 w 1343025"/>
                  <a:gd name="connsiteY32-3300" fmla="*/ 330993 h 1343025"/>
                  <a:gd name="connsiteX0-3301" fmla="*/ 297656 w 1343025"/>
                  <a:gd name="connsiteY0-3302" fmla="*/ 330993 h 1343025"/>
                  <a:gd name="connsiteX1-3303" fmla="*/ 431006 w 1343025"/>
                  <a:gd name="connsiteY1-3304" fmla="*/ 226218 h 1343025"/>
                  <a:gd name="connsiteX2-3305" fmla="*/ 378618 w 1343025"/>
                  <a:gd name="connsiteY2-3306" fmla="*/ 61912 h 1343025"/>
                  <a:gd name="connsiteX3-3307" fmla="*/ 602456 w 1343025"/>
                  <a:gd name="connsiteY3-3308" fmla="*/ 0 h 1343025"/>
                  <a:gd name="connsiteX4-3309" fmla="*/ 652462 w 1343025"/>
                  <a:gd name="connsiteY4-3310" fmla="*/ 171450 h 1343025"/>
                  <a:gd name="connsiteX5-3311" fmla="*/ 816768 w 1343025"/>
                  <a:gd name="connsiteY5-3312" fmla="*/ 185737 h 1343025"/>
                  <a:gd name="connsiteX6-3313" fmla="*/ 901561 w 1343025"/>
                  <a:gd name="connsiteY6-3314" fmla="*/ 36133 h 1343025"/>
                  <a:gd name="connsiteX7-3315" fmla="*/ 1104900 w 1343025"/>
                  <a:gd name="connsiteY7-3316" fmla="*/ 150018 h 1343025"/>
                  <a:gd name="connsiteX8-3317" fmla="*/ 1012031 w 1343025"/>
                  <a:gd name="connsiteY8-3318" fmla="*/ 297656 h 1343025"/>
                  <a:gd name="connsiteX9-3319" fmla="*/ 1119187 w 1343025"/>
                  <a:gd name="connsiteY9-3320" fmla="*/ 431006 h 1343025"/>
                  <a:gd name="connsiteX10-3321" fmla="*/ 1276765 w 1343025"/>
                  <a:gd name="connsiteY10-3322" fmla="*/ 372406 h 1343025"/>
                  <a:gd name="connsiteX11-3323" fmla="*/ 1343025 w 1343025"/>
                  <a:gd name="connsiteY11-3324" fmla="*/ 602456 h 1343025"/>
                  <a:gd name="connsiteX12-3325" fmla="*/ 1173956 w 1343025"/>
                  <a:gd name="connsiteY12-3326" fmla="*/ 645318 h 1343025"/>
                  <a:gd name="connsiteX13-3327" fmla="*/ 1157287 w 1343025"/>
                  <a:gd name="connsiteY13-3328" fmla="*/ 812006 h 1343025"/>
                  <a:gd name="connsiteX14-3329" fmla="*/ 1307306 w 1343025"/>
                  <a:gd name="connsiteY14-3330" fmla="*/ 892968 h 1343025"/>
                  <a:gd name="connsiteX15-3331" fmla="*/ 1193006 w 1343025"/>
                  <a:gd name="connsiteY15-3332" fmla="*/ 1097756 h 1343025"/>
                  <a:gd name="connsiteX16-3333" fmla="*/ 1040606 w 1343025"/>
                  <a:gd name="connsiteY16-3334" fmla="*/ 1009650 h 1343025"/>
                  <a:gd name="connsiteX17-3335" fmla="*/ 919162 w 1343025"/>
                  <a:gd name="connsiteY17-3336" fmla="*/ 1112043 h 1343025"/>
                  <a:gd name="connsiteX18-3337" fmla="*/ 973931 w 1343025"/>
                  <a:gd name="connsiteY18-3338" fmla="*/ 1276350 h 1343025"/>
                  <a:gd name="connsiteX19-3339" fmla="*/ 738084 w 1343025"/>
                  <a:gd name="connsiteY19-3340" fmla="*/ 1343025 h 1343025"/>
                  <a:gd name="connsiteX20-3341" fmla="*/ 695325 w 1343025"/>
                  <a:gd name="connsiteY20-3342" fmla="*/ 1171575 h 1343025"/>
                  <a:gd name="connsiteX21-3343" fmla="*/ 535781 w 1343025"/>
                  <a:gd name="connsiteY21-3344" fmla="*/ 1154388 h 1343025"/>
                  <a:gd name="connsiteX22-3345" fmla="*/ 452437 w 1343025"/>
                  <a:gd name="connsiteY22-3346" fmla="*/ 1304925 h 1343025"/>
                  <a:gd name="connsiteX23-3347" fmla="*/ 245268 w 1343025"/>
                  <a:gd name="connsiteY23-3348" fmla="*/ 1193006 h 1343025"/>
                  <a:gd name="connsiteX24-3349" fmla="*/ 333375 w 1343025"/>
                  <a:gd name="connsiteY24-3350" fmla="*/ 1042987 h 1343025"/>
                  <a:gd name="connsiteX25-3351" fmla="*/ 226218 w 1343025"/>
                  <a:gd name="connsiteY25-3352" fmla="*/ 909637 h 1343025"/>
                  <a:gd name="connsiteX26-3353" fmla="*/ 63879 w 1343025"/>
                  <a:gd name="connsiteY26-3354" fmla="*/ 962957 h 1343025"/>
                  <a:gd name="connsiteX27-3355" fmla="*/ 0 w 1343025"/>
                  <a:gd name="connsiteY27-3356" fmla="*/ 733425 h 1343025"/>
                  <a:gd name="connsiteX28-3357" fmla="*/ 166687 w 1343025"/>
                  <a:gd name="connsiteY28-3358" fmla="*/ 690562 h 1343025"/>
                  <a:gd name="connsiteX29-3359" fmla="*/ 190500 w 1343025"/>
                  <a:gd name="connsiteY29-3360" fmla="*/ 521493 h 1343025"/>
                  <a:gd name="connsiteX30-3361" fmla="*/ 35718 w 1343025"/>
                  <a:gd name="connsiteY30-3362" fmla="*/ 440531 h 1343025"/>
                  <a:gd name="connsiteX31-3363" fmla="*/ 154781 w 1343025"/>
                  <a:gd name="connsiteY31-3364" fmla="*/ 242887 h 1343025"/>
                  <a:gd name="connsiteX32-3365" fmla="*/ 297656 w 1343025"/>
                  <a:gd name="connsiteY32-3366" fmla="*/ 330993 h 1343025"/>
                  <a:gd name="connsiteX0-3367" fmla="*/ 297656 w 1343025"/>
                  <a:gd name="connsiteY0-3368" fmla="*/ 330993 h 1343025"/>
                  <a:gd name="connsiteX1-3369" fmla="*/ 431006 w 1343025"/>
                  <a:gd name="connsiteY1-3370" fmla="*/ 226218 h 1343025"/>
                  <a:gd name="connsiteX2-3371" fmla="*/ 378618 w 1343025"/>
                  <a:gd name="connsiteY2-3372" fmla="*/ 61912 h 1343025"/>
                  <a:gd name="connsiteX3-3373" fmla="*/ 602456 w 1343025"/>
                  <a:gd name="connsiteY3-3374" fmla="*/ 0 h 1343025"/>
                  <a:gd name="connsiteX4-3375" fmla="*/ 652462 w 1343025"/>
                  <a:gd name="connsiteY4-3376" fmla="*/ 171450 h 1343025"/>
                  <a:gd name="connsiteX5-3377" fmla="*/ 816768 w 1343025"/>
                  <a:gd name="connsiteY5-3378" fmla="*/ 185737 h 1343025"/>
                  <a:gd name="connsiteX6-3379" fmla="*/ 901561 w 1343025"/>
                  <a:gd name="connsiteY6-3380" fmla="*/ 36133 h 1343025"/>
                  <a:gd name="connsiteX7-3381" fmla="*/ 1104900 w 1343025"/>
                  <a:gd name="connsiteY7-3382" fmla="*/ 150018 h 1343025"/>
                  <a:gd name="connsiteX8-3383" fmla="*/ 1012031 w 1343025"/>
                  <a:gd name="connsiteY8-3384" fmla="*/ 297656 h 1343025"/>
                  <a:gd name="connsiteX9-3385" fmla="*/ 1119187 w 1343025"/>
                  <a:gd name="connsiteY9-3386" fmla="*/ 431006 h 1343025"/>
                  <a:gd name="connsiteX10-3387" fmla="*/ 1276765 w 1343025"/>
                  <a:gd name="connsiteY10-3388" fmla="*/ 372406 h 1343025"/>
                  <a:gd name="connsiteX11-3389" fmla="*/ 1343025 w 1343025"/>
                  <a:gd name="connsiteY11-3390" fmla="*/ 602456 h 1343025"/>
                  <a:gd name="connsiteX12-3391" fmla="*/ 1173956 w 1343025"/>
                  <a:gd name="connsiteY12-3392" fmla="*/ 645318 h 1343025"/>
                  <a:gd name="connsiteX13-3393" fmla="*/ 1157287 w 1343025"/>
                  <a:gd name="connsiteY13-3394" fmla="*/ 812006 h 1343025"/>
                  <a:gd name="connsiteX14-3395" fmla="*/ 1307306 w 1343025"/>
                  <a:gd name="connsiteY14-3396" fmla="*/ 892968 h 1343025"/>
                  <a:gd name="connsiteX15-3397" fmla="*/ 1193006 w 1343025"/>
                  <a:gd name="connsiteY15-3398" fmla="*/ 1097756 h 1343025"/>
                  <a:gd name="connsiteX16-3399" fmla="*/ 1040606 w 1343025"/>
                  <a:gd name="connsiteY16-3400" fmla="*/ 1009650 h 1343025"/>
                  <a:gd name="connsiteX17-3401" fmla="*/ 919162 w 1343025"/>
                  <a:gd name="connsiteY17-3402" fmla="*/ 1112043 h 1343025"/>
                  <a:gd name="connsiteX18-3403" fmla="*/ 973931 w 1343025"/>
                  <a:gd name="connsiteY18-3404" fmla="*/ 1276350 h 1343025"/>
                  <a:gd name="connsiteX19-3405" fmla="*/ 738084 w 1343025"/>
                  <a:gd name="connsiteY19-3406" fmla="*/ 1343025 h 1343025"/>
                  <a:gd name="connsiteX20-3407" fmla="*/ 695325 w 1343025"/>
                  <a:gd name="connsiteY20-3408" fmla="*/ 1171575 h 1343025"/>
                  <a:gd name="connsiteX21-3409" fmla="*/ 535781 w 1343025"/>
                  <a:gd name="connsiteY21-3410" fmla="*/ 1154388 h 1343025"/>
                  <a:gd name="connsiteX22-3411" fmla="*/ 452437 w 1343025"/>
                  <a:gd name="connsiteY22-3412" fmla="*/ 1304925 h 1343025"/>
                  <a:gd name="connsiteX23-3413" fmla="*/ 245268 w 1343025"/>
                  <a:gd name="connsiteY23-3414" fmla="*/ 1193006 h 1343025"/>
                  <a:gd name="connsiteX24-3415" fmla="*/ 333375 w 1343025"/>
                  <a:gd name="connsiteY24-3416" fmla="*/ 1042987 h 1343025"/>
                  <a:gd name="connsiteX25-3417" fmla="*/ 226218 w 1343025"/>
                  <a:gd name="connsiteY25-3418" fmla="*/ 909637 h 1343025"/>
                  <a:gd name="connsiteX26-3419" fmla="*/ 63879 w 1343025"/>
                  <a:gd name="connsiteY26-3420" fmla="*/ 962957 h 1343025"/>
                  <a:gd name="connsiteX27-3421" fmla="*/ 0 w 1343025"/>
                  <a:gd name="connsiteY27-3422" fmla="*/ 733425 h 1343025"/>
                  <a:gd name="connsiteX28-3423" fmla="*/ 166687 w 1343025"/>
                  <a:gd name="connsiteY28-3424" fmla="*/ 690562 h 1343025"/>
                  <a:gd name="connsiteX29-3425" fmla="*/ 190500 w 1343025"/>
                  <a:gd name="connsiteY29-3426" fmla="*/ 521493 h 1343025"/>
                  <a:gd name="connsiteX30-3427" fmla="*/ 35718 w 1343025"/>
                  <a:gd name="connsiteY30-3428" fmla="*/ 440531 h 1343025"/>
                  <a:gd name="connsiteX31-3429" fmla="*/ 154781 w 1343025"/>
                  <a:gd name="connsiteY31-3430" fmla="*/ 242887 h 1343025"/>
                  <a:gd name="connsiteX32-3431" fmla="*/ 297656 w 1343025"/>
                  <a:gd name="connsiteY32-3432" fmla="*/ 330993 h 1343025"/>
                  <a:gd name="connsiteX0-3433" fmla="*/ 297656 w 1343025"/>
                  <a:gd name="connsiteY0-3434" fmla="*/ 330993 h 1343025"/>
                  <a:gd name="connsiteX1-3435" fmla="*/ 431006 w 1343025"/>
                  <a:gd name="connsiteY1-3436" fmla="*/ 226218 h 1343025"/>
                  <a:gd name="connsiteX2-3437" fmla="*/ 378618 w 1343025"/>
                  <a:gd name="connsiteY2-3438" fmla="*/ 61912 h 1343025"/>
                  <a:gd name="connsiteX3-3439" fmla="*/ 602456 w 1343025"/>
                  <a:gd name="connsiteY3-3440" fmla="*/ 0 h 1343025"/>
                  <a:gd name="connsiteX4-3441" fmla="*/ 652462 w 1343025"/>
                  <a:gd name="connsiteY4-3442" fmla="*/ 171450 h 1343025"/>
                  <a:gd name="connsiteX5-3443" fmla="*/ 816768 w 1343025"/>
                  <a:gd name="connsiteY5-3444" fmla="*/ 185737 h 1343025"/>
                  <a:gd name="connsiteX6-3445" fmla="*/ 901561 w 1343025"/>
                  <a:gd name="connsiteY6-3446" fmla="*/ 36133 h 1343025"/>
                  <a:gd name="connsiteX7-3447" fmla="*/ 1104900 w 1343025"/>
                  <a:gd name="connsiteY7-3448" fmla="*/ 150018 h 1343025"/>
                  <a:gd name="connsiteX8-3449" fmla="*/ 1012031 w 1343025"/>
                  <a:gd name="connsiteY8-3450" fmla="*/ 297656 h 1343025"/>
                  <a:gd name="connsiteX9-3451" fmla="*/ 1119187 w 1343025"/>
                  <a:gd name="connsiteY9-3452" fmla="*/ 431006 h 1343025"/>
                  <a:gd name="connsiteX10-3453" fmla="*/ 1276765 w 1343025"/>
                  <a:gd name="connsiteY10-3454" fmla="*/ 372406 h 1343025"/>
                  <a:gd name="connsiteX11-3455" fmla="*/ 1343025 w 1343025"/>
                  <a:gd name="connsiteY11-3456" fmla="*/ 602456 h 1343025"/>
                  <a:gd name="connsiteX12-3457" fmla="*/ 1173956 w 1343025"/>
                  <a:gd name="connsiteY12-3458" fmla="*/ 645318 h 1343025"/>
                  <a:gd name="connsiteX13-3459" fmla="*/ 1157287 w 1343025"/>
                  <a:gd name="connsiteY13-3460" fmla="*/ 812006 h 1343025"/>
                  <a:gd name="connsiteX14-3461" fmla="*/ 1307306 w 1343025"/>
                  <a:gd name="connsiteY14-3462" fmla="*/ 892968 h 1343025"/>
                  <a:gd name="connsiteX15-3463" fmla="*/ 1193006 w 1343025"/>
                  <a:gd name="connsiteY15-3464" fmla="*/ 1097756 h 1343025"/>
                  <a:gd name="connsiteX16-3465" fmla="*/ 1040606 w 1343025"/>
                  <a:gd name="connsiteY16-3466" fmla="*/ 1009650 h 1343025"/>
                  <a:gd name="connsiteX17-3467" fmla="*/ 919162 w 1343025"/>
                  <a:gd name="connsiteY17-3468" fmla="*/ 1112043 h 1343025"/>
                  <a:gd name="connsiteX18-3469" fmla="*/ 973931 w 1343025"/>
                  <a:gd name="connsiteY18-3470" fmla="*/ 1276350 h 1343025"/>
                  <a:gd name="connsiteX19-3471" fmla="*/ 738084 w 1343025"/>
                  <a:gd name="connsiteY19-3472" fmla="*/ 1343025 h 1343025"/>
                  <a:gd name="connsiteX20-3473" fmla="*/ 695325 w 1343025"/>
                  <a:gd name="connsiteY20-3474" fmla="*/ 1171575 h 1343025"/>
                  <a:gd name="connsiteX21-3475" fmla="*/ 535781 w 1343025"/>
                  <a:gd name="connsiteY21-3476" fmla="*/ 1154388 h 1343025"/>
                  <a:gd name="connsiteX22-3477" fmla="*/ 452437 w 1343025"/>
                  <a:gd name="connsiteY22-3478" fmla="*/ 1304925 h 1343025"/>
                  <a:gd name="connsiteX23-3479" fmla="*/ 245268 w 1343025"/>
                  <a:gd name="connsiteY23-3480" fmla="*/ 1193006 h 1343025"/>
                  <a:gd name="connsiteX24-3481" fmla="*/ 333375 w 1343025"/>
                  <a:gd name="connsiteY24-3482" fmla="*/ 1042987 h 1343025"/>
                  <a:gd name="connsiteX25-3483" fmla="*/ 226218 w 1343025"/>
                  <a:gd name="connsiteY25-3484" fmla="*/ 909637 h 1343025"/>
                  <a:gd name="connsiteX26-3485" fmla="*/ 63879 w 1343025"/>
                  <a:gd name="connsiteY26-3486" fmla="*/ 962957 h 1343025"/>
                  <a:gd name="connsiteX27-3487" fmla="*/ 0 w 1343025"/>
                  <a:gd name="connsiteY27-3488" fmla="*/ 733425 h 1343025"/>
                  <a:gd name="connsiteX28-3489" fmla="*/ 166687 w 1343025"/>
                  <a:gd name="connsiteY28-3490" fmla="*/ 690562 h 1343025"/>
                  <a:gd name="connsiteX29-3491" fmla="*/ 190500 w 1343025"/>
                  <a:gd name="connsiteY29-3492" fmla="*/ 521493 h 1343025"/>
                  <a:gd name="connsiteX30-3493" fmla="*/ 35718 w 1343025"/>
                  <a:gd name="connsiteY30-3494" fmla="*/ 440531 h 1343025"/>
                  <a:gd name="connsiteX31-3495" fmla="*/ 154781 w 1343025"/>
                  <a:gd name="connsiteY31-3496" fmla="*/ 242887 h 1343025"/>
                  <a:gd name="connsiteX32-3497" fmla="*/ 297656 w 1343025"/>
                  <a:gd name="connsiteY32-3498" fmla="*/ 330993 h 1343025"/>
                  <a:gd name="connsiteX0-3499" fmla="*/ 297656 w 1343025"/>
                  <a:gd name="connsiteY0-3500" fmla="*/ 330993 h 1343025"/>
                  <a:gd name="connsiteX1-3501" fmla="*/ 431006 w 1343025"/>
                  <a:gd name="connsiteY1-3502" fmla="*/ 226218 h 1343025"/>
                  <a:gd name="connsiteX2-3503" fmla="*/ 378618 w 1343025"/>
                  <a:gd name="connsiteY2-3504" fmla="*/ 61912 h 1343025"/>
                  <a:gd name="connsiteX3-3505" fmla="*/ 602456 w 1343025"/>
                  <a:gd name="connsiteY3-3506" fmla="*/ 0 h 1343025"/>
                  <a:gd name="connsiteX4-3507" fmla="*/ 652462 w 1343025"/>
                  <a:gd name="connsiteY4-3508" fmla="*/ 171450 h 1343025"/>
                  <a:gd name="connsiteX5-3509" fmla="*/ 816768 w 1343025"/>
                  <a:gd name="connsiteY5-3510" fmla="*/ 185737 h 1343025"/>
                  <a:gd name="connsiteX6-3511" fmla="*/ 901561 w 1343025"/>
                  <a:gd name="connsiteY6-3512" fmla="*/ 36133 h 1343025"/>
                  <a:gd name="connsiteX7-3513" fmla="*/ 1104900 w 1343025"/>
                  <a:gd name="connsiteY7-3514" fmla="*/ 150018 h 1343025"/>
                  <a:gd name="connsiteX8-3515" fmla="*/ 1012031 w 1343025"/>
                  <a:gd name="connsiteY8-3516" fmla="*/ 297656 h 1343025"/>
                  <a:gd name="connsiteX9-3517" fmla="*/ 1119187 w 1343025"/>
                  <a:gd name="connsiteY9-3518" fmla="*/ 431006 h 1343025"/>
                  <a:gd name="connsiteX10-3519" fmla="*/ 1276765 w 1343025"/>
                  <a:gd name="connsiteY10-3520" fmla="*/ 372406 h 1343025"/>
                  <a:gd name="connsiteX11-3521" fmla="*/ 1343025 w 1343025"/>
                  <a:gd name="connsiteY11-3522" fmla="*/ 602456 h 1343025"/>
                  <a:gd name="connsiteX12-3523" fmla="*/ 1173956 w 1343025"/>
                  <a:gd name="connsiteY12-3524" fmla="*/ 645318 h 1343025"/>
                  <a:gd name="connsiteX13-3525" fmla="*/ 1157287 w 1343025"/>
                  <a:gd name="connsiteY13-3526" fmla="*/ 812006 h 1343025"/>
                  <a:gd name="connsiteX14-3527" fmla="*/ 1307306 w 1343025"/>
                  <a:gd name="connsiteY14-3528" fmla="*/ 892968 h 1343025"/>
                  <a:gd name="connsiteX15-3529" fmla="*/ 1193006 w 1343025"/>
                  <a:gd name="connsiteY15-3530" fmla="*/ 1097756 h 1343025"/>
                  <a:gd name="connsiteX16-3531" fmla="*/ 1040606 w 1343025"/>
                  <a:gd name="connsiteY16-3532" fmla="*/ 1009650 h 1343025"/>
                  <a:gd name="connsiteX17-3533" fmla="*/ 919162 w 1343025"/>
                  <a:gd name="connsiteY17-3534" fmla="*/ 1112043 h 1343025"/>
                  <a:gd name="connsiteX18-3535" fmla="*/ 973931 w 1343025"/>
                  <a:gd name="connsiteY18-3536" fmla="*/ 1276350 h 1343025"/>
                  <a:gd name="connsiteX19-3537" fmla="*/ 738084 w 1343025"/>
                  <a:gd name="connsiteY19-3538" fmla="*/ 1343025 h 1343025"/>
                  <a:gd name="connsiteX20-3539" fmla="*/ 695325 w 1343025"/>
                  <a:gd name="connsiteY20-3540" fmla="*/ 1171575 h 1343025"/>
                  <a:gd name="connsiteX21-3541" fmla="*/ 535781 w 1343025"/>
                  <a:gd name="connsiteY21-3542" fmla="*/ 1154388 h 1343025"/>
                  <a:gd name="connsiteX22-3543" fmla="*/ 452437 w 1343025"/>
                  <a:gd name="connsiteY22-3544" fmla="*/ 1304925 h 1343025"/>
                  <a:gd name="connsiteX23-3545" fmla="*/ 245268 w 1343025"/>
                  <a:gd name="connsiteY23-3546" fmla="*/ 1193006 h 1343025"/>
                  <a:gd name="connsiteX24-3547" fmla="*/ 333375 w 1343025"/>
                  <a:gd name="connsiteY24-3548" fmla="*/ 1042987 h 1343025"/>
                  <a:gd name="connsiteX25-3549" fmla="*/ 226218 w 1343025"/>
                  <a:gd name="connsiteY25-3550" fmla="*/ 909637 h 1343025"/>
                  <a:gd name="connsiteX26-3551" fmla="*/ 63879 w 1343025"/>
                  <a:gd name="connsiteY26-3552" fmla="*/ 962957 h 1343025"/>
                  <a:gd name="connsiteX27-3553" fmla="*/ 0 w 1343025"/>
                  <a:gd name="connsiteY27-3554" fmla="*/ 733425 h 1343025"/>
                  <a:gd name="connsiteX28-3555" fmla="*/ 166687 w 1343025"/>
                  <a:gd name="connsiteY28-3556" fmla="*/ 690562 h 1343025"/>
                  <a:gd name="connsiteX29-3557" fmla="*/ 190500 w 1343025"/>
                  <a:gd name="connsiteY29-3558" fmla="*/ 521493 h 1343025"/>
                  <a:gd name="connsiteX30-3559" fmla="*/ 35718 w 1343025"/>
                  <a:gd name="connsiteY30-3560" fmla="*/ 440531 h 1343025"/>
                  <a:gd name="connsiteX31-3561" fmla="*/ 154781 w 1343025"/>
                  <a:gd name="connsiteY31-3562" fmla="*/ 242887 h 1343025"/>
                  <a:gd name="connsiteX32-3563" fmla="*/ 297656 w 1343025"/>
                  <a:gd name="connsiteY32-3564" fmla="*/ 330993 h 1343025"/>
                  <a:gd name="connsiteX0-3565" fmla="*/ 297656 w 1343025"/>
                  <a:gd name="connsiteY0-3566" fmla="*/ 330993 h 1343025"/>
                  <a:gd name="connsiteX1-3567" fmla="*/ 431006 w 1343025"/>
                  <a:gd name="connsiteY1-3568" fmla="*/ 226218 h 1343025"/>
                  <a:gd name="connsiteX2-3569" fmla="*/ 378618 w 1343025"/>
                  <a:gd name="connsiteY2-3570" fmla="*/ 61912 h 1343025"/>
                  <a:gd name="connsiteX3-3571" fmla="*/ 602456 w 1343025"/>
                  <a:gd name="connsiteY3-3572" fmla="*/ 0 h 1343025"/>
                  <a:gd name="connsiteX4-3573" fmla="*/ 652462 w 1343025"/>
                  <a:gd name="connsiteY4-3574" fmla="*/ 168551 h 1343025"/>
                  <a:gd name="connsiteX5-3575" fmla="*/ 816768 w 1343025"/>
                  <a:gd name="connsiteY5-3576" fmla="*/ 185737 h 1343025"/>
                  <a:gd name="connsiteX6-3577" fmla="*/ 901561 w 1343025"/>
                  <a:gd name="connsiteY6-3578" fmla="*/ 36133 h 1343025"/>
                  <a:gd name="connsiteX7-3579" fmla="*/ 1104900 w 1343025"/>
                  <a:gd name="connsiteY7-3580" fmla="*/ 150018 h 1343025"/>
                  <a:gd name="connsiteX8-3581" fmla="*/ 1012031 w 1343025"/>
                  <a:gd name="connsiteY8-3582" fmla="*/ 297656 h 1343025"/>
                  <a:gd name="connsiteX9-3583" fmla="*/ 1119187 w 1343025"/>
                  <a:gd name="connsiteY9-3584" fmla="*/ 431006 h 1343025"/>
                  <a:gd name="connsiteX10-3585" fmla="*/ 1276765 w 1343025"/>
                  <a:gd name="connsiteY10-3586" fmla="*/ 372406 h 1343025"/>
                  <a:gd name="connsiteX11-3587" fmla="*/ 1343025 w 1343025"/>
                  <a:gd name="connsiteY11-3588" fmla="*/ 602456 h 1343025"/>
                  <a:gd name="connsiteX12-3589" fmla="*/ 1173956 w 1343025"/>
                  <a:gd name="connsiteY12-3590" fmla="*/ 645318 h 1343025"/>
                  <a:gd name="connsiteX13-3591" fmla="*/ 1157287 w 1343025"/>
                  <a:gd name="connsiteY13-3592" fmla="*/ 812006 h 1343025"/>
                  <a:gd name="connsiteX14-3593" fmla="*/ 1307306 w 1343025"/>
                  <a:gd name="connsiteY14-3594" fmla="*/ 892968 h 1343025"/>
                  <a:gd name="connsiteX15-3595" fmla="*/ 1193006 w 1343025"/>
                  <a:gd name="connsiteY15-3596" fmla="*/ 1097756 h 1343025"/>
                  <a:gd name="connsiteX16-3597" fmla="*/ 1040606 w 1343025"/>
                  <a:gd name="connsiteY16-3598" fmla="*/ 1009650 h 1343025"/>
                  <a:gd name="connsiteX17-3599" fmla="*/ 919162 w 1343025"/>
                  <a:gd name="connsiteY17-3600" fmla="*/ 1112043 h 1343025"/>
                  <a:gd name="connsiteX18-3601" fmla="*/ 973931 w 1343025"/>
                  <a:gd name="connsiteY18-3602" fmla="*/ 1276350 h 1343025"/>
                  <a:gd name="connsiteX19-3603" fmla="*/ 738084 w 1343025"/>
                  <a:gd name="connsiteY19-3604" fmla="*/ 1343025 h 1343025"/>
                  <a:gd name="connsiteX20-3605" fmla="*/ 695325 w 1343025"/>
                  <a:gd name="connsiteY20-3606" fmla="*/ 1171575 h 1343025"/>
                  <a:gd name="connsiteX21-3607" fmla="*/ 535781 w 1343025"/>
                  <a:gd name="connsiteY21-3608" fmla="*/ 1154388 h 1343025"/>
                  <a:gd name="connsiteX22-3609" fmla="*/ 452437 w 1343025"/>
                  <a:gd name="connsiteY22-3610" fmla="*/ 1304925 h 1343025"/>
                  <a:gd name="connsiteX23-3611" fmla="*/ 245268 w 1343025"/>
                  <a:gd name="connsiteY23-3612" fmla="*/ 1193006 h 1343025"/>
                  <a:gd name="connsiteX24-3613" fmla="*/ 333375 w 1343025"/>
                  <a:gd name="connsiteY24-3614" fmla="*/ 1042987 h 1343025"/>
                  <a:gd name="connsiteX25-3615" fmla="*/ 226218 w 1343025"/>
                  <a:gd name="connsiteY25-3616" fmla="*/ 909637 h 1343025"/>
                  <a:gd name="connsiteX26-3617" fmla="*/ 63879 w 1343025"/>
                  <a:gd name="connsiteY26-3618" fmla="*/ 962957 h 1343025"/>
                  <a:gd name="connsiteX27-3619" fmla="*/ 0 w 1343025"/>
                  <a:gd name="connsiteY27-3620" fmla="*/ 733425 h 1343025"/>
                  <a:gd name="connsiteX28-3621" fmla="*/ 166687 w 1343025"/>
                  <a:gd name="connsiteY28-3622" fmla="*/ 690562 h 1343025"/>
                  <a:gd name="connsiteX29-3623" fmla="*/ 190500 w 1343025"/>
                  <a:gd name="connsiteY29-3624" fmla="*/ 521493 h 1343025"/>
                  <a:gd name="connsiteX30-3625" fmla="*/ 35718 w 1343025"/>
                  <a:gd name="connsiteY30-3626" fmla="*/ 440531 h 1343025"/>
                  <a:gd name="connsiteX31-3627" fmla="*/ 154781 w 1343025"/>
                  <a:gd name="connsiteY31-3628" fmla="*/ 242887 h 1343025"/>
                  <a:gd name="connsiteX32-3629" fmla="*/ 297656 w 1343025"/>
                  <a:gd name="connsiteY32-3630" fmla="*/ 330993 h 1343025"/>
                  <a:gd name="connsiteX0-3631" fmla="*/ 297656 w 1343025"/>
                  <a:gd name="connsiteY0-3632" fmla="*/ 330993 h 1343025"/>
                  <a:gd name="connsiteX1-3633" fmla="*/ 431006 w 1343025"/>
                  <a:gd name="connsiteY1-3634" fmla="*/ 226218 h 1343025"/>
                  <a:gd name="connsiteX2-3635" fmla="*/ 378618 w 1343025"/>
                  <a:gd name="connsiteY2-3636" fmla="*/ 61912 h 1343025"/>
                  <a:gd name="connsiteX3-3637" fmla="*/ 602456 w 1343025"/>
                  <a:gd name="connsiteY3-3638" fmla="*/ 0 h 1343025"/>
                  <a:gd name="connsiteX4-3639" fmla="*/ 652462 w 1343025"/>
                  <a:gd name="connsiteY4-3640" fmla="*/ 168551 h 1343025"/>
                  <a:gd name="connsiteX5-3641" fmla="*/ 816768 w 1343025"/>
                  <a:gd name="connsiteY5-3642" fmla="*/ 185737 h 1343025"/>
                  <a:gd name="connsiteX6-3643" fmla="*/ 901561 w 1343025"/>
                  <a:gd name="connsiteY6-3644" fmla="*/ 36133 h 1343025"/>
                  <a:gd name="connsiteX7-3645" fmla="*/ 1104900 w 1343025"/>
                  <a:gd name="connsiteY7-3646" fmla="*/ 150018 h 1343025"/>
                  <a:gd name="connsiteX8-3647" fmla="*/ 1012031 w 1343025"/>
                  <a:gd name="connsiteY8-3648" fmla="*/ 297656 h 1343025"/>
                  <a:gd name="connsiteX9-3649" fmla="*/ 1119187 w 1343025"/>
                  <a:gd name="connsiteY9-3650" fmla="*/ 431006 h 1343025"/>
                  <a:gd name="connsiteX10-3651" fmla="*/ 1276765 w 1343025"/>
                  <a:gd name="connsiteY10-3652" fmla="*/ 372406 h 1343025"/>
                  <a:gd name="connsiteX11-3653" fmla="*/ 1343025 w 1343025"/>
                  <a:gd name="connsiteY11-3654" fmla="*/ 602456 h 1343025"/>
                  <a:gd name="connsiteX12-3655" fmla="*/ 1173956 w 1343025"/>
                  <a:gd name="connsiteY12-3656" fmla="*/ 645318 h 1343025"/>
                  <a:gd name="connsiteX13-3657" fmla="*/ 1157287 w 1343025"/>
                  <a:gd name="connsiteY13-3658" fmla="*/ 812006 h 1343025"/>
                  <a:gd name="connsiteX14-3659" fmla="*/ 1307306 w 1343025"/>
                  <a:gd name="connsiteY14-3660" fmla="*/ 892968 h 1343025"/>
                  <a:gd name="connsiteX15-3661" fmla="*/ 1193006 w 1343025"/>
                  <a:gd name="connsiteY15-3662" fmla="*/ 1097756 h 1343025"/>
                  <a:gd name="connsiteX16-3663" fmla="*/ 1040606 w 1343025"/>
                  <a:gd name="connsiteY16-3664" fmla="*/ 1009650 h 1343025"/>
                  <a:gd name="connsiteX17-3665" fmla="*/ 919162 w 1343025"/>
                  <a:gd name="connsiteY17-3666" fmla="*/ 1112043 h 1343025"/>
                  <a:gd name="connsiteX18-3667" fmla="*/ 973931 w 1343025"/>
                  <a:gd name="connsiteY18-3668" fmla="*/ 1276350 h 1343025"/>
                  <a:gd name="connsiteX19-3669" fmla="*/ 738084 w 1343025"/>
                  <a:gd name="connsiteY19-3670" fmla="*/ 1343025 h 1343025"/>
                  <a:gd name="connsiteX20-3671" fmla="*/ 695325 w 1343025"/>
                  <a:gd name="connsiteY20-3672" fmla="*/ 1171575 h 1343025"/>
                  <a:gd name="connsiteX21-3673" fmla="*/ 535781 w 1343025"/>
                  <a:gd name="connsiteY21-3674" fmla="*/ 1154388 h 1343025"/>
                  <a:gd name="connsiteX22-3675" fmla="*/ 452437 w 1343025"/>
                  <a:gd name="connsiteY22-3676" fmla="*/ 1304925 h 1343025"/>
                  <a:gd name="connsiteX23-3677" fmla="*/ 245268 w 1343025"/>
                  <a:gd name="connsiteY23-3678" fmla="*/ 1193006 h 1343025"/>
                  <a:gd name="connsiteX24-3679" fmla="*/ 333375 w 1343025"/>
                  <a:gd name="connsiteY24-3680" fmla="*/ 1042987 h 1343025"/>
                  <a:gd name="connsiteX25-3681" fmla="*/ 226218 w 1343025"/>
                  <a:gd name="connsiteY25-3682" fmla="*/ 909637 h 1343025"/>
                  <a:gd name="connsiteX26-3683" fmla="*/ 63879 w 1343025"/>
                  <a:gd name="connsiteY26-3684" fmla="*/ 962957 h 1343025"/>
                  <a:gd name="connsiteX27-3685" fmla="*/ 0 w 1343025"/>
                  <a:gd name="connsiteY27-3686" fmla="*/ 733425 h 1343025"/>
                  <a:gd name="connsiteX28-3687" fmla="*/ 166687 w 1343025"/>
                  <a:gd name="connsiteY28-3688" fmla="*/ 690562 h 1343025"/>
                  <a:gd name="connsiteX29-3689" fmla="*/ 190500 w 1343025"/>
                  <a:gd name="connsiteY29-3690" fmla="*/ 521493 h 1343025"/>
                  <a:gd name="connsiteX30-3691" fmla="*/ 35718 w 1343025"/>
                  <a:gd name="connsiteY30-3692" fmla="*/ 440531 h 1343025"/>
                  <a:gd name="connsiteX31-3693" fmla="*/ 154781 w 1343025"/>
                  <a:gd name="connsiteY31-3694" fmla="*/ 242887 h 1343025"/>
                  <a:gd name="connsiteX32-3695" fmla="*/ 297656 w 1343025"/>
                  <a:gd name="connsiteY32-3696" fmla="*/ 330993 h 1343025"/>
                  <a:gd name="connsiteX0-3697" fmla="*/ 297656 w 1343025"/>
                  <a:gd name="connsiteY0-3698" fmla="*/ 330993 h 1343025"/>
                  <a:gd name="connsiteX1-3699" fmla="*/ 431006 w 1343025"/>
                  <a:gd name="connsiteY1-3700" fmla="*/ 226218 h 1343025"/>
                  <a:gd name="connsiteX2-3701" fmla="*/ 378618 w 1343025"/>
                  <a:gd name="connsiteY2-3702" fmla="*/ 61912 h 1343025"/>
                  <a:gd name="connsiteX3-3703" fmla="*/ 602456 w 1343025"/>
                  <a:gd name="connsiteY3-3704" fmla="*/ 0 h 1343025"/>
                  <a:gd name="connsiteX4-3705" fmla="*/ 652462 w 1343025"/>
                  <a:gd name="connsiteY4-3706" fmla="*/ 168551 h 1343025"/>
                  <a:gd name="connsiteX5-3707" fmla="*/ 816768 w 1343025"/>
                  <a:gd name="connsiteY5-3708" fmla="*/ 185737 h 1343025"/>
                  <a:gd name="connsiteX6-3709" fmla="*/ 901561 w 1343025"/>
                  <a:gd name="connsiteY6-3710" fmla="*/ 36133 h 1343025"/>
                  <a:gd name="connsiteX7-3711" fmla="*/ 1104900 w 1343025"/>
                  <a:gd name="connsiteY7-3712" fmla="*/ 150018 h 1343025"/>
                  <a:gd name="connsiteX8-3713" fmla="*/ 1012031 w 1343025"/>
                  <a:gd name="connsiteY8-3714" fmla="*/ 297656 h 1343025"/>
                  <a:gd name="connsiteX9-3715" fmla="*/ 1119187 w 1343025"/>
                  <a:gd name="connsiteY9-3716" fmla="*/ 431006 h 1343025"/>
                  <a:gd name="connsiteX10-3717" fmla="*/ 1276765 w 1343025"/>
                  <a:gd name="connsiteY10-3718" fmla="*/ 372406 h 1343025"/>
                  <a:gd name="connsiteX11-3719" fmla="*/ 1343025 w 1343025"/>
                  <a:gd name="connsiteY11-3720" fmla="*/ 602456 h 1343025"/>
                  <a:gd name="connsiteX12-3721" fmla="*/ 1173956 w 1343025"/>
                  <a:gd name="connsiteY12-3722" fmla="*/ 645318 h 1343025"/>
                  <a:gd name="connsiteX13-3723" fmla="*/ 1157287 w 1343025"/>
                  <a:gd name="connsiteY13-3724" fmla="*/ 812006 h 1343025"/>
                  <a:gd name="connsiteX14-3725" fmla="*/ 1307306 w 1343025"/>
                  <a:gd name="connsiteY14-3726" fmla="*/ 892968 h 1343025"/>
                  <a:gd name="connsiteX15-3727" fmla="*/ 1193006 w 1343025"/>
                  <a:gd name="connsiteY15-3728" fmla="*/ 1097756 h 1343025"/>
                  <a:gd name="connsiteX16-3729" fmla="*/ 1040606 w 1343025"/>
                  <a:gd name="connsiteY16-3730" fmla="*/ 1009650 h 1343025"/>
                  <a:gd name="connsiteX17-3731" fmla="*/ 919162 w 1343025"/>
                  <a:gd name="connsiteY17-3732" fmla="*/ 1112043 h 1343025"/>
                  <a:gd name="connsiteX18-3733" fmla="*/ 973931 w 1343025"/>
                  <a:gd name="connsiteY18-3734" fmla="*/ 1276350 h 1343025"/>
                  <a:gd name="connsiteX19-3735" fmla="*/ 738084 w 1343025"/>
                  <a:gd name="connsiteY19-3736" fmla="*/ 1343025 h 1343025"/>
                  <a:gd name="connsiteX20-3737" fmla="*/ 695325 w 1343025"/>
                  <a:gd name="connsiteY20-3738" fmla="*/ 1171575 h 1343025"/>
                  <a:gd name="connsiteX21-3739" fmla="*/ 535781 w 1343025"/>
                  <a:gd name="connsiteY21-3740" fmla="*/ 1154388 h 1343025"/>
                  <a:gd name="connsiteX22-3741" fmla="*/ 452437 w 1343025"/>
                  <a:gd name="connsiteY22-3742" fmla="*/ 1304925 h 1343025"/>
                  <a:gd name="connsiteX23-3743" fmla="*/ 245268 w 1343025"/>
                  <a:gd name="connsiteY23-3744" fmla="*/ 1193006 h 1343025"/>
                  <a:gd name="connsiteX24-3745" fmla="*/ 333375 w 1343025"/>
                  <a:gd name="connsiteY24-3746" fmla="*/ 1042987 h 1343025"/>
                  <a:gd name="connsiteX25-3747" fmla="*/ 226218 w 1343025"/>
                  <a:gd name="connsiteY25-3748" fmla="*/ 909637 h 1343025"/>
                  <a:gd name="connsiteX26-3749" fmla="*/ 63879 w 1343025"/>
                  <a:gd name="connsiteY26-3750" fmla="*/ 962957 h 1343025"/>
                  <a:gd name="connsiteX27-3751" fmla="*/ 0 w 1343025"/>
                  <a:gd name="connsiteY27-3752" fmla="*/ 733425 h 1343025"/>
                  <a:gd name="connsiteX28-3753" fmla="*/ 166687 w 1343025"/>
                  <a:gd name="connsiteY28-3754" fmla="*/ 690562 h 1343025"/>
                  <a:gd name="connsiteX29-3755" fmla="*/ 190500 w 1343025"/>
                  <a:gd name="connsiteY29-3756" fmla="*/ 521493 h 1343025"/>
                  <a:gd name="connsiteX30-3757" fmla="*/ 35718 w 1343025"/>
                  <a:gd name="connsiteY30-3758" fmla="*/ 440531 h 1343025"/>
                  <a:gd name="connsiteX31-3759" fmla="*/ 154781 w 1343025"/>
                  <a:gd name="connsiteY31-3760" fmla="*/ 242887 h 1343025"/>
                  <a:gd name="connsiteX32-3761" fmla="*/ 297656 w 1343025"/>
                  <a:gd name="connsiteY32-3762" fmla="*/ 330993 h 1343025"/>
                  <a:gd name="connsiteX0-3763" fmla="*/ 297656 w 1343025"/>
                  <a:gd name="connsiteY0-3764" fmla="*/ 330993 h 1343025"/>
                  <a:gd name="connsiteX1-3765" fmla="*/ 431006 w 1343025"/>
                  <a:gd name="connsiteY1-3766" fmla="*/ 226218 h 1343025"/>
                  <a:gd name="connsiteX2-3767" fmla="*/ 378618 w 1343025"/>
                  <a:gd name="connsiteY2-3768" fmla="*/ 61912 h 1343025"/>
                  <a:gd name="connsiteX3-3769" fmla="*/ 602456 w 1343025"/>
                  <a:gd name="connsiteY3-3770" fmla="*/ 0 h 1343025"/>
                  <a:gd name="connsiteX4-3771" fmla="*/ 652462 w 1343025"/>
                  <a:gd name="connsiteY4-3772" fmla="*/ 168551 h 1343025"/>
                  <a:gd name="connsiteX5-3773" fmla="*/ 816768 w 1343025"/>
                  <a:gd name="connsiteY5-3774" fmla="*/ 185737 h 1343025"/>
                  <a:gd name="connsiteX6-3775" fmla="*/ 901561 w 1343025"/>
                  <a:gd name="connsiteY6-3776" fmla="*/ 36133 h 1343025"/>
                  <a:gd name="connsiteX7-3777" fmla="*/ 1104900 w 1343025"/>
                  <a:gd name="connsiteY7-3778" fmla="*/ 150018 h 1343025"/>
                  <a:gd name="connsiteX8-3779" fmla="*/ 1012031 w 1343025"/>
                  <a:gd name="connsiteY8-3780" fmla="*/ 297656 h 1343025"/>
                  <a:gd name="connsiteX9-3781" fmla="*/ 1119187 w 1343025"/>
                  <a:gd name="connsiteY9-3782" fmla="*/ 431006 h 1343025"/>
                  <a:gd name="connsiteX10-3783" fmla="*/ 1276765 w 1343025"/>
                  <a:gd name="connsiteY10-3784" fmla="*/ 372406 h 1343025"/>
                  <a:gd name="connsiteX11-3785" fmla="*/ 1343025 w 1343025"/>
                  <a:gd name="connsiteY11-3786" fmla="*/ 602456 h 1343025"/>
                  <a:gd name="connsiteX12-3787" fmla="*/ 1173956 w 1343025"/>
                  <a:gd name="connsiteY12-3788" fmla="*/ 645318 h 1343025"/>
                  <a:gd name="connsiteX13-3789" fmla="*/ 1157287 w 1343025"/>
                  <a:gd name="connsiteY13-3790" fmla="*/ 812006 h 1343025"/>
                  <a:gd name="connsiteX14-3791" fmla="*/ 1307306 w 1343025"/>
                  <a:gd name="connsiteY14-3792" fmla="*/ 892968 h 1343025"/>
                  <a:gd name="connsiteX15-3793" fmla="*/ 1193006 w 1343025"/>
                  <a:gd name="connsiteY15-3794" fmla="*/ 1097756 h 1343025"/>
                  <a:gd name="connsiteX16-3795" fmla="*/ 1040606 w 1343025"/>
                  <a:gd name="connsiteY16-3796" fmla="*/ 1009650 h 1343025"/>
                  <a:gd name="connsiteX17-3797" fmla="*/ 919162 w 1343025"/>
                  <a:gd name="connsiteY17-3798" fmla="*/ 1112043 h 1343025"/>
                  <a:gd name="connsiteX18-3799" fmla="*/ 973931 w 1343025"/>
                  <a:gd name="connsiteY18-3800" fmla="*/ 1276350 h 1343025"/>
                  <a:gd name="connsiteX19-3801" fmla="*/ 738084 w 1343025"/>
                  <a:gd name="connsiteY19-3802" fmla="*/ 1343025 h 1343025"/>
                  <a:gd name="connsiteX20-3803" fmla="*/ 695325 w 1343025"/>
                  <a:gd name="connsiteY20-3804" fmla="*/ 1171575 h 1343025"/>
                  <a:gd name="connsiteX21-3805" fmla="*/ 535781 w 1343025"/>
                  <a:gd name="connsiteY21-3806" fmla="*/ 1154388 h 1343025"/>
                  <a:gd name="connsiteX22-3807" fmla="*/ 452437 w 1343025"/>
                  <a:gd name="connsiteY22-3808" fmla="*/ 1304925 h 1343025"/>
                  <a:gd name="connsiteX23-3809" fmla="*/ 245268 w 1343025"/>
                  <a:gd name="connsiteY23-3810" fmla="*/ 1193006 h 1343025"/>
                  <a:gd name="connsiteX24-3811" fmla="*/ 333375 w 1343025"/>
                  <a:gd name="connsiteY24-3812" fmla="*/ 1042987 h 1343025"/>
                  <a:gd name="connsiteX25-3813" fmla="*/ 226218 w 1343025"/>
                  <a:gd name="connsiteY25-3814" fmla="*/ 909637 h 1343025"/>
                  <a:gd name="connsiteX26-3815" fmla="*/ 63879 w 1343025"/>
                  <a:gd name="connsiteY26-3816" fmla="*/ 962957 h 1343025"/>
                  <a:gd name="connsiteX27-3817" fmla="*/ 0 w 1343025"/>
                  <a:gd name="connsiteY27-3818" fmla="*/ 733425 h 1343025"/>
                  <a:gd name="connsiteX28-3819" fmla="*/ 166687 w 1343025"/>
                  <a:gd name="connsiteY28-3820" fmla="*/ 690562 h 1343025"/>
                  <a:gd name="connsiteX29-3821" fmla="*/ 190500 w 1343025"/>
                  <a:gd name="connsiteY29-3822" fmla="*/ 521493 h 1343025"/>
                  <a:gd name="connsiteX30-3823" fmla="*/ 35718 w 1343025"/>
                  <a:gd name="connsiteY30-3824" fmla="*/ 440531 h 1343025"/>
                  <a:gd name="connsiteX31-3825" fmla="*/ 154781 w 1343025"/>
                  <a:gd name="connsiteY31-3826" fmla="*/ 242887 h 1343025"/>
                  <a:gd name="connsiteX32-3827" fmla="*/ 297656 w 1343025"/>
                  <a:gd name="connsiteY32-3828" fmla="*/ 330993 h 134302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1343025" h="1343025">
                    <a:moveTo>
                      <a:pt x="297656" y="330993"/>
                    </a:moveTo>
                    <a:cubicBezTo>
                      <a:pt x="346075" y="285749"/>
                      <a:pt x="380206" y="254793"/>
                      <a:pt x="431006" y="226218"/>
                    </a:cubicBezTo>
                    <a:lnTo>
                      <a:pt x="378618" y="61912"/>
                    </a:lnTo>
                    <a:cubicBezTo>
                      <a:pt x="441325" y="31750"/>
                      <a:pt x="527843" y="11112"/>
                      <a:pt x="602456" y="0"/>
                    </a:cubicBezTo>
                    <a:lnTo>
                      <a:pt x="652462" y="168551"/>
                    </a:lnTo>
                    <a:cubicBezTo>
                      <a:pt x="695636" y="169172"/>
                      <a:pt x="766761" y="173831"/>
                      <a:pt x="816768" y="185737"/>
                    </a:cubicBezTo>
                    <a:lnTo>
                      <a:pt x="901561" y="36133"/>
                    </a:lnTo>
                    <a:cubicBezTo>
                      <a:pt x="965579" y="60221"/>
                      <a:pt x="1043781" y="101600"/>
                      <a:pt x="1104900" y="150018"/>
                    </a:cubicBezTo>
                    <a:lnTo>
                      <a:pt x="1012031" y="297656"/>
                    </a:lnTo>
                    <a:cubicBezTo>
                      <a:pt x="1054100" y="338137"/>
                      <a:pt x="1089024" y="378618"/>
                      <a:pt x="1119187" y="431006"/>
                    </a:cubicBezTo>
                    <a:lnTo>
                      <a:pt x="1276765" y="372406"/>
                    </a:lnTo>
                    <a:cubicBezTo>
                      <a:pt x="1311690" y="446224"/>
                      <a:pt x="1334293" y="523875"/>
                      <a:pt x="1343025" y="602456"/>
                    </a:cubicBezTo>
                    <a:lnTo>
                      <a:pt x="1173956" y="645318"/>
                    </a:lnTo>
                    <a:cubicBezTo>
                      <a:pt x="1175544" y="693737"/>
                      <a:pt x="1177130" y="744537"/>
                      <a:pt x="1157287" y="812006"/>
                    </a:cubicBezTo>
                    <a:lnTo>
                      <a:pt x="1307306" y="892968"/>
                    </a:lnTo>
                    <a:cubicBezTo>
                      <a:pt x="1290637" y="958850"/>
                      <a:pt x="1246740" y="1034255"/>
                      <a:pt x="1193006" y="1097756"/>
                    </a:cubicBezTo>
                    <a:lnTo>
                      <a:pt x="1040606" y="1009650"/>
                    </a:lnTo>
                    <a:cubicBezTo>
                      <a:pt x="1014413" y="1043781"/>
                      <a:pt x="964406" y="1087437"/>
                      <a:pt x="919162" y="1112043"/>
                    </a:cubicBezTo>
                    <a:lnTo>
                      <a:pt x="973931" y="1276350"/>
                    </a:lnTo>
                    <a:cubicBezTo>
                      <a:pt x="900112" y="1310481"/>
                      <a:pt x="828571" y="1330325"/>
                      <a:pt x="738084" y="1343025"/>
                    </a:cubicBezTo>
                    <a:lnTo>
                      <a:pt x="695325" y="1171575"/>
                    </a:lnTo>
                    <a:cubicBezTo>
                      <a:pt x="651669" y="1176337"/>
                      <a:pt x="586580" y="1168676"/>
                      <a:pt x="535781" y="1154388"/>
                    </a:cubicBezTo>
                    <a:lnTo>
                      <a:pt x="452437" y="1304925"/>
                    </a:lnTo>
                    <a:cubicBezTo>
                      <a:pt x="392906" y="1293812"/>
                      <a:pt x="302417" y="1239837"/>
                      <a:pt x="245268" y="1193006"/>
                    </a:cubicBezTo>
                    <a:lnTo>
                      <a:pt x="333375" y="1042987"/>
                    </a:lnTo>
                    <a:cubicBezTo>
                      <a:pt x="293204" y="1012721"/>
                      <a:pt x="255311" y="954500"/>
                      <a:pt x="226218" y="909637"/>
                    </a:cubicBezTo>
                    <a:lnTo>
                      <a:pt x="63879" y="962957"/>
                    </a:lnTo>
                    <a:cubicBezTo>
                      <a:pt x="34406" y="902528"/>
                      <a:pt x="7938" y="815181"/>
                      <a:pt x="0" y="733425"/>
                    </a:cubicBezTo>
                    <a:lnTo>
                      <a:pt x="166687" y="690562"/>
                    </a:lnTo>
                    <a:cubicBezTo>
                      <a:pt x="172243" y="621506"/>
                      <a:pt x="173037" y="583406"/>
                      <a:pt x="190500" y="521493"/>
                    </a:cubicBezTo>
                    <a:lnTo>
                      <a:pt x="35718" y="440531"/>
                    </a:lnTo>
                    <a:cubicBezTo>
                      <a:pt x="65881" y="367506"/>
                      <a:pt x="100806" y="296862"/>
                      <a:pt x="154781" y="242887"/>
                    </a:cubicBezTo>
                    <a:lnTo>
                      <a:pt x="297656" y="33099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0" name="Freeform 189"/>
              <p:cNvSpPr/>
              <p:nvPr/>
            </p:nvSpPr>
            <p:spPr>
              <a:xfrm>
                <a:off x="3670950" y="1386236"/>
                <a:ext cx="2610070" cy="2609410"/>
              </a:xfrm>
              <a:custGeom>
                <a:avLst/>
                <a:gdLst>
                  <a:gd name="connsiteX0" fmla="*/ 850952 w 2597643"/>
                  <a:gd name="connsiteY0" fmla="*/ 447869 h 2601375"/>
                  <a:gd name="connsiteX1" fmla="*/ 1160729 w 2597643"/>
                  <a:gd name="connsiteY1" fmla="*/ 354563 h 2601375"/>
                  <a:gd name="connsiteX2" fmla="*/ 1164461 w 2597643"/>
                  <a:gd name="connsiteY2" fmla="*/ 0 h 2601375"/>
                  <a:gd name="connsiteX3" fmla="*/ 1645920 w 2597643"/>
                  <a:gd name="connsiteY3" fmla="*/ 41055 h 2601375"/>
                  <a:gd name="connsiteX4" fmla="*/ 1582472 w 2597643"/>
                  <a:gd name="connsiteY4" fmla="*/ 388153 h 2601375"/>
                  <a:gd name="connsiteX5" fmla="*/ 1884784 w 2597643"/>
                  <a:gd name="connsiteY5" fmla="*/ 537443 h 2601375"/>
                  <a:gd name="connsiteX6" fmla="*/ 2142309 w 2597643"/>
                  <a:gd name="connsiteY6" fmla="*/ 298579 h 2601375"/>
                  <a:gd name="connsiteX7" fmla="*/ 2429692 w 2597643"/>
                  <a:gd name="connsiteY7" fmla="*/ 656875 h 2601375"/>
                  <a:gd name="connsiteX8" fmla="*/ 2146041 w 2597643"/>
                  <a:gd name="connsiteY8" fmla="*/ 850952 h 2601375"/>
                  <a:gd name="connsiteX9" fmla="*/ 2246812 w 2597643"/>
                  <a:gd name="connsiteY9" fmla="*/ 1194318 h 2601375"/>
                  <a:gd name="connsiteX10" fmla="*/ 2597643 w 2597643"/>
                  <a:gd name="connsiteY10" fmla="*/ 1160728 h 2601375"/>
                  <a:gd name="connsiteX11" fmla="*/ 2556588 w 2597643"/>
                  <a:gd name="connsiteY11" fmla="*/ 1645920 h 2601375"/>
                  <a:gd name="connsiteX12" fmla="*/ 2209489 w 2597643"/>
                  <a:gd name="connsiteY12" fmla="*/ 1593668 h 2601375"/>
                  <a:gd name="connsiteX13" fmla="*/ 2052735 w 2597643"/>
                  <a:gd name="connsiteY13" fmla="*/ 1877319 h 2601375"/>
                  <a:gd name="connsiteX14" fmla="*/ 2291599 w 2597643"/>
                  <a:gd name="connsiteY14" fmla="*/ 2134844 h 2601375"/>
                  <a:gd name="connsiteX15" fmla="*/ 1944500 w 2597643"/>
                  <a:gd name="connsiteY15" fmla="*/ 2437156 h 2601375"/>
                  <a:gd name="connsiteX16" fmla="*/ 1724298 w 2597643"/>
                  <a:gd name="connsiteY16" fmla="*/ 2153505 h 2601375"/>
                  <a:gd name="connsiteX17" fmla="*/ 1429450 w 2597643"/>
                  <a:gd name="connsiteY17" fmla="*/ 2246811 h 2601375"/>
                  <a:gd name="connsiteX18" fmla="*/ 1410789 w 2597643"/>
                  <a:gd name="connsiteY18" fmla="*/ 2601375 h 2601375"/>
                  <a:gd name="connsiteX19" fmla="*/ 944258 w 2597643"/>
                  <a:gd name="connsiteY19" fmla="*/ 2560320 h 2601375"/>
                  <a:gd name="connsiteX20" fmla="*/ 1011439 w 2597643"/>
                  <a:gd name="connsiteY20" fmla="*/ 2213221 h 2601375"/>
                  <a:gd name="connsiteX21" fmla="*/ 716591 w 2597643"/>
                  <a:gd name="connsiteY21" fmla="*/ 2067664 h 2601375"/>
                  <a:gd name="connsiteX22" fmla="*/ 459067 w 2597643"/>
                  <a:gd name="connsiteY22" fmla="*/ 2299063 h 2601375"/>
                  <a:gd name="connsiteX23" fmla="*/ 164219 w 2597643"/>
                  <a:gd name="connsiteY23" fmla="*/ 1955696 h 2601375"/>
                  <a:gd name="connsiteX24" fmla="*/ 440405 w 2597643"/>
                  <a:gd name="connsiteY24" fmla="*/ 1731761 h 2601375"/>
                  <a:gd name="connsiteX25" fmla="*/ 343367 w 2597643"/>
                  <a:gd name="connsiteY25" fmla="*/ 1425717 h 2601375"/>
                  <a:gd name="connsiteX26" fmla="*/ 0 w 2597643"/>
                  <a:gd name="connsiteY26" fmla="*/ 1440646 h 2601375"/>
                  <a:gd name="connsiteX27" fmla="*/ 33591 w 2597643"/>
                  <a:gd name="connsiteY27" fmla="*/ 974116 h 2601375"/>
                  <a:gd name="connsiteX28" fmla="*/ 380689 w 2597643"/>
                  <a:gd name="connsiteY28" fmla="*/ 1007706 h 2601375"/>
                  <a:gd name="connsiteX29" fmla="*/ 529979 w 2597643"/>
                  <a:gd name="connsiteY29" fmla="*/ 724055 h 2601375"/>
                  <a:gd name="connsiteX30" fmla="*/ 287383 w 2597643"/>
                  <a:gd name="connsiteY30" fmla="*/ 470263 h 2601375"/>
                  <a:gd name="connsiteX31" fmla="*/ 630750 w 2597643"/>
                  <a:gd name="connsiteY31" fmla="*/ 171683 h 2601375"/>
                  <a:gd name="connsiteX32" fmla="*/ 850952 w 2597643"/>
                  <a:gd name="connsiteY32" fmla="*/ 447869 h 2601375"/>
                  <a:gd name="connsiteX0-1" fmla="*/ 850952 w 2597643"/>
                  <a:gd name="connsiteY0-2" fmla="*/ 447869 h 2601375"/>
                  <a:gd name="connsiteX1-3" fmla="*/ 1160729 w 2597643"/>
                  <a:gd name="connsiteY1-4" fmla="*/ 354563 h 2601375"/>
                  <a:gd name="connsiteX2-5" fmla="*/ 1164461 w 2597643"/>
                  <a:gd name="connsiteY2-6" fmla="*/ 0 h 2601375"/>
                  <a:gd name="connsiteX3-7" fmla="*/ 1645920 w 2597643"/>
                  <a:gd name="connsiteY3-8" fmla="*/ 41055 h 2601375"/>
                  <a:gd name="connsiteX4-9" fmla="*/ 1582472 w 2597643"/>
                  <a:gd name="connsiteY4-10" fmla="*/ 388153 h 2601375"/>
                  <a:gd name="connsiteX5-11" fmla="*/ 1884784 w 2597643"/>
                  <a:gd name="connsiteY5-12" fmla="*/ 537443 h 2601375"/>
                  <a:gd name="connsiteX6-13" fmla="*/ 2142309 w 2597643"/>
                  <a:gd name="connsiteY6-14" fmla="*/ 298579 h 2601375"/>
                  <a:gd name="connsiteX7-15" fmla="*/ 2429692 w 2597643"/>
                  <a:gd name="connsiteY7-16" fmla="*/ 656875 h 2601375"/>
                  <a:gd name="connsiteX8-17" fmla="*/ 2146041 w 2597643"/>
                  <a:gd name="connsiteY8-18" fmla="*/ 850952 h 2601375"/>
                  <a:gd name="connsiteX9-19" fmla="*/ 2246812 w 2597643"/>
                  <a:gd name="connsiteY9-20" fmla="*/ 1194318 h 2601375"/>
                  <a:gd name="connsiteX10-21" fmla="*/ 2597643 w 2597643"/>
                  <a:gd name="connsiteY10-22" fmla="*/ 1160728 h 2601375"/>
                  <a:gd name="connsiteX11-23" fmla="*/ 2556588 w 2597643"/>
                  <a:gd name="connsiteY11-24" fmla="*/ 1645920 h 2601375"/>
                  <a:gd name="connsiteX12-25" fmla="*/ 2209489 w 2597643"/>
                  <a:gd name="connsiteY12-26" fmla="*/ 1593668 h 2601375"/>
                  <a:gd name="connsiteX13-27" fmla="*/ 2052735 w 2597643"/>
                  <a:gd name="connsiteY13-28" fmla="*/ 1877319 h 2601375"/>
                  <a:gd name="connsiteX14-29" fmla="*/ 2291599 w 2597643"/>
                  <a:gd name="connsiteY14-30" fmla="*/ 2134844 h 2601375"/>
                  <a:gd name="connsiteX15-31" fmla="*/ 1944500 w 2597643"/>
                  <a:gd name="connsiteY15-32" fmla="*/ 2437156 h 2601375"/>
                  <a:gd name="connsiteX16-33" fmla="*/ 1724298 w 2597643"/>
                  <a:gd name="connsiteY16-34" fmla="*/ 2153505 h 2601375"/>
                  <a:gd name="connsiteX17-35" fmla="*/ 1429450 w 2597643"/>
                  <a:gd name="connsiteY17-36" fmla="*/ 2246811 h 2601375"/>
                  <a:gd name="connsiteX18-37" fmla="*/ 1410789 w 2597643"/>
                  <a:gd name="connsiteY18-38" fmla="*/ 2601375 h 2601375"/>
                  <a:gd name="connsiteX19-39" fmla="*/ 944258 w 2597643"/>
                  <a:gd name="connsiteY19-40" fmla="*/ 2560320 h 2601375"/>
                  <a:gd name="connsiteX20-41" fmla="*/ 1011439 w 2597643"/>
                  <a:gd name="connsiteY20-42" fmla="*/ 2213221 h 2601375"/>
                  <a:gd name="connsiteX21-43" fmla="*/ 716591 w 2597643"/>
                  <a:gd name="connsiteY21-44" fmla="*/ 2067664 h 2601375"/>
                  <a:gd name="connsiteX22-45" fmla="*/ 459067 w 2597643"/>
                  <a:gd name="connsiteY22-46" fmla="*/ 2299063 h 2601375"/>
                  <a:gd name="connsiteX23-47" fmla="*/ 164219 w 2597643"/>
                  <a:gd name="connsiteY23-48" fmla="*/ 1955696 h 2601375"/>
                  <a:gd name="connsiteX24-49" fmla="*/ 440405 w 2597643"/>
                  <a:gd name="connsiteY24-50" fmla="*/ 1731761 h 2601375"/>
                  <a:gd name="connsiteX25-51" fmla="*/ 343367 w 2597643"/>
                  <a:gd name="connsiteY25-52" fmla="*/ 1425717 h 2601375"/>
                  <a:gd name="connsiteX26-53" fmla="*/ 0 w 2597643"/>
                  <a:gd name="connsiteY26-54" fmla="*/ 1440646 h 2601375"/>
                  <a:gd name="connsiteX27-55" fmla="*/ 33591 w 2597643"/>
                  <a:gd name="connsiteY27-56" fmla="*/ 974116 h 2601375"/>
                  <a:gd name="connsiteX28-57" fmla="*/ 380689 w 2597643"/>
                  <a:gd name="connsiteY28-58" fmla="*/ 1007706 h 2601375"/>
                  <a:gd name="connsiteX29-59" fmla="*/ 529979 w 2597643"/>
                  <a:gd name="connsiteY29-60" fmla="*/ 724055 h 2601375"/>
                  <a:gd name="connsiteX30-61" fmla="*/ 287383 w 2597643"/>
                  <a:gd name="connsiteY30-62" fmla="*/ 470263 h 2601375"/>
                  <a:gd name="connsiteX31-63" fmla="*/ 630750 w 2597643"/>
                  <a:gd name="connsiteY31-64" fmla="*/ 171683 h 2601375"/>
                  <a:gd name="connsiteX32-65" fmla="*/ 850952 w 2597643"/>
                  <a:gd name="connsiteY32-66" fmla="*/ 447869 h 2601375"/>
                  <a:gd name="connsiteX0-67" fmla="*/ 850952 w 2597643"/>
                  <a:gd name="connsiteY0-68" fmla="*/ 447869 h 2601375"/>
                  <a:gd name="connsiteX1-69" fmla="*/ 1160729 w 2597643"/>
                  <a:gd name="connsiteY1-70" fmla="*/ 354563 h 2601375"/>
                  <a:gd name="connsiteX2-71" fmla="*/ 1164461 w 2597643"/>
                  <a:gd name="connsiteY2-72" fmla="*/ 0 h 2601375"/>
                  <a:gd name="connsiteX3-73" fmla="*/ 1645920 w 2597643"/>
                  <a:gd name="connsiteY3-74" fmla="*/ 41055 h 2601375"/>
                  <a:gd name="connsiteX4-75" fmla="*/ 1582472 w 2597643"/>
                  <a:gd name="connsiteY4-76" fmla="*/ 388153 h 2601375"/>
                  <a:gd name="connsiteX5-77" fmla="*/ 1884784 w 2597643"/>
                  <a:gd name="connsiteY5-78" fmla="*/ 537443 h 2601375"/>
                  <a:gd name="connsiteX6-79" fmla="*/ 2142309 w 2597643"/>
                  <a:gd name="connsiteY6-80" fmla="*/ 298579 h 2601375"/>
                  <a:gd name="connsiteX7-81" fmla="*/ 2429692 w 2597643"/>
                  <a:gd name="connsiteY7-82" fmla="*/ 656875 h 2601375"/>
                  <a:gd name="connsiteX8-83" fmla="*/ 2146041 w 2597643"/>
                  <a:gd name="connsiteY8-84" fmla="*/ 850952 h 2601375"/>
                  <a:gd name="connsiteX9-85" fmla="*/ 2246812 w 2597643"/>
                  <a:gd name="connsiteY9-86" fmla="*/ 1194318 h 2601375"/>
                  <a:gd name="connsiteX10-87" fmla="*/ 2597643 w 2597643"/>
                  <a:gd name="connsiteY10-88" fmla="*/ 1160728 h 2601375"/>
                  <a:gd name="connsiteX11-89" fmla="*/ 2556588 w 2597643"/>
                  <a:gd name="connsiteY11-90" fmla="*/ 1645920 h 2601375"/>
                  <a:gd name="connsiteX12-91" fmla="*/ 2209489 w 2597643"/>
                  <a:gd name="connsiteY12-92" fmla="*/ 1593668 h 2601375"/>
                  <a:gd name="connsiteX13-93" fmla="*/ 2052735 w 2597643"/>
                  <a:gd name="connsiteY13-94" fmla="*/ 1877319 h 2601375"/>
                  <a:gd name="connsiteX14-95" fmla="*/ 2291599 w 2597643"/>
                  <a:gd name="connsiteY14-96" fmla="*/ 2134844 h 2601375"/>
                  <a:gd name="connsiteX15-97" fmla="*/ 1944500 w 2597643"/>
                  <a:gd name="connsiteY15-98" fmla="*/ 2437156 h 2601375"/>
                  <a:gd name="connsiteX16-99" fmla="*/ 1724298 w 2597643"/>
                  <a:gd name="connsiteY16-100" fmla="*/ 2153505 h 2601375"/>
                  <a:gd name="connsiteX17-101" fmla="*/ 1429450 w 2597643"/>
                  <a:gd name="connsiteY17-102" fmla="*/ 2246811 h 2601375"/>
                  <a:gd name="connsiteX18-103" fmla="*/ 1410789 w 2597643"/>
                  <a:gd name="connsiteY18-104" fmla="*/ 2601375 h 2601375"/>
                  <a:gd name="connsiteX19-105" fmla="*/ 944258 w 2597643"/>
                  <a:gd name="connsiteY19-106" fmla="*/ 2560320 h 2601375"/>
                  <a:gd name="connsiteX20-107" fmla="*/ 1011439 w 2597643"/>
                  <a:gd name="connsiteY20-108" fmla="*/ 2213221 h 2601375"/>
                  <a:gd name="connsiteX21-109" fmla="*/ 716591 w 2597643"/>
                  <a:gd name="connsiteY21-110" fmla="*/ 2067664 h 2601375"/>
                  <a:gd name="connsiteX22-111" fmla="*/ 459067 w 2597643"/>
                  <a:gd name="connsiteY22-112" fmla="*/ 2299063 h 2601375"/>
                  <a:gd name="connsiteX23-113" fmla="*/ 164219 w 2597643"/>
                  <a:gd name="connsiteY23-114" fmla="*/ 1955696 h 2601375"/>
                  <a:gd name="connsiteX24-115" fmla="*/ 440405 w 2597643"/>
                  <a:gd name="connsiteY24-116" fmla="*/ 1731761 h 2601375"/>
                  <a:gd name="connsiteX25-117" fmla="*/ 343367 w 2597643"/>
                  <a:gd name="connsiteY25-118" fmla="*/ 1425717 h 2601375"/>
                  <a:gd name="connsiteX26-119" fmla="*/ 0 w 2597643"/>
                  <a:gd name="connsiteY26-120" fmla="*/ 1440646 h 2601375"/>
                  <a:gd name="connsiteX27-121" fmla="*/ 33591 w 2597643"/>
                  <a:gd name="connsiteY27-122" fmla="*/ 974116 h 2601375"/>
                  <a:gd name="connsiteX28-123" fmla="*/ 380689 w 2597643"/>
                  <a:gd name="connsiteY28-124" fmla="*/ 1007706 h 2601375"/>
                  <a:gd name="connsiteX29-125" fmla="*/ 529979 w 2597643"/>
                  <a:gd name="connsiteY29-126" fmla="*/ 724055 h 2601375"/>
                  <a:gd name="connsiteX30-127" fmla="*/ 287383 w 2597643"/>
                  <a:gd name="connsiteY30-128" fmla="*/ 470263 h 2601375"/>
                  <a:gd name="connsiteX31-129" fmla="*/ 630750 w 2597643"/>
                  <a:gd name="connsiteY31-130" fmla="*/ 171683 h 2601375"/>
                  <a:gd name="connsiteX32-131" fmla="*/ 850952 w 2597643"/>
                  <a:gd name="connsiteY32-132" fmla="*/ 447869 h 2601375"/>
                  <a:gd name="connsiteX0-133" fmla="*/ 850952 w 2597643"/>
                  <a:gd name="connsiteY0-134" fmla="*/ 447869 h 2601375"/>
                  <a:gd name="connsiteX1-135" fmla="*/ 1160729 w 2597643"/>
                  <a:gd name="connsiteY1-136" fmla="*/ 354563 h 2601375"/>
                  <a:gd name="connsiteX2-137" fmla="*/ 1164461 w 2597643"/>
                  <a:gd name="connsiteY2-138" fmla="*/ 0 h 2601375"/>
                  <a:gd name="connsiteX3-139" fmla="*/ 1645920 w 2597643"/>
                  <a:gd name="connsiteY3-140" fmla="*/ 41055 h 2601375"/>
                  <a:gd name="connsiteX4-141" fmla="*/ 1582472 w 2597643"/>
                  <a:gd name="connsiteY4-142" fmla="*/ 388153 h 2601375"/>
                  <a:gd name="connsiteX5-143" fmla="*/ 1884784 w 2597643"/>
                  <a:gd name="connsiteY5-144" fmla="*/ 537443 h 2601375"/>
                  <a:gd name="connsiteX6-145" fmla="*/ 2142309 w 2597643"/>
                  <a:gd name="connsiteY6-146" fmla="*/ 298579 h 2601375"/>
                  <a:gd name="connsiteX7-147" fmla="*/ 2429692 w 2597643"/>
                  <a:gd name="connsiteY7-148" fmla="*/ 656875 h 2601375"/>
                  <a:gd name="connsiteX8-149" fmla="*/ 2146041 w 2597643"/>
                  <a:gd name="connsiteY8-150" fmla="*/ 850952 h 2601375"/>
                  <a:gd name="connsiteX9-151" fmla="*/ 2246812 w 2597643"/>
                  <a:gd name="connsiteY9-152" fmla="*/ 1194318 h 2601375"/>
                  <a:gd name="connsiteX10-153" fmla="*/ 2597643 w 2597643"/>
                  <a:gd name="connsiteY10-154" fmla="*/ 1160728 h 2601375"/>
                  <a:gd name="connsiteX11-155" fmla="*/ 2556588 w 2597643"/>
                  <a:gd name="connsiteY11-156" fmla="*/ 1645920 h 2601375"/>
                  <a:gd name="connsiteX12-157" fmla="*/ 2209489 w 2597643"/>
                  <a:gd name="connsiteY12-158" fmla="*/ 1593668 h 2601375"/>
                  <a:gd name="connsiteX13-159" fmla="*/ 2052735 w 2597643"/>
                  <a:gd name="connsiteY13-160" fmla="*/ 1877319 h 2601375"/>
                  <a:gd name="connsiteX14-161" fmla="*/ 2291599 w 2597643"/>
                  <a:gd name="connsiteY14-162" fmla="*/ 2134844 h 2601375"/>
                  <a:gd name="connsiteX15-163" fmla="*/ 1944500 w 2597643"/>
                  <a:gd name="connsiteY15-164" fmla="*/ 2437156 h 2601375"/>
                  <a:gd name="connsiteX16-165" fmla="*/ 1724298 w 2597643"/>
                  <a:gd name="connsiteY16-166" fmla="*/ 2153505 h 2601375"/>
                  <a:gd name="connsiteX17-167" fmla="*/ 1429450 w 2597643"/>
                  <a:gd name="connsiteY17-168" fmla="*/ 2246811 h 2601375"/>
                  <a:gd name="connsiteX18-169" fmla="*/ 1410789 w 2597643"/>
                  <a:gd name="connsiteY18-170" fmla="*/ 2601375 h 2601375"/>
                  <a:gd name="connsiteX19-171" fmla="*/ 944258 w 2597643"/>
                  <a:gd name="connsiteY19-172" fmla="*/ 2560320 h 2601375"/>
                  <a:gd name="connsiteX20-173" fmla="*/ 1011439 w 2597643"/>
                  <a:gd name="connsiteY20-174" fmla="*/ 2213221 h 2601375"/>
                  <a:gd name="connsiteX21-175" fmla="*/ 716591 w 2597643"/>
                  <a:gd name="connsiteY21-176" fmla="*/ 2067664 h 2601375"/>
                  <a:gd name="connsiteX22-177" fmla="*/ 459067 w 2597643"/>
                  <a:gd name="connsiteY22-178" fmla="*/ 2299063 h 2601375"/>
                  <a:gd name="connsiteX23-179" fmla="*/ 164219 w 2597643"/>
                  <a:gd name="connsiteY23-180" fmla="*/ 1955696 h 2601375"/>
                  <a:gd name="connsiteX24-181" fmla="*/ 440405 w 2597643"/>
                  <a:gd name="connsiteY24-182" fmla="*/ 1731761 h 2601375"/>
                  <a:gd name="connsiteX25-183" fmla="*/ 343367 w 2597643"/>
                  <a:gd name="connsiteY25-184" fmla="*/ 1425717 h 2601375"/>
                  <a:gd name="connsiteX26-185" fmla="*/ 0 w 2597643"/>
                  <a:gd name="connsiteY26-186" fmla="*/ 1440646 h 2601375"/>
                  <a:gd name="connsiteX27-187" fmla="*/ 33591 w 2597643"/>
                  <a:gd name="connsiteY27-188" fmla="*/ 974116 h 2601375"/>
                  <a:gd name="connsiteX28-189" fmla="*/ 380689 w 2597643"/>
                  <a:gd name="connsiteY28-190" fmla="*/ 1007706 h 2601375"/>
                  <a:gd name="connsiteX29-191" fmla="*/ 529979 w 2597643"/>
                  <a:gd name="connsiteY29-192" fmla="*/ 724055 h 2601375"/>
                  <a:gd name="connsiteX30-193" fmla="*/ 287383 w 2597643"/>
                  <a:gd name="connsiteY30-194" fmla="*/ 470263 h 2601375"/>
                  <a:gd name="connsiteX31-195" fmla="*/ 630750 w 2597643"/>
                  <a:gd name="connsiteY31-196" fmla="*/ 171683 h 2601375"/>
                  <a:gd name="connsiteX32-197" fmla="*/ 850952 w 2597643"/>
                  <a:gd name="connsiteY32-198" fmla="*/ 447869 h 2601375"/>
                  <a:gd name="connsiteX0-199" fmla="*/ 850952 w 2597643"/>
                  <a:gd name="connsiteY0-200" fmla="*/ 447869 h 2601375"/>
                  <a:gd name="connsiteX1-201" fmla="*/ 1160729 w 2597643"/>
                  <a:gd name="connsiteY1-202" fmla="*/ 354563 h 2601375"/>
                  <a:gd name="connsiteX2-203" fmla="*/ 1164461 w 2597643"/>
                  <a:gd name="connsiteY2-204" fmla="*/ 0 h 2601375"/>
                  <a:gd name="connsiteX3-205" fmla="*/ 1645920 w 2597643"/>
                  <a:gd name="connsiteY3-206" fmla="*/ 41055 h 2601375"/>
                  <a:gd name="connsiteX4-207" fmla="*/ 1582472 w 2597643"/>
                  <a:gd name="connsiteY4-208" fmla="*/ 388153 h 2601375"/>
                  <a:gd name="connsiteX5-209" fmla="*/ 1884784 w 2597643"/>
                  <a:gd name="connsiteY5-210" fmla="*/ 537443 h 2601375"/>
                  <a:gd name="connsiteX6-211" fmla="*/ 2142309 w 2597643"/>
                  <a:gd name="connsiteY6-212" fmla="*/ 298579 h 2601375"/>
                  <a:gd name="connsiteX7-213" fmla="*/ 2429692 w 2597643"/>
                  <a:gd name="connsiteY7-214" fmla="*/ 656875 h 2601375"/>
                  <a:gd name="connsiteX8-215" fmla="*/ 2146041 w 2597643"/>
                  <a:gd name="connsiteY8-216" fmla="*/ 850952 h 2601375"/>
                  <a:gd name="connsiteX9-217" fmla="*/ 2246812 w 2597643"/>
                  <a:gd name="connsiteY9-218" fmla="*/ 1194318 h 2601375"/>
                  <a:gd name="connsiteX10-219" fmla="*/ 2597643 w 2597643"/>
                  <a:gd name="connsiteY10-220" fmla="*/ 1160728 h 2601375"/>
                  <a:gd name="connsiteX11-221" fmla="*/ 2556588 w 2597643"/>
                  <a:gd name="connsiteY11-222" fmla="*/ 1645920 h 2601375"/>
                  <a:gd name="connsiteX12-223" fmla="*/ 2209489 w 2597643"/>
                  <a:gd name="connsiteY12-224" fmla="*/ 1593668 h 2601375"/>
                  <a:gd name="connsiteX13-225" fmla="*/ 2052735 w 2597643"/>
                  <a:gd name="connsiteY13-226" fmla="*/ 1877319 h 2601375"/>
                  <a:gd name="connsiteX14-227" fmla="*/ 2291599 w 2597643"/>
                  <a:gd name="connsiteY14-228" fmla="*/ 2134844 h 2601375"/>
                  <a:gd name="connsiteX15-229" fmla="*/ 1944500 w 2597643"/>
                  <a:gd name="connsiteY15-230" fmla="*/ 2437156 h 2601375"/>
                  <a:gd name="connsiteX16-231" fmla="*/ 1724298 w 2597643"/>
                  <a:gd name="connsiteY16-232" fmla="*/ 2153505 h 2601375"/>
                  <a:gd name="connsiteX17-233" fmla="*/ 1429450 w 2597643"/>
                  <a:gd name="connsiteY17-234" fmla="*/ 2246811 h 2601375"/>
                  <a:gd name="connsiteX18-235" fmla="*/ 1410789 w 2597643"/>
                  <a:gd name="connsiteY18-236" fmla="*/ 2601375 h 2601375"/>
                  <a:gd name="connsiteX19-237" fmla="*/ 944258 w 2597643"/>
                  <a:gd name="connsiteY19-238" fmla="*/ 2560320 h 2601375"/>
                  <a:gd name="connsiteX20-239" fmla="*/ 1011439 w 2597643"/>
                  <a:gd name="connsiteY20-240" fmla="*/ 2213221 h 2601375"/>
                  <a:gd name="connsiteX21-241" fmla="*/ 716591 w 2597643"/>
                  <a:gd name="connsiteY21-242" fmla="*/ 2067664 h 2601375"/>
                  <a:gd name="connsiteX22-243" fmla="*/ 459067 w 2597643"/>
                  <a:gd name="connsiteY22-244" fmla="*/ 2299063 h 2601375"/>
                  <a:gd name="connsiteX23-245" fmla="*/ 164219 w 2597643"/>
                  <a:gd name="connsiteY23-246" fmla="*/ 1955696 h 2601375"/>
                  <a:gd name="connsiteX24-247" fmla="*/ 440405 w 2597643"/>
                  <a:gd name="connsiteY24-248" fmla="*/ 1731761 h 2601375"/>
                  <a:gd name="connsiteX25-249" fmla="*/ 343367 w 2597643"/>
                  <a:gd name="connsiteY25-250" fmla="*/ 1425717 h 2601375"/>
                  <a:gd name="connsiteX26-251" fmla="*/ 0 w 2597643"/>
                  <a:gd name="connsiteY26-252" fmla="*/ 1440646 h 2601375"/>
                  <a:gd name="connsiteX27-253" fmla="*/ 33591 w 2597643"/>
                  <a:gd name="connsiteY27-254" fmla="*/ 974116 h 2601375"/>
                  <a:gd name="connsiteX28-255" fmla="*/ 380689 w 2597643"/>
                  <a:gd name="connsiteY28-256" fmla="*/ 1007706 h 2601375"/>
                  <a:gd name="connsiteX29-257" fmla="*/ 529979 w 2597643"/>
                  <a:gd name="connsiteY29-258" fmla="*/ 724055 h 2601375"/>
                  <a:gd name="connsiteX30-259" fmla="*/ 287383 w 2597643"/>
                  <a:gd name="connsiteY30-260" fmla="*/ 470263 h 2601375"/>
                  <a:gd name="connsiteX31-261" fmla="*/ 630750 w 2597643"/>
                  <a:gd name="connsiteY31-262" fmla="*/ 171683 h 2601375"/>
                  <a:gd name="connsiteX32-263" fmla="*/ 850952 w 2597643"/>
                  <a:gd name="connsiteY32-264" fmla="*/ 447869 h 2601375"/>
                  <a:gd name="connsiteX0-265" fmla="*/ 850952 w 2601026"/>
                  <a:gd name="connsiteY0-266" fmla="*/ 447869 h 2601375"/>
                  <a:gd name="connsiteX1-267" fmla="*/ 1160729 w 2601026"/>
                  <a:gd name="connsiteY1-268" fmla="*/ 354563 h 2601375"/>
                  <a:gd name="connsiteX2-269" fmla="*/ 1164461 w 2601026"/>
                  <a:gd name="connsiteY2-270" fmla="*/ 0 h 2601375"/>
                  <a:gd name="connsiteX3-271" fmla="*/ 1645920 w 2601026"/>
                  <a:gd name="connsiteY3-272" fmla="*/ 41055 h 2601375"/>
                  <a:gd name="connsiteX4-273" fmla="*/ 1582472 w 2601026"/>
                  <a:gd name="connsiteY4-274" fmla="*/ 388153 h 2601375"/>
                  <a:gd name="connsiteX5-275" fmla="*/ 1884784 w 2601026"/>
                  <a:gd name="connsiteY5-276" fmla="*/ 537443 h 2601375"/>
                  <a:gd name="connsiteX6-277" fmla="*/ 2142309 w 2601026"/>
                  <a:gd name="connsiteY6-278" fmla="*/ 298579 h 2601375"/>
                  <a:gd name="connsiteX7-279" fmla="*/ 2429692 w 2601026"/>
                  <a:gd name="connsiteY7-280" fmla="*/ 656875 h 2601375"/>
                  <a:gd name="connsiteX8-281" fmla="*/ 2146041 w 2601026"/>
                  <a:gd name="connsiteY8-282" fmla="*/ 850952 h 2601375"/>
                  <a:gd name="connsiteX9-283" fmla="*/ 2246812 w 2601026"/>
                  <a:gd name="connsiteY9-284" fmla="*/ 1194318 h 2601375"/>
                  <a:gd name="connsiteX10-285" fmla="*/ 2597643 w 2601026"/>
                  <a:gd name="connsiteY10-286" fmla="*/ 1160728 h 2601375"/>
                  <a:gd name="connsiteX11-287" fmla="*/ 2556588 w 2601026"/>
                  <a:gd name="connsiteY11-288" fmla="*/ 1645920 h 2601375"/>
                  <a:gd name="connsiteX12-289" fmla="*/ 2209489 w 2601026"/>
                  <a:gd name="connsiteY12-290" fmla="*/ 1593668 h 2601375"/>
                  <a:gd name="connsiteX13-291" fmla="*/ 2052735 w 2601026"/>
                  <a:gd name="connsiteY13-292" fmla="*/ 1877319 h 2601375"/>
                  <a:gd name="connsiteX14-293" fmla="*/ 2291599 w 2601026"/>
                  <a:gd name="connsiteY14-294" fmla="*/ 2134844 h 2601375"/>
                  <a:gd name="connsiteX15-295" fmla="*/ 1944500 w 2601026"/>
                  <a:gd name="connsiteY15-296" fmla="*/ 2437156 h 2601375"/>
                  <a:gd name="connsiteX16-297" fmla="*/ 1724298 w 2601026"/>
                  <a:gd name="connsiteY16-298" fmla="*/ 2153505 h 2601375"/>
                  <a:gd name="connsiteX17-299" fmla="*/ 1429450 w 2601026"/>
                  <a:gd name="connsiteY17-300" fmla="*/ 2246811 h 2601375"/>
                  <a:gd name="connsiteX18-301" fmla="*/ 1410789 w 2601026"/>
                  <a:gd name="connsiteY18-302" fmla="*/ 2601375 h 2601375"/>
                  <a:gd name="connsiteX19-303" fmla="*/ 944258 w 2601026"/>
                  <a:gd name="connsiteY19-304" fmla="*/ 2560320 h 2601375"/>
                  <a:gd name="connsiteX20-305" fmla="*/ 1011439 w 2601026"/>
                  <a:gd name="connsiteY20-306" fmla="*/ 2213221 h 2601375"/>
                  <a:gd name="connsiteX21-307" fmla="*/ 716591 w 2601026"/>
                  <a:gd name="connsiteY21-308" fmla="*/ 2067664 h 2601375"/>
                  <a:gd name="connsiteX22-309" fmla="*/ 459067 w 2601026"/>
                  <a:gd name="connsiteY22-310" fmla="*/ 2299063 h 2601375"/>
                  <a:gd name="connsiteX23-311" fmla="*/ 164219 w 2601026"/>
                  <a:gd name="connsiteY23-312" fmla="*/ 1955696 h 2601375"/>
                  <a:gd name="connsiteX24-313" fmla="*/ 440405 w 2601026"/>
                  <a:gd name="connsiteY24-314" fmla="*/ 1731761 h 2601375"/>
                  <a:gd name="connsiteX25-315" fmla="*/ 343367 w 2601026"/>
                  <a:gd name="connsiteY25-316" fmla="*/ 1425717 h 2601375"/>
                  <a:gd name="connsiteX26-317" fmla="*/ 0 w 2601026"/>
                  <a:gd name="connsiteY26-318" fmla="*/ 1440646 h 2601375"/>
                  <a:gd name="connsiteX27-319" fmla="*/ 33591 w 2601026"/>
                  <a:gd name="connsiteY27-320" fmla="*/ 974116 h 2601375"/>
                  <a:gd name="connsiteX28-321" fmla="*/ 380689 w 2601026"/>
                  <a:gd name="connsiteY28-322" fmla="*/ 1007706 h 2601375"/>
                  <a:gd name="connsiteX29-323" fmla="*/ 529979 w 2601026"/>
                  <a:gd name="connsiteY29-324" fmla="*/ 724055 h 2601375"/>
                  <a:gd name="connsiteX30-325" fmla="*/ 287383 w 2601026"/>
                  <a:gd name="connsiteY30-326" fmla="*/ 470263 h 2601375"/>
                  <a:gd name="connsiteX31-327" fmla="*/ 630750 w 2601026"/>
                  <a:gd name="connsiteY31-328" fmla="*/ 171683 h 2601375"/>
                  <a:gd name="connsiteX32-329" fmla="*/ 850952 w 2601026"/>
                  <a:gd name="connsiteY32-330" fmla="*/ 447869 h 2601375"/>
                  <a:gd name="connsiteX0-331" fmla="*/ 850952 w 2601026"/>
                  <a:gd name="connsiteY0-332" fmla="*/ 447869 h 2601375"/>
                  <a:gd name="connsiteX1-333" fmla="*/ 1160729 w 2601026"/>
                  <a:gd name="connsiteY1-334" fmla="*/ 354563 h 2601375"/>
                  <a:gd name="connsiteX2-335" fmla="*/ 1164461 w 2601026"/>
                  <a:gd name="connsiteY2-336" fmla="*/ 0 h 2601375"/>
                  <a:gd name="connsiteX3-337" fmla="*/ 1645920 w 2601026"/>
                  <a:gd name="connsiteY3-338" fmla="*/ 41055 h 2601375"/>
                  <a:gd name="connsiteX4-339" fmla="*/ 1582472 w 2601026"/>
                  <a:gd name="connsiteY4-340" fmla="*/ 388153 h 2601375"/>
                  <a:gd name="connsiteX5-341" fmla="*/ 1884784 w 2601026"/>
                  <a:gd name="connsiteY5-342" fmla="*/ 537443 h 2601375"/>
                  <a:gd name="connsiteX6-343" fmla="*/ 2142309 w 2601026"/>
                  <a:gd name="connsiteY6-344" fmla="*/ 298579 h 2601375"/>
                  <a:gd name="connsiteX7-345" fmla="*/ 2429692 w 2601026"/>
                  <a:gd name="connsiteY7-346" fmla="*/ 656875 h 2601375"/>
                  <a:gd name="connsiteX8-347" fmla="*/ 2146041 w 2601026"/>
                  <a:gd name="connsiteY8-348" fmla="*/ 850952 h 2601375"/>
                  <a:gd name="connsiteX9-349" fmla="*/ 2246812 w 2601026"/>
                  <a:gd name="connsiteY9-350" fmla="*/ 1194318 h 2601375"/>
                  <a:gd name="connsiteX10-351" fmla="*/ 2597643 w 2601026"/>
                  <a:gd name="connsiteY10-352" fmla="*/ 1160728 h 2601375"/>
                  <a:gd name="connsiteX11-353" fmla="*/ 2556588 w 2601026"/>
                  <a:gd name="connsiteY11-354" fmla="*/ 1645920 h 2601375"/>
                  <a:gd name="connsiteX12-355" fmla="*/ 2209489 w 2601026"/>
                  <a:gd name="connsiteY12-356" fmla="*/ 1593668 h 2601375"/>
                  <a:gd name="connsiteX13-357" fmla="*/ 2052735 w 2601026"/>
                  <a:gd name="connsiteY13-358" fmla="*/ 1877319 h 2601375"/>
                  <a:gd name="connsiteX14-359" fmla="*/ 2291599 w 2601026"/>
                  <a:gd name="connsiteY14-360" fmla="*/ 2134844 h 2601375"/>
                  <a:gd name="connsiteX15-361" fmla="*/ 1944500 w 2601026"/>
                  <a:gd name="connsiteY15-362" fmla="*/ 2437156 h 2601375"/>
                  <a:gd name="connsiteX16-363" fmla="*/ 1724298 w 2601026"/>
                  <a:gd name="connsiteY16-364" fmla="*/ 2153505 h 2601375"/>
                  <a:gd name="connsiteX17-365" fmla="*/ 1429450 w 2601026"/>
                  <a:gd name="connsiteY17-366" fmla="*/ 2246811 h 2601375"/>
                  <a:gd name="connsiteX18-367" fmla="*/ 1410789 w 2601026"/>
                  <a:gd name="connsiteY18-368" fmla="*/ 2601375 h 2601375"/>
                  <a:gd name="connsiteX19-369" fmla="*/ 944258 w 2601026"/>
                  <a:gd name="connsiteY19-370" fmla="*/ 2560320 h 2601375"/>
                  <a:gd name="connsiteX20-371" fmla="*/ 1011439 w 2601026"/>
                  <a:gd name="connsiteY20-372" fmla="*/ 2213221 h 2601375"/>
                  <a:gd name="connsiteX21-373" fmla="*/ 716591 w 2601026"/>
                  <a:gd name="connsiteY21-374" fmla="*/ 2067664 h 2601375"/>
                  <a:gd name="connsiteX22-375" fmla="*/ 459067 w 2601026"/>
                  <a:gd name="connsiteY22-376" fmla="*/ 2299063 h 2601375"/>
                  <a:gd name="connsiteX23-377" fmla="*/ 164219 w 2601026"/>
                  <a:gd name="connsiteY23-378" fmla="*/ 1955696 h 2601375"/>
                  <a:gd name="connsiteX24-379" fmla="*/ 440405 w 2601026"/>
                  <a:gd name="connsiteY24-380" fmla="*/ 1731761 h 2601375"/>
                  <a:gd name="connsiteX25-381" fmla="*/ 343367 w 2601026"/>
                  <a:gd name="connsiteY25-382" fmla="*/ 1425717 h 2601375"/>
                  <a:gd name="connsiteX26-383" fmla="*/ 0 w 2601026"/>
                  <a:gd name="connsiteY26-384" fmla="*/ 1440646 h 2601375"/>
                  <a:gd name="connsiteX27-385" fmla="*/ 33591 w 2601026"/>
                  <a:gd name="connsiteY27-386" fmla="*/ 974116 h 2601375"/>
                  <a:gd name="connsiteX28-387" fmla="*/ 380689 w 2601026"/>
                  <a:gd name="connsiteY28-388" fmla="*/ 1007706 h 2601375"/>
                  <a:gd name="connsiteX29-389" fmla="*/ 529979 w 2601026"/>
                  <a:gd name="connsiteY29-390" fmla="*/ 724055 h 2601375"/>
                  <a:gd name="connsiteX30-391" fmla="*/ 287383 w 2601026"/>
                  <a:gd name="connsiteY30-392" fmla="*/ 470263 h 2601375"/>
                  <a:gd name="connsiteX31-393" fmla="*/ 630750 w 2601026"/>
                  <a:gd name="connsiteY31-394" fmla="*/ 171683 h 2601375"/>
                  <a:gd name="connsiteX32-395" fmla="*/ 850952 w 2601026"/>
                  <a:gd name="connsiteY32-396" fmla="*/ 447869 h 2601375"/>
                  <a:gd name="connsiteX0-397" fmla="*/ 850952 w 2601026"/>
                  <a:gd name="connsiteY0-398" fmla="*/ 447869 h 2601375"/>
                  <a:gd name="connsiteX1-399" fmla="*/ 1160729 w 2601026"/>
                  <a:gd name="connsiteY1-400" fmla="*/ 354563 h 2601375"/>
                  <a:gd name="connsiteX2-401" fmla="*/ 1164461 w 2601026"/>
                  <a:gd name="connsiteY2-402" fmla="*/ 0 h 2601375"/>
                  <a:gd name="connsiteX3-403" fmla="*/ 1645920 w 2601026"/>
                  <a:gd name="connsiteY3-404" fmla="*/ 41055 h 2601375"/>
                  <a:gd name="connsiteX4-405" fmla="*/ 1582472 w 2601026"/>
                  <a:gd name="connsiteY4-406" fmla="*/ 388153 h 2601375"/>
                  <a:gd name="connsiteX5-407" fmla="*/ 1884784 w 2601026"/>
                  <a:gd name="connsiteY5-408" fmla="*/ 537443 h 2601375"/>
                  <a:gd name="connsiteX6-409" fmla="*/ 2142309 w 2601026"/>
                  <a:gd name="connsiteY6-410" fmla="*/ 298579 h 2601375"/>
                  <a:gd name="connsiteX7-411" fmla="*/ 2429692 w 2601026"/>
                  <a:gd name="connsiteY7-412" fmla="*/ 656875 h 2601375"/>
                  <a:gd name="connsiteX8-413" fmla="*/ 2146041 w 2601026"/>
                  <a:gd name="connsiteY8-414" fmla="*/ 850952 h 2601375"/>
                  <a:gd name="connsiteX9-415" fmla="*/ 2246812 w 2601026"/>
                  <a:gd name="connsiteY9-416" fmla="*/ 1194318 h 2601375"/>
                  <a:gd name="connsiteX10-417" fmla="*/ 2597643 w 2601026"/>
                  <a:gd name="connsiteY10-418" fmla="*/ 1160728 h 2601375"/>
                  <a:gd name="connsiteX11-419" fmla="*/ 2556588 w 2601026"/>
                  <a:gd name="connsiteY11-420" fmla="*/ 1645920 h 2601375"/>
                  <a:gd name="connsiteX12-421" fmla="*/ 2209489 w 2601026"/>
                  <a:gd name="connsiteY12-422" fmla="*/ 1593668 h 2601375"/>
                  <a:gd name="connsiteX13-423" fmla="*/ 2052735 w 2601026"/>
                  <a:gd name="connsiteY13-424" fmla="*/ 1877319 h 2601375"/>
                  <a:gd name="connsiteX14-425" fmla="*/ 2291599 w 2601026"/>
                  <a:gd name="connsiteY14-426" fmla="*/ 2134844 h 2601375"/>
                  <a:gd name="connsiteX15-427" fmla="*/ 1944500 w 2601026"/>
                  <a:gd name="connsiteY15-428" fmla="*/ 2437156 h 2601375"/>
                  <a:gd name="connsiteX16-429" fmla="*/ 1724298 w 2601026"/>
                  <a:gd name="connsiteY16-430" fmla="*/ 2153505 h 2601375"/>
                  <a:gd name="connsiteX17-431" fmla="*/ 1429450 w 2601026"/>
                  <a:gd name="connsiteY17-432" fmla="*/ 2246811 h 2601375"/>
                  <a:gd name="connsiteX18-433" fmla="*/ 1410789 w 2601026"/>
                  <a:gd name="connsiteY18-434" fmla="*/ 2601375 h 2601375"/>
                  <a:gd name="connsiteX19-435" fmla="*/ 944258 w 2601026"/>
                  <a:gd name="connsiteY19-436" fmla="*/ 2560320 h 2601375"/>
                  <a:gd name="connsiteX20-437" fmla="*/ 1011439 w 2601026"/>
                  <a:gd name="connsiteY20-438" fmla="*/ 2213221 h 2601375"/>
                  <a:gd name="connsiteX21-439" fmla="*/ 716591 w 2601026"/>
                  <a:gd name="connsiteY21-440" fmla="*/ 2067664 h 2601375"/>
                  <a:gd name="connsiteX22-441" fmla="*/ 459067 w 2601026"/>
                  <a:gd name="connsiteY22-442" fmla="*/ 2299063 h 2601375"/>
                  <a:gd name="connsiteX23-443" fmla="*/ 164219 w 2601026"/>
                  <a:gd name="connsiteY23-444" fmla="*/ 1955696 h 2601375"/>
                  <a:gd name="connsiteX24-445" fmla="*/ 440405 w 2601026"/>
                  <a:gd name="connsiteY24-446" fmla="*/ 1731761 h 2601375"/>
                  <a:gd name="connsiteX25-447" fmla="*/ 343367 w 2601026"/>
                  <a:gd name="connsiteY25-448" fmla="*/ 1425717 h 2601375"/>
                  <a:gd name="connsiteX26-449" fmla="*/ 0 w 2601026"/>
                  <a:gd name="connsiteY26-450" fmla="*/ 1440646 h 2601375"/>
                  <a:gd name="connsiteX27-451" fmla="*/ 33591 w 2601026"/>
                  <a:gd name="connsiteY27-452" fmla="*/ 974116 h 2601375"/>
                  <a:gd name="connsiteX28-453" fmla="*/ 380689 w 2601026"/>
                  <a:gd name="connsiteY28-454" fmla="*/ 1007706 h 2601375"/>
                  <a:gd name="connsiteX29-455" fmla="*/ 529979 w 2601026"/>
                  <a:gd name="connsiteY29-456" fmla="*/ 724055 h 2601375"/>
                  <a:gd name="connsiteX30-457" fmla="*/ 287383 w 2601026"/>
                  <a:gd name="connsiteY30-458" fmla="*/ 470263 h 2601375"/>
                  <a:gd name="connsiteX31-459" fmla="*/ 630750 w 2601026"/>
                  <a:gd name="connsiteY31-460" fmla="*/ 171683 h 2601375"/>
                  <a:gd name="connsiteX32-461" fmla="*/ 850952 w 2601026"/>
                  <a:gd name="connsiteY32-462" fmla="*/ 447869 h 2601375"/>
                  <a:gd name="connsiteX0-463" fmla="*/ 850952 w 2601026"/>
                  <a:gd name="connsiteY0-464" fmla="*/ 447869 h 2601375"/>
                  <a:gd name="connsiteX1-465" fmla="*/ 1160729 w 2601026"/>
                  <a:gd name="connsiteY1-466" fmla="*/ 354563 h 2601375"/>
                  <a:gd name="connsiteX2-467" fmla="*/ 1164461 w 2601026"/>
                  <a:gd name="connsiteY2-468" fmla="*/ 0 h 2601375"/>
                  <a:gd name="connsiteX3-469" fmla="*/ 1645920 w 2601026"/>
                  <a:gd name="connsiteY3-470" fmla="*/ 41055 h 2601375"/>
                  <a:gd name="connsiteX4-471" fmla="*/ 1582472 w 2601026"/>
                  <a:gd name="connsiteY4-472" fmla="*/ 388153 h 2601375"/>
                  <a:gd name="connsiteX5-473" fmla="*/ 1884784 w 2601026"/>
                  <a:gd name="connsiteY5-474" fmla="*/ 537443 h 2601375"/>
                  <a:gd name="connsiteX6-475" fmla="*/ 2142309 w 2601026"/>
                  <a:gd name="connsiteY6-476" fmla="*/ 298579 h 2601375"/>
                  <a:gd name="connsiteX7-477" fmla="*/ 2429692 w 2601026"/>
                  <a:gd name="connsiteY7-478" fmla="*/ 656875 h 2601375"/>
                  <a:gd name="connsiteX8-479" fmla="*/ 2146041 w 2601026"/>
                  <a:gd name="connsiteY8-480" fmla="*/ 850952 h 2601375"/>
                  <a:gd name="connsiteX9-481" fmla="*/ 2246812 w 2601026"/>
                  <a:gd name="connsiteY9-482" fmla="*/ 1194318 h 2601375"/>
                  <a:gd name="connsiteX10-483" fmla="*/ 2597643 w 2601026"/>
                  <a:gd name="connsiteY10-484" fmla="*/ 1160728 h 2601375"/>
                  <a:gd name="connsiteX11-485" fmla="*/ 2556588 w 2601026"/>
                  <a:gd name="connsiteY11-486" fmla="*/ 1645920 h 2601375"/>
                  <a:gd name="connsiteX12-487" fmla="*/ 2209489 w 2601026"/>
                  <a:gd name="connsiteY12-488" fmla="*/ 1593668 h 2601375"/>
                  <a:gd name="connsiteX13-489" fmla="*/ 2052735 w 2601026"/>
                  <a:gd name="connsiteY13-490" fmla="*/ 1877319 h 2601375"/>
                  <a:gd name="connsiteX14-491" fmla="*/ 2291599 w 2601026"/>
                  <a:gd name="connsiteY14-492" fmla="*/ 2134844 h 2601375"/>
                  <a:gd name="connsiteX15-493" fmla="*/ 1944500 w 2601026"/>
                  <a:gd name="connsiteY15-494" fmla="*/ 2437156 h 2601375"/>
                  <a:gd name="connsiteX16-495" fmla="*/ 1724298 w 2601026"/>
                  <a:gd name="connsiteY16-496" fmla="*/ 2153505 h 2601375"/>
                  <a:gd name="connsiteX17-497" fmla="*/ 1429450 w 2601026"/>
                  <a:gd name="connsiteY17-498" fmla="*/ 2246811 h 2601375"/>
                  <a:gd name="connsiteX18-499" fmla="*/ 1410789 w 2601026"/>
                  <a:gd name="connsiteY18-500" fmla="*/ 2601375 h 2601375"/>
                  <a:gd name="connsiteX19-501" fmla="*/ 944258 w 2601026"/>
                  <a:gd name="connsiteY19-502" fmla="*/ 2560320 h 2601375"/>
                  <a:gd name="connsiteX20-503" fmla="*/ 1011439 w 2601026"/>
                  <a:gd name="connsiteY20-504" fmla="*/ 2213221 h 2601375"/>
                  <a:gd name="connsiteX21-505" fmla="*/ 716591 w 2601026"/>
                  <a:gd name="connsiteY21-506" fmla="*/ 2067664 h 2601375"/>
                  <a:gd name="connsiteX22-507" fmla="*/ 459067 w 2601026"/>
                  <a:gd name="connsiteY22-508" fmla="*/ 2299063 h 2601375"/>
                  <a:gd name="connsiteX23-509" fmla="*/ 164219 w 2601026"/>
                  <a:gd name="connsiteY23-510" fmla="*/ 1955696 h 2601375"/>
                  <a:gd name="connsiteX24-511" fmla="*/ 440405 w 2601026"/>
                  <a:gd name="connsiteY24-512" fmla="*/ 1731761 h 2601375"/>
                  <a:gd name="connsiteX25-513" fmla="*/ 343367 w 2601026"/>
                  <a:gd name="connsiteY25-514" fmla="*/ 1425717 h 2601375"/>
                  <a:gd name="connsiteX26-515" fmla="*/ 0 w 2601026"/>
                  <a:gd name="connsiteY26-516" fmla="*/ 1440646 h 2601375"/>
                  <a:gd name="connsiteX27-517" fmla="*/ 33591 w 2601026"/>
                  <a:gd name="connsiteY27-518" fmla="*/ 974116 h 2601375"/>
                  <a:gd name="connsiteX28-519" fmla="*/ 380689 w 2601026"/>
                  <a:gd name="connsiteY28-520" fmla="*/ 1007706 h 2601375"/>
                  <a:gd name="connsiteX29-521" fmla="*/ 529979 w 2601026"/>
                  <a:gd name="connsiteY29-522" fmla="*/ 724055 h 2601375"/>
                  <a:gd name="connsiteX30-523" fmla="*/ 287383 w 2601026"/>
                  <a:gd name="connsiteY30-524" fmla="*/ 470263 h 2601375"/>
                  <a:gd name="connsiteX31-525" fmla="*/ 630750 w 2601026"/>
                  <a:gd name="connsiteY31-526" fmla="*/ 171683 h 2601375"/>
                  <a:gd name="connsiteX32-527" fmla="*/ 850952 w 2601026"/>
                  <a:gd name="connsiteY32-528" fmla="*/ 447869 h 2601375"/>
                  <a:gd name="connsiteX0-529" fmla="*/ 850952 w 2601026"/>
                  <a:gd name="connsiteY0-530" fmla="*/ 447869 h 2601375"/>
                  <a:gd name="connsiteX1-531" fmla="*/ 1160729 w 2601026"/>
                  <a:gd name="connsiteY1-532" fmla="*/ 354563 h 2601375"/>
                  <a:gd name="connsiteX2-533" fmla="*/ 1164461 w 2601026"/>
                  <a:gd name="connsiteY2-534" fmla="*/ 0 h 2601375"/>
                  <a:gd name="connsiteX3-535" fmla="*/ 1645920 w 2601026"/>
                  <a:gd name="connsiteY3-536" fmla="*/ 41055 h 2601375"/>
                  <a:gd name="connsiteX4-537" fmla="*/ 1582472 w 2601026"/>
                  <a:gd name="connsiteY4-538" fmla="*/ 388153 h 2601375"/>
                  <a:gd name="connsiteX5-539" fmla="*/ 1884784 w 2601026"/>
                  <a:gd name="connsiteY5-540" fmla="*/ 537443 h 2601375"/>
                  <a:gd name="connsiteX6-541" fmla="*/ 2142309 w 2601026"/>
                  <a:gd name="connsiteY6-542" fmla="*/ 298579 h 2601375"/>
                  <a:gd name="connsiteX7-543" fmla="*/ 2429692 w 2601026"/>
                  <a:gd name="connsiteY7-544" fmla="*/ 656875 h 2601375"/>
                  <a:gd name="connsiteX8-545" fmla="*/ 2146041 w 2601026"/>
                  <a:gd name="connsiteY8-546" fmla="*/ 850952 h 2601375"/>
                  <a:gd name="connsiteX9-547" fmla="*/ 2246812 w 2601026"/>
                  <a:gd name="connsiteY9-548" fmla="*/ 1194318 h 2601375"/>
                  <a:gd name="connsiteX10-549" fmla="*/ 2597643 w 2601026"/>
                  <a:gd name="connsiteY10-550" fmla="*/ 1160728 h 2601375"/>
                  <a:gd name="connsiteX11-551" fmla="*/ 2556588 w 2601026"/>
                  <a:gd name="connsiteY11-552" fmla="*/ 1645920 h 2601375"/>
                  <a:gd name="connsiteX12-553" fmla="*/ 2209489 w 2601026"/>
                  <a:gd name="connsiteY12-554" fmla="*/ 1593668 h 2601375"/>
                  <a:gd name="connsiteX13-555" fmla="*/ 2052735 w 2601026"/>
                  <a:gd name="connsiteY13-556" fmla="*/ 1877319 h 2601375"/>
                  <a:gd name="connsiteX14-557" fmla="*/ 2291599 w 2601026"/>
                  <a:gd name="connsiteY14-558" fmla="*/ 2134844 h 2601375"/>
                  <a:gd name="connsiteX15-559" fmla="*/ 1944500 w 2601026"/>
                  <a:gd name="connsiteY15-560" fmla="*/ 2437156 h 2601375"/>
                  <a:gd name="connsiteX16-561" fmla="*/ 1724298 w 2601026"/>
                  <a:gd name="connsiteY16-562" fmla="*/ 2153505 h 2601375"/>
                  <a:gd name="connsiteX17-563" fmla="*/ 1429450 w 2601026"/>
                  <a:gd name="connsiteY17-564" fmla="*/ 2246811 h 2601375"/>
                  <a:gd name="connsiteX18-565" fmla="*/ 1410789 w 2601026"/>
                  <a:gd name="connsiteY18-566" fmla="*/ 2601375 h 2601375"/>
                  <a:gd name="connsiteX19-567" fmla="*/ 944258 w 2601026"/>
                  <a:gd name="connsiteY19-568" fmla="*/ 2560320 h 2601375"/>
                  <a:gd name="connsiteX20-569" fmla="*/ 1011439 w 2601026"/>
                  <a:gd name="connsiteY20-570" fmla="*/ 2213221 h 2601375"/>
                  <a:gd name="connsiteX21-571" fmla="*/ 716591 w 2601026"/>
                  <a:gd name="connsiteY21-572" fmla="*/ 2067664 h 2601375"/>
                  <a:gd name="connsiteX22-573" fmla="*/ 459067 w 2601026"/>
                  <a:gd name="connsiteY22-574" fmla="*/ 2299063 h 2601375"/>
                  <a:gd name="connsiteX23-575" fmla="*/ 164219 w 2601026"/>
                  <a:gd name="connsiteY23-576" fmla="*/ 1955696 h 2601375"/>
                  <a:gd name="connsiteX24-577" fmla="*/ 440405 w 2601026"/>
                  <a:gd name="connsiteY24-578" fmla="*/ 1731761 h 2601375"/>
                  <a:gd name="connsiteX25-579" fmla="*/ 343367 w 2601026"/>
                  <a:gd name="connsiteY25-580" fmla="*/ 1425717 h 2601375"/>
                  <a:gd name="connsiteX26-581" fmla="*/ 0 w 2601026"/>
                  <a:gd name="connsiteY26-582" fmla="*/ 1440646 h 2601375"/>
                  <a:gd name="connsiteX27-583" fmla="*/ 33591 w 2601026"/>
                  <a:gd name="connsiteY27-584" fmla="*/ 974116 h 2601375"/>
                  <a:gd name="connsiteX28-585" fmla="*/ 380689 w 2601026"/>
                  <a:gd name="connsiteY28-586" fmla="*/ 1007706 h 2601375"/>
                  <a:gd name="connsiteX29-587" fmla="*/ 529979 w 2601026"/>
                  <a:gd name="connsiteY29-588" fmla="*/ 724055 h 2601375"/>
                  <a:gd name="connsiteX30-589" fmla="*/ 287383 w 2601026"/>
                  <a:gd name="connsiteY30-590" fmla="*/ 470263 h 2601375"/>
                  <a:gd name="connsiteX31-591" fmla="*/ 630750 w 2601026"/>
                  <a:gd name="connsiteY31-592" fmla="*/ 171683 h 2601375"/>
                  <a:gd name="connsiteX32-593" fmla="*/ 850952 w 2601026"/>
                  <a:gd name="connsiteY32-594" fmla="*/ 447869 h 2601375"/>
                  <a:gd name="connsiteX0-595" fmla="*/ 850952 w 2601026"/>
                  <a:gd name="connsiteY0-596" fmla="*/ 447869 h 2601375"/>
                  <a:gd name="connsiteX1-597" fmla="*/ 1160729 w 2601026"/>
                  <a:gd name="connsiteY1-598" fmla="*/ 354563 h 2601375"/>
                  <a:gd name="connsiteX2-599" fmla="*/ 1164461 w 2601026"/>
                  <a:gd name="connsiteY2-600" fmla="*/ 0 h 2601375"/>
                  <a:gd name="connsiteX3-601" fmla="*/ 1645920 w 2601026"/>
                  <a:gd name="connsiteY3-602" fmla="*/ 41055 h 2601375"/>
                  <a:gd name="connsiteX4-603" fmla="*/ 1582472 w 2601026"/>
                  <a:gd name="connsiteY4-604" fmla="*/ 388153 h 2601375"/>
                  <a:gd name="connsiteX5-605" fmla="*/ 1884784 w 2601026"/>
                  <a:gd name="connsiteY5-606" fmla="*/ 537443 h 2601375"/>
                  <a:gd name="connsiteX6-607" fmla="*/ 2142309 w 2601026"/>
                  <a:gd name="connsiteY6-608" fmla="*/ 298579 h 2601375"/>
                  <a:gd name="connsiteX7-609" fmla="*/ 2429692 w 2601026"/>
                  <a:gd name="connsiteY7-610" fmla="*/ 656875 h 2601375"/>
                  <a:gd name="connsiteX8-611" fmla="*/ 2146041 w 2601026"/>
                  <a:gd name="connsiteY8-612" fmla="*/ 850952 h 2601375"/>
                  <a:gd name="connsiteX9-613" fmla="*/ 2246812 w 2601026"/>
                  <a:gd name="connsiteY9-614" fmla="*/ 1194318 h 2601375"/>
                  <a:gd name="connsiteX10-615" fmla="*/ 2597643 w 2601026"/>
                  <a:gd name="connsiteY10-616" fmla="*/ 1160728 h 2601375"/>
                  <a:gd name="connsiteX11-617" fmla="*/ 2556588 w 2601026"/>
                  <a:gd name="connsiteY11-618" fmla="*/ 1645920 h 2601375"/>
                  <a:gd name="connsiteX12-619" fmla="*/ 2209489 w 2601026"/>
                  <a:gd name="connsiteY12-620" fmla="*/ 1593668 h 2601375"/>
                  <a:gd name="connsiteX13-621" fmla="*/ 2052735 w 2601026"/>
                  <a:gd name="connsiteY13-622" fmla="*/ 1877319 h 2601375"/>
                  <a:gd name="connsiteX14-623" fmla="*/ 2291599 w 2601026"/>
                  <a:gd name="connsiteY14-624" fmla="*/ 2134844 h 2601375"/>
                  <a:gd name="connsiteX15-625" fmla="*/ 1944500 w 2601026"/>
                  <a:gd name="connsiteY15-626" fmla="*/ 2437156 h 2601375"/>
                  <a:gd name="connsiteX16-627" fmla="*/ 1724298 w 2601026"/>
                  <a:gd name="connsiteY16-628" fmla="*/ 2153505 h 2601375"/>
                  <a:gd name="connsiteX17-629" fmla="*/ 1429450 w 2601026"/>
                  <a:gd name="connsiteY17-630" fmla="*/ 2246811 h 2601375"/>
                  <a:gd name="connsiteX18-631" fmla="*/ 1410789 w 2601026"/>
                  <a:gd name="connsiteY18-632" fmla="*/ 2601375 h 2601375"/>
                  <a:gd name="connsiteX19-633" fmla="*/ 944258 w 2601026"/>
                  <a:gd name="connsiteY19-634" fmla="*/ 2560320 h 2601375"/>
                  <a:gd name="connsiteX20-635" fmla="*/ 1011439 w 2601026"/>
                  <a:gd name="connsiteY20-636" fmla="*/ 2213221 h 2601375"/>
                  <a:gd name="connsiteX21-637" fmla="*/ 716591 w 2601026"/>
                  <a:gd name="connsiteY21-638" fmla="*/ 2067664 h 2601375"/>
                  <a:gd name="connsiteX22-639" fmla="*/ 459067 w 2601026"/>
                  <a:gd name="connsiteY22-640" fmla="*/ 2299063 h 2601375"/>
                  <a:gd name="connsiteX23-641" fmla="*/ 164219 w 2601026"/>
                  <a:gd name="connsiteY23-642" fmla="*/ 1955696 h 2601375"/>
                  <a:gd name="connsiteX24-643" fmla="*/ 440405 w 2601026"/>
                  <a:gd name="connsiteY24-644" fmla="*/ 1731761 h 2601375"/>
                  <a:gd name="connsiteX25-645" fmla="*/ 343367 w 2601026"/>
                  <a:gd name="connsiteY25-646" fmla="*/ 1425717 h 2601375"/>
                  <a:gd name="connsiteX26-647" fmla="*/ 0 w 2601026"/>
                  <a:gd name="connsiteY26-648" fmla="*/ 1440646 h 2601375"/>
                  <a:gd name="connsiteX27-649" fmla="*/ 33591 w 2601026"/>
                  <a:gd name="connsiteY27-650" fmla="*/ 974116 h 2601375"/>
                  <a:gd name="connsiteX28-651" fmla="*/ 380689 w 2601026"/>
                  <a:gd name="connsiteY28-652" fmla="*/ 1007706 h 2601375"/>
                  <a:gd name="connsiteX29-653" fmla="*/ 529979 w 2601026"/>
                  <a:gd name="connsiteY29-654" fmla="*/ 724055 h 2601375"/>
                  <a:gd name="connsiteX30-655" fmla="*/ 287383 w 2601026"/>
                  <a:gd name="connsiteY30-656" fmla="*/ 470263 h 2601375"/>
                  <a:gd name="connsiteX31-657" fmla="*/ 630750 w 2601026"/>
                  <a:gd name="connsiteY31-658" fmla="*/ 171683 h 2601375"/>
                  <a:gd name="connsiteX32-659" fmla="*/ 850952 w 2601026"/>
                  <a:gd name="connsiteY32-660" fmla="*/ 447869 h 2601375"/>
                  <a:gd name="connsiteX0-661" fmla="*/ 850952 w 2601026"/>
                  <a:gd name="connsiteY0-662" fmla="*/ 447869 h 2601375"/>
                  <a:gd name="connsiteX1-663" fmla="*/ 1160729 w 2601026"/>
                  <a:gd name="connsiteY1-664" fmla="*/ 354563 h 2601375"/>
                  <a:gd name="connsiteX2-665" fmla="*/ 1164461 w 2601026"/>
                  <a:gd name="connsiteY2-666" fmla="*/ 0 h 2601375"/>
                  <a:gd name="connsiteX3-667" fmla="*/ 1645920 w 2601026"/>
                  <a:gd name="connsiteY3-668" fmla="*/ 41055 h 2601375"/>
                  <a:gd name="connsiteX4-669" fmla="*/ 1582472 w 2601026"/>
                  <a:gd name="connsiteY4-670" fmla="*/ 388153 h 2601375"/>
                  <a:gd name="connsiteX5-671" fmla="*/ 1884784 w 2601026"/>
                  <a:gd name="connsiteY5-672" fmla="*/ 537443 h 2601375"/>
                  <a:gd name="connsiteX6-673" fmla="*/ 2142309 w 2601026"/>
                  <a:gd name="connsiteY6-674" fmla="*/ 298579 h 2601375"/>
                  <a:gd name="connsiteX7-675" fmla="*/ 2429692 w 2601026"/>
                  <a:gd name="connsiteY7-676" fmla="*/ 656875 h 2601375"/>
                  <a:gd name="connsiteX8-677" fmla="*/ 2146041 w 2601026"/>
                  <a:gd name="connsiteY8-678" fmla="*/ 850952 h 2601375"/>
                  <a:gd name="connsiteX9-679" fmla="*/ 2246812 w 2601026"/>
                  <a:gd name="connsiteY9-680" fmla="*/ 1194318 h 2601375"/>
                  <a:gd name="connsiteX10-681" fmla="*/ 2597643 w 2601026"/>
                  <a:gd name="connsiteY10-682" fmla="*/ 1160728 h 2601375"/>
                  <a:gd name="connsiteX11-683" fmla="*/ 2556588 w 2601026"/>
                  <a:gd name="connsiteY11-684" fmla="*/ 1645920 h 2601375"/>
                  <a:gd name="connsiteX12-685" fmla="*/ 2209489 w 2601026"/>
                  <a:gd name="connsiteY12-686" fmla="*/ 1593668 h 2601375"/>
                  <a:gd name="connsiteX13-687" fmla="*/ 2052735 w 2601026"/>
                  <a:gd name="connsiteY13-688" fmla="*/ 1877319 h 2601375"/>
                  <a:gd name="connsiteX14-689" fmla="*/ 2291599 w 2601026"/>
                  <a:gd name="connsiteY14-690" fmla="*/ 2134844 h 2601375"/>
                  <a:gd name="connsiteX15-691" fmla="*/ 1944500 w 2601026"/>
                  <a:gd name="connsiteY15-692" fmla="*/ 2437156 h 2601375"/>
                  <a:gd name="connsiteX16-693" fmla="*/ 1724298 w 2601026"/>
                  <a:gd name="connsiteY16-694" fmla="*/ 2153505 h 2601375"/>
                  <a:gd name="connsiteX17-695" fmla="*/ 1429450 w 2601026"/>
                  <a:gd name="connsiteY17-696" fmla="*/ 2246811 h 2601375"/>
                  <a:gd name="connsiteX18-697" fmla="*/ 1410789 w 2601026"/>
                  <a:gd name="connsiteY18-698" fmla="*/ 2601375 h 2601375"/>
                  <a:gd name="connsiteX19-699" fmla="*/ 944258 w 2601026"/>
                  <a:gd name="connsiteY19-700" fmla="*/ 2560320 h 2601375"/>
                  <a:gd name="connsiteX20-701" fmla="*/ 1011439 w 2601026"/>
                  <a:gd name="connsiteY20-702" fmla="*/ 2213221 h 2601375"/>
                  <a:gd name="connsiteX21-703" fmla="*/ 716591 w 2601026"/>
                  <a:gd name="connsiteY21-704" fmla="*/ 2067664 h 2601375"/>
                  <a:gd name="connsiteX22-705" fmla="*/ 459067 w 2601026"/>
                  <a:gd name="connsiteY22-706" fmla="*/ 2299063 h 2601375"/>
                  <a:gd name="connsiteX23-707" fmla="*/ 164219 w 2601026"/>
                  <a:gd name="connsiteY23-708" fmla="*/ 1955696 h 2601375"/>
                  <a:gd name="connsiteX24-709" fmla="*/ 440405 w 2601026"/>
                  <a:gd name="connsiteY24-710" fmla="*/ 1731761 h 2601375"/>
                  <a:gd name="connsiteX25-711" fmla="*/ 343367 w 2601026"/>
                  <a:gd name="connsiteY25-712" fmla="*/ 1425717 h 2601375"/>
                  <a:gd name="connsiteX26-713" fmla="*/ 0 w 2601026"/>
                  <a:gd name="connsiteY26-714" fmla="*/ 1440646 h 2601375"/>
                  <a:gd name="connsiteX27-715" fmla="*/ 33591 w 2601026"/>
                  <a:gd name="connsiteY27-716" fmla="*/ 974116 h 2601375"/>
                  <a:gd name="connsiteX28-717" fmla="*/ 380689 w 2601026"/>
                  <a:gd name="connsiteY28-718" fmla="*/ 1007706 h 2601375"/>
                  <a:gd name="connsiteX29-719" fmla="*/ 529979 w 2601026"/>
                  <a:gd name="connsiteY29-720" fmla="*/ 724055 h 2601375"/>
                  <a:gd name="connsiteX30-721" fmla="*/ 287383 w 2601026"/>
                  <a:gd name="connsiteY30-722" fmla="*/ 470263 h 2601375"/>
                  <a:gd name="connsiteX31-723" fmla="*/ 630750 w 2601026"/>
                  <a:gd name="connsiteY31-724" fmla="*/ 171683 h 2601375"/>
                  <a:gd name="connsiteX32-725" fmla="*/ 850952 w 2601026"/>
                  <a:gd name="connsiteY32-726" fmla="*/ 447869 h 2601375"/>
                  <a:gd name="connsiteX0-727" fmla="*/ 850952 w 2601026"/>
                  <a:gd name="connsiteY0-728" fmla="*/ 447869 h 2601375"/>
                  <a:gd name="connsiteX1-729" fmla="*/ 1160729 w 2601026"/>
                  <a:gd name="connsiteY1-730" fmla="*/ 354563 h 2601375"/>
                  <a:gd name="connsiteX2-731" fmla="*/ 1164461 w 2601026"/>
                  <a:gd name="connsiteY2-732" fmla="*/ 0 h 2601375"/>
                  <a:gd name="connsiteX3-733" fmla="*/ 1645920 w 2601026"/>
                  <a:gd name="connsiteY3-734" fmla="*/ 41055 h 2601375"/>
                  <a:gd name="connsiteX4-735" fmla="*/ 1582472 w 2601026"/>
                  <a:gd name="connsiteY4-736" fmla="*/ 388153 h 2601375"/>
                  <a:gd name="connsiteX5-737" fmla="*/ 1884784 w 2601026"/>
                  <a:gd name="connsiteY5-738" fmla="*/ 537443 h 2601375"/>
                  <a:gd name="connsiteX6-739" fmla="*/ 2142309 w 2601026"/>
                  <a:gd name="connsiteY6-740" fmla="*/ 298579 h 2601375"/>
                  <a:gd name="connsiteX7-741" fmla="*/ 2429692 w 2601026"/>
                  <a:gd name="connsiteY7-742" fmla="*/ 656875 h 2601375"/>
                  <a:gd name="connsiteX8-743" fmla="*/ 2146041 w 2601026"/>
                  <a:gd name="connsiteY8-744" fmla="*/ 850952 h 2601375"/>
                  <a:gd name="connsiteX9-745" fmla="*/ 2246812 w 2601026"/>
                  <a:gd name="connsiteY9-746" fmla="*/ 1194318 h 2601375"/>
                  <a:gd name="connsiteX10-747" fmla="*/ 2597643 w 2601026"/>
                  <a:gd name="connsiteY10-748" fmla="*/ 1160728 h 2601375"/>
                  <a:gd name="connsiteX11-749" fmla="*/ 2556588 w 2601026"/>
                  <a:gd name="connsiteY11-750" fmla="*/ 1645920 h 2601375"/>
                  <a:gd name="connsiteX12-751" fmla="*/ 2209489 w 2601026"/>
                  <a:gd name="connsiteY12-752" fmla="*/ 1593668 h 2601375"/>
                  <a:gd name="connsiteX13-753" fmla="*/ 2052735 w 2601026"/>
                  <a:gd name="connsiteY13-754" fmla="*/ 1877319 h 2601375"/>
                  <a:gd name="connsiteX14-755" fmla="*/ 2291599 w 2601026"/>
                  <a:gd name="connsiteY14-756" fmla="*/ 2134844 h 2601375"/>
                  <a:gd name="connsiteX15-757" fmla="*/ 1944500 w 2601026"/>
                  <a:gd name="connsiteY15-758" fmla="*/ 2437156 h 2601375"/>
                  <a:gd name="connsiteX16-759" fmla="*/ 1724298 w 2601026"/>
                  <a:gd name="connsiteY16-760" fmla="*/ 2153505 h 2601375"/>
                  <a:gd name="connsiteX17-761" fmla="*/ 1429450 w 2601026"/>
                  <a:gd name="connsiteY17-762" fmla="*/ 2246811 h 2601375"/>
                  <a:gd name="connsiteX18-763" fmla="*/ 1410789 w 2601026"/>
                  <a:gd name="connsiteY18-764" fmla="*/ 2601375 h 2601375"/>
                  <a:gd name="connsiteX19-765" fmla="*/ 944258 w 2601026"/>
                  <a:gd name="connsiteY19-766" fmla="*/ 2560320 h 2601375"/>
                  <a:gd name="connsiteX20-767" fmla="*/ 1011439 w 2601026"/>
                  <a:gd name="connsiteY20-768" fmla="*/ 2213221 h 2601375"/>
                  <a:gd name="connsiteX21-769" fmla="*/ 716591 w 2601026"/>
                  <a:gd name="connsiteY21-770" fmla="*/ 2067664 h 2601375"/>
                  <a:gd name="connsiteX22-771" fmla="*/ 459067 w 2601026"/>
                  <a:gd name="connsiteY22-772" fmla="*/ 2299063 h 2601375"/>
                  <a:gd name="connsiteX23-773" fmla="*/ 164219 w 2601026"/>
                  <a:gd name="connsiteY23-774" fmla="*/ 1955696 h 2601375"/>
                  <a:gd name="connsiteX24-775" fmla="*/ 440405 w 2601026"/>
                  <a:gd name="connsiteY24-776" fmla="*/ 1731761 h 2601375"/>
                  <a:gd name="connsiteX25-777" fmla="*/ 343367 w 2601026"/>
                  <a:gd name="connsiteY25-778" fmla="*/ 1425717 h 2601375"/>
                  <a:gd name="connsiteX26-779" fmla="*/ 0 w 2601026"/>
                  <a:gd name="connsiteY26-780" fmla="*/ 1440646 h 2601375"/>
                  <a:gd name="connsiteX27-781" fmla="*/ 33591 w 2601026"/>
                  <a:gd name="connsiteY27-782" fmla="*/ 974116 h 2601375"/>
                  <a:gd name="connsiteX28-783" fmla="*/ 380689 w 2601026"/>
                  <a:gd name="connsiteY28-784" fmla="*/ 1007706 h 2601375"/>
                  <a:gd name="connsiteX29-785" fmla="*/ 529979 w 2601026"/>
                  <a:gd name="connsiteY29-786" fmla="*/ 724055 h 2601375"/>
                  <a:gd name="connsiteX30-787" fmla="*/ 287383 w 2601026"/>
                  <a:gd name="connsiteY30-788" fmla="*/ 470263 h 2601375"/>
                  <a:gd name="connsiteX31-789" fmla="*/ 630750 w 2601026"/>
                  <a:gd name="connsiteY31-790" fmla="*/ 171683 h 2601375"/>
                  <a:gd name="connsiteX32-791" fmla="*/ 850952 w 2601026"/>
                  <a:gd name="connsiteY32-792" fmla="*/ 447869 h 2601375"/>
                  <a:gd name="connsiteX0-793" fmla="*/ 850952 w 2601026"/>
                  <a:gd name="connsiteY0-794" fmla="*/ 447869 h 2601375"/>
                  <a:gd name="connsiteX1-795" fmla="*/ 1160729 w 2601026"/>
                  <a:gd name="connsiteY1-796" fmla="*/ 354563 h 2601375"/>
                  <a:gd name="connsiteX2-797" fmla="*/ 1164461 w 2601026"/>
                  <a:gd name="connsiteY2-798" fmla="*/ 0 h 2601375"/>
                  <a:gd name="connsiteX3-799" fmla="*/ 1645920 w 2601026"/>
                  <a:gd name="connsiteY3-800" fmla="*/ 41055 h 2601375"/>
                  <a:gd name="connsiteX4-801" fmla="*/ 1582472 w 2601026"/>
                  <a:gd name="connsiteY4-802" fmla="*/ 388153 h 2601375"/>
                  <a:gd name="connsiteX5-803" fmla="*/ 1884784 w 2601026"/>
                  <a:gd name="connsiteY5-804" fmla="*/ 537443 h 2601375"/>
                  <a:gd name="connsiteX6-805" fmla="*/ 2142309 w 2601026"/>
                  <a:gd name="connsiteY6-806" fmla="*/ 298579 h 2601375"/>
                  <a:gd name="connsiteX7-807" fmla="*/ 2429692 w 2601026"/>
                  <a:gd name="connsiteY7-808" fmla="*/ 656875 h 2601375"/>
                  <a:gd name="connsiteX8-809" fmla="*/ 2146041 w 2601026"/>
                  <a:gd name="connsiteY8-810" fmla="*/ 850952 h 2601375"/>
                  <a:gd name="connsiteX9-811" fmla="*/ 2246812 w 2601026"/>
                  <a:gd name="connsiteY9-812" fmla="*/ 1194318 h 2601375"/>
                  <a:gd name="connsiteX10-813" fmla="*/ 2597643 w 2601026"/>
                  <a:gd name="connsiteY10-814" fmla="*/ 1160728 h 2601375"/>
                  <a:gd name="connsiteX11-815" fmla="*/ 2556588 w 2601026"/>
                  <a:gd name="connsiteY11-816" fmla="*/ 1645920 h 2601375"/>
                  <a:gd name="connsiteX12-817" fmla="*/ 2209489 w 2601026"/>
                  <a:gd name="connsiteY12-818" fmla="*/ 1593668 h 2601375"/>
                  <a:gd name="connsiteX13-819" fmla="*/ 2056467 w 2601026"/>
                  <a:gd name="connsiteY13-820" fmla="*/ 1877319 h 2601375"/>
                  <a:gd name="connsiteX14-821" fmla="*/ 2291599 w 2601026"/>
                  <a:gd name="connsiteY14-822" fmla="*/ 2134844 h 2601375"/>
                  <a:gd name="connsiteX15-823" fmla="*/ 1944500 w 2601026"/>
                  <a:gd name="connsiteY15-824" fmla="*/ 2437156 h 2601375"/>
                  <a:gd name="connsiteX16-825" fmla="*/ 1724298 w 2601026"/>
                  <a:gd name="connsiteY16-826" fmla="*/ 2153505 h 2601375"/>
                  <a:gd name="connsiteX17-827" fmla="*/ 1429450 w 2601026"/>
                  <a:gd name="connsiteY17-828" fmla="*/ 2246811 h 2601375"/>
                  <a:gd name="connsiteX18-829" fmla="*/ 1410789 w 2601026"/>
                  <a:gd name="connsiteY18-830" fmla="*/ 2601375 h 2601375"/>
                  <a:gd name="connsiteX19-831" fmla="*/ 944258 w 2601026"/>
                  <a:gd name="connsiteY19-832" fmla="*/ 2560320 h 2601375"/>
                  <a:gd name="connsiteX20-833" fmla="*/ 1011439 w 2601026"/>
                  <a:gd name="connsiteY20-834" fmla="*/ 2213221 h 2601375"/>
                  <a:gd name="connsiteX21-835" fmla="*/ 716591 w 2601026"/>
                  <a:gd name="connsiteY21-836" fmla="*/ 2067664 h 2601375"/>
                  <a:gd name="connsiteX22-837" fmla="*/ 459067 w 2601026"/>
                  <a:gd name="connsiteY22-838" fmla="*/ 2299063 h 2601375"/>
                  <a:gd name="connsiteX23-839" fmla="*/ 164219 w 2601026"/>
                  <a:gd name="connsiteY23-840" fmla="*/ 1955696 h 2601375"/>
                  <a:gd name="connsiteX24-841" fmla="*/ 440405 w 2601026"/>
                  <a:gd name="connsiteY24-842" fmla="*/ 1731761 h 2601375"/>
                  <a:gd name="connsiteX25-843" fmla="*/ 343367 w 2601026"/>
                  <a:gd name="connsiteY25-844" fmla="*/ 1425717 h 2601375"/>
                  <a:gd name="connsiteX26-845" fmla="*/ 0 w 2601026"/>
                  <a:gd name="connsiteY26-846" fmla="*/ 1440646 h 2601375"/>
                  <a:gd name="connsiteX27-847" fmla="*/ 33591 w 2601026"/>
                  <a:gd name="connsiteY27-848" fmla="*/ 974116 h 2601375"/>
                  <a:gd name="connsiteX28-849" fmla="*/ 380689 w 2601026"/>
                  <a:gd name="connsiteY28-850" fmla="*/ 1007706 h 2601375"/>
                  <a:gd name="connsiteX29-851" fmla="*/ 529979 w 2601026"/>
                  <a:gd name="connsiteY29-852" fmla="*/ 724055 h 2601375"/>
                  <a:gd name="connsiteX30-853" fmla="*/ 287383 w 2601026"/>
                  <a:gd name="connsiteY30-854" fmla="*/ 470263 h 2601375"/>
                  <a:gd name="connsiteX31-855" fmla="*/ 630750 w 2601026"/>
                  <a:gd name="connsiteY31-856" fmla="*/ 171683 h 2601375"/>
                  <a:gd name="connsiteX32-857" fmla="*/ 850952 w 2601026"/>
                  <a:gd name="connsiteY32-858" fmla="*/ 447869 h 2601375"/>
                  <a:gd name="connsiteX0-859" fmla="*/ 850952 w 2601026"/>
                  <a:gd name="connsiteY0-860" fmla="*/ 447869 h 2601375"/>
                  <a:gd name="connsiteX1-861" fmla="*/ 1160729 w 2601026"/>
                  <a:gd name="connsiteY1-862" fmla="*/ 354563 h 2601375"/>
                  <a:gd name="connsiteX2-863" fmla="*/ 1164461 w 2601026"/>
                  <a:gd name="connsiteY2-864" fmla="*/ 0 h 2601375"/>
                  <a:gd name="connsiteX3-865" fmla="*/ 1645920 w 2601026"/>
                  <a:gd name="connsiteY3-866" fmla="*/ 41055 h 2601375"/>
                  <a:gd name="connsiteX4-867" fmla="*/ 1582472 w 2601026"/>
                  <a:gd name="connsiteY4-868" fmla="*/ 388153 h 2601375"/>
                  <a:gd name="connsiteX5-869" fmla="*/ 1884784 w 2601026"/>
                  <a:gd name="connsiteY5-870" fmla="*/ 537443 h 2601375"/>
                  <a:gd name="connsiteX6-871" fmla="*/ 2142309 w 2601026"/>
                  <a:gd name="connsiteY6-872" fmla="*/ 298579 h 2601375"/>
                  <a:gd name="connsiteX7-873" fmla="*/ 2429692 w 2601026"/>
                  <a:gd name="connsiteY7-874" fmla="*/ 656875 h 2601375"/>
                  <a:gd name="connsiteX8-875" fmla="*/ 2146041 w 2601026"/>
                  <a:gd name="connsiteY8-876" fmla="*/ 850952 h 2601375"/>
                  <a:gd name="connsiteX9-877" fmla="*/ 2246812 w 2601026"/>
                  <a:gd name="connsiteY9-878" fmla="*/ 1194318 h 2601375"/>
                  <a:gd name="connsiteX10-879" fmla="*/ 2597643 w 2601026"/>
                  <a:gd name="connsiteY10-880" fmla="*/ 1160728 h 2601375"/>
                  <a:gd name="connsiteX11-881" fmla="*/ 2556588 w 2601026"/>
                  <a:gd name="connsiteY11-882" fmla="*/ 1645920 h 2601375"/>
                  <a:gd name="connsiteX12-883" fmla="*/ 2209489 w 2601026"/>
                  <a:gd name="connsiteY12-884" fmla="*/ 1593668 h 2601375"/>
                  <a:gd name="connsiteX13-885" fmla="*/ 2056467 w 2601026"/>
                  <a:gd name="connsiteY13-886" fmla="*/ 1877319 h 2601375"/>
                  <a:gd name="connsiteX14-887" fmla="*/ 2291599 w 2601026"/>
                  <a:gd name="connsiteY14-888" fmla="*/ 2134844 h 2601375"/>
                  <a:gd name="connsiteX15-889" fmla="*/ 1944500 w 2601026"/>
                  <a:gd name="connsiteY15-890" fmla="*/ 2437156 h 2601375"/>
                  <a:gd name="connsiteX16-891" fmla="*/ 1724298 w 2601026"/>
                  <a:gd name="connsiteY16-892" fmla="*/ 2153505 h 2601375"/>
                  <a:gd name="connsiteX17-893" fmla="*/ 1429450 w 2601026"/>
                  <a:gd name="connsiteY17-894" fmla="*/ 2246811 h 2601375"/>
                  <a:gd name="connsiteX18-895" fmla="*/ 1410789 w 2601026"/>
                  <a:gd name="connsiteY18-896" fmla="*/ 2601375 h 2601375"/>
                  <a:gd name="connsiteX19-897" fmla="*/ 944258 w 2601026"/>
                  <a:gd name="connsiteY19-898" fmla="*/ 2560320 h 2601375"/>
                  <a:gd name="connsiteX20-899" fmla="*/ 1011439 w 2601026"/>
                  <a:gd name="connsiteY20-900" fmla="*/ 2213221 h 2601375"/>
                  <a:gd name="connsiteX21-901" fmla="*/ 716591 w 2601026"/>
                  <a:gd name="connsiteY21-902" fmla="*/ 2067664 h 2601375"/>
                  <a:gd name="connsiteX22-903" fmla="*/ 459067 w 2601026"/>
                  <a:gd name="connsiteY22-904" fmla="*/ 2299063 h 2601375"/>
                  <a:gd name="connsiteX23-905" fmla="*/ 164219 w 2601026"/>
                  <a:gd name="connsiteY23-906" fmla="*/ 1955696 h 2601375"/>
                  <a:gd name="connsiteX24-907" fmla="*/ 440405 w 2601026"/>
                  <a:gd name="connsiteY24-908" fmla="*/ 1731761 h 2601375"/>
                  <a:gd name="connsiteX25-909" fmla="*/ 343367 w 2601026"/>
                  <a:gd name="connsiteY25-910" fmla="*/ 1425717 h 2601375"/>
                  <a:gd name="connsiteX26-911" fmla="*/ 0 w 2601026"/>
                  <a:gd name="connsiteY26-912" fmla="*/ 1440646 h 2601375"/>
                  <a:gd name="connsiteX27-913" fmla="*/ 33591 w 2601026"/>
                  <a:gd name="connsiteY27-914" fmla="*/ 974116 h 2601375"/>
                  <a:gd name="connsiteX28-915" fmla="*/ 380689 w 2601026"/>
                  <a:gd name="connsiteY28-916" fmla="*/ 1007706 h 2601375"/>
                  <a:gd name="connsiteX29-917" fmla="*/ 529979 w 2601026"/>
                  <a:gd name="connsiteY29-918" fmla="*/ 724055 h 2601375"/>
                  <a:gd name="connsiteX30-919" fmla="*/ 287383 w 2601026"/>
                  <a:gd name="connsiteY30-920" fmla="*/ 470263 h 2601375"/>
                  <a:gd name="connsiteX31-921" fmla="*/ 630750 w 2601026"/>
                  <a:gd name="connsiteY31-922" fmla="*/ 171683 h 2601375"/>
                  <a:gd name="connsiteX32-923" fmla="*/ 850952 w 2601026"/>
                  <a:gd name="connsiteY32-924" fmla="*/ 447869 h 2601375"/>
                  <a:gd name="connsiteX0-925" fmla="*/ 850952 w 2601026"/>
                  <a:gd name="connsiteY0-926" fmla="*/ 447869 h 2601375"/>
                  <a:gd name="connsiteX1-927" fmla="*/ 1160729 w 2601026"/>
                  <a:gd name="connsiteY1-928" fmla="*/ 354563 h 2601375"/>
                  <a:gd name="connsiteX2-929" fmla="*/ 1164461 w 2601026"/>
                  <a:gd name="connsiteY2-930" fmla="*/ 0 h 2601375"/>
                  <a:gd name="connsiteX3-931" fmla="*/ 1645920 w 2601026"/>
                  <a:gd name="connsiteY3-932" fmla="*/ 41055 h 2601375"/>
                  <a:gd name="connsiteX4-933" fmla="*/ 1582472 w 2601026"/>
                  <a:gd name="connsiteY4-934" fmla="*/ 388153 h 2601375"/>
                  <a:gd name="connsiteX5-935" fmla="*/ 1884784 w 2601026"/>
                  <a:gd name="connsiteY5-936" fmla="*/ 537443 h 2601375"/>
                  <a:gd name="connsiteX6-937" fmla="*/ 2142309 w 2601026"/>
                  <a:gd name="connsiteY6-938" fmla="*/ 298579 h 2601375"/>
                  <a:gd name="connsiteX7-939" fmla="*/ 2429692 w 2601026"/>
                  <a:gd name="connsiteY7-940" fmla="*/ 656875 h 2601375"/>
                  <a:gd name="connsiteX8-941" fmla="*/ 2146041 w 2601026"/>
                  <a:gd name="connsiteY8-942" fmla="*/ 850952 h 2601375"/>
                  <a:gd name="connsiteX9-943" fmla="*/ 2246812 w 2601026"/>
                  <a:gd name="connsiteY9-944" fmla="*/ 1194318 h 2601375"/>
                  <a:gd name="connsiteX10-945" fmla="*/ 2597643 w 2601026"/>
                  <a:gd name="connsiteY10-946" fmla="*/ 1160728 h 2601375"/>
                  <a:gd name="connsiteX11-947" fmla="*/ 2556588 w 2601026"/>
                  <a:gd name="connsiteY11-948" fmla="*/ 1645920 h 2601375"/>
                  <a:gd name="connsiteX12-949" fmla="*/ 2209489 w 2601026"/>
                  <a:gd name="connsiteY12-950" fmla="*/ 1593668 h 2601375"/>
                  <a:gd name="connsiteX13-951" fmla="*/ 2056467 w 2601026"/>
                  <a:gd name="connsiteY13-952" fmla="*/ 1877319 h 2601375"/>
                  <a:gd name="connsiteX14-953" fmla="*/ 2291599 w 2601026"/>
                  <a:gd name="connsiteY14-954" fmla="*/ 2134844 h 2601375"/>
                  <a:gd name="connsiteX15-955" fmla="*/ 1944500 w 2601026"/>
                  <a:gd name="connsiteY15-956" fmla="*/ 2437156 h 2601375"/>
                  <a:gd name="connsiteX16-957" fmla="*/ 1724298 w 2601026"/>
                  <a:gd name="connsiteY16-958" fmla="*/ 2153505 h 2601375"/>
                  <a:gd name="connsiteX17-959" fmla="*/ 1429450 w 2601026"/>
                  <a:gd name="connsiteY17-960" fmla="*/ 2246811 h 2601375"/>
                  <a:gd name="connsiteX18-961" fmla="*/ 1410789 w 2601026"/>
                  <a:gd name="connsiteY18-962" fmla="*/ 2601375 h 2601375"/>
                  <a:gd name="connsiteX19-963" fmla="*/ 944258 w 2601026"/>
                  <a:gd name="connsiteY19-964" fmla="*/ 2560320 h 2601375"/>
                  <a:gd name="connsiteX20-965" fmla="*/ 1011439 w 2601026"/>
                  <a:gd name="connsiteY20-966" fmla="*/ 2213221 h 2601375"/>
                  <a:gd name="connsiteX21-967" fmla="*/ 716591 w 2601026"/>
                  <a:gd name="connsiteY21-968" fmla="*/ 2067664 h 2601375"/>
                  <a:gd name="connsiteX22-969" fmla="*/ 459067 w 2601026"/>
                  <a:gd name="connsiteY22-970" fmla="*/ 2299063 h 2601375"/>
                  <a:gd name="connsiteX23-971" fmla="*/ 164219 w 2601026"/>
                  <a:gd name="connsiteY23-972" fmla="*/ 1955696 h 2601375"/>
                  <a:gd name="connsiteX24-973" fmla="*/ 440405 w 2601026"/>
                  <a:gd name="connsiteY24-974" fmla="*/ 1731761 h 2601375"/>
                  <a:gd name="connsiteX25-975" fmla="*/ 343367 w 2601026"/>
                  <a:gd name="connsiteY25-976" fmla="*/ 1425717 h 2601375"/>
                  <a:gd name="connsiteX26-977" fmla="*/ 0 w 2601026"/>
                  <a:gd name="connsiteY26-978" fmla="*/ 1440646 h 2601375"/>
                  <a:gd name="connsiteX27-979" fmla="*/ 33591 w 2601026"/>
                  <a:gd name="connsiteY27-980" fmla="*/ 974116 h 2601375"/>
                  <a:gd name="connsiteX28-981" fmla="*/ 380689 w 2601026"/>
                  <a:gd name="connsiteY28-982" fmla="*/ 1007706 h 2601375"/>
                  <a:gd name="connsiteX29-983" fmla="*/ 529979 w 2601026"/>
                  <a:gd name="connsiteY29-984" fmla="*/ 724055 h 2601375"/>
                  <a:gd name="connsiteX30-985" fmla="*/ 287383 w 2601026"/>
                  <a:gd name="connsiteY30-986" fmla="*/ 470263 h 2601375"/>
                  <a:gd name="connsiteX31-987" fmla="*/ 630750 w 2601026"/>
                  <a:gd name="connsiteY31-988" fmla="*/ 171683 h 2601375"/>
                  <a:gd name="connsiteX32-989" fmla="*/ 850952 w 2601026"/>
                  <a:gd name="connsiteY32-990" fmla="*/ 447869 h 2601375"/>
                  <a:gd name="connsiteX0-991" fmla="*/ 850952 w 2601026"/>
                  <a:gd name="connsiteY0-992" fmla="*/ 447869 h 2601375"/>
                  <a:gd name="connsiteX1-993" fmla="*/ 1160729 w 2601026"/>
                  <a:gd name="connsiteY1-994" fmla="*/ 354563 h 2601375"/>
                  <a:gd name="connsiteX2-995" fmla="*/ 1164461 w 2601026"/>
                  <a:gd name="connsiteY2-996" fmla="*/ 0 h 2601375"/>
                  <a:gd name="connsiteX3-997" fmla="*/ 1645920 w 2601026"/>
                  <a:gd name="connsiteY3-998" fmla="*/ 41055 h 2601375"/>
                  <a:gd name="connsiteX4-999" fmla="*/ 1582472 w 2601026"/>
                  <a:gd name="connsiteY4-1000" fmla="*/ 388153 h 2601375"/>
                  <a:gd name="connsiteX5-1001" fmla="*/ 1884784 w 2601026"/>
                  <a:gd name="connsiteY5-1002" fmla="*/ 537443 h 2601375"/>
                  <a:gd name="connsiteX6-1003" fmla="*/ 2142309 w 2601026"/>
                  <a:gd name="connsiteY6-1004" fmla="*/ 298579 h 2601375"/>
                  <a:gd name="connsiteX7-1005" fmla="*/ 2429692 w 2601026"/>
                  <a:gd name="connsiteY7-1006" fmla="*/ 656875 h 2601375"/>
                  <a:gd name="connsiteX8-1007" fmla="*/ 2146041 w 2601026"/>
                  <a:gd name="connsiteY8-1008" fmla="*/ 850952 h 2601375"/>
                  <a:gd name="connsiteX9-1009" fmla="*/ 2246812 w 2601026"/>
                  <a:gd name="connsiteY9-1010" fmla="*/ 1194318 h 2601375"/>
                  <a:gd name="connsiteX10-1011" fmla="*/ 2597643 w 2601026"/>
                  <a:gd name="connsiteY10-1012" fmla="*/ 1160728 h 2601375"/>
                  <a:gd name="connsiteX11-1013" fmla="*/ 2556588 w 2601026"/>
                  <a:gd name="connsiteY11-1014" fmla="*/ 1645920 h 2601375"/>
                  <a:gd name="connsiteX12-1015" fmla="*/ 2209489 w 2601026"/>
                  <a:gd name="connsiteY12-1016" fmla="*/ 1593668 h 2601375"/>
                  <a:gd name="connsiteX13-1017" fmla="*/ 2056467 w 2601026"/>
                  <a:gd name="connsiteY13-1018" fmla="*/ 1877319 h 2601375"/>
                  <a:gd name="connsiteX14-1019" fmla="*/ 2291599 w 2601026"/>
                  <a:gd name="connsiteY14-1020" fmla="*/ 2134844 h 2601375"/>
                  <a:gd name="connsiteX15-1021" fmla="*/ 1944500 w 2601026"/>
                  <a:gd name="connsiteY15-1022" fmla="*/ 2437156 h 2601375"/>
                  <a:gd name="connsiteX16-1023" fmla="*/ 1724298 w 2601026"/>
                  <a:gd name="connsiteY16-1024" fmla="*/ 2153505 h 2601375"/>
                  <a:gd name="connsiteX17-1025" fmla="*/ 1429450 w 2601026"/>
                  <a:gd name="connsiteY17-1026" fmla="*/ 2246811 h 2601375"/>
                  <a:gd name="connsiteX18-1027" fmla="*/ 1410789 w 2601026"/>
                  <a:gd name="connsiteY18-1028" fmla="*/ 2601375 h 2601375"/>
                  <a:gd name="connsiteX19-1029" fmla="*/ 944258 w 2601026"/>
                  <a:gd name="connsiteY19-1030" fmla="*/ 2560320 h 2601375"/>
                  <a:gd name="connsiteX20-1031" fmla="*/ 1011439 w 2601026"/>
                  <a:gd name="connsiteY20-1032" fmla="*/ 2213221 h 2601375"/>
                  <a:gd name="connsiteX21-1033" fmla="*/ 716591 w 2601026"/>
                  <a:gd name="connsiteY21-1034" fmla="*/ 2067664 h 2601375"/>
                  <a:gd name="connsiteX22-1035" fmla="*/ 459067 w 2601026"/>
                  <a:gd name="connsiteY22-1036" fmla="*/ 2299063 h 2601375"/>
                  <a:gd name="connsiteX23-1037" fmla="*/ 164219 w 2601026"/>
                  <a:gd name="connsiteY23-1038" fmla="*/ 1955696 h 2601375"/>
                  <a:gd name="connsiteX24-1039" fmla="*/ 440405 w 2601026"/>
                  <a:gd name="connsiteY24-1040" fmla="*/ 1731761 h 2601375"/>
                  <a:gd name="connsiteX25-1041" fmla="*/ 343367 w 2601026"/>
                  <a:gd name="connsiteY25-1042" fmla="*/ 1425717 h 2601375"/>
                  <a:gd name="connsiteX26-1043" fmla="*/ 0 w 2601026"/>
                  <a:gd name="connsiteY26-1044" fmla="*/ 1440646 h 2601375"/>
                  <a:gd name="connsiteX27-1045" fmla="*/ 33591 w 2601026"/>
                  <a:gd name="connsiteY27-1046" fmla="*/ 974116 h 2601375"/>
                  <a:gd name="connsiteX28-1047" fmla="*/ 380689 w 2601026"/>
                  <a:gd name="connsiteY28-1048" fmla="*/ 1007706 h 2601375"/>
                  <a:gd name="connsiteX29-1049" fmla="*/ 529979 w 2601026"/>
                  <a:gd name="connsiteY29-1050" fmla="*/ 724055 h 2601375"/>
                  <a:gd name="connsiteX30-1051" fmla="*/ 287383 w 2601026"/>
                  <a:gd name="connsiteY30-1052" fmla="*/ 470263 h 2601375"/>
                  <a:gd name="connsiteX31-1053" fmla="*/ 630750 w 2601026"/>
                  <a:gd name="connsiteY31-1054" fmla="*/ 171683 h 2601375"/>
                  <a:gd name="connsiteX32-1055" fmla="*/ 850952 w 2601026"/>
                  <a:gd name="connsiteY32-1056" fmla="*/ 447869 h 2601375"/>
                  <a:gd name="connsiteX0-1057" fmla="*/ 850952 w 2601026"/>
                  <a:gd name="connsiteY0-1058" fmla="*/ 447869 h 2604925"/>
                  <a:gd name="connsiteX1-1059" fmla="*/ 1160729 w 2601026"/>
                  <a:gd name="connsiteY1-1060" fmla="*/ 354563 h 2604925"/>
                  <a:gd name="connsiteX2-1061" fmla="*/ 1164461 w 2601026"/>
                  <a:gd name="connsiteY2-1062" fmla="*/ 0 h 2604925"/>
                  <a:gd name="connsiteX3-1063" fmla="*/ 1645920 w 2601026"/>
                  <a:gd name="connsiteY3-1064" fmla="*/ 41055 h 2604925"/>
                  <a:gd name="connsiteX4-1065" fmla="*/ 1582472 w 2601026"/>
                  <a:gd name="connsiteY4-1066" fmla="*/ 388153 h 2604925"/>
                  <a:gd name="connsiteX5-1067" fmla="*/ 1884784 w 2601026"/>
                  <a:gd name="connsiteY5-1068" fmla="*/ 537443 h 2604925"/>
                  <a:gd name="connsiteX6-1069" fmla="*/ 2142309 w 2601026"/>
                  <a:gd name="connsiteY6-1070" fmla="*/ 298579 h 2604925"/>
                  <a:gd name="connsiteX7-1071" fmla="*/ 2429692 w 2601026"/>
                  <a:gd name="connsiteY7-1072" fmla="*/ 656875 h 2604925"/>
                  <a:gd name="connsiteX8-1073" fmla="*/ 2146041 w 2601026"/>
                  <a:gd name="connsiteY8-1074" fmla="*/ 850952 h 2604925"/>
                  <a:gd name="connsiteX9-1075" fmla="*/ 2246812 w 2601026"/>
                  <a:gd name="connsiteY9-1076" fmla="*/ 1194318 h 2604925"/>
                  <a:gd name="connsiteX10-1077" fmla="*/ 2597643 w 2601026"/>
                  <a:gd name="connsiteY10-1078" fmla="*/ 1160728 h 2604925"/>
                  <a:gd name="connsiteX11-1079" fmla="*/ 2556588 w 2601026"/>
                  <a:gd name="connsiteY11-1080" fmla="*/ 1645920 h 2604925"/>
                  <a:gd name="connsiteX12-1081" fmla="*/ 2209489 w 2601026"/>
                  <a:gd name="connsiteY12-1082" fmla="*/ 1593668 h 2604925"/>
                  <a:gd name="connsiteX13-1083" fmla="*/ 2056467 w 2601026"/>
                  <a:gd name="connsiteY13-1084" fmla="*/ 1877319 h 2604925"/>
                  <a:gd name="connsiteX14-1085" fmla="*/ 2291599 w 2601026"/>
                  <a:gd name="connsiteY14-1086" fmla="*/ 2134844 h 2604925"/>
                  <a:gd name="connsiteX15-1087" fmla="*/ 1944500 w 2601026"/>
                  <a:gd name="connsiteY15-1088" fmla="*/ 2437156 h 2604925"/>
                  <a:gd name="connsiteX16-1089" fmla="*/ 1724298 w 2601026"/>
                  <a:gd name="connsiteY16-1090" fmla="*/ 2153505 h 2604925"/>
                  <a:gd name="connsiteX17-1091" fmla="*/ 1429450 w 2601026"/>
                  <a:gd name="connsiteY17-1092" fmla="*/ 2246811 h 2604925"/>
                  <a:gd name="connsiteX18-1093" fmla="*/ 1410789 w 2601026"/>
                  <a:gd name="connsiteY18-1094" fmla="*/ 2601375 h 2604925"/>
                  <a:gd name="connsiteX19-1095" fmla="*/ 944258 w 2601026"/>
                  <a:gd name="connsiteY19-1096" fmla="*/ 2560320 h 2604925"/>
                  <a:gd name="connsiteX20-1097" fmla="*/ 1011439 w 2601026"/>
                  <a:gd name="connsiteY20-1098" fmla="*/ 2213221 h 2604925"/>
                  <a:gd name="connsiteX21-1099" fmla="*/ 716591 w 2601026"/>
                  <a:gd name="connsiteY21-1100" fmla="*/ 2067664 h 2604925"/>
                  <a:gd name="connsiteX22-1101" fmla="*/ 459067 w 2601026"/>
                  <a:gd name="connsiteY22-1102" fmla="*/ 2299063 h 2604925"/>
                  <a:gd name="connsiteX23-1103" fmla="*/ 164219 w 2601026"/>
                  <a:gd name="connsiteY23-1104" fmla="*/ 1955696 h 2604925"/>
                  <a:gd name="connsiteX24-1105" fmla="*/ 440405 w 2601026"/>
                  <a:gd name="connsiteY24-1106" fmla="*/ 1731761 h 2604925"/>
                  <a:gd name="connsiteX25-1107" fmla="*/ 343367 w 2601026"/>
                  <a:gd name="connsiteY25-1108" fmla="*/ 1425717 h 2604925"/>
                  <a:gd name="connsiteX26-1109" fmla="*/ 0 w 2601026"/>
                  <a:gd name="connsiteY26-1110" fmla="*/ 1440646 h 2604925"/>
                  <a:gd name="connsiteX27-1111" fmla="*/ 33591 w 2601026"/>
                  <a:gd name="connsiteY27-1112" fmla="*/ 974116 h 2604925"/>
                  <a:gd name="connsiteX28-1113" fmla="*/ 380689 w 2601026"/>
                  <a:gd name="connsiteY28-1114" fmla="*/ 1007706 h 2604925"/>
                  <a:gd name="connsiteX29-1115" fmla="*/ 529979 w 2601026"/>
                  <a:gd name="connsiteY29-1116" fmla="*/ 724055 h 2604925"/>
                  <a:gd name="connsiteX30-1117" fmla="*/ 287383 w 2601026"/>
                  <a:gd name="connsiteY30-1118" fmla="*/ 470263 h 2604925"/>
                  <a:gd name="connsiteX31-1119" fmla="*/ 630750 w 2601026"/>
                  <a:gd name="connsiteY31-1120" fmla="*/ 171683 h 2604925"/>
                  <a:gd name="connsiteX32-1121" fmla="*/ 850952 w 2601026"/>
                  <a:gd name="connsiteY32-1122" fmla="*/ 447869 h 2604925"/>
                  <a:gd name="connsiteX0-1123" fmla="*/ 850952 w 2601026"/>
                  <a:gd name="connsiteY0-1124" fmla="*/ 447869 h 2607945"/>
                  <a:gd name="connsiteX1-1125" fmla="*/ 1160729 w 2601026"/>
                  <a:gd name="connsiteY1-1126" fmla="*/ 354563 h 2607945"/>
                  <a:gd name="connsiteX2-1127" fmla="*/ 1164461 w 2601026"/>
                  <a:gd name="connsiteY2-1128" fmla="*/ 0 h 2607945"/>
                  <a:gd name="connsiteX3-1129" fmla="*/ 1645920 w 2601026"/>
                  <a:gd name="connsiteY3-1130" fmla="*/ 41055 h 2607945"/>
                  <a:gd name="connsiteX4-1131" fmla="*/ 1582472 w 2601026"/>
                  <a:gd name="connsiteY4-1132" fmla="*/ 388153 h 2607945"/>
                  <a:gd name="connsiteX5-1133" fmla="*/ 1884784 w 2601026"/>
                  <a:gd name="connsiteY5-1134" fmla="*/ 537443 h 2607945"/>
                  <a:gd name="connsiteX6-1135" fmla="*/ 2142309 w 2601026"/>
                  <a:gd name="connsiteY6-1136" fmla="*/ 298579 h 2607945"/>
                  <a:gd name="connsiteX7-1137" fmla="*/ 2429692 w 2601026"/>
                  <a:gd name="connsiteY7-1138" fmla="*/ 656875 h 2607945"/>
                  <a:gd name="connsiteX8-1139" fmla="*/ 2146041 w 2601026"/>
                  <a:gd name="connsiteY8-1140" fmla="*/ 850952 h 2607945"/>
                  <a:gd name="connsiteX9-1141" fmla="*/ 2246812 w 2601026"/>
                  <a:gd name="connsiteY9-1142" fmla="*/ 1194318 h 2607945"/>
                  <a:gd name="connsiteX10-1143" fmla="*/ 2597643 w 2601026"/>
                  <a:gd name="connsiteY10-1144" fmla="*/ 1160728 h 2607945"/>
                  <a:gd name="connsiteX11-1145" fmla="*/ 2556588 w 2601026"/>
                  <a:gd name="connsiteY11-1146" fmla="*/ 1645920 h 2607945"/>
                  <a:gd name="connsiteX12-1147" fmla="*/ 2209489 w 2601026"/>
                  <a:gd name="connsiteY12-1148" fmla="*/ 1593668 h 2607945"/>
                  <a:gd name="connsiteX13-1149" fmla="*/ 2056467 w 2601026"/>
                  <a:gd name="connsiteY13-1150" fmla="*/ 1877319 h 2607945"/>
                  <a:gd name="connsiteX14-1151" fmla="*/ 2291599 w 2601026"/>
                  <a:gd name="connsiteY14-1152" fmla="*/ 2134844 h 2607945"/>
                  <a:gd name="connsiteX15-1153" fmla="*/ 1944500 w 2601026"/>
                  <a:gd name="connsiteY15-1154" fmla="*/ 2437156 h 2607945"/>
                  <a:gd name="connsiteX16-1155" fmla="*/ 1724298 w 2601026"/>
                  <a:gd name="connsiteY16-1156" fmla="*/ 2153505 h 2607945"/>
                  <a:gd name="connsiteX17-1157" fmla="*/ 1429450 w 2601026"/>
                  <a:gd name="connsiteY17-1158" fmla="*/ 2246811 h 2607945"/>
                  <a:gd name="connsiteX18-1159" fmla="*/ 1410789 w 2601026"/>
                  <a:gd name="connsiteY18-1160" fmla="*/ 2601375 h 2607945"/>
                  <a:gd name="connsiteX19-1161" fmla="*/ 944258 w 2601026"/>
                  <a:gd name="connsiteY19-1162" fmla="*/ 2560320 h 2607945"/>
                  <a:gd name="connsiteX20-1163" fmla="*/ 1011439 w 2601026"/>
                  <a:gd name="connsiteY20-1164" fmla="*/ 2213221 h 2607945"/>
                  <a:gd name="connsiteX21-1165" fmla="*/ 716591 w 2601026"/>
                  <a:gd name="connsiteY21-1166" fmla="*/ 2067664 h 2607945"/>
                  <a:gd name="connsiteX22-1167" fmla="*/ 459067 w 2601026"/>
                  <a:gd name="connsiteY22-1168" fmla="*/ 2299063 h 2607945"/>
                  <a:gd name="connsiteX23-1169" fmla="*/ 164219 w 2601026"/>
                  <a:gd name="connsiteY23-1170" fmla="*/ 1955696 h 2607945"/>
                  <a:gd name="connsiteX24-1171" fmla="*/ 440405 w 2601026"/>
                  <a:gd name="connsiteY24-1172" fmla="*/ 1731761 h 2607945"/>
                  <a:gd name="connsiteX25-1173" fmla="*/ 343367 w 2601026"/>
                  <a:gd name="connsiteY25-1174" fmla="*/ 1425717 h 2607945"/>
                  <a:gd name="connsiteX26-1175" fmla="*/ 0 w 2601026"/>
                  <a:gd name="connsiteY26-1176" fmla="*/ 1440646 h 2607945"/>
                  <a:gd name="connsiteX27-1177" fmla="*/ 33591 w 2601026"/>
                  <a:gd name="connsiteY27-1178" fmla="*/ 974116 h 2607945"/>
                  <a:gd name="connsiteX28-1179" fmla="*/ 380689 w 2601026"/>
                  <a:gd name="connsiteY28-1180" fmla="*/ 1007706 h 2607945"/>
                  <a:gd name="connsiteX29-1181" fmla="*/ 529979 w 2601026"/>
                  <a:gd name="connsiteY29-1182" fmla="*/ 724055 h 2607945"/>
                  <a:gd name="connsiteX30-1183" fmla="*/ 287383 w 2601026"/>
                  <a:gd name="connsiteY30-1184" fmla="*/ 470263 h 2607945"/>
                  <a:gd name="connsiteX31-1185" fmla="*/ 630750 w 2601026"/>
                  <a:gd name="connsiteY31-1186" fmla="*/ 171683 h 2607945"/>
                  <a:gd name="connsiteX32-1187" fmla="*/ 850952 w 2601026"/>
                  <a:gd name="connsiteY32-1188" fmla="*/ 447869 h 2607945"/>
                  <a:gd name="connsiteX0-1189" fmla="*/ 850952 w 2601026"/>
                  <a:gd name="connsiteY0-1190" fmla="*/ 447869 h 2607945"/>
                  <a:gd name="connsiteX1-1191" fmla="*/ 1160729 w 2601026"/>
                  <a:gd name="connsiteY1-1192" fmla="*/ 354563 h 2607945"/>
                  <a:gd name="connsiteX2-1193" fmla="*/ 1164461 w 2601026"/>
                  <a:gd name="connsiteY2-1194" fmla="*/ 0 h 2607945"/>
                  <a:gd name="connsiteX3-1195" fmla="*/ 1645920 w 2601026"/>
                  <a:gd name="connsiteY3-1196" fmla="*/ 41055 h 2607945"/>
                  <a:gd name="connsiteX4-1197" fmla="*/ 1582472 w 2601026"/>
                  <a:gd name="connsiteY4-1198" fmla="*/ 388153 h 2607945"/>
                  <a:gd name="connsiteX5-1199" fmla="*/ 1884784 w 2601026"/>
                  <a:gd name="connsiteY5-1200" fmla="*/ 537443 h 2607945"/>
                  <a:gd name="connsiteX6-1201" fmla="*/ 2142309 w 2601026"/>
                  <a:gd name="connsiteY6-1202" fmla="*/ 298579 h 2607945"/>
                  <a:gd name="connsiteX7-1203" fmla="*/ 2429692 w 2601026"/>
                  <a:gd name="connsiteY7-1204" fmla="*/ 656875 h 2607945"/>
                  <a:gd name="connsiteX8-1205" fmla="*/ 2146041 w 2601026"/>
                  <a:gd name="connsiteY8-1206" fmla="*/ 850952 h 2607945"/>
                  <a:gd name="connsiteX9-1207" fmla="*/ 2246812 w 2601026"/>
                  <a:gd name="connsiteY9-1208" fmla="*/ 1194318 h 2607945"/>
                  <a:gd name="connsiteX10-1209" fmla="*/ 2597643 w 2601026"/>
                  <a:gd name="connsiteY10-1210" fmla="*/ 1160728 h 2607945"/>
                  <a:gd name="connsiteX11-1211" fmla="*/ 2556588 w 2601026"/>
                  <a:gd name="connsiteY11-1212" fmla="*/ 1645920 h 2607945"/>
                  <a:gd name="connsiteX12-1213" fmla="*/ 2209489 w 2601026"/>
                  <a:gd name="connsiteY12-1214" fmla="*/ 1593668 h 2607945"/>
                  <a:gd name="connsiteX13-1215" fmla="*/ 2056467 w 2601026"/>
                  <a:gd name="connsiteY13-1216" fmla="*/ 1877319 h 2607945"/>
                  <a:gd name="connsiteX14-1217" fmla="*/ 2291599 w 2601026"/>
                  <a:gd name="connsiteY14-1218" fmla="*/ 2134844 h 2607945"/>
                  <a:gd name="connsiteX15-1219" fmla="*/ 1944500 w 2601026"/>
                  <a:gd name="connsiteY15-1220" fmla="*/ 2437156 h 2607945"/>
                  <a:gd name="connsiteX16-1221" fmla="*/ 1724298 w 2601026"/>
                  <a:gd name="connsiteY16-1222" fmla="*/ 2153505 h 2607945"/>
                  <a:gd name="connsiteX17-1223" fmla="*/ 1429450 w 2601026"/>
                  <a:gd name="connsiteY17-1224" fmla="*/ 2246811 h 2607945"/>
                  <a:gd name="connsiteX18-1225" fmla="*/ 1410789 w 2601026"/>
                  <a:gd name="connsiteY18-1226" fmla="*/ 2601375 h 2607945"/>
                  <a:gd name="connsiteX19-1227" fmla="*/ 944258 w 2601026"/>
                  <a:gd name="connsiteY19-1228" fmla="*/ 2560320 h 2607945"/>
                  <a:gd name="connsiteX20-1229" fmla="*/ 1011439 w 2601026"/>
                  <a:gd name="connsiteY20-1230" fmla="*/ 2213221 h 2607945"/>
                  <a:gd name="connsiteX21-1231" fmla="*/ 716591 w 2601026"/>
                  <a:gd name="connsiteY21-1232" fmla="*/ 2067664 h 2607945"/>
                  <a:gd name="connsiteX22-1233" fmla="*/ 459067 w 2601026"/>
                  <a:gd name="connsiteY22-1234" fmla="*/ 2299063 h 2607945"/>
                  <a:gd name="connsiteX23-1235" fmla="*/ 164219 w 2601026"/>
                  <a:gd name="connsiteY23-1236" fmla="*/ 1955696 h 2607945"/>
                  <a:gd name="connsiteX24-1237" fmla="*/ 440405 w 2601026"/>
                  <a:gd name="connsiteY24-1238" fmla="*/ 1731761 h 2607945"/>
                  <a:gd name="connsiteX25-1239" fmla="*/ 343367 w 2601026"/>
                  <a:gd name="connsiteY25-1240" fmla="*/ 1425717 h 2607945"/>
                  <a:gd name="connsiteX26-1241" fmla="*/ 0 w 2601026"/>
                  <a:gd name="connsiteY26-1242" fmla="*/ 1440646 h 2607945"/>
                  <a:gd name="connsiteX27-1243" fmla="*/ 33591 w 2601026"/>
                  <a:gd name="connsiteY27-1244" fmla="*/ 974116 h 2607945"/>
                  <a:gd name="connsiteX28-1245" fmla="*/ 380689 w 2601026"/>
                  <a:gd name="connsiteY28-1246" fmla="*/ 1007706 h 2607945"/>
                  <a:gd name="connsiteX29-1247" fmla="*/ 529979 w 2601026"/>
                  <a:gd name="connsiteY29-1248" fmla="*/ 724055 h 2607945"/>
                  <a:gd name="connsiteX30-1249" fmla="*/ 287383 w 2601026"/>
                  <a:gd name="connsiteY30-1250" fmla="*/ 470263 h 2607945"/>
                  <a:gd name="connsiteX31-1251" fmla="*/ 630750 w 2601026"/>
                  <a:gd name="connsiteY31-1252" fmla="*/ 171683 h 2607945"/>
                  <a:gd name="connsiteX32-1253" fmla="*/ 850952 w 2601026"/>
                  <a:gd name="connsiteY32-1254" fmla="*/ 447869 h 2607945"/>
                  <a:gd name="connsiteX0-1255" fmla="*/ 850952 w 2601026"/>
                  <a:gd name="connsiteY0-1256" fmla="*/ 447869 h 2607945"/>
                  <a:gd name="connsiteX1-1257" fmla="*/ 1160729 w 2601026"/>
                  <a:gd name="connsiteY1-1258" fmla="*/ 354563 h 2607945"/>
                  <a:gd name="connsiteX2-1259" fmla="*/ 1164461 w 2601026"/>
                  <a:gd name="connsiteY2-1260" fmla="*/ 0 h 2607945"/>
                  <a:gd name="connsiteX3-1261" fmla="*/ 1645920 w 2601026"/>
                  <a:gd name="connsiteY3-1262" fmla="*/ 41055 h 2607945"/>
                  <a:gd name="connsiteX4-1263" fmla="*/ 1582472 w 2601026"/>
                  <a:gd name="connsiteY4-1264" fmla="*/ 388153 h 2607945"/>
                  <a:gd name="connsiteX5-1265" fmla="*/ 1884784 w 2601026"/>
                  <a:gd name="connsiteY5-1266" fmla="*/ 537443 h 2607945"/>
                  <a:gd name="connsiteX6-1267" fmla="*/ 2142309 w 2601026"/>
                  <a:gd name="connsiteY6-1268" fmla="*/ 298579 h 2607945"/>
                  <a:gd name="connsiteX7-1269" fmla="*/ 2429692 w 2601026"/>
                  <a:gd name="connsiteY7-1270" fmla="*/ 656875 h 2607945"/>
                  <a:gd name="connsiteX8-1271" fmla="*/ 2146041 w 2601026"/>
                  <a:gd name="connsiteY8-1272" fmla="*/ 850952 h 2607945"/>
                  <a:gd name="connsiteX9-1273" fmla="*/ 2246812 w 2601026"/>
                  <a:gd name="connsiteY9-1274" fmla="*/ 1194318 h 2607945"/>
                  <a:gd name="connsiteX10-1275" fmla="*/ 2597643 w 2601026"/>
                  <a:gd name="connsiteY10-1276" fmla="*/ 1160728 h 2607945"/>
                  <a:gd name="connsiteX11-1277" fmla="*/ 2556588 w 2601026"/>
                  <a:gd name="connsiteY11-1278" fmla="*/ 1645920 h 2607945"/>
                  <a:gd name="connsiteX12-1279" fmla="*/ 2209489 w 2601026"/>
                  <a:gd name="connsiteY12-1280" fmla="*/ 1593668 h 2607945"/>
                  <a:gd name="connsiteX13-1281" fmla="*/ 2056467 w 2601026"/>
                  <a:gd name="connsiteY13-1282" fmla="*/ 1877319 h 2607945"/>
                  <a:gd name="connsiteX14-1283" fmla="*/ 2291599 w 2601026"/>
                  <a:gd name="connsiteY14-1284" fmla="*/ 2134844 h 2607945"/>
                  <a:gd name="connsiteX15-1285" fmla="*/ 1944500 w 2601026"/>
                  <a:gd name="connsiteY15-1286" fmla="*/ 2437156 h 2607945"/>
                  <a:gd name="connsiteX16-1287" fmla="*/ 1724298 w 2601026"/>
                  <a:gd name="connsiteY16-1288" fmla="*/ 2153505 h 2607945"/>
                  <a:gd name="connsiteX17-1289" fmla="*/ 1429450 w 2601026"/>
                  <a:gd name="connsiteY17-1290" fmla="*/ 2246811 h 2607945"/>
                  <a:gd name="connsiteX18-1291" fmla="*/ 1410789 w 2601026"/>
                  <a:gd name="connsiteY18-1292" fmla="*/ 2601375 h 2607945"/>
                  <a:gd name="connsiteX19-1293" fmla="*/ 944258 w 2601026"/>
                  <a:gd name="connsiteY19-1294" fmla="*/ 2560320 h 2607945"/>
                  <a:gd name="connsiteX20-1295" fmla="*/ 1011439 w 2601026"/>
                  <a:gd name="connsiteY20-1296" fmla="*/ 2213221 h 2607945"/>
                  <a:gd name="connsiteX21-1297" fmla="*/ 716591 w 2601026"/>
                  <a:gd name="connsiteY21-1298" fmla="*/ 2067664 h 2607945"/>
                  <a:gd name="connsiteX22-1299" fmla="*/ 459067 w 2601026"/>
                  <a:gd name="connsiteY22-1300" fmla="*/ 2299063 h 2607945"/>
                  <a:gd name="connsiteX23-1301" fmla="*/ 164219 w 2601026"/>
                  <a:gd name="connsiteY23-1302" fmla="*/ 1955696 h 2607945"/>
                  <a:gd name="connsiteX24-1303" fmla="*/ 440405 w 2601026"/>
                  <a:gd name="connsiteY24-1304" fmla="*/ 1731761 h 2607945"/>
                  <a:gd name="connsiteX25-1305" fmla="*/ 343367 w 2601026"/>
                  <a:gd name="connsiteY25-1306" fmla="*/ 1425717 h 2607945"/>
                  <a:gd name="connsiteX26-1307" fmla="*/ 0 w 2601026"/>
                  <a:gd name="connsiteY26-1308" fmla="*/ 1440646 h 2607945"/>
                  <a:gd name="connsiteX27-1309" fmla="*/ 33591 w 2601026"/>
                  <a:gd name="connsiteY27-1310" fmla="*/ 974116 h 2607945"/>
                  <a:gd name="connsiteX28-1311" fmla="*/ 380689 w 2601026"/>
                  <a:gd name="connsiteY28-1312" fmla="*/ 1007706 h 2607945"/>
                  <a:gd name="connsiteX29-1313" fmla="*/ 529979 w 2601026"/>
                  <a:gd name="connsiteY29-1314" fmla="*/ 724055 h 2607945"/>
                  <a:gd name="connsiteX30-1315" fmla="*/ 287383 w 2601026"/>
                  <a:gd name="connsiteY30-1316" fmla="*/ 470263 h 2607945"/>
                  <a:gd name="connsiteX31-1317" fmla="*/ 630750 w 2601026"/>
                  <a:gd name="connsiteY31-1318" fmla="*/ 171683 h 2607945"/>
                  <a:gd name="connsiteX32-1319" fmla="*/ 850952 w 2601026"/>
                  <a:gd name="connsiteY32-1320" fmla="*/ 447869 h 2607945"/>
                  <a:gd name="connsiteX0-1321" fmla="*/ 850952 w 2601026"/>
                  <a:gd name="connsiteY0-1322" fmla="*/ 447869 h 2607945"/>
                  <a:gd name="connsiteX1-1323" fmla="*/ 1160729 w 2601026"/>
                  <a:gd name="connsiteY1-1324" fmla="*/ 354563 h 2607945"/>
                  <a:gd name="connsiteX2-1325" fmla="*/ 1164461 w 2601026"/>
                  <a:gd name="connsiteY2-1326" fmla="*/ 0 h 2607945"/>
                  <a:gd name="connsiteX3-1327" fmla="*/ 1645920 w 2601026"/>
                  <a:gd name="connsiteY3-1328" fmla="*/ 41055 h 2607945"/>
                  <a:gd name="connsiteX4-1329" fmla="*/ 1582472 w 2601026"/>
                  <a:gd name="connsiteY4-1330" fmla="*/ 388153 h 2607945"/>
                  <a:gd name="connsiteX5-1331" fmla="*/ 1884784 w 2601026"/>
                  <a:gd name="connsiteY5-1332" fmla="*/ 537443 h 2607945"/>
                  <a:gd name="connsiteX6-1333" fmla="*/ 2142309 w 2601026"/>
                  <a:gd name="connsiteY6-1334" fmla="*/ 298579 h 2607945"/>
                  <a:gd name="connsiteX7-1335" fmla="*/ 2429692 w 2601026"/>
                  <a:gd name="connsiteY7-1336" fmla="*/ 656875 h 2607945"/>
                  <a:gd name="connsiteX8-1337" fmla="*/ 2146041 w 2601026"/>
                  <a:gd name="connsiteY8-1338" fmla="*/ 850952 h 2607945"/>
                  <a:gd name="connsiteX9-1339" fmla="*/ 2246812 w 2601026"/>
                  <a:gd name="connsiteY9-1340" fmla="*/ 1194318 h 2607945"/>
                  <a:gd name="connsiteX10-1341" fmla="*/ 2597643 w 2601026"/>
                  <a:gd name="connsiteY10-1342" fmla="*/ 1160728 h 2607945"/>
                  <a:gd name="connsiteX11-1343" fmla="*/ 2556588 w 2601026"/>
                  <a:gd name="connsiteY11-1344" fmla="*/ 1645920 h 2607945"/>
                  <a:gd name="connsiteX12-1345" fmla="*/ 2209489 w 2601026"/>
                  <a:gd name="connsiteY12-1346" fmla="*/ 1593668 h 2607945"/>
                  <a:gd name="connsiteX13-1347" fmla="*/ 2056467 w 2601026"/>
                  <a:gd name="connsiteY13-1348" fmla="*/ 1877319 h 2607945"/>
                  <a:gd name="connsiteX14-1349" fmla="*/ 2291599 w 2601026"/>
                  <a:gd name="connsiteY14-1350" fmla="*/ 2134844 h 2607945"/>
                  <a:gd name="connsiteX15-1351" fmla="*/ 1944500 w 2601026"/>
                  <a:gd name="connsiteY15-1352" fmla="*/ 2437156 h 2607945"/>
                  <a:gd name="connsiteX16-1353" fmla="*/ 1724298 w 2601026"/>
                  <a:gd name="connsiteY16-1354" fmla="*/ 2153505 h 2607945"/>
                  <a:gd name="connsiteX17-1355" fmla="*/ 1429450 w 2601026"/>
                  <a:gd name="connsiteY17-1356" fmla="*/ 2246811 h 2607945"/>
                  <a:gd name="connsiteX18-1357" fmla="*/ 1410789 w 2601026"/>
                  <a:gd name="connsiteY18-1358" fmla="*/ 2601375 h 2607945"/>
                  <a:gd name="connsiteX19-1359" fmla="*/ 944258 w 2601026"/>
                  <a:gd name="connsiteY19-1360" fmla="*/ 2560320 h 2607945"/>
                  <a:gd name="connsiteX20-1361" fmla="*/ 1011439 w 2601026"/>
                  <a:gd name="connsiteY20-1362" fmla="*/ 2213221 h 2607945"/>
                  <a:gd name="connsiteX21-1363" fmla="*/ 716591 w 2601026"/>
                  <a:gd name="connsiteY21-1364" fmla="*/ 2067664 h 2607945"/>
                  <a:gd name="connsiteX22-1365" fmla="*/ 459067 w 2601026"/>
                  <a:gd name="connsiteY22-1366" fmla="*/ 2299063 h 2607945"/>
                  <a:gd name="connsiteX23-1367" fmla="*/ 164219 w 2601026"/>
                  <a:gd name="connsiteY23-1368" fmla="*/ 1955696 h 2607945"/>
                  <a:gd name="connsiteX24-1369" fmla="*/ 440405 w 2601026"/>
                  <a:gd name="connsiteY24-1370" fmla="*/ 1731761 h 2607945"/>
                  <a:gd name="connsiteX25-1371" fmla="*/ 343367 w 2601026"/>
                  <a:gd name="connsiteY25-1372" fmla="*/ 1425717 h 2607945"/>
                  <a:gd name="connsiteX26-1373" fmla="*/ 0 w 2601026"/>
                  <a:gd name="connsiteY26-1374" fmla="*/ 1440646 h 2607945"/>
                  <a:gd name="connsiteX27-1375" fmla="*/ 33591 w 2601026"/>
                  <a:gd name="connsiteY27-1376" fmla="*/ 974116 h 2607945"/>
                  <a:gd name="connsiteX28-1377" fmla="*/ 380689 w 2601026"/>
                  <a:gd name="connsiteY28-1378" fmla="*/ 1007706 h 2607945"/>
                  <a:gd name="connsiteX29-1379" fmla="*/ 529979 w 2601026"/>
                  <a:gd name="connsiteY29-1380" fmla="*/ 724055 h 2607945"/>
                  <a:gd name="connsiteX30-1381" fmla="*/ 287383 w 2601026"/>
                  <a:gd name="connsiteY30-1382" fmla="*/ 470263 h 2607945"/>
                  <a:gd name="connsiteX31-1383" fmla="*/ 630750 w 2601026"/>
                  <a:gd name="connsiteY31-1384" fmla="*/ 171683 h 2607945"/>
                  <a:gd name="connsiteX32-1385" fmla="*/ 850952 w 2601026"/>
                  <a:gd name="connsiteY32-1386" fmla="*/ 447869 h 2607945"/>
                  <a:gd name="connsiteX0-1387" fmla="*/ 850952 w 2601026"/>
                  <a:gd name="connsiteY0-1388" fmla="*/ 447869 h 2607945"/>
                  <a:gd name="connsiteX1-1389" fmla="*/ 1160729 w 2601026"/>
                  <a:gd name="connsiteY1-1390" fmla="*/ 354563 h 2607945"/>
                  <a:gd name="connsiteX2-1391" fmla="*/ 1164461 w 2601026"/>
                  <a:gd name="connsiteY2-1392" fmla="*/ 0 h 2607945"/>
                  <a:gd name="connsiteX3-1393" fmla="*/ 1645920 w 2601026"/>
                  <a:gd name="connsiteY3-1394" fmla="*/ 41055 h 2607945"/>
                  <a:gd name="connsiteX4-1395" fmla="*/ 1582472 w 2601026"/>
                  <a:gd name="connsiteY4-1396" fmla="*/ 388153 h 2607945"/>
                  <a:gd name="connsiteX5-1397" fmla="*/ 1884784 w 2601026"/>
                  <a:gd name="connsiteY5-1398" fmla="*/ 537443 h 2607945"/>
                  <a:gd name="connsiteX6-1399" fmla="*/ 2142309 w 2601026"/>
                  <a:gd name="connsiteY6-1400" fmla="*/ 298579 h 2607945"/>
                  <a:gd name="connsiteX7-1401" fmla="*/ 2429692 w 2601026"/>
                  <a:gd name="connsiteY7-1402" fmla="*/ 656875 h 2607945"/>
                  <a:gd name="connsiteX8-1403" fmla="*/ 2146041 w 2601026"/>
                  <a:gd name="connsiteY8-1404" fmla="*/ 850952 h 2607945"/>
                  <a:gd name="connsiteX9-1405" fmla="*/ 2246812 w 2601026"/>
                  <a:gd name="connsiteY9-1406" fmla="*/ 1194318 h 2607945"/>
                  <a:gd name="connsiteX10-1407" fmla="*/ 2597643 w 2601026"/>
                  <a:gd name="connsiteY10-1408" fmla="*/ 1160728 h 2607945"/>
                  <a:gd name="connsiteX11-1409" fmla="*/ 2556588 w 2601026"/>
                  <a:gd name="connsiteY11-1410" fmla="*/ 1645920 h 2607945"/>
                  <a:gd name="connsiteX12-1411" fmla="*/ 2209489 w 2601026"/>
                  <a:gd name="connsiteY12-1412" fmla="*/ 1593668 h 2607945"/>
                  <a:gd name="connsiteX13-1413" fmla="*/ 2056467 w 2601026"/>
                  <a:gd name="connsiteY13-1414" fmla="*/ 1877319 h 2607945"/>
                  <a:gd name="connsiteX14-1415" fmla="*/ 2291599 w 2601026"/>
                  <a:gd name="connsiteY14-1416" fmla="*/ 2134844 h 2607945"/>
                  <a:gd name="connsiteX15-1417" fmla="*/ 1944500 w 2601026"/>
                  <a:gd name="connsiteY15-1418" fmla="*/ 2437156 h 2607945"/>
                  <a:gd name="connsiteX16-1419" fmla="*/ 1724298 w 2601026"/>
                  <a:gd name="connsiteY16-1420" fmla="*/ 2153505 h 2607945"/>
                  <a:gd name="connsiteX17-1421" fmla="*/ 1429450 w 2601026"/>
                  <a:gd name="connsiteY17-1422" fmla="*/ 2246811 h 2607945"/>
                  <a:gd name="connsiteX18-1423" fmla="*/ 1410789 w 2601026"/>
                  <a:gd name="connsiteY18-1424" fmla="*/ 2601375 h 2607945"/>
                  <a:gd name="connsiteX19-1425" fmla="*/ 944258 w 2601026"/>
                  <a:gd name="connsiteY19-1426" fmla="*/ 2560320 h 2607945"/>
                  <a:gd name="connsiteX20-1427" fmla="*/ 1011439 w 2601026"/>
                  <a:gd name="connsiteY20-1428" fmla="*/ 2213221 h 2607945"/>
                  <a:gd name="connsiteX21-1429" fmla="*/ 716591 w 2601026"/>
                  <a:gd name="connsiteY21-1430" fmla="*/ 2067664 h 2607945"/>
                  <a:gd name="connsiteX22-1431" fmla="*/ 459067 w 2601026"/>
                  <a:gd name="connsiteY22-1432" fmla="*/ 2299063 h 2607945"/>
                  <a:gd name="connsiteX23-1433" fmla="*/ 164219 w 2601026"/>
                  <a:gd name="connsiteY23-1434" fmla="*/ 1955696 h 2607945"/>
                  <a:gd name="connsiteX24-1435" fmla="*/ 440405 w 2601026"/>
                  <a:gd name="connsiteY24-1436" fmla="*/ 1731761 h 2607945"/>
                  <a:gd name="connsiteX25-1437" fmla="*/ 343367 w 2601026"/>
                  <a:gd name="connsiteY25-1438" fmla="*/ 1425717 h 2607945"/>
                  <a:gd name="connsiteX26-1439" fmla="*/ 0 w 2601026"/>
                  <a:gd name="connsiteY26-1440" fmla="*/ 1440646 h 2607945"/>
                  <a:gd name="connsiteX27-1441" fmla="*/ 33591 w 2601026"/>
                  <a:gd name="connsiteY27-1442" fmla="*/ 974116 h 2607945"/>
                  <a:gd name="connsiteX28-1443" fmla="*/ 380689 w 2601026"/>
                  <a:gd name="connsiteY28-1444" fmla="*/ 1007706 h 2607945"/>
                  <a:gd name="connsiteX29-1445" fmla="*/ 529979 w 2601026"/>
                  <a:gd name="connsiteY29-1446" fmla="*/ 724055 h 2607945"/>
                  <a:gd name="connsiteX30-1447" fmla="*/ 287383 w 2601026"/>
                  <a:gd name="connsiteY30-1448" fmla="*/ 470263 h 2607945"/>
                  <a:gd name="connsiteX31-1449" fmla="*/ 630750 w 2601026"/>
                  <a:gd name="connsiteY31-1450" fmla="*/ 171683 h 2607945"/>
                  <a:gd name="connsiteX32-1451" fmla="*/ 850952 w 2601026"/>
                  <a:gd name="connsiteY32-1452" fmla="*/ 447869 h 2607945"/>
                  <a:gd name="connsiteX0-1453" fmla="*/ 850952 w 2601026"/>
                  <a:gd name="connsiteY0-1454" fmla="*/ 447869 h 2607945"/>
                  <a:gd name="connsiteX1-1455" fmla="*/ 1160729 w 2601026"/>
                  <a:gd name="connsiteY1-1456" fmla="*/ 354563 h 2607945"/>
                  <a:gd name="connsiteX2-1457" fmla="*/ 1164461 w 2601026"/>
                  <a:gd name="connsiteY2-1458" fmla="*/ 0 h 2607945"/>
                  <a:gd name="connsiteX3-1459" fmla="*/ 1645920 w 2601026"/>
                  <a:gd name="connsiteY3-1460" fmla="*/ 41055 h 2607945"/>
                  <a:gd name="connsiteX4-1461" fmla="*/ 1582472 w 2601026"/>
                  <a:gd name="connsiteY4-1462" fmla="*/ 388153 h 2607945"/>
                  <a:gd name="connsiteX5-1463" fmla="*/ 1884784 w 2601026"/>
                  <a:gd name="connsiteY5-1464" fmla="*/ 537443 h 2607945"/>
                  <a:gd name="connsiteX6-1465" fmla="*/ 2142309 w 2601026"/>
                  <a:gd name="connsiteY6-1466" fmla="*/ 298579 h 2607945"/>
                  <a:gd name="connsiteX7-1467" fmla="*/ 2429692 w 2601026"/>
                  <a:gd name="connsiteY7-1468" fmla="*/ 656875 h 2607945"/>
                  <a:gd name="connsiteX8-1469" fmla="*/ 2146041 w 2601026"/>
                  <a:gd name="connsiteY8-1470" fmla="*/ 850952 h 2607945"/>
                  <a:gd name="connsiteX9-1471" fmla="*/ 2246812 w 2601026"/>
                  <a:gd name="connsiteY9-1472" fmla="*/ 1194318 h 2607945"/>
                  <a:gd name="connsiteX10-1473" fmla="*/ 2597643 w 2601026"/>
                  <a:gd name="connsiteY10-1474" fmla="*/ 1160728 h 2607945"/>
                  <a:gd name="connsiteX11-1475" fmla="*/ 2556588 w 2601026"/>
                  <a:gd name="connsiteY11-1476" fmla="*/ 1645920 h 2607945"/>
                  <a:gd name="connsiteX12-1477" fmla="*/ 2209489 w 2601026"/>
                  <a:gd name="connsiteY12-1478" fmla="*/ 1593668 h 2607945"/>
                  <a:gd name="connsiteX13-1479" fmla="*/ 2056467 w 2601026"/>
                  <a:gd name="connsiteY13-1480" fmla="*/ 1877319 h 2607945"/>
                  <a:gd name="connsiteX14-1481" fmla="*/ 2291599 w 2601026"/>
                  <a:gd name="connsiteY14-1482" fmla="*/ 2134844 h 2607945"/>
                  <a:gd name="connsiteX15-1483" fmla="*/ 1944500 w 2601026"/>
                  <a:gd name="connsiteY15-1484" fmla="*/ 2437156 h 2607945"/>
                  <a:gd name="connsiteX16-1485" fmla="*/ 1724298 w 2601026"/>
                  <a:gd name="connsiteY16-1486" fmla="*/ 2153505 h 2607945"/>
                  <a:gd name="connsiteX17-1487" fmla="*/ 1429450 w 2601026"/>
                  <a:gd name="connsiteY17-1488" fmla="*/ 2246811 h 2607945"/>
                  <a:gd name="connsiteX18-1489" fmla="*/ 1410789 w 2601026"/>
                  <a:gd name="connsiteY18-1490" fmla="*/ 2601375 h 2607945"/>
                  <a:gd name="connsiteX19-1491" fmla="*/ 944258 w 2601026"/>
                  <a:gd name="connsiteY19-1492" fmla="*/ 2560320 h 2607945"/>
                  <a:gd name="connsiteX20-1493" fmla="*/ 1011439 w 2601026"/>
                  <a:gd name="connsiteY20-1494" fmla="*/ 2213221 h 2607945"/>
                  <a:gd name="connsiteX21-1495" fmla="*/ 716591 w 2601026"/>
                  <a:gd name="connsiteY21-1496" fmla="*/ 2067664 h 2607945"/>
                  <a:gd name="connsiteX22-1497" fmla="*/ 459067 w 2601026"/>
                  <a:gd name="connsiteY22-1498" fmla="*/ 2299063 h 2607945"/>
                  <a:gd name="connsiteX23-1499" fmla="*/ 164219 w 2601026"/>
                  <a:gd name="connsiteY23-1500" fmla="*/ 1955696 h 2607945"/>
                  <a:gd name="connsiteX24-1501" fmla="*/ 440405 w 2601026"/>
                  <a:gd name="connsiteY24-1502" fmla="*/ 1731761 h 2607945"/>
                  <a:gd name="connsiteX25-1503" fmla="*/ 343367 w 2601026"/>
                  <a:gd name="connsiteY25-1504" fmla="*/ 1425717 h 2607945"/>
                  <a:gd name="connsiteX26-1505" fmla="*/ 0 w 2601026"/>
                  <a:gd name="connsiteY26-1506" fmla="*/ 1440646 h 2607945"/>
                  <a:gd name="connsiteX27-1507" fmla="*/ 33591 w 2601026"/>
                  <a:gd name="connsiteY27-1508" fmla="*/ 974116 h 2607945"/>
                  <a:gd name="connsiteX28-1509" fmla="*/ 380689 w 2601026"/>
                  <a:gd name="connsiteY28-1510" fmla="*/ 1007706 h 2607945"/>
                  <a:gd name="connsiteX29-1511" fmla="*/ 529979 w 2601026"/>
                  <a:gd name="connsiteY29-1512" fmla="*/ 724055 h 2607945"/>
                  <a:gd name="connsiteX30-1513" fmla="*/ 287383 w 2601026"/>
                  <a:gd name="connsiteY30-1514" fmla="*/ 470263 h 2607945"/>
                  <a:gd name="connsiteX31-1515" fmla="*/ 630750 w 2601026"/>
                  <a:gd name="connsiteY31-1516" fmla="*/ 171683 h 2607945"/>
                  <a:gd name="connsiteX32-1517" fmla="*/ 850952 w 2601026"/>
                  <a:gd name="connsiteY32-1518" fmla="*/ 447869 h 2607945"/>
                  <a:gd name="connsiteX0-1519" fmla="*/ 850952 w 2601026"/>
                  <a:gd name="connsiteY0-1520" fmla="*/ 447869 h 2607945"/>
                  <a:gd name="connsiteX1-1521" fmla="*/ 1160729 w 2601026"/>
                  <a:gd name="connsiteY1-1522" fmla="*/ 354563 h 2607945"/>
                  <a:gd name="connsiteX2-1523" fmla="*/ 1164461 w 2601026"/>
                  <a:gd name="connsiteY2-1524" fmla="*/ 0 h 2607945"/>
                  <a:gd name="connsiteX3-1525" fmla="*/ 1645920 w 2601026"/>
                  <a:gd name="connsiteY3-1526" fmla="*/ 41055 h 2607945"/>
                  <a:gd name="connsiteX4-1527" fmla="*/ 1582472 w 2601026"/>
                  <a:gd name="connsiteY4-1528" fmla="*/ 388153 h 2607945"/>
                  <a:gd name="connsiteX5-1529" fmla="*/ 1884784 w 2601026"/>
                  <a:gd name="connsiteY5-1530" fmla="*/ 537443 h 2607945"/>
                  <a:gd name="connsiteX6-1531" fmla="*/ 2142309 w 2601026"/>
                  <a:gd name="connsiteY6-1532" fmla="*/ 298579 h 2607945"/>
                  <a:gd name="connsiteX7-1533" fmla="*/ 2429692 w 2601026"/>
                  <a:gd name="connsiteY7-1534" fmla="*/ 656875 h 2607945"/>
                  <a:gd name="connsiteX8-1535" fmla="*/ 2146041 w 2601026"/>
                  <a:gd name="connsiteY8-1536" fmla="*/ 850952 h 2607945"/>
                  <a:gd name="connsiteX9-1537" fmla="*/ 2246812 w 2601026"/>
                  <a:gd name="connsiteY9-1538" fmla="*/ 1194318 h 2607945"/>
                  <a:gd name="connsiteX10-1539" fmla="*/ 2597643 w 2601026"/>
                  <a:gd name="connsiteY10-1540" fmla="*/ 1160728 h 2607945"/>
                  <a:gd name="connsiteX11-1541" fmla="*/ 2556588 w 2601026"/>
                  <a:gd name="connsiteY11-1542" fmla="*/ 1645920 h 2607945"/>
                  <a:gd name="connsiteX12-1543" fmla="*/ 2209489 w 2601026"/>
                  <a:gd name="connsiteY12-1544" fmla="*/ 1593668 h 2607945"/>
                  <a:gd name="connsiteX13-1545" fmla="*/ 2056467 w 2601026"/>
                  <a:gd name="connsiteY13-1546" fmla="*/ 1877319 h 2607945"/>
                  <a:gd name="connsiteX14-1547" fmla="*/ 2291599 w 2601026"/>
                  <a:gd name="connsiteY14-1548" fmla="*/ 2134844 h 2607945"/>
                  <a:gd name="connsiteX15-1549" fmla="*/ 1944500 w 2601026"/>
                  <a:gd name="connsiteY15-1550" fmla="*/ 2437156 h 2607945"/>
                  <a:gd name="connsiteX16-1551" fmla="*/ 1724298 w 2601026"/>
                  <a:gd name="connsiteY16-1552" fmla="*/ 2153505 h 2607945"/>
                  <a:gd name="connsiteX17-1553" fmla="*/ 1429450 w 2601026"/>
                  <a:gd name="connsiteY17-1554" fmla="*/ 2246811 h 2607945"/>
                  <a:gd name="connsiteX18-1555" fmla="*/ 1410789 w 2601026"/>
                  <a:gd name="connsiteY18-1556" fmla="*/ 2601375 h 2607945"/>
                  <a:gd name="connsiteX19-1557" fmla="*/ 944258 w 2601026"/>
                  <a:gd name="connsiteY19-1558" fmla="*/ 2560320 h 2607945"/>
                  <a:gd name="connsiteX20-1559" fmla="*/ 1011439 w 2601026"/>
                  <a:gd name="connsiteY20-1560" fmla="*/ 2213221 h 2607945"/>
                  <a:gd name="connsiteX21-1561" fmla="*/ 716591 w 2601026"/>
                  <a:gd name="connsiteY21-1562" fmla="*/ 2067664 h 2607945"/>
                  <a:gd name="connsiteX22-1563" fmla="*/ 459067 w 2601026"/>
                  <a:gd name="connsiteY22-1564" fmla="*/ 2299063 h 2607945"/>
                  <a:gd name="connsiteX23-1565" fmla="*/ 164219 w 2601026"/>
                  <a:gd name="connsiteY23-1566" fmla="*/ 1955696 h 2607945"/>
                  <a:gd name="connsiteX24-1567" fmla="*/ 440405 w 2601026"/>
                  <a:gd name="connsiteY24-1568" fmla="*/ 1731761 h 2607945"/>
                  <a:gd name="connsiteX25-1569" fmla="*/ 343367 w 2601026"/>
                  <a:gd name="connsiteY25-1570" fmla="*/ 1425717 h 2607945"/>
                  <a:gd name="connsiteX26-1571" fmla="*/ 0 w 2601026"/>
                  <a:gd name="connsiteY26-1572" fmla="*/ 1440646 h 2607945"/>
                  <a:gd name="connsiteX27-1573" fmla="*/ 33591 w 2601026"/>
                  <a:gd name="connsiteY27-1574" fmla="*/ 974116 h 2607945"/>
                  <a:gd name="connsiteX28-1575" fmla="*/ 380689 w 2601026"/>
                  <a:gd name="connsiteY28-1576" fmla="*/ 1007706 h 2607945"/>
                  <a:gd name="connsiteX29-1577" fmla="*/ 529979 w 2601026"/>
                  <a:gd name="connsiteY29-1578" fmla="*/ 724055 h 2607945"/>
                  <a:gd name="connsiteX30-1579" fmla="*/ 287383 w 2601026"/>
                  <a:gd name="connsiteY30-1580" fmla="*/ 470263 h 2607945"/>
                  <a:gd name="connsiteX31-1581" fmla="*/ 630750 w 2601026"/>
                  <a:gd name="connsiteY31-1582" fmla="*/ 171683 h 2607945"/>
                  <a:gd name="connsiteX32-1583" fmla="*/ 850952 w 2601026"/>
                  <a:gd name="connsiteY32-1584" fmla="*/ 447869 h 2607945"/>
                  <a:gd name="connsiteX0-1585" fmla="*/ 850952 w 2601026"/>
                  <a:gd name="connsiteY0-1586" fmla="*/ 447869 h 2607945"/>
                  <a:gd name="connsiteX1-1587" fmla="*/ 1160729 w 2601026"/>
                  <a:gd name="connsiteY1-1588" fmla="*/ 354563 h 2607945"/>
                  <a:gd name="connsiteX2-1589" fmla="*/ 1164461 w 2601026"/>
                  <a:gd name="connsiteY2-1590" fmla="*/ 0 h 2607945"/>
                  <a:gd name="connsiteX3-1591" fmla="*/ 1645920 w 2601026"/>
                  <a:gd name="connsiteY3-1592" fmla="*/ 41055 h 2607945"/>
                  <a:gd name="connsiteX4-1593" fmla="*/ 1582472 w 2601026"/>
                  <a:gd name="connsiteY4-1594" fmla="*/ 388153 h 2607945"/>
                  <a:gd name="connsiteX5-1595" fmla="*/ 1884784 w 2601026"/>
                  <a:gd name="connsiteY5-1596" fmla="*/ 537443 h 2607945"/>
                  <a:gd name="connsiteX6-1597" fmla="*/ 2142309 w 2601026"/>
                  <a:gd name="connsiteY6-1598" fmla="*/ 298579 h 2607945"/>
                  <a:gd name="connsiteX7-1599" fmla="*/ 2429692 w 2601026"/>
                  <a:gd name="connsiteY7-1600" fmla="*/ 656875 h 2607945"/>
                  <a:gd name="connsiteX8-1601" fmla="*/ 2146041 w 2601026"/>
                  <a:gd name="connsiteY8-1602" fmla="*/ 850952 h 2607945"/>
                  <a:gd name="connsiteX9-1603" fmla="*/ 2246812 w 2601026"/>
                  <a:gd name="connsiteY9-1604" fmla="*/ 1194318 h 2607945"/>
                  <a:gd name="connsiteX10-1605" fmla="*/ 2597643 w 2601026"/>
                  <a:gd name="connsiteY10-1606" fmla="*/ 1160728 h 2607945"/>
                  <a:gd name="connsiteX11-1607" fmla="*/ 2556588 w 2601026"/>
                  <a:gd name="connsiteY11-1608" fmla="*/ 1645920 h 2607945"/>
                  <a:gd name="connsiteX12-1609" fmla="*/ 2209489 w 2601026"/>
                  <a:gd name="connsiteY12-1610" fmla="*/ 1593668 h 2607945"/>
                  <a:gd name="connsiteX13-1611" fmla="*/ 2056467 w 2601026"/>
                  <a:gd name="connsiteY13-1612" fmla="*/ 1877319 h 2607945"/>
                  <a:gd name="connsiteX14-1613" fmla="*/ 2291599 w 2601026"/>
                  <a:gd name="connsiteY14-1614" fmla="*/ 2134844 h 2607945"/>
                  <a:gd name="connsiteX15-1615" fmla="*/ 1944500 w 2601026"/>
                  <a:gd name="connsiteY15-1616" fmla="*/ 2437156 h 2607945"/>
                  <a:gd name="connsiteX16-1617" fmla="*/ 1724298 w 2601026"/>
                  <a:gd name="connsiteY16-1618" fmla="*/ 2153505 h 2607945"/>
                  <a:gd name="connsiteX17-1619" fmla="*/ 1429450 w 2601026"/>
                  <a:gd name="connsiteY17-1620" fmla="*/ 2246811 h 2607945"/>
                  <a:gd name="connsiteX18-1621" fmla="*/ 1410789 w 2601026"/>
                  <a:gd name="connsiteY18-1622" fmla="*/ 2601375 h 2607945"/>
                  <a:gd name="connsiteX19-1623" fmla="*/ 944258 w 2601026"/>
                  <a:gd name="connsiteY19-1624" fmla="*/ 2560320 h 2607945"/>
                  <a:gd name="connsiteX20-1625" fmla="*/ 1011439 w 2601026"/>
                  <a:gd name="connsiteY20-1626" fmla="*/ 2213221 h 2607945"/>
                  <a:gd name="connsiteX21-1627" fmla="*/ 716591 w 2601026"/>
                  <a:gd name="connsiteY21-1628" fmla="*/ 2067664 h 2607945"/>
                  <a:gd name="connsiteX22-1629" fmla="*/ 459067 w 2601026"/>
                  <a:gd name="connsiteY22-1630" fmla="*/ 2299063 h 2607945"/>
                  <a:gd name="connsiteX23-1631" fmla="*/ 164219 w 2601026"/>
                  <a:gd name="connsiteY23-1632" fmla="*/ 1955696 h 2607945"/>
                  <a:gd name="connsiteX24-1633" fmla="*/ 440405 w 2601026"/>
                  <a:gd name="connsiteY24-1634" fmla="*/ 1731761 h 2607945"/>
                  <a:gd name="connsiteX25-1635" fmla="*/ 343367 w 2601026"/>
                  <a:gd name="connsiteY25-1636" fmla="*/ 1425717 h 2607945"/>
                  <a:gd name="connsiteX26-1637" fmla="*/ 0 w 2601026"/>
                  <a:gd name="connsiteY26-1638" fmla="*/ 1440646 h 2607945"/>
                  <a:gd name="connsiteX27-1639" fmla="*/ 33591 w 2601026"/>
                  <a:gd name="connsiteY27-1640" fmla="*/ 974116 h 2607945"/>
                  <a:gd name="connsiteX28-1641" fmla="*/ 380689 w 2601026"/>
                  <a:gd name="connsiteY28-1642" fmla="*/ 1007706 h 2607945"/>
                  <a:gd name="connsiteX29-1643" fmla="*/ 529979 w 2601026"/>
                  <a:gd name="connsiteY29-1644" fmla="*/ 724055 h 2607945"/>
                  <a:gd name="connsiteX30-1645" fmla="*/ 287383 w 2601026"/>
                  <a:gd name="connsiteY30-1646" fmla="*/ 470263 h 2607945"/>
                  <a:gd name="connsiteX31-1647" fmla="*/ 630750 w 2601026"/>
                  <a:gd name="connsiteY31-1648" fmla="*/ 171683 h 2607945"/>
                  <a:gd name="connsiteX32-1649" fmla="*/ 850952 w 2601026"/>
                  <a:gd name="connsiteY32-1650" fmla="*/ 447869 h 2607945"/>
                  <a:gd name="connsiteX0-1651" fmla="*/ 850952 w 2601026"/>
                  <a:gd name="connsiteY0-1652" fmla="*/ 447869 h 2607945"/>
                  <a:gd name="connsiteX1-1653" fmla="*/ 1160729 w 2601026"/>
                  <a:gd name="connsiteY1-1654" fmla="*/ 354563 h 2607945"/>
                  <a:gd name="connsiteX2-1655" fmla="*/ 1164461 w 2601026"/>
                  <a:gd name="connsiteY2-1656" fmla="*/ 0 h 2607945"/>
                  <a:gd name="connsiteX3-1657" fmla="*/ 1645920 w 2601026"/>
                  <a:gd name="connsiteY3-1658" fmla="*/ 41055 h 2607945"/>
                  <a:gd name="connsiteX4-1659" fmla="*/ 1582472 w 2601026"/>
                  <a:gd name="connsiteY4-1660" fmla="*/ 388153 h 2607945"/>
                  <a:gd name="connsiteX5-1661" fmla="*/ 1884784 w 2601026"/>
                  <a:gd name="connsiteY5-1662" fmla="*/ 537443 h 2607945"/>
                  <a:gd name="connsiteX6-1663" fmla="*/ 2142309 w 2601026"/>
                  <a:gd name="connsiteY6-1664" fmla="*/ 298579 h 2607945"/>
                  <a:gd name="connsiteX7-1665" fmla="*/ 2429692 w 2601026"/>
                  <a:gd name="connsiteY7-1666" fmla="*/ 656875 h 2607945"/>
                  <a:gd name="connsiteX8-1667" fmla="*/ 2146041 w 2601026"/>
                  <a:gd name="connsiteY8-1668" fmla="*/ 850952 h 2607945"/>
                  <a:gd name="connsiteX9-1669" fmla="*/ 2246812 w 2601026"/>
                  <a:gd name="connsiteY9-1670" fmla="*/ 1194318 h 2607945"/>
                  <a:gd name="connsiteX10-1671" fmla="*/ 2597643 w 2601026"/>
                  <a:gd name="connsiteY10-1672" fmla="*/ 1160728 h 2607945"/>
                  <a:gd name="connsiteX11-1673" fmla="*/ 2556588 w 2601026"/>
                  <a:gd name="connsiteY11-1674" fmla="*/ 1645920 h 2607945"/>
                  <a:gd name="connsiteX12-1675" fmla="*/ 2209489 w 2601026"/>
                  <a:gd name="connsiteY12-1676" fmla="*/ 1593668 h 2607945"/>
                  <a:gd name="connsiteX13-1677" fmla="*/ 2056467 w 2601026"/>
                  <a:gd name="connsiteY13-1678" fmla="*/ 1877319 h 2607945"/>
                  <a:gd name="connsiteX14-1679" fmla="*/ 2291599 w 2601026"/>
                  <a:gd name="connsiteY14-1680" fmla="*/ 2134844 h 2607945"/>
                  <a:gd name="connsiteX15-1681" fmla="*/ 1944500 w 2601026"/>
                  <a:gd name="connsiteY15-1682" fmla="*/ 2437156 h 2607945"/>
                  <a:gd name="connsiteX16-1683" fmla="*/ 1724298 w 2601026"/>
                  <a:gd name="connsiteY16-1684" fmla="*/ 2153505 h 2607945"/>
                  <a:gd name="connsiteX17-1685" fmla="*/ 1429450 w 2601026"/>
                  <a:gd name="connsiteY17-1686" fmla="*/ 2246811 h 2607945"/>
                  <a:gd name="connsiteX18-1687" fmla="*/ 1410789 w 2601026"/>
                  <a:gd name="connsiteY18-1688" fmla="*/ 2601375 h 2607945"/>
                  <a:gd name="connsiteX19-1689" fmla="*/ 944258 w 2601026"/>
                  <a:gd name="connsiteY19-1690" fmla="*/ 2560320 h 2607945"/>
                  <a:gd name="connsiteX20-1691" fmla="*/ 1011439 w 2601026"/>
                  <a:gd name="connsiteY20-1692" fmla="*/ 2213221 h 2607945"/>
                  <a:gd name="connsiteX21-1693" fmla="*/ 716591 w 2601026"/>
                  <a:gd name="connsiteY21-1694" fmla="*/ 2067664 h 2607945"/>
                  <a:gd name="connsiteX22-1695" fmla="*/ 459067 w 2601026"/>
                  <a:gd name="connsiteY22-1696" fmla="*/ 2299063 h 2607945"/>
                  <a:gd name="connsiteX23-1697" fmla="*/ 164219 w 2601026"/>
                  <a:gd name="connsiteY23-1698" fmla="*/ 1955696 h 2607945"/>
                  <a:gd name="connsiteX24-1699" fmla="*/ 440405 w 2601026"/>
                  <a:gd name="connsiteY24-1700" fmla="*/ 1731761 h 2607945"/>
                  <a:gd name="connsiteX25-1701" fmla="*/ 343367 w 2601026"/>
                  <a:gd name="connsiteY25-1702" fmla="*/ 1425717 h 2607945"/>
                  <a:gd name="connsiteX26-1703" fmla="*/ 0 w 2601026"/>
                  <a:gd name="connsiteY26-1704" fmla="*/ 1440646 h 2607945"/>
                  <a:gd name="connsiteX27-1705" fmla="*/ 33591 w 2601026"/>
                  <a:gd name="connsiteY27-1706" fmla="*/ 974116 h 2607945"/>
                  <a:gd name="connsiteX28-1707" fmla="*/ 380689 w 2601026"/>
                  <a:gd name="connsiteY28-1708" fmla="*/ 1007706 h 2607945"/>
                  <a:gd name="connsiteX29-1709" fmla="*/ 529979 w 2601026"/>
                  <a:gd name="connsiteY29-1710" fmla="*/ 724055 h 2607945"/>
                  <a:gd name="connsiteX30-1711" fmla="*/ 287383 w 2601026"/>
                  <a:gd name="connsiteY30-1712" fmla="*/ 470263 h 2607945"/>
                  <a:gd name="connsiteX31-1713" fmla="*/ 630750 w 2601026"/>
                  <a:gd name="connsiteY31-1714" fmla="*/ 171683 h 2607945"/>
                  <a:gd name="connsiteX32-1715" fmla="*/ 850952 w 2601026"/>
                  <a:gd name="connsiteY32-1716" fmla="*/ 447869 h 2607945"/>
                  <a:gd name="connsiteX0-1717" fmla="*/ 855722 w 2605796"/>
                  <a:gd name="connsiteY0-1718" fmla="*/ 447869 h 2607945"/>
                  <a:gd name="connsiteX1-1719" fmla="*/ 1165499 w 2605796"/>
                  <a:gd name="connsiteY1-1720" fmla="*/ 354563 h 2607945"/>
                  <a:gd name="connsiteX2-1721" fmla="*/ 1169231 w 2605796"/>
                  <a:gd name="connsiteY2-1722" fmla="*/ 0 h 2607945"/>
                  <a:gd name="connsiteX3-1723" fmla="*/ 1650690 w 2605796"/>
                  <a:gd name="connsiteY3-1724" fmla="*/ 41055 h 2607945"/>
                  <a:gd name="connsiteX4-1725" fmla="*/ 1587242 w 2605796"/>
                  <a:gd name="connsiteY4-1726" fmla="*/ 388153 h 2607945"/>
                  <a:gd name="connsiteX5-1727" fmla="*/ 1889554 w 2605796"/>
                  <a:gd name="connsiteY5-1728" fmla="*/ 537443 h 2607945"/>
                  <a:gd name="connsiteX6-1729" fmla="*/ 2147079 w 2605796"/>
                  <a:gd name="connsiteY6-1730" fmla="*/ 298579 h 2607945"/>
                  <a:gd name="connsiteX7-1731" fmla="*/ 2434462 w 2605796"/>
                  <a:gd name="connsiteY7-1732" fmla="*/ 656875 h 2607945"/>
                  <a:gd name="connsiteX8-1733" fmla="*/ 2150811 w 2605796"/>
                  <a:gd name="connsiteY8-1734" fmla="*/ 850952 h 2607945"/>
                  <a:gd name="connsiteX9-1735" fmla="*/ 2251582 w 2605796"/>
                  <a:gd name="connsiteY9-1736" fmla="*/ 1194318 h 2607945"/>
                  <a:gd name="connsiteX10-1737" fmla="*/ 2602413 w 2605796"/>
                  <a:gd name="connsiteY10-1738" fmla="*/ 1160728 h 2607945"/>
                  <a:gd name="connsiteX11-1739" fmla="*/ 2561358 w 2605796"/>
                  <a:gd name="connsiteY11-1740" fmla="*/ 1645920 h 2607945"/>
                  <a:gd name="connsiteX12-1741" fmla="*/ 2214259 w 2605796"/>
                  <a:gd name="connsiteY12-1742" fmla="*/ 1593668 h 2607945"/>
                  <a:gd name="connsiteX13-1743" fmla="*/ 2061237 w 2605796"/>
                  <a:gd name="connsiteY13-1744" fmla="*/ 1877319 h 2607945"/>
                  <a:gd name="connsiteX14-1745" fmla="*/ 2296369 w 2605796"/>
                  <a:gd name="connsiteY14-1746" fmla="*/ 2134844 h 2607945"/>
                  <a:gd name="connsiteX15-1747" fmla="*/ 1949270 w 2605796"/>
                  <a:gd name="connsiteY15-1748" fmla="*/ 2437156 h 2607945"/>
                  <a:gd name="connsiteX16-1749" fmla="*/ 1729068 w 2605796"/>
                  <a:gd name="connsiteY16-1750" fmla="*/ 2153505 h 2607945"/>
                  <a:gd name="connsiteX17-1751" fmla="*/ 1434220 w 2605796"/>
                  <a:gd name="connsiteY17-1752" fmla="*/ 2246811 h 2607945"/>
                  <a:gd name="connsiteX18-1753" fmla="*/ 1415559 w 2605796"/>
                  <a:gd name="connsiteY18-1754" fmla="*/ 2601375 h 2607945"/>
                  <a:gd name="connsiteX19-1755" fmla="*/ 949028 w 2605796"/>
                  <a:gd name="connsiteY19-1756" fmla="*/ 2560320 h 2607945"/>
                  <a:gd name="connsiteX20-1757" fmla="*/ 1016209 w 2605796"/>
                  <a:gd name="connsiteY20-1758" fmla="*/ 2213221 h 2607945"/>
                  <a:gd name="connsiteX21-1759" fmla="*/ 721361 w 2605796"/>
                  <a:gd name="connsiteY21-1760" fmla="*/ 2067664 h 2607945"/>
                  <a:gd name="connsiteX22-1761" fmla="*/ 463837 w 2605796"/>
                  <a:gd name="connsiteY22-1762" fmla="*/ 2299063 h 2607945"/>
                  <a:gd name="connsiteX23-1763" fmla="*/ 168989 w 2605796"/>
                  <a:gd name="connsiteY23-1764" fmla="*/ 1955696 h 2607945"/>
                  <a:gd name="connsiteX24-1765" fmla="*/ 445175 w 2605796"/>
                  <a:gd name="connsiteY24-1766" fmla="*/ 1731761 h 2607945"/>
                  <a:gd name="connsiteX25-1767" fmla="*/ 348137 w 2605796"/>
                  <a:gd name="connsiteY25-1768" fmla="*/ 1425717 h 2607945"/>
                  <a:gd name="connsiteX26-1769" fmla="*/ 4770 w 2605796"/>
                  <a:gd name="connsiteY26-1770" fmla="*/ 1440646 h 2607945"/>
                  <a:gd name="connsiteX27-1771" fmla="*/ 38361 w 2605796"/>
                  <a:gd name="connsiteY27-1772" fmla="*/ 974116 h 2607945"/>
                  <a:gd name="connsiteX28-1773" fmla="*/ 385459 w 2605796"/>
                  <a:gd name="connsiteY28-1774" fmla="*/ 1007706 h 2607945"/>
                  <a:gd name="connsiteX29-1775" fmla="*/ 534749 w 2605796"/>
                  <a:gd name="connsiteY29-1776" fmla="*/ 724055 h 2607945"/>
                  <a:gd name="connsiteX30-1777" fmla="*/ 292153 w 2605796"/>
                  <a:gd name="connsiteY30-1778" fmla="*/ 470263 h 2607945"/>
                  <a:gd name="connsiteX31-1779" fmla="*/ 635520 w 2605796"/>
                  <a:gd name="connsiteY31-1780" fmla="*/ 171683 h 2607945"/>
                  <a:gd name="connsiteX32-1781" fmla="*/ 855722 w 2605796"/>
                  <a:gd name="connsiteY32-1782" fmla="*/ 447869 h 2607945"/>
                  <a:gd name="connsiteX0-1783" fmla="*/ 855722 w 2605796"/>
                  <a:gd name="connsiteY0-1784" fmla="*/ 447869 h 2607945"/>
                  <a:gd name="connsiteX1-1785" fmla="*/ 1165499 w 2605796"/>
                  <a:gd name="connsiteY1-1786" fmla="*/ 354563 h 2607945"/>
                  <a:gd name="connsiteX2-1787" fmla="*/ 1169231 w 2605796"/>
                  <a:gd name="connsiteY2-1788" fmla="*/ 0 h 2607945"/>
                  <a:gd name="connsiteX3-1789" fmla="*/ 1650690 w 2605796"/>
                  <a:gd name="connsiteY3-1790" fmla="*/ 41055 h 2607945"/>
                  <a:gd name="connsiteX4-1791" fmla="*/ 1587242 w 2605796"/>
                  <a:gd name="connsiteY4-1792" fmla="*/ 388153 h 2607945"/>
                  <a:gd name="connsiteX5-1793" fmla="*/ 1889554 w 2605796"/>
                  <a:gd name="connsiteY5-1794" fmla="*/ 537443 h 2607945"/>
                  <a:gd name="connsiteX6-1795" fmla="*/ 2147079 w 2605796"/>
                  <a:gd name="connsiteY6-1796" fmla="*/ 298579 h 2607945"/>
                  <a:gd name="connsiteX7-1797" fmla="*/ 2434462 w 2605796"/>
                  <a:gd name="connsiteY7-1798" fmla="*/ 656875 h 2607945"/>
                  <a:gd name="connsiteX8-1799" fmla="*/ 2150811 w 2605796"/>
                  <a:gd name="connsiteY8-1800" fmla="*/ 850952 h 2607945"/>
                  <a:gd name="connsiteX9-1801" fmla="*/ 2251582 w 2605796"/>
                  <a:gd name="connsiteY9-1802" fmla="*/ 1194318 h 2607945"/>
                  <a:gd name="connsiteX10-1803" fmla="*/ 2602413 w 2605796"/>
                  <a:gd name="connsiteY10-1804" fmla="*/ 1160728 h 2607945"/>
                  <a:gd name="connsiteX11-1805" fmla="*/ 2561358 w 2605796"/>
                  <a:gd name="connsiteY11-1806" fmla="*/ 1645920 h 2607945"/>
                  <a:gd name="connsiteX12-1807" fmla="*/ 2214259 w 2605796"/>
                  <a:gd name="connsiteY12-1808" fmla="*/ 1593668 h 2607945"/>
                  <a:gd name="connsiteX13-1809" fmla="*/ 2061237 w 2605796"/>
                  <a:gd name="connsiteY13-1810" fmla="*/ 1877319 h 2607945"/>
                  <a:gd name="connsiteX14-1811" fmla="*/ 2296369 w 2605796"/>
                  <a:gd name="connsiteY14-1812" fmla="*/ 2134844 h 2607945"/>
                  <a:gd name="connsiteX15-1813" fmla="*/ 1949270 w 2605796"/>
                  <a:gd name="connsiteY15-1814" fmla="*/ 2437156 h 2607945"/>
                  <a:gd name="connsiteX16-1815" fmla="*/ 1729068 w 2605796"/>
                  <a:gd name="connsiteY16-1816" fmla="*/ 2153505 h 2607945"/>
                  <a:gd name="connsiteX17-1817" fmla="*/ 1434220 w 2605796"/>
                  <a:gd name="connsiteY17-1818" fmla="*/ 2246811 h 2607945"/>
                  <a:gd name="connsiteX18-1819" fmla="*/ 1415559 w 2605796"/>
                  <a:gd name="connsiteY18-1820" fmla="*/ 2601375 h 2607945"/>
                  <a:gd name="connsiteX19-1821" fmla="*/ 949028 w 2605796"/>
                  <a:gd name="connsiteY19-1822" fmla="*/ 2560320 h 2607945"/>
                  <a:gd name="connsiteX20-1823" fmla="*/ 1016209 w 2605796"/>
                  <a:gd name="connsiteY20-1824" fmla="*/ 2213221 h 2607945"/>
                  <a:gd name="connsiteX21-1825" fmla="*/ 721361 w 2605796"/>
                  <a:gd name="connsiteY21-1826" fmla="*/ 2067664 h 2607945"/>
                  <a:gd name="connsiteX22-1827" fmla="*/ 463837 w 2605796"/>
                  <a:gd name="connsiteY22-1828" fmla="*/ 2299063 h 2607945"/>
                  <a:gd name="connsiteX23-1829" fmla="*/ 168989 w 2605796"/>
                  <a:gd name="connsiteY23-1830" fmla="*/ 1955696 h 2607945"/>
                  <a:gd name="connsiteX24-1831" fmla="*/ 445175 w 2605796"/>
                  <a:gd name="connsiteY24-1832" fmla="*/ 1731761 h 2607945"/>
                  <a:gd name="connsiteX25-1833" fmla="*/ 348137 w 2605796"/>
                  <a:gd name="connsiteY25-1834" fmla="*/ 1425717 h 2607945"/>
                  <a:gd name="connsiteX26-1835" fmla="*/ 4770 w 2605796"/>
                  <a:gd name="connsiteY26-1836" fmla="*/ 1440646 h 2607945"/>
                  <a:gd name="connsiteX27-1837" fmla="*/ 38361 w 2605796"/>
                  <a:gd name="connsiteY27-1838" fmla="*/ 974116 h 2607945"/>
                  <a:gd name="connsiteX28-1839" fmla="*/ 385459 w 2605796"/>
                  <a:gd name="connsiteY28-1840" fmla="*/ 1007706 h 2607945"/>
                  <a:gd name="connsiteX29-1841" fmla="*/ 534749 w 2605796"/>
                  <a:gd name="connsiteY29-1842" fmla="*/ 724055 h 2607945"/>
                  <a:gd name="connsiteX30-1843" fmla="*/ 292153 w 2605796"/>
                  <a:gd name="connsiteY30-1844" fmla="*/ 470263 h 2607945"/>
                  <a:gd name="connsiteX31-1845" fmla="*/ 635520 w 2605796"/>
                  <a:gd name="connsiteY31-1846" fmla="*/ 171683 h 2607945"/>
                  <a:gd name="connsiteX32-1847" fmla="*/ 855722 w 2605796"/>
                  <a:gd name="connsiteY32-1848" fmla="*/ 447869 h 2607945"/>
                  <a:gd name="connsiteX0-1849" fmla="*/ 855722 w 2605796"/>
                  <a:gd name="connsiteY0-1850" fmla="*/ 447869 h 2607945"/>
                  <a:gd name="connsiteX1-1851" fmla="*/ 1165499 w 2605796"/>
                  <a:gd name="connsiteY1-1852" fmla="*/ 354563 h 2607945"/>
                  <a:gd name="connsiteX2-1853" fmla="*/ 1169231 w 2605796"/>
                  <a:gd name="connsiteY2-1854" fmla="*/ 0 h 2607945"/>
                  <a:gd name="connsiteX3-1855" fmla="*/ 1650690 w 2605796"/>
                  <a:gd name="connsiteY3-1856" fmla="*/ 41055 h 2607945"/>
                  <a:gd name="connsiteX4-1857" fmla="*/ 1587242 w 2605796"/>
                  <a:gd name="connsiteY4-1858" fmla="*/ 388153 h 2607945"/>
                  <a:gd name="connsiteX5-1859" fmla="*/ 1889554 w 2605796"/>
                  <a:gd name="connsiteY5-1860" fmla="*/ 537443 h 2607945"/>
                  <a:gd name="connsiteX6-1861" fmla="*/ 2147079 w 2605796"/>
                  <a:gd name="connsiteY6-1862" fmla="*/ 298579 h 2607945"/>
                  <a:gd name="connsiteX7-1863" fmla="*/ 2434462 w 2605796"/>
                  <a:gd name="connsiteY7-1864" fmla="*/ 656875 h 2607945"/>
                  <a:gd name="connsiteX8-1865" fmla="*/ 2150811 w 2605796"/>
                  <a:gd name="connsiteY8-1866" fmla="*/ 850952 h 2607945"/>
                  <a:gd name="connsiteX9-1867" fmla="*/ 2251582 w 2605796"/>
                  <a:gd name="connsiteY9-1868" fmla="*/ 1194318 h 2607945"/>
                  <a:gd name="connsiteX10-1869" fmla="*/ 2602413 w 2605796"/>
                  <a:gd name="connsiteY10-1870" fmla="*/ 1160728 h 2607945"/>
                  <a:gd name="connsiteX11-1871" fmla="*/ 2561358 w 2605796"/>
                  <a:gd name="connsiteY11-1872" fmla="*/ 1645920 h 2607945"/>
                  <a:gd name="connsiteX12-1873" fmla="*/ 2214259 w 2605796"/>
                  <a:gd name="connsiteY12-1874" fmla="*/ 1593668 h 2607945"/>
                  <a:gd name="connsiteX13-1875" fmla="*/ 2061237 w 2605796"/>
                  <a:gd name="connsiteY13-1876" fmla="*/ 1877319 h 2607945"/>
                  <a:gd name="connsiteX14-1877" fmla="*/ 2296369 w 2605796"/>
                  <a:gd name="connsiteY14-1878" fmla="*/ 2134844 h 2607945"/>
                  <a:gd name="connsiteX15-1879" fmla="*/ 1949270 w 2605796"/>
                  <a:gd name="connsiteY15-1880" fmla="*/ 2437156 h 2607945"/>
                  <a:gd name="connsiteX16-1881" fmla="*/ 1729068 w 2605796"/>
                  <a:gd name="connsiteY16-1882" fmla="*/ 2153505 h 2607945"/>
                  <a:gd name="connsiteX17-1883" fmla="*/ 1434220 w 2605796"/>
                  <a:gd name="connsiteY17-1884" fmla="*/ 2246811 h 2607945"/>
                  <a:gd name="connsiteX18-1885" fmla="*/ 1415559 w 2605796"/>
                  <a:gd name="connsiteY18-1886" fmla="*/ 2601375 h 2607945"/>
                  <a:gd name="connsiteX19-1887" fmla="*/ 949028 w 2605796"/>
                  <a:gd name="connsiteY19-1888" fmla="*/ 2560320 h 2607945"/>
                  <a:gd name="connsiteX20-1889" fmla="*/ 1016209 w 2605796"/>
                  <a:gd name="connsiteY20-1890" fmla="*/ 2213221 h 2607945"/>
                  <a:gd name="connsiteX21-1891" fmla="*/ 721361 w 2605796"/>
                  <a:gd name="connsiteY21-1892" fmla="*/ 2067664 h 2607945"/>
                  <a:gd name="connsiteX22-1893" fmla="*/ 463837 w 2605796"/>
                  <a:gd name="connsiteY22-1894" fmla="*/ 2299063 h 2607945"/>
                  <a:gd name="connsiteX23-1895" fmla="*/ 168989 w 2605796"/>
                  <a:gd name="connsiteY23-1896" fmla="*/ 1955696 h 2607945"/>
                  <a:gd name="connsiteX24-1897" fmla="*/ 445175 w 2605796"/>
                  <a:gd name="connsiteY24-1898" fmla="*/ 1731761 h 2607945"/>
                  <a:gd name="connsiteX25-1899" fmla="*/ 348137 w 2605796"/>
                  <a:gd name="connsiteY25-1900" fmla="*/ 1425717 h 2607945"/>
                  <a:gd name="connsiteX26-1901" fmla="*/ 4770 w 2605796"/>
                  <a:gd name="connsiteY26-1902" fmla="*/ 1440646 h 2607945"/>
                  <a:gd name="connsiteX27-1903" fmla="*/ 38361 w 2605796"/>
                  <a:gd name="connsiteY27-1904" fmla="*/ 974116 h 2607945"/>
                  <a:gd name="connsiteX28-1905" fmla="*/ 385459 w 2605796"/>
                  <a:gd name="connsiteY28-1906" fmla="*/ 1007706 h 2607945"/>
                  <a:gd name="connsiteX29-1907" fmla="*/ 534749 w 2605796"/>
                  <a:gd name="connsiteY29-1908" fmla="*/ 724055 h 2607945"/>
                  <a:gd name="connsiteX30-1909" fmla="*/ 292153 w 2605796"/>
                  <a:gd name="connsiteY30-1910" fmla="*/ 470263 h 2607945"/>
                  <a:gd name="connsiteX31-1911" fmla="*/ 635520 w 2605796"/>
                  <a:gd name="connsiteY31-1912" fmla="*/ 171683 h 2607945"/>
                  <a:gd name="connsiteX32-1913" fmla="*/ 855722 w 2605796"/>
                  <a:gd name="connsiteY32-1914" fmla="*/ 447869 h 2607945"/>
                  <a:gd name="connsiteX0-1915" fmla="*/ 855722 w 2605796"/>
                  <a:gd name="connsiteY0-1916" fmla="*/ 447869 h 2607945"/>
                  <a:gd name="connsiteX1-1917" fmla="*/ 1165499 w 2605796"/>
                  <a:gd name="connsiteY1-1918" fmla="*/ 354563 h 2607945"/>
                  <a:gd name="connsiteX2-1919" fmla="*/ 1169231 w 2605796"/>
                  <a:gd name="connsiteY2-1920" fmla="*/ 0 h 2607945"/>
                  <a:gd name="connsiteX3-1921" fmla="*/ 1650690 w 2605796"/>
                  <a:gd name="connsiteY3-1922" fmla="*/ 41055 h 2607945"/>
                  <a:gd name="connsiteX4-1923" fmla="*/ 1587242 w 2605796"/>
                  <a:gd name="connsiteY4-1924" fmla="*/ 388153 h 2607945"/>
                  <a:gd name="connsiteX5-1925" fmla="*/ 1889554 w 2605796"/>
                  <a:gd name="connsiteY5-1926" fmla="*/ 537443 h 2607945"/>
                  <a:gd name="connsiteX6-1927" fmla="*/ 2147079 w 2605796"/>
                  <a:gd name="connsiteY6-1928" fmla="*/ 298579 h 2607945"/>
                  <a:gd name="connsiteX7-1929" fmla="*/ 2434462 w 2605796"/>
                  <a:gd name="connsiteY7-1930" fmla="*/ 656875 h 2607945"/>
                  <a:gd name="connsiteX8-1931" fmla="*/ 2150811 w 2605796"/>
                  <a:gd name="connsiteY8-1932" fmla="*/ 850952 h 2607945"/>
                  <a:gd name="connsiteX9-1933" fmla="*/ 2251582 w 2605796"/>
                  <a:gd name="connsiteY9-1934" fmla="*/ 1194318 h 2607945"/>
                  <a:gd name="connsiteX10-1935" fmla="*/ 2602413 w 2605796"/>
                  <a:gd name="connsiteY10-1936" fmla="*/ 1160728 h 2607945"/>
                  <a:gd name="connsiteX11-1937" fmla="*/ 2561358 w 2605796"/>
                  <a:gd name="connsiteY11-1938" fmla="*/ 1645920 h 2607945"/>
                  <a:gd name="connsiteX12-1939" fmla="*/ 2214259 w 2605796"/>
                  <a:gd name="connsiteY12-1940" fmla="*/ 1593668 h 2607945"/>
                  <a:gd name="connsiteX13-1941" fmla="*/ 2061237 w 2605796"/>
                  <a:gd name="connsiteY13-1942" fmla="*/ 1877319 h 2607945"/>
                  <a:gd name="connsiteX14-1943" fmla="*/ 2296369 w 2605796"/>
                  <a:gd name="connsiteY14-1944" fmla="*/ 2134844 h 2607945"/>
                  <a:gd name="connsiteX15-1945" fmla="*/ 1949270 w 2605796"/>
                  <a:gd name="connsiteY15-1946" fmla="*/ 2437156 h 2607945"/>
                  <a:gd name="connsiteX16-1947" fmla="*/ 1729068 w 2605796"/>
                  <a:gd name="connsiteY16-1948" fmla="*/ 2153505 h 2607945"/>
                  <a:gd name="connsiteX17-1949" fmla="*/ 1434220 w 2605796"/>
                  <a:gd name="connsiteY17-1950" fmla="*/ 2246811 h 2607945"/>
                  <a:gd name="connsiteX18-1951" fmla="*/ 1415559 w 2605796"/>
                  <a:gd name="connsiteY18-1952" fmla="*/ 2601375 h 2607945"/>
                  <a:gd name="connsiteX19-1953" fmla="*/ 949028 w 2605796"/>
                  <a:gd name="connsiteY19-1954" fmla="*/ 2560320 h 2607945"/>
                  <a:gd name="connsiteX20-1955" fmla="*/ 1016209 w 2605796"/>
                  <a:gd name="connsiteY20-1956" fmla="*/ 2213221 h 2607945"/>
                  <a:gd name="connsiteX21-1957" fmla="*/ 721361 w 2605796"/>
                  <a:gd name="connsiteY21-1958" fmla="*/ 2067664 h 2607945"/>
                  <a:gd name="connsiteX22-1959" fmla="*/ 463837 w 2605796"/>
                  <a:gd name="connsiteY22-1960" fmla="*/ 2299063 h 2607945"/>
                  <a:gd name="connsiteX23-1961" fmla="*/ 168989 w 2605796"/>
                  <a:gd name="connsiteY23-1962" fmla="*/ 1955696 h 2607945"/>
                  <a:gd name="connsiteX24-1963" fmla="*/ 445175 w 2605796"/>
                  <a:gd name="connsiteY24-1964" fmla="*/ 1731761 h 2607945"/>
                  <a:gd name="connsiteX25-1965" fmla="*/ 348137 w 2605796"/>
                  <a:gd name="connsiteY25-1966" fmla="*/ 1425717 h 2607945"/>
                  <a:gd name="connsiteX26-1967" fmla="*/ 4770 w 2605796"/>
                  <a:gd name="connsiteY26-1968" fmla="*/ 1440646 h 2607945"/>
                  <a:gd name="connsiteX27-1969" fmla="*/ 38361 w 2605796"/>
                  <a:gd name="connsiteY27-1970" fmla="*/ 974116 h 2607945"/>
                  <a:gd name="connsiteX28-1971" fmla="*/ 385459 w 2605796"/>
                  <a:gd name="connsiteY28-1972" fmla="*/ 1007706 h 2607945"/>
                  <a:gd name="connsiteX29-1973" fmla="*/ 534749 w 2605796"/>
                  <a:gd name="connsiteY29-1974" fmla="*/ 724055 h 2607945"/>
                  <a:gd name="connsiteX30-1975" fmla="*/ 292153 w 2605796"/>
                  <a:gd name="connsiteY30-1976" fmla="*/ 470263 h 2607945"/>
                  <a:gd name="connsiteX31-1977" fmla="*/ 635520 w 2605796"/>
                  <a:gd name="connsiteY31-1978" fmla="*/ 171683 h 2607945"/>
                  <a:gd name="connsiteX32-1979" fmla="*/ 855722 w 2605796"/>
                  <a:gd name="connsiteY32-1980" fmla="*/ 447869 h 2607945"/>
                  <a:gd name="connsiteX0-1981" fmla="*/ 855722 w 2605796"/>
                  <a:gd name="connsiteY0-1982" fmla="*/ 447869 h 2607945"/>
                  <a:gd name="connsiteX1-1983" fmla="*/ 1165499 w 2605796"/>
                  <a:gd name="connsiteY1-1984" fmla="*/ 354563 h 2607945"/>
                  <a:gd name="connsiteX2-1985" fmla="*/ 1169231 w 2605796"/>
                  <a:gd name="connsiteY2-1986" fmla="*/ 0 h 2607945"/>
                  <a:gd name="connsiteX3-1987" fmla="*/ 1650690 w 2605796"/>
                  <a:gd name="connsiteY3-1988" fmla="*/ 41055 h 2607945"/>
                  <a:gd name="connsiteX4-1989" fmla="*/ 1587242 w 2605796"/>
                  <a:gd name="connsiteY4-1990" fmla="*/ 388153 h 2607945"/>
                  <a:gd name="connsiteX5-1991" fmla="*/ 1889554 w 2605796"/>
                  <a:gd name="connsiteY5-1992" fmla="*/ 537443 h 2607945"/>
                  <a:gd name="connsiteX6-1993" fmla="*/ 2147079 w 2605796"/>
                  <a:gd name="connsiteY6-1994" fmla="*/ 298579 h 2607945"/>
                  <a:gd name="connsiteX7-1995" fmla="*/ 2434462 w 2605796"/>
                  <a:gd name="connsiteY7-1996" fmla="*/ 656875 h 2607945"/>
                  <a:gd name="connsiteX8-1997" fmla="*/ 2150811 w 2605796"/>
                  <a:gd name="connsiteY8-1998" fmla="*/ 850952 h 2607945"/>
                  <a:gd name="connsiteX9-1999" fmla="*/ 2251582 w 2605796"/>
                  <a:gd name="connsiteY9-2000" fmla="*/ 1194318 h 2607945"/>
                  <a:gd name="connsiteX10-2001" fmla="*/ 2602413 w 2605796"/>
                  <a:gd name="connsiteY10-2002" fmla="*/ 1160728 h 2607945"/>
                  <a:gd name="connsiteX11-2003" fmla="*/ 2561358 w 2605796"/>
                  <a:gd name="connsiteY11-2004" fmla="*/ 1645920 h 2607945"/>
                  <a:gd name="connsiteX12-2005" fmla="*/ 2214259 w 2605796"/>
                  <a:gd name="connsiteY12-2006" fmla="*/ 1593668 h 2607945"/>
                  <a:gd name="connsiteX13-2007" fmla="*/ 2061237 w 2605796"/>
                  <a:gd name="connsiteY13-2008" fmla="*/ 1877319 h 2607945"/>
                  <a:gd name="connsiteX14-2009" fmla="*/ 2296369 w 2605796"/>
                  <a:gd name="connsiteY14-2010" fmla="*/ 2134844 h 2607945"/>
                  <a:gd name="connsiteX15-2011" fmla="*/ 1949270 w 2605796"/>
                  <a:gd name="connsiteY15-2012" fmla="*/ 2437156 h 2607945"/>
                  <a:gd name="connsiteX16-2013" fmla="*/ 1729068 w 2605796"/>
                  <a:gd name="connsiteY16-2014" fmla="*/ 2153505 h 2607945"/>
                  <a:gd name="connsiteX17-2015" fmla="*/ 1434220 w 2605796"/>
                  <a:gd name="connsiteY17-2016" fmla="*/ 2246811 h 2607945"/>
                  <a:gd name="connsiteX18-2017" fmla="*/ 1415559 w 2605796"/>
                  <a:gd name="connsiteY18-2018" fmla="*/ 2601375 h 2607945"/>
                  <a:gd name="connsiteX19-2019" fmla="*/ 949028 w 2605796"/>
                  <a:gd name="connsiteY19-2020" fmla="*/ 2560320 h 2607945"/>
                  <a:gd name="connsiteX20-2021" fmla="*/ 1016209 w 2605796"/>
                  <a:gd name="connsiteY20-2022" fmla="*/ 2213221 h 2607945"/>
                  <a:gd name="connsiteX21-2023" fmla="*/ 721361 w 2605796"/>
                  <a:gd name="connsiteY21-2024" fmla="*/ 2067664 h 2607945"/>
                  <a:gd name="connsiteX22-2025" fmla="*/ 463837 w 2605796"/>
                  <a:gd name="connsiteY22-2026" fmla="*/ 2299063 h 2607945"/>
                  <a:gd name="connsiteX23-2027" fmla="*/ 168989 w 2605796"/>
                  <a:gd name="connsiteY23-2028" fmla="*/ 1955696 h 2607945"/>
                  <a:gd name="connsiteX24-2029" fmla="*/ 445175 w 2605796"/>
                  <a:gd name="connsiteY24-2030" fmla="*/ 1731761 h 2607945"/>
                  <a:gd name="connsiteX25-2031" fmla="*/ 348137 w 2605796"/>
                  <a:gd name="connsiteY25-2032" fmla="*/ 1425717 h 2607945"/>
                  <a:gd name="connsiteX26-2033" fmla="*/ 4770 w 2605796"/>
                  <a:gd name="connsiteY26-2034" fmla="*/ 1440646 h 2607945"/>
                  <a:gd name="connsiteX27-2035" fmla="*/ 38361 w 2605796"/>
                  <a:gd name="connsiteY27-2036" fmla="*/ 974116 h 2607945"/>
                  <a:gd name="connsiteX28-2037" fmla="*/ 385459 w 2605796"/>
                  <a:gd name="connsiteY28-2038" fmla="*/ 1007706 h 2607945"/>
                  <a:gd name="connsiteX29-2039" fmla="*/ 534749 w 2605796"/>
                  <a:gd name="connsiteY29-2040" fmla="*/ 724055 h 2607945"/>
                  <a:gd name="connsiteX30-2041" fmla="*/ 292153 w 2605796"/>
                  <a:gd name="connsiteY30-2042" fmla="*/ 470263 h 2607945"/>
                  <a:gd name="connsiteX31-2043" fmla="*/ 635520 w 2605796"/>
                  <a:gd name="connsiteY31-2044" fmla="*/ 171683 h 2607945"/>
                  <a:gd name="connsiteX32-2045" fmla="*/ 855722 w 2605796"/>
                  <a:gd name="connsiteY32-2046" fmla="*/ 447869 h 2607945"/>
                  <a:gd name="connsiteX0-2047" fmla="*/ 855722 w 2605796"/>
                  <a:gd name="connsiteY0-2048" fmla="*/ 451419 h 2611495"/>
                  <a:gd name="connsiteX1-2049" fmla="*/ 1165499 w 2605796"/>
                  <a:gd name="connsiteY1-2050" fmla="*/ 358113 h 2611495"/>
                  <a:gd name="connsiteX2-2051" fmla="*/ 1169231 w 2605796"/>
                  <a:gd name="connsiteY2-2052" fmla="*/ 3550 h 2611495"/>
                  <a:gd name="connsiteX3-2053" fmla="*/ 1650690 w 2605796"/>
                  <a:gd name="connsiteY3-2054" fmla="*/ 44605 h 2611495"/>
                  <a:gd name="connsiteX4-2055" fmla="*/ 1587242 w 2605796"/>
                  <a:gd name="connsiteY4-2056" fmla="*/ 391703 h 2611495"/>
                  <a:gd name="connsiteX5-2057" fmla="*/ 1889554 w 2605796"/>
                  <a:gd name="connsiteY5-2058" fmla="*/ 540993 h 2611495"/>
                  <a:gd name="connsiteX6-2059" fmla="*/ 2147079 w 2605796"/>
                  <a:gd name="connsiteY6-2060" fmla="*/ 302129 h 2611495"/>
                  <a:gd name="connsiteX7-2061" fmla="*/ 2434462 w 2605796"/>
                  <a:gd name="connsiteY7-2062" fmla="*/ 660425 h 2611495"/>
                  <a:gd name="connsiteX8-2063" fmla="*/ 2150811 w 2605796"/>
                  <a:gd name="connsiteY8-2064" fmla="*/ 854502 h 2611495"/>
                  <a:gd name="connsiteX9-2065" fmla="*/ 2251582 w 2605796"/>
                  <a:gd name="connsiteY9-2066" fmla="*/ 1197868 h 2611495"/>
                  <a:gd name="connsiteX10-2067" fmla="*/ 2602413 w 2605796"/>
                  <a:gd name="connsiteY10-2068" fmla="*/ 1164278 h 2611495"/>
                  <a:gd name="connsiteX11-2069" fmla="*/ 2561358 w 2605796"/>
                  <a:gd name="connsiteY11-2070" fmla="*/ 1649470 h 2611495"/>
                  <a:gd name="connsiteX12-2071" fmla="*/ 2214259 w 2605796"/>
                  <a:gd name="connsiteY12-2072" fmla="*/ 1597218 h 2611495"/>
                  <a:gd name="connsiteX13-2073" fmla="*/ 2061237 w 2605796"/>
                  <a:gd name="connsiteY13-2074" fmla="*/ 1880869 h 2611495"/>
                  <a:gd name="connsiteX14-2075" fmla="*/ 2296369 w 2605796"/>
                  <a:gd name="connsiteY14-2076" fmla="*/ 2138394 h 2611495"/>
                  <a:gd name="connsiteX15-2077" fmla="*/ 1949270 w 2605796"/>
                  <a:gd name="connsiteY15-2078" fmla="*/ 2440706 h 2611495"/>
                  <a:gd name="connsiteX16-2079" fmla="*/ 1729068 w 2605796"/>
                  <a:gd name="connsiteY16-2080" fmla="*/ 2157055 h 2611495"/>
                  <a:gd name="connsiteX17-2081" fmla="*/ 1434220 w 2605796"/>
                  <a:gd name="connsiteY17-2082" fmla="*/ 2250361 h 2611495"/>
                  <a:gd name="connsiteX18-2083" fmla="*/ 1415559 w 2605796"/>
                  <a:gd name="connsiteY18-2084" fmla="*/ 2604925 h 2611495"/>
                  <a:gd name="connsiteX19-2085" fmla="*/ 949028 w 2605796"/>
                  <a:gd name="connsiteY19-2086" fmla="*/ 2563870 h 2611495"/>
                  <a:gd name="connsiteX20-2087" fmla="*/ 1016209 w 2605796"/>
                  <a:gd name="connsiteY20-2088" fmla="*/ 2216771 h 2611495"/>
                  <a:gd name="connsiteX21-2089" fmla="*/ 721361 w 2605796"/>
                  <a:gd name="connsiteY21-2090" fmla="*/ 2071214 h 2611495"/>
                  <a:gd name="connsiteX22-2091" fmla="*/ 463837 w 2605796"/>
                  <a:gd name="connsiteY22-2092" fmla="*/ 2302613 h 2611495"/>
                  <a:gd name="connsiteX23-2093" fmla="*/ 168989 w 2605796"/>
                  <a:gd name="connsiteY23-2094" fmla="*/ 1959246 h 2611495"/>
                  <a:gd name="connsiteX24-2095" fmla="*/ 445175 w 2605796"/>
                  <a:gd name="connsiteY24-2096" fmla="*/ 1735311 h 2611495"/>
                  <a:gd name="connsiteX25-2097" fmla="*/ 348137 w 2605796"/>
                  <a:gd name="connsiteY25-2098" fmla="*/ 1429267 h 2611495"/>
                  <a:gd name="connsiteX26-2099" fmla="*/ 4770 w 2605796"/>
                  <a:gd name="connsiteY26-2100" fmla="*/ 1444196 h 2611495"/>
                  <a:gd name="connsiteX27-2101" fmla="*/ 38361 w 2605796"/>
                  <a:gd name="connsiteY27-2102" fmla="*/ 977666 h 2611495"/>
                  <a:gd name="connsiteX28-2103" fmla="*/ 385459 w 2605796"/>
                  <a:gd name="connsiteY28-2104" fmla="*/ 1011256 h 2611495"/>
                  <a:gd name="connsiteX29-2105" fmla="*/ 534749 w 2605796"/>
                  <a:gd name="connsiteY29-2106" fmla="*/ 727605 h 2611495"/>
                  <a:gd name="connsiteX30-2107" fmla="*/ 292153 w 2605796"/>
                  <a:gd name="connsiteY30-2108" fmla="*/ 473813 h 2611495"/>
                  <a:gd name="connsiteX31-2109" fmla="*/ 635520 w 2605796"/>
                  <a:gd name="connsiteY31-2110" fmla="*/ 175233 h 2611495"/>
                  <a:gd name="connsiteX32-2111" fmla="*/ 855722 w 2605796"/>
                  <a:gd name="connsiteY32-2112" fmla="*/ 451419 h 2611495"/>
                  <a:gd name="connsiteX0-2113" fmla="*/ 855722 w 2605796"/>
                  <a:gd name="connsiteY0-2114" fmla="*/ 452941 h 2613017"/>
                  <a:gd name="connsiteX1-2115" fmla="*/ 1165499 w 2605796"/>
                  <a:gd name="connsiteY1-2116" fmla="*/ 359635 h 2613017"/>
                  <a:gd name="connsiteX2-2117" fmla="*/ 1169231 w 2605796"/>
                  <a:gd name="connsiteY2-2118" fmla="*/ 5072 h 2613017"/>
                  <a:gd name="connsiteX3-2119" fmla="*/ 1650690 w 2605796"/>
                  <a:gd name="connsiteY3-2120" fmla="*/ 46127 h 2613017"/>
                  <a:gd name="connsiteX4-2121" fmla="*/ 1587242 w 2605796"/>
                  <a:gd name="connsiteY4-2122" fmla="*/ 393225 h 2613017"/>
                  <a:gd name="connsiteX5-2123" fmla="*/ 1889554 w 2605796"/>
                  <a:gd name="connsiteY5-2124" fmla="*/ 542515 h 2613017"/>
                  <a:gd name="connsiteX6-2125" fmla="*/ 2147079 w 2605796"/>
                  <a:gd name="connsiteY6-2126" fmla="*/ 303651 h 2613017"/>
                  <a:gd name="connsiteX7-2127" fmla="*/ 2434462 w 2605796"/>
                  <a:gd name="connsiteY7-2128" fmla="*/ 661947 h 2613017"/>
                  <a:gd name="connsiteX8-2129" fmla="*/ 2150811 w 2605796"/>
                  <a:gd name="connsiteY8-2130" fmla="*/ 856024 h 2613017"/>
                  <a:gd name="connsiteX9-2131" fmla="*/ 2251582 w 2605796"/>
                  <a:gd name="connsiteY9-2132" fmla="*/ 1199390 h 2613017"/>
                  <a:gd name="connsiteX10-2133" fmla="*/ 2602413 w 2605796"/>
                  <a:gd name="connsiteY10-2134" fmla="*/ 1165800 h 2613017"/>
                  <a:gd name="connsiteX11-2135" fmla="*/ 2561358 w 2605796"/>
                  <a:gd name="connsiteY11-2136" fmla="*/ 1650992 h 2613017"/>
                  <a:gd name="connsiteX12-2137" fmla="*/ 2214259 w 2605796"/>
                  <a:gd name="connsiteY12-2138" fmla="*/ 1598740 h 2613017"/>
                  <a:gd name="connsiteX13-2139" fmla="*/ 2061237 w 2605796"/>
                  <a:gd name="connsiteY13-2140" fmla="*/ 1882391 h 2613017"/>
                  <a:gd name="connsiteX14-2141" fmla="*/ 2296369 w 2605796"/>
                  <a:gd name="connsiteY14-2142" fmla="*/ 2139916 h 2613017"/>
                  <a:gd name="connsiteX15-2143" fmla="*/ 1949270 w 2605796"/>
                  <a:gd name="connsiteY15-2144" fmla="*/ 2442228 h 2613017"/>
                  <a:gd name="connsiteX16-2145" fmla="*/ 1729068 w 2605796"/>
                  <a:gd name="connsiteY16-2146" fmla="*/ 2158577 h 2613017"/>
                  <a:gd name="connsiteX17-2147" fmla="*/ 1434220 w 2605796"/>
                  <a:gd name="connsiteY17-2148" fmla="*/ 2251883 h 2613017"/>
                  <a:gd name="connsiteX18-2149" fmla="*/ 1415559 w 2605796"/>
                  <a:gd name="connsiteY18-2150" fmla="*/ 2606447 h 2613017"/>
                  <a:gd name="connsiteX19-2151" fmla="*/ 949028 w 2605796"/>
                  <a:gd name="connsiteY19-2152" fmla="*/ 2565392 h 2613017"/>
                  <a:gd name="connsiteX20-2153" fmla="*/ 1016209 w 2605796"/>
                  <a:gd name="connsiteY20-2154" fmla="*/ 2218293 h 2613017"/>
                  <a:gd name="connsiteX21-2155" fmla="*/ 721361 w 2605796"/>
                  <a:gd name="connsiteY21-2156" fmla="*/ 2072736 h 2613017"/>
                  <a:gd name="connsiteX22-2157" fmla="*/ 463837 w 2605796"/>
                  <a:gd name="connsiteY22-2158" fmla="*/ 2304135 h 2613017"/>
                  <a:gd name="connsiteX23-2159" fmla="*/ 168989 w 2605796"/>
                  <a:gd name="connsiteY23-2160" fmla="*/ 1960768 h 2613017"/>
                  <a:gd name="connsiteX24-2161" fmla="*/ 445175 w 2605796"/>
                  <a:gd name="connsiteY24-2162" fmla="*/ 1736833 h 2613017"/>
                  <a:gd name="connsiteX25-2163" fmla="*/ 348137 w 2605796"/>
                  <a:gd name="connsiteY25-2164" fmla="*/ 1430789 h 2613017"/>
                  <a:gd name="connsiteX26-2165" fmla="*/ 4770 w 2605796"/>
                  <a:gd name="connsiteY26-2166" fmla="*/ 1445718 h 2613017"/>
                  <a:gd name="connsiteX27-2167" fmla="*/ 38361 w 2605796"/>
                  <a:gd name="connsiteY27-2168" fmla="*/ 979188 h 2613017"/>
                  <a:gd name="connsiteX28-2169" fmla="*/ 385459 w 2605796"/>
                  <a:gd name="connsiteY28-2170" fmla="*/ 1012778 h 2613017"/>
                  <a:gd name="connsiteX29-2171" fmla="*/ 534749 w 2605796"/>
                  <a:gd name="connsiteY29-2172" fmla="*/ 729127 h 2613017"/>
                  <a:gd name="connsiteX30-2173" fmla="*/ 292153 w 2605796"/>
                  <a:gd name="connsiteY30-2174" fmla="*/ 475335 h 2613017"/>
                  <a:gd name="connsiteX31-2175" fmla="*/ 635520 w 2605796"/>
                  <a:gd name="connsiteY31-2176" fmla="*/ 176755 h 2613017"/>
                  <a:gd name="connsiteX32-2177" fmla="*/ 855722 w 2605796"/>
                  <a:gd name="connsiteY32-2178" fmla="*/ 452941 h 261301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2605796" h="2613017">
                    <a:moveTo>
                      <a:pt x="855722" y="452941"/>
                    </a:moveTo>
                    <a:cubicBezTo>
                      <a:pt x="951517" y="406910"/>
                      <a:pt x="1058508" y="375808"/>
                      <a:pt x="1165499" y="359635"/>
                    </a:cubicBezTo>
                    <a:lnTo>
                      <a:pt x="1169231" y="5072"/>
                    </a:lnTo>
                    <a:cubicBezTo>
                      <a:pt x="1337182" y="-11101"/>
                      <a:pt x="1505133" y="13781"/>
                      <a:pt x="1650690" y="46127"/>
                    </a:cubicBezTo>
                    <a:lnTo>
                      <a:pt x="1587242" y="393225"/>
                    </a:lnTo>
                    <a:cubicBezTo>
                      <a:pt x="1665619" y="420595"/>
                      <a:pt x="1811177" y="485287"/>
                      <a:pt x="1889554" y="542515"/>
                    </a:cubicBezTo>
                    <a:lnTo>
                      <a:pt x="2147079" y="303651"/>
                    </a:lnTo>
                    <a:cubicBezTo>
                      <a:pt x="2242873" y="404422"/>
                      <a:pt x="2361061" y="527586"/>
                      <a:pt x="2434462" y="661947"/>
                    </a:cubicBezTo>
                    <a:lnTo>
                      <a:pt x="2150811" y="856024"/>
                    </a:lnTo>
                    <a:cubicBezTo>
                      <a:pt x="2206795" y="955550"/>
                      <a:pt x="2232921" y="1066274"/>
                      <a:pt x="2251582" y="1199390"/>
                    </a:cubicBezTo>
                    <a:lnTo>
                      <a:pt x="2602413" y="1165800"/>
                    </a:lnTo>
                    <a:cubicBezTo>
                      <a:pt x="2611122" y="1297673"/>
                      <a:pt x="2604901" y="1478065"/>
                      <a:pt x="2561358" y="1650992"/>
                    </a:cubicBezTo>
                    <a:lnTo>
                      <a:pt x="2214259" y="1598740"/>
                    </a:lnTo>
                    <a:cubicBezTo>
                      <a:pt x="2180669" y="1715683"/>
                      <a:pt x="2120952" y="1817699"/>
                      <a:pt x="2061237" y="1882391"/>
                    </a:cubicBezTo>
                    <a:lnTo>
                      <a:pt x="2296369" y="2139916"/>
                    </a:lnTo>
                    <a:cubicBezTo>
                      <a:pt x="2217992" y="2259348"/>
                      <a:pt x="2091096" y="2360119"/>
                      <a:pt x="1949270" y="2442228"/>
                    </a:cubicBezTo>
                    <a:lnTo>
                      <a:pt x="1729068" y="2158577"/>
                    </a:lnTo>
                    <a:cubicBezTo>
                      <a:pt x="1641982" y="2197143"/>
                      <a:pt x="1543699" y="2243175"/>
                      <a:pt x="1434220" y="2251883"/>
                    </a:cubicBezTo>
                    <a:lnTo>
                      <a:pt x="1415559" y="2606447"/>
                    </a:lnTo>
                    <a:cubicBezTo>
                      <a:pt x="1267513" y="2622620"/>
                      <a:pt x="1112002" y="2608935"/>
                      <a:pt x="949028" y="2565392"/>
                    </a:cubicBezTo>
                    <a:lnTo>
                      <a:pt x="1016209" y="2218293"/>
                    </a:lnTo>
                    <a:cubicBezTo>
                      <a:pt x="921658" y="2188435"/>
                      <a:pt x="804715" y="2128720"/>
                      <a:pt x="721361" y="2072736"/>
                    </a:cubicBezTo>
                    <a:lnTo>
                      <a:pt x="463837" y="2304135"/>
                    </a:lnTo>
                    <a:cubicBezTo>
                      <a:pt x="358090" y="2227002"/>
                      <a:pt x="248611" y="2064027"/>
                      <a:pt x="168989" y="1960768"/>
                    </a:cubicBezTo>
                    <a:lnTo>
                      <a:pt x="445175" y="1736833"/>
                    </a:lnTo>
                    <a:cubicBezTo>
                      <a:pt x="401632" y="1638550"/>
                      <a:pt x="373018" y="1544000"/>
                      <a:pt x="348137" y="1430789"/>
                    </a:cubicBezTo>
                    <a:lnTo>
                      <a:pt x="4770" y="1445718"/>
                    </a:lnTo>
                    <a:cubicBezTo>
                      <a:pt x="-6426" y="1293940"/>
                      <a:pt x="1038" y="1153359"/>
                      <a:pt x="38361" y="979188"/>
                    </a:cubicBezTo>
                    <a:lnTo>
                      <a:pt x="385459" y="1012778"/>
                    </a:lnTo>
                    <a:cubicBezTo>
                      <a:pt x="427757" y="921960"/>
                      <a:pt x="466325" y="819945"/>
                      <a:pt x="534749" y="729127"/>
                    </a:cubicBezTo>
                    <a:lnTo>
                      <a:pt x="292153" y="475335"/>
                    </a:lnTo>
                    <a:cubicBezTo>
                      <a:pt x="410342" y="357147"/>
                      <a:pt x="502403" y="261353"/>
                      <a:pt x="635520" y="176755"/>
                    </a:cubicBezTo>
                    <a:lnTo>
                      <a:pt x="855722" y="452941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357" name="Group 193"/>
          <p:cNvGrpSpPr/>
          <p:nvPr/>
        </p:nvGrpSpPr>
        <p:grpSpPr>
          <a:xfrm>
            <a:off x="7531100" y="4068763"/>
            <a:ext cx="473075" cy="2133600"/>
            <a:chOff x="5619571" y="4073525"/>
            <a:chExt cx="473195" cy="2133600"/>
          </a:xfrm>
        </p:grpSpPr>
        <p:sp>
          <p:nvSpPr>
            <p:cNvPr id="195" name="Left-Right Arrow 194"/>
            <p:cNvSpPr>
              <a:spLocks noChangeAspect="1"/>
            </p:cNvSpPr>
            <p:nvPr/>
          </p:nvSpPr>
          <p:spPr bwMode="auto">
            <a:xfrm rot="5400000">
              <a:off x="5746630" y="4446570"/>
              <a:ext cx="201613" cy="131796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6" name="Bevel 195"/>
            <p:cNvSpPr>
              <a:spLocks noChangeAspect="1"/>
            </p:cNvSpPr>
            <p:nvPr/>
          </p:nvSpPr>
          <p:spPr bwMode="auto">
            <a:xfrm>
              <a:off x="5698966" y="4073525"/>
              <a:ext cx="296938" cy="296862"/>
            </a:xfrm>
            <a:prstGeom prst="bevel">
              <a:avLst>
                <a:gd name="adj" fmla="val 9789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438" name="Group 20"/>
            <p:cNvGrpSpPr/>
            <p:nvPr/>
          </p:nvGrpSpPr>
          <p:grpSpPr>
            <a:xfrm>
              <a:off x="5680266" y="5306970"/>
              <a:ext cx="334580" cy="252139"/>
              <a:chOff x="521" y="2366"/>
              <a:chExt cx="1172" cy="880"/>
            </a:xfrm>
          </p:grpSpPr>
          <p:sp>
            <p:nvSpPr>
              <p:cNvPr id="14447" name="AutoShape 21"/>
              <p:cNvSpPr/>
              <p:nvPr/>
            </p:nvSpPr>
            <p:spPr>
              <a:xfrm>
                <a:off x="521" y="2366"/>
                <a:ext cx="1172" cy="880"/>
              </a:xfrm>
              <a:prstGeom prst="can">
                <a:avLst>
                  <a:gd name="adj" fmla="val 26704"/>
                </a:avLst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448" name="Arc 22"/>
              <p:cNvSpPr/>
              <p:nvPr/>
            </p:nvSpPr>
            <p:spPr>
              <a:xfrm>
                <a:off x="522" y="2539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449" name="Arc 23"/>
              <p:cNvSpPr/>
              <p:nvPr/>
            </p:nvSpPr>
            <p:spPr>
              <a:xfrm>
                <a:off x="522" y="2598"/>
                <a:ext cx="1169" cy="121"/>
              </a:xfrm>
              <a:custGeom>
                <a:avLst/>
                <a:gdLst>
                  <a:gd name="txL" fmla="*/ 0 w 43200"/>
                  <a:gd name="txT" fmla="*/ 0 h 21780"/>
                  <a:gd name="txR" fmla="*/ 43200 w 43200"/>
                  <a:gd name="txB" fmla="*/ 21780 h 2178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43200" h="21780" fill="none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</a:path>
                  <a:path w="43200" h="21780" stroke="0">
                    <a:moveTo>
                      <a:pt x="43199" y="-1"/>
                    </a:moveTo>
                    <a:cubicBezTo>
                      <a:pt x="43199" y="59"/>
                      <a:pt x="43200" y="119"/>
                      <a:pt x="43200" y="180"/>
                    </a:cubicBezTo>
                    <a:cubicBezTo>
                      <a:pt x="43200" y="12109"/>
                      <a:pt x="33529" y="21780"/>
                      <a:pt x="21600" y="21780"/>
                    </a:cubicBezTo>
                    <a:cubicBezTo>
                      <a:pt x="9705" y="21779"/>
                      <a:pt x="49" y="12164"/>
                      <a:pt x="0" y="269"/>
                    </a:cubicBezTo>
                    <a:lnTo>
                      <a:pt x="21600" y="180"/>
                    </a:lnTo>
                    <a:lnTo>
                      <a:pt x="43199" y="-1"/>
                    </a:lnTo>
                    <a:close/>
                  </a:path>
                </a:pathLst>
              </a:custGeom>
              <a:noFill/>
              <a:ln w="635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98" name="Cross 197"/>
            <p:cNvSpPr>
              <a:spLocks noChangeAspect="1"/>
            </p:cNvSpPr>
            <p:nvPr/>
          </p:nvSpPr>
          <p:spPr bwMode="auto">
            <a:xfrm>
              <a:off x="5768834" y="5634037"/>
              <a:ext cx="157203" cy="157163"/>
            </a:xfrm>
            <a:prstGeom prst="plus">
              <a:avLst>
                <a:gd name="adj" fmla="val 35891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9" name="Folded Corner 198"/>
            <p:cNvSpPr>
              <a:spLocks noChangeAspect="1"/>
            </p:cNvSpPr>
            <p:nvPr/>
          </p:nvSpPr>
          <p:spPr bwMode="auto">
            <a:xfrm>
              <a:off x="5708494" y="5864225"/>
              <a:ext cx="277883" cy="342900"/>
            </a:xfrm>
            <a:prstGeom prst="foldedCorner">
              <a:avLst>
                <a:gd name="adj" fmla="val 22608"/>
              </a:avLst>
            </a:prstGeom>
            <a:solidFill>
              <a:srgbClr val="FFFFCC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0" name="Left-Right Arrow 199"/>
            <p:cNvSpPr>
              <a:spLocks noChangeAspect="1"/>
            </p:cNvSpPr>
            <p:nvPr/>
          </p:nvSpPr>
          <p:spPr bwMode="auto">
            <a:xfrm rot="5400000">
              <a:off x="5746630" y="5099032"/>
              <a:ext cx="201612" cy="131796"/>
            </a:xfrm>
            <a:prstGeom prst="leftRightArrow">
              <a:avLst>
                <a:gd name="adj1" fmla="val 35055"/>
                <a:gd name="adj2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442" name="Group 200"/>
            <p:cNvGrpSpPr>
              <a:grpSpLocks noChangeAspect="1"/>
            </p:cNvGrpSpPr>
            <p:nvPr/>
          </p:nvGrpSpPr>
          <p:grpSpPr>
            <a:xfrm>
              <a:off x="5619571" y="4602918"/>
              <a:ext cx="473195" cy="435785"/>
              <a:chOff x="1095681" y="1394520"/>
              <a:chExt cx="5185339" cy="4775398"/>
            </a:xfrm>
          </p:grpSpPr>
          <p:sp>
            <p:nvSpPr>
              <p:cNvPr id="202" name="Oval 201"/>
              <p:cNvSpPr>
                <a:spLocks noChangeAspect="1"/>
              </p:cNvSpPr>
              <p:nvPr/>
            </p:nvSpPr>
            <p:spPr>
              <a:xfrm>
                <a:off x="2452917" y="4065230"/>
                <a:ext cx="748226" cy="7480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3" name="Oval 202"/>
              <p:cNvSpPr>
                <a:spLocks noChangeAspect="1"/>
              </p:cNvSpPr>
              <p:nvPr/>
            </p:nvSpPr>
            <p:spPr>
              <a:xfrm>
                <a:off x="4714978" y="2430000"/>
                <a:ext cx="522014" cy="5392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4" name="Freeform 203"/>
              <p:cNvSpPr>
                <a:spLocks noChangeAspect="1"/>
              </p:cNvSpPr>
              <p:nvPr/>
            </p:nvSpPr>
            <p:spPr>
              <a:xfrm>
                <a:off x="1095681" y="2708337"/>
                <a:ext cx="3462698" cy="3461822"/>
              </a:xfrm>
              <a:custGeom>
                <a:avLst/>
                <a:gdLst>
                  <a:gd name="connsiteX0" fmla="*/ 300037 w 1343025"/>
                  <a:gd name="connsiteY0" fmla="*/ 326231 h 1343025"/>
                  <a:gd name="connsiteX1" fmla="*/ 431006 w 1343025"/>
                  <a:gd name="connsiteY1" fmla="*/ 226218 h 1343025"/>
                  <a:gd name="connsiteX2" fmla="*/ 378618 w 1343025"/>
                  <a:gd name="connsiteY2" fmla="*/ 61912 h 1343025"/>
                  <a:gd name="connsiteX3" fmla="*/ 602456 w 1343025"/>
                  <a:gd name="connsiteY3" fmla="*/ 0 h 1343025"/>
                  <a:gd name="connsiteX4" fmla="*/ 652462 w 1343025"/>
                  <a:gd name="connsiteY4" fmla="*/ 171450 h 1343025"/>
                  <a:gd name="connsiteX5" fmla="*/ 816768 w 1343025"/>
                  <a:gd name="connsiteY5" fmla="*/ 185737 h 1343025"/>
                  <a:gd name="connsiteX6" fmla="*/ 900112 w 1343025"/>
                  <a:gd name="connsiteY6" fmla="*/ 40481 h 1343025"/>
                  <a:gd name="connsiteX7" fmla="*/ 1104900 w 1343025"/>
                  <a:gd name="connsiteY7" fmla="*/ 150018 h 1343025"/>
                  <a:gd name="connsiteX8" fmla="*/ 1014412 w 1343025"/>
                  <a:gd name="connsiteY8" fmla="*/ 295275 h 1343025"/>
                  <a:gd name="connsiteX9" fmla="*/ 1119187 w 1343025"/>
                  <a:gd name="connsiteY9" fmla="*/ 431006 h 1343025"/>
                  <a:gd name="connsiteX10" fmla="*/ 1281112 w 1343025"/>
                  <a:gd name="connsiteY10" fmla="*/ 373856 h 1343025"/>
                  <a:gd name="connsiteX11" fmla="*/ 1343025 w 1343025"/>
                  <a:gd name="connsiteY11" fmla="*/ 602456 h 1343025"/>
                  <a:gd name="connsiteX12" fmla="*/ 1173956 w 1343025"/>
                  <a:gd name="connsiteY12" fmla="*/ 645318 h 1343025"/>
                  <a:gd name="connsiteX13" fmla="*/ 1157287 w 1343025"/>
                  <a:gd name="connsiteY13" fmla="*/ 812006 h 1343025"/>
                  <a:gd name="connsiteX14" fmla="*/ 1307306 w 1343025"/>
                  <a:gd name="connsiteY14" fmla="*/ 892968 h 1343025"/>
                  <a:gd name="connsiteX15" fmla="*/ 1193006 w 1343025"/>
                  <a:gd name="connsiteY15" fmla="*/ 1097756 h 1343025"/>
                  <a:gd name="connsiteX16" fmla="*/ 1040606 w 1343025"/>
                  <a:gd name="connsiteY16" fmla="*/ 1009650 h 1343025"/>
                  <a:gd name="connsiteX17" fmla="*/ 919162 w 1343025"/>
                  <a:gd name="connsiteY17" fmla="*/ 1112043 h 1343025"/>
                  <a:gd name="connsiteX18" fmla="*/ 973931 w 1343025"/>
                  <a:gd name="connsiteY18" fmla="*/ 1276350 h 1343025"/>
                  <a:gd name="connsiteX19" fmla="*/ 745331 w 1343025"/>
                  <a:gd name="connsiteY19" fmla="*/ 1343025 h 1343025"/>
                  <a:gd name="connsiteX20" fmla="*/ 695325 w 1343025"/>
                  <a:gd name="connsiteY20" fmla="*/ 1171575 h 1343025"/>
                  <a:gd name="connsiteX21" fmla="*/ 535781 w 1343025"/>
                  <a:gd name="connsiteY21" fmla="*/ 1157287 h 1343025"/>
                  <a:gd name="connsiteX22" fmla="*/ 452437 w 1343025"/>
                  <a:gd name="connsiteY22" fmla="*/ 1304925 h 1343025"/>
                  <a:gd name="connsiteX23" fmla="*/ 245268 w 1343025"/>
                  <a:gd name="connsiteY23" fmla="*/ 1193006 h 1343025"/>
                  <a:gd name="connsiteX24" fmla="*/ 333375 w 1343025"/>
                  <a:gd name="connsiteY24" fmla="*/ 1042987 h 1343025"/>
                  <a:gd name="connsiteX25" fmla="*/ 226218 w 1343025"/>
                  <a:gd name="connsiteY25" fmla="*/ 909637 h 1343025"/>
                  <a:gd name="connsiteX26" fmla="*/ 59531 w 1343025"/>
                  <a:gd name="connsiteY26" fmla="*/ 964406 h 1343025"/>
                  <a:gd name="connsiteX27" fmla="*/ 0 w 1343025"/>
                  <a:gd name="connsiteY27" fmla="*/ 733425 h 1343025"/>
                  <a:gd name="connsiteX28" fmla="*/ 173831 w 1343025"/>
                  <a:gd name="connsiteY28" fmla="*/ 692943 h 1343025"/>
                  <a:gd name="connsiteX29" fmla="*/ 190500 w 1343025"/>
                  <a:gd name="connsiteY29" fmla="*/ 521493 h 1343025"/>
                  <a:gd name="connsiteX30" fmla="*/ 35718 w 1343025"/>
                  <a:gd name="connsiteY30" fmla="*/ 440531 h 1343025"/>
                  <a:gd name="connsiteX31" fmla="*/ 154781 w 1343025"/>
                  <a:gd name="connsiteY31" fmla="*/ 242887 h 1343025"/>
                  <a:gd name="connsiteX32" fmla="*/ 300037 w 1343025"/>
                  <a:gd name="connsiteY32" fmla="*/ 326231 h 1343025"/>
                  <a:gd name="connsiteX0-1" fmla="*/ 300037 w 1343025"/>
                  <a:gd name="connsiteY0-2" fmla="*/ 326231 h 1343025"/>
                  <a:gd name="connsiteX1-3" fmla="*/ 431006 w 1343025"/>
                  <a:gd name="connsiteY1-4" fmla="*/ 226218 h 1343025"/>
                  <a:gd name="connsiteX2-5" fmla="*/ 378618 w 1343025"/>
                  <a:gd name="connsiteY2-6" fmla="*/ 61912 h 1343025"/>
                  <a:gd name="connsiteX3-7" fmla="*/ 602456 w 1343025"/>
                  <a:gd name="connsiteY3-8" fmla="*/ 0 h 1343025"/>
                  <a:gd name="connsiteX4-9" fmla="*/ 652462 w 1343025"/>
                  <a:gd name="connsiteY4-10" fmla="*/ 171450 h 1343025"/>
                  <a:gd name="connsiteX5-11" fmla="*/ 816768 w 1343025"/>
                  <a:gd name="connsiteY5-12" fmla="*/ 185737 h 1343025"/>
                  <a:gd name="connsiteX6-13" fmla="*/ 900112 w 1343025"/>
                  <a:gd name="connsiteY6-14" fmla="*/ 40481 h 1343025"/>
                  <a:gd name="connsiteX7-15" fmla="*/ 1104900 w 1343025"/>
                  <a:gd name="connsiteY7-16" fmla="*/ 150018 h 1343025"/>
                  <a:gd name="connsiteX8-17" fmla="*/ 1014412 w 1343025"/>
                  <a:gd name="connsiteY8-18" fmla="*/ 295275 h 1343025"/>
                  <a:gd name="connsiteX9-19" fmla="*/ 1119187 w 1343025"/>
                  <a:gd name="connsiteY9-20" fmla="*/ 431006 h 1343025"/>
                  <a:gd name="connsiteX10-21" fmla="*/ 1281112 w 1343025"/>
                  <a:gd name="connsiteY10-22" fmla="*/ 373856 h 1343025"/>
                  <a:gd name="connsiteX11-23" fmla="*/ 1343025 w 1343025"/>
                  <a:gd name="connsiteY11-24" fmla="*/ 602456 h 1343025"/>
                  <a:gd name="connsiteX12-25" fmla="*/ 1173956 w 1343025"/>
                  <a:gd name="connsiteY12-26" fmla="*/ 645318 h 1343025"/>
                  <a:gd name="connsiteX13-27" fmla="*/ 1157287 w 1343025"/>
                  <a:gd name="connsiteY13-28" fmla="*/ 812006 h 1343025"/>
                  <a:gd name="connsiteX14-29" fmla="*/ 1307306 w 1343025"/>
                  <a:gd name="connsiteY14-30" fmla="*/ 892968 h 1343025"/>
                  <a:gd name="connsiteX15-31" fmla="*/ 1193006 w 1343025"/>
                  <a:gd name="connsiteY15-32" fmla="*/ 1097756 h 1343025"/>
                  <a:gd name="connsiteX16-33" fmla="*/ 1040606 w 1343025"/>
                  <a:gd name="connsiteY16-34" fmla="*/ 1009650 h 1343025"/>
                  <a:gd name="connsiteX17-35" fmla="*/ 919162 w 1343025"/>
                  <a:gd name="connsiteY17-36" fmla="*/ 1112043 h 1343025"/>
                  <a:gd name="connsiteX18-37" fmla="*/ 973931 w 1343025"/>
                  <a:gd name="connsiteY18-38" fmla="*/ 1276350 h 1343025"/>
                  <a:gd name="connsiteX19-39" fmla="*/ 745331 w 1343025"/>
                  <a:gd name="connsiteY19-40" fmla="*/ 1343025 h 1343025"/>
                  <a:gd name="connsiteX20-41" fmla="*/ 695325 w 1343025"/>
                  <a:gd name="connsiteY20-42" fmla="*/ 1171575 h 1343025"/>
                  <a:gd name="connsiteX21-43" fmla="*/ 535781 w 1343025"/>
                  <a:gd name="connsiteY21-44" fmla="*/ 1157287 h 1343025"/>
                  <a:gd name="connsiteX22-45" fmla="*/ 452437 w 1343025"/>
                  <a:gd name="connsiteY22-46" fmla="*/ 1304925 h 1343025"/>
                  <a:gd name="connsiteX23-47" fmla="*/ 245268 w 1343025"/>
                  <a:gd name="connsiteY23-48" fmla="*/ 1193006 h 1343025"/>
                  <a:gd name="connsiteX24-49" fmla="*/ 333375 w 1343025"/>
                  <a:gd name="connsiteY24-50" fmla="*/ 1042987 h 1343025"/>
                  <a:gd name="connsiteX25-51" fmla="*/ 226218 w 1343025"/>
                  <a:gd name="connsiteY25-52" fmla="*/ 909637 h 1343025"/>
                  <a:gd name="connsiteX26-53" fmla="*/ 59531 w 1343025"/>
                  <a:gd name="connsiteY26-54" fmla="*/ 964406 h 1343025"/>
                  <a:gd name="connsiteX27-55" fmla="*/ 0 w 1343025"/>
                  <a:gd name="connsiteY27-56" fmla="*/ 733425 h 1343025"/>
                  <a:gd name="connsiteX28-57" fmla="*/ 173831 w 1343025"/>
                  <a:gd name="connsiteY28-58" fmla="*/ 692943 h 1343025"/>
                  <a:gd name="connsiteX29-59" fmla="*/ 190500 w 1343025"/>
                  <a:gd name="connsiteY29-60" fmla="*/ 521493 h 1343025"/>
                  <a:gd name="connsiteX30-61" fmla="*/ 35718 w 1343025"/>
                  <a:gd name="connsiteY30-62" fmla="*/ 440531 h 1343025"/>
                  <a:gd name="connsiteX31-63" fmla="*/ 154781 w 1343025"/>
                  <a:gd name="connsiteY31-64" fmla="*/ 242887 h 1343025"/>
                  <a:gd name="connsiteX32-65" fmla="*/ 300037 w 1343025"/>
                  <a:gd name="connsiteY32-66" fmla="*/ 326231 h 1343025"/>
                  <a:gd name="connsiteX0-67" fmla="*/ 300037 w 1343025"/>
                  <a:gd name="connsiteY0-68" fmla="*/ 326231 h 1343025"/>
                  <a:gd name="connsiteX1-69" fmla="*/ 431006 w 1343025"/>
                  <a:gd name="connsiteY1-70" fmla="*/ 226218 h 1343025"/>
                  <a:gd name="connsiteX2-71" fmla="*/ 378618 w 1343025"/>
                  <a:gd name="connsiteY2-72" fmla="*/ 61912 h 1343025"/>
                  <a:gd name="connsiteX3-73" fmla="*/ 602456 w 1343025"/>
                  <a:gd name="connsiteY3-74" fmla="*/ 0 h 1343025"/>
                  <a:gd name="connsiteX4-75" fmla="*/ 652462 w 1343025"/>
                  <a:gd name="connsiteY4-76" fmla="*/ 171450 h 1343025"/>
                  <a:gd name="connsiteX5-77" fmla="*/ 816768 w 1343025"/>
                  <a:gd name="connsiteY5-78" fmla="*/ 185737 h 1343025"/>
                  <a:gd name="connsiteX6-79" fmla="*/ 900112 w 1343025"/>
                  <a:gd name="connsiteY6-80" fmla="*/ 40481 h 1343025"/>
                  <a:gd name="connsiteX7-81" fmla="*/ 1104900 w 1343025"/>
                  <a:gd name="connsiteY7-82" fmla="*/ 150018 h 1343025"/>
                  <a:gd name="connsiteX8-83" fmla="*/ 1014412 w 1343025"/>
                  <a:gd name="connsiteY8-84" fmla="*/ 295275 h 1343025"/>
                  <a:gd name="connsiteX9-85" fmla="*/ 1119187 w 1343025"/>
                  <a:gd name="connsiteY9-86" fmla="*/ 431006 h 1343025"/>
                  <a:gd name="connsiteX10-87" fmla="*/ 1281112 w 1343025"/>
                  <a:gd name="connsiteY10-88" fmla="*/ 373856 h 1343025"/>
                  <a:gd name="connsiteX11-89" fmla="*/ 1343025 w 1343025"/>
                  <a:gd name="connsiteY11-90" fmla="*/ 602456 h 1343025"/>
                  <a:gd name="connsiteX12-91" fmla="*/ 1173956 w 1343025"/>
                  <a:gd name="connsiteY12-92" fmla="*/ 645318 h 1343025"/>
                  <a:gd name="connsiteX13-93" fmla="*/ 1157287 w 1343025"/>
                  <a:gd name="connsiteY13-94" fmla="*/ 812006 h 1343025"/>
                  <a:gd name="connsiteX14-95" fmla="*/ 1307306 w 1343025"/>
                  <a:gd name="connsiteY14-96" fmla="*/ 892968 h 1343025"/>
                  <a:gd name="connsiteX15-97" fmla="*/ 1193006 w 1343025"/>
                  <a:gd name="connsiteY15-98" fmla="*/ 1097756 h 1343025"/>
                  <a:gd name="connsiteX16-99" fmla="*/ 1040606 w 1343025"/>
                  <a:gd name="connsiteY16-100" fmla="*/ 1009650 h 1343025"/>
                  <a:gd name="connsiteX17-101" fmla="*/ 919162 w 1343025"/>
                  <a:gd name="connsiteY17-102" fmla="*/ 1112043 h 1343025"/>
                  <a:gd name="connsiteX18-103" fmla="*/ 973931 w 1343025"/>
                  <a:gd name="connsiteY18-104" fmla="*/ 1276350 h 1343025"/>
                  <a:gd name="connsiteX19-105" fmla="*/ 745331 w 1343025"/>
                  <a:gd name="connsiteY19-106" fmla="*/ 1343025 h 1343025"/>
                  <a:gd name="connsiteX20-107" fmla="*/ 695325 w 1343025"/>
                  <a:gd name="connsiteY20-108" fmla="*/ 1171575 h 1343025"/>
                  <a:gd name="connsiteX21-109" fmla="*/ 535781 w 1343025"/>
                  <a:gd name="connsiteY21-110" fmla="*/ 1157287 h 1343025"/>
                  <a:gd name="connsiteX22-111" fmla="*/ 452437 w 1343025"/>
                  <a:gd name="connsiteY22-112" fmla="*/ 1304925 h 1343025"/>
                  <a:gd name="connsiteX23-113" fmla="*/ 245268 w 1343025"/>
                  <a:gd name="connsiteY23-114" fmla="*/ 1193006 h 1343025"/>
                  <a:gd name="connsiteX24-115" fmla="*/ 333375 w 1343025"/>
                  <a:gd name="connsiteY24-116" fmla="*/ 1042987 h 1343025"/>
                  <a:gd name="connsiteX25-117" fmla="*/ 226218 w 1343025"/>
                  <a:gd name="connsiteY25-118" fmla="*/ 909637 h 1343025"/>
                  <a:gd name="connsiteX26-119" fmla="*/ 59531 w 1343025"/>
                  <a:gd name="connsiteY26-120" fmla="*/ 964406 h 1343025"/>
                  <a:gd name="connsiteX27-121" fmla="*/ 0 w 1343025"/>
                  <a:gd name="connsiteY27-122" fmla="*/ 733425 h 1343025"/>
                  <a:gd name="connsiteX28-123" fmla="*/ 173831 w 1343025"/>
                  <a:gd name="connsiteY28-124" fmla="*/ 692943 h 1343025"/>
                  <a:gd name="connsiteX29-125" fmla="*/ 190500 w 1343025"/>
                  <a:gd name="connsiteY29-126" fmla="*/ 521493 h 1343025"/>
                  <a:gd name="connsiteX30-127" fmla="*/ 35718 w 1343025"/>
                  <a:gd name="connsiteY30-128" fmla="*/ 440531 h 1343025"/>
                  <a:gd name="connsiteX31-129" fmla="*/ 154781 w 1343025"/>
                  <a:gd name="connsiteY31-130" fmla="*/ 242887 h 1343025"/>
                  <a:gd name="connsiteX32-131" fmla="*/ 300037 w 1343025"/>
                  <a:gd name="connsiteY32-132" fmla="*/ 326231 h 1343025"/>
                  <a:gd name="connsiteX0-133" fmla="*/ 300037 w 1343025"/>
                  <a:gd name="connsiteY0-134" fmla="*/ 326231 h 1343025"/>
                  <a:gd name="connsiteX1-135" fmla="*/ 431006 w 1343025"/>
                  <a:gd name="connsiteY1-136" fmla="*/ 226218 h 1343025"/>
                  <a:gd name="connsiteX2-137" fmla="*/ 378618 w 1343025"/>
                  <a:gd name="connsiteY2-138" fmla="*/ 61912 h 1343025"/>
                  <a:gd name="connsiteX3-139" fmla="*/ 602456 w 1343025"/>
                  <a:gd name="connsiteY3-140" fmla="*/ 0 h 1343025"/>
                  <a:gd name="connsiteX4-141" fmla="*/ 652462 w 1343025"/>
                  <a:gd name="connsiteY4-142" fmla="*/ 171450 h 1343025"/>
                  <a:gd name="connsiteX5-143" fmla="*/ 816768 w 1343025"/>
                  <a:gd name="connsiteY5-144" fmla="*/ 185737 h 1343025"/>
                  <a:gd name="connsiteX6-145" fmla="*/ 900112 w 1343025"/>
                  <a:gd name="connsiteY6-146" fmla="*/ 40481 h 1343025"/>
                  <a:gd name="connsiteX7-147" fmla="*/ 1104900 w 1343025"/>
                  <a:gd name="connsiteY7-148" fmla="*/ 150018 h 1343025"/>
                  <a:gd name="connsiteX8-149" fmla="*/ 1014412 w 1343025"/>
                  <a:gd name="connsiteY8-150" fmla="*/ 295275 h 1343025"/>
                  <a:gd name="connsiteX9-151" fmla="*/ 1119187 w 1343025"/>
                  <a:gd name="connsiteY9-152" fmla="*/ 431006 h 1343025"/>
                  <a:gd name="connsiteX10-153" fmla="*/ 1281112 w 1343025"/>
                  <a:gd name="connsiteY10-154" fmla="*/ 373856 h 1343025"/>
                  <a:gd name="connsiteX11-155" fmla="*/ 1343025 w 1343025"/>
                  <a:gd name="connsiteY11-156" fmla="*/ 602456 h 1343025"/>
                  <a:gd name="connsiteX12-157" fmla="*/ 1173956 w 1343025"/>
                  <a:gd name="connsiteY12-158" fmla="*/ 645318 h 1343025"/>
                  <a:gd name="connsiteX13-159" fmla="*/ 1157287 w 1343025"/>
                  <a:gd name="connsiteY13-160" fmla="*/ 812006 h 1343025"/>
                  <a:gd name="connsiteX14-161" fmla="*/ 1307306 w 1343025"/>
                  <a:gd name="connsiteY14-162" fmla="*/ 892968 h 1343025"/>
                  <a:gd name="connsiteX15-163" fmla="*/ 1193006 w 1343025"/>
                  <a:gd name="connsiteY15-164" fmla="*/ 1097756 h 1343025"/>
                  <a:gd name="connsiteX16-165" fmla="*/ 1040606 w 1343025"/>
                  <a:gd name="connsiteY16-166" fmla="*/ 1009650 h 1343025"/>
                  <a:gd name="connsiteX17-167" fmla="*/ 919162 w 1343025"/>
                  <a:gd name="connsiteY17-168" fmla="*/ 1112043 h 1343025"/>
                  <a:gd name="connsiteX18-169" fmla="*/ 973931 w 1343025"/>
                  <a:gd name="connsiteY18-170" fmla="*/ 1276350 h 1343025"/>
                  <a:gd name="connsiteX19-171" fmla="*/ 745331 w 1343025"/>
                  <a:gd name="connsiteY19-172" fmla="*/ 1343025 h 1343025"/>
                  <a:gd name="connsiteX20-173" fmla="*/ 695325 w 1343025"/>
                  <a:gd name="connsiteY20-174" fmla="*/ 1171575 h 1343025"/>
                  <a:gd name="connsiteX21-175" fmla="*/ 535781 w 1343025"/>
                  <a:gd name="connsiteY21-176" fmla="*/ 1157287 h 1343025"/>
                  <a:gd name="connsiteX22-177" fmla="*/ 452437 w 1343025"/>
                  <a:gd name="connsiteY22-178" fmla="*/ 1304925 h 1343025"/>
                  <a:gd name="connsiteX23-179" fmla="*/ 245268 w 1343025"/>
                  <a:gd name="connsiteY23-180" fmla="*/ 1193006 h 1343025"/>
                  <a:gd name="connsiteX24-181" fmla="*/ 333375 w 1343025"/>
                  <a:gd name="connsiteY24-182" fmla="*/ 1042987 h 1343025"/>
                  <a:gd name="connsiteX25-183" fmla="*/ 226218 w 1343025"/>
                  <a:gd name="connsiteY25-184" fmla="*/ 909637 h 1343025"/>
                  <a:gd name="connsiteX26-185" fmla="*/ 59531 w 1343025"/>
                  <a:gd name="connsiteY26-186" fmla="*/ 964406 h 1343025"/>
                  <a:gd name="connsiteX27-187" fmla="*/ 0 w 1343025"/>
                  <a:gd name="connsiteY27-188" fmla="*/ 733425 h 1343025"/>
                  <a:gd name="connsiteX28-189" fmla="*/ 173831 w 1343025"/>
                  <a:gd name="connsiteY28-190" fmla="*/ 692943 h 1343025"/>
                  <a:gd name="connsiteX29-191" fmla="*/ 190500 w 1343025"/>
                  <a:gd name="connsiteY29-192" fmla="*/ 521493 h 1343025"/>
                  <a:gd name="connsiteX30-193" fmla="*/ 35718 w 1343025"/>
                  <a:gd name="connsiteY30-194" fmla="*/ 440531 h 1343025"/>
                  <a:gd name="connsiteX31-195" fmla="*/ 154781 w 1343025"/>
                  <a:gd name="connsiteY31-196" fmla="*/ 242887 h 1343025"/>
                  <a:gd name="connsiteX32-197" fmla="*/ 300037 w 1343025"/>
                  <a:gd name="connsiteY32-198" fmla="*/ 326231 h 1343025"/>
                  <a:gd name="connsiteX0-199" fmla="*/ 300037 w 1343025"/>
                  <a:gd name="connsiteY0-200" fmla="*/ 326231 h 1343025"/>
                  <a:gd name="connsiteX1-201" fmla="*/ 431006 w 1343025"/>
                  <a:gd name="connsiteY1-202" fmla="*/ 226218 h 1343025"/>
                  <a:gd name="connsiteX2-203" fmla="*/ 378618 w 1343025"/>
                  <a:gd name="connsiteY2-204" fmla="*/ 61912 h 1343025"/>
                  <a:gd name="connsiteX3-205" fmla="*/ 602456 w 1343025"/>
                  <a:gd name="connsiteY3-206" fmla="*/ 0 h 1343025"/>
                  <a:gd name="connsiteX4-207" fmla="*/ 652462 w 1343025"/>
                  <a:gd name="connsiteY4-208" fmla="*/ 171450 h 1343025"/>
                  <a:gd name="connsiteX5-209" fmla="*/ 816768 w 1343025"/>
                  <a:gd name="connsiteY5-210" fmla="*/ 185737 h 1343025"/>
                  <a:gd name="connsiteX6-211" fmla="*/ 900112 w 1343025"/>
                  <a:gd name="connsiteY6-212" fmla="*/ 40481 h 1343025"/>
                  <a:gd name="connsiteX7-213" fmla="*/ 1104900 w 1343025"/>
                  <a:gd name="connsiteY7-214" fmla="*/ 150018 h 1343025"/>
                  <a:gd name="connsiteX8-215" fmla="*/ 1014412 w 1343025"/>
                  <a:gd name="connsiteY8-216" fmla="*/ 295275 h 1343025"/>
                  <a:gd name="connsiteX9-217" fmla="*/ 1119187 w 1343025"/>
                  <a:gd name="connsiteY9-218" fmla="*/ 431006 h 1343025"/>
                  <a:gd name="connsiteX10-219" fmla="*/ 1281112 w 1343025"/>
                  <a:gd name="connsiteY10-220" fmla="*/ 373856 h 1343025"/>
                  <a:gd name="connsiteX11-221" fmla="*/ 1343025 w 1343025"/>
                  <a:gd name="connsiteY11-222" fmla="*/ 602456 h 1343025"/>
                  <a:gd name="connsiteX12-223" fmla="*/ 1173956 w 1343025"/>
                  <a:gd name="connsiteY12-224" fmla="*/ 645318 h 1343025"/>
                  <a:gd name="connsiteX13-225" fmla="*/ 1157287 w 1343025"/>
                  <a:gd name="connsiteY13-226" fmla="*/ 812006 h 1343025"/>
                  <a:gd name="connsiteX14-227" fmla="*/ 1307306 w 1343025"/>
                  <a:gd name="connsiteY14-228" fmla="*/ 892968 h 1343025"/>
                  <a:gd name="connsiteX15-229" fmla="*/ 1193006 w 1343025"/>
                  <a:gd name="connsiteY15-230" fmla="*/ 1097756 h 1343025"/>
                  <a:gd name="connsiteX16-231" fmla="*/ 1040606 w 1343025"/>
                  <a:gd name="connsiteY16-232" fmla="*/ 1009650 h 1343025"/>
                  <a:gd name="connsiteX17-233" fmla="*/ 919162 w 1343025"/>
                  <a:gd name="connsiteY17-234" fmla="*/ 1112043 h 1343025"/>
                  <a:gd name="connsiteX18-235" fmla="*/ 973931 w 1343025"/>
                  <a:gd name="connsiteY18-236" fmla="*/ 1276350 h 1343025"/>
                  <a:gd name="connsiteX19-237" fmla="*/ 745331 w 1343025"/>
                  <a:gd name="connsiteY19-238" fmla="*/ 1343025 h 1343025"/>
                  <a:gd name="connsiteX20-239" fmla="*/ 695325 w 1343025"/>
                  <a:gd name="connsiteY20-240" fmla="*/ 1171575 h 1343025"/>
                  <a:gd name="connsiteX21-241" fmla="*/ 535781 w 1343025"/>
                  <a:gd name="connsiteY21-242" fmla="*/ 1157287 h 1343025"/>
                  <a:gd name="connsiteX22-243" fmla="*/ 452437 w 1343025"/>
                  <a:gd name="connsiteY22-244" fmla="*/ 1304925 h 1343025"/>
                  <a:gd name="connsiteX23-245" fmla="*/ 245268 w 1343025"/>
                  <a:gd name="connsiteY23-246" fmla="*/ 1193006 h 1343025"/>
                  <a:gd name="connsiteX24-247" fmla="*/ 333375 w 1343025"/>
                  <a:gd name="connsiteY24-248" fmla="*/ 1042987 h 1343025"/>
                  <a:gd name="connsiteX25-249" fmla="*/ 226218 w 1343025"/>
                  <a:gd name="connsiteY25-250" fmla="*/ 909637 h 1343025"/>
                  <a:gd name="connsiteX26-251" fmla="*/ 59531 w 1343025"/>
                  <a:gd name="connsiteY26-252" fmla="*/ 964406 h 1343025"/>
                  <a:gd name="connsiteX27-253" fmla="*/ 0 w 1343025"/>
                  <a:gd name="connsiteY27-254" fmla="*/ 733425 h 1343025"/>
                  <a:gd name="connsiteX28-255" fmla="*/ 173831 w 1343025"/>
                  <a:gd name="connsiteY28-256" fmla="*/ 692943 h 1343025"/>
                  <a:gd name="connsiteX29-257" fmla="*/ 190500 w 1343025"/>
                  <a:gd name="connsiteY29-258" fmla="*/ 521493 h 1343025"/>
                  <a:gd name="connsiteX30-259" fmla="*/ 35718 w 1343025"/>
                  <a:gd name="connsiteY30-260" fmla="*/ 440531 h 1343025"/>
                  <a:gd name="connsiteX31-261" fmla="*/ 154781 w 1343025"/>
                  <a:gd name="connsiteY31-262" fmla="*/ 242887 h 1343025"/>
                  <a:gd name="connsiteX32-263" fmla="*/ 300037 w 1343025"/>
                  <a:gd name="connsiteY32-264" fmla="*/ 326231 h 1343025"/>
                  <a:gd name="connsiteX0-265" fmla="*/ 300037 w 1343025"/>
                  <a:gd name="connsiteY0-266" fmla="*/ 326231 h 1343025"/>
                  <a:gd name="connsiteX1-267" fmla="*/ 431006 w 1343025"/>
                  <a:gd name="connsiteY1-268" fmla="*/ 226218 h 1343025"/>
                  <a:gd name="connsiteX2-269" fmla="*/ 378618 w 1343025"/>
                  <a:gd name="connsiteY2-270" fmla="*/ 61912 h 1343025"/>
                  <a:gd name="connsiteX3-271" fmla="*/ 602456 w 1343025"/>
                  <a:gd name="connsiteY3-272" fmla="*/ 0 h 1343025"/>
                  <a:gd name="connsiteX4-273" fmla="*/ 652462 w 1343025"/>
                  <a:gd name="connsiteY4-274" fmla="*/ 171450 h 1343025"/>
                  <a:gd name="connsiteX5-275" fmla="*/ 816768 w 1343025"/>
                  <a:gd name="connsiteY5-276" fmla="*/ 185737 h 1343025"/>
                  <a:gd name="connsiteX6-277" fmla="*/ 900112 w 1343025"/>
                  <a:gd name="connsiteY6-278" fmla="*/ 40481 h 1343025"/>
                  <a:gd name="connsiteX7-279" fmla="*/ 1104900 w 1343025"/>
                  <a:gd name="connsiteY7-280" fmla="*/ 150018 h 1343025"/>
                  <a:gd name="connsiteX8-281" fmla="*/ 1014412 w 1343025"/>
                  <a:gd name="connsiteY8-282" fmla="*/ 295275 h 1343025"/>
                  <a:gd name="connsiteX9-283" fmla="*/ 1119187 w 1343025"/>
                  <a:gd name="connsiteY9-284" fmla="*/ 431006 h 1343025"/>
                  <a:gd name="connsiteX10-285" fmla="*/ 1281112 w 1343025"/>
                  <a:gd name="connsiteY10-286" fmla="*/ 373856 h 1343025"/>
                  <a:gd name="connsiteX11-287" fmla="*/ 1343025 w 1343025"/>
                  <a:gd name="connsiteY11-288" fmla="*/ 602456 h 1343025"/>
                  <a:gd name="connsiteX12-289" fmla="*/ 1173956 w 1343025"/>
                  <a:gd name="connsiteY12-290" fmla="*/ 645318 h 1343025"/>
                  <a:gd name="connsiteX13-291" fmla="*/ 1157287 w 1343025"/>
                  <a:gd name="connsiteY13-292" fmla="*/ 812006 h 1343025"/>
                  <a:gd name="connsiteX14-293" fmla="*/ 1307306 w 1343025"/>
                  <a:gd name="connsiteY14-294" fmla="*/ 892968 h 1343025"/>
                  <a:gd name="connsiteX15-295" fmla="*/ 1193006 w 1343025"/>
                  <a:gd name="connsiteY15-296" fmla="*/ 1097756 h 1343025"/>
                  <a:gd name="connsiteX16-297" fmla="*/ 1040606 w 1343025"/>
                  <a:gd name="connsiteY16-298" fmla="*/ 1009650 h 1343025"/>
                  <a:gd name="connsiteX17-299" fmla="*/ 919162 w 1343025"/>
                  <a:gd name="connsiteY17-300" fmla="*/ 1112043 h 1343025"/>
                  <a:gd name="connsiteX18-301" fmla="*/ 973931 w 1343025"/>
                  <a:gd name="connsiteY18-302" fmla="*/ 1276350 h 1343025"/>
                  <a:gd name="connsiteX19-303" fmla="*/ 745331 w 1343025"/>
                  <a:gd name="connsiteY19-304" fmla="*/ 1343025 h 1343025"/>
                  <a:gd name="connsiteX20-305" fmla="*/ 695325 w 1343025"/>
                  <a:gd name="connsiteY20-306" fmla="*/ 1171575 h 1343025"/>
                  <a:gd name="connsiteX21-307" fmla="*/ 535781 w 1343025"/>
                  <a:gd name="connsiteY21-308" fmla="*/ 1157287 h 1343025"/>
                  <a:gd name="connsiteX22-309" fmla="*/ 452437 w 1343025"/>
                  <a:gd name="connsiteY22-310" fmla="*/ 1304925 h 1343025"/>
                  <a:gd name="connsiteX23-311" fmla="*/ 245268 w 1343025"/>
                  <a:gd name="connsiteY23-312" fmla="*/ 1193006 h 1343025"/>
                  <a:gd name="connsiteX24-313" fmla="*/ 333375 w 1343025"/>
                  <a:gd name="connsiteY24-314" fmla="*/ 1042987 h 1343025"/>
                  <a:gd name="connsiteX25-315" fmla="*/ 226218 w 1343025"/>
                  <a:gd name="connsiteY25-316" fmla="*/ 909637 h 1343025"/>
                  <a:gd name="connsiteX26-317" fmla="*/ 59531 w 1343025"/>
                  <a:gd name="connsiteY26-318" fmla="*/ 964406 h 1343025"/>
                  <a:gd name="connsiteX27-319" fmla="*/ 0 w 1343025"/>
                  <a:gd name="connsiteY27-320" fmla="*/ 733425 h 1343025"/>
                  <a:gd name="connsiteX28-321" fmla="*/ 173831 w 1343025"/>
                  <a:gd name="connsiteY28-322" fmla="*/ 692943 h 1343025"/>
                  <a:gd name="connsiteX29-323" fmla="*/ 190500 w 1343025"/>
                  <a:gd name="connsiteY29-324" fmla="*/ 521493 h 1343025"/>
                  <a:gd name="connsiteX30-325" fmla="*/ 35718 w 1343025"/>
                  <a:gd name="connsiteY30-326" fmla="*/ 440531 h 1343025"/>
                  <a:gd name="connsiteX31-327" fmla="*/ 154781 w 1343025"/>
                  <a:gd name="connsiteY31-328" fmla="*/ 242887 h 1343025"/>
                  <a:gd name="connsiteX32-329" fmla="*/ 300037 w 1343025"/>
                  <a:gd name="connsiteY32-330" fmla="*/ 326231 h 1343025"/>
                  <a:gd name="connsiteX0-331" fmla="*/ 300037 w 1343025"/>
                  <a:gd name="connsiteY0-332" fmla="*/ 326231 h 1343025"/>
                  <a:gd name="connsiteX1-333" fmla="*/ 431006 w 1343025"/>
                  <a:gd name="connsiteY1-334" fmla="*/ 226218 h 1343025"/>
                  <a:gd name="connsiteX2-335" fmla="*/ 378618 w 1343025"/>
                  <a:gd name="connsiteY2-336" fmla="*/ 61912 h 1343025"/>
                  <a:gd name="connsiteX3-337" fmla="*/ 602456 w 1343025"/>
                  <a:gd name="connsiteY3-338" fmla="*/ 0 h 1343025"/>
                  <a:gd name="connsiteX4-339" fmla="*/ 652462 w 1343025"/>
                  <a:gd name="connsiteY4-340" fmla="*/ 171450 h 1343025"/>
                  <a:gd name="connsiteX5-341" fmla="*/ 816768 w 1343025"/>
                  <a:gd name="connsiteY5-342" fmla="*/ 185737 h 1343025"/>
                  <a:gd name="connsiteX6-343" fmla="*/ 900112 w 1343025"/>
                  <a:gd name="connsiteY6-344" fmla="*/ 40481 h 1343025"/>
                  <a:gd name="connsiteX7-345" fmla="*/ 1104900 w 1343025"/>
                  <a:gd name="connsiteY7-346" fmla="*/ 150018 h 1343025"/>
                  <a:gd name="connsiteX8-347" fmla="*/ 1014412 w 1343025"/>
                  <a:gd name="connsiteY8-348" fmla="*/ 295275 h 1343025"/>
                  <a:gd name="connsiteX9-349" fmla="*/ 1119187 w 1343025"/>
                  <a:gd name="connsiteY9-350" fmla="*/ 431006 h 1343025"/>
                  <a:gd name="connsiteX10-351" fmla="*/ 1281112 w 1343025"/>
                  <a:gd name="connsiteY10-352" fmla="*/ 373856 h 1343025"/>
                  <a:gd name="connsiteX11-353" fmla="*/ 1343025 w 1343025"/>
                  <a:gd name="connsiteY11-354" fmla="*/ 602456 h 1343025"/>
                  <a:gd name="connsiteX12-355" fmla="*/ 1173956 w 1343025"/>
                  <a:gd name="connsiteY12-356" fmla="*/ 645318 h 1343025"/>
                  <a:gd name="connsiteX13-357" fmla="*/ 1157287 w 1343025"/>
                  <a:gd name="connsiteY13-358" fmla="*/ 812006 h 1343025"/>
                  <a:gd name="connsiteX14-359" fmla="*/ 1307306 w 1343025"/>
                  <a:gd name="connsiteY14-360" fmla="*/ 892968 h 1343025"/>
                  <a:gd name="connsiteX15-361" fmla="*/ 1193006 w 1343025"/>
                  <a:gd name="connsiteY15-362" fmla="*/ 1097756 h 1343025"/>
                  <a:gd name="connsiteX16-363" fmla="*/ 1040606 w 1343025"/>
                  <a:gd name="connsiteY16-364" fmla="*/ 1009650 h 1343025"/>
                  <a:gd name="connsiteX17-365" fmla="*/ 919162 w 1343025"/>
                  <a:gd name="connsiteY17-366" fmla="*/ 1112043 h 1343025"/>
                  <a:gd name="connsiteX18-367" fmla="*/ 973931 w 1343025"/>
                  <a:gd name="connsiteY18-368" fmla="*/ 1276350 h 1343025"/>
                  <a:gd name="connsiteX19-369" fmla="*/ 745331 w 1343025"/>
                  <a:gd name="connsiteY19-370" fmla="*/ 1343025 h 1343025"/>
                  <a:gd name="connsiteX20-371" fmla="*/ 695325 w 1343025"/>
                  <a:gd name="connsiteY20-372" fmla="*/ 1171575 h 1343025"/>
                  <a:gd name="connsiteX21-373" fmla="*/ 535781 w 1343025"/>
                  <a:gd name="connsiteY21-374" fmla="*/ 1157287 h 1343025"/>
                  <a:gd name="connsiteX22-375" fmla="*/ 452437 w 1343025"/>
                  <a:gd name="connsiteY22-376" fmla="*/ 1304925 h 1343025"/>
                  <a:gd name="connsiteX23-377" fmla="*/ 245268 w 1343025"/>
                  <a:gd name="connsiteY23-378" fmla="*/ 1193006 h 1343025"/>
                  <a:gd name="connsiteX24-379" fmla="*/ 333375 w 1343025"/>
                  <a:gd name="connsiteY24-380" fmla="*/ 1042987 h 1343025"/>
                  <a:gd name="connsiteX25-381" fmla="*/ 226218 w 1343025"/>
                  <a:gd name="connsiteY25-382" fmla="*/ 909637 h 1343025"/>
                  <a:gd name="connsiteX26-383" fmla="*/ 59531 w 1343025"/>
                  <a:gd name="connsiteY26-384" fmla="*/ 964406 h 1343025"/>
                  <a:gd name="connsiteX27-385" fmla="*/ 0 w 1343025"/>
                  <a:gd name="connsiteY27-386" fmla="*/ 733425 h 1343025"/>
                  <a:gd name="connsiteX28-387" fmla="*/ 173831 w 1343025"/>
                  <a:gd name="connsiteY28-388" fmla="*/ 692943 h 1343025"/>
                  <a:gd name="connsiteX29-389" fmla="*/ 190500 w 1343025"/>
                  <a:gd name="connsiteY29-390" fmla="*/ 521493 h 1343025"/>
                  <a:gd name="connsiteX30-391" fmla="*/ 35718 w 1343025"/>
                  <a:gd name="connsiteY30-392" fmla="*/ 440531 h 1343025"/>
                  <a:gd name="connsiteX31-393" fmla="*/ 154781 w 1343025"/>
                  <a:gd name="connsiteY31-394" fmla="*/ 242887 h 1343025"/>
                  <a:gd name="connsiteX32-395" fmla="*/ 300037 w 1343025"/>
                  <a:gd name="connsiteY32-396" fmla="*/ 326231 h 1343025"/>
                  <a:gd name="connsiteX0-397" fmla="*/ 297656 w 1343025"/>
                  <a:gd name="connsiteY0-398" fmla="*/ 330993 h 1343025"/>
                  <a:gd name="connsiteX1-399" fmla="*/ 431006 w 1343025"/>
                  <a:gd name="connsiteY1-400" fmla="*/ 226218 h 1343025"/>
                  <a:gd name="connsiteX2-401" fmla="*/ 378618 w 1343025"/>
                  <a:gd name="connsiteY2-402" fmla="*/ 61912 h 1343025"/>
                  <a:gd name="connsiteX3-403" fmla="*/ 602456 w 1343025"/>
                  <a:gd name="connsiteY3-404" fmla="*/ 0 h 1343025"/>
                  <a:gd name="connsiteX4-405" fmla="*/ 652462 w 1343025"/>
                  <a:gd name="connsiteY4-406" fmla="*/ 171450 h 1343025"/>
                  <a:gd name="connsiteX5-407" fmla="*/ 816768 w 1343025"/>
                  <a:gd name="connsiteY5-408" fmla="*/ 185737 h 1343025"/>
                  <a:gd name="connsiteX6-409" fmla="*/ 900112 w 1343025"/>
                  <a:gd name="connsiteY6-410" fmla="*/ 40481 h 1343025"/>
                  <a:gd name="connsiteX7-411" fmla="*/ 1104900 w 1343025"/>
                  <a:gd name="connsiteY7-412" fmla="*/ 150018 h 1343025"/>
                  <a:gd name="connsiteX8-413" fmla="*/ 1014412 w 1343025"/>
                  <a:gd name="connsiteY8-414" fmla="*/ 295275 h 1343025"/>
                  <a:gd name="connsiteX9-415" fmla="*/ 1119187 w 1343025"/>
                  <a:gd name="connsiteY9-416" fmla="*/ 431006 h 1343025"/>
                  <a:gd name="connsiteX10-417" fmla="*/ 1281112 w 1343025"/>
                  <a:gd name="connsiteY10-418" fmla="*/ 373856 h 1343025"/>
                  <a:gd name="connsiteX11-419" fmla="*/ 1343025 w 1343025"/>
                  <a:gd name="connsiteY11-420" fmla="*/ 602456 h 1343025"/>
                  <a:gd name="connsiteX12-421" fmla="*/ 1173956 w 1343025"/>
                  <a:gd name="connsiteY12-422" fmla="*/ 645318 h 1343025"/>
                  <a:gd name="connsiteX13-423" fmla="*/ 1157287 w 1343025"/>
                  <a:gd name="connsiteY13-424" fmla="*/ 812006 h 1343025"/>
                  <a:gd name="connsiteX14-425" fmla="*/ 1307306 w 1343025"/>
                  <a:gd name="connsiteY14-426" fmla="*/ 892968 h 1343025"/>
                  <a:gd name="connsiteX15-427" fmla="*/ 1193006 w 1343025"/>
                  <a:gd name="connsiteY15-428" fmla="*/ 1097756 h 1343025"/>
                  <a:gd name="connsiteX16-429" fmla="*/ 1040606 w 1343025"/>
                  <a:gd name="connsiteY16-430" fmla="*/ 1009650 h 1343025"/>
                  <a:gd name="connsiteX17-431" fmla="*/ 919162 w 1343025"/>
                  <a:gd name="connsiteY17-432" fmla="*/ 1112043 h 1343025"/>
                  <a:gd name="connsiteX18-433" fmla="*/ 973931 w 1343025"/>
                  <a:gd name="connsiteY18-434" fmla="*/ 1276350 h 1343025"/>
                  <a:gd name="connsiteX19-435" fmla="*/ 745331 w 1343025"/>
                  <a:gd name="connsiteY19-436" fmla="*/ 1343025 h 1343025"/>
                  <a:gd name="connsiteX20-437" fmla="*/ 695325 w 1343025"/>
                  <a:gd name="connsiteY20-438" fmla="*/ 1171575 h 1343025"/>
                  <a:gd name="connsiteX21-439" fmla="*/ 535781 w 1343025"/>
                  <a:gd name="connsiteY21-440" fmla="*/ 1157287 h 1343025"/>
                  <a:gd name="connsiteX22-441" fmla="*/ 452437 w 1343025"/>
                  <a:gd name="connsiteY22-442" fmla="*/ 1304925 h 1343025"/>
                  <a:gd name="connsiteX23-443" fmla="*/ 245268 w 1343025"/>
                  <a:gd name="connsiteY23-444" fmla="*/ 1193006 h 1343025"/>
                  <a:gd name="connsiteX24-445" fmla="*/ 333375 w 1343025"/>
                  <a:gd name="connsiteY24-446" fmla="*/ 1042987 h 1343025"/>
                  <a:gd name="connsiteX25-447" fmla="*/ 226218 w 1343025"/>
                  <a:gd name="connsiteY25-448" fmla="*/ 909637 h 1343025"/>
                  <a:gd name="connsiteX26-449" fmla="*/ 59531 w 1343025"/>
                  <a:gd name="connsiteY26-450" fmla="*/ 964406 h 1343025"/>
                  <a:gd name="connsiteX27-451" fmla="*/ 0 w 1343025"/>
                  <a:gd name="connsiteY27-452" fmla="*/ 733425 h 1343025"/>
                  <a:gd name="connsiteX28-453" fmla="*/ 173831 w 1343025"/>
                  <a:gd name="connsiteY28-454" fmla="*/ 692943 h 1343025"/>
                  <a:gd name="connsiteX29-455" fmla="*/ 190500 w 1343025"/>
                  <a:gd name="connsiteY29-456" fmla="*/ 521493 h 1343025"/>
                  <a:gd name="connsiteX30-457" fmla="*/ 35718 w 1343025"/>
                  <a:gd name="connsiteY30-458" fmla="*/ 440531 h 1343025"/>
                  <a:gd name="connsiteX31-459" fmla="*/ 154781 w 1343025"/>
                  <a:gd name="connsiteY31-460" fmla="*/ 242887 h 1343025"/>
                  <a:gd name="connsiteX32-461" fmla="*/ 297656 w 1343025"/>
                  <a:gd name="connsiteY32-462" fmla="*/ 330993 h 1343025"/>
                  <a:gd name="connsiteX0-463" fmla="*/ 297656 w 1343025"/>
                  <a:gd name="connsiteY0-464" fmla="*/ 330993 h 1343025"/>
                  <a:gd name="connsiteX1-465" fmla="*/ 431006 w 1343025"/>
                  <a:gd name="connsiteY1-466" fmla="*/ 226218 h 1343025"/>
                  <a:gd name="connsiteX2-467" fmla="*/ 378618 w 1343025"/>
                  <a:gd name="connsiteY2-468" fmla="*/ 61912 h 1343025"/>
                  <a:gd name="connsiteX3-469" fmla="*/ 602456 w 1343025"/>
                  <a:gd name="connsiteY3-470" fmla="*/ 0 h 1343025"/>
                  <a:gd name="connsiteX4-471" fmla="*/ 652462 w 1343025"/>
                  <a:gd name="connsiteY4-472" fmla="*/ 171450 h 1343025"/>
                  <a:gd name="connsiteX5-473" fmla="*/ 816768 w 1343025"/>
                  <a:gd name="connsiteY5-474" fmla="*/ 185737 h 1343025"/>
                  <a:gd name="connsiteX6-475" fmla="*/ 900112 w 1343025"/>
                  <a:gd name="connsiteY6-476" fmla="*/ 40481 h 1343025"/>
                  <a:gd name="connsiteX7-477" fmla="*/ 1104900 w 1343025"/>
                  <a:gd name="connsiteY7-478" fmla="*/ 150018 h 1343025"/>
                  <a:gd name="connsiteX8-479" fmla="*/ 1014412 w 1343025"/>
                  <a:gd name="connsiteY8-480" fmla="*/ 295275 h 1343025"/>
                  <a:gd name="connsiteX9-481" fmla="*/ 1119187 w 1343025"/>
                  <a:gd name="connsiteY9-482" fmla="*/ 431006 h 1343025"/>
                  <a:gd name="connsiteX10-483" fmla="*/ 1281112 w 1343025"/>
                  <a:gd name="connsiteY10-484" fmla="*/ 373856 h 1343025"/>
                  <a:gd name="connsiteX11-485" fmla="*/ 1343025 w 1343025"/>
                  <a:gd name="connsiteY11-486" fmla="*/ 602456 h 1343025"/>
                  <a:gd name="connsiteX12-487" fmla="*/ 1173956 w 1343025"/>
                  <a:gd name="connsiteY12-488" fmla="*/ 645318 h 1343025"/>
                  <a:gd name="connsiteX13-489" fmla="*/ 1157287 w 1343025"/>
                  <a:gd name="connsiteY13-490" fmla="*/ 812006 h 1343025"/>
                  <a:gd name="connsiteX14-491" fmla="*/ 1307306 w 1343025"/>
                  <a:gd name="connsiteY14-492" fmla="*/ 892968 h 1343025"/>
                  <a:gd name="connsiteX15-493" fmla="*/ 1193006 w 1343025"/>
                  <a:gd name="connsiteY15-494" fmla="*/ 1097756 h 1343025"/>
                  <a:gd name="connsiteX16-495" fmla="*/ 1040606 w 1343025"/>
                  <a:gd name="connsiteY16-496" fmla="*/ 1009650 h 1343025"/>
                  <a:gd name="connsiteX17-497" fmla="*/ 919162 w 1343025"/>
                  <a:gd name="connsiteY17-498" fmla="*/ 1112043 h 1343025"/>
                  <a:gd name="connsiteX18-499" fmla="*/ 973931 w 1343025"/>
                  <a:gd name="connsiteY18-500" fmla="*/ 1276350 h 1343025"/>
                  <a:gd name="connsiteX19-501" fmla="*/ 745331 w 1343025"/>
                  <a:gd name="connsiteY19-502" fmla="*/ 1343025 h 1343025"/>
                  <a:gd name="connsiteX20-503" fmla="*/ 695325 w 1343025"/>
                  <a:gd name="connsiteY20-504" fmla="*/ 1171575 h 1343025"/>
                  <a:gd name="connsiteX21-505" fmla="*/ 535781 w 1343025"/>
                  <a:gd name="connsiteY21-506" fmla="*/ 1157287 h 1343025"/>
                  <a:gd name="connsiteX22-507" fmla="*/ 452437 w 1343025"/>
                  <a:gd name="connsiteY22-508" fmla="*/ 1304925 h 1343025"/>
                  <a:gd name="connsiteX23-509" fmla="*/ 245268 w 1343025"/>
                  <a:gd name="connsiteY23-510" fmla="*/ 1193006 h 1343025"/>
                  <a:gd name="connsiteX24-511" fmla="*/ 333375 w 1343025"/>
                  <a:gd name="connsiteY24-512" fmla="*/ 1042987 h 1343025"/>
                  <a:gd name="connsiteX25-513" fmla="*/ 226218 w 1343025"/>
                  <a:gd name="connsiteY25-514" fmla="*/ 909637 h 1343025"/>
                  <a:gd name="connsiteX26-515" fmla="*/ 59531 w 1343025"/>
                  <a:gd name="connsiteY26-516" fmla="*/ 964406 h 1343025"/>
                  <a:gd name="connsiteX27-517" fmla="*/ 0 w 1343025"/>
                  <a:gd name="connsiteY27-518" fmla="*/ 733425 h 1343025"/>
                  <a:gd name="connsiteX28-519" fmla="*/ 173831 w 1343025"/>
                  <a:gd name="connsiteY28-520" fmla="*/ 692943 h 1343025"/>
                  <a:gd name="connsiteX29-521" fmla="*/ 190500 w 1343025"/>
                  <a:gd name="connsiteY29-522" fmla="*/ 521493 h 1343025"/>
                  <a:gd name="connsiteX30-523" fmla="*/ 35718 w 1343025"/>
                  <a:gd name="connsiteY30-524" fmla="*/ 440531 h 1343025"/>
                  <a:gd name="connsiteX31-525" fmla="*/ 154781 w 1343025"/>
                  <a:gd name="connsiteY31-526" fmla="*/ 242887 h 1343025"/>
                  <a:gd name="connsiteX32-527" fmla="*/ 297656 w 1343025"/>
                  <a:gd name="connsiteY32-528" fmla="*/ 330993 h 1343025"/>
                  <a:gd name="connsiteX0-529" fmla="*/ 297656 w 1343025"/>
                  <a:gd name="connsiteY0-530" fmla="*/ 330993 h 1343025"/>
                  <a:gd name="connsiteX1-531" fmla="*/ 431006 w 1343025"/>
                  <a:gd name="connsiteY1-532" fmla="*/ 226218 h 1343025"/>
                  <a:gd name="connsiteX2-533" fmla="*/ 378618 w 1343025"/>
                  <a:gd name="connsiteY2-534" fmla="*/ 61912 h 1343025"/>
                  <a:gd name="connsiteX3-535" fmla="*/ 602456 w 1343025"/>
                  <a:gd name="connsiteY3-536" fmla="*/ 0 h 1343025"/>
                  <a:gd name="connsiteX4-537" fmla="*/ 652462 w 1343025"/>
                  <a:gd name="connsiteY4-538" fmla="*/ 171450 h 1343025"/>
                  <a:gd name="connsiteX5-539" fmla="*/ 816768 w 1343025"/>
                  <a:gd name="connsiteY5-540" fmla="*/ 185737 h 1343025"/>
                  <a:gd name="connsiteX6-541" fmla="*/ 900112 w 1343025"/>
                  <a:gd name="connsiteY6-542" fmla="*/ 40481 h 1343025"/>
                  <a:gd name="connsiteX7-543" fmla="*/ 1104900 w 1343025"/>
                  <a:gd name="connsiteY7-544" fmla="*/ 150018 h 1343025"/>
                  <a:gd name="connsiteX8-545" fmla="*/ 1014412 w 1343025"/>
                  <a:gd name="connsiteY8-546" fmla="*/ 295275 h 1343025"/>
                  <a:gd name="connsiteX9-547" fmla="*/ 1119187 w 1343025"/>
                  <a:gd name="connsiteY9-548" fmla="*/ 431006 h 1343025"/>
                  <a:gd name="connsiteX10-549" fmla="*/ 1281112 w 1343025"/>
                  <a:gd name="connsiteY10-550" fmla="*/ 373856 h 1343025"/>
                  <a:gd name="connsiteX11-551" fmla="*/ 1343025 w 1343025"/>
                  <a:gd name="connsiteY11-552" fmla="*/ 602456 h 1343025"/>
                  <a:gd name="connsiteX12-553" fmla="*/ 1173956 w 1343025"/>
                  <a:gd name="connsiteY12-554" fmla="*/ 645318 h 1343025"/>
                  <a:gd name="connsiteX13-555" fmla="*/ 1157287 w 1343025"/>
                  <a:gd name="connsiteY13-556" fmla="*/ 812006 h 1343025"/>
                  <a:gd name="connsiteX14-557" fmla="*/ 1307306 w 1343025"/>
                  <a:gd name="connsiteY14-558" fmla="*/ 892968 h 1343025"/>
                  <a:gd name="connsiteX15-559" fmla="*/ 1193006 w 1343025"/>
                  <a:gd name="connsiteY15-560" fmla="*/ 1097756 h 1343025"/>
                  <a:gd name="connsiteX16-561" fmla="*/ 1040606 w 1343025"/>
                  <a:gd name="connsiteY16-562" fmla="*/ 1009650 h 1343025"/>
                  <a:gd name="connsiteX17-563" fmla="*/ 919162 w 1343025"/>
                  <a:gd name="connsiteY17-564" fmla="*/ 1112043 h 1343025"/>
                  <a:gd name="connsiteX18-565" fmla="*/ 973931 w 1343025"/>
                  <a:gd name="connsiteY18-566" fmla="*/ 1276350 h 1343025"/>
                  <a:gd name="connsiteX19-567" fmla="*/ 745331 w 1343025"/>
                  <a:gd name="connsiteY19-568" fmla="*/ 1343025 h 1343025"/>
                  <a:gd name="connsiteX20-569" fmla="*/ 695325 w 1343025"/>
                  <a:gd name="connsiteY20-570" fmla="*/ 1171575 h 1343025"/>
                  <a:gd name="connsiteX21-571" fmla="*/ 535781 w 1343025"/>
                  <a:gd name="connsiteY21-572" fmla="*/ 1157287 h 1343025"/>
                  <a:gd name="connsiteX22-573" fmla="*/ 452437 w 1343025"/>
                  <a:gd name="connsiteY22-574" fmla="*/ 1304925 h 1343025"/>
                  <a:gd name="connsiteX23-575" fmla="*/ 245268 w 1343025"/>
                  <a:gd name="connsiteY23-576" fmla="*/ 1193006 h 1343025"/>
                  <a:gd name="connsiteX24-577" fmla="*/ 333375 w 1343025"/>
                  <a:gd name="connsiteY24-578" fmla="*/ 1042987 h 1343025"/>
                  <a:gd name="connsiteX25-579" fmla="*/ 226218 w 1343025"/>
                  <a:gd name="connsiteY25-580" fmla="*/ 909637 h 1343025"/>
                  <a:gd name="connsiteX26-581" fmla="*/ 59531 w 1343025"/>
                  <a:gd name="connsiteY26-582" fmla="*/ 964406 h 1343025"/>
                  <a:gd name="connsiteX27-583" fmla="*/ 0 w 1343025"/>
                  <a:gd name="connsiteY27-584" fmla="*/ 733425 h 1343025"/>
                  <a:gd name="connsiteX28-585" fmla="*/ 173831 w 1343025"/>
                  <a:gd name="connsiteY28-586" fmla="*/ 692943 h 1343025"/>
                  <a:gd name="connsiteX29-587" fmla="*/ 190500 w 1343025"/>
                  <a:gd name="connsiteY29-588" fmla="*/ 521493 h 1343025"/>
                  <a:gd name="connsiteX30-589" fmla="*/ 35718 w 1343025"/>
                  <a:gd name="connsiteY30-590" fmla="*/ 440531 h 1343025"/>
                  <a:gd name="connsiteX31-591" fmla="*/ 154781 w 1343025"/>
                  <a:gd name="connsiteY31-592" fmla="*/ 242887 h 1343025"/>
                  <a:gd name="connsiteX32-593" fmla="*/ 297656 w 1343025"/>
                  <a:gd name="connsiteY32-594" fmla="*/ 330993 h 1343025"/>
                  <a:gd name="connsiteX0-595" fmla="*/ 297656 w 1343025"/>
                  <a:gd name="connsiteY0-596" fmla="*/ 330993 h 1343025"/>
                  <a:gd name="connsiteX1-597" fmla="*/ 431006 w 1343025"/>
                  <a:gd name="connsiteY1-598" fmla="*/ 226218 h 1343025"/>
                  <a:gd name="connsiteX2-599" fmla="*/ 378618 w 1343025"/>
                  <a:gd name="connsiteY2-600" fmla="*/ 61912 h 1343025"/>
                  <a:gd name="connsiteX3-601" fmla="*/ 602456 w 1343025"/>
                  <a:gd name="connsiteY3-602" fmla="*/ 0 h 1343025"/>
                  <a:gd name="connsiteX4-603" fmla="*/ 652462 w 1343025"/>
                  <a:gd name="connsiteY4-604" fmla="*/ 171450 h 1343025"/>
                  <a:gd name="connsiteX5-605" fmla="*/ 816768 w 1343025"/>
                  <a:gd name="connsiteY5-606" fmla="*/ 185737 h 1343025"/>
                  <a:gd name="connsiteX6-607" fmla="*/ 900112 w 1343025"/>
                  <a:gd name="connsiteY6-608" fmla="*/ 40481 h 1343025"/>
                  <a:gd name="connsiteX7-609" fmla="*/ 1104900 w 1343025"/>
                  <a:gd name="connsiteY7-610" fmla="*/ 150018 h 1343025"/>
                  <a:gd name="connsiteX8-611" fmla="*/ 1014412 w 1343025"/>
                  <a:gd name="connsiteY8-612" fmla="*/ 295275 h 1343025"/>
                  <a:gd name="connsiteX9-613" fmla="*/ 1119187 w 1343025"/>
                  <a:gd name="connsiteY9-614" fmla="*/ 431006 h 1343025"/>
                  <a:gd name="connsiteX10-615" fmla="*/ 1281112 w 1343025"/>
                  <a:gd name="connsiteY10-616" fmla="*/ 373856 h 1343025"/>
                  <a:gd name="connsiteX11-617" fmla="*/ 1343025 w 1343025"/>
                  <a:gd name="connsiteY11-618" fmla="*/ 602456 h 1343025"/>
                  <a:gd name="connsiteX12-619" fmla="*/ 1173956 w 1343025"/>
                  <a:gd name="connsiteY12-620" fmla="*/ 645318 h 1343025"/>
                  <a:gd name="connsiteX13-621" fmla="*/ 1157287 w 1343025"/>
                  <a:gd name="connsiteY13-622" fmla="*/ 812006 h 1343025"/>
                  <a:gd name="connsiteX14-623" fmla="*/ 1307306 w 1343025"/>
                  <a:gd name="connsiteY14-624" fmla="*/ 892968 h 1343025"/>
                  <a:gd name="connsiteX15-625" fmla="*/ 1193006 w 1343025"/>
                  <a:gd name="connsiteY15-626" fmla="*/ 1097756 h 1343025"/>
                  <a:gd name="connsiteX16-627" fmla="*/ 1040606 w 1343025"/>
                  <a:gd name="connsiteY16-628" fmla="*/ 1009650 h 1343025"/>
                  <a:gd name="connsiteX17-629" fmla="*/ 919162 w 1343025"/>
                  <a:gd name="connsiteY17-630" fmla="*/ 1112043 h 1343025"/>
                  <a:gd name="connsiteX18-631" fmla="*/ 973931 w 1343025"/>
                  <a:gd name="connsiteY18-632" fmla="*/ 1276350 h 1343025"/>
                  <a:gd name="connsiteX19-633" fmla="*/ 745331 w 1343025"/>
                  <a:gd name="connsiteY19-634" fmla="*/ 1343025 h 1343025"/>
                  <a:gd name="connsiteX20-635" fmla="*/ 695325 w 1343025"/>
                  <a:gd name="connsiteY20-636" fmla="*/ 1171575 h 1343025"/>
                  <a:gd name="connsiteX21-637" fmla="*/ 535781 w 1343025"/>
                  <a:gd name="connsiteY21-638" fmla="*/ 1157287 h 1343025"/>
                  <a:gd name="connsiteX22-639" fmla="*/ 452437 w 1343025"/>
                  <a:gd name="connsiteY22-640" fmla="*/ 1304925 h 1343025"/>
                  <a:gd name="connsiteX23-641" fmla="*/ 245268 w 1343025"/>
                  <a:gd name="connsiteY23-642" fmla="*/ 1193006 h 1343025"/>
                  <a:gd name="connsiteX24-643" fmla="*/ 333375 w 1343025"/>
                  <a:gd name="connsiteY24-644" fmla="*/ 1042987 h 1343025"/>
                  <a:gd name="connsiteX25-645" fmla="*/ 226218 w 1343025"/>
                  <a:gd name="connsiteY25-646" fmla="*/ 909637 h 1343025"/>
                  <a:gd name="connsiteX26-647" fmla="*/ 59531 w 1343025"/>
                  <a:gd name="connsiteY26-648" fmla="*/ 964406 h 1343025"/>
                  <a:gd name="connsiteX27-649" fmla="*/ 0 w 1343025"/>
                  <a:gd name="connsiteY27-650" fmla="*/ 733425 h 1343025"/>
                  <a:gd name="connsiteX28-651" fmla="*/ 173831 w 1343025"/>
                  <a:gd name="connsiteY28-652" fmla="*/ 692943 h 1343025"/>
                  <a:gd name="connsiteX29-653" fmla="*/ 190500 w 1343025"/>
                  <a:gd name="connsiteY29-654" fmla="*/ 521493 h 1343025"/>
                  <a:gd name="connsiteX30-655" fmla="*/ 35718 w 1343025"/>
                  <a:gd name="connsiteY30-656" fmla="*/ 440531 h 1343025"/>
                  <a:gd name="connsiteX31-657" fmla="*/ 154781 w 1343025"/>
                  <a:gd name="connsiteY31-658" fmla="*/ 242887 h 1343025"/>
                  <a:gd name="connsiteX32-659" fmla="*/ 297656 w 1343025"/>
                  <a:gd name="connsiteY32-660" fmla="*/ 330993 h 1343025"/>
                  <a:gd name="connsiteX0-661" fmla="*/ 297656 w 1343025"/>
                  <a:gd name="connsiteY0-662" fmla="*/ 330993 h 1343025"/>
                  <a:gd name="connsiteX1-663" fmla="*/ 431006 w 1343025"/>
                  <a:gd name="connsiteY1-664" fmla="*/ 226218 h 1343025"/>
                  <a:gd name="connsiteX2-665" fmla="*/ 378618 w 1343025"/>
                  <a:gd name="connsiteY2-666" fmla="*/ 61912 h 1343025"/>
                  <a:gd name="connsiteX3-667" fmla="*/ 602456 w 1343025"/>
                  <a:gd name="connsiteY3-668" fmla="*/ 0 h 1343025"/>
                  <a:gd name="connsiteX4-669" fmla="*/ 652462 w 1343025"/>
                  <a:gd name="connsiteY4-670" fmla="*/ 171450 h 1343025"/>
                  <a:gd name="connsiteX5-671" fmla="*/ 816768 w 1343025"/>
                  <a:gd name="connsiteY5-672" fmla="*/ 185737 h 1343025"/>
                  <a:gd name="connsiteX6-673" fmla="*/ 900112 w 1343025"/>
                  <a:gd name="connsiteY6-674" fmla="*/ 40481 h 1343025"/>
                  <a:gd name="connsiteX7-675" fmla="*/ 1104900 w 1343025"/>
                  <a:gd name="connsiteY7-676" fmla="*/ 150018 h 1343025"/>
                  <a:gd name="connsiteX8-677" fmla="*/ 1014412 w 1343025"/>
                  <a:gd name="connsiteY8-678" fmla="*/ 295275 h 1343025"/>
                  <a:gd name="connsiteX9-679" fmla="*/ 1119187 w 1343025"/>
                  <a:gd name="connsiteY9-680" fmla="*/ 431006 h 1343025"/>
                  <a:gd name="connsiteX10-681" fmla="*/ 1281112 w 1343025"/>
                  <a:gd name="connsiteY10-682" fmla="*/ 373856 h 1343025"/>
                  <a:gd name="connsiteX11-683" fmla="*/ 1343025 w 1343025"/>
                  <a:gd name="connsiteY11-684" fmla="*/ 602456 h 1343025"/>
                  <a:gd name="connsiteX12-685" fmla="*/ 1173956 w 1343025"/>
                  <a:gd name="connsiteY12-686" fmla="*/ 645318 h 1343025"/>
                  <a:gd name="connsiteX13-687" fmla="*/ 1157287 w 1343025"/>
                  <a:gd name="connsiteY13-688" fmla="*/ 812006 h 1343025"/>
                  <a:gd name="connsiteX14-689" fmla="*/ 1307306 w 1343025"/>
                  <a:gd name="connsiteY14-690" fmla="*/ 892968 h 1343025"/>
                  <a:gd name="connsiteX15-691" fmla="*/ 1193006 w 1343025"/>
                  <a:gd name="connsiteY15-692" fmla="*/ 1097756 h 1343025"/>
                  <a:gd name="connsiteX16-693" fmla="*/ 1040606 w 1343025"/>
                  <a:gd name="connsiteY16-694" fmla="*/ 1009650 h 1343025"/>
                  <a:gd name="connsiteX17-695" fmla="*/ 919162 w 1343025"/>
                  <a:gd name="connsiteY17-696" fmla="*/ 1112043 h 1343025"/>
                  <a:gd name="connsiteX18-697" fmla="*/ 973931 w 1343025"/>
                  <a:gd name="connsiteY18-698" fmla="*/ 1276350 h 1343025"/>
                  <a:gd name="connsiteX19-699" fmla="*/ 745331 w 1343025"/>
                  <a:gd name="connsiteY19-700" fmla="*/ 1343025 h 1343025"/>
                  <a:gd name="connsiteX20-701" fmla="*/ 695325 w 1343025"/>
                  <a:gd name="connsiteY20-702" fmla="*/ 1171575 h 1343025"/>
                  <a:gd name="connsiteX21-703" fmla="*/ 535781 w 1343025"/>
                  <a:gd name="connsiteY21-704" fmla="*/ 1157287 h 1343025"/>
                  <a:gd name="connsiteX22-705" fmla="*/ 452437 w 1343025"/>
                  <a:gd name="connsiteY22-706" fmla="*/ 1304925 h 1343025"/>
                  <a:gd name="connsiteX23-707" fmla="*/ 245268 w 1343025"/>
                  <a:gd name="connsiteY23-708" fmla="*/ 1193006 h 1343025"/>
                  <a:gd name="connsiteX24-709" fmla="*/ 333375 w 1343025"/>
                  <a:gd name="connsiteY24-710" fmla="*/ 1042987 h 1343025"/>
                  <a:gd name="connsiteX25-711" fmla="*/ 226218 w 1343025"/>
                  <a:gd name="connsiteY25-712" fmla="*/ 909637 h 1343025"/>
                  <a:gd name="connsiteX26-713" fmla="*/ 59531 w 1343025"/>
                  <a:gd name="connsiteY26-714" fmla="*/ 964406 h 1343025"/>
                  <a:gd name="connsiteX27-715" fmla="*/ 0 w 1343025"/>
                  <a:gd name="connsiteY27-716" fmla="*/ 733425 h 1343025"/>
                  <a:gd name="connsiteX28-717" fmla="*/ 166687 w 1343025"/>
                  <a:gd name="connsiteY28-718" fmla="*/ 690562 h 1343025"/>
                  <a:gd name="connsiteX29-719" fmla="*/ 190500 w 1343025"/>
                  <a:gd name="connsiteY29-720" fmla="*/ 521493 h 1343025"/>
                  <a:gd name="connsiteX30-721" fmla="*/ 35718 w 1343025"/>
                  <a:gd name="connsiteY30-722" fmla="*/ 440531 h 1343025"/>
                  <a:gd name="connsiteX31-723" fmla="*/ 154781 w 1343025"/>
                  <a:gd name="connsiteY31-724" fmla="*/ 242887 h 1343025"/>
                  <a:gd name="connsiteX32-725" fmla="*/ 297656 w 1343025"/>
                  <a:gd name="connsiteY32-726" fmla="*/ 330993 h 1343025"/>
                  <a:gd name="connsiteX0-727" fmla="*/ 297656 w 1343025"/>
                  <a:gd name="connsiteY0-728" fmla="*/ 330993 h 1343025"/>
                  <a:gd name="connsiteX1-729" fmla="*/ 431006 w 1343025"/>
                  <a:gd name="connsiteY1-730" fmla="*/ 226218 h 1343025"/>
                  <a:gd name="connsiteX2-731" fmla="*/ 378618 w 1343025"/>
                  <a:gd name="connsiteY2-732" fmla="*/ 61912 h 1343025"/>
                  <a:gd name="connsiteX3-733" fmla="*/ 602456 w 1343025"/>
                  <a:gd name="connsiteY3-734" fmla="*/ 0 h 1343025"/>
                  <a:gd name="connsiteX4-735" fmla="*/ 652462 w 1343025"/>
                  <a:gd name="connsiteY4-736" fmla="*/ 171450 h 1343025"/>
                  <a:gd name="connsiteX5-737" fmla="*/ 816768 w 1343025"/>
                  <a:gd name="connsiteY5-738" fmla="*/ 185737 h 1343025"/>
                  <a:gd name="connsiteX6-739" fmla="*/ 900112 w 1343025"/>
                  <a:gd name="connsiteY6-740" fmla="*/ 40481 h 1343025"/>
                  <a:gd name="connsiteX7-741" fmla="*/ 1104900 w 1343025"/>
                  <a:gd name="connsiteY7-742" fmla="*/ 150018 h 1343025"/>
                  <a:gd name="connsiteX8-743" fmla="*/ 1014412 w 1343025"/>
                  <a:gd name="connsiteY8-744" fmla="*/ 295275 h 1343025"/>
                  <a:gd name="connsiteX9-745" fmla="*/ 1119187 w 1343025"/>
                  <a:gd name="connsiteY9-746" fmla="*/ 431006 h 1343025"/>
                  <a:gd name="connsiteX10-747" fmla="*/ 1281112 w 1343025"/>
                  <a:gd name="connsiteY10-748" fmla="*/ 373856 h 1343025"/>
                  <a:gd name="connsiteX11-749" fmla="*/ 1343025 w 1343025"/>
                  <a:gd name="connsiteY11-750" fmla="*/ 602456 h 1343025"/>
                  <a:gd name="connsiteX12-751" fmla="*/ 1173956 w 1343025"/>
                  <a:gd name="connsiteY12-752" fmla="*/ 645318 h 1343025"/>
                  <a:gd name="connsiteX13-753" fmla="*/ 1157287 w 1343025"/>
                  <a:gd name="connsiteY13-754" fmla="*/ 812006 h 1343025"/>
                  <a:gd name="connsiteX14-755" fmla="*/ 1307306 w 1343025"/>
                  <a:gd name="connsiteY14-756" fmla="*/ 892968 h 1343025"/>
                  <a:gd name="connsiteX15-757" fmla="*/ 1193006 w 1343025"/>
                  <a:gd name="connsiteY15-758" fmla="*/ 1097756 h 1343025"/>
                  <a:gd name="connsiteX16-759" fmla="*/ 1040606 w 1343025"/>
                  <a:gd name="connsiteY16-760" fmla="*/ 1009650 h 1343025"/>
                  <a:gd name="connsiteX17-761" fmla="*/ 919162 w 1343025"/>
                  <a:gd name="connsiteY17-762" fmla="*/ 1112043 h 1343025"/>
                  <a:gd name="connsiteX18-763" fmla="*/ 973931 w 1343025"/>
                  <a:gd name="connsiteY18-764" fmla="*/ 1276350 h 1343025"/>
                  <a:gd name="connsiteX19-765" fmla="*/ 745331 w 1343025"/>
                  <a:gd name="connsiteY19-766" fmla="*/ 1343025 h 1343025"/>
                  <a:gd name="connsiteX20-767" fmla="*/ 695325 w 1343025"/>
                  <a:gd name="connsiteY20-768" fmla="*/ 1171575 h 1343025"/>
                  <a:gd name="connsiteX21-769" fmla="*/ 535781 w 1343025"/>
                  <a:gd name="connsiteY21-770" fmla="*/ 1157287 h 1343025"/>
                  <a:gd name="connsiteX22-771" fmla="*/ 452437 w 1343025"/>
                  <a:gd name="connsiteY22-772" fmla="*/ 1304925 h 1343025"/>
                  <a:gd name="connsiteX23-773" fmla="*/ 245268 w 1343025"/>
                  <a:gd name="connsiteY23-774" fmla="*/ 1193006 h 1343025"/>
                  <a:gd name="connsiteX24-775" fmla="*/ 333375 w 1343025"/>
                  <a:gd name="connsiteY24-776" fmla="*/ 1042987 h 1343025"/>
                  <a:gd name="connsiteX25-777" fmla="*/ 226218 w 1343025"/>
                  <a:gd name="connsiteY25-778" fmla="*/ 909637 h 1343025"/>
                  <a:gd name="connsiteX26-779" fmla="*/ 59531 w 1343025"/>
                  <a:gd name="connsiteY26-780" fmla="*/ 964406 h 1343025"/>
                  <a:gd name="connsiteX27-781" fmla="*/ 0 w 1343025"/>
                  <a:gd name="connsiteY27-782" fmla="*/ 733425 h 1343025"/>
                  <a:gd name="connsiteX28-783" fmla="*/ 166687 w 1343025"/>
                  <a:gd name="connsiteY28-784" fmla="*/ 690562 h 1343025"/>
                  <a:gd name="connsiteX29-785" fmla="*/ 190500 w 1343025"/>
                  <a:gd name="connsiteY29-786" fmla="*/ 521493 h 1343025"/>
                  <a:gd name="connsiteX30-787" fmla="*/ 35718 w 1343025"/>
                  <a:gd name="connsiteY30-788" fmla="*/ 440531 h 1343025"/>
                  <a:gd name="connsiteX31-789" fmla="*/ 154781 w 1343025"/>
                  <a:gd name="connsiteY31-790" fmla="*/ 242887 h 1343025"/>
                  <a:gd name="connsiteX32-791" fmla="*/ 297656 w 1343025"/>
                  <a:gd name="connsiteY32-792" fmla="*/ 330993 h 1343025"/>
                  <a:gd name="connsiteX0-793" fmla="*/ 297656 w 1343025"/>
                  <a:gd name="connsiteY0-794" fmla="*/ 330993 h 1343025"/>
                  <a:gd name="connsiteX1-795" fmla="*/ 431006 w 1343025"/>
                  <a:gd name="connsiteY1-796" fmla="*/ 226218 h 1343025"/>
                  <a:gd name="connsiteX2-797" fmla="*/ 378618 w 1343025"/>
                  <a:gd name="connsiteY2-798" fmla="*/ 61912 h 1343025"/>
                  <a:gd name="connsiteX3-799" fmla="*/ 602456 w 1343025"/>
                  <a:gd name="connsiteY3-800" fmla="*/ 0 h 1343025"/>
                  <a:gd name="connsiteX4-801" fmla="*/ 652462 w 1343025"/>
                  <a:gd name="connsiteY4-802" fmla="*/ 171450 h 1343025"/>
                  <a:gd name="connsiteX5-803" fmla="*/ 816768 w 1343025"/>
                  <a:gd name="connsiteY5-804" fmla="*/ 185737 h 1343025"/>
                  <a:gd name="connsiteX6-805" fmla="*/ 900112 w 1343025"/>
                  <a:gd name="connsiteY6-806" fmla="*/ 40481 h 1343025"/>
                  <a:gd name="connsiteX7-807" fmla="*/ 1104900 w 1343025"/>
                  <a:gd name="connsiteY7-808" fmla="*/ 150018 h 1343025"/>
                  <a:gd name="connsiteX8-809" fmla="*/ 1014412 w 1343025"/>
                  <a:gd name="connsiteY8-810" fmla="*/ 295275 h 1343025"/>
                  <a:gd name="connsiteX9-811" fmla="*/ 1119187 w 1343025"/>
                  <a:gd name="connsiteY9-812" fmla="*/ 431006 h 1343025"/>
                  <a:gd name="connsiteX10-813" fmla="*/ 1281112 w 1343025"/>
                  <a:gd name="connsiteY10-814" fmla="*/ 373856 h 1343025"/>
                  <a:gd name="connsiteX11-815" fmla="*/ 1343025 w 1343025"/>
                  <a:gd name="connsiteY11-816" fmla="*/ 602456 h 1343025"/>
                  <a:gd name="connsiteX12-817" fmla="*/ 1173956 w 1343025"/>
                  <a:gd name="connsiteY12-818" fmla="*/ 645318 h 1343025"/>
                  <a:gd name="connsiteX13-819" fmla="*/ 1157287 w 1343025"/>
                  <a:gd name="connsiteY13-820" fmla="*/ 812006 h 1343025"/>
                  <a:gd name="connsiteX14-821" fmla="*/ 1307306 w 1343025"/>
                  <a:gd name="connsiteY14-822" fmla="*/ 892968 h 1343025"/>
                  <a:gd name="connsiteX15-823" fmla="*/ 1193006 w 1343025"/>
                  <a:gd name="connsiteY15-824" fmla="*/ 1097756 h 1343025"/>
                  <a:gd name="connsiteX16-825" fmla="*/ 1040606 w 1343025"/>
                  <a:gd name="connsiteY16-826" fmla="*/ 1009650 h 1343025"/>
                  <a:gd name="connsiteX17-827" fmla="*/ 919162 w 1343025"/>
                  <a:gd name="connsiteY17-828" fmla="*/ 1112043 h 1343025"/>
                  <a:gd name="connsiteX18-829" fmla="*/ 973931 w 1343025"/>
                  <a:gd name="connsiteY18-830" fmla="*/ 1276350 h 1343025"/>
                  <a:gd name="connsiteX19-831" fmla="*/ 745331 w 1343025"/>
                  <a:gd name="connsiteY19-832" fmla="*/ 1343025 h 1343025"/>
                  <a:gd name="connsiteX20-833" fmla="*/ 695325 w 1343025"/>
                  <a:gd name="connsiteY20-834" fmla="*/ 1171575 h 1343025"/>
                  <a:gd name="connsiteX21-835" fmla="*/ 535781 w 1343025"/>
                  <a:gd name="connsiteY21-836" fmla="*/ 1157287 h 1343025"/>
                  <a:gd name="connsiteX22-837" fmla="*/ 452437 w 1343025"/>
                  <a:gd name="connsiteY22-838" fmla="*/ 1304925 h 1343025"/>
                  <a:gd name="connsiteX23-839" fmla="*/ 245268 w 1343025"/>
                  <a:gd name="connsiteY23-840" fmla="*/ 1193006 h 1343025"/>
                  <a:gd name="connsiteX24-841" fmla="*/ 333375 w 1343025"/>
                  <a:gd name="connsiteY24-842" fmla="*/ 1042987 h 1343025"/>
                  <a:gd name="connsiteX25-843" fmla="*/ 226218 w 1343025"/>
                  <a:gd name="connsiteY25-844" fmla="*/ 909637 h 1343025"/>
                  <a:gd name="connsiteX26-845" fmla="*/ 59531 w 1343025"/>
                  <a:gd name="connsiteY26-846" fmla="*/ 964406 h 1343025"/>
                  <a:gd name="connsiteX27-847" fmla="*/ 0 w 1343025"/>
                  <a:gd name="connsiteY27-848" fmla="*/ 733425 h 1343025"/>
                  <a:gd name="connsiteX28-849" fmla="*/ 166687 w 1343025"/>
                  <a:gd name="connsiteY28-850" fmla="*/ 690562 h 1343025"/>
                  <a:gd name="connsiteX29-851" fmla="*/ 190500 w 1343025"/>
                  <a:gd name="connsiteY29-852" fmla="*/ 521493 h 1343025"/>
                  <a:gd name="connsiteX30-853" fmla="*/ 35718 w 1343025"/>
                  <a:gd name="connsiteY30-854" fmla="*/ 440531 h 1343025"/>
                  <a:gd name="connsiteX31-855" fmla="*/ 154781 w 1343025"/>
                  <a:gd name="connsiteY31-856" fmla="*/ 242887 h 1343025"/>
                  <a:gd name="connsiteX32-857" fmla="*/ 297656 w 1343025"/>
                  <a:gd name="connsiteY32-858" fmla="*/ 330993 h 1343025"/>
                  <a:gd name="connsiteX0-859" fmla="*/ 297656 w 1343025"/>
                  <a:gd name="connsiteY0-860" fmla="*/ 330993 h 1343025"/>
                  <a:gd name="connsiteX1-861" fmla="*/ 431006 w 1343025"/>
                  <a:gd name="connsiteY1-862" fmla="*/ 226218 h 1343025"/>
                  <a:gd name="connsiteX2-863" fmla="*/ 378618 w 1343025"/>
                  <a:gd name="connsiteY2-864" fmla="*/ 61912 h 1343025"/>
                  <a:gd name="connsiteX3-865" fmla="*/ 602456 w 1343025"/>
                  <a:gd name="connsiteY3-866" fmla="*/ 0 h 1343025"/>
                  <a:gd name="connsiteX4-867" fmla="*/ 652462 w 1343025"/>
                  <a:gd name="connsiteY4-868" fmla="*/ 171450 h 1343025"/>
                  <a:gd name="connsiteX5-869" fmla="*/ 816768 w 1343025"/>
                  <a:gd name="connsiteY5-870" fmla="*/ 185737 h 1343025"/>
                  <a:gd name="connsiteX6-871" fmla="*/ 900112 w 1343025"/>
                  <a:gd name="connsiteY6-872" fmla="*/ 40481 h 1343025"/>
                  <a:gd name="connsiteX7-873" fmla="*/ 1104900 w 1343025"/>
                  <a:gd name="connsiteY7-874" fmla="*/ 150018 h 1343025"/>
                  <a:gd name="connsiteX8-875" fmla="*/ 1014412 w 1343025"/>
                  <a:gd name="connsiteY8-876" fmla="*/ 295275 h 1343025"/>
                  <a:gd name="connsiteX9-877" fmla="*/ 1119187 w 1343025"/>
                  <a:gd name="connsiteY9-878" fmla="*/ 431006 h 1343025"/>
                  <a:gd name="connsiteX10-879" fmla="*/ 1281112 w 1343025"/>
                  <a:gd name="connsiteY10-880" fmla="*/ 373856 h 1343025"/>
                  <a:gd name="connsiteX11-881" fmla="*/ 1343025 w 1343025"/>
                  <a:gd name="connsiteY11-882" fmla="*/ 602456 h 1343025"/>
                  <a:gd name="connsiteX12-883" fmla="*/ 1173956 w 1343025"/>
                  <a:gd name="connsiteY12-884" fmla="*/ 645318 h 1343025"/>
                  <a:gd name="connsiteX13-885" fmla="*/ 1157287 w 1343025"/>
                  <a:gd name="connsiteY13-886" fmla="*/ 812006 h 1343025"/>
                  <a:gd name="connsiteX14-887" fmla="*/ 1307306 w 1343025"/>
                  <a:gd name="connsiteY14-888" fmla="*/ 892968 h 1343025"/>
                  <a:gd name="connsiteX15-889" fmla="*/ 1193006 w 1343025"/>
                  <a:gd name="connsiteY15-890" fmla="*/ 1097756 h 1343025"/>
                  <a:gd name="connsiteX16-891" fmla="*/ 1040606 w 1343025"/>
                  <a:gd name="connsiteY16-892" fmla="*/ 1009650 h 1343025"/>
                  <a:gd name="connsiteX17-893" fmla="*/ 919162 w 1343025"/>
                  <a:gd name="connsiteY17-894" fmla="*/ 1112043 h 1343025"/>
                  <a:gd name="connsiteX18-895" fmla="*/ 973931 w 1343025"/>
                  <a:gd name="connsiteY18-896" fmla="*/ 1276350 h 1343025"/>
                  <a:gd name="connsiteX19-897" fmla="*/ 745331 w 1343025"/>
                  <a:gd name="connsiteY19-898" fmla="*/ 1343025 h 1343025"/>
                  <a:gd name="connsiteX20-899" fmla="*/ 695325 w 1343025"/>
                  <a:gd name="connsiteY20-900" fmla="*/ 1171575 h 1343025"/>
                  <a:gd name="connsiteX21-901" fmla="*/ 535781 w 1343025"/>
                  <a:gd name="connsiteY21-902" fmla="*/ 1157287 h 1343025"/>
                  <a:gd name="connsiteX22-903" fmla="*/ 452437 w 1343025"/>
                  <a:gd name="connsiteY22-904" fmla="*/ 1304925 h 1343025"/>
                  <a:gd name="connsiteX23-905" fmla="*/ 245268 w 1343025"/>
                  <a:gd name="connsiteY23-906" fmla="*/ 1193006 h 1343025"/>
                  <a:gd name="connsiteX24-907" fmla="*/ 333375 w 1343025"/>
                  <a:gd name="connsiteY24-908" fmla="*/ 1042987 h 1343025"/>
                  <a:gd name="connsiteX25-909" fmla="*/ 226218 w 1343025"/>
                  <a:gd name="connsiteY25-910" fmla="*/ 909637 h 1343025"/>
                  <a:gd name="connsiteX26-911" fmla="*/ 59531 w 1343025"/>
                  <a:gd name="connsiteY26-912" fmla="*/ 964406 h 1343025"/>
                  <a:gd name="connsiteX27-913" fmla="*/ 0 w 1343025"/>
                  <a:gd name="connsiteY27-914" fmla="*/ 733425 h 1343025"/>
                  <a:gd name="connsiteX28-915" fmla="*/ 166687 w 1343025"/>
                  <a:gd name="connsiteY28-916" fmla="*/ 690562 h 1343025"/>
                  <a:gd name="connsiteX29-917" fmla="*/ 190500 w 1343025"/>
                  <a:gd name="connsiteY29-918" fmla="*/ 521493 h 1343025"/>
                  <a:gd name="connsiteX30-919" fmla="*/ 35718 w 1343025"/>
                  <a:gd name="connsiteY30-920" fmla="*/ 440531 h 1343025"/>
                  <a:gd name="connsiteX31-921" fmla="*/ 154781 w 1343025"/>
                  <a:gd name="connsiteY31-922" fmla="*/ 242887 h 1343025"/>
                  <a:gd name="connsiteX32-923" fmla="*/ 297656 w 1343025"/>
                  <a:gd name="connsiteY32-924" fmla="*/ 330993 h 1343025"/>
                  <a:gd name="connsiteX0-925" fmla="*/ 297656 w 1343025"/>
                  <a:gd name="connsiteY0-926" fmla="*/ 330993 h 1343025"/>
                  <a:gd name="connsiteX1-927" fmla="*/ 431006 w 1343025"/>
                  <a:gd name="connsiteY1-928" fmla="*/ 226218 h 1343025"/>
                  <a:gd name="connsiteX2-929" fmla="*/ 378618 w 1343025"/>
                  <a:gd name="connsiteY2-930" fmla="*/ 61912 h 1343025"/>
                  <a:gd name="connsiteX3-931" fmla="*/ 602456 w 1343025"/>
                  <a:gd name="connsiteY3-932" fmla="*/ 0 h 1343025"/>
                  <a:gd name="connsiteX4-933" fmla="*/ 652462 w 1343025"/>
                  <a:gd name="connsiteY4-934" fmla="*/ 171450 h 1343025"/>
                  <a:gd name="connsiteX5-935" fmla="*/ 816768 w 1343025"/>
                  <a:gd name="connsiteY5-936" fmla="*/ 185737 h 1343025"/>
                  <a:gd name="connsiteX6-937" fmla="*/ 900112 w 1343025"/>
                  <a:gd name="connsiteY6-938" fmla="*/ 40481 h 1343025"/>
                  <a:gd name="connsiteX7-939" fmla="*/ 1104900 w 1343025"/>
                  <a:gd name="connsiteY7-940" fmla="*/ 150018 h 1343025"/>
                  <a:gd name="connsiteX8-941" fmla="*/ 1014412 w 1343025"/>
                  <a:gd name="connsiteY8-942" fmla="*/ 295275 h 1343025"/>
                  <a:gd name="connsiteX9-943" fmla="*/ 1119187 w 1343025"/>
                  <a:gd name="connsiteY9-944" fmla="*/ 431006 h 1343025"/>
                  <a:gd name="connsiteX10-945" fmla="*/ 1281112 w 1343025"/>
                  <a:gd name="connsiteY10-946" fmla="*/ 373856 h 1343025"/>
                  <a:gd name="connsiteX11-947" fmla="*/ 1343025 w 1343025"/>
                  <a:gd name="connsiteY11-948" fmla="*/ 602456 h 1343025"/>
                  <a:gd name="connsiteX12-949" fmla="*/ 1173956 w 1343025"/>
                  <a:gd name="connsiteY12-950" fmla="*/ 645318 h 1343025"/>
                  <a:gd name="connsiteX13-951" fmla="*/ 1157287 w 1343025"/>
                  <a:gd name="connsiteY13-952" fmla="*/ 812006 h 1343025"/>
                  <a:gd name="connsiteX14-953" fmla="*/ 1307306 w 1343025"/>
                  <a:gd name="connsiteY14-954" fmla="*/ 892968 h 1343025"/>
                  <a:gd name="connsiteX15-955" fmla="*/ 1193006 w 1343025"/>
                  <a:gd name="connsiteY15-956" fmla="*/ 1097756 h 1343025"/>
                  <a:gd name="connsiteX16-957" fmla="*/ 1040606 w 1343025"/>
                  <a:gd name="connsiteY16-958" fmla="*/ 1009650 h 1343025"/>
                  <a:gd name="connsiteX17-959" fmla="*/ 919162 w 1343025"/>
                  <a:gd name="connsiteY17-960" fmla="*/ 1112043 h 1343025"/>
                  <a:gd name="connsiteX18-961" fmla="*/ 973931 w 1343025"/>
                  <a:gd name="connsiteY18-962" fmla="*/ 1276350 h 1343025"/>
                  <a:gd name="connsiteX19-963" fmla="*/ 745331 w 1343025"/>
                  <a:gd name="connsiteY19-964" fmla="*/ 1343025 h 1343025"/>
                  <a:gd name="connsiteX20-965" fmla="*/ 695325 w 1343025"/>
                  <a:gd name="connsiteY20-966" fmla="*/ 1171575 h 1343025"/>
                  <a:gd name="connsiteX21-967" fmla="*/ 535781 w 1343025"/>
                  <a:gd name="connsiteY21-968" fmla="*/ 1157287 h 1343025"/>
                  <a:gd name="connsiteX22-969" fmla="*/ 452437 w 1343025"/>
                  <a:gd name="connsiteY22-970" fmla="*/ 1304925 h 1343025"/>
                  <a:gd name="connsiteX23-971" fmla="*/ 245268 w 1343025"/>
                  <a:gd name="connsiteY23-972" fmla="*/ 1193006 h 1343025"/>
                  <a:gd name="connsiteX24-973" fmla="*/ 333375 w 1343025"/>
                  <a:gd name="connsiteY24-974" fmla="*/ 1042987 h 1343025"/>
                  <a:gd name="connsiteX25-975" fmla="*/ 226218 w 1343025"/>
                  <a:gd name="connsiteY25-976" fmla="*/ 909637 h 1343025"/>
                  <a:gd name="connsiteX26-977" fmla="*/ 59531 w 1343025"/>
                  <a:gd name="connsiteY26-978" fmla="*/ 964406 h 1343025"/>
                  <a:gd name="connsiteX27-979" fmla="*/ 0 w 1343025"/>
                  <a:gd name="connsiteY27-980" fmla="*/ 733425 h 1343025"/>
                  <a:gd name="connsiteX28-981" fmla="*/ 166687 w 1343025"/>
                  <a:gd name="connsiteY28-982" fmla="*/ 690562 h 1343025"/>
                  <a:gd name="connsiteX29-983" fmla="*/ 190500 w 1343025"/>
                  <a:gd name="connsiteY29-984" fmla="*/ 521493 h 1343025"/>
                  <a:gd name="connsiteX30-985" fmla="*/ 35718 w 1343025"/>
                  <a:gd name="connsiteY30-986" fmla="*/ 440531 h 1343025"/>
                  <a:gd name="connsiteX31-987" fmla="*/ 154781 w 1343025"/>
                  <a:gd name="connsiteY31-988" fmla="*/ 242887 h 1343025"/>
                  <a:gd name="connsiteX32-989" fmla="*/ 297656 w 1343025"/>
                  <a:gd name="connsiteY32-990" fmla="*/ 330993 h 1343025"/>
                  <a:gd name="connsiteX0-991" fmla="*/ 297656 w 1343025"/>
                  <a:gd name="connsiteY0-992" fmla="*/ 330993 h 1343025"/>
                  <a:gd name="connsiteX1-993" fmla="*/ 431006 w 1343025"/>
                  <a:gd name="connsiteY1-994" fmla="*/ 226218 h 1343025"/>
                  <a:gd name="connsiteX2-995" fmla="*/ 378618 w 1343025"/>
                  <a:gd name="connsiteY2-996" fmla="*/ 61912 h 1343025"/>
                  <a:gd name="connsiteX3-997" fmla="*/ 602456 w 1343025"/>
                  <a:gd name="connsiteY3-998" fmla="*/ 0 h 1343025"/>
                  <a:gd name="connsiteX4-999" fmla="*/ 652462 w 1343025"/>
                  <a:gd name="connsiteY4-1000" fmla="*/ 171450 h 1343025"/>
                  <a:gd name="connsiteX5-1001" fmla="*/ 816768 w 1343025"/>
                  <a:gd name="connsiteY5-1002" fmla="*/ 185737 h 1343025"/>
                  <a:gd name="connsiteX6-1003" fmla="*/ 900112 w 1343025"/>
                  <a:gd name="connsiteY6-1004" fmla="*/ 40481 h 1343025"/>
                  <a:gd name="connsiteX7-1005" fmla="*/ 1104900 w 1343025"/>
                  <a:gd name="connsiteY7-1006" fmla="*/ 150018 h 1343025"/>
                  <a:gd name="connsiteX8-1007" fmla="*/ 1014412 w 1343025"/>
                  <a:gd name="connsiteY8-1008" fmla="*/ 295275 h 1343025"/>
                  <a:gd name="connsiteX9-1009" fmla="*/ 1119187 w 1343025"/>
                  <a:gd name="connsiteY9-1010" fmla="*/ 431006 h 1343025"/>
                  <a:gd name="connsiteX10-1011" fmla="*/ 1281112 w 1343025"/>
                  <a:gd name="connsiteY10-1012" fmla="*/ 373856 h 1343025"/>
                  <a:gd name="connsiteX11-1013" fmla="*/ 1343025 w 1343025"/>
                  <a:gd name="connsiteY11-1014" fmla="*/ 602456 h 1343025"/>
                  <a:gd name="connsiteX12-1015" fmla="*/ 1173956 w 1343025"/>
                  <a:gd name="connsiteY12-1016" fmla="*/ 645318 h 1343025"/>
                  <a:gd name="connsiteX13-1017" fmla="*/ 1157287 w 1343025"/>
                  <a:gd name="connsiteY13-1018" fmla="*/ 812006 h 1343025"/>
                  <a:gd name="connsiteX14-1019" fmla="*/ 1307306 w 1343025"/>
                  <a:gd name="connsiteY14-1020" fmla="*/ 892968 h 1343025"/>
                  <a:gd name="connsiteX15-1021" fmla="*/ 1193006 w 1343025"/>
                  <a:gd name="connsiteY15-1022" fmla="*/ 1097756 h 1343025"/>
                  <a:gd name="connsiteX16-1023" fmla="*/ 1040606 w 1343025"/>
                  <a:gd name="connsiteY16-1024" fmla="*/ 1009650 h 1343025"/>
                  <a:gd name="connsiteX17-1025" fmla="*/ 919162 w 1343025"/>
                  <a:gd name="connsiteY17-1026" fmla="*/ 1112043 h 1343025"/>
                  <a:gd name="connsiteX18-1027" fmla="*/ 973931 w 1343025"/>
                  <a:gd name="connsiteY18-1028" fmla="*/ 1276350 h 1343025"/>
                  <a:gd name="connsiteX19-1029" fmla="*/ 745331 w 1343025"/>
                  <a:gd name="connsiteY19-1030" fmla="*/ 1343025 h 1343025"/>
                  <a:gd name="connsiteX20-1031" fmla="*/ 695325 w 1343025"/>
                  <a:gd name="connsiteY20-1032" fmla="*/ 1171575 h 1343025"/>
                  <a:gd name="connsiteX21-1033" fmla="*/ 535781 w 1343025"/>
                  <a:gd name="connsiteY21-1034" fmla="*/ 1157287 h 1343025"/>
                  <a:gd name="connsiteX22-1035" fmla="*/ 452437 w 1343025"/>
                  <a:gd name="connsiteY22-1036" fmla="*/ 1304925 h 1343025"/>
                  <a:gd name="connsiteX23-1037" fmla="*/ 245268 w 1343025"/>
                  <a:gd name="connsiteY23-1038" fmla="*/ 1193006 h 1343025"/>
                  <a:gd name="connsiteX24-1039" fmla="*/ 333375 w 1343025"/>
                  <a:gd name="connsiteY24-1040" fmla="*/ 1042987 h 1343025"/>
                  <a:gd name="connsiteX25-1041" fmla="*/ 226218 w 1343025"/>
                  <a:gd name="connsiteY25-1042" fmla="*/ 909637 h 1343025"/>
                  <a:gd name="connsiteX26-1043" fmla="*/ 59531 w 1343025"/>
                  <a:gd name="connsiteY26-1044" fmla="*/ 964406 h 1343025"/>
                  <a:gd name="connsiteX27-1045" fmla="*/ 0 w 1343025"/>
                  <a:gd name="connsiteY27-1046" fmla="*/ 733425 h 1343025"/>
                  <a:gd name="connsiteX28-1047" fmla="*/ 166687 w 1343025"/>
                  <a:gd name="connsiteY28-1048" fmla="*/ 690562 h 1343025"/>
                  <a:gd name="connsiteX29-1049" fmla="*/ 190500 w 1343025"/>
                  <a:gd name="connsiteY29-1050" fmla="*/ 521493 h 1343025"/>
                  <a:gd name="connsiteX30-1051" fmla="*/ 35718 w 1343025"/>
                  <a:gd name="connsiteY30-1052" fmla="*/ 440531 h 1343025"/>
                  <a:gd name="connsiteX31-1053" fmla="*/ 154781 w 1343025"/>
                  <a:gd name="connsiteY31-1054" fmla="*/ 242887 h 1343025"/>
                  <a:gd name="connsiteX32-1055" fmla="*/ 297656 w 1343025"/>
                  <a:gd name="connsiteY32-1056" fmla="*/ 330993 h 1343025"/>
                  <a:gd name="connsiteX0-1057" fmla="*/ 297656 w 1343025"/>
                  <a:gd name="connsiteY0-1058" fmla="*/ 330993 h 1343025"/>
                  <a:gd name="connsiteX1-1059" fmla="*/ 431006 w 1343025"/>
                  <a:gd name="connsiteY1-1060" fmla="*/ 226218 h 1343025"/>
                  <a:gd name="connsiteX2-1061" fmla="*/ 378618 w 1343025"/>
                  <a:gd name="connsiteY2-1062" fmla="*/ 61912 h 1343025"/>
                  <a:gd name="connsiteX3-1063" fmla="*/ 602456 w 1343025"/>
                  <a:gd name="connsiteY3-1064" fmla="*/ 0 h 1343025"/>
                  <a:gd name="connsiteX4-1065" fmla="*/ 652462 w 1343025"/>
                  <a:gd name="connsiteY4-1066" fmla="*/ 171450 h 1343025"/>
                  <a:gd name="connsiteX5-1067" fmla="*/ 816768 w 1343025"/>
                  <a:gd name="connsiteY5-1068" fmla="*/ 185737 h 1343025"/>
                  <a:gd name="connsiteX6-1069" fmla="*/ 900112 w 1343025"/>
                  <a:gd name="connsiteY6-1070" fmla="*/ 40481 h 1343025"/>
                  <a:gd name="connsiteX7-1071" fmla="*/ 1104900 w 1343025"/>
                  <a:gd name="connsiteY7-1072" fmla="*/ 150018 h 1343025"/>
                  <a:gd name="connsiteX8-1073" fmla="*/ 1014412 w 1343025"/>
                  <a:gd name="connsiteY8-1074" fmla="*/ 295275 h 1343025"/>
                  <a:gd name="connsiteX9-1075" fmla="*/ 1119187 w 1343025"/>
                  <a:gd name="connsiteY9-1076" fmla="*/ 431006 h 1343025"/>
                  <a:gd name="connsiteX10-1077" fmla="*/ 1281112 w 1343025"/>
                  <a:gd name="connsiteY10-1078" fmla="*/ 373856 h 1343025"/>
                  <a:gd name="connsiteX11-1079" fmla="*/ 1343025 w 1343025"/>
                  <a:gd name="connsiteY11-1080" fmla="*/ 602456 h 1343025"/>
                  <a:gd name="connsiteX12-1081" fmla="*/ 1173956 w 1343025"/>
                  <a:gd name="connsiteY12-1082" fmla="*/ 645318 h 1343025"/>
                  <a:gd name="connsiteX13-1083" fmla="*/ 1157287 w 1343025"/>
                  <a:gd name="connsiteY13-1084" fmla="*/ 812006 h 1343025"/>
                  <a:gd name="connsiteX14-1085" fmla="*/ 1307306 w 1343025"/>
                  <a:gd name="connsiteY14-1086" fmla="*/ 892968 h 1343025"/>
                  <a:gd name="connsiteX15-1087" fmla="*/ 1193006 w 1343025"/>
                  <a:gd name="connsiteY15-1088" fmla="*/ 1097756 h 1343025"/>
                  <a:gd name="connsiteX16-1089" fmla="*/ 1040606 w 1343025"/>
                  <a:gd name="connsiteY16-1090" fmla="*/ 1009650 h 1343025"/>
                  <a:gd name="connsiteX17-1091" fmla="*/ 919162 w 1343025"/>
                  <a:gd name="connsiteY17-1092" fmla="*/ 1112043 h 1343025"/>
                  <a:gd name="connsiteX18-1093" fmla="*/ 973931 w 1343025"/>
                  <a:gd name="connsiteY18-1094" fmla="*/ 1276350 h 1343025"/>
                  <a:gd name="connsiteX19-1095" fmla="*/ 745331 w 1343025"/>
                  <a:gd name="connsiteY19-1096" fmla="*/ 1343025 h 1343025"/>
                  <a:gd name="connsiteX20-1097" fmla="*/ 695325 w 1343025"/>
                  <a:gd name="connsiteY20-1098" fmla="*/ 1171575 h 1343025"/>
                  <a:gd name="connsiteX21-1099" fmla="*/ 535781 w 1343025"/>
                  <a:gd name="connsiteY21-1100" fmla="*/ 1157287 h 1343025"/>
                  <a:gd name="connsiteX22-1101" fmla="*/ 452437 w 1343025"/>
                  <a:gd name="connsiteY22-1102" fmla="*/ 1304925 h 1343025"/>
                  <a:gd name="connsiteX23-1103" fmla="*/ 245268 w 1343025"/>
                  <a:gd name="connsiteY23-1104" fmla="*/ 1193006 h 1343025"/>
                  <a:gd name="connsiteX24-1105" fmla="*/ 333375 w 1343025"/>
                  <a:gd name="connsiteY24-1106" fmla="*/ 1042987 h 1343025"/>
                  <a:gd name="connsiteX25-1107" fmla="*/ 226218 w 1343025"/>
                  <a:gd name="connsiteY25-1108" fmla="*/ 909637 h 1343025"/>
                  <a:gd name="connsiteX26-1109" fmla="*/ 59531 w 1343025"/>
                  <a:gd name="connsiteY26-1110" fmla="*/ 964406 h 1343025"/>
                  <a:gd name="connsiteX27-1111" fmla="*/ 0 w 1343025"/>
                  <a:gd name="connsiteY27-1112" fmla="*/ 733425 h 1343025"/>
                  <a:gd name="connsiteX28-1113" fmla="*/ 166687 w 1343025"/>
                  <a:gd name="connsiteY28-1114" fmla="*/ 690562 h 1343025"/>
                  <a:gd name="connsiteX29-1115" fmla="*/ 190500 w 1343025"/>
                  <a:gd name="connsiteY29-1116" fmla="*/ 521493 h 1343025"/>
                  <a:gd name="connsiteX30-1117" fmla="*/ 35718 w 1343025"/>
                  <a:gd name="connsiteY30-1118" fmla="*/ 440531 h 1343025"/>
                  <a:gd name="connsiteX31-1119" fmla="*/ 154781 w 1343025"/>
                  <a:gd name="connsiteY31-1120" fmla="*/ 242887 h 1343025"/>
                  <a:gd name="connsiteX32-1121" fmla="*/ 297656 w 1343025"/>
                  <a:gd name="connsiteY32-1122" fmla="*/ 330993 h 1343025"/>
                  <a:gd name="connsiteX0-1123" fmla="*/ 297656 w 1343025"/>
                  <a:gd name="connsiteY0-1124" fmla="*/ 330993 h 1343025"/>
                  <a:gd name="connsiteX1-1125" fmla="*/ 431006 w 1343025"/>
                  <a:gd name="connsiteY1-1126" fmla="*/ 226218 h 1343025"/>
                  <a:gd name="connsiteX2-1127" fmla="*/ 378618 w 1343025"/>
                  <a:gd name="connsiteY2-1128" fmla="*/ 61912 h 1343025"/>
                  <a:gd name="connsiteX3-1129" fmla="*/ 602456 w 1343025"/>
                  <a:gd name="connsiteY3-1130" fmla="*/ 0 h 1343025"/>
                  <a:gd name="connsiteX4-1131" fmla="*/ 652462 w 1343025"/>
                  <a:gd name="connsiteY4-1132" fmla="*/ 171450 h 1343025"/>
                  <a:gd name="connsiteX5-1133" fmla="*/ 816768 w 1343025"/>
                  <a:gd name="connsiteY5-1134" fmla="*/ 185737 h 1343025"/>
                  <a:gd name="connsiteX6-1135" fmla="*/ 900112 w 1343025"/>
                  <a:gd name="connsiteY6-1136" fmla="*/ 40481 h 1343025"/>
                  <a:gd name="connsiteX7-1137" fmla="*/ 1104900 w 1343025"/>
                  <a:gd name="connsiteY7-1138" fmla="*/ 150018 h 1343025"/>
                  <a:gd name="connsiteX8-1139" fmla="*/ 1014412 w 1343025"/>
                  <a:gd name="connsiteY8-1140" fmla="*/ 295275 h 1343025"/>
                  <a:gd name="connsiteX9-1141" fmla="*/ 1119187 w 1343025"/>
                  <a:gd name="connsiteY9-1142" fmla="*/ 431006 h 1343025"/>
                  <a:gd name="connsiteX10-1143" fmla="*/ 1281112 w 1343025"/>
                  <a:gd name="connsiteY10-1144" fmla="*/ 373856 h 1343025"/>
                  <a:gd name="connsiteX11-1145" fmla="*/ 1343025 w 1343025"/>
                  <a:gd name="connsiteY11-1146" fmla="*/ 602456 h 1343025"/>
                  <a:gd name="connsiteX12-1147" fmla="*/ 1173956 w 1343025"/>
                  <a:gd name="connsiteY12-1148" fmla="*/ 645318 h 1343025"/>
                  <a:gd name="connsiteX13-1149" fmla="*/ 1157287 w 1343025"/>
                  <a:gd name="connsiteY13-1150" fmla="*/ 812006 h 1343025"/>
                  <a:gd name="connsiteX14-1151" fmla="*/ 1307306 w 1343025"/>
                  <a:gd name="connsiteY14-1152" fmla="*/ 892968 h 1343025"/>
                  <a:gd name="connsiteX15-1153" fmla="*/ 1193006 w 1343025"/>
                  <a:gd name="connsiteY15-1154" fmla="*/ 1097756 h 1343025"/>
                  <a:gd name="connsiteX16-1155" fmla="*/ 1040606 w 1343025"/>
                  <a:gd name="connsiteY16-1156" fmla="*/ 1009650 h 1343025"/>
                  <a:gd name="connsiteX17-1157" fmla="*/ 919162 w 1343025"/>
                  <a:gd name="connsiteY17-1158" fmla="*/ 1112043 h 1343025"/>
                  <a:gd name="connsiteX18-1159" fmla="*/ 973931 w 1343025"/>
                  <a:gd name="connsiteY18-1160" fmla="*/ 1276350 h 1343025"/>
                  <a:gd name="connsiteX19-1161" fmla="*/ 745331 w 1343025"/>
                  <a:gd name="connsiteY19-1162" fmla="*/ 1343025 h 1343025"/>
                  <a:gd name="connsiteX20-1163" fmla="*/ 695325 w 1343025"/>
                  <a:gd name="connsiteY20-1164" fmla="*/ 1171575 h 1343025"/>
                  <a:gd name="connsiteX21-1165" fmla="*/ 535781 w 1343025"/>
                  <a:gd name="connsiteY21-1166" fmla="*/ 1157287 h 1343025"/>
                  <a:gd name="connsiteX22-1167" fmla="*/ 452437 w 1343025"/>
                  <a:gd name="connsiteY22-1168" fmla="*/ 1304925 h 1343025"/>
                  <a:gd name="connsiteX23-1169" fmla="*/ 245268 w 1343025"/>
                  <a:gd name="connsiteY23-1170" fmla="*/ 1193006 h 1343025"/>
                  <a:gd name="connsiteX24-1171" fmla="*/ 333375 w 1343025"/>
                  <a:gd name="connsiteY24-1172" fmla="*/ 1042987 h 1343025"/>
                  <a:gd name="connsiteX25-1173" fmla="*/ 226218 w 1343025"/>
                  <a:gd name="connsiteY25-1174" fmla="*/ 909637 h 1343025"/>
                  <a:gd name="connsiteX26-1175" fmla="*/ 59531 w 1343025"/>
                  <a:gd name="connsiteY26-1176" fmla="*/ 964406 h 1343025"/>
                  <a:gd name="connsiteX27-1177" fmla="*/ 0 w 1343025"/>
                  <a:gd name="connsiteY27-1178" fmla="*/ 733425 h 1343025"/>
                  <a:gd name="connsiteX28-1179" fmla="*/ 166687 w 1343025"/>
                  <a:gd name="connsiteY28-1180" fmla="*/ 690562 h 1343025"/>
                  <a:gd name="connsiteX29-1181" fmla="*/ 190500 w 1343025"/>
                  <a:gd name="connsiteY29-1182" fmla="*/ 521493 h 1343025"/>
                  <a:gd name="connsiteX30-1183" fmla="*/ 35718 w 1343025"/>
                  <a:gd name="connsiteY30-1184" fmla="*/ 440531 h 1343025"/>
                  <a:gd name="connsiteX31-1185" fmla="*/ 154781 w 1343025"/>
                  <a:gd name="connsiteY31-1186" fmla="*/ 242887 h 1343025"/>
                  <a:gd name="connsiteX32-1187" fmla="*/ 297656 w 1343025"/>
                  <a:gd name="connsiteY32-1188" fmla="*/ 330993 h 1343025"/>
                  <a:gd name="connsiteX0-1189" fmla="*/ 297656 w 1343025"/>
                  <a:gd name="connsiteY0-1190" fmla="*/ 330993 h 1343025"/>
                  <a:gd name="connsiteX1-1191" fmla="*/ 431006 w 1343025"/>
                  <a:gd name="connsiteY1-1192" fmla="*/ 226218 h 1343025"/>
                  <a:gd name="connsiteX2-1193" fmla="*/ 378618 w 1343025"/>
                  <a:gd name="connsiteY2-1194" fmla="*/ 61912 h 1343025"/>
                  <a:gd name="connsiteX3-1195" fmla="*/ 602456 w 1343025"/>
                  <a:gd name="connsiteY3-1196" fmla="*/ 0 h 1343025"/>
                  <a:gd name="connsiteX4-1197" fmla="*/ 652462 w 1343025"/>
                  <a:gd name="connsiteY4-1198" fmla="*/ 171450 h 1343025"/>
                  <a:gd name="connsiteX5-1199" fmla="*/ 816768 w 1343025"/>
                  <a:gd name="connsiteY5-1200" fmla="*/ 185737 h 1343025"/>
                  <a:gd name="connsiteX6-1201" fmla="*/ 900112 w 1343025"/>
                  <a:gd name="connsiteY6-1202" fmla="*/ 40481 h 1343025"/>
                  <a:gd name="connsiteX7-1203" fmla="*/ 1104900 w 1343025"/>
                  <a:gd name="connsiteY7-1204" fmla="*/ 150018 h 1343025"/>
                  <a:gd name="connsiteX8-1205" fmla="*/ 1014412 w 1343025"/>
                  <a:gd name="connsiteY8-1206" fmla="*/ 295275 h 1343025"/>
                  <a:gd name="connsiteX9-1207" fmla="*/ 1119187 w 1343025"/>
                  <a:gd name="connsiteY9-1208" fmla="*/ 431006 h 1343025"/>
                  <a:gd name="connsiteX10-1209" fmla="*/ 1281112 w 1343025"/>
                  <a:gd name="connsiteY10-1210" fmla="*/ 373856 h 1343025"/>
                  <a:gd name="connsiteX11-1211" fmla="*/ 1343025 w 1343025"/>
                  <a:gd name="connsiteY11-1212" fmla="*/ 602456 h 1343025"/>
                  <a:gd name="connsiteX12-1213" fmla="*/ 1173956 w 1343025"/>
                  <a:gd name="connsiteY12-1214" fmla="*/ 645318 h 1343025"/>
                  <a:gd name="connsiteX13-1215" fmla="*/ 1157287 w 1343025"/>
                  <a:gd name="connsiteY13-1216" fmla="*/ 812006 h 1343025"/>
                  <a:gd name="connsiteX14-1217" fmla="*/ 1307306 w 1343025"/>
                  <a:gd name="connsiteY14-1218" fmla="*/ 892968 h 1343025"/>
                  <a:gd name="connsiteX15-1219" fmla="*/ 1193006 w 1343025"/>
                  <a:gd name="connsiteY15-1220" fmla="*/ 1097756 h 1343025"/>
                  <a:gd name="connsiteX16-1221" fmla="*/ 1040606 w 1343025"/>
                  <a:gd name="connsiteY16-1222" fmla="*/ 1009650 h 1343025"/>
                  <a:gd name="connsiteX17-1223" fmla="*/ 919162 w 1343025"/>
                  <a:gd name="connsiteY17-1224" fmla="*/ 1112043 h 1343025"/>
                  <a:gd name="connsiteX18-1225" fmla="*/ 973931 w 1343025"/>
                  <a:gd name="connsiteY18-1226" fmla="*/ 1276350 h 1343025"/>
                  <a:gd name="connsiteX19-1227" fmla="*/ 745331 w 1343025"/>
                  <a:gd name="connsiteY19-1228" fmla="*/ 1343025 h 1343025"/>
                  <a:gd name="connsiteX20-1229" fmla="*/ 695325 w 1343025"/>
                  <a:gd name="connsiteY20-1230" fmla="*/ 1171575 h 1343025"/>
                  <a:gd name="connsiteX21-1231" fmla="*/ 535781 w 1343025"/>
                  <a:gd name="connsiteY21-1232" fmla="*/ 1157287 h 1343025"/>
                  <a:gd name="connsiteX22-1233" fmla="*/ 452437 w 1343025"/>
                  <a:gd name="connsiteY22-1234" fmla="*/ 1304925 h 1343025"/>
                  <a:gd name="connsiteX23-1235" fmla="*/ 245268 w 1343025"/>
                  <a:gd name="connsiteY23-1236" fmla="*/ 1193006 h 1343025"/>
                  <a:gd name="connsiteX24-1237" fmla="*/ 333375 w 1343025"/>
                  <a:gd name="connsiteY24-1238" fmla="*/ 1042987 h 1343025"/>
                  <a:gd name="connsiteX25-1239" fmla="*/ 226218 w 1343025"/>
                  <a:gd name="connsiteY25-1240" fmla="*/ 909637 h 1343025"/>
                  <a:gd name="connsiteX26-1241" fmla="*/ 59531 w 1343025"/>
                  <a:gd name="connsiteY26-1242" fmla="*/ 964406 h 1343025"/>
                  <a:gd name="connsiteX27-1243" fmla="*/ 0 w 1343025"/>
                  <a:gd name="connsiteY27-1244" fmla="*/ 733425 h 1343025"/>
                  <a:gd name="connsiteX28-1245" fmla="*/ 166687 w 1343025"/>
                  <a:gd name="connsiteY28-1246" fmla="*/ 690562 h 1343025"/>
                  <a:gd name="connsiteX29-1247" fmla="*/ 190500 w 1343025"/>
                  <a:gd name="connsiteY29-1248" fmla="*/ 521493 h 1343025"/>
                  <a:gd name="connsiteX30-1249" fmla="*/ 35718 w 1343025"/>
                  <a:gd name="connsiteY30-1250" fmla="*/ 440531 h 1343025"/>
                  <a:gd name="connsiteX31-1251" fmla="*/ 154781 w 1343025"/>
                  <a:gd name="connsiteY31-1252" fmla="*/ 242887 h 1343025"/>
                  <a:gd name="connsiteX32-1253" fmla="*/ 297656 w 1343025"/>
                  <a:gd name="connsiteY32-1254" fmla="*/ 330993 h 1343025"/>
                  <a:gd name="connsiteX0-1255" fmla="*/ 297656 w 1343025"/>
                  <a:gd name="connsiteY0-1256" fmla="*/ 330993 h 1343025"/>
                  <a:gd name="connsiteX1-1257" fmla="*/ 431006 w 1343025"/>
                  <a:gd name="connsiteY1-1258" fmla="*/ 226218 h 1343025"/>
                  <a:gd name="connsiteX2-1259" fmla="*/ 378618 w 1343025"/>
                  <a:gd name="connsiteY2-1260" fmla="*/ 61912 h 1343025"/>
                  <a:gd name="connsiteX3-1261" fmla="*/ 602456 w 1343025"/>
                  <a:gd name="connsiteY3-1262" fmla="*/ 0 h 1343025"/>
                  <a:gd name="connsiteX4-1263" fmla="*/ 652462 w 1343025"/>
                  <a:gd name="connsiteY4-1264" fmla="*/ 171450 h 1343025"/>
                  <a:gd name="connsiteX5-1265" fmla="*/ 816768 w 1343025"/>
                  <a:gd name="connsiteY5-1266" fmla="*/ 185737 h 1343025"/>
                  <a:gd name="connsiteX6-1267" fmla="*/ 900112 w 1343025"/>
                  <a:gd name="connsiteY6-1268" fmla="*/ 40481 h 1343025"/>
                  <a:gd name="connsiteX7-1269" fmla="*/ 1104900 w 1343025"/>
                  <a:gd name="connsiteY7-1270" fmla="*/ 150018 h 1343025"/>
                  <a:gd name="connsiteX8-1271" fmla="*/ 1014412 w 1343025"/>
                  <a:gd name="connsiteY8-1272" fmla="*/ 295275 h 1343025"/>
                  <a:gd name="connsiteX9-1273" fmla="*/ 1119187 w 1343025"/>
                  <a:gd name="connsiteY9-1274" fmla="*/ 431006 h 1343025"/>
                  <a:gd name="connsiteX10-1275" fmla="*/ 1281112 w 1343025"/>
                  <a:gd name="connsiteY10-1276" fmla="*/ 373856 h 1343025"/>
                  <a:gd name="connsiteX11-1277" fmla="*/ 1343025 w 1343025"/>
                  <a:gd name="connsiteY11-1278" fmla="*/ 602456 h 1343025"/>
                  <a:gd name="connsiteX12-1279" fmla="*/ 1173956 w 1343025"/>
                  <a:gd name="connsiteY12-1280" fmla="*/ 645318 h 1343025"/>
                  <a:gd name="connsiteX13-1281" fmla="*/ 1157287 w 1343025"/>
                  <a:gd name="connsiteY13-1282" fmla="*/ 812006 h 1343025"/>
                  <a:gd name="connsiteX14-1283" fmla="*/ 1307306 w 1343025"/>
                  <a:gd name="connsiteY14-1284" fmla="*/ 892968 h 1343025"/>
                  <a:gd name="connsiteX15-1285" fmla="*/ 1193006 w 1343025"/>
                  <a:gd name="connsiteY15-1286" fmla="*/ 1097756 h 1343025"/>
                  <a:gd name="connsiteX16-1287" fmla="*/ 1040606 w 1343025"/>
                  <a:gd name="connsiteY16-1288" fmla="*/ 1009650 h 1343025"/>
                  <a:gd name="connsiteX17-1289" fmla="*/ 919162 w 1343025"/>
                  <a:gd name="connsiteY17-1290" fmla="*/ 1112043 h 1343025"/>
                  <a:gd name="connsiteX18-1291" fmla="*/ 973931 w 1343025"/>
                  <a:gd name="connsiteY18-1292" fmla="*/ 1276350 h 1343025"/>
                  <a:gd name="connsiteX19-1293" fmla="*/ 745331 w 1343025"/>
                  <a:gd name="connsiteY19-1294" fmla="*/ 1343025 h 1343025"/>
                  <a:gd name="connsiteX20-1295" fmla="*/ 695325 w 1343025"/>
                  <a:gd name="connsiteY20-1296" fmla="*/ 1171575 h 1343025"/>
                  <a:gd name="connsiteX21-1297" fmla="*/ 535781 w 1343025"/>
                  <a:gd name="connsiteY21-1298" fmla="*/ 1157287 h 1343025"/>
                  <a:gd name="connsiteX22-1299" fmla="*/ 452437 w 1343025"/>
                  <a:gd name="connsiteY22-1300" fmla="*/ 1304925 h 1343025"/>
                  <a:gd name="connsiteX23-1301" fmla="*/ 245268 w 1343025"/>
                  <a:gd name="connsiteY23-1302" fmla="*/ 1193006 h 1343025"/>
                  <a:gd name="connsiteX24-1303" fmla="*/ 333375 w 1343025"/>
                  <a:gd name="connsiteY24-1304" fmla="*/ 1042987 h 1343025"/>
                  <a:gd name="connsiteX25-1305" fmla="*/ 226218 w 1343025"/>
                  <a:gd name="connsiteY25-1306" fmla="*/ 909637 h 1343025"/>
                  <a:gd name="connsiteX26-1307" fmla="*/ 59531 w 1343025"/>
                  <a:gd name="connsiteY26-1308" fmla="*/ 964406 h 1343025"/>
                  <a:gd name="connsiteX27-1309" fmla="*/ 0 w 1343025"/>
                  <a:gd name="connsiteY27-1310" fmla="*/ 733425 h 1343025"/>
                  <a:gd name="connsiteX28-1311" fmla="*/ 166687 w 1343025"/>
                  <a:gd name="connsiteY28-1312" fmla="*/ 690562 h 1343025"/>
                  <a:gd name="connsiteX29-1313" fmla="*/ 190500 w 1343025"/>
                  <a:gd name="connsiteY29-1314" fmla="*/ 521493 h 1343025"/>
                  <a:gd name="connsiteX30-1315" fmla="*/ 35718 w 1343025"/>
                  <a:gd name="connsiteY30-1316" fmla="*/ 440531 h 1343025"/>
                  <a:gd name="connsiteX31-1317" fmla="*/ 154781 w 1343025"/>
                  <a:gd name="connsiteY31-1318" fmla="*/ 242887 h 1343025"/>
                  <a:gd name="connsiteX32-1319" fmla="*/ 297656 w 1343025"/>
                  <a:gd name="connsiteY32-1320" fmla="*/ 330993 h 1343025"/>
                  <a:gd name="connsiteX0-1321" fmla="*/ 297656 w 1343025"/>
                  <a:gd name="connsiteY0-1322" fmla="*/ 330993 h 1343025"/>
                  <a:gd name="connsiteX1-1323" fmla="*/ 431006 w 1343025"/>
                  <a:gd name="connsiteY1-1324" fmla="*/ 226218 h 1343025"/>
                  <a:gd name="connsiteX2-1325" fmla="*/ 378618 w 1343025"/>
                  <a:gd name="connsiteY2-1326" fmla="*/ 61912 h 1343025"/>
                  <a:gd name="connsiteX3-1327" fmla="*/ 602456 w 1343025"/>
                  <a:gd name="connsiteY3-1328" fmla="*/ 0 h 1343025"/>
                  <a:gd name="connsiteX4-1329" fmla="*/ 652462 w 1343025"/>
                  <a:gd name="connsiteY4-1330" fmla="*/ 171450 h 1343025"/>
                  <a:gd name="connsiteX5-1331" fmla="*/ 816768 w 1343025"/>
                  <a:gd name="connsiteY5-1332" fmla="*/ 185737 h 1343025"/>
                  <a:gd name="connsiteX6-1333" fmla="*/ 900112 w 1343025"/>
                  <a:gd name="connsiteY6-1334" fmla="*/ 40481 h 1343025"/>
                  <a:gd name="connsiteX7-1335" fmla="*/ 1104900 w 1343025"/>
                  <a:gd name="connsiteY7-1336" fmla="*/ 150018 h 1343025"/>
                  <a:gd name="connsiteX8-1337" fmla="*/ 1014412 w 1343025"/>
                  <a:gd name="connsiteY8-1338" fmla="*/ 295275 h 1343025"/>
                  <a:gd name="connsiteX9-1339" fmla="*/ 1119187 w 1343025"/>
                  <a:gd name="connsiteY9-1340" fmla="*/ 431006 h 1343025"/>
                  <a:gd name="connsiteX10-1341" fmla="*/ 1281112 w 1343025"/>
                  <a:gd name="connsiteY10-1342" fmla="*/ 373856 h 1343025"/>
                  <a:gd name="connsiteX11-1343" fmla="*/ 1343025 w 1343025"/>
                  <a:gd name="connsiteY11-1344" fmla="*/ 602456 h 1343025"/>
                  <a:gd name="connsiteX12-1345" fmla="*/ 1173956 w 1343025"/>
                  <a:gd name="connsiteY12-1346" fmla="*/ 645318 h 1343025"/>
                  <a:gd name="connsiteX13-1347" fmla="*/ 1157287 w 1343025"/>
                  <a:gd name="connsiteY13-1348" fmla="*/ 812006 h 1343025"/>
                  <a:gd name="connsiteX14-1349" fmla="*/ 1307306 w 1343025"/>
                  <a:gd name="connsiteY14-1350" fmla="*/ 892968 h 1343025"/>
                  <a:gd name="connsiteX15-1351" fmla="*/ 1193006 w 1343025"/>
                  <a:gd name="connsiteY15-1352" fmla="*/ 1097756 h 1343025"/>
                  <a:gd name="connsiteX16-1353" fmla="*/ 1040606 w 1343025"/>
                  <a:gd name="connsiteY16-1354" fmla="*/ 1009650 h 1343025"/>
                  <a:gd name="connsiteX17-1355" fmla="*/ 919162 w 1343025"/>
                  <a:gd name="connsiteY17-1356" fmla="*/ 1112043 h 1343025"/>
                  <a:gd name="connsiteX18-1357" fmla="*/ 973931 w 1343025"/>
                  <a:gd name="connsiteY18-1358" fmla="*/ 1276350 h 1343025"/>
                  <a:gd name="connsiteX19-1359" fmla="*/ 745331 w 1343025"/>
                  <a:gd name="connsiteY19-1360" fmla="*/ 1343025 h 1343025"/>
                  <a:gd name="connsiteX20-1361" fmla="*/ 695325 w 1343025"/>
                  <a:gd name="connsiteY20-1362" fmla="*/ 1171575 h 1343025"/>
                  <a:gd name="connsiteX21-1363" fmla="*/ 535781 w 1343025"/>
                  <a:gd name="connsiteY21-1364" fmla="*/ 1157287 h 1343025"/>
                  <a:gd name="connsiteX22-1365" fmla="*/ 452437 w 1343025"/>
                  <a:gd name="connsiteY22-1366" fmla="*/ 1304925 h 1343025"/>
                  <a:gd name="connsiteX23-1367" fmla="*/ 245268 w 1343025"/>
                  <a:gd name="connsiteY23-1368" fmla="*/ 1193006 h 1343025"/>
                  <a:gd name="connsiteX24-1369" fmla="*/ 333375 w 1343025"/>
                  <a:gd name="connsiteY24-1370" fmla="*/ 1042987 h 1343025"/>
                  <a:gd name="connsiteX25-1371" fmla="*/ 226218 w 1343025"/>
                  <a:gd name="connsiteY25-1372" fmla="*/ 909637 h 1343025"/>
                  <a:gd name="connsiteX26-1373" fmla="*/ 59531 w 1343025"/>
                  <a:gd name="connsiteY26-1374" fmla="*/ 964406 h 1343025"/>
                  <a:gd name="connsiteX27-1375" fmla="*/ 0 w 1343025"/>
                  <a:gd name="connsiteY27-1376" fmla="*/ 733425 h 1343025"/>
                  <a:gd name="connsiteX28-1377" fmla="*/ 166687 w 1343025"/>
                  <a:gd name="connsiteY28-1378" fmla="*/ 690562 h 1343025"/>
                  <a:gd name="connsiteX29-1379" fmla="*/ 190500 w 1343025"/>
                  <a:gd name="connsiteY29-1380" fmla="*/ 521493 h 1343025"/>
                  <a:gd name="connsiteX30-1381" fmla="*/ 35718 w 1343025"/>
                  <a:gd name="connsiteY30-1382" fmla="*/ 440531 h 1343025"/>
                  <a:gd name="connsiteX31-1383" fmla="*/ 154781 w 1343025"/>
                  <a:gd name="connsiteY31-1384" fmla="*/ 242887 h 1343025"/>
                  <a:gd name="connsiteX32-1385" fmla="*/ 297656 w 1343025"/>
                  <a:gd name="connsiteY32-1386" fmla="*/ 330993 h 1343025"/>
                  <a:gd name="connsiteX0-1387" fmla="*/ 297656 w 1343025"/>
                  <a:gd name="connsiteY0-1388" fmla="*/ 330993 h 1343025"/>
                  <a:gd name="connsiteX1-1389" fmla="*/ 431006 w 1343025"/>
                  <a:gd name="connsiteY1-1390" fmla="*/ 226218 h 1343025"/>
                  <a:gd name="connsiteX2-1391" fmla="*/ 378618 w 1343025"/>
                  <a:gd name="connsiteY2-1392" fmla="*/ 61912 h 1343025"/>
                  <a:gd name="connsiteX3-1393" fmla="*/ 602456 w 1343025"/>
                  <a:gd name="connsiteY3-1394" fmla="*/ 0 h 1343025"/>
                  <a:gd name="connsiteX4-1395" fmla="*/ 652462 w 1343025"/>
                  <a:gd name="connsiteY4-1396" fmla="*/ 171450 h 1343025"/>
                  <a:gd name="connsiteX5-1397" fmla="*/ 816768 w 1343025"/>
                  <a:gd name="connsiteY5-1398" fmla="*/ 185737 h 1343025"/>
                  <a:gd name="connsiteX6-1399" fmla="*/ 900112 w 1343025"/>
                  <a:gd name="connsiteY6-1400" fmla="*/ 40481 h 1343025"/>
                  <a:gd name="connsiteX7-1401" fmla="*/ 1104900 w 1343025"/>
                  <a:gd name="connsiteY7-1402" fmla="*/ 150018 h 1343025"/>
                  <a:gd name="connsiteX8-1403" fmla="*/ 1014412 w 1343025"/>
                  <a:gd name="connsiteY8-1404" fmla="*/ 295275 h 1343025"/>
                  <a:gd name="connsiteX9-1405" fmla="*/ 1119187 w 1343025"/>
                  <a:gd name="connsiteY9-1406" fmla="*/ 431006 h 1343025"/>
                  <a:gd name="connsiteX10-1407" fmla="*/ 1281112 w 1343025"/>
                  <a:gd name="connsiteY10-1408" fmla="*/ 373856 h 1343025"/>
                  <a:gd name="connsiteX11-1409" fmla="*/ 1343025 w 1343025"/>
                  <a:gd name="connsiteY11-1410" fmla="*/ 602456 h 1343025"/>
                  <a:gd name="connsiteX12-1411" fmla="*/ 1173956 w 1343025"/>
                  <a:gd name="connsiteY12-1412" fmla="*/ 645318 h 1343025"/>
                  <a:gd name="connsiteX13-1413" fmla="*/ 1157287 w 1343025"/>
                  <a:gd name="connsiteY13-1414" fmla="*/ 812006 h 1343025"/>
                  <a:gd name="connsiteX14-1415" fmla="*/ 1307306 w 1343025"/>
                  <a:gd name="connsiteY14-1416" fmla="*/ 892968 h 1343025"/>
                  <a:gd name="connsiteX15-1417" fmla="*/ 1193006 w 1343025"/>
                  <a:gd name="connsiteY15-1418" fmla="*/ 1097756 h 1343025"/>
                  <a:gd name="connsiteX16-1419" fmla="*/ 1040606 w 1343025"/>
                  <a:gd name="connsiteY16-1420" fmla="*/ 1009650 h 1343025"/>
                  <a:gd name="connsiteX17-1421" fmla="*/ 919162 w 1343025"/>
                  <a:gd name="connsiteY17-1422" fmla="*/ 1112043 h 1343025"/>
                  <a:gd name="connsiteX18-1423" fmla="*/ 973931 w 1343025"/>
                  <a:gd name="connsiteY18-1424" fmla="*/ 1276350 h 1343025"/>
                  <a:gd name="connsiteX19-1425" fmla="*/ 745331 w 1343025"/>
                  <a:gd name="connsiteY19-1426" fmla="*/ 1343025 h 1343025"/>
                  <a:gd name="connsiteX20-1427" fmla="*/ 695325 w 1343025"/>
                  <a:gd name="connsiteY20-1428" fmla="*/ 1171575 h 1343025"/>
                  <a:gd name="connsiteX21-1429" fmla="*/ 535781 w 1343025"/>
                  <a:gd name="connsiteY21-1430" fmla="*/ 1157287 h 1343025"/>
                  <a:gd name="connsiteX22-1431" fmla="*/ 452437 w 1343025"/>
                  <a:gd name="connsiteY22-1432" fmla="*/ 1304925 h 1343025"/>
                  <a:gd name="connsiteX23-1433" fmla="*/ 245268 w 1343025"/>
                  <a:gd name="connsiteY23-1434" fmla="*/ 1193006 h 1343025"/>
                  <a:gd name="connsiteX24-1435" fmla="*/ 333375 w 1343025"/>
                  <a:gd name="connsiteY24-1436" fmla="*/ 1042987 h 1343025"/>
                  <a:gd name="connsiteX25-1437" fmla="*/ 226218 w 1343025"/>
                  <a:gd name="connsiteY25-1438" fmla="*/ 909637 h 1343025"/>
                  <a:gd name="connsiteX26-1439" fmla="*/ 59531 w 1343025"/>
                  <a:gd name="connsiteY26-1440" fmla="*/ 964406 h 1343025"/>
                  <a:gd name="connsiteX27-1441" fmla="*/ 0 w 1343025"/>
                  <a:gd name="connsiteY27-1442" fmla="*/ 733425 h 1343025"/>
                  <a:gd name="connsiteX28-1443" fmla="*/ 166687 w 1343025"/>
                  <a:gd name="connsiteY28-1444" fmla="*/ 690562 h 1343025"/>
                  <a:gd name="connsiteX29-1445" fmla="*/ 190500 w 1343025"/>
                  <a:gd name="connsiteY29-1446" fmla="*/ 521493 h 1343025"/>
                  <a:gd name="connsiteX30-1447" fmla="*/ 35718 w 1343025"/>
                  <a:gd name="connsiteY30-1448" fmla="*/ 440531 h 1343025"/>
                  <a:gd name="connsiteX31-1449" fmla="*/ 154781 w 1343025"/>
                  <a:gd name="connsiteY31-1450" fmla="*/ 242887 h 1343025"/>
                  <a:gd name="connsiteX32-1451" fmla="*/ 297656 w 1343025"/>
                  <a:gd name="connsiteY32-1452" fmla="*/ 330993 h 1343025"/>
                  <a:gd name="connsiteX0-1453" fmla="*/ 297656 w 1343025"/>
                  <a:gd name="connsiteY0-1454" fmla="*/ 330993 h 1343025"/>
                  <a:gd name="connsiteX1-1455" fmla="*/ 431006 w 1343025"/>
                  <a:gd name="connsiteY1-1456" fmla="*/ 226218 h 1343025"/>
                  <a:gd name="connsiteX2-1457" fmla="*/ 378618 w 1343025"/>
                  <a:gd name="connsiteY2-1458" fmla="*/ 61912 h 1343025"/>
                  <a:gd name="connsiteX3-1459" fmla="*/ 602456 w 1343025"/>
                  <a:gd name="connsiteY3-1460" fmla="*/ 0 h 1343025"/>
                  <a:gd name="connsiteX4-1461" fmla="*/ 652462 w 1343025"/>
                  <a:gd name="connsiteY4-1462" fmla="*/ 171450 h 1343025"/>
                  <a:gd name="connsiteX5-1463" fmla="*/ 816768 w 1343025"/>
                  <a:gd name="connsiteY5-1464" fmla="*/ 185737 h 1343025"/>
                  <a:gd name="connsiteX6-1465" fmla="*/ 900112 w 1343025"/>
                  <a:gd name="connsiteY6-1466" fmla="*/ 40481 h 1343025"/>
                  <a:gd name="connsiteX7-1467" fmla="*/ 1104900 w 1343025"/>
                  <a:gd name="connsiteY7-1468" fmla="*/ 150018 h 1343025"/>
                  <a:gd name="connsiteX8-1469" fmla="*/ 1014412 w 1343025"/>
                  <a:gd name="connsiteY8-1470" fmla="*/ 295275 h 1343025"/>
                  <a:gd name="connsiteX9-1471" fmla="*/ 1119187 w 1343025"/>
                  <a:gd name="connsiteY9-1472" fmla="*/ 431006 h 1343025"/>
                  <a:gd name="connsiteX10-1473" fmla="*/ 1281112 w 1343025"/>
                  <a:gd name="connsiteY10-1474" fmla="*/ 373856 h 1343025"/>
                  <a:gd name="connsiteX11-1475" fmla="*/ 1343025 w 1343025"/>
                  <a:gd name="connsiteY11-1476" fmla="*/ 602456 h 1343025"/>
                  <a:gd name="connsiteX12-1477" fmla="*/ 1173956 w 1343025"/>
                  <a:gd name="connsiteY12-1478" fmla="*/ 645318 h 1343025"/>
                  <a:gd name="connsiteX13-1479" fmla="*/ 1157287 w 1343025"/>
                  <a:gd name="connsiteY13-1480" fmla="*/ 812006 h 1343025"/>
                  <a:gd name="connsiteX14-1481" fmla="*/ 1307306 w 1343025"/>
                  <a:gd name="connsiteY14-1482" fmla="*/ 892968 h 1343025"/>
                  <a:gd name="connsiteX15-1483" fmla="*/ 1193006 w 1343025"/>
                  <a:gd name="connsiteY15-1484" fmla="*/ 1097756 h 1343025"/>
                  <a:gd name="connsiteX16-1485" fmla="*/ 1040606 w 1343025"/>
                  <a:gd name="connsiteY16-1486" fmla="*/ 1009650 h 1343025"/>
                  <a:gd name="connsiteX17-1487" fmla="*/ 919162 w 1343025"/>
                  <a:gd name="connsiteY17-1488" fmla="*/ 1112043 h 1343025"/>
                  <a:gd name="connsiteX18-1489" fmla="*/ 973931 w 1343025"/>
                  <a:gd name="connsiteY18-1490" fmla="*/ 1276350 h 1343025"/>
                  <a:gd name="connsiteX19-1491" fmla="*/ 745331 w 1343025"/>
                  <a:gd name="connsiteY19-1492" fmla="*/ 1343025 h 1343025"/>
                  <a:gd name="connsiteX20-1493" fmla="*/ 695325 w 1343025"/>
                  <a:gd name="connsiteY20-1494" fmla="*/ 1171575 h 1343025"/>
                  <a:gd name="connsiteX21-1495" fmla="*/ 535781 w 1343025"/>
                  <a:gd name="connsiteY21-1496" fmla="*/ 1157287 h 1343025"/>
                  <a:gd name="connsiteX22-1497" fmla="*/ 452437 w 1343025"/>
                  <a:gd name="connsiteY22-1498" fmla="*/ 1304925 h 1343025"/>
                  <a:gd name="connsiteX23-1499" fmla="*/ 245268 w 1343025"/>
                  <a:gd name="connsiteY23-1500" fmla="*/ 1193006 h 1343025"/>
                  <a:gd name="connsiteX24-1501" fmla="*/ 333375 w 1343025"/>
                  <a:gd name="connsiteY24-1502" fmla="*/ 1042987 h 1343025"/>
                  <a:gd name="connsiteX25-1503" fmla="*/ 226218 w 1343025"/>
                  <a:gd name="connsiteY25-1504" fmla="*/ 909637 h 1343025"/>
                  <a:gd name="connsiteX26-1505" fmla="*/ 59531 w 1343025"/>
                  <a:gd name="connsiteY26-1506" fmla="*/ 964406 h 1343025"/>
                  <a:gd name="connsiteX27-1507" fmla="*/ 0 w 1343025"/>
                  <a:gd name="connsiteY27-1508" fmla="*/ 733425 h 1343025"/>
                  <a:gd name="connsiteX28-1509" fmla="*/ 166687 w 1343025"/>
                  <a:gd name="connsiteY28-1510" fmla="*/ 690562 h 1343025"/>
                  <a:gd name="connsiteX29-1511" fmla="*/ 190500 w 1343025"/>
                  <a:gd name="connsiteY29-1512" fmla="*/ 521493 h 1343025"/>
                  <a:gd name="connsiteX30-1513" fmla="*/ 35718 w 1343025"/>
                  <a:gd name="connsiteY30-1514" fmla="*/ 440531 h 1343025"/>
                  <a:gd name="connsiteX31-1515" fmla="*/ 154781 w 1343025"/>
                  <a:gd name="connsiteY31-1516" fmla="*/ 242887 h 1343025"/>
                  <a:gd name="connsiteX32-1517" fmla="*/ 297656 w 1343025"/>
                  <a:gd name="connsiteY32-1518" fmla="*/ 330993 h 1343025"/>
                  <a:gd name="connsiteX0-1519" fmla="*/ 297656 w 1343025"/>
                  <a:gd name="connsiteY0-1520" fmla="*/ 330993 h 1343025"/>
                  <a:gd name="connsiteX1-1521" fmla="*/ 431006 w 1343025"/>
                  <a:gd name="connsiteY1-1522" fmla="*/ 226218 h 1343025"/>
                  <a:gd name="connsiteX2-1523" fmla="*/ 378618 w 1343025"/>
                  <a:gd name="connsiteY2-1524" fmla="*/ 61912 h 1343025"/>
                  <a:gd name="connsiteX3-1525" fmla="*/ 602456 w 1343025"/>
                  <a:gd name="connsiteY3-1526" fmla="*/ 0 h 1343025"/>
                  <a:gd name="connsiteX4-1527" fmla="*/ 652462 w 1343025"/>
                  <a:gd name="connsiteY4-1528" fmla="*/ 171450 h 1343025"/>
                  <a:gd name="connsiteX5-1529" fmla="*/ 816768 w 1343025"/>
                  <a:gd name="connsiteY5-1530" fmla="*/ 185737 h 1343025"/>
                  <a:gd name="connsiteX6-1531" fmla="*/ 900112 w 1343025"/>
                  <a:gd name="connsiteY6-1532" fmla="*/ 40481 h 1343025"/>
                  <a:gd name="connsiteX7-1533" fmla="*/ 1104900 w 1343025"/>
                  <a:gd name="connsiteY7-1534" fmla="*/ 150018 h 1343025"/>
                  <a:gd name="connsiteX8-1535" fmla="*/ 1014412 w 1343025"/>
                  <a:gd name="connsiteY8-1536" fmla="*/ 295275 h 1343025"/>
                  <a:gd name="connsiteX9-1537" fmla="*/ 1119187 w 1343025"/>
                  <a:gd name="connsiteY9-1538" fmla="*/ 431006 h 1343025"/>
                  <a:gd name="connsiteX10-1539" fmla="*/ 1281112 w 1343025"/>
                  <a:gd name="connsiteY10-1540" fmla="*/ 373856 h 1343025"/>
                  <a:gd name="connsiteX11-1541" fmla="*/ 1343025 w 1343025"/>
                  <a:gd name="connsiteY11-1542" fmla="*/ 602456 h 1343025"/>
                  <a:gd name="connsiteX12-1543" fmla="*/ 1173956 w 1343025"/>
                  <a:gd name="connsiteY12-1544" fmla="*/ 645318 h 1343025"/>
                  <a:gd name="connsiteX13-1545" fmla="*/ 1157287 w 1343025"/>
                  <a:gd name="connsiteY13-1546" fmla="*/ 812006 h 1343025"/>
                  <a:gd name="connsiteX14-1547" fmla="*/ 1307306 w 1343025"/>
                  <a:gd name="connsiteY14-1548" fmla="*/ 892968 h 1343025"/>
                  <a:gd name="connsiteX15-1549" fmla="*/ 1193006 w 1343025"/>
                  <a:gd name="connsiteY15-1550" fmla="*/ 1097756 h 1343025"/>
                  <a:gd name="connsiteX16-1551" fmla="*/ 1040606 w 1343025"/>
                  <a:gd name="connsiteY16-1552" fmla="*/ 1009650 h 1343025"/>
                  <a:gd name="connsiteX17-1553" fmla="*/ 919162 w 1343025"/>
                  <a:gd name="connsiteY17-1554" fmla="*/ 1112043 h 1343025"/>
                  <a:gd name="connsiteX18-1555" fmla="*/ 973931 w 1343025"/>
                  <a:gd name="connsiteY18-1556" fmla="*/ 1276350 h 1343025"/>
                  <a:gd name="connsiteX19-1557" fmla="*/ 745331 w 1343025"/>
                  <a:gd name="connsiteY19-1558" fmla="*/ 1343025 h 1343025"/>
                  <a:gd name="connsiteX20-1559" fmla="*/ 695325 w 1343025"/>
                  <a:gd name="connsiteY20-1560" fmla="*/ 1171575 h 1343025"/>
                  <a:gd name="connsiteX21-1561" fmla="*/ 535781 w 1343025"/>
                  <a:gd name="connsiteY21-1562" fmla="*/ 1157287 h 1343025"/>
                  <a:gd name="connsiteX22-1563" fmla="*/ 452437 w 1343025"/>
                  <a:gd name="connsiteY22-1564" fmla="*/ 1304925 h 1343025"/>
                  <a:gd name="connsiteX23-1565" fmla="*/ 245268 w 1343025"/>
                  <a:gd name="connsiteY23-1566" fmla="*/ 1193006 h 1343025"/>
                  <a:gd name="connsiteX24-1567" fmla="*/ 333375 w 1343025"/>
                  <a:gd name="connsiteY24-1568" fmla="*/ 1042987 h 1343025"/>
                  <a:gd name="connsiteX25-1569" fmla="*/ 226218 w 1343025"/>
                  <a:gd name="connsiteY25-1570" fmla="*/ 909637 h 1343025"/>
                  <a:gd name="connsiteX26-1571" fmla="*/ 59531 w 1343025"/>
                  <a:gd name="connsiteY26-1572" fmla="*/ 964406 h 1343025"/>
                  <a:gd name="connsiteX27-1573" fmla="*/ 0 w 1343025"/>
                  <a:gd name="connsiteY27-1574" fmla="*/ 733425 h 1343025"/>
                  <a:gd name="connsiteX28-1575" fmla="*/ 166687 w 1343025"/>
                  <a:gd name="connsiteY28-1576" fmla="*/ 690562 h 1343025"/>
                  <a:gd name="connsiteX29-1577" fmla="*/ 190500 w 1343025"/>
                  <a:gd name="connsiteY29-1578" fmla="*/ 521493 h 1343025"/>
                  <a:gd name="connsiteX30-1579" fmla="*/ 35718 w 1343025"/>
                  <a:gd name="connsiteY30-1580" fmla="*/ 440531 h 1343025"/>
                  <a:gd name="connsiteX31-1581" fmla="*/ 154781 w 1343025"/>
                  <a:gd name="connsiteY31-1582" fmla="*/ 242887 h 1343025"/>
                  <a:gd name="connsiteX32-1583" fmla="*/ 297656 w 1343025"/>
                  <a:gd name="connsiteY32-1584" fmla="*/ 330993 h 1343025"/>
                  <a:gd name="connsiteX0-1585" fmla="*/ 297656 w 1343025"/>
                  <a:gd name="connsiteY0-1586" fmla="*/ 330993 h 1343025"/>
                  <a:gd name="connsiteX1-1587" fmla="*/ 431006 w 1343025"/>
                  <a:gd name="connsiteY1-1588" fmla="*/ 226218 h 1343025"/>
                  <a:gd name="connsiteX2-1589" fmla="*/ 378618 w 1343025"/>
                  <a:gd name="connsiteY2-1590" fmla="*/ 61912 h 1343025"/>
                  <a:gd name="connsiteX3-1591" fmla="*/ 602456 w 1343025"/>
                  <a:gd name="connsiteY3-1592" fmla="*/ 0 h 1343025"/>
                  <a:gd name="connsiteX4-1593" fmla="*/ 652462 w 1343025"/>
                  <a:gd name="connsiteY4-1594" fmla="*/ 171450 h 1343025"/>
                  <a:gd name="connsiteX5-1595" fmla="*/ 816768 w 1343025"/>
                  <a:gd name="connsiteY5-1596" fmla="*/ 185737 h 1343025"/>
                  <a:gd name="connsiteX6-1597" fmla="*/ 900112 w 1343025"/>
                  <a:gd name="connsiteY6-1598" fmla="*/ 40481 h 1343025"/>
                  <a:gd name="connsiteX7-1599" fmla="*/ 1104900 w 1343025"/>
                  <a:gd name="connsiteY7-1600" fmla="*/ 150018 h 1343025"/>
                  <a:gd name="connsiteX8-1601" fmla="*/ 1014412 w 1343025"/>
                  <a:gd name="connsiteY8-1602" fmla="*/ 295275 h 1343025"/>
                  <a:gd name="connsiteX9-1603" fmla="*/ 1119187 w 1343025"/>
                  <a:gd name="connsiteY9-1604" fmla="*/ 431006 h 1343025"/>
                  <a:gd name="connsiteX10-1605" fmla="*/ 1281112 w 1343025"/>
                  <a:gd name="connsiteY10-1606" fmla="*/ 373856 h 1343025"/>
                  <a:gd name="connsiteX11-1607" fmla="*/ 1343025 w 1343025"/>
                  <a:gd name="connsiteY11-1608" fmla="*/ 602456 h 1343025"/>
                  <a:gd name="connsiteX12-1609" fmla="*/ 1173956 w 1343025"/>
                  <a:gd name="connsiteY12-1610" fmla="*/ 645318 h 1343025"/>
                  <a:gd name="connsiteX13-1611" fmla="*/ 1157287 w 1343025"/>
                  <a:gd name="connsiteY13-1612" fmla="*/ 812006 h 1343025"/>
                  <a:gd name="connsiteX14-1613" fmla="*/ 1307306 w 1343025"/>
                  <a:gd name="connsiteY14-1614" fmla="*/ 892968 h 1343025"/>
                  <a:gd name="connsiteX15-1615" fmla="*/ 1193006 w 1343025"/>
                  <a:gd name="connsiteY15-1616" fmla="*/ 1097756 h 1343025"/>
                  <a:gd name="connsiteX16-1617" fmla="*/ 1040606 w 1343025"/>
                  <a:gd name="connsiteY16-1618" fmla="*/ 1009650 h 1343025"/>
                  <a:gd name="connsiteX17-1619" fmla="*/ 919162 w 1343025"/>
                  <a:gd name="connsiteY17-1620" fmla="*/ 1112043 h 1343025"/>
                  <a:gd name="connsiteX18-1621" fmla="*/ 973931 w 1343025"/>
                  <a:gd name="connsiteY18-1622" fmla="*/ 1276350 h 1343025"/>
                  <a:gd name="connsiteX19-1623" fmla="*/ 745331 w 1343025"/>
                  <a:gd name="connsiteY19-1624" fmla="*/ 1343025 h 1343025"/>
                  <a:gd name="connsiteX20-1625" fmla="*/ 695325 w 1343025"/>
                  <a:gd name="connsiteY20-1626" fmla="*/ 1171575 h 1343025"/>
                  <a:gd name="connsiteX21-1627" fmla="*/ 535781 w 1343025"/>
                  <a:gd name="connsiteY21-1628" fmla="*/ 1157287 h 1343025"/>
                  <a:gd name="connsiteX22-1629" fmla="*/ 452437 w 1343025"/>
                  <a:gd name="connsiteY22-1630" fmla="*/ 1304925 h 1343025"/>
                  <a:gd name="connsiteX23-1631" fmla="*/ 245268 w 1343025"/>
                  <a:gd name="connsiteY23-1632" fmla="*/ 1193006 h 1343025"/>
                  <a:gd name="connsiteX24-1633" fmla="*/ 333375 w 1343025"/>
                  <a:gd name="connsiteY24-1634" fmla="*/ 1042987 h 1343025"/>
                  <a:gd name="connsiteX25-1635" fmla="*/ 226218 w 1343025"/>
                  <a:gd name="connsiteY25-1636" fmla="*/ 909637 h 1343025"/>
                  <a:gd name="connsiteX26-1637" fmla="*/ 59531 w 1343025"/>
                  <a:gd name="connsiteY26-1638" fmla="*/ 964406 h 1343025"/>
                  <a:gd name="connsiteX27-1639" fmla="*/ 0 w 1343025"/>
                  <a:gd name="connsiteY27-1640" fmla="*/ 733425 h 1343025"/>
                  <a:gd name="connsiteX28-1641" fmla="*/ 166687 w 1343025"/>
                  <a:gd name="connsiteY28-1642" fmla="*/ 690562 h 1343025"/>
                  <a:gd name="connsiteX29-1643" fmla="*/ 190500 w 1343025"/>
                  <a:gd name="connsiteY29-1644" fmla="*/ 521493 h 1343025"/>
                  <a:gd name="connsiteX30-1645" fmla="*/ 35718 w 1343025"/>
                  <a:gd name="connsiteY30-1646" fmla="*/ 440531 h 1343025"/>
                  <a:gd name="connsiteX31-1647" fmla="*/ 154781 w 1343025"/>
                  <a:gd name="connsiteY31-1648" fmla="*/ 242887 h 1343025"/>
                  <a:gd name="connsiteX32-1649" fmla="*/ 297656 w 1343025"/>
                  <a:gd name="connsiteY32-1650" fmla="*/ 330993 h 1343025"/>
                  <a:gd name="connsiteX0-1651" fmla="*/ 297656 w 1343025"/>
                  <a:gd name="connsiteY0-1652" fmla="*/ 330993 h 1343025"/>
                  <a:gd name="connsiteX1-1653" fmla="*/ 431006 w 1343025"/>
                  <a:gd name="connsiteY1-1654" fmla="*/ 226218 h 1343025"/>
                  <a:gd name="connsiteX2-1655" fmla="*/ 378618 w 1343025"/>
                  <a:gd name="connsiteY2-1656" fmla="*/ 61912 h 1343025"/>
                  <a:gd name="connsiteX3-1657" fmla="*/ 602456 w 1343025"/>
                  <a:gd name="connsiteY3-1658" fmla="*/ 0 h 1343025"/>
                  <a:gd name="connsiteX4-1659" fmla="*/ 652462 w 1343025"/>
                  <a:gd name="connsiteY4-1660" fmla="*/ 171450 h 1343025"/>
                  <a:gd name="connsiteX5-1661" fmla="*/ 816768 w 1343025"/>
                  <a:gd name="connsiteY5-1662" fmla="*/ 185737 h 1343025"/>
                  <a:gd name="connsiteX6-1663" fmla="*/ 900112 w 1343025"/>
                  <a:gd name="connsiteY6-1664" fmla="*/ 40481 h 1343025"/>
                  <a:gd name="connsiteX7-1665" fmla="*/ 1104900 w 1343025"/>
                  <a:gd name="connsiteY7-1666" fmla="*/ 150018 h 1343025"/>
                  <a:gd name="connsiteX8-1667" fmla="*/ 1014412 w 1343025"/>
                  <a:gd name="connsiteY8-1668" fmla="*/ 295275 h 1343025"/>
                  <a:gd name="connsiteX9-1669" fmla="*/ 1119187 w 1343025"/>
                  <a:gd name="connsiteY9-1670" fmla="*/ 431006 h 1343025"/>
                  <a:gd name="connsiteX10-1671" fmla="*/ 1281112 w 1343025"/>
                  <a:gd name="connsiteY10-1672" fmla="*/ 373856 h 1343025"/>
                  <a:gd name="connsiteX11-1673" fmla="*/ 1343025 w 1343025"/>
                  <a:gd name="connsiteY11-1674" fmla="*/ 602456 h 1343025"/>
                  <a:gd name="connsiteX12-1675" fmla="*/ 1173956 w 1343025"/>
                  <a:gd name="connsiteY12-1676" fmla="*/ 645318 h 1343025"/>
                  <a:gd name="connsiteX13-1677" fmla="*/ 1157287 w 1343025"/>
                  <a:gd name="connsiteY13-1678" fmla="*/ 812006 h 1343025"/>
                  <a:gd name="connsiteX14-1679" fmla="*/ 1307306 w 1343025"/>
                  <a:gd name="connsiteY14-1680" fmla="*/ 892968 h 1343025"/>
                  <a:gd name="connsiteX15-1681" fmla="*/ 1193006 w 1343025"/>
                  <a:gd name="connsiteY15-1682" fmla="*/ 1097756 h 1343025"/>
                  <a:gd name="connsiteX16-1683" fmla="*/ 1040606 w 1343025"/>
                  <a:gd name="connsiteY16-1684" fmla="*/ 1009650 h 1343025"/>
                  <a:gd name="connsiteX17-1685" fmla="*/ 919162 w 1343025"/>
                  <a:gd name="connsiteY17-1686" fmla="*/ 1112043 h 1343025"/>
                  <a:gd name="connsiteX18-1687" fmla="*/ 973931 w 1343025"/>
                  <a:gd name="connsiteY18-1688" fmla="*/ 1276350 h 1343025"/>
                  <a:gd name="connsiteX19-1689" fmla="*/ 745331 w 1343025"/>
                  <a:gd name="connsiteY19-1690" fmla="*/ 1343025 h 1343025"/>
                  <a:gd name="connsiteX20-1691" fmla="*/ 695325 w 1343025"/>
                  <a:gd name="connsiteY20-1692" fmla="*/ 1171575 h 1343025"/>
                  <a:gd name="connsiteX21-1693" fmla="*/ 535781 w 1343025"/>
                  <a:gd name="connsiteY21-1694" fmla="*/ 1157287 h 1343025"/>
                  <a:gd name="connsiteX22-1695" fmla="*/ 452437 w 1343025"/>
                  <a:gd name="connsiteY22-1696" fmla="*/ 1304925 h 1343025"/>
                  <a:gd name="connsiteX23-1697" fmla="*/ 245268 w 1343025"/>
                  <a:gd name="connsiteY23-1698" fmla="*/ 1193006 h 1343025"/>
                  <a:gd name="connsiteX24-1699" fmla="*/ 333375 w 1343025"/>
                  <a:gd name="connsiteY24-1700" fmla="*/ 1042987 h 1343025"/>
                  <a:gd name="connsiteX25-1701" fmla="*/ 226218 w 1343025"/>
                  <a:gd name="connsiteY25-1702" fmla="*/ 909637 h 1343025"/>
                  <a:gd name="connsiteX26-1703" fmla="*/ 59531 w 1343025"/>
                  <a:gd name="connsiteY26-1704" fmla="*/ 964406 h 1343025"/>
                  <a:gd name="connsiteX27-1705" fmla="*/ 0 w 1343025"/>
                  <a:gd name="connsiteY27-1706" fmla="*/ 733425 h 1343025"/>
                  <a:gd name="connsiteX28-1707" fmla="*/ 166687 w 1343025"/>
                  <a:gd name="connsiteY28-1708" fmla="*/ 690562 h 1343025"/>
                  <a:gd name="connsiteX29-1709" fmla="*/ 190500 w 1343025"/>
                  <a:gd name="connsiteY29-1710" fmla="*/ 521493 h 1343025"/>
                  <a:gd name="connsiteX30-1711" fmla="*/ 35718 w 1343025"/>
                  <a:gd name="connsiteY30-1712" fmla="*/ 440531 h 1343025"/>
                  <a:gd name="connsiteX31-1713" fmla="*/ 154781 w 1343025"/>
                  <a:gd name="connsiteY31-1714" fmla="*/ 242887 h 1343025"/>
                  <a:gd name="connsiteX32-1715" fmla="*/ 297656 w 1343025"/>
                  <a:gd name="connsiteY32-1716" fmla="*/ 330993 h 1343025"/>
                  <a:gd name="connsiteX0-1717" fmla="*/ 297656 w 1343025"/>
                  <a:gd name="connsiteY0-1718" fmla="*/ 330993 h 1343025"/>
                  <a:gd name="connsiteX1-1719" fmla="*/ 431006 w 1343025"/>
                  <a:gd name="connsiteY1-1720" fmla="*/ 226218 h 1343025"/>
                  <a:gd name="connsiteX2-1721" fmla="*/ 378618 w 1343025"/>
                  <a:gd name="connsiteY2-1722" fmla="*/ 61912 h 1343025"/>
                  <a:gd name="connsiteX3-1723" fmla="*/ 602456 w 1343025"/>
                  <a:gd name="connsiteY3-1724" fmla="*/ 0 h 1343025"/>
                  <a:gd name="connsiteX4-1725" fmla="*/ 652462 w 1343025"/>
                  <a:gd name="connsiteY4-1726" fmla="*/ 171450 h 1343025"/>
                  <a:gd name="connsiteX5-1727" fmla="*/ 816768 w 1343025"/>
                  <a:gd name="connsiteY5-1728" fmla="*/ 185737 h 1343025"/>
                  <a:gd name="connsiteX6-1729" fmla="*/ 900112 w 1343025"/>
                  <a:gd name="connsiteY6-1730" fmla="*/ 40481 h 1343025"/>
                  <a:gd name="connsiteX7-1731" fmla="*/ 1104900 w 1343025"/>
                  <a:gd name="connsiteY7-1732" fmla="*/ 150018 h 1343025"/>
                  <a:gd name="connsiteX8-1733" fmla="*/ 1014412 w 1343025"/>
                  <a:gd name="connsiteY8-1734" fmla="*/ 295275 h 1343025"/>
                  <a:gd name="connsiteX9-1735" fmla="*/ 1119187 w 1343025"/>
                  <a:gd name="connsiteY9-1736" fmla="*/ 431006 h 1343025"/>
                  <a:gd name="connsiteX10-1737" fmla="*/ 1281112 w 1343025"/>
                  <a:gd name="connsiteY10-1738" fmla="*/ 373856 h 1343025"/>
                  <a:gd name="connsiteX11-1739" fmla="*/ 1343025 w 1343025"/>
                  <a:gd name="connsiteY11-1740" fmla="*/ 602456 h 1343025"/>
                  <a:gd name="connsiteX12-1741" fmla="*/ 1173956 w 1343025"/>
                  <a:gd name="connsiteY12-1742" fmla="*/ 645318 h 1343025"/>
                  <a:gd name="connsiteX13-1743" fmla="*/ 1157287 w 1343025"/>
                  <a:gd name="connsiteY13-1744" fmla="*/ 812006 h 1343025"/>
                  <a:gd name="connsiteX14-1745" fmla="*/ 1307306 w 1343025"/>
                  <a:gd name="connsiteY14-1746" fmla="*/ 892968 h 1343025"/>
                  <a:gd name="connsiteX15-1747" fmla="*/ 1193006 w 1343025"/>
                  <a:gd name="connsiteY15-1748" fmla="*/ 1097756 h 1343025"/>
                  <a:gd name="connsiteX16-1749" fmla="*/ 1040606 w 1343025"/>
                  <a:gd name="connsiteY16-1750" fmla="*/ 1009650 h 1343025"/>
                  <a:gd name="connsiteX17-1751" fmla="*/ 919162 w 1343025"/>
                  <a:gd name="connsiteY17-1752" fmla="*/ 1112043 h 1343025"/>
                  <a:gd name="connsiteX18-1753" fmla="*/ 973931 w 1343025"/>
                  <a:gd name="connsiteY18-1754" fmla="*/ 1276350 h 1343025"/>
                  <a:gd name="connsiteX19-1755" fmla="*/ 745331 w 1343025"/>
                  <a:gd name="connsiteY19-1756" fmla="*/ 1343025 h 1343025"/>
                  <a:gd name="connsiteX20-1757" fmla="*/ 695325 w 1343025"/>
                  <a:gd name="connsiteY20-1758" fmla="*/ 1171575 h 1343025"/>
                  <a:gd name="connsiteX21-1759" fmla="*/ 535781 w 1343025"/>
                  <a:gd name="connsiteY21-1760" fmla="*/ 1157287 h 1343025"/>
                  <a:gd name="connsiteX22-1761" fmla="*/ 452437 w 1343025"/>
                  <a:gd name="connsiteY22-1762" fmla="*/ 1304925 h 1343025"/>
                  <a:gd name="connsiteX23-1763" fmla="*/ 245268 w 1343025"/>
                  <a:gd name="connsiteY23-1764" fmla="*/ 1193006 h 1343025"/>
                  <a:gd name="connsiteX24-1765" fmla="*/ 333375 w 1343025"/>
                  <a:gd name="connsiteY24-1766" fmla="*/ 1042987 h 1343025"/>
                  <a:gd name="connsiteX25-1767" fmla="*/ 226218 w 1343025"/>
                  <a:gd name="connsiteY25-1768" fmla="*/ 909637 h 1343025"/>
                  <a:gd name="connsiteX26-1769" fmla="*/ 59531 w 1343025"/>
                  <a:gd name="connsiteY26-1770" fmla="*/ 964406 h 1343025"/>
                  <a:gd name="connsiteX27-1771" fmla="*/ 0 w 1343025"/>
                  <a:gd name="connsiteY27-1772" fmla="*/ 733425 h 1343025"/>
                  <a:gd name="connsiteX28-1773" fmla="*/ 166687 w 1343025"/>
                  <a:gd name="connsiteY28-1774" fmla="*/ 690562 h 1343025"/>
                  <a:gd name="connsiteX29-1775" fmla="*/ 190500 w 1343025"/>
                  <a:gd name="connsiteY29-1776" fmla="*/ 521493 h 1343025"/>
                  <a:gd name="connsiteX30-1777" fmla="*/ 35718 w 1343025"/>
                  <a:gd name="connsiteY30-1778" fmla="*/ 440531 h 1343025"/>
                  <a:gd name="connsiteX31-1779" fmla="*/ 154781 w 1343025"/>
                  <a:gd name="connsiteY31-1780" fmla="*/ 242887 h 1343025"/>
                  <a:gd name="connsiteX32-1781" fmla="*/ 297656 w 1343025"/>
                  <a:gd name="connsiteY32-1782" fmla="*/ 330993 h 1343025"/>
                  <a:gd name="connsiteX0-1783" fmla="*/ 297656 w 1343025"/>
                  <a:gd name="connsiteY0-1784" fmla="*/ 330993 h 1343025"/>
                  <a:gd name="connsiteX1-1785" fmla="*/ 431006 w 1343025"/>
                  <a:gd name="connsiteY1-1786" fmla="*/ 226218 h 1343025"/>
                  <a:gd name="connsiteX2-1787" fmla="*/ 378618 w 1343025"/>
                  <a:gd name="connsiteY2-1788" fmla="*/ 61912 h 1343025"/>
                  <a:gd name="connsiteX3-1789" fmla="*/ 602456 w 1343025"/>
                  <a:gd name="connsiteY3-1790" fmla="*/ 0 h 1343025"/>
                  <a:gd name="connsiteX4-1791" fmla="*/ 652462 w 1343025"/>
                  <a:gd name="connsiteY4-1792" fmla="*/ 171450 h 1343025"/>
                  <a:gd name="connsiteX5-1793" fmla="*/ 816768 w 1343025"/>
                  <a:gd name="connsiteY5-1794" fmla="*/ 185737 h 1343025"/>
                  <a:gd name="connsiteX6-1795" fmla="*/ 900112 w 1343025"/>
                  <a:gd name="connsiteY6-1796" fmla="*/ 40481 h 1343025"/>
                  <a:gd name="connsiteX7-1797" fmla="*/ 1104900 w 1343025"/>
                  <a:gd name="connsiteY7-1798" fmla="*/ 150018 h 1343025"/>
                  <a:gd name="connsiteX8-1799" fmla="*/ 1014412 w 1343025"/>
                  <a:gd name="connsiteY8-1800" fmla="*/ 295275 h 1343025"/>
                  <a:gd name="connsiteX9-1801" fmla="*/ 1119187 w 1343025"/>
                  <a:gd name="connsiteY9-1802" fmla="*/ 431006 h 1343025"/>
                  <a:gd name="connsiteX10-1803" fmla="*/ 1281112 w 1343025"/>
                  <a:gd name="connsiteY10-1804" fmla="*/ 373856 h 1343025"/>
                  <a:gd name="connsiteX11-1805" fmla="*/ 1343025 w 1343025"/>
                  <a:gd name="connsiteY11-1806" fmla="*/ 602456 h 1343025"/>
                  <a:gd name="connsiteX12-1807" fmla="*/ 1173956 w 1343025"/>
                  <a:gd name="connsiteY12-1808" fmla="*/ 645318 h 1343025"/>
                  <a:gd name="connsiteX13-1809" fmla="*/ 1157287 w 1343025"/>
                  <a:gd name="connsiteY13-1810" fmla="*/ 812006 h 1343025"/>
                  <a:gd name="connsiteX14-1811" fmla="*/ 1307306 w 1343025"/>
                  <a:gd name="connsiteY14-1812" fmla="*/ 892968 h 1343025"/>
                  <a:gd name="connsiteX15-1813" fmla="*/ 1193006 w 1343025"/>
                  <a:gd name="connsiteY15-1814" fmla="*/ 1097756 h 1343025"/>
                  <a:gd name="connsiteX16-1815" fmla="*/ 1040606 w 1343025"/>
                  <a:gd name="connsiteY16-1816" fmla="*/ 1009650 h 1343025"/>
                  <a:gd name="connsiteX17-1817" fmla="*/ 919162 w 1343025"/>
                  <a:gd name="connsiteY17-1818" fmla="*/ 1112043 h 1343025"/>
                  <a:gd name="connsiteX18-1819" fmla="*/ 973931 w 1343025"/>
                  <a:gd name="connsiteY18-1820" fmla="*/ 1276350 h 1343025"/>
                  <a:gd name="connsiteX19-1821" fmla="*/ 745331 w 1343025"/>
                  <a:gd name="connsiteY19-1822" fmla="*/ 1343025 h 1343025"/>
                  <a:gd name="connsiteX20-1823" fmla="*/ 695325 w 1343025"/>
                  <a:gd name="connsiteY20-1824" fmla="*/ 1171575 h 1343025"/>
                  <a:gd name="connsiteX21-1825" fmla="*/ 535781 w 1343025"/>
                  <a:gd name="connsiteY21-1826" fmla="*/ 1157287 h 1343025"/>
                  <a:gd name="connsiteX22-1827" fmla="*/ 452437 w 1343025"/>
                  <a:gd name="connsiteY22-1828" fmla="*/ 1304925 h 1343025"/>
                  <a:gd name="connsiteX23-1829" fmla="*/ 245268 w 1343025"/>
                  <a:gd name="connsiteY23-1830" fmla="*/ 1193006 h 1343025"/>
                  <a:gd name="connsiteX24-1831" fmla="*/ 333375 w 1343025"/>
                  <a:gd name="connsiteY24-1832" fmla="*/ 1042987 h 1343025"/>
                  <a:gd name="connsiteX25-1833" fmla="*/ 226218 w 1343025"/>
                  <a:gd name="connsiteY25-1834" fmla="*/ 909637 h 1343025"/>
                  <a:gd name="connsiteX26-1835" fmla="*/ 59531 w 1343025"/>
                  <a:gd name="connsiteY26-1836" fmla="*/ 964406 h 1343025"/>
                  <a:gd name="connsiteX27-1837" fmla="*/ 0 w 1343025"/>
                  <a:gd name="connsiteY27-1838" fmla="*/ 733425 h 1343025"/>
                  <a:gd name="connsiteX28-1839" fmla="*/ 166687 w 1343025"/>
                  <a:gd name="connsiteY28-1840" fmla="*/ 690562 h 1343025"/>
                  <a:gd name="connsiteX29-1841" fmla="*/ 190500 w 1343025"/>
                  <a:gd name="connsiteY29-1842" fmla="*/ 521493 h 1343025"/>
                  <a:gd name="connsiteX30-1843" fmla="*/ 35718 w 1343025"/>
                  <a:gd name="connsiteY30-1844" fmla="*/ 440531 h 1343025"/>
                  <a:gd name="connsiteX31-1845" fmla="*/ 154781 w 1343025"/>
                  <a:gd name="connsiteY31-1846" fmla="*/ 242887 h 1343025"/>
                  <a:gd name="connsiteX32-1847" fmla="*/ 297656 w 1343025"/>
                  <a:gd name="connsiteY32-1848" fmla="*/ 330993 h 1343025"/>
                  <a:gd name="connsiteX0-1849" fmla="*/ 297656 w 1343025"/>
                  <a:gd name="connsiteY0-1850" fmla="*/ 330993 h 1343025"/>
                  <a:gd name="connsiteX1-1851" fmla="*/ 431006 w 1343025"/>
                  <a:gd name="connsiteY1-1852" fmla="*/ 226218 h 1343025"/>
                  <a:gd name="connsiteX2-1853" fmla="*/ 378618 w 1343025"/>
                  <a:gd name="connsiteY2-1854" fmla="*/ 61912 h 1343025"/>
                  <a:gd name="connsiteX3-1855" fmla="*/ 602456 w 1343025"/>
                  <a:gd name="connsiteY3-1856" fmla="*/ 0 h 1343025"/>
                  <a:gd name="connsiteX4-1857" fmla="*/ 652462 w 1343025"/>
                  <a:gd name="connsiteY4-1858" fmla="*/ 171450 h 1343025"/>
                  <a:gd name="connsiteX5-1859" fmla="*/ 816768 w 1343025"/>
                  <a:gd name="connsiteY5-1860" fmla="*/ 185737 h 1343025"/>
                  <a:gd name="connsiteX6-1861" fmla="*/ 900112 w 1343025"/>
                  <a:gd name="connsiteY6-1862" fmla="*/ 40481 h 1343025"/>
                  <a:gd name="connsiteX7-1863" fmla="*/ 1104900 w 1343025"/>
                  <a:gd name="connsiteY7-1864" fmla="*/ 150018 h 1343025"/>
                  <a:gd name="connsiteX8-1865" fmla="*/ 1014412 w 1343025"/>
                  <a:gd name="connsiteY8-1866" fmla="*/ 295275 h 1343025"/>
                  <a:gd name="connsiteX9-1867" fmla="*/ 1119187 w 1343025"/>
                  <a:gd name="connsiteY9-1868" fmla="*/ 431006 h 1343025"/>
                  <a:gd name="connsiteX10-1869" fmla="*/ 1281112 w 1343025"/>
                  <a:gd name="connsiteY10-1870" fmla="*/ 373856 h 1343025"/>
                  <a:gd name="connsiteX11-1871" fmla="*/ 1343025 w 1343025"/>
                  <a:gd name="connsiteY11-1872" fmla="*/ 602456 h 1343025"/>
                  <a:gd name="connsiteX12-1873" fmla="*/ 1173956 w 1343025"/>
                  <a:gd name="connsiteY12-1874" fmla="*/ 645318 h 1343025"/>
                  <a:gd name="connsiteX13-1875" fmla="*/ 1157287 w 1343025"/>
                  <a:gd name="connsiteY13-1876" fmla="*/ 812006 h 1343025"/>
                  <a:gd name="connsiteX14-1877" fmla="*/ 1307306 w 1343025"/>
                  <a:gd name="connsiteY14-1878" fmla="*/ 892968 h 1343025"/>
                  <a:gd name="connsiteX15-1879" fmla="*/ 1193006 w 1343025"/>
                  <a:gd name="connsiteY15-1880" fmla="*/ 1097756 h 1343025"/>
                  <a:gd name="connsiteX16-1881" fmla="*/ 1040606 w 1343025"/>
                  <a:gd name="connsiteY16-1882" fmla="*/ 1009650 h 1343025"/>
                  <a:gd name="connsiteX17-1883" fmla="*/ 919162 w 1343025"/>
                  <a:gd name="connsiteY17-1884" fmla="*/ 1112043 h 1343025"/>
                  <a:gd name="connsiteX18-1885" fmla="*/ 973931 w 1343025"/>
                  <a:gd name="connsiteY18-1886" fmla="*/ 1276350 h 1343025"/>
                  <a:gd name="connsiteX19-1887" fmla="*/ 745331 w 1343025"/>
                  <a:gd name="connsiteY19-1888" fmla="*/ 1343025 h 1343025"/>
                  <a:gd name="connsiteX20-1889" fmla="*/ 695325 w 1343025"/>
                  <a:gd name="connsiteY20-1890" fmla="*/ 1171575 h 1343025"/>
                  <a:gd name="connsiteX21-1891" fmla="*/ 535781 w 1343025"/>
                  <a:gd name="connsiteY21-1892" fmla="*/ 1157287 h 1343025"/>
                  <a:gd name="connsiteX22-1893" fmla="*/ 452437 w 1343025"/>
                  <a:gd name="connsiteY22-1894" fmla="*/ 1304925 h 1343025"/>
                  <a:gd name="connsiteX23-1895" fmla="*/ 245268 w 1343025"/>
                  <a:gd name="connsiteY23-1896" fmla="*/ 1193006 h 1343025"/>
                  <a:gd name="connsiteX24-1897" fmla="*/ 333375 w 1343025"/>
                  <a:gd name="connsiteY24-1898" fmla="*/ 1042987 h 1343025"/>
                  <a:gd name="connsiteX25-1899" fmla="*/ 226218 w 1343025"/>
                  <a:gd name="connsiteY25-1900" fmla="*/ 909637 h 1343025"/>
                  <a:gd name="connsiteX26-1901" fmla="*/ 59531 w 1343025"/>
                  <a:gd name="connsiteY26-1902" fmla="*/ 964406 h 1343025"/>
                  <a:gd name="connsiteX27-1903" fmla="*/ 0 w 1343025"/>
                  <a:gd name="connsiteY27-1904" fmla="*/ 733425 h 1343025"/>
                  <a:gd name="connsiteX28-1905" fmla="*/ 166687 w 1343025"/>
                  <a:gd name="connsiteY28-1906" fmla="*/ 690562 h 1343025"/>
                  <a:gd name="connsiteX29-1907" fmla="*/ 190500 w 1343025"/>
                  <a:gd name="connsiteY29-1908" fmla="*/ 521493 h 1343025"/>
                  <a:gd name="connsiteX30-1909" fmla="*/ 35718 w 1343025"/>
                  <a:gd name="connsiteY30-1910" fmla="*/ 440531 h 1343025"/>
                  <a:gd name="connsiteX31-1911" fmla="*/ 154781 w 1343025"/>
                  <a:gd name="connsiteY31-1912" fmla="*/ 242887 h 1343025"/>
                  <a:gd name="connsiteX32-1913" fmla="*/ 297656 w 1343025"/>
                  <a:gd name="connsiteY32-1914" fmla="*/ 330993 h 1343025"/>
                  <a:gd name="connsiteX0-1915" fmla="*/ 297656 w 1343025"/>
                  <a:gd name="connsiteY0-1916" fmla="*/ 330993 h 1343025"/>
                  <a:gd name="connsiteX1-1917" fmla="*/ 431006 w 1343025"/>
                  <a:gd name="connsiteY1-1918" fmla="*/ 226218 h 1343025"/>
                  <a:gd name="connsiteX2-1919" fmla="*/ 378618 w 1343025"/>
                  <a:gd name="connsiteY2-1920" fmla="*/ 61912 h 1343025"/>
                  <a:gd name="connsiteX3-1921" fmla="*/ 602456 w 1343025"/>
                  <a:gd name="connsiteY3-1922" fmla="*/ 0 h 1343025"/>
                  <a:gd name="connsiteX4-1923" fmla="*/ 652462 w 1343025"/>
                  <a:gd name="connsiteY4-1924" fmla="*/ 171450 h 1343025"/>
                  <a:gd name="connsiteX5-1925" fmla="*/ 816768 w 1343025"/>
                  <a:gd name="connsiteY5-1926" fmla="*/ 185737 h 1343025"/>
                  <a:gd name="connsiteX6-1927" fmla="*/ 900112 w 1343025"/>
                  <a:gd name="connsiteY6-1928" fmla="*/ 40481 h 1343025"/>
                  <a:gd name="connsiteX7-1929" fmla="*/ 1104900 w 1343025"/>
                  <a:gd name="connsiteY7-1930" fmla="*/ 150018 h 1343025"/>
                  <a:gd name="connsiteX8-1931" fmla="*/ 1014412 w 1343025"/>
                  <a:gd name="connsiteY8-1932" fmla="*/ 295275 h 1343025"/>
                  <a:gd name="connsiteX9-1933" fmla="*/ 1119187 w 1343025"/>
                  <a:gd name="connsiteY9-1934" fmla="*/ 431006 h 1343025"/>
                  <a:gd name="connsiteX10-1935" fmla="*/ 1281112 w 1343025"/>
                  <a:gd name="connsiteY10-1936" fmla="*/ 373856 h 1343025"/>
                  <a:gd name="connsiteX11-1937" fmla="*/ 1343025 w 1343025"/>
                  <a:gd name="connsiteY11-1938" fmla="*/ 602456 h 1343025"/>
                  <a:gd name="connsiteX12-1939" fmla="*/ 1173956 w 1343025"/>
                  <a:gd name="connsiteY12-1940" fmla="*/ 645318 h 1343025"/>
                  <a:gd name="connsiteX13-1941" fmla="*/ 1157287 w 1343025"/>
                  <a:gd name="connsiteY13-1942" fmla="*/ 812006 h 1343025"/>
                  <a:gd name="connsiteX14-1943" fmla="*/ 1307306 w 1343025"/>
                  <a:gd name="connsiteY14-1944" fmla="*/ 892968 h 1343025"/>
                  <a:gd name="connsiteX15-1945" fmla="*/ 1193006 w 1343025"/>
                  <a:gd name="connsiteY15-1946" fmla="*/ 1097756 h 1343025"/>
                  <a:gd name="connsiteX16-1947" fmla="*/ 1040606 w 1343025"/>
                  <a:gd name="connsiteY16-1948" fmla="*/ 1009650 h 1343025"/>
                  <a:gd name="connsiteX17-1949" fmla="*/ 919162 w 1343025"/>
                  <a:gd name="connsiteY17-1950" fmla="*/ 1112043 h 1343025"/>
                  <a:gd name="connsiteX18-1951" fmla="*/ 973931 w 1343025"/>
                  <a:gd name="connsiteY18-1952" fmla="*/ 1276350 h 1343025"/>
                  <a:gd name="connsiteX19-1953" fmla="*/ 745331 w 1343025"/>
                  <a:gd name="connsiteY19-1954" fmla="*/ 1343025 h 1343025"/>
                  <a:gd name="connsiteX20-1955" fmla="*/ 695325 w 1343025"/>
                  <a:gd name="connsiteY20-1956" fmla="*/ 1171575 h 1343025"/>
                  <a:gd name="connsiteX21-1957" fmla="*/ 535781 w 1343025"/>
                  <a:gd name="connsiteY21-1958" fmla="*/ 1157287 h 1343025"/>
                  <a:gd name="connsiteX22-1959" fmla="*/ 452437 w 1343025"/>
                  <a:gd name="connsiteY22-1960" fmla="*/ 1304925 h 1343025"/>
                  <a:gd name="connsiteX23-1961" fmla="*/ 245268 w 1343025"/>
                  <a:gd name="connsiteY23-1962" fmla="*/ 1193006 h 1343025"/>
                  <a:gd name="connsiteX24-1963" fmla="*/ 333375 w 1343025"/>
                  <a:gd name="connsiteY24-1964" fmla="*/ 1042987 h 1343025"/>
                  <a:gd name="connsiteX25-1965" fmla="*/ 226218 w 1343025"/>
                  <a:gd name="connsiteY25-1966" fmla="*/ 909637 h 1343025"/>
                  <a:gd name="connsiteX26-1967" fmla="*/ 59531 w 1343025"/>
                  <a:gd name="connsiteY26-1968" fmla="*/ 964406 h 1343025"/>
                  <a:gd name="connsiteX27-1969" fmla="*/ 0 w 1343025"/>
                  <a:gd name="connsiteY27-1970" fmla="*/ 733425 h 1343025"/>
                  <a:gd name="connsiteX28-1971" fmla="*/ 166687 w 1343025"/>
                  <a:gd name="connsiteY28-1972" fmla="*/ 690562 h 1343025"/>
                  <a:gd name="connsiteX29-1973" fmla="*/ 190500 w 1343025"/>
                  <a:gd name="connsiteY29-1974" fmla="*/ 521493 h 1343025"/>
                  <a:gd name="connsiteX30-1975" fmla="*/ 35718 w 1343025"/>
                  <a:gd name="connsiteY30-1976" fmla="*/ 440531 h 1343025"/>
                  <a:gd name="connsiteX31-1977" fmla="*/ 154781 w 1343025"/>
                  <a:gd name="connsiteY31-1978" fmla="*/ 242887 h 1343025"/>
                  <a:gd name="connsiteX32-1979" fmla="*/ 297656 w 1343025"/>
                  <a:gd name="connsiteY32-1980" fmla="*/ 330993 h 1343025"/>
                  <a:gd name="connsiteX0-1981" fmla="*/ 297656 w 1343025"/>
                  <a:gd name="connsiteY0-1982" fmla="*/ 330993 h 1343025"/>
                  <a:gd name="connsiteX1-1983" fmla="*/ 431006 w 1343025"/>
                  <a:gd name="connsiteY1-1984" fmla="*/ 226218 h 1343025"/>
                  <a:gd name="connsiteX2-1985" fmla="*/ 378618 w 1343025"/>
                  <a:gd name="connsiteY2-1986" fmla="*/ 61912 h 1343025"/>
                  <a:gd name="connsiteX3-1987" fmla="*/ 602456 w 1343025"/>
                  <a:gd name="connsiteY3-1988" fmla="*/ 0 h 1343025"/>
                  <a:gd name="connsiteX4-1989" fmla="*/ 652462 w 1343025"/>
                  <a:gd name="connsiteY4-1990" fmla="*/ 171450 h 1343025"/>
                  <a:gd name="connsiteX5-1991" fmla="*/ 816768 w 1343025"/>
                  <a:gd name="connsiteY5-1992" fmla="*/ 185737 h 1343025"/>
                  <a:gd name="connsiteX6-1993" fmla="*/ 900112 w 1343025"/>
                  <a:gd name="connsiteY6-1994" fmla="*/ 40481 h 1343025"/>
                  <a:gd name="connsiteX7-1995" fmla="*/ 1104900 w 1343025"/>
                  <a:gd name="connsiteY7-1996" fmla="*/ 150018 h 1343025"/>
                  <a:gd name="connsiteX8-1997" fmla="*/ 1014412 w 1343025"/>
                  <a:gd name="connsiteY8-1998" fmla="*/ 295275 h 1343025"/>
                  <a:gd name="connsiteX9-1999" fmla="*/ 1119187 w 1343025"/>
                  <a:gd name="connsiteY9-2000" fmla="*/ 431006 h 1343025"/>
                  <a:gd name="connsiteX10-2001" fmla="*/ 1281112 w 1343025"/>
                  <a:gd name="connsiteY10-2002" fmla="*/ 373856 h 1343025"/>
                  <a:gd name="connsiteX11-2003" fmla="*/ 1343025 w 1343025"/>
                  <a:gd name="connsiteY11-2004" fmla="*/ 602456 h 1343025"/>
                  <a:gd name="connsiteX12-2005" fmla="*/ 1173956 w 1343025"/>
                  <a:gd name="connsiteY12-2006" fmla="*/ 645318 h 1343025"/>
                  <a:gd name="connsiteX13-2007" fmla="*/ 1157287 w 1343025"/>
                  <a:gd name="connsiteY13-2008" fmla="*/ 812006 h 1343025"/>
                  <a:gd name="connsiteX14-2009" fmla="*/ 1307306 w 1343025"/>
                  <a:gd name="connsiteY14-2010" fmla="*/ 892968 h 1343025"/>
                  <a:gd name="connsiteX15-2011" fmla="*/ 1193006 w 1343025"/>
                  <a:gd name="connsiteY15-2012" fmla="*/ 1097756 h 1343025"/>
                  <a:gd name="connsiteX16-2013" fmla="*/ 1040606 w 1343025"/>
                  <a:gd name="connsiteY16-2014" fmla="*/ 1009650 h 1343025"/>
                  <a:gd name="connsiteX17-2015" fmla="*/ 919162 w 1343025"/>
                  <a:gd name="connsiteY17-2016" fmla="*/ 1112043 h 1343025"/>
                  <a:gd name="connsiteX18-2017" fmla="*/ 973931 w 1343025"/>
                  <a:gd name="connsiteY18-2018" fmla="*/ 1276350 h 1343025"/>
                  <a:gd name="connsiteX19-2019" fmla="*/ 745331 w 1343025"/>
                  <a:gd name="connsiteY19-2020" fmla="*/ 1343025 h 1343025"/>
                  <a:gd name="connsiteX20-2021" fmla="*/ 695325 w 1343025"/>
                  <a:gd name="connsiteY20-2022" fmla="*/ 1171575 h 1343025"/>
                  <a:gd name="connsiteX21-2023" fmla="*/ 535781 w 1343025"/>
                  <a:gd name="connsiteY21-2024" fmla="*/ 1157287 h 1343025"/>
                  <a:gd name="connsiteX22-2025" fmla="*/ 452437 w 1343025"/>
                  <a:gd name="connsiteY22-2026" fmla="*/ 1304925 h 1343025"/>
                  <a:gd name="connsiteX23-2027" fmla="*/ 245268 w 1343025"/>
                  <a:gd name="connsiteY23-2028" fmla="*/ 1193006 h 1343025"/>
                  <a:gd name="connsiteX24-2029" fmla="*/ 333375 w 1343025"/>
                  <a:gd name="connsiteY24-2030" fmla="*/ 1042987 h 1343025"/>
                  <a:gd name="connsiteX25-2031" fmla="*/ 226218 w 1343025"/>
                  <a:gd name="connsiteY25-2032" fmla="*/ 909637 h 1343025"/>
                  <a:gd name="connsiteX26-2033" fmla="*/ 59531 w 1343025"/>
                  <a:gd name="connsiteY26-2034" fmla="*/ 964406 h 1343025"/>
                  <a:gd name="connsiteX27-2035" fmla="*/ 0 w 1343025"/>
                  <a:gd name="connsiteY27-2036" fmla="*/ 733425 h 1343025"/>
                  <a:gd name="connsiteX28-2037" fmla="*/ 166687 w 1343025"/>
                  <a:gd name="connsiteY28-2038" fmla="*/ 690562 h 1343025"/>
                  <a:gd name="connsiteX29-2039" fmla="*/ 190500 w 1343025"/>
                  <a:gd name="connsiteY29-2040" fmla="*/ 521493 h 1343025"/>
                  <a:gd name="connsiteX30-2041" fmla="*/ 35718 w 1343025"/>
                  <a:gd name="connsiteY30-2042" fmla="*/ 440531 h 1343025"/>
                  <a:gd name="connsiteX31-2043" fmla="*/ 154781 w 1343025"/>
                  <a:gd name="connsiteY31-2044" fmla="*/ 242887 h 1343025"/>
                  <a:gd name="connsiteX32-2045" fmla="*/ 297656 w 1343025"/>
                  <a:gd name="connsiteY32-2046" fmla="*/ 330993 h 1343025"/>
                  <a:gd name="connsiteX0-2047" fmla="*/ 297656 w 1343025"/>
                  <a:gd name="connsiteY0-2048" fmla="*/ 330993 h 1343025"/>
                  <a:gd name="connsiteX1-2049" fmla="*/ 431006 w 1343025"/>
                  <a:gd name="connsiteY1-2050" fmla="*/ 226218 h 1343025"/>
                  <a:gd name="connsiteX2-2051" fmla="*/ 378618 w 1343025"/>
                  <a:gd name="connsiteY2-2052" fmla="*/ 61912 h 1343025"/>
                  <a:gd name="connsiteX3-2053" fmla="*/ 602456 w 1343025"/>
                  <a:gd name="connsiteY3-2054" fmla="*/ 0 h 1343025"/>
                  <a:gd name="connsiteX4-2055" fmla="*/ 652462 w 1343025"/>
                  <a:gd name="connsiteY4-2056" fmla="*/ 171450 h 1343025"/>
                  <a:gd name="connsiteX5-2057" fmla="*/ 816768 w 1343025"/>
                  <a:gd name="connsiteY5-2058" fmla="*/ 185737 h 1343025"/>
                  <a:gd name="connsiteX6-2059" fmla="*/ 900112 w 1343025"/>
                  <a:gd name="connsiteY6-2060" fmla="*/ 40481 h 1343025"/>
                  <a:gd name="connsiteX7-2061" fmla="*/ 1104900 w 1343025"/>
                  <a:gd name="connsiteY7-2062" fmla="*/ 150018 h 1343025"/>
                  <a:gd name="connsiteX8-2063" fmla="*/ 1014412 w 1343025"/>
                  <a:gd name="connsiteY8-2064" fmla="*/ 295275 h 1343025"/>
                  <a:gd name="connsiteX9-2065" fmla="*/ 1119187 w 1343025"/>
                  <a:gd name="connsiteY9-2066" fmla="*/ 431006 h 1343025"/>
                  <a:gd name="connsiteX10-2067" fmla="*/ 1281112 w 1343025"/>
                  <a:gd name="connsiteY10-2068" fmla="*/ 373856 h 1343025"/>
                  <a:gd name="connsiteX11-2069" fmla="*/ 1343025 w 1343025"/>
                  <a:gd name="connsiteY11-2070" fmla="*/ 602456 h 1343025"/>
                  <a:gd name="connsiteX12-2071" fmla="*/ 1173956 w 1343025"/>
                  <a:gd name="connsiteY12-2072" fmla="*/ 645318 h 1343025"/>
                  <a:gd name="connsiteX13-2073" fmla="*/ 1157287 w 1343025"/>
                  <a:gd name="connsiteY13-2074" fmla="*/ 812006 h 1343025"/>
                  <a:gd name="connsiteX14-2075" fmla="*/ 1307306 w 1343025"/>
                  <a:gd name="connsiteY14-2076" fmla="*/ 892968 h 1343025"/>
                  <a:gd name="connsiteX15-2077" fmla="*/ 1193006 w 1343025"/>
                  <a:gd name="connsiteY15-2078" fmla="*/ 1097756 h 1343025"/>
                  <a:gd name="connsiteX16-2079" fmla="*/ 1040606 w 1343025"/>
                  <a:gd name="connsiteY16-2080" fmla="*/ 1009650 h 1343025"/>
                  <a:gd name="connsiteX17-2081" fmla="*/ 919162 w 1343025"/>
                  <a:gd name="connsiteY17-2082" fmla="*/ 1112043 h 1343025"/>
                  <a:gd name="connsiteX18-2083" fmla="*/ 973931 w 1343025"/>
                  <a:gd name="connsiteY18-2084" fmla="*/ 1276350 h 1343025"/>
                  <a:gd name="connsiteX19-2085" fmla="*/ 745331 w 1343025"/>
                  <a:gd name="connsiteY19-2086" fmla="*/ 1343025 h 1343025"/>
                  <a:gd name="connsiteX20-2087" fmla="*/ 695325 w 1343025"/>
                  <a:gd name="connsiteY20-2088" fmla="*/ 1171575 h 1343025"/>
                  <a:gd name="connsiteX21-2089" fmla="*/ 535781 w 1343025"/>
                  <a:gd name="connsiteY21-2090" fmla="*/ 1157287 h 1343025"/>
                  <a:gd name="connsiteX22-2091" fmla="*/ 452437 w 1343025"/>
                  <a:gd name="connsiteY22-2092" fmla="*/ 1304925 h 1343025"/>
                  <a:gd name="connsiteX23-2093" fmla="*/ 245268 w 1343025"/>
                  <a:gd name="connsiteY23-2094" fmla="*/ 1193006 h 1343025"/>
                  <a:gd name="connsiteX24-2095" fmla="*/ 333375 w 1343025"/>
                  <a:gd name="connsiteY24-2096" fmla="*/ 1042987 h 1343025"/>
                  <a:gd name="connsiteX25-2097" fmla="*/ 226218 w 1343025"/>
                  <a:gd name="connsiteY25-2098" fmla="*/ 909637 h 1343025"/>
                  <a:gd name="connsiteX26-2099" fmla="*/ 59531 w 1343025"/>
                  <a:gd name="connsiteY26-2100" fmla="*/ 964406 h 1343025"/>
                  <a:gd name="connsiteX27-2101" fmla="*/ 0 w 1343025"/>
                  <a:gd name="connsiteY27-2102" fmla="*/ 733425 h 1343025"/>
                  <a:gd name="connsiteX28-2103" fmla="*/ 166687 w 1343025"/>
                  <a:gd name="connsiteY28-2104" fmla="*/ 690562 h 1343025"/>
                  <a:gd name="connsiteX29-2105" fmla="*/ 190500 w 1343025"/>
                  <a:gd name="connsiteY29-2106" fmla="*/ 521493 h 1343025"/>
                  <a:gd name="connsiteX30-2107" fmla="*/ 35718 w 1343025"/>
                  <a:gd name="connsiteY30-2108" fmla="*/ 440531 h 1343025"/>
                  <a:gd name="connsiteX31-2109" fmla="*/ 154781 w 1343025"/>
                  <a:gd name="connsiteY31-2110" fmla="*/ 242887 h 1343025"/>
                  <a:gd name="connsiteX32-2111" fmla="*/ 297656 w 1343025"/>
                  <a:gd name="connsiteY32-2112" fmla="*/ 330993 h 1343025"/>
                  <a:gd name="connsiteX0-2113" fmla="*/ 297656 w 1343025"/>
                  <a:gd name="connsiteY0-2114" fmla="*/ 330993 h 1343025"/>
                  <a:gd name="connsiteX1-2115" fmla="*/ 431006 w 1343025"/>
                  <a:gd name="connsiteY1-2116" fmla="*/ 226218 h 1343025"/>
                  <a:gd name="connsiteX2-2117" fmla="*/ 378618 w 1343025"/>
                  <a:gd name="connsiteY2-2118" fmla="*/ 61912 h 1343025"/>
                  <a:gd name="connsiteX3-2119" fmla="*/ 602456 w 1343025"/>
                  <a:gd name="connsiteY3-2120" fmla="*/ 0 h 1343025"/>
                  <a:gd name="connsiteX4-2121" fmla="*/ 652462 w 1343025"/>
                  <a:gd name="connsiteY4-2122" fmla="*/ 171450 h 1343025"/>
                  <a:gd name="connsiteX5-2123" fmla="*/ 816768 w 1343025"/>
                  <a:gd name="connsiteY5-2124" fmla="*/ 185737 h 1343025"/>
                  <a:gd name="connsiteX6-2125" fmla="*/ 900112 w 1343025"/>
                  <a:gd name="connsiteY6-2126" fmla="*/ 40481 h 1343025"/>
                  <a:gd name="connsiteX7-2127" fmla="*/ 1104900 w 1343025"/>
                  <a:gd name="connsiteY7-2128" fmla="*/ 150018 h 1343025"/>
                  <a:gd name="connsiteX8-2129" fmla="*/ 1014412 w 1343025"/>
                  <a:gd name="connsiteY8-2130" fmla="*/ 295275 h 1343025"/>
                  <a:gd name="connsiteX9-2131" fmla="*/ 1119187 w 1343025"/>
                  <a:gd name="connsiteY9-2132" fmla="*/ 431006 h 1343025"/>
                  <a:gd name="connsiteX10-2133" fmla="*/ 1281112 w 1343025"/>
                  <a:gd name="connsiteY10-2134" fmla="*/ 373856 h 1343025"/>
                  <a:gd name="connsiteX11-2135" fmla="*/ 1343025 w 1343025"/>
                  <a:gd name="connsiteY11-2136" fmla="*/ 602456 h 1343025"/>
                  <a:gd name="connsiteX12-2137" fmla="*/ 1173956 w 1343025"/>
                  <a:gd name="connsiteY12-2138" fmla="*/ 645318 h 1343025"/>
                  <a:gd name="connsiteX13-2139" fmla="*/ 1157287 w 1343025"/>
                  <a:gd name="connsiteY13-2140" fmla="*/ 812006 h 1343025"/>
                  <a:gd name="connsiteX14-2141" fmla="*/ 1307306 w 1343025"/>
                  <a:gd name="connsiteY14-2142" fmla="*/ 892968 h 1343025"/>
                  <a:gd name="connsiteX15-2143" fmla="*/ 1193006 w 1343025"/>
                  <a:gd name="connsiteY15-2144" fmla="*/ 1097756 h 1343025"/>
                  <a:gd name="connsiteX16-2145" fmla="*/ 1040606 w 1343025"/>
                  <a:gd name="connsiteY16-2146" fmla="*/ 1009650 h 1343025"/>
                  <a:gd name="connsiteX17-2147" fmla="*/ 919162 w 1343025"/>
                  <a:gd name="connsiteY17-2148" fmla="*/ 1112043 h 1343025"/>
                  <a:gd name="connsiteX18-2149" fmla="*/ 973931 w 1343025"/>
                  <a:gd name="connsiteY18-2150" fmla="*/ 1276350 h 1343025"/>
                  <a:gd name="connsiteX19-2151" fmla="*/ 745331 w 1343025"/>
                  <a:gd name="connsiteY19-2152" fmla="*/ 1343025 h 1343025"/>
                  <a:gd name="connsiteX20-2153" fmla="*/ 695325 w 1343025"/>
                  <a:gd name="connsiteY20-2154" fmla="*/ 1171575 h 1343025"/>
                  <a:gd name="connsiteX21-2155" fmla="*/ 535781 w 1343025"/>
                  <a:gd name="connsiteY21-2156" fmla="*/ 1157287 h 1343025"/>
                  <a:gd name="connsiteX22-2157" fmla="*/ 452437 w 1343025"/>
                  <a:gd name="connsiteY22-2158" fmla="*/ 1304925 h 1343025"/>
                  <a:gd name="connsiteX23-2159" fmla="*/ 245268 w 1343025"/>
                  <a:gd name="connsiteY23-2160" fmla="*/ 1193006 h 1343025"/>
                  <a:gd name="connsiteX24-2161" fmla="*/ 333375 w 1343025"/>
                  <a:gd name="connsiteY24-2162" fmla="*/ 1042987 h 1343025"/>
                  <a:gd name="connsiteX25-2163" fmla="*/ 226218 w 1343025"/>
                  <a:gd name="connsiteY25-2164" fmla="*/ 909637 h 1343025"/>
                  <a:gd name="connsiteX26-2165" fmla="*/ 59531 w 1343025"/>
                  <a:gd name="connsiteY26-2166" fmla="*/ 964406 h 1343025"/>
                  <a:gd name="connsiteX27-2167" fmla="*/ 0 w 1343025"/>
                  <a:gd name="connsiteY27-2168" fmla="*/ 733425 h 1343025"/>
                  <a:gd name="connsiteX28-2169" fmla="*/ 166687 w 1343025"/>
                  <a:gd name="connsiteY28-2170" fmla="*/ 690562 h 1343025"/>
                  <a:gd name="connsiteX29-2171" fmla="*/ 190500 w 1343025"/>
                  <a:gd name="connsiteY29-2172" fmla="*/ 521493 h 1343025"/>
                  <a:gd name="connsiteX30-2173" fmla="*/ 35718 w 1343025"/>
                  <a:gd name="connsiteY30-2174" fmla="*/ 440531 h 1343025"/>
                  <a:gd name="connsiteX31-2175" fmla="*/ 154781 w 1343025"/>
                  <a:gd name="connsiteY31-2176" fmla="*/ 242887 h 1343025"/>
                  <a:gd name="connsiteX32-2177" fmla="*/ 297656 w 1343025"/>
                  <a:gd name="connsiteY32-2178" fmla="*/ 330993 h 1343025"/>
                  <a:gd name="connsiteX0-2179" fmla="*/ 297656 w 1343025"/>
                  <a:gd name="connsiteY0-2180" fmla="*/ 330993 h 1343025"/>
                  <a:gd name="connsiteX1-2181" fmla="*/ 431006 w 1343025"/>
                  <a:gd name="connsiteY1-2182" fmla="*/ 226218 h 1343025"/>
                  <a:gd name="connsiteX2-2183" fmla="*/ 378618 w 1343025"/>
                  <a:gd name="connsiteY2-2184" fmla="*/ 61912 h 1343025"/>
                  <a:gd name="connsiteX3-2185" fmla="*/ 602456 w 1343025"/>
                  <a:gd name="connsiteY3-2186" fmla="*/ 0 h 1343025"/>
                  <a:gd name="connsiteX4-2187" fmla="*/ 652462 w 1343025"/>
                  <a:gd name="connsiteY4-2188" fmla="*/ 171450 h 1343025"/>
                  <a:gd name="connsiteX5-2189" fmla="*/ 816768 w 1343025"/>
                  <a:gd name="connsiteY5-2190" fmla="*/ 185737 h 1343025"/>
                  <a:gd name="connsiteX6-2191" fmla="*/ 900112 w 1343025"/>
                  <a:gd name="connsiteY6-2192" fmla="*/ 40481 h 1343025"/>
                  <a:gd name="connsiteX7-2193" fmla="*/ 1104900 w 1343025"/>
                  <a:gd name="connsiteY7-2194" fmla="*/ 150018 h 1343025"/>
                  <a:gd name="connsiteX8-2195" fmla="*/ 1014412 w 1343025"/>
                  <a:gd name="connsiteY8-2196" fmla="*/ 295275 h 1343025"/>
                  <a:gd name="connsiteX9-2197" fmla="*/ 1119187 w 1343025"/>
                  <a:gd name="connsiteY9-2198" fmla="*/ 431006 h 1343025"/>
                  <a:gd name="connsiteX10-2199" fmla="*/ 1281112 w 1343025"/>
                  <a:gd name="connsiteY10-2200" fmla="*/ 373856 h 1343025"/>
                  <a:gd name="connsiteX11-2201" fmla="*/ 1343025 w 1343025"/>
                  <a:gd name="connsiteY11-2202" fmla="*/ 602456 h 1343025"/>
                  <a:gd name="connsiteX12-2203" fmla="*/ 1173956 w 1343025"/>
                  <a:gd name="connsiteY12-2204" fmla="*/ 645318 h 1343025"/>
                  <a:gd name="connsiteX13-2205" fmla="*/ 1157287 w 1343025"/>
                  <a:gd name="connsiteY13-2206" fmla="*/ 812006 h 1343025"/>
                  <a:gd name="connsiteX14-2207" fmla="*/ 1307306 w 1343025"/>
                  <a:gd name="connsiteY14-2208" fmla="*/ 892968 h 1343025"/>
                  <a:gd name="connsiteX15-2209" fmla="*/ 1193006 w 1343025"/>
                  <a:gd name="connsiteY15-2210" fmla="*/ 1097756 h 1343025"/>
                  <a:gd name="connsiteX16-2211" fmla="*/ 1040606 w 1343025"/>
                  <a:gd name="connsiteY16-2212" fmla="*/ 1009650 h 1343025"/>
                  <a:gd name="connsiteX17-2213" fmla="*/ 919162 w 1343025"/>
                  <a:gd name="connsiteY17-2214" fmla="*/ 1112043 h 1343025"/>
                  <a:gd name="connsiteX18-2215" fmla="*/ 973931 w 1343025"/>
                  <a:gd name="connsiteY18-2216" fmla="*/ 1276350 h 1343025"/>
                  <a:gd name="connsiteX19-2217" fmla="*/ 745331 w 1343025"/>
                  <a:gd name="connsiteY19-2218" fmla="*/ 1343025 h 1343025"/>
                  <a:gd name="connsiteX20-2219" fmla="*/ 695325 w 1343025"/>
                  <a:gd name="connsiteY20-2220" fmla="*/ 1171575 h 1343025"/>
                  <a:gd name="connsiteX21-2221" fmla="*/ 535781 w 1343025"/>
                  <a:gd name="connsiteY21-2222" fmla="*/ 1157287 h 1343025"/>
                  <a:gd name="connsiteX22-2223" fmla="*/ 452437 w 1343025"/>
                  <a:gd name="connsiteY22-2224" fmla="*/ 1304925 h 1343025"/>
                  <a:gd name="connsiteX23-2225" fmla="*/ 245268 w 1343025"/>
                  <a:gd name="connsiteY23-2226" fmla="*/ 1193006 h 1343025"/>
                  <a:gd name="connsiteX24-2227" fmla="*/ 333375 w 1343025"/>
                  <a:gd name="connsiteY24-2228" fmla="*/ 1042987 h 1343025"/>
                  <a:gd name="connsiteX25-2229" fmla="*/ 226218 w 1343025"/>
                  <a:gd name="connsiteY25-2230" fmla="*/ 909637 h 1343025"/>
                  <a:gd name="connsiteX26-2231" fmla="*/ 59531 w 1343025"/>
                  <a:gd name="connsiteY26-2232" fmla="*/ 964406 h 1343025"/>
                  <a:gd name="connsiteX27-2233" fmla="*/ 0 w 1343025"/>
                  <a:gd name="connsiteY27-2234" fmla="*/ 733425 h 1343025"/>
                  <a:gd name="connsiteX28-2235" fmla="*/ 166687 w 1343025"/>
                  <a:gd name="connsiteY28-2236" fmla="*/ 690562 h 1343025"/>
                  <a:gd name="connsiteX29-2237" fmla="*/ 190500 w 1343025"/>
                  <a:gd name="connsiteY29-2238" fmla="*/ 521493 h 1343025"/>
                  <a:gd name="connsiteX30-2239" fmla="*/ 35718 w 1343025"/>
                  <a:gd name="connsiteY30-2240" fmla="*/ 440531 h 1343025"/>
                  <a:gd name="connsiteX31-2241" fmla="*/ 154781 w 1343025"/>
                  <a:gd name="connsiteY31-2242" fmla="*/ 242887 h 1343025"/>
                  <a:gd name="connsiteX32-2243" fmla="*/ 297656 w 1343025"/>
                  <a:gd name="connsiteY32-2244" fmla="*/ 330993 h 1343025"/>
                  <a:gd name="connsiteX0-2245" fmla="*/ 297656 w 1343025"/>
                  <a:gd name="connsiteY0-2246" fmla="*/ 330993 h 1343025"/>
                  <a:gd name="connsiteX1-2247" fmla="*/ 431006 w 1343025"/>
                  <a:gd name="connsiteY1-2248" fmla="*/ 226218 h 1343025"/>
                  <a:gd name="connsiteX2-2249" fmla="*/ 378618 w 1343025"/>
                  <a:gd name="connsiteY2-2250" fmla="*/ 61912 h 1343025"/>
                  <a:gd name="connsiteX3-2251" fmla="*/ 602456 w 1343025"/>
                  <a:gd name="connsiteY3-2252" fmla="*/ 0 h 1343025"/>
                  <a:gd name="connsiteX4-2253" fmla="*/ 652462 w 1343025"/>
                  <a:gd name="connsiteY4-2254" fmla="*/ 171450 h 1343025"/>
                  <a:gd name="connsiteX5-2255" fmla="*/ 816768 w 1343025"/>
                  <a:gd name="connsiteY5-2256" fmla="*/ 185737 h 1343025"/>
                  <a:gd name="connsiteX6-2257" fmla="*/ 900112 w 1343025"/>
                  <a:gd name="connsiteY6-2258" fmla="*/ 40481 h 1343025"/>
                  <a:gd name="connsiteX7-2259" fmla="*/ 1104900 w 1343025"/>
                  <a:gd name="connsiteY7-2260" fmla="*/ 150018 h 1343025"/>
                  <a:gd name="connsiteX8-2261" fmla="*/ 1014412 w 1343025"/>
                  <a:gd name="connsiteY8-2262" fmla="*/ 295275 h 1343025"/>
                  <a:gd name="connsiteX9-2263" fmla="*/ 1119187 w 1343025"/>
                  <a:gd name="connsiteY9-2264" fmla="*/ 431006 h 1343025"/>
                  <a:gd name="connsiteX10-2265" fmla="*/ 1281112 w 1343025"/>
                  <a:gd name="connsiteY10-2266" fmla="*/ 373856 h 1343025"/>
                  <a:gd name="connsiteX11-2267" fmla="*/ 1343025 w 1343025"/>
                  <a:gd name="connsiteY11-2268" fmla="*/ 602456 h 1343025"/>
                  <a:gd name="connsiteX12-2269" fmla="*/ 1173956 w 1343025"/>
                  <a:gd name="connsiteY12-2270" fmla="*/ 645318 h 1343025"/>
                  <a:gd name="connsiteX13-2271" fmla="*/ 1157287 w 1343025"/>
                  <a:gd name="connsiteY13-2272" fmla="*/ 812006 h 1343025"/>
                  <a:gd name="connsiteX14-2273" fmla="*/ 1307306 w 1343025"/>
                  <a:gd name="connsiteY14-2274" fmla="*/ 892968 h 1343025"/>
                  <a:gd name="connsiteX15-2275" fmla="*/ 1193006 w 1343025"/>
                  <a:gd name="connsiteY15-2276" fmla="*/ 1097756 h 1343025"/>
                  <a:gd name="connsiteX16-2277" fmla="*/ 1040606 w 1343025"/>
                  <a:gd name="connsiteY16-2278" fmla="*/ 1009650 h 1343025"/>
                  <a:gd name="connsiteX17-2279" fmla="*/ 919162 w 1343025"/>
                  <a:gd name="connsiteY17-2280" fmla="*/ 1112043 h 1343025"/>
                  <a:gd name="connsiteX18-2281" fmla="*/ 973931 w 1343025"/>
                  <a:gd name="connsiteY18-2282" fmla="*/ 1276350 h 1343025"/>
                  <a:gd name="connsiteX19-2283" fmla="*/ 745331 w 1343025"/>
                  <a:gd name="connsiteY19-2284" fmla="*/ 1343025 h 1343025"/>
                  <a:gd name="connsiteX20-2285" fmla="*/ 695325 w 1343025"/>
                  <a:gd name="connsiteY20-2286" fmla="*/ 1171575 h 1343025"/>
                  <a:gd name="connsiteX21-2287" fmla="*/ 535781 w 1343025"/>
                  <a:gd name="connsiteY21-2288" fmla="*/ 1157287 h 1343025"/>
                  <a:gd name="connsiteX22-2289" fmla="*/ 452437 w 1343025"/>
                  <a:gd name="connsiteY22-2290" fmla="*/ 1304925 h 1343025"/>
                  <a:gd name="connsiteX23-2291" fmla="*/ 245268 w 1343025"/>
                  <a:gd name="connsiteY23-2292" fmla="*/ 1193006 h 1343025"/>
                  <a:gd name="connsiteX24-2293" fmla="*/ 333375 w 1343025"/>
                  <a:gd name="connsiteY24-2294" fmla="*/ 1042987 h 1343025"/>
                  <a:gd name="connsiteX25-2295" fmla="*/ 226218 w 1343025"/>
                  <a:gd name="connsiteY25-2296" fmla="*/ 909637 h 1343025"/>
                  <a:gd name="connsiteX26-2297" fmla="*/ 59531 w 1343025"/>
                  <a:gd name="connsiteY26-2298" fmla="*/ 964406 h 1343025"/>
                  <a:gd name="connsiteX27-2299" fmla="*/ 0 w 1343025"/>
                  <a:gd name="connsiteY27-2300" fmla="*/ 733425 h 1343025"/>
                  <a:gd name="connsiteX28-2301" fmla="*/ 166687 w 1343025"/>
                  <a:gd name="connsiteY28-2302" fmla="*/ 690562 h 1343025"/>
                  <a:gd name="connsiteX29-2303" fmla="*/ 190500 w 1343025"/>
                  <a:gd name="connsiteY29-2304" fmla="*/ 521493 h 1343025"/>
                  <a:gd name="connsiteX30-2305" fmla="*/ 35718 w 1343025"/>
                  <a:gd name="connsiteY30-2306" fmla="*/ 440531 h 1343025"/>
                  <a:gd name="connsiteX31-2307" fmla="*/ 154781 w 1343025"/>
                  <a:gd name="connsiteY31-2308" fmla="*/ 242887 h 1343025"/>
                  <a:gd name="connsiteX32-2309" fmla="*/ 297656 w 1343025"/>
                  <a:gd name="connsiteY32-2310" fmla="*/ 330993 h 1343025"/>
                  <a:gd name="connsiteX0-2311" fmla="*/ 297656 w 1343025"/>
                  <a:gd name="connsiteY0-2312" fmla="*/ 330993 h 1343025"/>
                  <a:gd name="connsiteX1-2313" fmla="*/ 431006 w 1343025"/>
                  <a:gd name="connsiteY1-2314" fmla="*/ 226218 h 1343025"/>
                  <a:gd name="connsiteX2-2315" fmla="*/ 378618 w 1343025"/>
                  <a:gd name="connsiteY2-2316" fmla="*/ 61912 h 1343025"/>
                  <a:gd name="connsiteX3-2317" fmla="*/ 602456 w 1343025"/>
                  <a:gd name="connsiteY3-2318" fmla="*/ 0 h 1343025"/>
                  <a:gd name="connsiteX4-2319" fmla="*/ 652462 w 1343025"/>
                  <a:gd name="connsiteY4-2320" fmla="*/ 171450 h 1343025"/>
                  <a:gd name="connsiteX5-2321" fmla="*/ 816768 w 1343025"/>
                  <a:gd name="connsiteY5-2322" fmla="*/ 185737 h 1343025"/>
                  <a:gd name="connsiteX6-2323" fmla="*/ 900112 w 1343025"/>
                  <a:gd name="connsiteY6-2324" fmla="*/ 40481 h 1343025"/>
                  <a:gd name="connsiteX7-2325" fmla="*/ 1104900 w 1343025"/>
                  <a:gd name="connsiteY7-2326" fmla="*/ 150018 h 1343025"/>
                  <a:gd name="connsiteX8-2327" fmla="*/ 1014412 w 1343025"/>
                  <a:gd name="connsiteY8-2328" fmla="*/ 295275 h 1343025"/>
                  <a:gd name="connsiteX9-2329" fmla="*/ 1119187 w 1343025"/>
                  <a:gd name="connsiteY9-2330" fmla="*/ 431006 h 1343025"/>
                  <a:gd name="connsiteX10-2331" fmla="*/ 1281112 w 1343025"/>
                  <a:gd name="connsiteY10-2332" fmla="*/ 373856 h 1343025"/>
                  <a:gd name="connsiteX11-2333" fmla="*/ 1343025 w 1343025"/>
                  <a:gd name="connsiteY11-2334" fmla="*/ 602456 h 1343025"/>
                  <a:gd name="connsiteX12-2335" fmla="*/ 1173956 w 1343025"/>
                  <a:gd name="connsiteY12-2336" fmla="*/ 645318 h 1343025"/>
                  <a:gd name="connsiteX13-2337" fmla="*/ 1157287 w 1343025"/>
                  <a:gd name="connsiteY13-2338" fmla="*/ 812006 h 1343025"/>
                  <a:gd name="connsiteX14-2339" fmla="*/ 1307306 w 1343025"/>
                  <a:gd name="connsiteY14-2340" fmla="*/ 892968 h 1343025"/>
                  <a:gd name="connsiteX15-2341" fmla="*/ 1193006 w 1343025"/>
                  <a:gd name="connsiteY15-2342" fmla="*/ 1097756 h 1343025"/>
                  <a:gd name="connsiteX16-2343" fmla="*/ 1040606 w 1343025"/>
                  <a:gd name="connsiteY16-2344" fmla="*/ 1009650 h 1343025"/>
                  <a:gd name="connsiteX17-2345" fmla="*/ 919162 w 1343025"/>
                  <a:gd name="connsiteY17-2346" fmla="*/ 1112043 h 1343025"/>
                  <a:gd name="connsiteX18-2347" fmla="*/ 973931 w 1343025"/>
                  <a:gd name="connsiteY18-2348" fmla="*/ 1276350 h 1343025"/>
                  <a:gd name="connsiteX19-2349" fmla="*/ 745331 w 1343025"/>
                  <a:gd name="connsiteY19-2350" fmla="*/ 1343025 h 1343025"/>
                  <a:gd name="connsiteX20-2351" fmla="*/ 695325 w 1343025"/>
                  <a:gd name="connsiteY20-2352" fmla="*/ 1171575 h 1343025"/>
                  <a:gd name="connsiteX21-2353" fmla="*/ 535781 w 1343025"/>
                  <a:gd name="connsiteY21-2354" fmla="*/ 1157287 h 1343025"/>
                  <a:gd name="connsiteX22-2355" fmla="*/ 452437 w 1343025"/>
                  <a:gd name="connsiteY22-2356" fmla="*/ 1304925 h 1343025"/>
                  <a:gd name="connsiteX23-2357" fmla="*/ 245268 w 1343025"/>
                  <a:gd name="connsiteY23-2358" fmla="*/ 1193006 h 1343025"/>
                  <a:gd name="connsiteX24-2359" fmla="*/ 333375 w 1343025"/>
                  <a:gd name="connsiteY24-2360" fmla="*/ 1042987 h 1343025"/>
                  <a:gd name="connsiteX25-2361" fmla="*/ 226218 w 1343025"/>
                  <a:gd name="connsiteY25-2362" fmla="*/ 909637 h 1343025"/>
                  <a:gd name="connsiteX26-2363" fmla="*/ 59531 w 1343025"/>
                  <a:gd name="connsiteY26-2364" fmla="*/ 964406 h 1343025"/>
                  <a:gd name="connsiteX27-2365" fmla="*/ 0 w 1343025"/>
                  <a:gd name="connsiteY27-2366" fmla="*/ 733425 h 1343025"/>
                  <a:gd name="connsiteX28-2367" fmla="*/ 166687 w 1343025"/>
                  <a:gd name="connsiteY28-2368" fmla="*/ 690562 h 1343025"/>
                  <a:gd name="connsiteX29-2369" fmla="*/ 190500 w 1343025"/>
                  <a:gd name="connsiteY29-2370" fmla="*/ 521493 h 1343025"/>
                  <a:gd name="connsiteX30-2371" fmla="*/ 35718 w 1343025"/>
                  <a:gd name="connsiteY30-2372" fmla="*/ 440531 h 1343025"/>
                  <a:gd name="connsiteX31-2373" fmla="*/ 154781 w 1343025"/>
                  <a:gd name="connsiteY31-2374" fmla="*/ 242887 h 1343025"/>
                  <a:gd name="connsiteX32-2375" fmla="*/ 297656 w 1343025"/>
                  <a:gd name="connsiteY32-2376" fmla="*/ 330993 h 1343025"/>
                  <a:gd name="connsiteX0-2377" fmla="*/ 297656 w 1343025"/>
                  <a:gd name="connsiteY0-2378" fmla="*/ 330993 h 1343025"/>
                  <a:gd name="connsiteX1-2379" fmla="*/ 431006 w 1343025"/>
                  <a:gd name="connsiteY1-2380" fmla="*/ 226218 h 1343025"/>
                  <a:gd name="connsiteX2-2381" fmla="*/ 378618 w 1343025"/>
                  <a:gd name="connsiteY2-2382" fmla="*/ 61912 h 1343025"/>
                  <a:gd name="connsiteX3-2383" fmla="*/ 602456 w 1343025"/>
                  <a:gd name="connsiteY3-2384" fmla="*/ 0 h 1343025"/>
                  <a:gd name="connsiteX4-2385" fmla="*/ 652462 w 1343025"/>
                  <a:gd name="connsiteY4-2386" fmla="*/ 171450 h 1343025"/>
                  <a:gd name="connsiteX5-2387" fmla="*/ 816768 w 1343025"/>
                  <a:gd name="connsiteY5-2388" fmla="*/ 185737 h 1343025"/>
                  <a:gd name="connsiteX6-2389" fmla="*/ 900112 w 1343025"/>
                  <a:gd name="connsiteY6-2390" fmla="*/ 40481 h 1343025"/>
                  <a:gd name="connsiteX7-2391" fmla="*/ 1104900 w 1343025"/>
                  <a:gd name="connsiteY7-2392" fmla="*/ 150018 h 1343025"/>
                  <a:gd name="connsiteX8-2393" fmla="*/ 1014412 w 1343025"/>
                  <a:gd name="connsiteY8-2394" fmla="*/ 295275 h 1343025"/>
                  <a:gd name="connsiteX9-2395" fmla="*/ 1119187 w 1343025"/>
                  <a:gd name="connsiteY9-2396" fmla="*/ 431006 h 1343025"/>
                  <a:gd name="connsiteX10-2397" fmla="*/ 1281112 w 1343025"/>
                  <a:gd name="connsiteY10-2398" fmla="*/ 373856 h 1343025"/>
                  <a:gd name="connsiteX11-2399" fmla="*/ 1343025 w 1343025"/>
                  <a:gd name="connsiteY11-2400" fmla="*/ 602456 h 1343025"/>
                  <a:gd name="connsiteX12-2401" fmla="*/ 1173956 w 1343025"/>
                  <a:gd name="connsiteY12-2402" fmla="*/ 645318 h 1343025"/>
                  <a:gd name="connsiteX13-2403" fmla="*/ 1157287 w 1343025"/>
                  <a:gd name="connsiteY13-2404" fmla="*/ 812006 h 1343025"/>
                  <a:gd name="connsiteX14-2405" fmla="*/ 1307306 w 1343025"/>
                  <a:gd name="connsiteY14-2406" fmla="*/ 892968 h 1343025"/>
                  <a:gd name="connsiteX15-2407" fmla="*/ 1193006 w 1343025"/>
                  <a:gd name="connsiteY15-2408" fmla="*/ 1097756 h 1343025"/>
                  <a:gd name="connsiteX16-2409" fmla="*/ 1040606 w 1343025"/>
                  <a:gd name="connsiteY16-2410" fmla="*/ 1009650 h 1343025"/>
                  <a:gd name="connsiteX17-2411" fmla="*/ 919162 w 1343025"/>
                  <a:gd name="connsiteY17-2412" fmla="*/ 1112043 h 1343025"/>
                  <a:gd name="connsiteX18-2413" fmla="*/ 973931 w 1343025"/>
                  <a:gd name="connsiteY18-2414" fmla="*/ 1276350 h 1343025"/>
                  <a:gd name="connsiteX19-2415" fmla="*/ 745331 w 1343025"/>
                  <a:gd name="connsiteY19-2416" fmla="*/ 1343025 h 1343025"/>
                  <a:gd name="connsiteX20-2417" fmla="*/ 695325 w 1343025"/>
                  <a:gd name="connsiteY20-2418" fmla="*/ 1171575 h 1343025"/>
                  <a:gd name="connsiteX21-2419" fmla="*/ 535781 w 1343025"/>
                  <a:gd name="connsiteY21-2420" fmla="*/ 1157287 h 1343025"/>
                  <a:gd name="connsiteX22-2421" fmla="*/ 452437 w 1343025"/>
                  <a:gd name="connsiteY22-2422" fmla="*/ 1304925 h 1343025"/>
                  <a:gd name="connsiteX23-2423" fmla="*/ 245268 w 1343025"/>
                  <a:gd name="connsiteY23-2424" fmla="*/ 1193006 h 1343025"/>
                  <a:gd name="connsiteX24-2425" fmla="*/ 333375 w 1343025"/>
                  <a:gd name="connsiteY24-2426" fmla="*/ 1042987 h 1343025"/>
                  <a:gd name="connsiteX25-2427" fmla="*/ 226218 w 1343025"/>
                  <a:gd name="connsiteY25-2428" fmla="*/ 909637 h 1343025"/>
                  <a:gd name="connsiteX26-2429" fmla="*/ 59531 w 1343025"/>
                  <a:gd name="connsiteY26-2430" fmla="*/ 964406 h 1343025"/>
                  <a:gd name="connsiteX27-2431" fmla="*/ 0 w 1343025"/>
                  <a:gd name="connsiteY27-2432" fmla="*/ 733425 h 1343025"/>
                  <a:gd name="connsiteX28-2433" fmla="*/ 166687 w 1343025"/>
                  <a:gd name="connsiteY28-2434" fmla="*/ 690562 h 1343025"/>
                  <a:gd name="connsiteX29-2435" fmla="*/ 190500 w 1343025"/>
                  <a:gd name="connsiteY29-2436" fmla="*/ 521493 h 1343025"/>
                  <a:gd name="connsiteX30-2437" fmla="*/ 35718 w 1343025"/>
                  <a:gd name="connsiteY30-2438" fmla="*/ 440531 h 1343025"/>
                  <a:gd name="connsiteX31-2439" fmla="*/ 154781 w 1343025"/>
                  <a:gd name="connsiteY31-2440" fmla="*/ 242887 h 1343025"/>
                  <a:gd name="connsiteX32-2441" fmla="*/ 297656 w 1343025"/>
                  <a:gd name="connsiteY32-2442" fmla="*/ 330993 h 1343025"/>
                  <a:gd name="connsiteX0-2443" fmla="*/ 297656 w 1343025"/>
                  <a:gd name="connsiteY0-2444" fmla="*/ 330993 h 1343025"/>
                  <a:gd name="connsiteX1-2445" fmla="*/ 431006 w 1343025"/>
                  <a:gd name="connsiteY1-2446" fmla="*/ 226218 h 1343025"/>
                  <a:gd name="connsiteX2-2447" fmla="*/ 378618 w 1343025"/>
                  <a:gd name="connsiteY2-2448" fmla="*/ 61912 h 1343025"/>
                  <a:gd name="connsiteX3-2449" fmla="*/ 602456 w 1343025"/>
                  <a:gd name="connsiteY3-2450" fmla="*/ 0 h 1343025"/>
                  <a:gd name="connsiteX4-2451" fmla="*/ 652462 w 1343025"/>
                  <a:gd name="connsiteY4-2452" fmla="*/ 171450 h 1343025"/>
                  <a:gd name="connsiteX5-2453" fmla="*/ 816768 w 1343025"/>
                  <a:gd name="connsiteY5-2454" fmla="*/ 185737 h 1343025"/>
                  <a:gd name="connsiteX6-2455" fmla="*/ 900112 w 1343025"/>
                  <a:gd name="connsiteY6-2456" fmla="*/ 40481 h 1343025"/>
                  <a:gd name="connsiteX7-2457" fmla="*/ 1104900 w 1343025"/>
                  <a:gd name="connsiteY7-2458" fmla="*/ 150018 h 1343025"/>
                  <a:gd name="connsiteX8-2459" fmla="*/ 1012031 w 1343025"/>
                  <a:gd name="connsiteY8-2460" fmla="*/ 297656 h 1343025"/>
                  <a:gd name="connsiteX9-2461" fmla="*/ 1119187 w 1343025"/>
                  <a:gd name="connsiteY9-2462" fmla="*/ 431006 h 1343025"/>
                  <a:gd name="connsiteX10-2463" fmla="*/ 1281112 w 1343025"/>
                  <a:gd name="connsiteY10-2464" fmla="*/ 373856 h 1343025"/>
                  <a:gd name="connsiteX11-2465" fmla="*/ 1343025 w 1343025"/>
                  <a:gd name="connsiteY11-2466" fmla="*/ 602456 h 1343025"/>
                  <a:gd name="connsiteX12-2467" fmla="*/ 1173956 w 1343025"/>
                  <a:gd name="connsiteY12-2468" fmla="*/ 645318 h 1343025"/>
                  <a:gd name="connsiteX13-2469" fmla="*/ 1157287 w 1343025"/>
                  <a:gd name="connsiteY13-2470" fmla="*/ 812006 h 1343025"/>
                  <a:gd name="connsiteX14-2471" fmla="*/ 1307306 w 1343025"/>
                  <a:gd name="connsiteY14-2472" fmla="*/ 892968 h 1343025"/>
                  <a:gd name="connsiteX15-2473" fmla="*/ 1193006 w 1343025"/>
                  <a:gd name="connsiteY15-2474" fmla="*/ 1097756 h 1343025"/>
                  <a:gd name="connsiteX16-2475" fmla="*/ 1040606 w 1343025"/>
                  <a:gd name="connsiteY16-2476" fmla="*/ 1009650 h 1343025"/>
                  <a:gd name="connsiteX17-2477" fmla="*/ 919162 w 1343025"/>
                  <a:gd name="connsiteY17-2478" fmla="*/ 1112043 h 1343025"/>
                  <a:gd name="connsiteX18-2479" fmla="*/ 973931 w 1343025"/>
                  <a:gd name="connsiteY18-2480" fmla="*/ 1276350 h 1343025"/>
                  <a:gd name="connsiteX19-2481" fmla="*/ 745331 w 1343025"/>
                  <a:gd name="connsiteY19-2482" fmla="*/ 1343025 h 1343025"/>
                  <a:gd name="connsiteX20-2483" fmla="*/ 695325 w 1343025"/>
                  <a:gd name="connsiteY20-2484" fmla="*/ 1171575 h 1343025"/>
                  <a:gd name="connsiteX21-2485" fmla="*/ 535781 w 1343025"/>
                  <a:gd name="connsiteY21-2486" fmla="*/ 1157287 h 1343025"/>
                  <a:gd name="connsiteX22-2487" fmla="*/ 452437 w 1343025"/>
                  <a:gd name="connsiteY22-2488" fmla="*/ 1304925 h 1343025"/>
                  <a:gd name="connsiteX23-2489" fmla="*/ 245268 w 1343025"/>
                  <a:gd name="connsiteY23-2490" fmla="*/ 1193006 h 1343025"/>
                  <a:gd name="connsiteX24-2491" fmla="*/ 333375 w 1343025"/>
                  <a:gd name="connsiteY24-2492" fmla="*/ 1042987 h 1343025"/>
                  <a:gd name="connsiteX25-2493" fmla="*/ 226218 w 1343025"/>
                  <a:gd name="connsiteY25-2494" fmla="*/ 909637 h 1343025"/>
                  <a:gd name="connsiteX26-2495" fmla="*/ 59531 w 1343025"/>
                  <a:gd name="connsiteY26-2496" fmla="*/ 964406 h 1343025"/>
                  <a:gd name="connsiteX27-2497" fmla="*/ 0 w 1343025"/>
                  <a:gd name="connsiteY27-2498" fmla="*/ 733425 h 1343025"/>
                  <a:gd name="connsiteX28-2499" fmla="*/ 166687 w 1343025"/>
                  <a:gd name="connsiteY28-2500" fmla="*/ 690562 h 1343025"/>
                  <a:gd name="connsiteX29-2501" fmla="*/ 190500 w 1343025"/>
                  <a:gd name="connsiteY29-2502" fmla="*/ 521493 h 1343025"/>
                  <a:gd name="connsiteX30-2503" fmla="*/ 35718 w 1343025"/>
                  <a:gd name="connsiteY30-2504" fmla="*/ 440531 h 1343025"/>
                  <a:gd name="connsiteX31-2505" fmla="*/ 154781 w 1343025"/>
                  <a:gd name="connsiteY31-2506" fmla="*/ 242887 h 1343025"/>
                  <a:gd name="connsiteX32-2507" fmla="*/ 297656 w 1343025"/>
                  <a:gd name="connsiteY32-2508" fmla="*/ 330993 h 1343025"/>
                  <a:gd name="connsiteX0-2509" fmla="*/ 297656 w 1343025"/>
                  <a:gd name="connsiteY0-2510" fmla="*/ 330993 h 1343025"/>
                  <a:gd name="connsiteX1-2511" fmla="*/ 431006 w 1343025"/>
                  <a:gd name="connsiteY1-2512" fmla="*/ 226218 h 1343025"/>
                  <a:gd name="connsiteX2-2513" fmla="*/ 378618 w 1343025"/>
                  <a:gd name="connsiteY2-2514" fmla="*/ 61912 h 1343025"/>
                  <a:gd name="connsiteX3-2515" fmla="*/ 602456 w 1343025"/>
                  <a:gd name="connsiteY3-2516" fmla="*/ 0 h 1343025"/>
                  <a:gd name="connsiteX4-2517" fmla="*/ 652462 w 1343025"/>
                  <a:gd name="connsiteY4-2518" fmla="*/ 171450 h 1343025"/>
                  <a:gd name="connsiteX5-2519" fmla="*/ 816768 w 1343025"/>
                  <a:gd name="connsiteY5-2520" fmla="*/ 185737 h 1343025"/>
                  <a:gd name="connsiteX6-2521" fmla="*/ 900112 w 1343025"/>
                  <a:gd name="connsiteY6-2522" fmla="*/ 40481 h 1343025"/>
                  <a:gd name="connsiteX7-2523" fmla="*/ 1104900 w 1343025"/>
                  <a:gd name="connsiteY7-2524" fmla="*/ 150018 h 1343025"/>
                  <a:gd name="connsiteX8-2525" fmla="*/ 1012031 w 1343025"/>
                  <a:gd name="connsiteY8-2526" fmla="*/ 297656 h 1343025"/>
                  <a:gd name="connsiteX9-2527" fmla="*/ 1119187 w 1343025"/>
                  <a:gd name="connsiteY9-2528" fmla="*/ 431006 h 1343025"/>
                  <a:gd name="connsiteX10-2529" fmla="*/ 1281112 w 1343025"/>
                  <a:gd name="connsiteY10-2530" fmla="*/ 373856 h 1343025"/>
                  <a:gd name="connsiteX11-2531" fmla="*/ 1343025 w 1343025"/>
                  <a:gd name="connsiteY11-2532" fmla="*/ 602456 h 1343025"/>
                  <a:gd name="connsiteX12-2533" fmla="*/ 1173956 w 1343025"/>
                  <a:gd name="connsiteY12-2534" fmla="*/ 645318 h 1343025"/>
                  <a:gd name="connsiteX13-2535" fmla="*/ 1157287 w 1343025"/>
                  <a:gd name="connsiteY13-2536" fmla="*/ 812006 h 1343025"/>
                  <a:gd name="connsiteX14-2537" fmla="*/ 1307306 w 1343025"/>
                  <a:gd name="connsiteY14-2538" fmla="*/ 892968 h 1343025"/>
                  <a:gd name="connsiteX15-2539" fmla="*/ 1193006 w 1343025"/>
                  <a:gd name="connsiteY15-2540" fmla="*/ 1097756 h 1343025"/>
                  <a:gd name="connsiteX16-2541" fmla="*/ 1040606 w 1343025"/>
                  <a:gd name="connsiteY16-2542" fmla="*/ 1009650 h 1343025"/>
                  <a:gd name="connsiteX17-2543" fmla="*/ 919162 w 1343025"/>
                  <a:gd name="connsiteY17-2544" fmla="*/ 1112043 h 1343025"/>
                  <a:gd name="connsiteX18-2545" fmla="*/ 973931 w 1343025"/>
                  <a:gd name="connsiteY18-2546" fmla="*/ 1276350 h 1343025"/>
                  <a:gd name="connsiteX19-2547" fmla="*/ 745331 w 1343025"/>
                  <a:gd name="connsiteY19-2548" fmla="*/ 1343025 h 1343025"/>
                  <a:gd name="connsiteX20-2549" fmla="*/ 695325 w 1343025"/>
                  <a:gd name="connsiteY20-2550" fmla="*/ 1171575 h 1343025"/>
                  <a:gd name="connsiteX21-2551" fmla="*/ 535781 w 1343025"/>
                  <a:gd name="connsiteY21-2552" fmla="*/ 1157287 h 1343025"/>
                  <a:gd name="connsiteX22-2553" fmla="*/ 452437 w 1343025"/>
                  <a:gd name="connsiteY22-2554" fmla="*/ 1304925 h 1343025"/>
                  <a:gd name="connsiteX23-2555" fmla="*/ 245268 w 1343025"/>
                  <a:gd name="connsiteY23-2556" fmla="*/ 1193006 h 1343025"/>
                  <a:gd name="connsiteX24-2557" fmla="*/ 333375 w 1343025"/>
                  <a:gd name="connsiteY24-2558" fmla="*/ 1042987 h 1343025"/>
                  <a:gd name="connsiteX25-2559" fmla="*/ 226218 w 1343025"/>
                  <a:gd name="connsiteY25-2560" fmla="*/ 909637 h 1343025"/>
                  <a:gd name="connsiteX26-2561" fmla="*/ 59531 w 1343025"/>
                  <a:gd name="connsiteY26-2562" fmla="*/ 964406 h 1343025"/>
                  <a:gd name="connsiteX27-2563" fmla="*/ 0 w 1343025"/>
                  <a:gd name="connsiteY27-2564" fmla="*/ 733425 h 1343025"/>
                  <a:gd name="connsiteX28-2565" fmla="*/ 166687 w 1343025"/>
                  <a:gd name="connsiteY28-2566" fmla="*/ 690562 h 1343025"/>
                  <a:gd name="connsiteX29-2567" fmla="*/ 190500 w 1343025"/>
                  <a:gd name="connsiteY29-2568" fmla="*/ 521493 h 1343025"/>
                  <a:gd name="connsiteX30-2569" fmla="*/ 35718 w 1343025"/>
                  <a:gd name="connsiteY30-2570" fmla="*/ 440531 h 1343025"/>
                  <a:gd name="connsiteX31-2571" fmla="*/ 154781 w 1343025"/>
                  <a:gd name="connsiteY31-2572" fmla="*/ 242887 h 1343025"/>
                  <a:gd name="connsiteX32-2573" fmla="*/ 297656 w 1343025"/>
                  <a:gd name="connsiteY32-2574" fmla="*/ 330993 h 1343025"/>
                  <a:gd name="connsiteX0-2575" fmla="*/ 297656 w 1343025"/>
                  <a:gd name="connsiteY0-2576" fmla="*/ 330993 h 1343025"/>
                  <a:gd name="connsiteX1-2577" fmla="*/ 431006 w 1343025"/>
                  <a:gd name="connsiteY1-2578" fmla="*/ 226218 h 1343025"/>
                  <a:gd name="connsiteX2-2579" fmla="*/ 378618 w 1343025"/>
                  <a:gd name="connsiteY2-2580" fmla="*/ 61912 h 1343025"/>
                  <a:gd name="connsiteX3-2581" fmla="*/ 602456 w 1343025"/>
                  <a:gd name="connsiteY3-2582" fmla="*/ 0 h 1343025"/>
                  <a:gd name="connsiteX4-2583" fmla="*/ 652462 w 1343025"/>
                  <a:gd name="connsiteY4-2584" fmla="*/ 171450 h 1343025"/>
                  <a:gd name="connsiteX5-2585" fmla="*/ 816768 w 1343025"/>
                  <a:gd name="connsiteY5-2586" fmla="*/ 185737 h 1343025"/>
                  <a:gd name="connsiteX6-2587" fmla="*/ 900112 w 1343025"/>
                  <a:gd name="connsiteY6-2588" fmla="*/ 40481 h 1343025"/>
                  <a:gd name="connsiteX7-2589" fmla="*/ 1104900 w 1343025"/>
                  <a:gd name="connsiteY7-2590" fmla="*/ 150018 h 1343025"/>
                  <a:gd name="connsiteX8-2591" fmla="*/ 1012031 w 1343025"/>
                  <a:gd name="connsiteY8-2592" fmla="*/ 297656 h 1343025"/>
                  <a:gd name="connsiteX9-2593" fmla="*/ 1119187 w 1343025"/>
                  <a:gd name="connsiteY9-2594" fmla="*/ 431006 h 1343025"/>
                  <a:gd name="connsiteX10-2595" fmla="*/ 1281112 w 1343025"/>
                  <a:gd name="connsiteY10-2596" fmla="*/ 373856 h 1343025"/>
                  <a:gd name="connsiteX11-2597" fmla="*/ 1343025 w 1343025"/>
                  <a:gd name="connsiteY11-2598" fmla="*/ 602456 h 1343025"/>
                  <a:gd name="connsiteX12-2599" fmla="*/ 1173956 w 1343025"/>
                  <a:gd name="connsiteY12-2600" fmla="*/ 645318 h 1343025"/>
                  <a:gd name="connsiteX13-2601" fmla="*/ 1157287 w 1343025"/>
                  <a:gd name="connsiteY13-2602" fmla="*/ 812006 h 1343025"/>
                  <a:gd name="connsiteX14-2603" fmla="*/ 1307306 w 1343025"/>
                  <a:gd name="connsiteY14-2604" fmla="*/ 892968 h 1343025"/>
                  <a:gd name="connsiteX15-2605" fmla="*/ 1193006 w 1343025"/>
                  <a:gd name="connsiteY15-2606" fmla="*/ 1097756 h 1343025"/>
                  <a:gd name="connsiteX16-2607" fmla="*/ 1040606 w 1343025"/>
                  <a:gd name="connsiteY16-2608" fmla="*/ 1009650 h 1343025"/>
                  <a:gd name="connsiteX17-2609" fmla="*/ 919162 w 1343025"/>
                  <a:gd name="connsiteY17-2610" fmla="*/ 1112043 h 1343025"/>
                  <a:gd name="connsiteX18-2611" fmla="*/ 973931 w 1343025"/>
                  <a:gd name="connsiteY18-2612" fmla="*/ 1276350 h 1343025"/>
                  <a:gd name="connsiteX19-2613" fmla="*/ 745331 w 1343025"/>
                  <a:gd name="connsiteY19-2614" fmla="*/ 1343025 h 1343025"/>
                  <a:gd name="connsiteX20-2615" fmla="*/ 695325 w 1343025"/>
                  <a:gd name="connsiteY20-2616" fmla="*/ 1171575 h 1343025"/>
                  <a:gd name="connsiteX21-2617" fmla="*/ 535781 w 1343025"/>
                  <a:gd name="connsiteY21-2618" fmla="*/ 1157287 h 1343025"/>
                  <a:gd name="connsiteX22-2619" fmla="*/ 452437 w 1343025"/>
                  <a:gd name="connsiteY22-2620" fmla="*/ 1304925 h 1343025"/>
                  <a:gd name="connsiteX23-2621" fmla="*/ 245268 w 1343025"/>
                  <a:gd name="connsiteY23-2622" fmla="*/ 1193006 h 1343025"/>
                  <a:gd name="connsiteX24-2623" fmla="*/ 333375 w 1343025"/>
                  <a:gd name="connsiteY24-2624" fmla="*/ 1042987 h 1343025"/>
                  <a:gd name="connsiteX25-2625" fmla="*/ 226218 w 1343025"/>
                  <a:gd name="connsiteY25-2626" fmla="*/ 909637 h 1343025"/>
                  <a:gd name="connsiteX26-2627" fmla="*/ 59531 w 1343025"/>
                  <a:gd name="connsiteY26-2628" fmla="*/ 964406 h 1343025"/>
                  <a:gd name="connsiteX27-2629" fmla="*/ 0 w 1343025"/>
                  <a:gd name="connsiteY27-2630" fmla="*/ 733425 h 1343025"/>
                  <a:gd name="connsiteX28-2631" fmla="*/ 166687 w 1343025"/>
                  <a:gd name="connsiteY28-2632" fmla="*/ 690562 h 1343025"/>
                  <a:gd name="connsiteX29-2633" fmla="*/ 190500 w 1343025"/>
                  <a:gd name="connsiteY29-2634" fmla="*/ 521493 h 1343025"/>
                  <a:gd name="connsiteX30-2635" fmla="*/ 35718 w 1343025"/>
                  <a:gd name="connsiteY30-2636" fmla="*/ 440531 h 1343025"/>
                  <a:gd name="connsiteX31-2637" fmla="*/ 154781 w 1343025"/>
                  <a:gd name="connsiteY31-2638" fmla="*/ 242887 h 1343025"/>
                  <a:gd name="connsiteX32-2639" fmla="*/ 297656 w 1343025"/>
                  <a:gd name="connsiteY32-2640" fmla="*/ 330993 h 1343025"/>
                  <a:gd name="connsiteX0-2641" fmla="*/ 297656 w 1343025"/>
                  <a:gd name="connsiteY0-2642" fmla="*/ 330993 h 1343025"/>
                  <a:gd name="connsiteX1-2643" fmla="*/ 431006 w 1343025"/>
                  <a:gd name="connsiteY1-2644" fmla="*/ 226218 h 1343025"/>
                  <a:gd name="connsiteX2-2645" fmla="*/ 378618 w 1343025"/>
                  <a:gd name="connsiteY2-2646" fmla="*/ 61912 h 1343025"/>
                  <a:gd name="connsiteX3-2647" fmla="*/ 602456 w 1343025"/>
                  <a:gd name="connsiteY3-2648" fmla="*/ 0 h 1343025"/>
                  <a:gd name="connsiteX4-2649" fmla="*/ 652462 w 1343025"/>
                  <a:gd name="connsiteY4-2650" fmla="*/ 171450 h 1343025"/>
                  <a:gd name="connsiteX5-2651" fmla="*/ 816768 w 1343025"/>
                  <a:gd name="connsiteY5-2652" fmla="*/ 185737 h 1343025"/>
                  <a:gd name="connsiteX6-2653" fmla="*/ 900112 w 1343025"/>
                  <a:gd name="connsiteY6-2654" fmla="*/ 40481 h 1343025"/>
                  <a:gd name="connsiteX7-2655" fmla="*/ 1104900 w 1343025"/>
                  <a:gd name="connsiteY7-2656" fmla="*/ 150018 h 1343025"/>
                  <a:gd name="connsiteX8-2657" fmla="*/ 1012031 w 1343025"/>
                  <a:gd name="connsiteY8-2658" fmla="*/ 297656 h 1343025"/>
                  <a:gd name="connsiteX9-2659" fmla="*/ 1119187 w 1343025"/>
                  <a:gd name="connsiteY9-2660" fmla="*/ 431006 h 1343025"/>
                  <a:gd name="connsiteX10-2661" fmla="*/ 1281112 w 1343025"/>
                  <a:gd name="connsiteY10-2662" fmla="*/ 373856 h 1343025"/>
                  <a:gd name="connsiteX11-2663" fmla="*/ 1343025 w 1343025"/>
                  <a:gd name="connsiteY11-2664" fmla="*/ 602456 h 1343025"/>
                  <a:gd name="connsiteX12-2665" fmla="*/ 1173956 w 1343025"/>
                  <a:gd name="connsiteY12-2666" fmla="*/ 645318 h 1343025"/>
                  <a:gd name="connsiteX13-2667" fmla="*/ 1157287 w 1343025"/>
                  <a:gd name="connsiteY13-2668" fmla="*/ 812006 h 1343025"/>
                  <a:gd name="connsiteX14-2669" fmla="*/ 1307306 w 1343025"/>
                  <a:gd name="connsiteY14-2670" fmla="*/ 892968 h 1343025"/>
                  <a:gd name="connsiteX15-2671" fmla="*/ 1193006 w 1343025"/>
                  <a:gd name="connsiteY15-2672" fmla="*/ 1097756 h 1343025"/>
                  <a:gd name="connsiteX16-2673" fmla="*/ 1040606 w 1343025"/>
                  <a:gd name="connsiteY16-2674" fmla="*/ 1009650 h 1343025"/>
                  <a:gd name="connsiteX17-2675" fmla="*/ 919162 w 1343025"/>
                  <a:gd name="connsiteY17-2676" fmla="*/ 1112043 h 1343025"/>
                  <a:gd name="connsiteX18-2677" fmla="*/ 973931 w 1343025"/>
                  <a:gd name="connsiteY18-2678" fmla="*/ 1276350 h 1343025"/>
                  <a:gd name="connsiteX19-2679" fmla="*/ 745331 w 1343025"/>
                  <a:gd name="connsiteY19-2680" fmla="*/ 1343025 h 1343025"/>
                  <a:gd name="connsiteX20-2681" fmla="*/ 695325 w 1343025"/>
                  <a:gd name="connsiteY20-2682" fmla="*/ 1171575 h 1343025"/>
                  <a:gd name="connsiteX21-2683" fmla="*/ 535781 w 1343025"/>
                  <a:gd name="connsiteY21-2684" fmla="*/ 1157287 h 1343025"/>
                  <a:gd name="connsiteX22-2685" fmla="*/ 452437 w 1343025"/>
                  <a:gd name="connsiteY22-2686" fmla="*/ 1304925 h 1343025"/>
                  <a:gd name="connsiteX23-2687" fmla="*/ 245268 w 1343025"/>
                  <a:gd name="connsiteY23-2688" fmla="*/ 1193006 h 1343025"/>
                  <a:gd name="connsiteX24-2689" fmla="*/ 333375 w 1343025"/>
                  <a:gd name="connsiteY24-2690" fmla="*/ 1042987 h 1343025"/>
                  <a:gd name="connsiteX25-2691" fmla="*/ 226218 w 1343025"/>
                  <a:gd name="connsiteY25-2692" fmla="*/ 909637 h 1343025"/>
                  <a:gd name="connsiteX26-2693" fmla="*/ 59531 w 1343025"/>
                  <a:gd name="connsiteY26-2694" fmla="*/ 964406 h 1343025"/>
                  <a:gd name="connsiteX27-2695" fmla="*/ 0 w 1343025"/>
                  <a:gd name="connsiteY27-2696" fmla="*/ 733425 h 1343025"/>
                  <a:gd name="connsiteX28-2697" fmla="*/ 166687 w 1343025"/>
                  <a:gd name="connsiteY28-2698" fmla="*/ 690562 h 1343025"/>
                  <a:gd name="connsiteX29-2699" fmla="*/ 190500 w 1343025"/>
                  <a:gd name="connsiteY29-2700" fmla="*/ 521493 h 1343025"/>
                  <a:gd name="connsiteX30-2701" fmla="*/ 35718 w 1343025"/>
                  <a:gd name="connsiteY30-2702" fmla="*/ 440531 h 1343025"/>
                  <a:gd name="connsiteX31-2703" fmla="*/ 154781 w 1343025"/>
                  <a:gd name="connsiteY31-2704" fmla="*/ 242887 h 1343025"/>
                  <a:gd name="connsiteX32-2705" fmla="*/ 297656 w 1343025"/>
                  <a:gd name="connsiteY32-2706" fmla="*/ 330993 h 1343025"/>
                  <a:gd name="connsiteX0-2707" fmla="*/ 297656 w 1343025"/>
                  <a:gd name="connsiteY0-2708" fmla="*/ 330993 h 1343025"/>
                  <a:gd name="connsiteX1-2709" fmla="*/ 431006 w 1343025"/>
                  <a:gd name="connsiteY1-2710" fmla="*/ 226218 h 1343025"/>
                  <a:gd name="connsiteX2-2711" fmla="*/ 378618 w 1343025"/>
                  <a:gd name="connsiteY2-2712" fmla="*/ 61912 h 1343025"/>
                  <a:gd name="connsiteX3-2713" fmla="*/ 602456 w 1343025"/>
                  <a:gd name="connsiteY3-2714" fmla="*/ 0 h 1343025"/>
                  <a:gd name="connsiteX4-2715" fmla="*/ 652462 w 1343025"/>
                  <a:gd name="connsiteY4-2716" fmla="*/ 171450 h 1343025"/>
                  <a:gd name="connsiteX5-2717" fmla="*/ 816768 w 1343025"/>
                  <a:gd name="connsiteY5-2718" fmla="*/ 185737 h 1343025"/>
                  <a:gd name="connsiteX6-2719" fmla="*/ 900112 w 1343025"/>
                  <a:gd name="connsiteY6-2720" fmla="*/ 40481 h 1343025"/>
                  <a:gd name="connsiteX7-2721" fmla="*/ 1104900 w 1343025"/>
                  <a:gd name="connsiteY7-2722" fmla="*/ 150018 h 1343025"/>
                  <a:gd name="connsiteX8-2723" fmla="*/ 1012031 w 1343025"/>
                  <a:gd name="connsiteY8-2724" fmla="*/ 297656 h 1343025"/>
                  <a:gd name="connsiteX9-2725" fmla="*/ 1119187 w 1343025"/>
                  <a:gd name="connsiteY9-2726" fmla="*/ 431006 h 1343025"/>
                  <a:gd name="connsiteX10-2727" fmla="*/ 1281112 w 1343025"/>
                  <a:gd name="connsiteY10-2728" fmla="*/ 373856 h 1343025"/>
                  <a:gd name="connsiteX11-2729" fmla="*/ 1343025 w 1343025"/>
                  <a:gd name="connsiteY11-2730" fmla="*/ 602456 h 1343025"/>
                  <a:gd name="connsiteX12-2731" fmla="*/ 1173956 w 1343025"/>
                  <a:gd name="connsiteY12-2732" fmla="*/ 645318 h 1343025"/>
                  <a:gd name="connsiteX13-2733" fmla="*/ 1157287 w 1343025"/>
                  <a:gd name="connsiteY13-2734" fmla="*/ 812006 h 1343025"/>
                  <a:gd name="connsiteX14-2735" fmla="*/ 1307306 w 1343025"/>
                  <a:gd name="connsiteY14-2736" fmla="*/ 892968 h 1343025"/>
                  <a:gd name="connsiteX15-2737" fmla="*/ 1193006 w 1343025"/>
                  <a:gd name="connsiteY15-2738" fmla="*/ 1097756 h 1343025"/>
                  <a:gd name="connsiteX16-2739" fmla="*/ 1040606 w 1343025"/>
                  <a:gd name="connsiteY16-2740" fmla="*/ 1009650 h 1343025"/>
                  <a:gd name="connsiteX17-2741" fmla="*/ 919162 w 1343025"/>
                  <a:gd name="connsiteY17-2742" fmla="*/ 1112043 h 1343025"/>
                  <a:gd name="connsiteX18-2743" fmla="*/ 973931 w 1343025"/>
                  <a:gd name="connsiteY18-2744" fmla="*/ 1276350 h 1343025"/>
                  <a:gd name="connsiteX19-2745" fmla="*/ 745331 w 1343025"/>
                  <a:gd name="connsiteY19-2746" fmla="*/ 1343025 h 1343025"/>
                  <a:gd name="connsiteX20-2747" fmla="*/ 695325 w 1343025"/>
                  <a:gd name="connsiteY20-2748" fmla="*/ 1171575 h 1343025"/>
                  <a:gd name="connsiteX21-2749" fmla="*/ 535781 w 1343025"/>
                  <a:gd name="connsiteY21-2750" fmla="*/ 1157287 h 1343025"/>
                  <a:gd name="connsiteX22-2751" fmla="*/ 452437 w 1343025"/>
                  <a:gd name="connsiteY22-2752" fmla="*/ 1304925 h 1343025"/>
                  <a:gd name="connsiteX23-2753" fmla="*/ 245268 w 1343025"/>
                  <a:gd name="connsiteY23-2754" fmla="*/ 1193006 h 1343025"/>
                  <a:gd name="connsiteX24-2755" fmla="*/ 333375 w 1343025"/>
                  <a:gd name="connsiteY24-2756" fmla="*/ 1042987 h 1343025"/>
                  <a:gd name="connsiteX25-2757" fmla="*/ 226218 w 1343025"/>
                  <a:gd name="connsiteY25-2758" fmla="*/ 909637 h 1343025"/>
                  <a:gd name="connsiteX26-2759" fmla="*/ 59531 w 1343025"/>
                  <a:gd name="connsiteY26-2760" fmla="*/ 964406 h 1343025"/>
                  <a:gd name="connsiteX27-2761" fmla="*/ 0 w 1343025"/>
                  <a:gd name="connsiteY27-2762" fmla="*/ 733425 h 1343025"/>
                  <a:gd name="connsiteX28-2763" fmla="*/ 166687 w 1343025"/>
                  <a:gd name="connsiteY28-2764" fmla="*/ 690562 h 1343025"/>
                  <a:gd name="connsiteX29-2765" fmla="*/ 190500 w 1343025"/>
                  <a:gd name="connsiteY29-2766" fmla="*/ 521493 h 1343025"/>
                  <a:gd name="connsiteX30-2767" fmla="*/ 35718 w 1343025"/>
                  <a:gd name="connsiteY30-2768" fmla="*/ 440531 h 1343025"/>
                  <a:gd name="connsiteX31-2769" fmla="*/ 154781 w 1343025"/>
                  <a:gd name="connsiteY31-2770" fmla="*/ 242887 h 1343025"/>
                  <a:gd name="connsiteX32-2771" fmla="*/ 297656 w 1343025"/>
                  <a:gd name="connsiteY32-2772" fmla="*/ 330993 h 1343025"/>
                  <a:gd name="connsiteX0-2773" fmla="*/ 297656 w 1343025"/>
                  <a:gd name="connsiteY0-2774" fmla="*/ 330993 h 1343025"/>
                  <a:gd name="connsiteX1-2775" fmla="*/ 431006 w 1343025"/>
                  <a:gd name="connsiteY1-2776" fmla="*/ 226218 h 1343025"/>
                  <a:gd name="connsiteX2-2777" fmla="*/ 378618 w 1343025"/>
                  <a:gd name="connsiteY2-2778" fmla="*/ 61912 h 1343025"/>
                  <a:gd name="connsiteX3-2779" fmla="*/ 602456 w 1343025"/>
                  <a:gd name="connsiteY3-2780" fmla="*/ 0 h 1343025"/>
                  <a:gd name="connsiteX4-2781" fmla="*/ 652462 w 1343025"/>
                  <a:gd name="connsiteY4-2782" fmla="*/ 171450 h 1343025"/>
                  <a:gd name="connsiteX5-2783" fmla="*/ 816768 w 1343025"/>
                  <a:gd name="connsiteY5-2784" fmla="*/ 185737 h 1343025"/>
                  <a:gd name="connsiteX6-2785" fmla="*/ 901561 w 1343025"/>
                  <a:gd name="connsiteY6-2786" fmla="*/ 36133 h 1343025"/>
                  <a:gd name="connsiteX7-2787" fmla="*/ 1104900 w 1343025"/>
                  <a:gd name="connsiteY7-2788" fmla="*/ 150018 h 1343025"/>
                  <a:gd name="connsiteX8-2789" fmla="*/ 1012031 w 1343025"/>
                  <a:gd name="connsiteY8-2790" fmla="*/ 297656 h 1343025"/>
                  <a:gd name="connsiteX9-2791" fmla="*/ 1119187 w 1343025"/>
                  <a:gd name="connsiteY9-2792" fmla="*/ 431006 h 1343025"/>
                  <a:gd name="connsiteX10-2793" fmla="*/ 1281112 w 1343025"/>
                  <a:gd name="connsiteY10-2794" fmla="*/ 373856 h 1343025"/>
                  <a:gd name="connsiteX11-2795" fmla="*/ 1343025 w 1343025"/>
                  <a:gd name="connsiteY11-2796" fmla="*/ 602456 h 1343025"/>
                  <a:gd name="connsiteX12-2797" fmla="*/ 1173956 w 1343025"/>
                  <a:gd name="connsiteY12-2798" fmla="*/ 645318 h 1343025"/>
                  <a:gd name="connsiteX13-2799" fmla="*/ 1157287 w 1343025"/>
                  <a:gd name="connsiteY13-2800" fmla="*/ 812006 h 1343025"/>
                  <a:gd name="connsiteX14-2801" fmla="*/ 1307306 w 1343025"/>
                  <a:gd name="connsiteY14-2802" fmla="*/ 892968 h 1343025"/>
                  <a:gd name="connsiteX15-2803" fmla="*/ 1193006 w 1343025"/>
                  <a:gd name="connsiteY15-2804" fmla="*/ 1097756 h 1343025"/>
                  <a:gd name="connsiteX16-2805" fmla="*/ 1040606 w 1343025"/>
                  <a:gd name="connsiteY16-2806" fmla="*/ 1009650 h 1343025"/>
                  <a:gd name="connsiteX17-2807" fmla="*/ 919162 w 1343025"/>
                  <a:gd name="connsiteY17-2808" fmla="*/ 1112043 h 1343025"/>
                  <a:gd name="connsiteX18-2809" fmla="*/ 973931 w 1343025"/>
                  <a:gd name="connsiteY18-2810" fmla="*/ 1276350 h 1343025"/>
                  <a:gd name="connsiteX19-2811" fmla="*/ 745331 w 1343025"/>
                  <a:gd name="connsiteY19-2812" fmla="*/ 1343025 h 1343025"/>
                  <a:gd name="connsiteX20-2813" fmla="*/ 695325 w 1343025"/>
                  <a:gd name="connsiteY20-2814" fmla="*/ 1171575 h 1343025"/>
                  <a:gd name="connsiteX21-2815" fmla="*/ 535781 w 1343025"/>
                  <a:gd name="connsiteY21-2816" fmla="*/ 1157287 h 1343025"/>
                  <a:gd name="connsiteX22-2817" fmla="*/ 452437 w 1343025"/>
                  <a:gd name="connsiteY22-2818" fmla="*/ 1304925 h 1343025"/>
                  <a:gd name="connsiteX23-2819" fmla="*/ 245268 w 1343025"/>
                  <a:gd name="connsiteY23-2820" fmla="*/ 1193006 h 1343025"/>
                  <a:gd name="connsiteX24-2821" fmla="*/ 333375 w 1343025"/>
                  <a:gd name="connsiteY24-2822" fmla="*/ 1042987 h 1343025"/>
                  <a:gd name="connsiteX25-2823" fmla="*/ 226218 w 1343025"/>
                  <a:gd name="connsiteY25-2824" fmla="*/ 909637 h 1343025"/>
                  <a:gd name="connsiteX26-2825" fmla="*/ 59531 w 1343025"/>
                  <a:gd name="connsiteY26-2826" fmla="*/ 964406 h 1343025"/>
                  <a:gd name="connsiteX27-2827" fmla="*/ 0 w 1343025"/>
                  <a:gd name="connsiteY27-2828" fmla="*/ 733425 h 1343025"/>
                  <a:gd name="connsiteX28-2829" fmla="*/ 166687 w 1343025"/>
                  <a:gd name="connsiteY28-2830" fmla="*/ 690562 h 1343025"/>
                  <a:gd name="connsiteX29-2831" fmla="*/ 190500 w 1343025"/>
                  <a:gd name="connsiteY29-2832" fmla="*/ 521493 h 1343025"/>
                  <a:gd name="connsiteX30-2833" fmla="*/ 35718 w 1343025"/>
                  <a:gd name="connsiteY30-2834" fmla="*/ 440531 h 1343025"/>
                  <a:gd name="connsiteX31-2835" fmla="*/ 154781 w 1343025"/>
                  <a:gd name="connsiteY31-2836" fmla="*/ 242887 h 1343025"/>
                  <a:gd name="connsiteX32-2837" fmla="*/ 297656 w 1343025"/>
                  <a:gd name="connsiteY32-2838" fmla="*/ 330993 h 1343025"/>
                  <a:gd name="connsiteX0-2839" fmla="*/ 297656 w 1343025"/>
                  <a:gd name="connsiteY0-2840" fmla="*/ 330993 h 1343025"/>
                  <a:gd name="connsiteX1-2841" fmla="*/ 431006 w 1343025"/>
                  <a:gd name="connsiteY1-2842" fmla="*/ 226218 h 1343025"/>
                  <a:gd name="connsiteX2-2843" fmla="*/ 378618 w 1343025"/>
                  <a:gd name="connsiteY2-2844" fmla="*/ 61912 h 1343025"/>
                  <a:gd name="connsiteX3-2845" fmla="*/ 602456 w 1343025"/>
                  <a:gd name="connsiteY3-2846" fmla="*/ 0 h 1343025"/>
                  <a:gd name="connsiteX4-2847" fmla="*/ 652462 w 1343025"/>
                  <a:gd name="connsiteY4-2848" fmla="*/ 171450 h 1343025"/>
                  <a:gd name="connsiteX5-2849" fmla="*/ 816768 w 1343025"/>
                  <a:gd name="connsiteY5-2850" fmla="*/ 185737 h 1343025"/>
                  <a:gd name="connsiteX6-2851" fmla="*/ 901561 w 1343025"/>
                  <a:gd name="connsiteY6-2852" fmla="*/ 36133 h 1343025"/>
                  <a:gd name="connsiteX7-2853" fmla="*/ 1104900 w 1343025"/>
                  <a:gd name="connsiteY7-2854" fmla="*/ 150018 h 1343025"/>
                  <a:gd name="connsiteX8-2855" fmla="*/ 1012031 w 1343025"/>
                  <a:gd name="connsiteY8-2856" fmla="*/ 297656 h 1343025"/>
                  <a:gd name="connsiteX9-2857" fmla="*/ 1119187 w 1343025"/>
                  <a:gd name="connsiteY9-2858" fmla="*/ 431006 h 1343025"/>
                  <a:gd name="connsiteX10-2859" fmla="*/ 1275315 w 1343025"/>
                  <a:gd name="connsiteY10-2860" fmla="*/ 373856 h 1343025"/>
                  <a:gd name="connsiteX11-2861" fmla="*/ 1343025 w 1343025"/>
                  <a:gd name="connsiteY11-2862" fmla="*/ 602456 h 1343025"/>
                  <a:gd name="connsiteX12-2863" fmla="*/ 1173956 w 1343025"/>
                  <a:gd name="connsiteY12-2864" fmla="*/ 645318 h 1343025"/>
                  <a:gd name="connsiteX13-2865" fmla="*/ 1157287 w 1343025"/>
                  <a:gd name="connsiteY13-2866" fmla="*/ 812006 h 1343025"/>
                  <a:gd name="connsiteX14-2867" fmla="*/ 1307306 w 1343025"/>
                  <a:gd name="connsiteY14-2868" fmla="*/ 892968 h 1343025"/>
                  <a:gd name="connsiteX15-2869" fmla="*/ 1193006 w 1343025"/>
                  <a:gd name="connsiteY15-2870" fmla="*/ 1097756 h 1343025"/>
                  <a:gd name="connsiteX16-2871" fmla="*/ 1040606 w 1343025"/>
                  <a:gd name="connsiteY16-2872" fmla="*/ 1009650 h 1343025"/>
                  <a:gd name="connsiteX17-2873" fmla="*/ 919162 w 1343025"/>
                  <a:gd name="connsiteY17-2874" fmla="*/ 1112043 h 1343025"/>
                  <a:gd name="connsiteX18-2875" fmla="*/ 973931 w 1343025"/>
                  <a:gd name="connsiteY18-2876" fmla="*/ 1276350 h 1343025"/>
                  <a:gd name="connsiteX19-2877" fmla="*/ 745331 w 1343025"/>
                  <a:gd name="connsiteY19-2878" fmla="*/ 1343025 h 1343025"/>
                  <a:gd name="connsiteX20-2879" fmla="*/ 695325 w 1343025"/>
                  <a:gd name="connsiteY20-2880" fmla="*/ 1171575 h 1343025"/>
                  <a:gd name="connsiteX21-2881" fmla="*/ 535781 w 1343025"/>
                  <a:gd name="connsiteY21-2882" fmla="*/ 1157287 h 1343025"/>
                  <a:gd name="connsiteX22-2883" fmla="*/ 452437 w 1343025"/>
                  <a:gd name="connsiteY22-2884" fmla="*/ 1304925 h 1343025"/>
                  <a:gd name="connsiteX23-2885" fmla="*/ 245268 w 1343025"/>
                  <a:gd name="connsiteY23-2886" fmla="*/ 1193006 h 1343025"/>
                  <a:gd name="connsiteX24-2887" fmla="*/ 333375 w 1343025"/>
                  <a:gd name="connsiteY24-2888" fmla="*/ 1042987 h 1343025"/>
                  <a:gd name="connsiteX25-2889" fmla="*/ 226218 w 1343025"/>
                  <a:gd name="connsiteY25-2890" fmla="*/ 909637 h 1343025"/>
                  <a:gd name="connsiteX26-2891" fmla="*/ 59531 w 1343025"/>
                  <a:gd name="connsiteY26-2892" fmla="*/ 964406 h 1343025"/>
                  <a:gd name="connsiteX27-2893" fmla="*/ 0 w 1343025"/>
                  <a:gd name="connsiteY27-2894" fmla="*/ 733425 h 1343025"/>
                  <a:gd name="connsiteX28-2895" fmla="*/ 166687 w 1343025"/>
                  <a:gd name="connsiteY28-2896" fmla="*/ 690562 h 1343025"/>
                  <a:gd name="connsiteX29-2897" fmla="*/ 190500 w 1343025"/>
                  <a:gd name="connsiteY29-2898" fmla="*/ 521493 h 1343025"/>
                  <a:gd name="connsiteX30-2899" fmla="*/ 35718 w 1343025"/>
                  <a:gd name="connsiteY30-2900" fmla="*/ 440531 h 1343025"/>
                  <a:gd name="connsiteX31-2901" fmla="*/ 154781 w 1343025"/>
                  <a:gd name="connsiteY31-2902" fmla="*/ 242887 h 1343025"/>
                  <a:gd name="connsiteX32-2903" fmla="*/ 297656 w 1343025"/>
                  <a:gd name="connsiteY32-2904" fmla="*/ 330993 h 1343025"/>
                  <a:gd name="connsiteX0-2905" fmla="*/ 297656 w 1343025"/>
                  <a:gd name="connsiteY0-2906" fmla="*/ 330993 h 1343025"/>
                  <a:gd name="connsiteX1-2907" fmla="*/ 431006 w 1343025"/>
                  <a:gd name="connsiteY1-2908" fmla="*/ 226218 h 1343025"/>
                  <a:gd name="connsiteX2-2909" fmla="*/ 378618 w 1343025"/>
                  <a:gd name="connsiteY2-2910" fmla="*/ 61912 h 1343025"/>
                  <a:gd name="connsiteX3-2911" fmla="*/ 602456 w 1343025"/>
                  <a:gd name="connsiteY3-2912" fmla="*/ 0 h 1343025"/>
                  <a:gd name="connsiteX4-2913" fmla="*/ 652462 w 1343025"/>
                  <a:gd name="connsiteY4-2914" fmla="*/ 171450 h 1343025"/>
                  <a:gd name="connsiteX5-2915" fmla="*/ 816768 w 1343025"/>
                  <a:gd name="connsiteY5-2916" fmla="*/ 185737 h 1343025"/>
                  <a:gd name="connsiteX6-2917" fmla="*/ 901561 w 1343025"/>
                  <a:gd name="connsiteY6-2918" fmla="*/ 36133 h 1343025"/>
                  <a:gd name="connsiteX7-2919" fmla="*/ 1104900 w 1343025"/>
                  <a:gd name="connsiteY7-2920" fmla="*/ 150018 h 1343025"/>
                  <a:gd name="connsiteX8-2921" fmla="*/ 1012031 w 1343025"/>
                  <a:gd name="connsiteY8-2922" fmla="*/ 297656 h 1343025"/>
                  <a:gd name="connsiteX9-2923" fmla="*/ 1119187 w 1343025"/>
                  <a:gd name="connsiteY9-2924" fmla="*/ 431006 h 1343025"/>
                  <a:gd name="connsiteX10-2925" fmla="*/ 1276765 w 1343025"/>
                  <a:gd name="connsiteY10-2926" fmla="*/ 372406 h 1343025"/>
                  <a:gd name="connsiteX11-2927" fmla="*/ 1343025 w 1343025"/>
                  <a:gd name="connsiteY11-2928" fmla="*/ 602456 h 1343025"/>
                  <a:gd name="connsiteX12-2929" fmla="*/ 1173956 w 1343025"/>
                  <a:gd name="connsiteY12-2930" fmla="*/ 645318 h 1343025"/>
                  <a:gd name="connsiteX13-2931" fmla="*/ 1157287 w 1343025"/>
                  <a:gd name="connsiteY13-2932" fmla="*/ 812006 h 1343025"/>
                  <a:gd name="connsiteX14-2933" fmla="*/ 1307306 w 1343025"/>
                  <a:gd name="connsiteY14-2934" fmla="*/ 892968 h 1343025"/>
                  <a:gd name="connsiteX15-2935" fmla="*/ 1193006 w 1343025"/>
                  <a:gd name="connsiteY15-2936" fmla="*/ 1097756 h 1343025"/>
                  <a:gd name="connsiteX16-2937" fmla="*/ 1040606 w 1343025"/>
                  <a:gd name="connsiteY16-2938" fmla="*/ 1009650 h 1343025"/>
                  <a:gd name="connsiteX17-2939" fmla="*/ 919162 w 1343025"/>
                  <a:gd name="connsiteY17-2940" fmla="*/ 1112043 h 1343025"/>
                  <a:gd name="connsiteX18-2941" fmla="*/ 973931 w 1343025"/>
                  <a:gd name="connsiteY18-2942" fmla="*/ 1276350 h 1343025"/>
                  <a:gd name="connsiteX19-2943" fmla="*/ 745331 w 1343025"/>
                  <a:gd name="connsiteY19-2944" fmla="*/ 1343025 h 1343025"/>
                  <a:gd name="connsiteX20-2945" fmla="*/ 695325 w 1343025"/>
                  <a:gd name="connsiteY20-2946" fmla="*/ 1171575 h 1343025"/>
                  <a:gd name="connsiteX21-2947" fmla="*/ 535781 w 1343025"/>
                  <a:gd name="connsiteY21-2948" fmla="*/ 1157287 h 1343025"/>
                  <a:gd name="connsiteX22-2949" fmla="*/ 452437 w 1343025"/>
                  <a:gd name="connsiteY22-2950" fmla="*/ 1304925 h 1343025"/>
                  <a:gd name="connsiteX23-2951" fmla="*/ 245268 w 1343025"/>
                  <a:gd name="connsiteY23-2952" fmla="*/ 1193006 h 1343025"/>
                  <a:gd name="connsiteX24-2953" fmla="*/ 333375 w 1343025"/>
                  <a:gd name="connsiteY24-2954" fmla="*/ 1042987 h 1343025"/>
                  <a:gd name="connsiteX25-2955" fmla="*/ 226218 w 1343025"/>
                  <a:gd name="connsiteY25-2956" fmla="*/ 909637 h 1343025"/>
                  <a:gd name="connsiteX26-2957" fmla="*/ 59531 w 1343025"/>
                  <a:gd name="connsiteY26-2958" fmla="*/ 964406 h 1343025"/>
                  <a:gd name="connsiteX27-2959" fmla="*/ 0 w 1343025"/>
                  <a:gd name="connsiteY27-2960" fmla="*/ 733425 h 1343025"/>
                  <a:gd name="connsiteX28-2961" fmla="*/ 166687 w 1343025"/>
                  <a:gd name="connsiteY28-2962" fmla="*/ 690562 h 1343025"/>
                  <a:gd name="connsiteX29-2963" fmla="*/ 190500 w 1343025"/>
                  <a:gd name="connsiteY29-2964" fmla="*/ 521493 h 1343025"/>
                  <a:gd name="connsiteX30-2965" fmla="*/ 35718 w 1343025"/>
                  <a:gd name="connsiteY30-2966" fmla="*/ 440531 h 1343025"/>
                  <a:gd name="connsiteX31-2967" fmla="*/ 154781 w 1343025"/>
                  <a:gd name="connsiteY31-2968" fmla="*/ 242887 h 1343025"/>
                  <a:gd name="connsiteX32-2969" fmla="*/ 297656 w 1343025"/>
                  <a:gd name="connsiteY32-2970" fmla="*/ 330993 h 1343025"/>
                  <a:gd name="connsiteX0-2971" fmla="*/ 297656 w 1343025"/>
                  <a:gd name="connsiteY0-2972" fmla="*/ 330993 h 1343025"/>
                  <a:gd name="connsiteX1-2973" fmla="*/ 431006 w 1343025"/>
                  <a:gd name="connsiteY1-2974" fmla="*/ 226218 h 1343025"/>
                  <a:gd name="connsiteX2-2975" fmla="*/ 378618 w 1343025"/>
                  <a:gd name="connsiteY2-2976" fmla="*/ 61912 h 1343025"/>
                  <a:gd name="connsiteX3-2977" fmla="*/ 602456 w 1343025"/>
                  <a:gd name="connsiteY3-2978" fmla="*/ 0 h 1343025"/>
                  <a:gd name="connsiteX4-2979" fmla="*/ 652462 w 1343025"/>
                  <a:gd name="connsiteY4-2980" fmla="*/ 171450 h 1343025"/>
                  <a:gd name="connsiteX5-2981" fmla="*/ 816768 w 1343025"/>
                  <a:gd name="connsiteY5-2982" fmla="*/ 185737 h 1343025"/>
                  <a:gd name="connsiteX6-2983" fmla="*/ 901561 w 1343025"/>
                  <a:gd name="connsiteY6-2984" fmla="*/ 36133 h 1343025"/>
                  <a:gd name="connsiteX7-2985" fmla="*/ 1104900 w 1343025"/>
                  <a:gd name="connsiteY7-2986" fmla="*/ 150018 h 1343025"/>
                  <a:gd name="connsiteX8-2987" fmla="*/ 1012031 w 1343025"/>
                  <a:gd name="connsiteY8-2988" fmla="*/ 297656 h 1343025"/>
                  <a:gd name="connsiteX9-2989" fmla="*/ 1119187 w 1343025"/>
                  <a:gd name="connsiteY9-2990" fmla="*/ 431006 h 1343025"/>
                  <a:gd name="connsiteX10-2991" fmla="*/ 1276765 w 1343025"/>
                  <a:gd name="connsiteY10-2992" fmla="*/ 372406 h 1343025"/>
                  <a:gd name="connsiteX11-2993" fmla="*/ 1343025 w 1343025"/>
                  <a:gd name="connsiteY11-2994" fmla="*/ 602456 h 1343025"/>
                  <a:gd name="connsiteX12-2995" fmla="*/ 1173956 w 1343025"/>
                  <a:gd name="connsiteY12-2996" fmla="*/ 645318 h 1343025"/>
                  <a:gd name="connsiteX13-2997" fmla="*/ 1157287 w 1343025"/>
                  <a:gd name="connsiteY13-2998" fmla="*/ 812006 h 1343025"/>
                  <a:gd name="connsiteX14-2999" fmla="*/ 1307306 w 1343025"/>
                  <a:gd name="connsiteY14-3000" fmla="*/ 892968 h 1343025"/>
                  <a:gd name="connsiteX15-3001" fmla="*/ 1193006 w 1343025"/>
                  <a:gd name="connsiteY15-3002" fmla="*/ 1097756 h 1343025"/>
                  <a:gd name="connsiteX16-3003" fmla="*/ 1040606 w 1343025"/>
                  <a:gd name="connsiteY16-3004" fmla="*/ 1009650 h 1343025"/>
                  <a:gd name="connsiteX17-3005" fmla="*/ 919162 w 1343025"/>
                  <a:gd name="connsiteY17-3006" fmla="*/ 1112043 h 1343025"/>
                  <a:gd name="connsiteX18-3007" fmla="*/ 973931 w 1343025"/>
                  <a:gd name="connsiteY18-3008" fmla="*/ 1276350 h 1343025"/>
                  <a:gd name="connsiteX19-3009" fmla="*/ 745331 w 1343025"/>
                  <a:gd name="connsiteY19-3010" fmla="*/ 1343025 h 1343025"/>
                  <a:gd name="connsiteX20-3011" fmla="*/ 695325 w 1343025"/>
                  <a:gd name="connsiteY20-3012" fmla="*/ 1171575 h 1343025"/>
                  <a:gd name="connsiteX21-3013" fmla="*/ 535781 w 1343025"/>
                  <a:gd name="connsiteY21-3014" fmla="*/ 1157287 h 1343025"/>
                  <a:gd name="connsiteX22-3015" fmla="*/ 452437 w 1343025"/>
                  <a:gd name="connsiteY22-3016" fmla="*/ 1304925 h 1343025"/>
                  <a:gd name="connsiteX23-3017" fmla="*/ 245268 w 1343025"/>
                  <a:gd name="connsiteY23-3018" fmla="*/ 1193006 h 1343025"/>
                  <a:gd name="connsiteX24-3019" fmla="*/ 333375 w 1343025"/>
                  <a:gd name="connsiteY24-3020" fmla="*/ 1042987 h 1343025"/>
                  <a:gd name="connsiteX25-3021" fmla="*/ 226218 w 1343025"/>
                  <a:gd name="connsiteY25-3022" fmla="*/ 909637 h 1343025"/>
                  <a:gd name="connsiteX26-3023" fmla="*/ 59531 w 1343025"/>
                  <a:gd name="connsiteY26-3024" fmla="*/ 964406 h 1343025"/>
                  <a:gd name="connsiteX27-3025" fmla="*/ 0 w 1343025"/>
                  <a:gd name="connsiteY27-3026" fmla="*/ 733425 h 1343025"/>
                  <a:gd name="connsiteX28-3027" fmla="*/ 166687 w 1343025"/>
                  <a:gd name="connsiteY28-3028" fmla="*/ 690562 h 1343025"/>
                  <a:gd name="connsiteX29-3029" fmla="*/ 190500 w 1343025"/>
                  <a:gd name="connsiteY29-3030" fmla="*/ 521493 h 1343025"/>
                  <a:gd name="connsiteX30-3031" fmla="*/ 35718 w 1343025"/>
                  <a:gd name="connsiteY30-3032" fmla="*/ 440531 h 1343025"/>
                  <a:gd name="connsiteX31-3033" fmla="*/ 154781 w 1343025"/>
                  <a:gd name="connsiteY31-3034" fmla="*/ 242887 h 1343025"/>
                  <a:gd name="connsiteX32-3035" fmla="*/ 297656 w 1343025"/>
                  <a:gd name="connsiteY32-3036" fmla="*/ 330993 h 1343025"/>
                  <a:gd name="connsiteX0-3037" fmla="*/ 297656 w 1343025"/>
                  <a:gd name="connsiteY0-3038" fmla="*/ 330993 h 1343025"/>
                  <a:gd name="connsiteX1-3039" fmla="*/ 431006 w 1343025"/>
                  <a:gd name="connsiteY1-3040" fmla="*/ 226218 h 1343025"/>
                  <a:gd name="connsiteX2-3041" fmla="*/ 378618 w 1343025"/>
                  <a:gd name="connsiteY2-3042" fmla="*/ 61912 h 1343025"/>
                  <a:gd name="connsiteX3-3043" fmla="*/ 602456 w 1343025"/>
                  <a:gd name="connsiteY3-3044" fmla="*/ 0 h 1343025"/>
                  <a:gd name="connsiteX4-3045" fmla="*/ 652462 w 1343025"/>
                  <a:gd name="connsiteY4-3046" fmla="*/ 171450 h 1343025"/>
                  <a:gd name="connsiteX5-3047" fmla="*/ 816768 w 1343025"/>
                  <a:gd name="connsiteY5-3048" fmla="*/ 185737 h 1343025"/>
                  <a:gd name="connsiteX6-3049" fmla="*/ 901561 w 1343025"/>
                  <a:gd name="connsiteY6-3050" fmla="*/ 36133 h 1343025"/>
                  <a:gd name="connsiteX7-3051" fmla="*/ 1104900 w 1343025"/>
                  <a:gd name="connsiteY7-3052" fmla="*/ 150018 h 1343025"/>
                  <a:gd name="connsiteX8-3053" fmla="*/ 1012031 w 1343025"/>
                  <a:gd name="connsiteY8-3054" fmla="*/ 297656 h 1343025"/>
                  <a:gd name="connsiteX9-3055" fmla="*/ 1119187 w 1343025"/>
                  <a:gd name="connsiteY9-3056" fmla="*/ 431006 h 1343025"/>
                  <a:gd name="connsiteX10-3057" fmla="*/ 1276765 w 1343025"/>
                  <a:gd name="connsiteY10-3058" fmla="*/ 372406 h 1343025"/>
                  <a:gd name="connsiteX11-3059" fmla="*/ 1343025 w 1343025"/>
                  <a:gd name="connsiteY11-3060" fmla="*/ 602456 h 1343025"/>
                  <a:gd name="connsiteX12-3061" fmla="*/ 1173956 w 1343025"/>
                  <a:gd name="connsiteY12-3062" fmla="*/ 645318 h 1343025"/>
                  <a:gd name="connsiteX13-3063" fmla="*/ 1157287 w 1343025"/>
                  <a:gd name="connsiteY13-3064" fmla="*/ 812006 h 1343025"/>
                  <a:gd name="connsiteX14-3065" fmla="*/ 1307306 w 1343025"/>
                  <a:gd name="connsiteY14-3066" fmla="*/ 892968 h 1343025"/>
                  <a:gd name="connsiteX15-3067" fmla="*/ 1193006 w 1343025"/>
                  <a:gd name="connsiteY15-3068" fmla="*/ 1097756 h 1343025"/>
                  <a:gd name="connsiteX16-3069" fmla="*/ 1040606 w 1343025"/>
                  <a:gd name="connsiteY16-3070" fmla="*/ 1009650 h 1343025"/>
                  <a:gd name="connsiteX17-3071" fmla="*/ 919162 w 1343025"/>
                  <a:gd name="connsiteY17-3072" fmla="*/ 1112043 h 1343025"/>
                  <a:gd name="connsiteX18-3073" fmla="*/ 973931 w 1343025"/>
                  <a:gd name="connsiteY18-3074" fmla="*/ 1276350 h 1343025"/>
                  <a:gd name="connsiteX19-3075" fmla="*/ 738084 w 1343025"/>
                  <a:gd name="connsiteY19-3076" fmla="*/ 1343025 h 1343025"/>
                  <a:gd name="connsiteX20-3077" fmla="*/ 695325 w 1343025"/>
                  <a:gd name="connsiteY20-3078" fmla="*/ 1171575 h 1343025"/>
                  <a:gd name="connsiteX21-3079" fmla="*/ 535781 w 1343025"/>
                  <a:gd name="connsiteY21-3080" fmla="*/ 1157287 h 1343025"/>
                  <a:gd name="connsiteX22-3081" fmla="*/ 452437 w 1343025"/>
                  <a:gd name="connsiteY22-3082" fmla="*/ 1304925 h 1343025"/>
                  <a:gd name="connsiteX23-3083" fmla="*/ 245268 w 1343025"/>
                  <a:gd name="connsiteY23-3084" fmla="*/ 1193006 h 1343025"/>
                  <a:gd name="connsiteX24-3085" fmla="*/ 333375 w 1343025"/>
                  <a:gd name="connsiteY24-3086" fmla="*/ 1042987 h 1343025"/>
                  <a:gd name="connsiteX25-3087" fmla="*/ 226218 w 1343025"/>
                  <a:gd name="connsiteY25-3088" fmla="*/ 909637 h 1343025"/>
                  <a:gd name="connsiteX26-3089" fmla="*/ 59531 w 1343025"/>
                  <a:gd name="connsiteY26-3090" fmla="*/ 964406 h 1343025"/>
                  <a:gd name="connsiteX27-3091" fmla="*/ 0 w 1343025"/>
                  <a:gd name="connsiteY27-3092" fmla="*/ 733425 h 1343025"/>
                  <a:gd name="connsiteX28-3093" fmla="*/ 166687 w 1343025"/>
                  <a:gd name="connsiteY28-3094" fmla="*/ 690562 h 1343025"/>
                  <a:gd name="connsiteX29-3095" fmla="*/ 190500 w 1343025"/>
                  <a:gd name="connsiteY29-3096" fmla="*/ 521493 h 1343025"/>
                  <a:gd name="connsiteX30-3097" fmla="*/ 35718 w 1343025"/>
                  <a:gd name="connsiteY30-3098" fmla="*/ 440531 h 1343025"/>
                  <a:gd name="connsiteX31-3099" fmla="*/ 154781 w 1343025"/>
                  <a:gd name="connsiteY31-3100" fmla="*/ 242887 h 1343025"/>
                  <a:gd name="connsiteX32-3101" fmla="*/ 297656 w 1343025"/>
                  <a:gd name="connsiteY32-3102" fmla="*/ 330993 h 1343025"/>
                  <a:gd name="connsiteX0-3103" fmla="*/ 297656 w 1343025"/>
                  <a:gd name="connsiteY0-3104" fmla="*/ 330993 h 1343025"/>
                  <a:gd name="connsiteX1-3105" fmla="*/ 431006 w 1343025"/>
                  <a:gd name="connsiteY1-3106" fmla="*/ 226218 h 1343025"/>
                  <a:gd name="connsiteX2-3107" fmla="*/ 378618 w 1343025"/>
                  <a:gd name="connsiteY2-3108" fmla="*/ 61912 h 1343025"/>
                  <a:gd name="connsiteX3-3109" fmla="*/ 602456 w 1343025"/>
                  <a:gd name="connsiteY3-3110" fmla="*/ 0 h 1343025"/>
                  <a:gd name="connsiteX4-3111" fmla="*/ 652462 w 1343025"/>
                  <a:gd name="connsiteY4-3112" fmla="*/ 171450 h 1343025"/>
                  <a:gd name="connsiteX5-3113" fmla="*/ 816768 w 1343025"/>
                  <a:gd name="connsiteY5-3114" fmla="*/ 185737 h 1343025"/>
                  <a:gd name="connsiteX6-3115" fmla="*/ 901561 w 1343025"/>
                  <a:gd name="connsiteY6-3116" fmla="*/ 36133 h 1343025"/>
                  <a:gd name="connsiteX7-3117" fmla="*/ 1104900 w 1343025"/>
                  <a:gd name="connsiteY7-3118" fmla="*/ 150018 h 1343025"/>
                  <a:gd name="connsiteX8-3119" fmla="*/ 1012031 w 1343025"/>
                  <a:gd name="connsiteY8-3120" fmla="*/ 297656 h 1343025"/>
                  <a:gd name="connsiteX9-3121" fmla="*/ 1119187 w 1343025"/>
                  <a:gd name="connsiteY9-3122" fmla="*/ 431006 h 1343025"/>
                  <a:gd name="connsiteX10-3123" fmla="*/ 1276765 w 1343025"/>
                  <a:gd name="connsiteY10-3124" fmla="*/ 372406 h 1343025"/>
                  <a:gd name="connsiteX11-3125" fmla="*/ 1343025 w 1343025"/>
                  <a:gd name="connsiteY11-3126" fmla="*/ 602456 h 1343025"/>
                  <a:gd name="connsiteX12-3127" fmla="*/ 1173956 w 1343025"/>
                  <a:gd name="connsiteY12-3128" fmla="*/ 645318 h 1343025"/>
                  <a:gd name="connsiteX13-3129" fmla="*/ 1157287 w 1343025"/>
                  <a:gd name="connsiteY13-3130" fmla="*/ 812006 h 1343025"/>
                  <a:gd name="connsiteX14-3131" fmla="*/ 1307306 w 1343025"/>
                  <a:gd name="connsiteY14-3132" fmla="*/ 892968 h 1343025"/>
                  <a:gd name="connsiteX15-3133" fmla="*/ 1193006 w 1343025"/>
                  <a:gd name="connsiteY15-3134" fmla="*/ 1097756 h 1343025"/>
                  <a:gd name="connsiteX16-3135" fmla="*/ 1040606 w 1343025"/>
                  <a:gd name="connsiteY16-3136" fmla="*/ 1009650 h 1343025"/>
                  <a:gd name="connsiteX17-3137" fmla="*/ 919162 w 1343025"/>
                  <a:gd name="connsiteY17-3138" fmla="*/ 1112043 h 1343025"/>
                  <a:gd name="connsiteX18-3139" fmla="*/ 973931 w 1343025"/>
                  <a:gd name="connsiteY18-3140" fmla="*/ 1276350 h 1343025"/>
                  <a:gd name="connsiteX19-3141" fmla="*/ 738084 w 1343025"/>
                  <a:gd name="connsiteY19-3142" fmla="*/ 1343025 h 1343025"/>
                  <a:gd name="connsiteX20-3143" fmla="*/ 695325 w 1343025"/>
                  <a:gd name="connsiteY20-3144" fmla="*/ 1171575 h 1343025"/>
                  <a:gd name="connsiteX21-3145" fmla="*/ 535781 w 1343025"/>
                  <a:gd name="connsiteY21-3146" fmla="*/ 1154388 h 1343025"/>
                  <a:gd name="connsiteX22-3147" fmla="*/ 452437 w 1343025"/>
                  <a:gd name="connsiteY22-3148" fmla="*/ 1304925 h 1343025"/>
                  <a:gd name="connsiteX23-3149" fmla="*/ 245268 w 1343025"/>
                  <a:gd name="connsiteY23-3150" fmla="*/ 1193006 h 1343025"/>
                  <a:gd name="connsiteX24-3151" fmla="*/ 333375 w 1343025"/>
                  <a:gd name="connsiteY24-3152" fmla="*/ 1042987 h 1343025"/>
                  <a:gd name="connsiteX25-3153" fmla="*/ 226218 w 1343025"/>
                  <a:gd name="connsiteY25-3154" fmla="*/ 909637 h 1343025"/>
                  <a:gd name="connsiteX26-3155" fmla="*/ 59531 w 1343025"/>
                  <a:gd name="connsiteY26-3156" fmla="*/ 964406 h 1343025"/>
                  <a:gd name="connsiteX27-3157" fmla="*/ 0 w 1343025"/>
                  <a:gd name="connsiteY27-3158" fmla="*/ 733425 h 1343025"/>
                  <a:gd name="connsiteX28-3159" fmla="*/ 166687 w 1343025"/>
                  <a:gd name="connsiteY28-3160" fmla="*/ 690562 h 1343025"/>
                  <a:gd name="connsiteX29-3161" fmla="*/ 190500 w 1343025"/>
                  <a:gd name="connsiteY29-3162" fmla="*/ 521493 h 1343025"/>
                  <a:gd name="connsiteX30-3163" fmla="*/ 35718 w 1343025"/>
                  <a:gd name="connsiteY30-3164" fmla="*/ 440531 h 1343025"/>
                  <a:gd name="connsiteX31-3165" fmla="*/ 154781 w 1343025"/>
                  <a:gd name="connsiteY31-3166" fmla="*/ 242887 h 1343025"/>
                  <a:gd name="connsiteX32-3167" fmla="*/ 297656 w 1343025"/>
                  <a:gd name="connsiteY32-3168" fmla="*/ 330993 h 1343025"/>
                  <a:gd name="connsiteX0-3169" fmla="*/ 297656 w 1343025"/>
                  <a:gd name="connsiteY0-3170" fmla="*/ 330993 h 1343025"/>
                  <a:gd name="connsiteX1-3171" fmla="*/ 431006 w 1343025"/>
                  <a:gd name="connsiteY1-3172" fmla="*/ 226218 h 1343025"/>
                  <a:gd name="connsiteX2-3173" fmla="*/ 378618 w 1343025"/>
                  <a:gd name="connsiteY2-3174" fmla="*/ 61912 h 1343025"/>
                  <a:gd name="connsiteX3-3175" fmla="*/ 602456 w 1343025"/>
                  <a:gd name="connsiteY3-3176" fmla="*/ 0 h 1343025"/>
                  <a:gd name="connsiteX4-3177" fmla="*/ 652462 w 1343025"/>
                  <a:gd name="connsiteY4-3178" fmla="*/ 171450 h 1343025"/>
                  <a:gd name="connsiteX5-3179" fmla="*/ 816768 w 1343025"/>
                  <a:gd name="connsiteY5-3180" fmla="*/ 185737 h 1343025"/>
                  <a:gd name="connsiteX6-3181" fmla="*/ 901561 w 1343025"/>
                  <a:gd name="connsiteY6-3182" fmla="*/ 36133 h 1343025"/>
                  <a:gd name="connsiteX7-3183" fmla="*/ 1104900 w 1343025"/>
                  <a:gd name="connsiteY7-3184" fmla="*/ 150018 h 1343025"/>
                  <a:gd name="connsiteX8-3185" fmla="*/ 1012031 w 1343025"/>
                  <a:gd name="connsiteY8-3186" fmla="*/ 297656 h 1343025"/>
                  <a:gd name="connsiteX9-3187" fmla="*/ 1119187 w 1343025"/>
                  <a:gd name="connsiteY9-3188" fmla="*/ 431006 h 1343025"/>
                  <a:gd name="connsiteX10-3189" fmla="*/ 1276765 w 1343025"/>
                  <a:gd name="connsiteY10-3190" fmla="*/ 372406 h 1343025"/>
                  <a:gd name="connsiteX11-3191" fmla="*/ 1343025 w 1343025"/>
                  <a:gd name="connsiteY11-3192" fmla="*/ 602456 h 1343025"/>
                  <a:gd name="connsiteX12-3193" fmla="*/ 1173956 w 1343025"/>
                  <a:gd name="connsiteY12-3194" fmla="*/ 645318 h 1343025"/>
                  <a:gd name="connsiteX13-3195" fmla="*/ 1157287 w 1343025"/>
                  <a:gd name="connsiteY13-3196" fmla="*/ 812006 h 1343025"/>
                  <a:gd name="connsiteX14-3197" fmla="*/ 1307306 w 1343025"/>
                  <a:gd name="connsiteY14-3198" fmla="*/ 892968 h 1343025"/>
                  <a:gd name="connsiteX15-3199" fmla="*/ 1193006 w 1343025"/>
                  <a:gd name="connsiteY15-3200" fmla="*/ 1097756 h 1343025"/>
                  <a:gd name="connsiteX16-3201" fmla="*/ 1040606 w 1343025"/>
                  <a:gd name="connsiteY16-3202" fmla="*/ 1009650 h 1343025"/>
                  <a:gd name="connsiteX17-3203" fmla="*/ 919162 w 1343025"/>
                  <a:gd name="connsiteY17-3204" fmla="*/ 1112043 h 1343025"/>
                  <a:gd name="connsiteX18-3205" fmla="*/ 973931 w 1343025"/>
                  <a:gd name="connsiteY18-3206" fmla="*/ 1276350 h 1343025"/>
                  <a:gd name="connsiteX19-3207" fmla="*/ 738084 w 1343025"/>
                  <a:gd name="connsiteY19-3208" fmla="*/ 1343025 h 1343025"/>
                  <a:gd name="connsiteX20-3209" fmla="*/ 695325 w 1343025"/>
                  <a:gd name="connsiteY20-3210" fmla="*/ 1171575 h 1343025"/>
                  <a:gd name="connsiteX21-3211" fmla="*/ 535781 w 1343025"/>
                  <a:gd name="connsiteY21-3212" fmla="*/ 1154388 h 1343025"/>
                  <a:gd name="connsiteX22-3213" fmla="*/ 452437 w 1343025"/>
                  <a:gd name="connsiteY22-3214" fmla="*/ 1304925 h 1343025"/>
                  <a:gd name="connsiteX23-3215" fmla="*/ 245268 w 1343025"/>
                  <a:gd name="connsiteY23-3216" fmla="*/ 1193006 h 1343025"/>
                  <a:gd name="connsiteX24-3217" fmla="*/ 333375 w 1343025"/>
                  <a:gd name="connsiteY24-3218" fmla="*/ 1042987 h 1343025"/>
                  <a:gd name="connsiteX25-3219" fmla="*/ 226218 w 1343025"/>
                  <a:gd name="connsiteY25-3220" fmla="*/ 909637 h 1343025"/>
                  <a:gd name="connsiteX26-3221" fmla="*/ 66778 w 1343025"/>
                  <a:gd name="connsiteY26-3222" fmla="*/ 960058 h 1343025"/>
                  <a:gd name="connsiteX27-3223" fmla="*/ 0 w 1343025"/>
                  <a:gd name="connsiteY27-3224" fmla="*/ 733425 h 1343025"/>
                  <a:gd name="connsiteX28-3225" fmla="*/ 166687 w 1343025"/>
                  <a:gd name="connsiteY28-3226" fmla="*/ 690562 h 1343025"/>
                  <a:gd name="connsiteX29-3227" fmla="*/ 190500 w 1343025"/>
                  <a:gd name="connsiteY29-3228" fmla="*/ 521493 h 1343025"/>
                  <a:gd name="connsiteX30-3229" fmla="*/ 35718 w 1343025"/>
                  <a:gd name="connsiteY30-3230" fmla="*/ 440531 h 1343025"/>
                  <a:gd name="connsiteX31-3231" fmla="*/ 154781 w 1343025"/>
                  <a:gd name="connsiteY31-3232" fmla="*/ 242887 h 1343025"/>
                  <a:gd name="connsiteX32-3233" fmla="*/ 297656 w 1343025"/>
                  <a:gd name="connsiteY32-3234" fmla="*/ 330993 h 1343025"/>
                  <a:gd name="connsiteX0-3235" fmla="*/ 297656 w 1343025"/>
                  <a:gd name="connsiteY0-3236" fmla="*/ 330993 h 1343025"/>
                  <a:gd name="connsiteX1-3237" fmla="*/ 431006 w 1343025"/>
                  <a:gd name="connsiteY1-3238" fmla="*/ 226218 h 1343025"/>
                  <a:gd name="connsiteX2-3239" fmla="*/ 378618 w 1343025"/>
                  <a:gd name="connsiteY2-3240" fmla="*/ 61912 h 1343025"/>
                  <a:gd name="connsiteX3-3241" fmla="*/ 602456 w 1343025"/>
                  <a:gd name="connsiteY3-3242" fmla="*/ 0 h 1343025"/>
                  <a:gd name="connsiteX4-3243" fmla="*/ 652462 w 1343025"/>
                  <a:gd name="connsiteY4-3244" fmla="*/ 171450 h 1343025"/>
                  <a:gd name="connsiteX5-3245" fmla="*/ 816768 w 1343025"/>
                  <a:gd name="connsiteY5-3246" fmla="*/ 185737 h 1343025"/>
                  <a:gd name="connsiteX6-3247" fmla="*/ 901561 w 1343025"/>
                  <a:gd name="connsiteY6-3248" fmla="*/ 36133 h 1343025"/>
                  <a:gd name="connsiteX7-3249" fmla="*/ 1104900 w 1343025"/>
                  <a:gd name="connsiteY7-3250" fmla="*/ 150018 h 1343025"/>
                  <a:gd name="connsiteX8-3251" fmla="*/ 1012031 w 1343025"/>
                  <a:gd name="connsiteY8-3252" fmla="*/ 297656 h 1343025"/>
                  <a:gd name="connsiteX9-3253" fmla="*/ 1119187 w 1343025"/>
                  <a:gd name="connsiteY9-3254" fmla="*/ 431006 h 1343025"/>
                  <a:gd name="connsiteX10-3255" fmla="*/ 1276765 w 1343025"/>
                  <a:gd name="connsiteY10-3256" fmla="*/ 372406 h 1343025"/>
                  <a:gd name="connsiteX11-3257" fmla="*/ 1343025 w 1343025"/>
                  <a:gd name="connsiteY11-3258" fmla="*/ 602456 h 1343025"/>
                  <a:gd name="connsiteX12-3259" fmla="*/ 1173956 w 1343025"/>
                  <a:gd name="connsiteY12-3260" fmla="*/ 645318 h 1343025"/>
                  <a:gd name="connsiteX13-3261" fmla="*/ 1157287 w 1343025"/>
                  <a:gd name="connsiteY13-3262" fmla="*/ 812006 h 1343025"/>
                  <a:gd name="connsiteX14-3263" fmla="*/ 1307306 w 1343025"/>
                  <a:gd name="connsiteY14-3264" fmla="*/ 892968 h 1343025"/>
                  <a:gd name="connsiteX15-3265" fmla="*/ 1193006 w 1343025"/>
                  <a:gd name="connsiteY15-3266" fmla="*/ 1097756 h 1343025"/>
                  <a:gd name="connsiteX16-3267" fmla="*/ 1040606 w 1343025"/>
                  <a:gd name="connsiteY16-3268" fmla="*/ 1009650 h 1343025"/>
                  <a:gd name="connsiteX17-3269" fmla="*/ 919162 w 1343025"/>
                  <a:gd name="connsiteY17-3270" fmla="*/ 1112043 h 1343025"/>
                  <a:gd name="connsiteX18-3271" fmla="*/ 973931 w 1343025"/>
                  <a:gd name="connsiteY18-3272" fmla="*/ 1276350 h 1343025"/>
                  <a:gd name="connsiteX19-3273" fmla="*/ 738084 w 1343025"/>
                  <a:gd name="connsiteY19-3274" fmla="*/ 1343025 h 1343025"/>
                  <a:gd name="connsiteX20-3275" fmla="*/ 695325 w 1343025"/>
                  <a:gd name="connsiteY20-3276" fmla="*/ 1171575 h 1343025"/>
                  <a:gd name="connsiteX21-3277" fmla="*/ 535781 w 1343025"/>
                  <a:gd name="connsiteY21-3278" fmla="*/ 1154388 h 1343025"/>
                  <a:gd name="connsiteX22-3279" fmla="*/ 452437 w 1343025"/>
                  <a:gd name="connsiteY22-3280" fmla="*/ 1304925 h 1343025"/>
                  <a:gd name="connsiteX23-3281" fmla="*/ 245268 w 1343025"/>
                  <a:gd name="connsiteY23-3282" fmla="*/ 1193006 h 1343025"/>
                  <a:gd name="connsiteX24-3283" fmla="*/ 333375 w 1343025"/>
                  <a:gd name="connsiteY24-3284" fmla="*/ 1042987 h 1343025"/>
                  <a:gd name="connsiteX25-3285" fmla="*/ 226218 w 1343025"/>
                  <a:gd name="connsiteY25-3286" fmla="*/ 909637 h 1343025"/>
                  <a:gd name="connsiteX26-3287" fmla="*/ 63879 w 1343025"/>
                  <a:gd name="connsiteY26-3288" fmla="*/ 962957 h 1343025"/>
                  <a:gd name="connsiteX27-3289" fmla="*/ 0 w 1343025"/>
                  <a:gd name="connsiteY27-3290" fmla="*/ 733425 h 1343025"/>
                  <a:gd name="connsiteX28-3291" fmla="*/ 166687 w 1343025"/>
                  <a:gd name="connsiteY28-3292" fmla="*/ 690562 h 1343025"/>
                  <a:gd name="connsiteX29-3293" fmla="*/ 190500 w 1343025"/>
                  <a:gd name="connsiteY29-3294" fmla="*/ 521493 h 1343025"/>
                  <a:gd name="connsiteX30-3295" fmla="*/ 35718 w 1343025"/>
                  <a:gd name="connsiteY30-3296" fmla="*/ 440531 h 1343025"/>
                  <a:gd name="connsiteX31-3297" fmla="*/ 154781 w 1343025"/>
                  <a:gd name="connsiteY31-3298" fmla="*/ 242887 h 1343025"/>
                  <a:gd name="connsiteX32-3299" fmla="*/ 297656 w 1343025"/>
                  <a:gd name="connsiteY32-3300" fmla="*/ 330993 h 1343025"/>
                  <a:gd name="connsiteX0-3301" fmla="*/ 297656 w 1343025"/>
                  <a:gd name="connsiteY0-3302" fmla="*/ 330993 h 1343025"/>
                  <a:gd name="connsiteX1-3303" fmla="*/ 431006 w 1343025"/>
                  <a:gd name="connsiteY1-3304" fmla="*/ 226218 h 1343025"/>
                  <a:gd name="connsiteX2-3305" fmla="*/ 378618 w 1343025"/>
                  <a:gd name="connsiteY2-3306" fmla="*/ 61912 h 1343025"/>
                  <a:gd name="connsiteX3-3307" fmla="*/ 602456 w 1343025"/>
                  <a:gd name="connsiteY3-3308" fmla="*/ 0 h 1343025"/>
                  <a:gd name="connsiteX4-3309" fmla="*/ 652462 w 1343025"/>
                  <a:gd name="connsiteY4-3310" fmla="*/ 171450 h 1343025"/>
                  <a:gd name="connsiteX5-3311" fmla="*/ 816768 w 1343025"/>
                  <a:gd name="connsiteY5-3312" fmla="*/ 185737 h 1343025"/>
                  <a:gd name="connsiteX6-3313" fmla="*/ 901561 w 1343025"/>
                  <a:gd name="connsiteY6-3314" fmla="*/ 36133 h 1343025"/>
                  <a:gd name="connsiteX7-3315" fmla="*/ 1104900 w 1343025"/>
                  <a:gd name="connsiteY7-3316" fmla="*/ 150018 h 1343025"/>
                  <a:gd name="connsiteX8-3317" fmla="*/ 1012031 w 1343025"/>
                  <a:gd name="connsiteY8-3318" fmla="*/ 297656 h 1343025"/>
                  <a:gd name="connsiteX9-3319" fmla="*/ 1119187 w 1343025"/>
                  <a:gd name="connsiteY9-3320" fmla="*/ 431006 h 1343025"/>
                  <a:gd name="connsiteX10-3321" fmla="*/ 1276765 w 1343025"/>
                  <a:gd name="connsiteY10-3322" fmla="*/ 372406 h 1343025"/>
                  <a:gd name="connsiteX11-3323" fmla="*/ 1343025 w 1343025"/>
                  <a:gd name="connsiteY11-3324" fmla="*/ 602456 h 1343025"/>
                  <a:gd name="connsiteX12-3325" fmla="*/ 1173956 w 1343025"/>
                  <a:gd name="connsiteY12-3326" fmla="*/ 645318 h 1343025"/>
                  <a:gd name="connsiteX13-3327" fmla="*/ 1157287 w 1343025"/>
                  <a:gd name="connsiteY13-3328" fmla="*/ 812006 h 1343025"/>
                  <a:gd name="connsiteX14-3329" fmla="*/ 1307306 w 1343025"/>
                  <a:gd name="connsiteY14-3330" fmla="*/ 892968 h 1343025"/>
                  <a:gd name="connsiteX15-3331" fmla="*/ 1193006 w 1343025"/>
                  <a:gd name="connsiteY15-3332" fmla="*/ 1097756 h 1343025"/>
                  <a:gd name="connsiteX16-3333" fmla="*/ 1040606 w 1343025"/>
                  <a:gd name="connsiteY16-3334" fmla="*/ 1009650 h 1343025"/>
                  <a:gd name="connsiteX17-3335" fmla="*/ 919162 w 1343025"/>
                  <a:gd name="connsiteY17-3336" fmla="*/ 1112043 h 1343025"/>
                  <a:gd name="connsiteX18-3337" fmla="*/ 973931 w 1343025"/>
                  <a:gd name="connsiteY18-3338" fmla="*/ 1276350 h 1343025"/>
                  <a:gd name="connsiteX19-3339" fmla="*/ 738084 w 1343025"/>
                  <a:gd name="connsiteY19-3340" fmla="*/ 1343025 h 1343025"/>
                  <a:gd name="connsiteX20-3341" fmla="*/ 695325 w 1343025"/>
                  <a:gd name="connsiteY20-3342" fmla="*/ 1171575 h 1343025"/>
                  <a:gd name="connsiteX21-3343" fmla="*/ 535781 w 1343025"/>
                  <a:gd name="connsiteY21-3344" fmla="*/ 1154388 h 1343025"/>
                  <a:gd name="connsiteX22-3345" fmla="*/ 452437 w 1343025"/>
                  <a:gd name="connsiteY22-3346" fmla="*/ 1304925 h 1343025"/>
                  <a:gd name="connsiteX23-3347" fmla="*/ 245268 w 1343025"/>
                  <a:gd name="connsiteY23-3348" fmla="*/ 1193006 h 1343025"/>
                  <a:gd name="connsiteX24-3349" fmla="*/ 333375 w 1343025"/>
                  <a:gd name="connsiteY24-3350" fmla="*/ 1042987 h 1343025"/>
                  <a:gd name="connsiteX25-3351" fmla="*/ 226218 w 1343025"/>
                  <a:gd name="connsiteY25-3352" fmla="*/ 909637 h 1343025"/>
                  <a:gd name="connsiteX26-3353" fmla="*/ 63879 w 1343025"/>
                  <a:gd name="connsiteY26-3354" fmla="*/ 962957 h 1343025"/>
                  <a:gd name="connsiteX27-3355" fmla="*/ 0 w 1343025"/>
                  <a:gd name="connsiteY27-3356" fmla="*/ 733425 h 1343025"/>
                  <a:gd name="connsiteX28-3357" fmla="*/ 166687 w 1343025"/>
                  <a:gd name="connsiteY28-3358" fmla="*/ 690562 h 1343025"/>
                  <a:gd name="connsiteX29-3359" fmla="*/ 190500 w 1343025"/>
                  <a:gd name="connsiteY29-3360" fmla="*/ 521493 h 1343025"/>
                  <a:gd name="connsiteX30-3361" fmla="*/ 35718 w 1343025"/>
                  <a:gd name="connsiteY30-3362" fmla="*/ 440531 h 1343025"/>
                  <a:gd name="connsiteX31-3363" fmla="*/ 154781 w 1343025"/>
                  <a:gd name="connsiteY31-3364" fmla="*/ 242887 h 1343025"/>
                  <a:gd name="connsiteX32-3365" fmla="*/ 297656 w 1343025"/>
                  <a:gd name="connsiteY32-3366" fmla="*/ 330993 h 1343025"/>
                  <a:gd name="connsiteX0-3367" fmla="*/ 297656 w 1343025"/>
                  <a:gd name="connsiteY0-3368" fmla="*/ 330993 h 1343025"/>
                  <a:gd name="connsiteX1-3369" fmla="*/ 431006 w 1343025"/>
                  <a:gd name="connsiteY1-3370" fmla="*/ 226218 h 1343025"/>
                  <a:gd name="connsiteX2-3371" fmla="*/ 378618 w 1343025"/>
                  <a:gd name="connsiteY2-3372" fmla="*/ 61912 h 1343025"/>
                  <a:gd name="connsiteX3-3373" fmla="*/ 602456 w 1343025"/>
                  <a:gd name="connsiteY3-3374" fmla="*/ 0 h 1343025"/>
                  <a:gd name="connsiteX4-3375" fmla="*/ 652462 w 1343025"/>
                  <a:gd name="connsiteY4-3376" fmla="*/ 171450 h 1343025"/>
                  <a:gd name="connsiteX5-3377" fmla="*/ 816768 w 1343025"/>
                  <a:gd name="connsiteY5-3378" fmla="*/ 185737 h 1343025"/>
                  <a:gd name="connsiteX6-3379" fmla="*/ 901561 w 1343025"/>
                  <a:gd name="connsiteY6-3380" fmla="*/ 36133 h 1343025"/>
                  <a:gd name="connsiteX7-3381" fmla="*/ 1104900 w 1343025"/>
                  <a:gd name="connsiteY7-3382" fmla="*/ 150018 h 1343025"/>
                  <a:gd name="connsiteX8-3383" fmla="*/ 1012031 w 1343025"/>
                  <a:gd name="connsiteY8-3384" fmla="*/ 297656 h 1343025"/>
                  <a:gd name="connsiteX9-3385" fmla="*/ 1119187 w 1343025"/>
                  <a:gd name="connsiteY9-3386" fmla="*/ 431006 h 1343025"/>
                  <a:gd name="connsiteX10-3387" fmla="*/ 1276765 w 1343025"/>
                  <a:gd name="connsiteY10-3388" fmla="*/ 372406 h 1343025"/>
                  <a:gd name="connsiteX11-3389" fmla="*/ 1343025 w 1343025"/>
                  <a:gd name="connsiteY11-3390" fmla="*/ 602456 h 1343025"/>
                  <a:gd name="connsiteX12-3391" fmla="*/ 1173956 w 1343025"/>
                  <a:gd name="connsiteY12-3392" fmla="*/ 645318 h 1343025"/>
                  <a:gd name="connsiteX13-3393" fmla="*/ 1157287 w 1343025"/>
                  <a:gd name="connsiteY13-3394" fmla="*/ 812006 h 1343025"/>
                  <a:gd name="connsiteX14-3395" fmla="*/ 1307306 w 1343025"/>
                  <a:gd name="connsiteY14-3396" fmla="*/ 892968 h 1343025"/>
                  <a:gd name="connsiteX15-3397" fmla="*/ 1193006 w 1343025"/>
                  <a:gd name="connsiteY15-3398" fmla="*/ 1097756 h 1343025"/>
                  <a:gd name="connsiteX16-3399" fmla="*/ 1040606 w 1343025"/>
                  <a:gd name="connsiteY16-3400" fmla="*/ 1009650 h 1343025"/>
                  <a:gd name="connsiteX17-3401" fmla="*/ 919162 w 1343025"/>
                  <a:gd name="connsiteY17-3402" fmla="*/ 1112043 h 1343025"/>
                  <a:gd name="connsiteX18-3403" fmla="*/ 973931 w 1343025"/>
                  <a:gd name="connsiteY18-3404" fmla="*/ 1276350 h 1343025"/>
                  <a:gd name="connsiteX19-3405" fmla="*/ 738084 w 1343025"/>
                  <a:gd name="connsiteY19-3406" fmla="*/ 1343025 h 1343025"/>
                  <a:gd name="connsiteX20-3407" fmla="*/ 695325 w 1343025"/>
                  <a:gd name="connsiteY20-3408" fmla="*/ 1171575 h 1343025"/>
                  <a:gd name="connsiteX21-3409" fmla="*/ 535781 w 1343025"/>
                  <a:gd name="connsiteY21-3410" fmla="*/ 1154388 h 1343025"/>
                  <a:gd name="connsiteX22-3411" fmla="*/ 452437 w 1343025"/>
                  <a:gd name="connsiteY22-3412" fmla="*/ 1304925 h 1343025"/>
                  <a:gd name="connsiteX23-3413" fmla="*/ 245268 w 1343025"/>
                  <a:gd name="connsiteY23-3414" fmla="*/ 1193006 h 1343025"/>
                  <a:gd name="connsiteX24-3415" fmla="*/ 333375 w 1343025"/>
                  <a:gd name="connsiteY24-3416" fmla="*/ 1042987 h 1343025"/>
                  <a:gd name="connsiteX25-3417" fmla="*/ 226218 w 1343025"/>
                  <a:gd name="connsiteY25-3418" fmla="*/ 909637 h 1343025"/>
                  <a:gd name="connsiteX26-3419" fmla="*/ 63879 w 1343025"/>
                  <a:gd name="connsiteY26-3420" fmla="*/ 962957 h 1343025"/>
                  <a:gd name="connsiteX27-3421" fmla="*/ 0 w 1343025"/>
                  <a:gd name="connsiteY27-3422" fmla="*/ 733425 h 1343025"/>
                  <a:gd name="connsiteX28-3423" fmla="*/ 166687 w 1343025"/>
                  <a:gd name="connsiteY28-3424" fmla="*/ 690562 h 1343025"/>
                  <a:gd name="connsiteX29-3425" fmla="*/ 190500 w 1343025"/>
                  <a:gd name="connsiteY29-3426" fmla="*/ 521493 h 1343025"/>
                  <a:gd name="connsiteX30-3427" fmla="*/ 35718 w 1343025"/>
                  <a:gd name="connsiteY30-3428" fmla="*/ 440531 h 1343025"/>
                  <a:gd name="connsiteX31-3429" fmla="*/ 154781 w 1343025"/>
                  <a:gd name="connsiteY31-3430" fmla="*/ 242887 h 1343025"/>
                  <a:gd name="connsiteX32-3431" fmla="*/ 297656 w 1343025"/>
                  <a:gd name="connsiteY32-3432" fmla="*/ 330993 h 1343025"/>
                  <a:gd name="connsiteX0-3433" fmla="*/ 297656 w 1343025"/>
                  <a:gd name="connsiteY0-3434" fmla="*/ 330993 h 1343025"/>
                  <a:gd name="connsiteX1-3435" fmla="*/ 431006 w 1343025"/>
                  <a:gd name="connsiteY1-3436" fmla="*/ 226218 h 1343025"/>
                  <a:gd name="connsiteX2-3437" fmla="*/ 378618 w 1343025"/>
                  <a:gd name="connsiteY2-3438" fmla="*/ 61912 h 1343025"/>
                  <a:gd name="connsiteX3-3439" fmla="*/ 602456 w 1343025"/>
                  <a:gd name="connsiteY3-3440" fmla="*/ 0 h 1343025"/>
                  <a:gd name="connsiteX4-3441" fmla="*/ 652462 w 1343025"/>
                  <a:gd name="connsiteY4-3442" fmla="*/ 171450 h 1343025"/>
                  <a:gd name="connsiteX5-3443" fmla="*/ 816768 w 1343025"/>
                  <a:gd name="connsiteY5-3444" fmla="*/ 185737 h 1343025"/>
                  <a:gd name="connsiteX6-3445" fmla="*/ 901561 w 1343025"/>
                  <a:gd name="connsiteY6-3446" fmla="*/ 36133 h 1343025"/>
                  <a:gd name="connsiteX7-3447" fmla="*/ 1104900 w 1343025"/>
                  <a:gd name="connsiteY7-3448" fmla="*/ 150018 h 1343025"/>
                  <a:gd name="connsiteX8-3449" fmla="*/ 1012031 w 1343025"/>
                  <a:gd name="connsiteY8-3450" fmla="*/ 297656 h 1343025"/>
                  <a:gd name="connsiteX9-3451" fmla="*/ 1119187 w 1343025"/>
                  <a:gd name="connsiteY9-3452" fmla="*/ 431006 h 1343025"/>
                  <a:gd name="connsiteX10-3453" fmla="*/ 1276765 w 1343025"/>
                  <a:gd name="connsiteY10-3454" fmla="*/ 372406 h 1343025"/>
                  <a:gd name="connsiteX11-3455" fmla="*/ 1343025 w 1343025"/>
                  <a:gd name="connsiteY11-3456" fmla="*/ 602456 h 1343025"/>
                  <a:gd name="connsiteX12-3457" fmla="*/ 1173956 w 1343025"/>
                  <a:gd name="connsiteY12-3458" fmla="*/ 645318 h 1343025"/>
                  <a:gd name="connsiteX13-3459" fmla="*/ 1157287 w 1343025"/>
                  <a:gd name="connsiteY13-3460" fmla="*/ 812006 h 1343025"/>
                  <a:gd name="connsiteX14-3461" fmla="*/ 1307306 w 1343025"/>
                  <a:gd name="connsiteY14-3462" fmla="*/ 892968 h 1343025"/>
                  <a:gd name="connsiteX15-3463" fmla="*/ 1193006 w 1343025"/>
                  <a:gd name="connsiteY15-3464" fmla="*/ 1097756 h 1343025"/>
                  <a:gd name="connsiteX16-3465" fmla="*/ 1040606 w 1343025"/>
                  <a:gd name="connsiteY16-3466" fmla="*/ 1009650 h 1343025"/>
                  <a:gd name="connsiteX17-3467" fmla="*/ 919162 w 1343025"/>
                  <a:gd name="connsiteY17-3468" fmla="*/ 1112043 h 1343025"/>
                  <a:gd name="connsiteX18-3469" fmla="*/ 973931 w 1343025"/>
                  <a:gd name="connsiteY18-3470" fmla="*/ 1276350 h 1343025"/>
                  <a:gd name="connsiteX19-3471" fmla="*/ 738084 w 1343025"/>
                  <a:gd name="connsiteY19-3472" fmla="*/ 1343025 h 1343025"/>
                  <a:gd name="connsiteX20-3473" fmla="*/ 695325 w 1343025"/>
                  <a:gd name="connsiteY20-3474" fmla="*/ 1171575 h 1343025"/>
                  <a:gd name="connsiteX21-3475" fmla="*/ 535781 w 1343025"/>
                  <a:gd name="connsiteY21-3476" fmla="*/ 1154388 h 1343025"/>
                  <a:gd name="connsiteX22-3477" fmla="*/ 452437 w 1343025"/>
                  <a:gd name="connsiteY22-3478" fmla="*/ 1304925 h 1343025"/>
                  <a:gd name="connsiteX23-3479" fmla="*/ 245268 w 1343025"/>
                  <a:gd name="connsiteY23-3480" fmla="*/ 1193006 h 1343025"/>
                  <a:gd name="connsiteX24-3481" fmla="*/ 333375 w 1343025"/>
                  <a:gd name="connsiteY24-3482" fmla="*/ 1042987 h 1343025"/>
                  <a:gd name="connsiteX25-3483" fmla="*/ 226218 w 1343025"/>
                  <a:gd name="connsiteY25-3484" fmla="*/ 909637 h 1343025"/>
                  <a:gd name="connsiteX26-3485" fmla="*/ 63879 w 1343025"/>
                  <a:gd name="connsiteY26-3486" fmla="*/ 962957 h 1343025"/>
                  <a:gd name="connsiteX27-3487" fmla="*/ 0 w 1343025"/>
                  <a:gd name="connsiteY27-3488" fmla="*/ 733425 h 1343025"/>
                  <a:gd name="connsiteX28-3489" fmla="*/ 166687 w 1343025"/>
                  <a:gd name="connsiteY28-3490" fmla="*/ 690562 h 1343025"/>
                  <a:gd name="connsiteX29-3491" fmla="*/ 190500 w 1343025"/>
                  <a:gd name="connsiteY29-3492" fmla="*/ 521493 h 1343025"/>
                  <a:gd name="connsiteX30-3493" fmla="*/ 35718 w 1343025"/>
                  <a:gd name="connsiteY30-3494" fmla="*/ 440531 h 1343025"/>
                  <a:gd name="connsiteX31-3495" fmla="*/ 154781 w 1343025"/>
                  <a:gd name="connsiteY31-3496" fmla="*/ 242887 h 1343025"/>
                  <a:gd name="connsiteX32-3497" fmla="*/ 297656 w 1343025"/>
                  <a:gd name="connsiteY32-3498" fmla="*/ 330993 h 1343025"/>
                  <a:gd name="connsiteX0-3499" fmla="*/ 297656 w 1343025"/>
                  <a:gd name="connsiteY0-3500" fmla="*/ 330993 h 1343025"/>
                  <a:gd name="connsiteX1-3501" fmla="*/ 431006 w 1343025"/>
                  <a:gd name="connsiteY1-3502" fmla="*/ 226218 h 1343025"/>
                  <a:gd name="connsiteX2-3503" fmla="*/ 378618 w 1343025"/>
                  <a:gd name="connsiteY2-3504" fmla="*/ 61912 h 1343025"/>
                  <a:gd name="connsiteX3-3505" fmla="*/ 602456 w 1343025"/>
                  <a:gd name="connsiteY3-3506" fmla="*/ 0 h 1343025"/>
                  <a:gd name="connsiteX4-3507" fmla="*/ 652462 w 1343025"/>
                  <a:gd name="connsiteY4-3508" fmla="*/ 171450 h 1343025"/>
                  <a:gd name="connsiteX5-3509" fmla="*/ 816768 w 1343025"/>
                  <a:gd name="connsiteY5-3510" fmla="*/ 185737 h 1343025"/>
                  <a:gd name="connsiteX6-3511" fmla="*/ 901561 w 1343025"/>
                  <a:gd name="connsiteY6-3512" fmla="*/ 36133 h 1343025"/>
                  <a:gd name="connsiteX7-3513" fmla="*/ 1104900 w 1343025"/>
                  <a:gd name="connsiteY7-3514" fmla="*/ 150018 h 1343025"/>
                  <a:gd name="connsiteX8-3515" fmla="*/ 1012031 w 1343025"/>
                  <a:gd name="connsiteY8-3516" fmla="*/ 297656 h 1343025"/>
                  <a:gd name="connsiteX9-3517" fmla="*/ 1119187 w 1343025"/>
                  <a:gd name="connsiteY9-3518" fmla="*/ 431006 h 1343025"/>
                  <a:gd name="connsiteX10-3519" fmla="*/ 1276765 w 1343025"/>
                  <a:gd name="connsiteY10-3520" fmla="*/ 372406 h 1343025"/>
                  <a:gd name="connsiteX11-3521" fmla="*/ 1343025 w 1343025"/>
                  <a:gd name="connsiteY11-3522" fmla="*/ 602456 h 1343025"/>
                  <a:gd name="connsiteX12-3523" fmla="*/ 1173956 w 1343025"/>
                  <a:gd name="connsiteY12-3524" fmla="*/ 645318 h 1343025"/>
                  <a:gd name="connsiteX13-3525" fmla="*/ 1157287 w 1343025"/>
                  <a:gd name="connsiteY13-3526" fmla="*/ 812006 h 1343025"/>
                  <a:gd name="connsiteX14-3527" fmla="*/ 1307306 w 1343025"/>
                  <a:gd name="connsiteY14-3528" fmla="*/ 892968 h 1343025"/>
                  <a:gd name="connsiteX15-3529" fmla="*/ 1193006 w 1343025"/>
                  <a:gd name="connsiteY15-3530" fmla="*/ 1097756 h 1343025"/>
                  <a:gd name="connsiteX16-3531" fmla="*/ 1040606 w 1343025"/>
                  <a:gd name="connsiteY16-3532" fmla="*/ 1009650 h 1343025"/>
                  <a:gd name="connsiteX17-3533" fmla="*/ 919162 w 1343025"/>
                  <a:gd name="connsiteY17-3534" fmla="*/ 1112043 h 1343025"/>
                  <a:gd name="connsiteX18-3535" fmla="*/ 973931 w 1343025"/>
                  <a:gd name="connsiteY18-3536" fmla="*/ 1276350 h 1343025"/>
                  <a:gd name="connsiteX19-3537" fmla="*/ 738084 w 1343025"/>
                  <a:gd name="connsiteY19-3538" fmla="*/ 1343025 h 1343025"/>
                  <a:gd name="connsiteX20-3539" fmla="*/ 695325 w 1343025"/>
                  <a:gd name="connsiteY20-3540" fmla="*/ 1171575 h 1343025"/>
                  <a:gd name="connsiteX21-3541" fmla="*/ 535781 w 1343025"/>
                  <a:gd name="connsiteY21-3542" fmla="*/ 1154388 h 1343025"/>
                  <a:gd name="connsiteX22-3543" fmla="*/ 452437 w 1343025"/>
                  <a:gd name="connsiteY22-3544" fmla="*/ 1304925 h 1343025"/>
                  <a:gd name="connsiteX23-3545" fmla="*/ 245268 w 1343025"/>
                  <a:gd name="connsiteY23-3546" fmla="*/ 1193006 h 1343025"/>
                  <a:gd name="connsiteX24-3547" fmla="*/ 333375 w 1343025"/>
                  <a:gd name="connsiteY24-3548" fmla="*/ 1042987 h 1343025"/>
                  <a:gd name="connsiteX25-3549" fmla="*/ 226218 w 1343025"/>
                  <a:gd name="connsiteY25-3550" fmla="*/ 909637 h 1343025"/>
                  <a:gd name="connsiteX26-3551" fmla="*/ 63879 w 1343025"/>
                  <a:gd name="connsiteY26-3552" fmla="*/ 962957 h 1343025"/>
                  <a:gd name="connsiteX27-3553" fmla="*/ 0 w 1343025"/>
                  <a:gd name="connsiteY27-3554" fmla="*/ 733425 h 1343025"/>
                  <a:gd name="connsiteX28-3555" fmla="*/ 166687 w 1343025"/>
                  <a:gd name="connsiteY28-3556" fmla="*/ 690562 h 1343025"/>
                  <a:gd name="connsiteX29-3557" fmla="*/ 190500 w 1343025"/>
                  <a:gd name="connsiteY29-3558" fmla="*/ 521493 h 1343025"/>
                  <a:gd name="connsiteX30-3559" fmla="*/ 35718 w 1343025"/>
                  <a:gd name="connsiteY30-3560" fmla="*/ 440531 h 1343025"/>
                  <a:gd name="connsiteX31-3561" fmla="*/ 154781 w 1343025"/>
                  <a:gd name="connsiteY31-3562" fmla="*/ 242887 h 1343025"/>
                  <a:gd name="connsiteX32-3563" fmla="*/ 297656 w 1343025"/>
                  <a:gd name="connsiteY32-3564" fmla="*/ 330993 h 1343025"/>
                  <a:gd name="connsiteX0-3565" fmla="*/ 297656 w 1343025"/>
                  <a:gd name="connsiteY0-3566" fmla="*/ 330993 h 1343025"/>
                  <a:gd name="connsiteX1-3567" fmla="*/ 431006 w 1343025"/>
                  <a:gd name="connsiteY1-3568" fmla="*/ 226218 h 1343025"/>
                  <a:gd name="connsiteX2-3569" fmla="*/ 378618 w 1343025"/>
                  <a:gd name="connsiteY2-3570" fmla="*/ 61912 h 1343025"/>
                  <a:gd name="connsiteX3-3571" fmla="*/ 602456 w 1343025"/>
                  <a:gd name="connsiteY3-3572" fmla="*/ 0 h 1343025"/>
                  <a:gd name="connsiteX4-3573" fmla="*/ 652462 w 1343025"/>
                  <a:gd name="connsiteY4-3574" fmla="*/ 168551 h 1343025"/>
                  <a:gd name="connsiteX5-3575" fmla="*/ 816768 w 1343025"/>
                  <a:gd name="connsiteY5-3576" fmla="*/ 185737 h 1343025"/>
                  <a:gd name="connsiteX6-3577" fmla="*/ 901561 w 1343025"/>
                  <a:gd name="connsiteY6-3578" fmla="*/ 36133 h 1343025"/>
                  <a:gd name="connsiteX7-3579" fmla="*/ 1104900 w 1343025"/>
                  <a:gd name="connsiteY7-3580" fmla="*/ 150018 h 1343025"/>
                  <a:gd name="connsiteX8-3581" fmla="*/ 1012031 w 1343025"/>
                  <a:gd name="connsiteY8-3582" fmla="*/ 297656 h 1343025"/>
                  <a:gd name="connsiteX9-3583" fmla="*/ 1119187 w 1343025"/>
                  <a:gd name="connsiteY9-3584" fmla="*/ 431006 h 1343025"/>
                  <a:gd name="connsiteX10-3585" fmla="*/ 1276765 w 1343025"/>
                  <a:gd name="connsiteY10-3586" fmla="*/ 372406 h 1343025"/>
                  <a:gd name="connsiteX11-3587" fmla="*/ 1343025 w 1343025"/>
                  <a:gd name="connsiteY11-3588" fmla="*/ 602456 h 1343025"/>
                  <a:gd name="connsiteX12-3589" fmla="*/ 1173956 w 1343025"/>
                  <a:gd name="connsiteY12-3590" fmla="*/ 645318 h 1343025"/>
                  <a:gd name="connsiteX13-3591" fmla="*/ 1157287 w 1343025"/>
                  <a:gd name="connsiteY13-3592" fmla="*/ 812006 h 1343025"/>
                  <a:gd name="connsiteX14-3593" fmla="*/ 1307306 w 1343025"/>
                  <a:gd name="connsiteY14-3594" fmla="*/ 892968 h 1343025"/>
                  <a:gd name="connsiteX15-3595" fmla="*/ 1193006 w 1343025"/>
                  <a:gd name="connsiteY15-3596" fmla="*/ 1097756 h 1343025"/>
                  <a:gd name="connsiteX16-3597" fmla="*/ 1040606 w 1343025"/>
                  <a:gd name="connsiteY16-3598" fmla="*/ 1009650 h 1343025"/>
                  <a:gd name="connsiteX17-3599" fmla="*/ 919162 w 1343025"/>
                  <a:gd name="connsiteY17-3600" fmla="*/ 1112043 h 1343025"/>
                  <a:gd name="connsiteX18-3601" fmla="*/ 973931 w 1343025"/>
                  <a:gd name="connsiteY18-3602" fmla="*/ 1276350 h 1343025"/>
                  <a:gd name="connsiteX19-3603" fmla="*/ 738084 w 1343025"/>
                  <a:gd name="connsiteY19-3604" fmla="*/ 1343025 h 1343025"/>
                  <a:gd name="connsiteX20-3605" fmla="*/ 695325 w 1343025"/>
                  <a:gd name="connsiteY20-3606" fmla="*/ 1171575 h 1343025"/>
                  <a:gd name="connsiteX21-3607" fmla="*/ 535781 w 1343025"/>
                  <a:gd name="connsiteY21-3608" fmla="*/ 1154388 h 1343025"/>
                  <a:gd name="connsiteX22-3609" fmla="*/ 452437 w 1343025"/>
                  <a:gd name="connsiteY22-3610" fmla="*/ 1304925 h 1343025"/>
                  <a:gd name="connsiteX23-3611" fmla="*/ 245268 w 1343025"/>
                  <a:gd name="connsiteY23-3612" fmla="*/ 1193006 h 1343025"/>
                  <a:gd name="connsiteX24-3613" fmla="*/ 333375 w 1343025"/>
                  <a:gd name="connsiteY24-3614" fmla="*/ 1042987 h 1343025"/>
                  <a:gd name="connsiteX25-3615" fmla="*/ 226218 w 1343025"/>
                  <a:gd name="connsiteY25-3616" fmla="*/ 909637 h 1343025"/>
                  <a:gd name="connsiteX26-3617" fmla="*/ 63879 w 1343025"/>
                  <a:gd name="connsiteY26-3618" fmla="*/ 962957 h 1343025"/>
                  <a:gd name="connsiteX27-3619" fmla="*/ 0 w 1343025"/>
                  <a:gd name="connsiteY27-3620" fmla="*/ 733425 h 1343025"/>
                  <a:gd name="connsiteX28-3621" fmla="*/ 166687 w 1343025"/>
                  <a:gd name="connsiteY28-3622" fmla="*/ 690562 h 1343025"/>
                  <a:gd name="connsiteX29-3623" fmla="*/ 190500 w 1343025"/>
                  <a:gd name="connsiteY29-3624" fmla="*/ 521493 h 1343025"/>
                  <a:gd name="connsiteX30-3625" fmla="*/ 35718 w 1343025"/>
                  <a:gd name="connsiteY30-3626" fmla="*/ 440531 h 1343025"/>
                  <a:gd name="connsiteX31-3627" fmla="*/ 154781 w 1343025"/>
                  <a:gd name="connsiteY31-3628" fmla="*/ 242887 h 1343025"/>
                  <a:gd name="connsiteX32-3629" fmla="*/ 297656 w 1343025"/>
                  <a:gd name="connsiteY32-3630" fmla="*/ 330993 h 1343025"/>
                  <a:gd name="connsiteX0-3631" fmla="*/ 297656 w 1343025"/>
                  <a:gd name="connsiteY0-3632" fmla="*/ 330993 h 1343025"/>
                  <a:gd name="connsiteX1-3633" fmla="*/ 431006 w 1343025"/>
                  <a:gd name="connsiteY1-3634" fmla="*/ 226218 h 1343025"/>
                  <a:gd name="connsiteX2-3635" fmla="*/ 378618 w 1343025"/>
                  <a:gd name="connsiteY2-3636" fmla="*/ 61912 h 1343025"/>
                  <a:gd name="connsiteX3-3637" fmla="*/ 602456 w 1343025"/>
                  <a:gd name="connsiteY3-3638" fmla="*/ 0 h 1343025"/>
                  <a:gd name="connsiteX4-3639" fmla="*/ 652462 w 1343025"/>
                  <a:gd name="connsiteY4-3640" fmla="*/ 168551 h 1343025"/>
                  <a:gd name="connsiteX5-3641" fmla="*/ 816768 w 1343025"/>
                  <a:gd name="connsiteY5-3642" fmla="*/ 185737 h 1343025"/>
                  <a:gd name="connsiteX6-3643" fmla="*/ 901561 w 1343025"/>
                  <a:gd name="connsiteY6-3644" fmla="*/ 36133 h 1343025"/>
                  <a:gd name="connsiteX7-3645" fmla="*/ 1104900 w 1343025"/>
                  <a:gd name="connsiteY7-3646" fmla="*/ 150018 h 1343025"/>
                  <a:gd name="connsiteX8-3647" fmla="*/ 1012031 w 1343025"/>
                  <a:gd name="connsiteY8-3648" fmla="*/ 297656 h 1343025"/>
                  <a:gd name="connsiteX9-3649" fmla="*/ 1119187 w 1343025"/>
                  <a:gd name="connsiteY9-3650" fmla="*/ 431006 h 1343025"/>
                  <a:gd name="connsiteX10-3651" fmla="*/ 1276765 w 1343025"/>
                  <a:gd name="connsiteY10-3652" fmla="*/ 372406 h 1343025"/>
                  <a:gd name="connsiteX11-3653" fmla="*/ 1343025 w 1343025"/>
                  <a:gd name="connsiteY11-3654" fmla="*/ 602456 h 1343025"/>
                  <a:gd name="connsiteX12-3655" fmla="*/ 1173956 w 1343025"/>
                  <a:gd name="connsiteY12-3656" fmla="*/ 645318 h 1343025"/>
                  <a:gd name="connsiteX13-3657" fmla="*/ 1157287 w 1343025"/>
                  <a:gd name="connsiteY13-3658" fmla="*/ 812006 h 1343025"/>
                  <a:gd name="connsiteX14-3659" fmla="*/ 1307306 w 1343025"/>
                  <a:gd name="connsiteY14-3660" fmla="*/ 892968 h 1343025"/>
                  <a:gd name="connsiteX15-3661" fmla="*/ 1193006 w 1343025"/>
                  <a:gd name="connsiteY15-3662" fmla="*/ 1097756 h 1343025"/>
                  <a:gd name="connsiteX16-3663" fmla="*/ 1040606 w 1343025"/>
                  <a:gd name="connsiteY16-3664" fmla="*/ 1009650 h 1343025"/>
                  <a:gd name="connsiteX17-3665" fmla="*/ 919162 w 1343025"/>
                  <a:gd name="connsiteY17-3666" fmla="*/ 1112043 h 1343025"/>
                  <a:gd name="connsiteX18-3667" fmla="*/ 973931 w 1343025"/>
                  <a:gd name="connsiteY18-3668" fmla="*/ 1276350 h 1343025"/>
                  <a:gd name="connsiteX19-3669" fmla="*/ 738084 w 1343025"/>
                  <a:gd name="connsiteY19-3670" fmla="*/ 1343025 h 1343025"/>
                  <a:gd name="connsiteX20-3671" fmla="*/ 695325 w 1343025"/>
                  <a:gd name="connsiteY20-3672" fmla="*/ 1171575 h 1343025"/>
                  <a:gd name="connsiteX21-3673" fmla="*/ 535781 w 1343025"/>
                  <a:gd name="connsiteY21-3674" fmla="*/ 1154388 h 1343025"/>
                  <a:gd name="connsiteX22-3675" fmla="*/ 452437 w 1343025"/>
                  <a:gd name="connsiteY22-3676" fmla="*/ 1304925 h 1343025"/>
                  <a:gd name="connsiteX23-3677" fmla="*/ 245268 w 1343025"/>
                  <a:gd name="connsiteY23-3678" fmla="*/ 1193006 h 1343025"/>
                  <a:gd name="connsiteX24-3679" fmla="*/ 333375 w 1343025"/>
                  <a:gd name="connsiteY24-3680" fmla="*/ 1042987 h 1343025"/>
                  <a:gd name="connsiteX25-3681" fmla="*/ 226218 w 1343025"/>
                  <a:gd name="connsiteY25-3682" fmla="*/ 909637 h 1343025"/>
                  <a:gd name="connsiteX26-3683" fmla="*/ 63879 w 1343025"/>
                  <a:gd name="connsiteY26-3684" fmla="*/ 962957 h 1343025"/>
                  <a:gd name="connsiteX27-3685" fmla="*/ 0 w 1343025"/>
                  <a:gd name="connsiteY27-3686" fmla="*/ 733425 h 1343025"/>
                  <a:gd name="connsiteX28-3687" fmla="*/ 166687 w 1343025"/>
                  <a:gd name="connsiteY28-3688" fmla="*/ 690562 h 1343025"/>
                  <a:gd name="connsiteX29-3689" fmla="*/ 190500 w 1343025"/>
                  <a:gd name="connsiteY29-3690" fmla="*/ 521493 h 1343025"/>
                  <a:gd name="connsiteX30-3691" fmla="*/ 35718 w 1343025"/>
                  <a:gd name="connsiteY30-3692" fmla="*/ 440531 h 1343025"/>
                  <a:gd name="connsiteX31-3693" fmla="*/ 154781 w 1343025"/>
                  <a:gd name="connsiteY31-3694" fmla="*/ 242887 h 1343025"/>
                  <a:gd name="connsiteX32-3695" fmla="*/ 297656 w 1343025"/>
                  <a:gd name="connsiteY32-3696" fmla="*/ 330993 h 1343025"/>
                  <a:gd name="connsiteX0-3697" fmla="*/ 297656 w 1343025"/>
                  <a:gd name="connsiteY0-3698" fmla="*/ 330993 h 1343025"/>
                  <a:gd name="connsiteX1-3699" fmla="*/ 431006 w 1343025"/>
                  <a:gd name="connsiteY1-3700" fmla="*/ 226218 h 1343025"/>
                  <a:gd name="connsiteX2-3701" fmla="*/ 378618 w 1343025"/>
                  <a:gd name="connsiteY2-3702" fmla="*/ 61912 h 1343025"/>
                  <a:gd name="connsiteX3-3703" fmla="*/ 602456 w 1343025"/>
                  <a:gd name="connsiteY3-3704" fmla="*/ 0 h 1343025"/>
                  <a:gd name="connsiteX4-3705" fmla="*/ 652462 w 1343025"/>
                  <a:gd name="connsiteY4-3706" fmla="*/ 168551 h 1343025"/>
                  <a:gd name="connsiteX5-3707" fmla="*/ 816768 w 1343025"/>
                  <a:gd name="connsiteY5-3708" fmla="*/ 185737 h 1343025"/>
                  <a:gd name="connsiteX6-3709" fmla="*/ 901561 w 1343025"/>
                  <a:gd name="connsiteY6-3710" fmla="*/ 36133 h 1343025"/>
                  <a:gd name="connsiteX7-3711" fmla="*/ 1104900 w 1343025"/>
                  <a:gd name="connsiteY7-3712" fmla="*/ 150018 h 1343025"/>
                  <a:gd name="connsiteX8-3713" fmla="*/ 1012031 w 1343025"/>
                  <a:gd name="connsiteY8-3714" fmla="*/ 297656 h 1343025"/>
                  <a:gd name="connsiteX9-3715" fmla="*/ 1119187 w 1343025"/>
                  <a:gd name="connsiteY9-3716" fmla="*/ 431006 h 1343025"/>
                  <a:gd name="connsiteX10-3717" fmla="*/ 1276765 w 1343025"/>
                  <a:gd name="connsiteY10-3718" fmla="*/ 372406 h 1343025"/>
                  <a:gd name="connsiteX11-3719" fmla="*/ 1343025 w 1343025"/>
                  <a:gd name="connsiteY11-3720" fmla="*/ 602456 h 1343025"/>
                  <a:gd name="connsiteX12-3721" fmla="*/ 1173956 w 1343025"/>
                  <a:gd name="connsiteY12-3722" fmla="*/ 645318 h 1343025"/>
                  <a:gd name="connsiteX13-3723" fmla="*/ 1157287 w 1343025"/>
                  <a:gd name="connsiteY13-3724" fmla="*/ 812006 h 1343025"/>
                  <a:gd name="connsiteX14-3725" fmla="*/ 1307306 w 1343025"/>
                  <a:gd name="connsiteY14-3726" fmla="*/ 892968 h 1343025"/>
                  <a:gd name="connsiteX15-3727" fmla="*/ 1193006 w 1343025"/>
                  <a:gd name="connsiteY15-3728" fmla="*/ 1097756 h 1343025"/>
                  <a:gd name="connsiteX16-3729" fmla="*/ 1040606 w 1343025"/>
                  <a:gd name="connsiteY16-3730" fmla="*/ 1009650 h 1343025"/>
                  <a:gd name="connsiteX17-3731" fmla="*/ 919162 w 1343025"/>
                  <a:gd name="connsiteY17-3732" fmla="*/ 1112043 h 1343025"/>
                  <a:gd name="connsiteX18-3733" fmla="*/ 973931 w 1343025"/>
                  <a:gd name="connsiteY18-3734" fmla="*/ 1276350 h 1343025"/>
                  <a:gd name="connsiteX19-3735" fmla="*/ 738084 w 1343025"/>
                  <a:gd name="connsiteY19-3736" fmla="*/ 1343025 h 1343025"/>
                  <a:gd name="connsiteX20-3737" fmla="*/ 695325 w 1343025"/>
                  <a:gd name="connsiteY20-3738" fmla="*/ 1171575 h 1343025"/>
                  <a:gd name="connsiteX21-3739" fmla="*/ 535781 w 1343025"/>
                  <a:gd name="connsiteY21-3740" fmla="*/ 1154388 h 1343025"/>
                  <a:gd name="connsiteX22-3741" fmla="*/ 452437 w 1343025"/>
                  <a:gd name="connsiteY22-3742" fmla="*/ 1304925 h 1343025"/>
                  <a:gd name="connsiteX23-3743" fmla="*/ 245268 w 1343025"/>
                  <a:gd name="connsiteY23-3744" fmla="*/ 1193006 h 1343025"/>
                  <a:gd name="connsiteX24-3745" fmla="*/ 333375 w 1343025"/>
                  <a:gd name="connsiteY24-3746" fmla="*/ 1042987 h 1343025"/>
                  <a:gd name="connsiteX25-3747" fmla="*/ 226218 w 1343025"/>
                  <a:gd name="connsiteY25-3748" fmla="*/ 909637 h 1343025"/>
                  <a:gd name="connsiteX26-3749" fmla="*/ 63879 w 1343025"/>
                  <a:gd name="connsiteY26-3750" fmla="*/ 962957 h 1343025"/>
                  <a:gd name="connsiteX27-3751" fmla="*/ 0 w 1343025"/>
                  <a:gd name="connsiteY27-3752" fmla="*/ 733425 h 1343025"/>
                  <a:gd name="connsiteX28-3753" fmla="*/ 166687 w 1343025"/>
                  <a:gd name="connsiteY28-3754" fmla="*/ 690562 h 1343025"/>
                  <a:gd name="connsiteX29-3755" fmla="*/ 190500 w 1343025"/>
                  <a:gd name="connsiteY29-3756" fmla="*/ 521493 h 1343025"/>
                  <a:gd name="connsiteX30-3757" fmla="*/ 35718 w 1343025"/>
                  <a:gd name="connsiteY30-3758" fmla="*/ 440531 h 1343025"/>
                  <a:gd name="connsiteX31-3759" fmla="*/ 154781 w 1343025"/>
                  <a:gd name="connsiteY31-3760" fmla="*/ 242887 h 1343025"/>
                  <a:gd name="connsiteX32-3761" fmla="*/ 297656 w 1343025"/>
                  <a:gd name="connsiteY32-3762" fmla="*/ 330993 h 1343025"/>
                  <a:gd name="connsiteX0-3763" fmla="*/ 297656 w 1343025"/>
                  <a:gd name="connsiteY0-3764" fmla="*/ 330993 h 1343025"/>
                  <a:gd name="connsiteX1-3765" fmla="*/ 431006 w 1343025"/>
                  <a:gd name="connsiteY1-3766" fmla="*/ 226218 h 1343025"/>
                  <a:gd name="connsiteX2-3767" fmla="*/ 378618 w 1343025"/>
                  <a:gd name="connsiteY2-3768" fmla="*/ 61912 h 1343025"/>
                  <a:gd name="connsiteX3-3769" fmla="*/ 602456 w 1343025"/>
                  <a:gd name="connsiteY3-3770" fmla="*/ 0 h 1343025"/>
                  <a:gd name="connsiteX4-3771" fmla="*/ 652462 w 1343025"/>
                  <a:gd name="connsiteY4-3772" fmla="*/ 168551 h 1343025"/>
                  <a:gd name="connsiteX5-3773" fmla="*/ 816768 w 1343025"/>
                  <a:gd name="connsiteY5-3774" fmla="*/ 185737 h 1343025"/>
                  <a:gd name="connsiteX6-3775" fmla="*/ 901561 w 1343025"/>
                  <a:gd name="connsiteY6-3776" fmla="*/ 36133 h 1343025"/>
                  <a:gd name="connsiteX7-3777" fmla="*/ 1104900 w 1343025"/>
                  <a:gd name="connsiteY7-3778" fmla="*/ 150018 h 1343025"/>
                  <a:gd name="connsiteX8-3779" fmla="*/ 1012031 w 1343025"/>
                  <a:gd name="connsiteY8-3780" fmla="*/ 297656 h 1343025"/>
                  <a:gd name="connsiteX9-3781" fmla="*/ 1119187 w 1343025"/>
                  <a:gd name="connsiteY9-3782" fmla="*/ 431006 h 1343025"/>
                  <a:gd name="connsiteX10-3783" fmla="*/ 1276765 w 1343025"/>
                  <a:gd name="connsiteY10-3784" fmla="*/ 372406 h 1343025"/>
                  <a:gd name="connsiteX11-3785" fmla="*/ 1343025 w 1343025"/>
                  <a:gd name="connsiteY11-3786" fmla="*/ 602456 h 1343025"/>
                  <a:gd name="connsiteX12-3787" fmla="*/ 1173956 w 1343025"/>
                  <a:gd name="connsiteY12-3788" fmla="*/ 645318 h 1343025"/>
                  <a:gd name="connsiteX13-3789" fmla="*/ 1157287 w 1343025"/>
                  <a:gd name="connsiteY13-3790" fmla="*/ 812006 h 1343025"/>
                  <a:gd name="connsiteX14-3791" fmla="*/ 1307306 w 1343025"/>
                  <a:gd name="connsiteY14-3792" fmla="*/ 892968 h 1343025"/>
                  <a:gd name="connsiteX15-3793" fmla="*/ 1193006 w 1343025"/>
                  <a:gd name="connsiteY15-3794" fmla="*/ 1097756 h 1343025"/>
                  <a:gd name="connsiteX16-3795" fmla="*/ 1040606 w 1343025"/>
                  <a:gd name="connsiteY16-3796" fmla="*/ 1009650 h 1343025"/>
                  <a:gd name="connsiteX17-3797" fmla="*/ 919162 w 1343025"/>
                  <a:gd name="connsiteY17-3798" fmla="*/ 1112043 h 1343025"/>
                  <a:gd name="connsiteX18-3799" fmla="*/ 973931 w 1343025"/>
                  <a:gd name="connsiteY18-3800" fmla="*/ 1276350 h 1343025"/>
                  <a:gd name="connsiteX19-3801" fmla="*/ 738084 w 1343025"/>
                  <a:gd name="connsiteY19-3802" fmla="*/ 1343025 h 1343025"/>
                  <a:gd name="connsiteX20-3803" fmla="*/ 695325 w 1343025"/>
                  <a:gd name="connsiteY20-3804" fmla="*/ 1171575 h 1343025"/>
                  <a:gd name="connsiteX21-3805" fmla="*/ 535781 w 1343025"/>
                  <a:gd name="connsiteY21-3806" fmla="*/ 1154388 h 1343025"/>
                  <a:gd name="connsiteX22-3807" fmla="*/ 452437 w 1343025"/>
                  <a:gd name="connsiteY22-3808" fmla="*/ 1304925 h 1343025"/>
                  <a:gd name="connsiteX23-3809" fmla="*/ 245268 w 1343025"/>
                  <a:gd name="connsiteY23-3810" fmla="*/ 1193006 h 1343025"/>
                  <a:gd name="connsiteX24-3811" fmla="*/ 333375 w 1343025"/>
                  <a:gd name="connsiteY24-3812" fmla="*/ 1042987 h 1343025"/>
                  <a:gd name="connsiteX25-3813" fmla="*/ 226218 w 1343025"/>
                  <a:gd name="connsiteY25-3814" fmla="*/ 909637 h 1343025"/>
                  <a:gd name="connsiteX26-3815" fmla="*/ 63879 w 1343025"/>
                  <a:gd name="connsiteY26-3816" fmla="*/ 962957 h 1343025"/>
                  <a:gd name="connsiteX27-3817" fmla="*/ 0 w 1343025"/>
                  <a:gd name="connsiteY27-3818" fmla="*/ 733425 h 1343025"/>
                  <a:gd name="connsiteX28-3819" fmla="*/ 166687 w 1343025"/>
                  <a:gd name="connsiteY28-3820" fmla="*/ 690562 h 1343025"/>
                  <a:gd name="connsiteX29-3821" fmla="*/ 190500 w 1343025"/>
                  <a:gd name="connsiteY29-3822" fmla="*/ 521493 h 1343025"/>
                  <a:gd name="connsiteX30-3823" fmla="*/ 35718 w 1343025"/>
                  <a:gd name="connsiteY30-3824" fmla="*/ 440531 h 1343025"/>
                  <a:gd name="connsiteX31-3825" fmla="*/ 154781 w 1343025"/>
                  <a:gd name="connsiteY31-3826" fmla="*/ 242887 h 1343025"/>
                  <a:gd name="connsiteX32-3827" fmla="*/ 297656 w 1343025"/>
                  <a:gd name="connsiteY32-3828" fmla="*/ 330993 h 1343025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1343025" h="1343025">
                    <a:moveTo>
                      <a:pt x="297656" y="330993"/>
                    </a:moveTo>
                    <a:cubicBezTo>
                      <a:pt x="346075" y="285749"/>
                      <a:pt x="380206" y="254793"/>
                      <a:pt x="431006" y="226218"/>
                    </a:cubicBezTo>
                    <a:lnTo>
                      <a:pt x="378618" y="61912"/>
                    </a:lnTo>
                    <a:cubicBezTo>
                      <a:pt x="441325" y="31750"/>
                      <a:pt x="527843" y="11112"/>
                      <a:pt x="602456" y="0"/>
                    </a:cubicBezTo>
                    <a:lnTo>
                      <a:pt x="652462" y="168551"/>
                    </a:lnTo>
                    <a:cubicBezTo>
                      <a:pt x="695636" y="169172"/>
                      <a:pt x="766761" y="173831"/>
                      <a:pt x="816768" y="185737"/>
                    </a:cubicBezTo>
                    <a:lnTo>
                      <a:pt x="901561" y="36133"/>
                    </a:lnTo>
                    <a:cubicBezTo>
                      <a:pt x="965579" y="60221"/>
                      <a:pt x="1043781" y="101600"/>
                      <a:pt x="1104900" y="150018"/>
                    </a:cubicBezTo>
                    <a:lnTo>
                      <a:pt x="1012031" y="297656"/>
                    </a:lnTo>
                    <a:cubicBezTo>
                      <a:pt x="1054100" y="338137"/>
                      <a:pt x="1089024" y="378618"/>
                      <a:pt x="1119187" y="431006"/>
                    </a:cubicBezTo>
                    <a:lnTo>
                      <a:pt x="1276765" y="372406"/>
                    </a:lnTo>
                    <a:cubicBezTo>
                      <a:pt x="1311690" y="446224"/>
                      <a:pt x="1334293" y="523875"/>
                      <a:pt x="1343025" y="602456"/>
                    </a:cubicBezTo>
                    <a:lnTo>
                      <a:pt x="1173956" y="645318"/>
                    </a:lnTo>
                    <a:cubicBezTo>
                      <a:pt x="1175544" y="693737"/>
                      <a:pt x="1177130" y="744537"/>
                      <a:pt x="1157287" y="812006"/>
                    </a:cubicBezTo>
                    <a:lnTo>
                      <a:pt x="1307306" y="892968"/>
                    </a:lnTo>
                    <a:cubicBezTo>
                      <a:pt x="1290637" y="958850"/>
                      <a:pt x="1246740" y="1034255"/>
                      <a:pt x="1193006" y="1097756"/>
                    </a:cubicBezTo>
                    <a:lnTo>
                      <a:pt x="1040606" y="1009650"/>
                    </a:lnTo>
                    <a:cubicBezTo>
                      <a:pt x="1014413" y="1043781"/>
                      <a:pt x="964406" y="1087437"/>
                      <a:pt x="919162" y="1112043"/>
                    </a:cubicBezTo>
                    <a:lnTo>
                      <a:pt x="973931" y="1276350"/>
                    </a:lnTo>
                    <a:cubicBezTo>
                      <a:pt x="900112" y="1310481"/>
                      <a:pt x="828571" y="1330325"/>
                      <a:pt x="738084" y="1343025"/>
                    </a:cubicBezTo>
                    <a:lnTo>
                      <a:pt x="695325" y="1171575"/>
                    </a:lnTo>
                    <a:cubicBezTo>
                      <a:pt x="651669" y="1176337"/>
                      <a:pt x="586580" y="1168676"/>
                      <a:pt x="535781" y="1154388"/>
                    </a:cubicBezTo>
                    <a:lnTo>
                      <a:pt x="452437" y="1304925"/>
                    </a:lnTo>
                    <a:cubicBezTo>
                      <a:pt x="392906" y="1293812"/>
                      <a:pt x="302417" y="1239837"/>
                      <a:pt x="245268" y="1193006"/>
                    </a:cubicBezTo>
                    <a:lnTo>
                      <a:pt x="333375" y="1042987"/>
                    </a:lnTo>
                    <a:cubicBezTo>
                      <a:pt x="293204" y="1012721"/>
                      <a:pt x="255311" y="954500"/>
                      <a:pt x="226218" y="909637"/>
                    </a:cubicBezTo>
                    <a:lnTo>
                      <a:pt x="63879" y="962957"/>
                    </a:lnTo>
                    <a:cubicBezTo>
                      <a:pt x="34406" y="902528"/>
                      <a:pt x="7938" y="815181"/>
                      <a:pt x="0" y="733425"/>
                    </a:cubicBezTo>
                    <a:lnTo>
                      <a:pt x="166687" y="690562"/>
                    </a:lnTo>
                    <a:cubicBezTo>
                      <a:pt x="172243" y="621506"/>
                      <a:pt x="173037" y="583406"/>
                      <a:pt x="190500" y="521493"/>
                    </a:cubicBezTo>
                    <a:lnTo>
                      <a:pt x="35718" y="440531"/>
                    </a:lnTo>
                    <a:cubicBezTo>
                      <a:pt x="65881" y="367506"/>
                      <a:pt x="100806" y="296862"/>
                      <a:pt x="154781" y="242887"/>
                    </a:cubicBezTo>
                    <a:lnTo>
                      <a:pt x="297656" y="33099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5" name="Freeform 204"/>
              <p:cNvSpPr/>
              <p:nvPr/>
            </p:nvSpPr>
            <p:spPr>
              <a:xfrm>
                <a:off x="3670950" y="1386236"/>
                <a:ext cx="2610070" cy="2609410"/>
              </a:xfrm>
              <a:custGeom>
                <a:avLst/>
                <a:gdLst>
                  <a:gd name="connsiteX0" fmla="*/ 850952 w 2597643"/>
                  <a:gd name="connsiteY0" fmla="*/ 447869 h 2601375"/>
                  <a:gd name="connsiteX1" fmla="*/ 1160729 w 2597643"/>
                  <a:gd name="connsiteY1" fmla="*/ 354563 h 2601375"/>
                  <a:gd name="connsiteX2" fmla="*/ 1164461 w 2597643"/>
                  <a:gd name="connsiteY2" fmla="*/ 0 h 2601375"/>
                  <a:gd name="connsiteX3" fmla="*/ 1645920 w 2597643"/>
                  <a:gd name="connsiteY3" fmla="*/ 41055 h 2601375"/>
                  <a:gd name="connsiteX4" fmla="*/ 1582472 w 2597643"/>
                  <a:gd name="connsiteY4" fmla="*/ 388153 h 2601375"/>
                  <a:gd name="connsiteX5" fmla="*/ 1884784 w 2597643"/>
                  <a:gd name="connsiteY5" fmla="*/ 537443 h 2601375"/>
                  <a:gd name="connsiteX6" fmla="*/ 2142309 w 2597643"/>
                  <a:gd name="connsiteY6" fmla="*/ 298579 h 2601375"/>
                  <a:gd name="connsiteX7" fmla="*/ 2429692 w 2597643"/>
                  <a:gd name="connsiteY7" fmla="*/ 656875 h 2601375"/>
                  <a:gd name="connsiteX8" fmla="*/ 2146041 w 2597643"/>
                  <a:gd name="connsiteY8" fmla="*/ 850952 h 2601375"/>
                  <a:gd name="connsiteX9" fmla="*/ 2246812 w 2597643"/>
                  <a:gd name="connsiteY9" fmla="*/ 1194318 h 2601375"/>
                  <a:gd name="connsiteX10" fmla="*/ 2597643 w 2597643"/>
                  <a:gd name="connsiteY10" fmla="*/ 1160728 h 2601375"/>
                  <a:gd name="connsiteX11" fmla="*/ 2556588 w 2597643"/>
                  <a:gd name="connsiteY11" fmla="*/ 1645920 h 2601375"/>
                  <a:gd name="connsiteX12" fmla="*/ 2209489 w 2597643"/>
                  <a:gd name="connsiteY12" fmla="*/ 1593668 h 2601375"/>
                  <a:gd name="connsiteX13" fmla="*/ 2052735 w 2597643"/>
                  <a:gd name="connsiteY13" fmla="*/ 1877319 h 2601375"/>
                  <a:gd name="connsiteX14" fmla="*/ 2291599 w 2597643"/>
                  <a:gd name="connsiteY14" fmla="*/ 2134844 h 2601375"/>
                  <a:gd name="connsiteX15" fmla="*/ 1944500 w 2597643"/>
                  <a:gd name="connsiteY15" fmla="*/ 2437156 h 2601375"/>
                  <a:gd name="connsiteX16" fmla="*/ 1724298 w 2597643"/>
                  <a:gd name="connsiteY16" fmla="*/ 2153505 h 2601375"/>
                  <a:gd name="connsiteX17" fmla="*/ 1429450 w 2597643"/>
                  <a:gd name="connsiteY17" fmla="*/ 2246811 h 2601375"/>
                  <a:gd name="connsiteX18" fmla="*/ 1410789 w 2597643"/>
                  <a:gd name="connsiteY18" fmla="*/ 2601375 h 2601375"/>
                  <a:gd name="connsiteX19" fmla="*/ 944258 w 2597643"/>
                  <a:gd name="connsiteY19" fmla="*/ 2560320 h 2601375"/>
                  <a:gd name="connsiteX20" fmla="*/ 1011439 w 2597643"/>
                  <a:gd name="connsiteY20" fmla="*/ 2213221 h 2601375"/>
                  <a:gd name="connsiteX21" fmla="*/ 716591 w 2597643"/>
                  <a:gd name="connsiteY21" fmla="*/ 2067664 h 2601375"/>
                  <a:gd name="connsiteX22" fmla="*/ 459067 w 2597643"/>
                  <a:gd name="connsiteY22" fmla="*/ 2299063 h 2601375"/>
                  <a:gd name="connsiteX23" fmla="*/ 164219 w 2597643"/>
                  <a:gd name="connsiteY23" fmla="*/ 1955696 h 2601375"/>
                  <a:gd name="connsiteX24" fmla="*/ 440405 w 2597643"/>
                  <a:gd name="connsiteY24" fmla="*/ 1731761 h 2601375"/>
                  <a:gd name="connsiteX25" fmla="*/ 343367 w 2597643"/>
                  <a:gd name="connsiteY25" fmla="*/ 1425717 h 2601375"/>
                  <a:gd name="connsiteX26" fmla="*/ 0 w 2597643"/>
                  <a:gd name="connsiteY26" fmla="*/ 1440646 h 2601375"/>
                  <a:gd name="connsiteX27" fmla="*/ 33591 w 2597643"/>
                  <a:gd name="connsiteY27" fmla="*/ 974116 h 2601375"/>
                  <a:gd name="connsiteX28" fmla="*/ 380689 w 2597643"/>
                  <a:gd name="connsiteY28" fmla="*/ 1007706 h 2601375"/>
                  <a:gd name="connsiteX29" fmla="*/ 529979 w 2597643"/>
                  <a:gd name="connsiteY29" fmla="*/ 724055 h 2601375"/>
                  <a:gd name="connsiteX30" fmla="*/ 287383 w 2597643"/>
                  <a:gd name="connsiteY30" fmla="*/ 470263 h 2601375"/>
                  <a:gd name="connsiteX31" fmla="*/ 630750 w 2597643"/>
                  <a:gd name="connsiteY31" fmla="*/ 171683 h 2601375"/>
                  <a:gd name="connsiteX32" fmla="*/ 850952 w 2597643"/>
                  <a:gd name="connsiteY32" fmla="*/ 447869 h 2601375"/>
                  <a:gd name="connsiteX0-1" fmla="*/ 850952 w 2597643"/>
                  <a:gd name="connsiteY0-2" fmla="*/ 447869 h 2601375"/>
                  <a:gd name="connsiteX1-3" fmla="*/ 1160729 w 2597643"/>
                  <a:gd name="connsiteY1-4" fmla="*/ 354563 h 2601375"/>
                  <a:gd name="connsiteX2-5" fmla="*/ 1164461 w 2597643"/>
                  <a:gd name="connsiteY2-6" fmla="*/ 0 h 2601375"/>
                  <a:gd name="connsiteX3-7" fmla="*/ 1645920 w 2597643"/>
                  <a:gd name="connsiteY3-8" fmla="*/ 41055 h 2601375"/>
                  <a:gd name="connsiteX4-9" fmla="*/ 1582472 w 2597643"/>
                  <a:gd name="connsiteY4-10" fmla="*/ 388153 h 2601375"/>
                  <a:gd name="connsiteX5-11" fmla="*/ 1884784 w 2597643"/>
                  <a:gd name="connsiteY5-12" fmla="*/ 537443 h 2601375"/>
                  <a:gd name="connsiteX6-13" fmla="*/ 2142309 w 2597643"/>
                  <a:gd name="connsiteY6-14" fmla="*/ 298579 h 2601375"/>
                  <a:gd name="connsiteX7-15" fmla="*/ 2429692 w 2597643"/>
                  <a:gd name="connsiteY7-16" fmla="*/ 656875 h 2601375"/>
                  <a:gd name="connsiteX8-17" fmla="*/ 2146041 w 2597643"/>
                  <a:gd name="connsiteY8-18" fmla="*/ 850952 h 2601375"/>
                  <a:gd name="connsiteX9-19" fmla="*/ 2246812 w 2597643"/>
                  <a:gd name="connsiteY9-20" fmla="*/ 1194318 h 2601375"/>
                  <a:gd name="connsiteX10-21" fmla="*/ 2597643 w 2597643"/>
                  <a:gd name="connsiteY10-22" fmla="*/ 1160728 h 2601375"/>
                  <a:gd name="connsiteX11-23" fmla="*/ 2556588 w 2597643"/>
                  <a:gd name="connsiteY11-24" fmla="*/ 1645920 h 2601375"/>
                  <a:gd name="connsiteX12-25" fmla="*/ 2209489 w 2597643"/>
                  <a:gd name="connsiteY12-26" fmla="*/ 1593668 h 2601375"/>
                  <a:gd name="connsiteX13-27" fmla="*/ 2052735 w 2597643"/>
                  <a:gd name="connsiteY13-28" fmla="*/ 1877319 h 2601375"/>
                  <a:gd name="connsiteX14-29" fmla="*/ 2291599 w 2597643"/>
                  <a:gd name="connsiteY14-30" fmla="*/ 2134844 h 2601375"/>
                  <a:gd name="connsiteX15-31" fmla="*/ 1944500 w 2597643"/>
                  <a:gd name="connsiteY15-32" fmla="*/ 2437156 h 2601375"/>
                  <a:gd name="connsiteX16-33" fmla="*/ 1724298 w 2597643"/>
                  <a:gd name="connsiteY16-34" fmla="*/ 2153505 h 2601375"/>
                  <a:gd name="connsiteX17-35" fmla="*/ 1429450 w 2597643"/>
                  <a:gd name="connsiteY17-36" fmla="*/ 2246811 h 2601375"/>
                  <a:gd name="connsiteX18-37" fmla="*/ 1410789 w 2597643"/>
                  <a:gd name="connsiteY18-38" fmla="*/ 2601375 h 2601375"/>
                  <a:gd name="connsiteX19-39" fmla="*/ 944258 w 2597643"/>
                  <a:gd name="connsiteY19-40" fmla="*/ 2560320 h 2601375"/>
                  <a:gd name="connsiteX20-41" fmla="*/ 1011439 w 2597643"/>
                  <a:gd name="connsiteY20-42" fmla="*/ 2213221 h 2601375"/>
                  <a:gd name="connsiteX21-43" fmla="*/ 716591 w 2597643"/>
                  <a:gd name="connsiteY21-44" fmla="*/ 2067664 h 2601375"/>
                  <a:gd name="connsiteX22-45" fmla="*/ 459067 w 2597643"/>
                  <a:gd name="connsiteY22-46" fmla="*/ 2299063 h 2601375"/>
                  <a:gd name="connsiteX23-47" fmla="*/ 164219 w 2597643"/>
                  <a:gd name="connsiteY23-48" fmla="*/ 1955696 h 2601375"/>
                  <a:gd name="connsiteX24-49" fmla="*/ 440405 w 2597643"/>
                  <a:gd name="connsiteY24-50" fmla="*/ 1731761 h 2601375"/>
                  <a:gd name="connsiteX25-51" fmla="*/ 343367 w 2597643"/>
                  <a:gd name="connsiteY25-52" fmla="*/ 1425717 h 2601375"/>
                  <a:gd name="connsiteX26-53" fmla="*/ 0 w 2597643"/>
                  <a:gd name="connsiteY26-54" fmla="*/ 1440646 h 2601375"/>
                  <a:gd name="connsiteX27-55" fmla="*/ 33591 w 2597643"/>
                  <a:gd name="connsiteY27-56" fmla="*/ 974116 h 2601375"/>
                  <a:gd name="connsiteX28-57" fmla="*/ 380689 w 2597643"/>
                  <a:gd name="connsiteY28-58" fmla="*/ 1007706 h 2601375"/>
                  <a:gd name="connsiteX29-59" fmla="*/ 529979 w 2597643"/>
                  <a:gd name="connsiteY29-60" fmla="*/ 724055 h 2601375"/>
                  <a:gd name="connsiteX30-61" fmla="*/ 287383 w 2597643"/>
                  <a:gd name="connsiteY30-62" fmla="*/ 470263 h 2601375"/>
                  <a:gd name="connsiteX31-63" fmla="*/ 630750 w 2597643"/>
                  <a:gd name="connsiteY31-64" fmla="*/ 171683 h 2601375"/>
                  <a:gd name="connsiteX32-65" fmla="*/ 850952 w 2597643"/>
                  <a:gd name="connsiteY32-66" fmla="*/ 447869 h 2601375"/>
                  <a:gd name="connsiteX0-67" fmla="*/ 850952 w 2597643"/>
                  <a:gd name="connsiteY0-68" fmla="*/ 447869 h 2601375"/>
                  <a:gd name="connsiteX1-69" fmla="*/ 1160729 w 2597643"/>
                  <a:gd name="connsiteY1-70" fmla="*/ 354563 h 2601375"/>
                  <a:gd name="connsiteX2-71" fmla="*/ 1164461 w 2597643"/>
                  <a:gd name="connsiteY2-72" fmla="*/ 0 h 2601375"/>
                  <a:gd name="connsiteX3-73" fmla="*/ 1645920 w 2597643"/>
                  <a:gd name="connsiteY3-74" fmla="*/ 41055 h 2601375"/>
                  <a:gd name="connsiteX4-75" fmla="*/ 1582472 w 2597643"/>
                  <a:gd name="connsiteY4-76" fmla="*/ 388153 h 2601375"/>
                  <a:gd name="connsiteX5-77" fmla="*/ 1884784 w 2597643"/>
                  <a:gd name="connsiteY5-78" fmla="*/ 537443 h 2601375"/>
                  <a:gd name="connsiteX6-79" fmla="*/ 2142309 w 2597643"/>
                  <a:gd name="connsiteY6-80" fmla="*/ 298579 h 2601375"/>
                  <a:gd name="connsiteX7-81" fmla="*/ 2429692 w 2597643"/>
                  <a:gd name="connsiteY7-82" fmla="*/ 656875 h 2601375"/>
                  <a:gd name="connsiteX8-83" fmla="*/ 2146041 w 2597643"/>
                  <a:gd name="connsiteY8-84" fmla="*/ 850952 h 2601375"/>
                  <a:gd name="connsiteX9-85" fmla="*/ 2246812 w 2597643"/>
                  <a:gd name="connsiteY9-86" fmla="*/ 1194318 h 2601375"/>
                  <a:gd name="connsiteX10-87" fmla="*/ 2597643 w 2597643"/>
                  <a:gd name="connsiteY10-88" fmla="*/ 1160728 h 2601375"/>
                  <a:gd name="connsiteX11-89" fmla="*/ 2556588 w 2597643"/>
                  <a:gd name="connsiteY11-90" fmla="*/ 1645920 h 2601375"/>
                  <a:gd name="connsiteX12-91" fmla="*/ 2209489 w 2597643"/>
                  <a:gd name="connsiteY12-92" fmla="*/ 1593668 h 2601375"/>
                  <a:gd name="connsiteX13-93" fmla="*/ 2052735 w 2597643"/>
                  <a:gd name="connsiteY13-94" fmla="*/ 1877319 h 2601375"/>
                  <a:gd name="connsiteX14-95" fmla="*/ 2291599 w 2597643"/>
                  <a:gd name="connsiteY14-96" fmla="*/ 2134844 h 2601375"/>
                  <a:gd name="connsiteX15-97" fmla="*/ 1944500 w 2597643"/>
                  <a:gd name="connsiteY15-98" fmla="*/ 2437156 h 2601375"/>
                  <a:gd name="connsiteX16-99" fmla="*/ 1724298 w 2597643"/>
                  <a:gd name="connsiteY16-100" fmla="*/ 2153505 h 2601375"/>
                  <a:gd name="connsiteX17-101" fmla="*/ 1429450 w 2597643"/>
                  <a:gd name="connsiteY17-102" fmla="*/ 2246811 h 2601375"/>
                  <a:gd name="connsiteX18-103" fmla="*/ 1410789 w 2597643"/>
                  <a:gd name="connsiteY18-104" fmla="*/ 2601375 h 2601375"/>
                  <a:gd name="connsiteX19-105" fmla="*/ 944258 w 2597643"/>
                  <a:gd name="connsiteY19-106" fmla="*/ 2560320 h 2601375"/>
                  <a:gd name="connsiteX20-107" fmla="*/ 1011439 w 2597643"/>
                  <a:gd name="connsiteY20-108" fmla="*/ 2213221 h 2601375"/>
                  <a:gd name="connsiteX21-109" fmla="*/ 716591 w 2597643"/>
                  <a:gd name="connsiteY21-110" fmla="*/ 2067664 h 2601375"/>
                  <a:gd name="connsiteX22-111" fmla="*/ 459067 w 2597643"/>
                  <a:gd name="connsiteY22-112" fmla="*/ 2299063 h 2601375"/>
                  <a:gd name="connsiteX23-113" fmla="*/ 164219 w 2597643"/>
                  <a:gd name="connsiteY23-114" fmla="*/ 1955696 h 2601375"/>
                  <a:gd name="connsiteX24-115" fmla="*/ 440405 w 2597643"/>
                  <a:gd name="connsiteY24-116" fmla="*/ 1731761 h 2601375"/>
                  <a:gd name="connsiteX25-117" fmla="*/ 343367 w 2597643"/>
                  <a:gd name="connsiteY25-118" fmla="*/ 1425717 h 2601375"/>
                  <a:gd name="connsiteX26-119" fmla="*/ 0 w 2597643"/>
                  <a:gd name="connsiteY26-120" fmla="*/ 1440646 h 2601375"/>
                  <a:gd name="connsiteX27-121" fmla="*/ 33591 w 2597643"/>
                  <a:gd name="connsiteY27-122" fmla="*/ 974116 h 2601375"/>
                  <a:gd name="connsiteX28-123" fmla="*/ 380689 w 2597643"/>
                  <a:gd name="connsiteY28-124" fmla="*/ 1007706 h 2601375"/>
                  <a:gd name="connsiteX29-125" fmla="*/ 529979 w 2597643"/>
                  <a:gd name="connsiteY29-126" fmla="*/ 724055 h 2601375"/>
                  <a:gd name="connsiteX30-127" fmla="*/ 287383 w 2597643"/>
                  <a:gd name="connsiteY30-128" fmla="*/ 470263 h 2601375"/>
                  <a:gd name="connsiteX31-129" fmla="*/ 630750 w 2597643"/>
                  <a:gd name="connsiteY31-130" fmla="*/ 171683 h 2601375"/>
                  <a:gd name="connsiteX32-131" fmla="*/ 850952 w 2597643"/>
                  <a:gd name="connsiteY32-132" fmla="*/ 447869 h 2601375"/>
                  <a:gd name="connsiteX0-133" fmla="*/ 850952 w 2597643"/>
                  <a:gd name="connsiteY0-134" fmla="*/ 447869 h 2601375"/>
                  <a:gd name="connsiteX1-135" fmla="*/ 1160729 w 2597643"/>
                  <a:gd name="connsiteY1-136" fmla="*/ 354563 h 2601375"/>
                  <a:gd name="connsiteX2-137" fmla="*/ 1164461 w 2597643"/>
                  <a:gd name="connsiteY2-138" fmla="*/ 0 h 2601375"/>
                  <a:gd name="connsiteX3-139" fmla="*/ 1645920 w 2597643"/>
                  <a:gd name="connsiteY3-140" fmla="*/ 41055 h 2601375"/>
                  <a:gd name="connsiteX4-141" fmla="*/ 1582472 w 2597643"/>
                  <a:gd name="connsiteY4-142" fmla="*/ 388153 h 2601375"/>
                  <a:gd name="connsiteX5-143" fmla="*/ 1884784 w 2597643"/>
                  <a:gd name="connsiteY5-144" fmla="*/ 537443 h 2601375"/>
                  <a:gd name="connsiteX6-145" fmla="*/ 2142309 w 2597643"/>
                  <a:gd name="connsiteY6-146" fmla="*/ 298579 h 2601375"/>
                  <a:gd name="connsiteX7-147" fmla="*/ 2429692 w 2597643"/>
                  <a:gd name="connsiteY7-148" fmla="*/ 656875 h 2601375"/>
                  <a:gd name="connsiteX8-149" fmla="*/ 2146041 w 2597643"/>
                  <a:gd name="connsiteY8-150" fmla="*/ 850952 h 2601375"/>
                  <a:gd name="connsiteX9-151" fmla="*/ 2246812 w 2597643"/>
                  <a:gd name="connsiteY9-152" fmla="*/ 1194318 h 2601375"/>
                  <a:gd name="connsiteX10-153" fmla="*/ 2597643 w 2597643"/>
                  <a:gd name="connsiteY10-154" fmla="*/ 1160728 h 2601375"/>
                  <a:gd name="connsiteX11-155" fmla="*/ 2556588 w 2597643"/>
                  <a:gd name="connsiteY11-156" fmla="*/ 1645920 h 2601375"/>
                  <a:gd name="connsiteX12-157" fmla="*/ 2209489 w 2597643"/>
                  <a:gd name="connsiteY12-158" fmla="*/ 1593668 h 2601375"/>
                  <a:gd name="connsiteX13-159" fmla="*/ 2052735 w 2597643"/>
                  <a:gd name="connsiteY13-160" fmla="*/ 1877319 h 2601375"/>
                  <a:gd name="connsiteX14-161" fmla="*/ 2291599 w 2597643"/>
                  <a:gd name="connsiteY14-162" fmla="*/ 2134844 h 2601375"/>
                  <a:gd name="connsiteX15-163" fmla="*/ 1944500 w 2597643"/>
                  <a:gd name="connsiteY15-164" fmla="*/ 2437156 h 2601375"/>
                  <a:gd name="connsiteX16-165" fmla="*/ 1724298 w 2597643"/>
                  <a:gd name="connsiteY16-166" fmla="*/ 2153505 h 2601375"/>
                  <a:gd name="connsiteX17-167" fmla="*/ 1429450 w 2597643"/>
                  <a:gd name="connsiteY17-168" fmla="*/ 2246811 h 2601375"/>
                  <a:gd name="connsiteX18-169" fmla="*/ 1410789 w 2597643"/>
                  <a:gd name="connsiteY18-170" fmla="*/ 2601375 h 2601375"/>
                  <a:gd name="connsiteX19-171" fmla="*/ 944258 w 2597643"/>
                  <a:gd name="connsiteY19-172" fmla="*/ 2560320 h 2601375"/>
                  <a:gd name="connsiteX20-173" fmla="*/ 1011439 w 2597643"/>
                  <a:gd name="connsiteY20-174" fmla="*/ 2213221 h 2601375"/>
                  <a:gd name="connsiteX21-175" fmla="*/ 716591 w 2597643"/>
                  <a:gd name="connsiteY21-176" fmla="*/ 2067664 h 2601375"/>
                  <a:gd name="connsiteX22-177" fmla="*/ 459067 w 2597643"/>
                  <a:gd name="connsiteY22-178" fmla="*/ 2299063 h 2601375"/>
                  <a:gd name="connsiteX23-179" fmla="*/ 164219 w 2597643"/>
                  <a:gd name="connsiteY23-180" fmla="*/ 1955696 h 2601375"/>
                  <a:gd name="connsiteX24-181" fmla="*/ 440405 w 2597643"/>
                  <a:gd name="connsiteY24-182" fmla="*/ 1731761 h 2601375"/>
                  <a:gd name="connsiteX25-183" fmla="*/ 343367 w 2597643"/>
                  <a:gd name="connsiteY25-184" fmla="*/ 1425717 h 2601375"/>
                  <a:gd name="connsiteX26-185" fmla="*/ 0 w 2597643"/>
                  <a:gd name="connsiteY26-186" fmla="*/ 1440646 h 2601375"/>
                  <a:gd name="connsiteX27-187" fmla="*/ 33591 w 2597643"/>
                  <a:gd name="connsiteY27-188" fmla="*/ 974116 h 2601375"/>
                  <a:gd name="connsiteX28-189" fmla="*/ 380689 w 2597643"/>
                  <a:gd name="connsiteY28-190" fmla="*/ 1007706 h 2601375"/>
                  <a:gd name="connsiteX29-191" fmla="*/ 529979 w 2597643"/>
                  <a:gd name="connsiteY29-192" fmla="*/ 724055 h 2601375"/>
                  <a:gd name="connsiteX30-193" fmla="*/ 287383 w 2597643"/>
                  <a:gd name="connsiteY30-194" fmla="*/ 470263 h 2601375"/>
                  <a:gd name="connsiteX31-195" fmla="*/ 630750 w 2597643"/>
                  <a:gd name="connsiteY31-196" fmla="*/ 171683 h 2601375"/>
                  <a:gd name="connsiteX32-197" fmla="*/ 850952 w 2597643"/>
                  <a:gd name="connsiteY32-198" fmla="*/ 447869 h 2601375"/>
                  <a:gd name="connsiteX0-199" fmla="*/ 850952 w 2597643"/>
                  <a:gd name="connsiteY0-200" fmla="*/ 447869 h 2601375"/>
                  <a:gd name="connsiteX1-201" fmla="*/ 1160729 w 2597643"/>
                  <a:gd name="connsiteY1-202" fmla="*/ 354563 h 2601375"/>
                  <a:gd name="connsiteX2-203" fmla="*/ 1164461 w 2597643"/>
                  <a:gd name="connsiteY2-204" fmla="*/ 0 h 2601375"/>
                  <a:gd name="connsiteX3-205" fmla="*/ 1645920 w 2597643"/>
                  <a:gd name="connsiteY3-206" fmla="*/ 41055 h 2601375"/>
                  <a:gd name="connsiteX4-207" fmla="*/ 1582472 w 2597643"/>
                  <a:gd name="connsiteY4-208" fmla="*/ 388153 h 2601375"/>
                  <a:gd name="connsiteX5-209" fmla="*/ 1884784 w 2597643"/>
                  <a:gd name="connsiteY5-210" fmla="*/ 537443 h 2601375"/>
                  <a:gd name="connsiteX6-211" fmla="*/ 2142309 w 2597643"/>
                  <a:gd name="connsiteY6-212" fmla="*/ 298579 h 2601375"/>
                  <a:gd name="connsiteX7-213" fmla="*/ 2429692 w 2597643"/>
                  <a:gd name="connsiteY7-214" fmla="*/ 656875 h 2601375"/>
                  <a:gd name="connsiteX8-215" fmla="*/ 2146041 w 2597643"/>
                  <a:gd name="connsiteY8-216" fmla="*/ 850952 h 2601375"/>
                  <a:gd name="connsiteX9-217" fmla="*/ 2246812 w 2597643"/>
                  <a:gd name="connsiteY9-218" fmla="*/ 1194318 h 2601375"/>
                  <a:gd name="connsiteX10-219" fmla="*/ 2597643 w 2597643"/>
                  <a:gd name="connsiteY10-220" fmla="*/ 1160728 h 2601375"/>
                  <a:gd name="connsiteX11-221" fmla="*/ 2556588 w 2597643"/>
                  <a:gd name="connsiteY11-222" fmla="*/ 1645920 h 2601375"/>
                  <a:gd name="connsiteX12-223" fmla="*/ 2209489 w 2597643"/>
                  <a:gd name="connsiteY12-224" fmla="*/ 1593668 h 2601375"/>
                  <a:gd name="connsiteX13-225" fmla="*/ 2052735 w 2597643"/>
                  <a:gd name="connsiteY13-226" fmla="*/ 1877319 h 2601375"/>
                  <a:gd name="connsiteX14-227" fmla="*/ 2291599 w 2597643"/>
                  <a:gd name="connsiteY14-228" fmla="*/ 2134844 h 2601375"/>
                  <a:gd name="connsiteX15-229" fmla="*/ 1944500 w 2597643"/>
                  <a:gd name="connsiteY15-230" fmla="*/ 2437156 h 2601375"/>
                  <a:gd name="connsiteX16-231" fmla="*/ 1724298 w 2597643"/>
                  <a:gd name="connsiteY16-232" fmla="*/ 2153505 h 2601375"/>
                  <a:gd name="connsiteX17-233" fmla="*/ 1429450 w 2597643"/>
                  <a:gd name="connsiteY17-234" fmla="*/ 2246811 h 2601375"/>
                  <a:gd name="connsiteX18-235" fmla="*/ 1410789 w 2597643"/>
                  <a:gd name="connsiteY18-236" fmla="*/ 2601375 h 2601375"/>
                  <a:gd name="connsiteX19-237" fmla="*/ 944258 w 2597643"/>
                  <a:gd name="connsiteY19-238" fmla="*/ 2560320 h 2601375"/>
                  <a:gd name="connsiteX20-239" fmla="*/ 1011439 w 2597643"/>
                  <a:gd name="connsiteY20-240" fmla="*/ 2213221 h 2601375"/>
                  <a:gd name="connsiteX21-241" fmla="*/ 716591 w 2597643"/>
                  <a:gd name="connsiteY21-242" fmla="*/ 2067664 h 2601375"/>
                  <a:gd name="connsiteX22-243" fmla="*/ 459067 w 2597643"/>
                  <a:gd name="connsiteY22-244" fmla="*/ 2299063 h 2601375"/>
                  <a:gd name="connsiteX23-245" fmla="*/ 164219 w 2597643"/>
                  <a:gd name="connsiteY23-246" fmla="*/ 1955696 h 2601375"/>
                  <a:gd name="connsiteX24-247" fmla="*/ 440405 w 2597643"/>
                  <a:gd name="connsiteY24-248" fmla="*/ 1731761 h 2601375"/>
                  <a:gd name="connsiteX25-249" fmla="*/ 343367 w 2597643"/>
                  <a:gd name="connsiteY25-250" fmla="*/ 1425717 h 2601375"/>
                  <a:gd name="connsiteX26-251" fmla="*/ 0 w 2597643"/>
                  <a:gd name="connsiteY26-252" fmla="*/ 1440646 h 2601375"/>
                  <a:gd name="connsiteX27-253" fmla="*/ 33591 w 2597643"/>
                  <a:gd name="connsiteY27-254" fmla="*/ 974116 h 2601375"/>
                  <a:gd name="connsiteX28-255" fmla="*/ 380689 w 2597643"/>
                  <a:gd name="connsiteY28-256" fmla="*/ 1007706 h 2601375"/>
                  <a:gd name="connsiteX29-257" fmla="*/ 529979 w 2597643"/>
                  <a:gd name="connsiteY29-258" fmla="*/ 724055 h 2601375"/>
                  <a:gd name="connsiteX30-259" fmla="*/ 287383 w 2597643"/>
                  <a:gd name="connsiteY30-260" fmla="*/ 470263 h 2601375"/>
                  <a:gd name="connsiteX31-261" fmla="*/ 630750 w 2597643"/>
                  <a:gd name="connsiteY31-262" fmla="*/ 171683 h 2601375"/>
                  <a:gd name="connsiteX32-263" fmla="*/ 850952 w 2597643"/>
                  <a:gd name="connsiteY32-264" fmla="*/ 447869 h 2601375"/>
                  <a:gd name="connsiteX0-265" fmla="*/ 850952 w 2601026"/>
                  <a:gd name="connsiteY0-266" fmla="*/ 447869 h 2601375"/>
                  <a:gd name="connsiteX1-267" fmla="*/ 1160729 w 2601026"/>
                  <a:gd name="connsiteY1-268" fmla="*/ 354563 h 2601375"/>
                  <a:gd name="connsiteX2-269" fmla="*/ 1164461 w 2601026"/>
                  <a:gd name="connsiteY2-270" fmla="*/ 0 h 2601375"/>
                  <a:gd name="connsiteX3-271" fmla="*/ 1645920 w 2601026"/>
                  <a:gd name="connsiteY3-272" fmla="*/ 41055 h 2601375"/>
                  <a:gd name="connsiteX4-273" fmla="*/ 1582472 w 2601026"/>
                  <a:gd name="connsiteY4-274" fmla="*/ 388153 h 2601375"/>
                  <a:gd name="connsiteX5-275" fmla="*/ 1884784 w 2601026"/>
                  <a:gd name="connsiteY5-276" fmla="*/ 537443 h 2601375"/>
                  <a:gd name="connsiteX6-277" fmla="*/ 2142309 w 2601026"/>
                  <a:gd name="connsiteY6-278" fmla="*/ 298579 h 2601375"/>
                  <a:gd name="connsiteX7-279" fmla="*/ 2429692 w 2601026"/>
                  <a:gd name="connsiteY7-280" fmla="*/ 656875 h 2601375"/>
                  <a:gd name="connsiteX8-281" fmla="*/ 2146041 w 2601026"/>
                  <a:gd name="connsiteY8-282" fmla="*/ 850952 h 2601375"/>
                  <a:gd name="connsiteX9-283" fmla="*/ 2246812 w 2601026"/>
                  <a:gd name="connsiteY9-284" fmla="*/ 1194318 h 2601375"/>
                  <a:gd name="connsiteX10-285" fmla="*/ 2597643 w 2601026"/>
                  <a:gd name="connsiteY10-286" fmla="*/ 1160728 h 2601375"/>
                  <a:gd name="connsiteX11-287" fmla="*/ 2556588 w 2601026"/>
                  <a:gd name="connsiteY11-288" fmla="*/ 1645920 h 2601375"/>
                  <a:gd name="connsiteX12-289" fmla="*/ 2209489 w 2601026"/>
                  <a:gd name="connsiteY12-290" fmla="*/ 1593668 h 2601375"/>
                  <a:gd name="connsiteX13-291" fmla="*/ 2052735 w 2601026"/>
                  <a:gd name="connsiteY13-292" fmla="*/ 1877319 h 2601375"/>
                  <a:gd name="connsiteX14-293" fmla="*/ 2291599 w 2601026"/>
                  <a:gd name="connsiteY14-294" fmla="*/ 2134844 h 2601375"/>
                  <a:gd name="connsiteX15-295" fmla="*/ 1944500 w 2601026"/>
                  <a:gd name="connsiteY15-296" fmla="*/ 2437156 h 2601375"/>
                  <a:gd name="connsiteX16-297" fmla="*/ 1724298 w 2601026"/>
                  <a:gd name="connsiteY16-298" fmla="*/ 2153505 h 2601375"/>
                  <a:gd name="connsiteX17-299" fmla="*/ 1429450 w 2601026"/>
                  <a:gd name="connsiteY17-300" fmla="*/ 2246811 h 2601375"/>
                  <a:gd name="connsiteX18-301" fmla="*/ 1410789 w 2601026"/>
                  <a:gd name="connsiteY18-302" fmla="*/ 2601375 h 2601375"/>
                  <a:gd name="connsiteX19-303" fmla="*/ 944258 w 2601026"/>
                  <a:gd name="connsiteY19-304" fmla="*/ 2560320 h 2601375"/>
                  <a:gd name="connsiteX20-305" fmla="*/ 1011439 w 2601026"/>
                  <a:gd name="connsiteY20-306" fmla="*/ 2213221 h 2601375"/>
                  <a:gd name="connsiteX21-307" fmla="*/ 716591 w 2601026"/>
                  <a:gd name="connsiteY21-308" fmla="*/ 2067664 h 2601375"/>
                  <a:gd name="connsiteX22-309" fmla="*/ 459067 w 2601026"/>
                  <a:gd name="connsiteY22-310" fmla="*/ 2299063 h 2601375"/>
                  <a:gd name="connsiteX23-311" fmla="*/ 164219 w 2601026"/>
                  <a:gd name="connsiteY23-312" fmla="*/ 1955696 h 2601375"/>
                  <a:gd name="connsiteX24-313" fmla="*/ 440405 w 2601026"/>
                  <a:gd name="connsiteY24-314" fmla="*/ 1731761 h 2601375"/>
                  <a:gd name="connsiteX25-315" fmla="*/ 343367 w 2601026"/>
                  <a:gd name="connsiteY25-316" fmla="*/ 1425717 h 2601375"/>
                  <a:gd name="connsiteX26-317" fmla="*/ 0 w 2601026"/>
                  <a:gd name="connsiteY26-318" fmla="*/ 1440646 h 2601375"/>
                  <a:gd name="connsiteX27-319" fmla="*/ 33591 w 2601026"/>
                  <a:gd name="connsiteY27-320" fmla="*/ 974116 h 2601375"/>
                  <a:gd name="connsiteX28-321" fmla="*/ 380689 w 2601026"/>
                  <a:gd name="connsiteY28-322" fmla="*/ 1007706 h 2601375"/>
                  <a:gd name="connsiteX29-323" fmla="*/ 529979 w 2601026"/>
                  <a:gd name="connsiteY29-324" fmla="*/ 724055 h 2601375"/>
                  <a:gd name="connsiteX30-325" fmla="*/ 287383 w 2601026"/>
                  <a:gd name="connsiteY30-326" fmla="*/ 470263 h 2601375"/>
                  <a:gd name="connsiteX31-327" fmla="*/ 630750 w 2601026"/>
                  <a:gd name="connsiteY31-328" fmla="*/ 171683 h 2601375"/>
                  <a:gd name="connsiteX32-329" fmla="*/ 850952 w 2601026"/>
                  <a:gd name="connsiteY32-330" fmla="*/ 447869 h 2601375"/>
                  <a:gd name="connsiteX0-331" fmla="*/ 850952 w 2601026"/>
                  <a:gd name="connsiteY0-332" fmla="*/ 447869 h 2601375"/>
                  <a:gd name="connsiteX1-333" fmla="*/ 1160729 w 2601026"/>
                  <a:gd name="connsiteY1-334" fmla="*/ 354563 h 2601375"/>
                  <a:gd name="connsiteX2-335" fmla="*/ 1164461 w 2601026"/>
                  <a:gd name="connsiteY2-336" fmla="*/ 0 h 2601375"/>
                  <a:gd name="connsiteX3-337" fmla="*/ 1645920 w 2601026"/>
                  <a:gd name="connsiteY3-338" fmla="*/ 41055 h 2601375"/>
                  <a:gd name="connsiteX4-339" fmla="*/ 1582472 w 2601026"/>
                  <a:gd name="connsiteY4-340" fmla="*/ 388153 h 2601375"/>
                  <a:gd name="connsiteX5-341" fmla="*/ 1884784 w 2601026"/>
                  <a:gd name="connsiteY5-342" fmla="*/ 537443 h 2601375"/>
                  <a:gd name="connsiteX6-343" fmla="*/ 2142309 w 2601026"/>
                  <a:gd name="connsiteY6-344" fmla="*/ 298579 h 2601375"/>
                  <a:gd name="connsiteX7-345" fmla="*/ 2429692 w 2601026"/>
                  <a:gd name="connsiteY7-346" fmla="*/ 656875 h 2601375"/>
                  <a:gd name="connsiteX8-347" fmla="*/ 2146041 w 2601026"/>
                  <a:gd name="connsiteY8-348" fmla="*/ 850952 h 2601375"/>
                  <a:gd name="connsiteX9-349" fmla="*/ 2246812 w 2601026"/>
                  <a:gd name="connsiteY9-350" fmla="*/ 1194318 h 2601375"/>
                  <a:gd name="connsiteX10-351" fmla="*/ 2597643 w 2601026"/>
                  <a:gd name="connsiteY10-352" fmla="*/ 1160728 h 2601375"/>
                  <a:gd name="connsiteX11-353" fmla="*/ 2556588 w 2601026"/>
                  <a:gd name="connsiteY11-354" fmla="*/ 1645920 h 2601375"/>
                  <a:gd name="connsiteX12-355" fmla="*/ 2209489 w 2601026"/>
                  <a:gd name="connsiteY12-356" fmla="*/ 1593668 h 2601375"/>
                  <a:gd name="connsiteX13-357" fmla="*/ 2052735 w 2601026"/>
                  <a:gd name="connsiteY13-358" fmla="*/ 1877319 h 2601375"/>
                  <a:gd name="connsiteX14-359" fmla="*/ 2291599 w 2601026"/>
                  <a:gd name="connsiteY14-360" fmla="*/ 2134844 h 2601375"/>
                  <a:gd name="connsiteX15-361" fmla="*/ 1944500 w 2601026"/>
                  <a:gd name="connsiteY15-362" fmla="*/ 2437156 h 2601375"/>
                  <a:gd name="connsiteX16-363" fmla="*/ 1724298 w 2601026"/>
                  <a:gd name="connsiteY16-364" fmla="*/ 2153505 h 2601375"/>
                  <a:gd name="connsiteX17-365" fmla="*/ 1429450 w 2601026"/>
                  <a:gd name="connsiteY17-366" fmla="*/ 2246811 h 2601375"/>
                  <a:gd name="connsiteX18-367" fmla="*/ 1410789 w 2601026"/>
                  <a:gd name="connsiteY18-368" fmla="*/ 2601375 h 2601375"/>
                  <a:gd name="connsiteX19-369" fmla="*/ 944258 w 2601026"/>
                  <a:gd name="connsiteY19-370" fmla="*/ 2560320 h 2601375"/>
                  <a:gd name="connsiteX20-371" fmla="*/ 1011439 w 2601026"/>
                  <a:gd name="connsiteY20-372" fmla="*/ 2213221 h 2601375"/>
                  <a:gd name="connsiteX21-373" fmla="*/ 716591 w 2601026"/>
                  <a:gd name="connsiteY21-374" fmla="*/ 2067664 h 2601375"/>
                  <a:gd name="connsiteX22-375" fmla="*/ 459067 w 2601026"/>
                  <a:gd name="connsiteY22-376" fmla="*/ 2299063 h 2601375"/>
                  <a:gd name="connsiteX23-377" fmla="*/ 164219 w 2601026"/>
                  <a:gd name="connsiteY23-378" fmla="*/ 1955696 h 2601375"/>
                  <a:gd name="connsiteX24-379" fmla="*/ 440405 w 2601026"/>
                  <a:gd name="connsiteY24-380" fmla="*/ 1731761 h 2601375"/>
                  <a:gd name="connsiteX25-381" fmla="*/ 343367 w 2601026"/>
                  <a:gd name="connsiteY25-382" fmla="*/ 1425717 h 2601375"/>
                  <a:gd name="connsiteX26-383" fmla="*/ 0 w 2601026"/>
                  <a:gd name="connsiteY26-384" fmla="*/ 1440646 h 2601375"/>
                  <a:gd name="connsiteX27-385" fmla="*/ 33591 w 2601026"/>
                  <a:gd name="connsiteY27-386" fmla="*/ 974116 h 2601375"/>
                  <a:gd name="connsiteX28-387" fmla="*/ 380689 w 2601026"/>
                  <a:gd name="connsiteY28-388" fmla="*/ 1007706 h 2601375"/>
                  <a:gd name="connsiteX29-389" fmla="*/ 529979 w 2601026"/>
                  <a:gd name="connsiteY29-390" fmla="*/ 724055 h 2601375"/>
                  <a:gd name="connsiteX30-391" fmla="*/ 287383 w 2601026"/>
                  <a:gd name="connsiteY30-392" fmla="*/ 470263 h 2601375"/>
                  <a:gd name="connsiteX31-393" fmla="*/ 630750 w 2601026"/>
                  <a:gd name="connsiteY31-394" fmla="*/ 171683 h 2601375"/>
                  <a:gd name="connsiteX32-395" fmla="*/ 850952 w 2601026"/>
                  <a:gd name="connsiteY32-396" fmla="*/ 447869 h 2601375"/>
                  <a:gd name="connsiteX0-397" fmla="*/ 850952 w 2601026"/>
                  <a:gd name="connsiteY0-398" fmla="*/ 447869 h 2601375"/>
                  <a:gd name="connsiteX1-399" fmla="*/ 1160729 w 2601026"/>
                  <a:gd name="connsiteY1-400" fmla="*/ 354563 h 2601375"/>
                  <a:gd name="connsiteX2-401" fmla="*/ 1164461 w 2601026"/>
                  <a:gd name="connsiteY2-402" fmla="*/ 0 h 2601375"/>
                  <a:gd name="connsiteX3-403" fmla="*/ 1645920 w 2601026"/>
                  <a:gd name="connsiteY3-404" fmla="*/ 41055 h 2601375"/>
                  <a:gd name="connsiteX4-405" fmla="*/ 1582472 w 2601026"/>
                  <a:gd name="connsiteY4-406" fmla="*/ 388153 h 2601375"/>
                  <a:gd name="connsiteX5-407" fmla="*/ 1884784 w 2601026"/>
                  <a:gd name="connsiteY5-408" fmla="*/ 537443 h 2601375"/>
                  <a:gd name="connsiteX6-409" fmla="*/ 2142309 w 2601026"/>
                  <a:gd name="connsiteY6-410" fmla="*/ 298579 h 2601375"/>
                  <a:gd name="connsiteX7-411" fmla="*/ 2429692 w 2601026"/>
                  <a:gd name="connsiteY7-412" fmla="*/ 656875 h 2601375"/>
                  <a:gd name="connsiteX8-413" fmla="*/ 2146041 w 2601026"/>
                  <a:gd name="connsiteY8-414" fmla="*/ 850952 h 2601375"/>
                  <a:gd name="connsiteX9-415" fmla="*/ 2246812 w 2601026"/>
                  <a:gd name="connsiteY9-416" fmla="*/ 1194318 h 2601375"/>
                  <a:gd name="connsiteX10-417" fmla="*/ 2597643 w 2601026"/>
                  <a:gd name="connsiteY10-418" fmla="*/ 1160728 h 2601375"/>
                  <a:gd name="connsiteX11-419" fmla="*/ 2556588 w 2601026"/>
                  <a:gd name="connsiteY11-420" fmla="*/ 1645920 h 2601375"/>
                  <a:gd name="connsiteX12-421" fmla="*/ 2209489 w 2601026"/>
                  <a:gd name="connsiteY12-422" fmla="*/ 1593668 h 2601375"/>
                  <a:gd name="connsiteX13-423" fmla="*/ 2052735 w 2601026"/>
                  <a:gd name="connsiteY13-424" fmla="*/ 1877319 h 2601375"/>
                  <a:gd name="connsiteX14-425" fmla="*/ 2291599 w 2601026"/>
                  <a:gd name="connsiteY14-426" fmla="*/ 2134844 h 2601375"/>
                  <a:gd name="connsiteX15-427" fmla="*/ 1944500 w 2601026"/>
                  <a:gd name="connsiteY15-428" fmla="*/ 2437156 h 2601375"/>
                  <a:gd name="connsiteX16-429" fmla="*/ 1724298 w 2601026"/>
                  <a:gd name="connsiteY16-430" fmla="*/ 2153505 h 2601375"/>
                  <a:gd name="connsiteX17-431" fmla="*/ 1429450 w 2601026"/>
                  <a:gd name="connsiteY17-432" fmla="*/ 2246811 h 2601375"/>
                  <a:gd name="connsiteX18-433" fmla="*/ 1410789 w 2601026"/>
                  <a:gd name="connsiteY18-434" fmla="*/ 2601375 h 2601375"/>
                  <a:gd name="connsiteX19-435" fmla="*/ 944258 w 2601026"/>
                  <a:gd name="connsiteY19-436" fmla="*/ 2560320 h 2601375"/>
                  <a:gd name="connsiteX20-437" fmla="*/ 1011439 w 2601026"/>
                  <a:gd name="connsiteY20-438" fmla="*/ 2213221 h 2601375"/>
                  <a:gd name="connsiteX21-439" fmla="*/ 716591 w 2601026"/>
                  <a:gd name="connsiteY21-440" fmla="*/ 2067664 h 2601375"/>
                  <a:gd name="connsiteX22-441" fmla="*/ 459067 w 2601026"/>
                  <a:gd name="connsiteY22-442" fmla="*/ 2299063 h 2601375"/>
                  <a:gd name="connsiteX23-443" fmla="*/ 164219 w 2601026"/>
                  <a:gd name="connsiteY23-444" fmla="*/ 1955696 h 2601375"/>
                  <a:gd name="connsiteX24-445" fmla="*/ 440405 w 2601026"/>
                  <a:gd name="connsiteY24-446" fmla="*/ 1731761 h 2601375"/>
                  <a:gd name="connsiteX25-447" fmla="*/ 343367 w 2601026"/>
                  <a:gd name="connsiteY25-448" fmla="*/ 1425717 h 2601375"/>
                  <a:gd name="connsiteX26-449" fmla="*/ 0 w 2601026"/>
                  <a:gd name="connsiteY26-450" fmla="*/ 1440646 h 2601375"/>
                  <a:gd name="connsiteX27-451" fmla="*/ 33591 w 2601026"/>
                  <a:gd name="connsiteY27-452" fmla="*/ 974116 h 2601375"/>
                  <a:gd name="connsiteX28-453" fmla="*/ 380689 w 2601026"/>
                  <a:gd name="connsiteY28-454" fmla="*/ 1007706 h 2601375"/>
                  <a:gd name="connsiteX29-455" fmla="*/ 529979 w 2601026"/>
                  <a:gd name="connsiteY29-456" fmla="*/ 724055 h 2601375"/>
                  <a:gd name="connsiteX30-457" fmla="*/ 287383 w 2601026"/>
                  <a:gd name="connsiteY30-458" fmla="*/ 470263 h 2601375"/>
                  <a:gd name="connsiteX31-459" fmla="*/ 630750 w 2601026"/>
                  <a:gd name="connsiteY31-460" fmla="*/ 171683 h 2601375"/>
                  <a:gd name="connsiteX32-461" fmla="*/ 850952 w 2601026"/>
                  <a:gd name="connsiteY32-462" fmla="*/ 447869 h 2601375"/>
                  <a:gd name="connsiteX0-463" fmla="*/ 850952 w 2601026"/>
                  <a:gd name="connsiteY0-464" fmla="*/ 447869 h 2601375"/>
                  <a:gd name="connsiteX1-465" fmla="*/ 1160729 w 2601026"/>
                  <a:gd name="connsiteY1-466" fmla="*/ 354563 h 2601375"/>
                  <a:gd name="connsiteX2-467" fmla="*/ 1164461 w 2601026"/>
                  <a:gd name="connsiteY2-468" fmla="*/ 0 h 2601375"/>
                  <a:gd name="connsiteX3-469" fmla="*/ 1645920 w 2601026"/>
                  <a:gd name="connsiteY3-470" fmla="*/ 41055 h 2601375"/>
                  <a:gd name="connsiteX4-471" fmla="*/ 1582472 w 2601026"/>
                  <a:gd name="connsiteY4-472" fmla="*/ 388153 h 2601375"/>
                  <a:gd name="connsiteX5-473" fmla="*/ 1884784 w 2601026"/>
                  <a:gd name="connsiteY5-474" fmla="*/ 537443 h 2601375"/>
                  <a:gd name="connsiteX6-475" fmla="*/ 2142309 w 2601026"/>
                  <a:gd name="connsiteY6-476" fmla="*/ 298579 h 2601375"/>
                  <a:gd name="connsiteX7-477" fmla="*/ 2429692 w 2601026"/>
                  <a:gd name="connsiteY7-478" fmla="*/ 656875 h 2601375"/>
                  <a:gd name="connsiteX8-479" fmla="*/ 2146041 w 2601026"/>
                  <a:gd name="connsiteY8-480" fmla="*/ 850952 h 2601375"/>
                  <a:gd name="connsiteX9-481" fmla="*/ 2246812 w 2601026"/>
                  <a:gd name="connsiteY9-482" fmla="*/ 1194318 h 2601375"/>
                  <a:gd name="connsiteX10-483" fmla="*/ 2597643 w 2601026"/>
                  <a:gd name="connsiteY10-484" fmla="*/ 1160728 h 2601375"/>
                  <a:gd name="connsiteX11-485" fmla="*/ 2556588 w 2601026"/>
                  <a:gd name="connsiteY11-486" fmla="*/ 1645920 h 2601375"/>
                  <a:gd name="connsiteX12-487" fmla="*/ 2209489 w 2601026"/>
                  <a:gd name="connsiteY12-488" fmla="*/ 1593668 h 2601375"/>
                  <a:gd name="connsiteX13-489" fmla="*/ 2052735 w 2601026"/>
                  <a:gd name="connsiteY13-490" fmla="*/ 1877319 h 2601375"/>
                  <a:gd name="connsiteX14-491" fmla="*/ 2291599 w 2601026"/>
                  <a:gd name="connsiteY14-492" fmla="*/ 2134844 h 2601375"/>
                  <a:gd name="connsiteX15-493" fmla="*/ 1944500 w 2601026"/>
                  <a:gd name="connsiteY15-494" fmla="*/ 2437156 h 2601375"/>
                  <a:gd name="connsiteX16-495" fmla="*/ 1724298 w 2601026"/>
                  <a:gd name="connsiteY16-496" fmla="*/ 2153505 h 2601375"/>
                  <a:gd name="connsiteX17-497" fmla="*/ 1429450 w 2601026"/>
                  <a:gd name="connsiteY17-498" fmla="*/ 2246811 h 2601375"/>
                  <a:gd name="connsiteX18-499" fmla="*/ 1410789 w 2601026"/>
                  <a:gd name="connsiteY18-500" fmla="*/ 2601375 h 2601375"/>
                  <a:gd name="connsiteX19-501" fmla="*/ 944258 w 2601026"/>
                  <a:gd name="connsiteY19-502" fmla="*/ 2560320 h 2601375"/>
                  <a:gd name="connsiteX20-503" fmla="*/ 1011439 w 2601026"/>
                  <a:gd name="connsiteY20-504" fmla="*/ 2213221 h 2601375"/>
                  <a:gd name="connsiteX21-505" fmla="*/ 716591 w 2601026"/>
                  <a:gd name="connsiteY21-506" fmla="*/ 2067664 h 2601375"/>
                  <a:gd name="connsiteX22-507" fmla="*/ 459067 w 2601026"/>
                  <a:gd name="connsiteY22-508" fmla="*/ 2299063 h 2601375"/>
                  <a:gd name="connsiteX23-509" fmla="*/ 164219 w 2601026"/>
                  <a:gd name="connsiteY23-510" fmla="*/ 1955696 h 2601375"/>
                  <a:gd name="connsiteX24-511" fmla="*/ 440405 w 2601026"/>
                  <a:gd name="connsiteY24-512" fmla="*/ 1731761 h 2601375"/>
                  <a:gd name="connsiteX25-513" fmla="*/ 343367 w 2601026"/>
                  <a:gd name="connsiteY25-514" fmla="*/ 1425717 h 2601375"/>
                  <a:gd name="connsiteX26-515" fmla="*/ 0 w 2601026"/>
                  <a:gd name="connsiteY26-516" fmla="*/ 1440646 h 2601375"/>
                  <a:gd name="connsiteX27-517" fmla="*/ 33591 w 2601026"/>
                  <a:gd name="connsiteY27-518" fmla="*/ 974116 h 2601375"/>
                  <a:gd name="connsiteX28-519" fmla="*/ 380689 w 2601026"/>
                  <a:gd name="connsiteY28-520" fmla="*/ 1007706 h 2601375"/>
                  <a:gd name="connsiteX29-521" fmla="*/ 529979 w 2601026"/>
                  <a:gd name="connsiteY29-522" fmla="*/ 724055 h 2601375"/>
                  <a:gd name="connsiteX30-523" fmla="*/ 287383 w 2601026"/>
                  <a:gd name="connsiteY30-524" fmla="*/ 470263 h 2601375"/>
                  <a:gd name="connsiteX31-525" fmla="*/ 630750 w 2601026"/>
                  <a:gd name="connsiteY31-526" fmla="*/ 171683 h 2601375"/>
                  <a:gd name="connsiteX32-527" fmla="*/ 850952 w 2601026"/>
                  <a:gd name="connsiteY32-528" fmla="*/ 447869 h 2601375"/>
                  <a:gd name="connsiteX0-529" fmla="*/ 850952 w 2601026"/>
                  <a:gd name="connsiteY0-530" fmla="*/ 447869 h 2601375"/>
                  <a:gd name="connsiteX1-531" fmla="*/ 1160729 w 2601026"/>
                  <a:gd name="connsiteY1-532" fmla="*/ 354563 h 2601375"/>
                  <a:gd name="connsiteX2-533" fmla="*/ 1164461 w 2601026"/>
                  <a:gd name="connsiteY2-534" fmla="*/ 0 h 2601375"/>
                  <a:gd name="connsiteX3-535" fmla="*/ 1645920 w 2601026"/>
                  <a:gd name="connsiteY3-536" fmla="*/ 41055 h 2601375"/>
                  <a:gd name="connsiteX4-537" fmla="*/ 1582472 w 2601026"/>
                  <a:gd name="connsiteY4-538" fmla="*/ 388153 h 2601375"/>
                  <a:gd name="connsiteX5-539" fmla="*/ 1884784 w 2601026"/>
                  <a:gd name="connsiteY5-540" fmla="*/ 537443 h 2601375"/>
                  <a:gd name="connsiteX6-541" fmla="*/ 2142309 w 2601026"/>
                  <a:gd name="connsiteY6-542" fmla="*/ 298579 h 2601375"/>
                  <a:gd name="connsiteX7-543" fmla="*/ 2429692 w 2601026"/>
                  <a:gd name="connsiteY7-544" fmla="*/ 656875 h 2601375"/>
                  <a:gd name="connsiteX8-545" fmla="*/ 2146041 w 2601026"/>
                  <a:gd name="connsiteY8-546" fmla="*/ 850952 h 2601375"/>
                  <a:gd name="connsiteX9-547" fmla="*/ 2246812 w 2601026"/>
                  <a:gd name="connsiteY9-548" fmla="*/ 1194318 h 2601375"/>
                  <a:gd name="connsiteX10-549" fmla="*/ 2597643 w 2601026"/>
                  <a:gd name="connsiteY10-550" fmla="*/ 1160728 h 2601375"/>
                  <a:gd name="connsiteX11-551" fmla="*/ 2556588 w 2601026"/>
                  <a:gd name="connsiteY11-552" fmla="*/ 1645920 h 2601375"/>
                  <a:gd name="connsiteX12-553" fmla="*/ 2209489 w 2601026"/>
                  <a:gd name="connsiteY12-554" fmla="*/ 1593668 h 2601375"/>
                  <a:gd name="connsiteX13-555" fmla="*/ 2052735 w 2601026"/>
                  <a:gd name="connsiteY13-556" fmla="*/ 1877319 h 2601375"/>
                  <a:gd name="connsiteX14-557" fmla="*/ 2291599 w 2601026"/>
                  <a:gd name="connsiteY14-558" fmla="*/ 2134844 h 2601375"/>
                  <a:gd name="connsiteX15-559" fmla="*/ 1944500 w 2601026"/>
                  <a:gd name="connsiteY15-560" fmla="*/ 2437156 h 2601375"/>
                  <a:gd name="connsiteX16-561" fmla="*/ 1724298 w 2601026"/>
                  <a:gd name="connsiteY16-562" fmla="*/ 2153505 h 2601375"/>
                  <a:gd name="connsiteX17-563" fmla="*/ 1429450 w 2601026"/>
                  <a:gd name="connsiteY17-564" fmla="*/ 2246811 h 2601375"/>
                  <a:gd name="connsiteX18-565" fmla="*/ 1410789 w 2601026"/>
                  <a:gd name="connsiteY18-566" fmla="*/ 2601375 h 2601375"/>
                  <a:gd name="connsiteX19-567" fmla="*/ 944258 w 2601026"/>
                  <a:gd name="connsiteY19-568" fmla="*/ 2560320 h 2601375"/>
                  <a:gd name="connsiteX20-569" fmla="*/ 1011439 w 2601026"/>
                  <a:gd name="connsiteY20-570" fmla="*/ 2213221 h 2601375"/>
                  <a:gd name="connsiteX21-571" fmla="*/ 716591 w 2601026"/>
                  <a:gd name="connsiteY21-572" fmla="*/ 2067664 h 2601375"/>
                  <a:gd name="connsiteX22-573" fmla="*/ 459067 w 2601026"/>
                  <a:gd name="connsiteY22-574" fmla="*/ 2299063 h 2601375"/>
                  <a:gd name="connsiteX23-575" fmla="*/ 164219 w 2601026"/>
                  <a:gd name="connsiteY23-576" fmla="*/ 1955696 h 2601375"/>
                  <a:gd name="connsiteX24-577" fmla="*/ 440405 w 2601026"/>
                  <a:gd name="connsiteY24-578" fmla="*/ 1731761 h 2601375"/>
                  <a:gd name="connsiteX25-579" fmla="*/ 343367 w 2601026"/>
                  <a:gd name="connsiteY25-580" fmla="*/ 1425717 h 2601375"/>
                  <a:gd name="connsiteX26-581" fmla="*/ 0 w 2601026"/>
                  <a:gd name="connsiteY26-582" fmla="*/ 1440646 h 2601375"/>
                  <a:gd name="connsiteX27-583" fmla="*/ 33591 w 2601026"/>
                  <a:gd name="connsiteY27-584" fmla="*/ 974116 h 2601375"/>
                  <a:gd name="connsiteX28-585" fmla="*/ 380689 w 2601026"/>
                  <a:gd name="connsiteY28-586" fmla="*/ 1007706 h 2601375"/>
                  <a:gd name="connsiteX29-587" fmla="*/ 529979 w 2601026"/>
                  <a:gd name="connsiteY29-588" fmla="*/ 724055 h 2601375"/>
                  <a:gd name="connsiteX30-589" fmla="*/ 287383 w 2601026"/>
                  <a:gd name="connsiteY30-590" fmla="*/ 470263 h 2601375"/>
                  <a:gd name="connsiteX31-591" fmla="*/ 630750 w 2601026"/>
                  <a:gd name="connsiteY31-592" fmla="*/ 171683 h 2601375"/>
                  <a:gd name="connsiteX32-593" fmla="*/ 850952 w 2601026"/>
                  <a:gd name="connsiteY32-594" fmla="*/ 447869 h 2601375"/>
                  <a:gd name="connsiteX0-595" fmla="*/ 850952 w 2601026"/>
                  <a:gd name="connsiteY0-596" fmla="*/ 447869 h 2601375"/>
                  <a:gd name="connsiteX1-597" fmla="*/ 1160729 w 2601026"/>
                  <a:gd name="connsiteY1-598" fmla="*/ 354563 h 2601375"/>
                  <a:gd name="connsiteX2-599" fmla="*/ 1164461 w 2601026"/>
                  <a:gd name="connsiteY2-600" fmla="*/ 0 h 2601375"/>
                  <a:gd name="connsiteX3-601" fmla="*/ 1645920 w 2601026"/>
                  <a:gd name="connsiteY3-602" fmla="*/ 41055 h 2601375"/>
                  <a:gd name="connsiteX4-603" fmla="*/ 1582472 w 2601026"/>
                  <a:gd name="connsiteY4-604" fmla="*/ 388153 h 2601375"/>
                  <a:gd name="connsiteX5-605" fmla="*/ 1884784 w 2601026"/>
                  <a:gd name="connsiteY5-606" fmla="*/ 537443 h 2601375"/>
                  <a:gd name="connsiteX6-607" fmla="*/ 2142309 w 2601026"/>
                  <a:gd name="connsiteY6-608" fmla="*/ 298579 h 2601375"/>
                  <a:gd name="connsiteX7-609" fmla="*/ 2429692 w 2601026"/>
                  <a:gd name="connsiteY7-610" fmla="*/ 656875 h 2601375"/>
                  <a:gd name="connsiteX8-611" fmla="*/ 2146041 w 2601026"/>
                  <a:gd name="connsiteY8-612" fmla="*/ 850952 h 2601375"/>
                  <a:gd name="connsiteX9-613" fmla="*/ 2246812 w 2601026"/>
                  <a:gd name="connsiteY9-614" fmla="*/ 1194318 h 2601375"/>
                  <a:gd name="connsiteX10-615" fmla="*/ 2597643 w 2601026"/>
                  <a:gd name="connsiteY10-616" fmla="*/ 1160728 h 2601375"/>
                  <a:gd name="connsiteX11-617" fmla="*/ 2556588 w 2601026"/>
                  <a:gd name="connsiteY11-618" fmla="*/ 1645920 h 2601375"/>
                  <a:gd name="connsiteX12-619" fmla="*/ 2209489 w 2601026"/>
                  <a:gd name="connsiteY12-620" fmla="*/ 1593668 h 2601375"/>
                  <a:gd name="connsiteX13-621" fmla="*/ 2052735 w 2601026"/>
                  <a:gd name="connsiteY13-622" fmla="*/ 1877319 h 2601375"/>
                  <a:gd name="connsiteX14-623" fmla="*/ 2291599 w 2601026"/>
                  <a:gd name="connsiteY14-624" fmla="*/ 2134844 h 2601375"/>
                  <a:gd name="connsiteX15-625" fmla="*/ 1944500 w 2601026"/>
                  <a:gd name="connsiteY15-626" fmla="*/ 2437156 h 2601375"/>
                  <a:gd name="connsiteX16-627" fmla="*/ 1724298 w 2601026"/>
                  <a:gd name="connsiteY16-628" fmla="*/ 2153505 h 2601375"/>
                  <a:gd name="connsiteX17-629" fmla="*/ 1429450 w 2601026"/>
                  <a:gd name="connsiteY17-630" fmla="*/ 2246811 h 2601375"/>
                  <a:gd name="connsiteX18-631" fmla="*/ 1410789 w 2601026"/>
                  <a:gd name="connsiteY18-632" fmla="*/ 2601375 h 2601375"/>
                  <a:gd name="connsiteX19-633" fmla="*/ 944258 w 2601026"/>
                  <a:gd name="connsiteY19-634" fmla="*/ 2560320 h 2601375"/>
                  <a:gd name="connsiteX20-635" fmla="*/ 1011439 w 2601026"/>
                  <a:gd name="connsiteY20-636" fmla="*/ 2213221 h 2601375"/>
                  <a:gd name="connsiteX21-637" fmla="*/ 716591 w 2601026"/>
                  <a:gd name="connsiteY21-638" fmla="*/ 2067664 h 2601375"/>
                  <a:gd name="connsiteX22-639" fmla="*/ 459067 w 2601026"/>
                  <a:gd name="connsiteY22-640" fmla="*/ 2299063 h 2601375"/>
                  <a:gd name="connsiteX23-641" fmla="*/ 164219 w 2601026"/>
                  <a:gd name="connsiteY23-642" fmla="*/ 1955696 h 2601375"/>
                  <a:gd name="connsiteX24-643" fmla="*/ 440405 w 2601026"/>
                  <a:gd name="connsiteY24-644" fmla="*/ 1731761 h 2601375"/>
                  <a:gd name="connsiteX25-645" fmla="*/ 343367 w 2601026"/>
                  <a:gd name="connsiteY25-646" fmla="*/ 1425717 h 2601375"/>
                  <a:gd name="connsiteX26-647" fmla="*/ 0 w 2601026"/>
                  <a:gd name="connsiteY26-648" fmla="*/ 1440646 h 2601375"/>
                  <a:gd name="connsiteX27-649" fmla="*/ 33591 w 2601026"/>
                  <a:gd name="connsiteY27-650" fmla="*/ 974116 h 2601375"/>
                  <a:gd name="connsiteX28-651" fmla="*/ 380689 w 2601026"/>
                  <a:gd name="connsiteY28-652" fmla="*/ 1007706 h 2601375"/>
                  <a:gd name="connsiteX29-653" fmla="*/ 529979 w 2601026"/>
                  <a:gd name="connsiteY29-654" fmla="*/ 724055 h 2601375"/>
                  <a:gd name="connsiteX30-655" fmla="*/ 287383 w 2601026"/>
                  <a:gd name="connsiteY30-656" fmla="*/ 470263 h 2601375"/>
                  <a:gd name="connsiteX31-657" fmla="*/ 630750 w 2601026"/>
                  <a:gd name="connsiteY31-658" fmla="*/ 171683 h 2601375"/>
                  <a:gd name="connsiteX32-659" fmla="*/ 850952 w 2601026"/>
                  <a:gd name="connsiteY32-660" fmla="*/ 447869 h 2601375"/>
                  <a:gd name="connsiteX0-661" fmla="*/ 850952 w 2601026"/>
                  <a:gd name="connsiteY0-662" fmla="*/ 447869 h 2601375"/>
                  <a:gd name="connsiteX1-663" fmla="*/ 1160729 w 2601026"/>
                  <a:gd name="connsiteY1-664" fmla="*/ 354563 h 2601375"/>
                  <a:gd name="connsiteX2-665" fmla="*/ 1164461 w 2601026"/>
                  <a:gd name="connsiteY2-666" fmla="*/ 0 h 2601375"/>
                  <a:gd name="connsiteX3-667" fmla="*/ 1645920 w 2601026"/>
                  <a:gd name="connsiteY3-668" fmla="*/ 41055 h 2601375"/>
                  <a:gd name="connsiteX4-669" fmla="*/ 1582472 w 2601026"/>
                  <a:gd name="connsiteY4-670" fmla="*/ 388153 h 2601375"/>
                  <a:gd name="connsiteX5-671" fmla="*/ 1884784 w 2601026"/>
                  <a:gd name="connsiteY5-672" fmla="*/ 537443 h 2601375"/>
                  <a:gd name="connsiteX6-673" fmla="*/ 2142309 w 2601026"/>
                  <a:gd name="connsiteY6-674" fmla="*/ 298579 h 2601375"/>
                  <a:gd name="connsiteX7-675" fmla="*/ 2429692 w 2601026"/>
                  <a:gd name="connsiteY7-676" fmla="*/ 656875 h 2601375"/>
                  <a:gd name="connsiteX8-677" fmla="*/ 2146041 w 2601026"/>
                  <a:gd name="connsiteY8-678" fmla="*/ 850952 h 2601375"/>
                  <a:gd name="connsiteX9-679" fmla="*/ 2246812 w 2601026"/>
                  <a:gd name="connsiteY9-680" fmla="*/ 1194318 h 2601375"/>
                  <a:gd name="connsiteX10-681" fmla="*/ 2597643 w 2601026"/>
                  <a:gd name="connsiteY10-682" fmla="*/ 1160728 h 2601375"/>
                  <a:gd name="connsiteX11-683" fmla="*/ 2556588 w 2601026"/>
                  <a:gd name="connsiteY11-684" fmla="*/ 1645920 h 2601375"/>
                  <a:gd name="connsiteX12-685" fmla="*/ 2209489 w 2601026"/>
                  <a:gd name="connsiteY12-686" fmla="*/ 1593668 h 2601375"/>
                  <a:gd name="connsiteX13-687" fmla="*/ 2052735 w 2601026"/>
                  <a:gd name="connsiteY13-688" fmla="*/ 1877319 h 2601375"/>
                  <a:gd name="connsiteX14-689" fmla="*/ 2291599 w 2601026"/>
                  <a:gd name="connsiteY14-690" fmla="*/ 2134844 h 2601375"/>
                  <a:gd name="connsiteX15-691" fmla="*/ 1944500 w 2601026"/>
                  <a:gd name="connsiteY15-692" fmla="*/ 2437156 h 2601375"/>
                  <a:gd name="connsiteX16-693" fmla="*/ 1724298 w 2601026"/>
                  <a:gd name="connsiteY16-694" fmla="*/ 2153505 h 2601375"/>
                  <a:gd name="connsiteX17-695" fmla="*/ 1429450 w 2601026"/>
                  <a:gd name="connsiteY17-696" fmla="*/ 2246811 h 2601375"/>
                  <a:gd name="connsiteX18-697" fmla="*/ 1410789 w 2601026"/>
                  <a:gd name="connsiteY18-698" fmla="*/ 2601375 h 2601375"/>
                  <a:gd name="connsiteX19-699" fmla="*/ 944258 w 2601026"/>
                  <a:gd name="connsiteY19-700" fmla="*/ 2560320 h 2601375"/>
                  <a:gd name="connsiteX20-701" fmla="*/ 1011439 w 2601026"/>
                  <a:gd name="connsiteY20-702" fmla="*/ 2213221 h 2601375"/>
                  <a:gd name="connsiteX21-703" fmla="*/ 716591 w 2601026"/>
                  <a:gd name="connsiteY21-704" fmla="*/ 2067664 h 2601375"/>
                  <a:gd name="connsiteX22-705" fmla="*/ 459067 w 2601026"/>
                  <a:gd name="connsiteY22-706" fmla="*/ 2299063 h 2601375"/>
                  <a:gd name="connsiteX23-707" fmla="*/ 164219 w 2601026"/>
                  <a:gd name="connsiteY23-708" fmla="*/ 1955696 h 2601375"/>
                  <a:gd name="connsiteX24-709" fmla="*/ 440405 w 2601026"/>
                  <a:gd name="connsiteY24-710" fmla="*/ 1731761 h 2601375"/>
                  <a:gd name="connsiteX25-711" fmla="*/ 343367 w 2601026"/>
                  <a:gd name="connsiteY25-712" fmla="*/ 1425717 h 2601375"/>
                  <a:gd name="connsiteX26-713" fmla="*/ 0 w 2601026"/>
                  <a:gd name="connsiteY26-714" fmla="*/ 1440646 h 2601375"/>
                  <a:gd name="connsiteX27-715" fmla="*/ 33591 w 2601026"/>
                  <a:gd name="connsiteY27-716" fmla="*/ 974116 h 2601375"/>
                  <a:gd name="connsiteX28-717" fmla="*/ 380689 w 2601026"/>
                  <a:gd name="connsiteY28-718" fmla="*/ 1007706 h 2601375"/>
                  <a:gd name="connsiteX29-719" fmla="*/ 529979 w 2601026"/>
                  <a:gd name="connsiteY29-720" fmla="*/ 724055 h 2601375"/>
                  <a:gd name="connsiteX30-721" fmla="*/ 287383 w 2601026"/>
                  <a:gd name="connsiteY30-722" fmla="*/ 470263 h 2601375"/>
                  <a:gd name="connsiteX31-723" fmla="*/ 630750 w 2601026"/>
                  <a:gd name="connsiteY31-724" fmla="*/ 171683 h 2601375"/>
                  <a:gd name="connsiteX32-725" fmla="*/ 850952 w 2601026"/>
                  <a:gd name="connsiteY32-726" fmla="*/ 447869 h 2601375"/>
                  <a:gd name="connsiteX0-727" fmla="*/ 850952 w 2601026"/>
                  <a:gd name="connsiteY0-728" fmla="*/ 447869 h 2601375"/>
                  <a:gd name="connsiteX1-729" fmla="*/ 1160729 w 2601026"/>
                  <a:gd name="connsiteY1-730" fmla="*/ 354563 h 2601375"/>
                  <a:gd name="connsiteX2-731" fmla="*/ 1164461 w 2601026"/>
                  <a:gd name="connsiteY2-732" fmla="*/ 0 h 2601375"/>
                  <a:gd name="connsiteX3-733" fmla="*/ 1645920 w 2601026"/>
                  <a:gd name="connsiteY3-734" fmla="*/ 41055 h 2601375"/>
                  <a:gd name="connsiteX4-735" fmla="*/ 1582472 w 2601026"/>
                  <a:gd name="connsiteY4-736" fmla="*/ 388153 h 2601375"/>
                  <a:gd name="connsiteX5-737" fmla="*/ 1884784 w 2601026"/>
                  <a:gd name="connsiteY5-738" fmla="*/ 537443 h 2601375"/>
                  <a:gd name="connsiteX6-739" fmla="*/ 2142309 w 2601026"/>
                  <a:gd name="connsiteY6-740" fmla="*/ 298579 h 2601375"/>
                  <a:gd name="connsiteX7-741" fmla="*/ 2429692 w 2601026"/>
                  <a:gd name="connsiteY7-742" fmla="*/ 656875 h 2601375"/>
                  <a:gd name="connsiteX8-743" fmla="*/ 2146041 w 2601026"/>
                  <a:gd name="connsiteY8-744" fmla="*/ 850952 h 2601375"/>
                  <a:gd name="connsiteX9-745" fmla="*/ 2246812 w 2601026"/>
                  <a:gd name="connsiteY9-746" fmla="*/ 1194318 h 2601375"/>
                  <a:gd name="connsiteX10-747" fmla="*/ 2597643 w 2601026"/>
                  <a:gd name="connsiteY10-748" fmla="*/ 1160728 h 2601375"/>
                  <a:gd name="connsiteX11-749" fmla="*/ 2556588 w 2601026"/>
                  <a:gd name="connsiteY11-750" fmla="*/ 1645920 h 2601375"/>
                  <a:gd name="connsiteX12-751" fmla="*/ 2209489 w 2601026"/>
                  <a:gd name="connsiteY12-752" fmla="*/ 1593668 h 2601375"/>
                  <a:gd name="connsiteX13-753" fmla="*/ 2052735 w 2601026"/>
                  <a:gd name="connsiteY13-754" fmla="*/ 1877319 h 2601375"/>
                  <a:gd name="connsiteX14-755" fmla="*/ 2291599 w 2601026"/>
                  <a:gd name="connsiteY14-756" fmla="*/ 2134844 h 2601375"/>
                  <a:gd name="connsiteX15-757" fmla="*/ 1944500 w 2601026"/>
                  <a:gd name="connsiteY15-758" fmla="*/ 2437156 h 2601375"/>
                  <a:gd name="connsiteX16-759" fmla="*/ 1724298 w 2601026"/>
                  <a:gd name="connsiteY16-760" fmla="*/ 2153505 h 2601375"/>
                  <a:gd name="connsiteX17-761" fmla="*/ 1429450 w 2601026"/>
                  <a:gd name="connsiteY17-762" fmla="*/ 2246811 h 2601375"/>
                  <a:gd name="connsiteX18-763" fmla="*/ 1410789 w 2601026"/>
                  <a:gd name="connsiteY18-764" fmla="*/ 2601375 h 2601375"/>
                  <a:gd name="connsiteX19-765" fmla="*/ 944258 w 2601026"/>
                  <a:gd name="connsiteY19-766" fmla="*/ 2560320 h 2601375"/>
                  <a:gd name="connsiteX20-767" fmla="*/ 1011439 w 2601026"/>
                  <a:gd name="connsiteY20-768" fmla="*/ 2213221 h 2601375"/>
                  <a:gd name="connsiteX21-769" fmla="*/ 716591 w 2601026"/>
                  <a:gd name="connsiteY21-770" fmla="*/ 2067664 h 2601375"/>
                  <a:gd name="connsiteX22-771" fmla="*/ 459067 w 2601026"/>
                  <a:gd name="connsiteY22-772" fmla="*/ 2299063 h 2601375"/>
                  <a:gd name="connsiteX23-773" fmla="*/ 164219 w 2601026"/>
                  <a:gd name="connsiteY23-774" fmla="*/ 1955696 h 2601375"/>
                  <a:gd name="connsiteX24-775" fmla="*/ 440405 w 2601026"/>
                  <a:gd name="connsiteY24-776" fmla="*/ 1731761 h 2601375"/>
                  <a:gd name="connsiteX25-777" fmla="*/ 343367 w 2601026"/>
                  <a:gd name="connsiteY25-778" fmla="*/ 1425717 h 2601375"/>
                  <a:gd name="connsiteX26-779" fmla="*/ 0 w 2601026"/>
                  <a:gd name="connsiteY26-780" fmla="*/ 1440646 h 2601375"/>
                  <a:gd name="connsiteX27-781" fmla="*/ 33591 w 2601026"/>
                  <a:gd name="connsiteY27-782" fmla="*/ 974116 h 2601375"/>
                  <a:gd name="connsiteX28-783" fmla="*/ 380689 w 2601026"/>
                  <a:gd name="connsiteY28-784" fmla="*/ 1007706 h 2601375"/>
                  <a:gd name="connsiteX29-785" fmla="*/ 529979 w 2601026"/>
                  <a:gd name="connsiteY29-786" fmla="*/ 724055 h 2601375"/>
                  <a:gd name="connsiteX30-787" fmla="*/ 287383 w 2601026"/>
                  <a:gd name="connsiteY30-788" fmla="*/ 470263 h 2601375"/>
                  <a:gd name="connsiteX31-789" fmla="*/ 630750 w 2601026"/>
                  <a:gd name="connsiteY31-790" fmla="*/ 171683 h 2601375"/>
                  <a:gd name="connsiteX32-791" fmla="*/ 850952 w 2601026"/>
                  <a:gd name="connsiteY32-792" fmla="*/ 447869 h 2601375"/>
                  <a:gd name="connsiteX0-793" fmla="*/ 850952 w 2601026"/>
                  <a:gd name="connsiteY0-794" fmla="*/ 447869 h 2601375"/>
                  <a:gd name="connsiteX1-795" fmla="*/ 1160729 w 2601026"/>
                  <a:gd name="connsiteY1-796" fmla="*/ 354563 h 2601375"/>
                  <a:gd name="connsiteX2-797" fmla="*/ 1164461 w 2601026"/>
                  <a:gd name="connsiteY2-798" fmla="*/ 0 h 2601375"/>
                  <a:gd name="connsiteX3-799" fmla="*/ 1645920 w 2601026"/>
                  <a:gd name="connsiteY3-800" fmla="*/ 41055 h 2601375"/>
                  <a:gd name="connsiteX4-801" fmla="*/ 1582472 w 2601026"/>
                  <a:gd name="connsiteY4-802" fmla="*/ 388153 h 2601375"/>
                  <a:gd name="connsiteX5-803" fmla="*/ 1884784 w 2601026"/>
                  <a:gd name="connsiteY5-804" fmla="*/ 537443 h 2601375"/>
                  <a:gd name="connsiteX6-805" fmla="*/ 2142309 w 2601026"/>
                  <a:gd name="connsiteY6-806" fmla="*/ 298579 h 2601375"/>
                  <a:gd name="connsiteX7-807" fmla="*/ 2429692 w 2601026"/>
                  <a:gd name="connsiteY7-808" fmla="*/ 656875 h 2601375"/>
                  <a:gd name="connsiteX8-809" fmla="*/ 2146041 w 2601026"/>
                  <a:gd name="connsiteY8-810" fmla="*/ 850952 h 2601375"/>
                  <a:gd name="connsiteX9-811" fmla="*/ 2246812 w 2601026"/>
                  <a:gd name="connsiteY9-812" fmla="*/ 1194318 h 2601375"/>
                  <a:gd name="connsiteX10-813" fmla="*/ 2597643 w 2601026"/>
                  <a:gd name="connsiteY10-814" fmla="*/ 1160728 h 2601375"/>
                  <a:gd name="connsiteX11-815" fmla="*/ 2556588 w 2601026"/>
                  <a:gd name="connsiteY11-816" fmla="*/ 1645920 h 2601375"/>
                  <a:gd name="connsiteX12-817" fmla="*/ 2209489 w 2601026"/>
                  <a:gd name="connsiteY12-818" fmla="*/ 1593668 h 2601375"/>
                  <a:gd name="connsiteX13-819" fmla="*/ 2056467 w 2601026"/>
                  <a:gd name="connsiteY13-820" fmla="*/ 1877319 h 2601375"/>
                  <a:gd name="connsiteX14-821" fmla="*/ 2291599 w 2601026"/>
                  <a:gd name="connsiteY14-822" fmla="*/ 2134844 h 2601375"/>
                  <a:gd name="connsiteX15-823" fmla="*/ 1944500 w 2601026"/>
                  <a:gd name="connsiteY15-824" fmla="*/ 2437156 h 2601375"/>
                  <a:gd name="connsiteX16-825" fmla="*/ 1724298 w 2601026"/>
                  <a:gd name="connsiteY16-826" fmla="*/ 2153505 h 2601375"/>
                  <a:gd name="connsiteX17-827" fmla="*/ 1429450 w 2601026"/>
                  <a:gd name="connsiteY17-828" fmla="*/ 2246811 h 2601375"/>
                  <a:gd name="connsiteX18-829" fmla="*/ 1410789 w 2601026"/>
                  <a:gd name="connsiteY18-830" fmla="*/ 2601375 h 2601375"/>
                  <a:gd name="connsiteX19-831" fmla="*/ 944258 w 2601026"/>
                  <a:gd name="connsiteY19-832" fmla="*/ 2560320 h 2601375"/>
                  <a:gd name="connsiteX20-833" fmla="*/ 1011439 w 2601026"/>
                  <a:gd name="connsiteY20-834" fmla="*/ 2213221 h 2601375"/>
                  <a:gd name="connsiteX21-835" fmla="*/ 716591 w 2601026"/>
                  <a:gd name="connsiteY21-836" fmla="*/ 2067664 h 2601375"/>
                  <a:gd name="connsiteX22-837" fmla="*/ 459067 w 2601026"/>
                  <a:gd name="connsiteY22-838" fmla="*/ 2299063 h 2601375"/>
                  <a:gd name="connsiteX23-839" fmla="*/ 164219 w 2601026"/>
                  <a:gd name="connsiteY23-840" fmla="*/ 1955696 h 2601375"/>
                  <a:gd name="connsiteX24-841" fmla="*/ 440405 w 2601026"/>
                  <a:gd name="connsiteY24-842" fmla="*/ 1731761 h 2601375"/>
                  <a:gd name="connsiteX25-843" fmla="*/ 343367 w 2601026"/>
                  <a:gd name="connsiteY25-844" fmla="*/ 1425717 h 2601375"/>
                  <a:gd name="connsiteX26-845" fmla="*/ 0 w 2601026"/>
                  <a:gd name="connsiteY26-846" fmla="*/ 1440646 h 2601375"/>
                  <a:gd name="connsiteX27-847" fmla="*/ 33591 w 2601026"/>
                  <a:gd name="connsiteY27-848" fmla="*/ 974116 h 2601375"/>
                  <a:gd name="connsiteX28-849" fmla="*/ 380689 w 2601026"/>
                  <a:gd name="connsiteY28-850" fmla="*/ 1007706 h 2601375"/>
                  <a:gd name="connsiteX29-851" fmla="*/ 529979 w 2601026"/>
                  <a:gd name="connsiteY29-852" fmla="*/ 724055 h 2601375"/>
                  <a:gd name="connsiteX30-853" fmla="*/ 287383 w 2601026"/>
                  <a:gd name="connsiteY30-854" fmla="*/ 470263 h 2601375"/>
                  <a:gd name="connsiteX31-855" fmla="*/ 630750 w 2601026"/>
                  <a:gd name="connsiteY31-856" fmla="*/ 171683 h 2601375"/>
                  <a:gd name="connsiteX32-857" fmla="*/ 850952 w 2601026"/>
                  <a:gd name="connsiteY32-858" fmla="*/ 447869 h 2601375"/>
                  <a:gd name="connsiteX0-859" fmla="*/ 850952 w 2601026"/>
                  <a:gd name="connsiteY0-860" fmla="*/ 447869 h 2601375"/>
                  <a:gd name="connsiteX1-861" fmla="*/ 1160729 w 2601026"/>
                  <a:gd name="connsiteY1-862" fmla="*/ 354563 h 2601375"/>
                  <a:gd name="connsiteX2-863" fmla="*/ 1164461 w 2601026"/>
                  <a:gd name="connsiteY2-864" fmla="*/ 0 h 2601375"/>
                  <a:gd name="connsiteX3-865" fmla="*/ 1645920 w 2601026"/>
                  <a:gd name="connsiteY3-866" fmla="*/ 41055 h 2601375"/>
                  <a:gd name="connsiteX4-867" fmla="*/ 1582472 w 2601026"/>
                  <a:gd name="connsiteY4-868" fmla="*/ 388153 h 2601375"/>
                  <a:gd name="connsiteX5-869" fmla="*/ 1884784 w 2601026"/>
                  <a:gd name="connsiteY5-870" fmla="*/ 537443 h 2601375"/>
                  <a:gd name="connsiteX6-871" fmla="*/ 2142309 w 2601026"/>
                  <a:gd name="connsiteY6-872" fmla="*/ 298579 h 2601375"/>
                  <a:gd name="connsiteX7-873" fmla="*/ 2429692 w 2601026"/>
                  <a:gd name="connsiteY7-874" fmla="*/ 656875 h 2601375"/>
                  <a:gd name="connsiteX8-875" fmla="*/ 2146041 w 2601026"/>
                  <a:gd name="connsiteY8-876" fmla="*/ 850952 h 2601375"/>
                  <a:gd name="connsiteX9-877" fmla="*/ 2246812 w 2601026"/>
                  <a:gd name="connsiteY9-878" fmla="*/ 1194318 h 2601375"/>
                  <a:gd name="connsiteX10-879" fmla="*/ 2597643 w 2601026"/>
                  <a:gd name="connsiteY10-880" fmla="*/ 1160728 h 2601375"/>
                  <a:gd name="connsiteX11-881" fmla="*/ 2556588 w 2601026"/>
                  <a:gd name="connsiteY11-882" fmla="*/ 1645920 h 2601375"/>
                  <a:gd name="connsiteX12-883" fmla="*/ 2209489 w 2601026"/>
                  <a:gd name="connsiteY12-884" fmla="*/ 1593668 h 2601375"/>
                  <a:gd name="connsiteX13-885" fmla="*/ 2056467 w 2601026"/>
                  <a:gd name="connsiteY13-886" fmla="*/ 1877319 h 2601375"/>
                  <a:gd name="connsiteX14-887" fmla="*/ 2291599 w 2601026"/>
                  <a:gd name="connsiteY14-888" fmla="*/ 2134844 h 2601375"/>
                  <a:gd name="connsiteX15-889" fmla="*/ 1944500 w 2601026"/>
                  <a:gd name="connsiteY15-890" fmla="*/ 2437156 h 2601375"/>
                  <a:gd name="connsiteX16-891" fmla="*/ 1724298 w 2601026"/>
                  <a:gd name="connsiteY16-892" fmla="*/ 2153505 h 2601375"/>
                  <a:gd name="connsiteX17-893" fmla="*/ 1429450 w 2601026"/>
                  <a:gd name="connsiteY17-894" fmla="*/ 2246811 h 2601375"/>
                  <a:gd name="connsiteX18-895" fmla="*/ 1410789 w 2601026"/>
                  <a:gd name="connsiteY18-896" fmla="*/ 2601375 h 2601375"/>
                  <a:gd name="connsiteX19-897" fmla="*/ 944258 w 2601026"/>
                  <a:gd name="connsiteY19-898" fmla="*/ 2560320 h 2601375"/>
                  <a:gd name="connsiteX20-899" fmla="*/ 1011439 w 2601026"/>
                  <a:gd name="connsiteY20-900" fmla="*/ 2213221 h 2601375"/>
                  <a:gd name="connsiteX21-901" fmla="*/ 716591 w 2601026"/>
                  <a:gd name="connsiteY21-902" fmla="*/ 2067664 h 2601375"/>
                  <a:gd name="connsiteX22-903" fmla="*/ 459067 w 2601026"/>
                  <a:gd name="connsiteY22-904" fmla="*/ 2299063 h 2601375"/>
                  <a:gd name="connsiteX23-905" fmla="*/ 164219 w 2601026"/>
                  <a:gd name="connsiteY23-906" fmla="*/ 1955696 h 2601375"/>
                  <a:gd name="connsiteX24-907" fmla="*/ 440405 w 2601026"/>
                  <a:gd name="connsiteY24-908" fmla="*/ 1731761 h 2601375"/>
                  <a:gd name="connsiteX25-909" fmla="*/ 343367 w 2601026"/>
                  <a:gd name="connsiteY25-910" fmla="*/ 1425717 h 2601375"/>
                  <a:gd name="connsiteX26-911" fmla="*/ 0 w 2601026"/>
                  <a:gd name="connsiteY26-912" fmla="*/ 1440646 h 2601375"/>
                  <a:gd name="connsiteX27-913" fmla="*/ 33591 w 2601026"/>
                  <a:gd name="connsiteY27-914" fmla="*/ 974116 h 2601375"/>
                  <a:gd name="connsiteX28-915" fmla="*/ 380689 w 2601026"/>
                  <a:gd name="connsiteY28-916" fmla="*/ 1007706 h 2601375"/>
                  <a:gd name="connsiteX29-917" fmla="*/ 529979 w 2601026"/>
                  <a:gd name="connsiteY29-918" fmla="*/ 724055 h 2601375"/>
                  <a:gd name="connsiteX30-919" fmla="*/ 287383 w 2601026"/>
                  <a:gd name="connsiteY30-920" fmla="*/ 470263 h 2601375"/>
                  <a:gd name="connsiteX31-921" fmla="*/ 630750 w 2601026"/>
                  <a:gd name="connsiteY31-922" fmla="*/ 171683 h 2601375"/>
                  <a:gd name="connsiteX32-923" fmla="*/ 850952 w 2601026"/>
                  <a:gd name="connsiteY32-924" fmla="*/ 447869 h 2601375"/>
                  <a:gd name="connsiteX0-925" fmla="*/ 850952 w 2601026"/>
                  <a:gd name="connsiteY0-926" fmla="*/ 447869 h 2601375"/>
                  <a:gd name="connsiteX1-927" fmla="*/ 1160729 w 2601026"/>
                  <a:gd name="connsiteY1-928" fmla="*/ 354563 h 2601375"/>
                  <a:gd name="connsiteX2-929" fmla="*/ 1164461 w 2601026"/>
                  <a:gd name="connsiteY2-930" fmla="*/ 0 h 2601375"/>
                  <a:gd name="connsiteX3-931" fmla="*/ 1645920 w 2601026"/>
                  <a:gd name="connsiteY3-932" fmla="*/ 41055 h 2601375"/>
                  <a:gd name="connsiteX4-933" fmla="*/ 1582472 w 2601026"/>
                  <a:gd name="connsiteY4-934" fmla="*/ 388153 h 2601375"/>
                  <a:gd name="connsiteX5-935" fmla="*/ 1884784 w 2601026"/>
                  <a:gd name="connsiteY5-936" fmla="*/ 537443 h 2601375"/>
                  <a:gd name="connsiteX6-937" fmla="*/ 2142309 w 2601026"/>
                  <a:gd name="connsiteY6-938" fmla="*/ 298579 h 2601375"/>
                  <a:gd name="connsiteX7-939" fmla="*/ 2429692 w 2601026"/>
                  <a:gd name="connsiteY7-940" fmla="*/ 656875 h 2601375"/>
                  <a:gd name="connsiteX8-941" fmla="*/ 2146041 w 2601026"/>
                  <a:gd name="connsiteY8-942" fmla="*/ 850952 h 2601375"/>
                  <a:gd name="connsiteX9-943" fmla="*/ 2246812 w 2601026"/>
                  <a:gd name="connsiteY9-944" fmla="*/ 1194318 h 2601375"/>
                  <a:gd name="connsiteX10-945" fmla="*/ 2597643 w 2601026"/>
                  <a:gd name="connsiteY10-946" fmla="*/ 1160728 h 2601375"/>
                  <a:gd name="connsiteX11-947" fmla="*/ 2556588 w 2601026"/>
                  <a:gd name="connsiteY11-948" fmla="*/ 1645920 h 2601375"/>
                  <a:gd name="connsiteX12-949" fmla="*/ 2209489 w 2601026"/>
                  <a:gd name="connsiteY12-950" fmla="*/ 1593668 h 2601375"/>
                  <a:gd name="connsiteX13-951" fmla="*/ 2056467 w 2601026"/>
                  <a:gd name="connsiteY13-952" fmla="*/ 1877319 h 2601375"/>
                  <a:gd name="connsiteX14-953" fmla="*/ 2291599 w 2601026"/>
                  <a:gd name="connsiteY14-954" fmla="*/ 2134844 h 2601375"/>
                  <a:gd name="connsiteX15-955" fmla="*/ 1944500 w 2601026"/>
                  <a:gd name="connsiteY15-956" fmla="*/ 2437156 h 2601375"/>
                  <a:gd name="connsiteX16-957" fmla="*/ 1724298 w 2601026"/>
                  <a:gd name="connsiteY16-958" fmla="*/ 2153505 h 2601375"/>
                  <a:gd name="connsiteX17-959" fmla="*/ 1429450 w 2601026"/>
                  <a:gd name="connsiteY17-960" fmla="*/ 2246811 h 2601375"/>
                  <a:gd name="connsiteX18-961" fmla="*/ 1410789 w 2601026"/>
                  <a:gd name="connsiteY18-962" fmla="*/ 2601375 h 2601375"/>
                  <a:gd name="connsiteX19-963" fmla="*/ 944258 w 2601026"/>
                  <a:gd name="connsiteY19-964" fmla="*/ 2560320 h 2601375"/>
                  <a:gd name="connsiteX20-965" fmla="*/ 1011439 w 2601026"/>
                  <a:gd name="connsiteY20-966" fmla="*/ 2213221 h 2601375"/>
                  <a:gd name="connsiteX21-967" fmla="*/ 716591 w 2601026"/>
                  <a:gd name="connsiteY21-968" fmla="*/ 2067664 h 2601375"/>
                  <a:gd name="connsiteX22-969" fmla="*/ 459067 w 2601026"/>
                  <a:gd name="connsiteY22-970" fmla="*/ 2299063 h 2601375"/>
                  <a:gd name="connsiteX23-971" fmla="*/ 164219 w 2601026"/>
                  <a:gd name="connsiteY23-972" fmla="*/ 1955696 h 2601375"/>
                  <a:gd name="connsiteX24-973" fmla="*/ 440405 w 2601026"/>
                  <a:gd name="connsiteY24-974" fmla="*/ 1731761 h 2601375"/>
                  <a:gd name="connsiteX25-975" fmla="*/ 343367 w 2601026"/>
                  <a:gd name="connsiteY25-976" fmla="*/ 1425717 h 2601375"/>
                  <a:gd name="connsiteX26-977" fmla="*/ 0 w 2601026"/>
                  <a:gd name="connsiteY26-978" fmla="*/ 1440646 h 2601375"/>
                  <a:gd name="connsiteX27-979" fmla="*/ 33591 w 2601026"/>
                  <a:gd name="connsiteY27-980" fmla="*/ 974116 h 2601375"/>
                  <a:gd name="connsiteX28-981" fmla="*/ 380689 w 2601026"/>
                  <a:gd name="connsiteY28-982" fmla="*/ 1007706 h 2601375"/>
                  <a:gd name="connsiteX29-983" fmla="*/ 529979 w 2601026"/>
                  <a:gd name="connsiteY29-984" fmla="*/ 724055 h 2601375"/>
                  <a:gd name="connsiteX30-985" fmla="*/ 287383 w 2601026"/>
                  <a:gd name="connsiteY30-986" fmla="*/ 470263 h 2601375"/>
                  <a:gd name="connsiteX31-987" fmla="*/ 630750 w 2601026"/>
                  <a:gd name="connsiteY31-988" fmla="*/ 171683 h 2601375"/>
                  <a:gd name="connsiteX32-989" fmla="*/ 850952 w 2601026"/>
                  <a:gd name="connsiteY32-990" fmla="*/ 447869 h 2601375"/>
                  <a:gd name="connsiteX0-991" fmla="*/ 850952 w 2601026"/>
                  <a:gd name="connsiteY0-992" fmla="*/ 447869 h 2601375"/>
                  <a:gd name="connsiteX1-993" fmla="*/ 1160729 w 2601026"/>
                  <a:gd name="connsiteY1-994" fmla="*/ 354563 h 2601375"/>
                  <a:gd name="connsiteX2-995" fmla="*/ 1164461 w 2601026"/>
                  <a:gd name="connsiteY2-996" fmla="*/ 0 h 2601375"/>
                  <a:gd name="connsiteX3-997" fmla="*/ 1645920 w 2601026"/>
                  <a:gd name="connsiteY3-998" fmla="*/ 41055 h 2601375"/>
                  <a:gd name="connsiteX4-999" fmla="*/ 1582472 w 2601026"/>
                  <a:gd name="connsiteY4-1000" fmla="*/ 388153 h 2601375"/>
                  <a:gd name="connsiteX5-1001" fmla="*/ 1884784 w 2601026"/>
                  <a:gd name="connsiteY5-1002" fmla="*/ 537443 h 2601375"/>
                  <a:gd name="connsiteX6-1003" fmla="*/ 2142309 w 2601026"/>
                  <a:gd name="connsiteY6-1004" fmla="*/ 298579 h 2601375"/>
                  <a:gd name="connsiteX7-1005" fmla="*/ 2429692 w 2601026"/>
                  <a:gd name="connsiteY7-1006" fmla="*/ 656875 h 2601375"/>
                  <a:gd name="connsiteX8-1007" fmla="*/ 2146041 w 2601026"/>
                  <a:gd name="connsiteY8-1008" fmla="*/ 850952 h 2601375"/>
                  <a:gd name="connsiteX9-1009" fmla="*/ 2246812 w 2601026"/>
                  <a:gd name="connsiteY9-1010" fmla="*/ 1194318 h 2601375"/>
                  <a:gd name="connsiteX10-1011" fmla="*/ 2597643 w 2601026"/>
                  <a:gd name="connsiteY10-1012" fmla="*/ 1160728 h 2601375"/>
                  <a:gd name="connsiteX11-1013" fmla="*/ 2556588 w 2601026"/>
                  <a:gd name="connsiteY11-1014" fmla="*/ 1645920 h 2601375"/>
                  <a:gd name="connsiteX12-1015" fmla="*/ 2209489 w 2601026"/>
                  <a:gd name="connsiteY12-1016" fmla="*/ 1593668 h 2601375"/>
                  <a:gd name="connsiteX13-1017" fmla="*/ 2056467 w 2601026"/>
                  <a:gd name="connsiteY13-1018" fmla="*/ 1877319 h 2601375"/>
                  <a:gd name="connsiteX14-1019" fmla="*/ 2291599 w 2601026"/>
                  <a:gd name="connsiteY14-1020" fmla="*/ 2134844 h 2601375"/>
                  <a:gd name="connsiteX15-1021" fmla="*/ 1944500 w 2601026"/>
                  <a:gd name="connsiteY15-1022" fmla="*/ 2437156 h 2601375"/>
                  <a:gd name="connsiteX16-1023" fmla="*/ 1724298 w 2601026"/>
                  <a:gd name="connsiteY16-1024" fmla="*/ 2153505 h 2601375"/>
                  <a:gd name="connsiteX17-1025" fmla="*/ 1429450 w 2601026"/>
                  <a:gd name="connsiteY17-1026" fmla="*/ 2246811 h 2601375"/>
                  <a:gd name="connsiteX18-1027" fmla="*/ 1410789 w 2601026"/>
                  <a:gd name="connsiteY18-1028" fmla="*/ 2601375 h 2601375"/>
                  <a:gd name="connsiteX19-1029" fmla="*/ 944258 w 2601026"/>
                  <a:gd name="connsiteY19-1030" fmla="*/ 2560320 h 2601375"/>
                  <a:gd name="connsiteX20-1031" fmla="*/ 1011439 w 2601026"/>
                  <a:gd name="connsiteY20-1032" fmla="*/ 2213221 h 2601375"/>
                  <a:gd name="connsiteX21-1033" fmla="*/ 716591 w 2601026"/>
                  <a:gd name="connsiteY21-1034" fmla="*/ 2067664 h 2601375"/>
                  <a:gd name="connsiteX22-1035" fmla="*/ 459067 w 2601026"/>
                  <a:gd name="connsiteY22-1036" fmla="*/ 2299063 h 2601375"/>
                  <a:gd name="connsiteX23-1037" fmla="*/ 164219 w 2601026"/>
                  <a:gd name="connsiteY23-1038" fmla="*/ 1955696 h 2601375"/>
                  <a:gd name="connsiteX24-1039" fmla="*/ 440405 w 2601026"/>
                  <a:gd name="connsiteY24-1040" fmla="*/ 1731761 h 2601375"/>
                  <a:gd name="connsiteX25-1041" fmla="*/ 343367 w 2601026"/>
                  <a:gd name="connsiteY25-1042" fmla="*/ 1425717 h 2601375"/>
                  <a:gd name="connsiteX26-1043" fmla="*/ 0 w 2601026"/>
                  <a:gd name="connsiteY26-1044" fmla="*/ 1440646 h 2601375"/>
                  <a:gd name="connsiteX27-1045" fmla="*/ 33591 w 2601026"/>
                  <a:gd name="connsiteY27-1046" fmla="*/ 974116 h 2601375"/>
                  <a:gd name="connsiteX28-1047" fmla="*/ 380689 w 2601026"/>
                  <a:gd name="connsiteY28-1048" fmla="*/ 1007706 h 2601375"/>
                  <a:gd name="connsiteX29-1049" fmla="*/ 529979 w 2601026"/>
                  <a:gd name="connsiteY29-1050" fmla="*/ 724055 h 2601375"/>
                  <a:gd name="connsiteX30-1051" fmla="*/ 287383 w 2601026"/>
                  <a:gd name="connsiteY30-1052" fmla="*/ 470263 h 2601375"/>
                  <a:gd name="connsiteX31-1053" fmla="*/ 630750 w 2601026"/>
                  <a:gd name="connsiteY31-1054" fmla="*/ 171683 h 2601375"/>
                  <a:gd name="connsiteX32-1055" fmla="*/ 850952 w 2601026"/>
                  <a:gd name="connsiteY32-1056" fmla="*/ 447869 h 2601375"/>
                  <a:gd name="connsiteX0-1057" fmla="*/ 850952 w 2601026"/>
                  <a:gd name="connsiteY0-1058" fmla="*/ 447869 h 2604925"/>
                  <a:gd name="connsiteX1-1059" fmla="*/ 1160729 w 2601026"/>
                  <a:gd name="connsiteY1-1060" fmla="*/ 354563 h 2604925"/>
                  <a:gd name="connsiteX2-1061" fmla="*/ 1164461 w 2601026"/>
                  <a:gd name="connsiteY2-1062" fmla="*/ 0 h 2604925"/>
                  <a:gd name="connsiteX3-1063" fmla="*/ 1645920 w 2601026"/>
                  <a:gd name="connsiteY3-1064" fmla="*/ 41055 h 2604925"/>
                  <a:gd name="connsiteX4-1065" fmla="*/ 1582472 w 2601026"/>
                  <a:gd name="connsiteY4-1066" fmla="*/ 388153 h 2604925"/>
                  <a:gd name="connsiteX5-1067" fmla="*/ 1884784 w 2601026"/>
                  <a:gd name="connsiteY5-1068" fmla="*/ 537443 h 2604925"/>
                  <a:gd name="connsiteX6-1069" fmla="*/ 2142309 w 2601026"/>
                  <a:gd name="connsiteY6-1070" fmla="*/ 298579 h 2604925"/>
                  <a:gd name="connsiteX7-1071" fmla="*/ 2429692 w 2601026"/>
                  <a:gd name="connsiteY7-1072" fmla="*/ 656875 h 2604925"/>
                  <a:gd name="connsiteX8-1073" fmla="*/ 2146041 w 2601026"/>
                  <a:gd name="connsiteY8-1074" fmla="*/ 850952 h 2604925"/>
                  <a:gd name="connsiteX9-1075" fmla="*/ 2246812 w 2601026"/>
                  <a:gd name="connsiteY9-1076" fmla="*/ 1194318 h 2604925"/>
                  <a:gd name="connsiteX10-1077" fmla="*/ 2597643 w 2601026"/>
                  <a:gd name="connsiteY10-1078" fmla="*/ 1160728 h 2604925"/>
                  <a:gd name="connsiteX11-1079" fmla="*/ 2556588 w 2601026"/>
                  <a:gd name="connsiteY11-1080" fmla="*/ 1645920 h 2604925"/>
                  <a:gd name="connsiteX12-1081" fmla="*/ 2209489 w 2601026"/>
                  <a:gd name="connsiteY12-1082" fmla="*/ 1593668 h 2604925"/>
                  <a:gd name="connsiteX13-1083" fmla="*/ 2056467 w 2601026"/>
                  <a:gd name="connsiteY13-1084" fmla="*/ 1877319 h 2604925"/>
                  <a:gd name="connsiteX14-1085" fmla="*/ 2291599 w 2601026"/>
                  <a:gd name="connsiteY14-1086" fmla="*/ 2134844 h 2604925"/>
                  <a:gd name="connsiteX15-1087" fmla="*/ 1944500 w 2601026"/>
                  <a:gd name="connsiteY15-1088" fmla="*/ 2437156 h 2604925"/>
                  <a:gd name="connsiteX16-1089" fmla="*/ 1724298 w 2601026"/>
                  <a:gd name="connsiteY16-1090" fmla="*/ 2153505 h 2604925"/>
                  <a:gd name="connsiteX17-1091" fmla="*/ 1429450 w 2601026"/>
                  <a:gd name="connsiteY17-1092" fmla="*/ 2246811 h 2604925"/>
                  <a:gd name="connsiteX18-1093" fmla="*/ 1410789 w 2601026"/>
                  <a:gd name="connsiteY18-1094" fmla="*/ 2601375 h 2604925"/>
                  <a:gd name="connsiteX19-1095" fmla="*/ 944258 w 2601026"/>
                  <a:gd name="connsiteY19-1096" fmla="*/ 2560320 h 2604925"/>
                  <a:gd name="connsiteX20-1097" fmla="*/ 1011439 w 2601026"/>
                  <a:gd name="connsiteY20-1098" fmla="*/ 2213221 h 2604925"/>
                  <a:gd name="connsiteX21-1099" fmla="*/ 716591 w 2601026"/>
                  <a:gd name="connsiteY21-1100" fmla="*/ 2067664 h 2604925"/>
                  <a:gd name="connsiteX22-1101" fmla="*/ 459067 w 2601026"/>
                  <a:gd name="connsiteY22-1102" fmla="*/ 2299063 h 2604925"/>
                  <a:gd name="connsiteX23-1103" fmla="*/ 164219 w 2601026"/>
                  <a:gd name="connsiteY23-1104" fmla="*/ 1955696 h 2604925"/>
                  <a:gd name="connsiteX24-1105" fmla="*/ 440405 w 2601026"/>
                  <a:gd name="connsiteY24-1106" fmla="*/ 1731761 h 2604925"/>
                  <a:gd name="connsiteX25-1107" fmla="*/ 343367 w 2601026"/>
                  <a:gd name="connsiteY25-1108" fmla="*/ 1425717 h 2604925"/>
                  <a:gd name="connsiteX26-1109" fmla="*/ 0 w 2601026"/>
                  <a:gd name="connsiteY26-1110" fmla="*/ 1440646 h 2604925"/>
                  <a:gd name="connsiteX27-1111" fmla="*/ 33591 w 2601026"/>
                  <a:gd name="connsiteY27-1112" fmla="*/ 974116 h 2604925"/>
                  <a:gd name="connsiteX28-1113" fmla="*/ 380689 w 2601026"/>
                  <a:gd name="connsiteY28-1114" fmla="*/ 1007706 h 2604925"/>
                  <a:gd name="connsiteX29-1115" fmla="*/ 529979 w 2601026"/>
                  <a:gd name="connsiteY29-1116" fmla="*/ 724055 h 2604925"/>
                  <a:gd name="connsiteX30-1117" fmla="*/ 287383 w 2601026"/>
                  <a:gd name="connsiteY30-1118" fmla="*/ 470263 h 2604925"/>
                  <a:gd name="connsiteX31-1119" fmla="*/ 630750 w 2601026"/>
                  <a:gd name="connsiteY31-1120" fmla="*/ 171683 h 2604925"/>
                  <a:gd name="connsiteX32-1121" fmla="*/ 850952 w 2601026"/>
                  <a:gd name="connsiteY32-1122" fmla="*/ 447869 h 2604925"/>
                  <a:gd name="connsiteX0-1123" fmla="*/ 850952 w 2601026"/>
                  <a:gd name="connsiteY0-1124" fmla="*/ 447869 h 2607945"/>
                  <a:gd name="connsiteX1-1125" fmla="*/ 1160729 w 2601026"/>
                  <a:gd name="connsiteY1-1126" fmla="*/ 354563 h 2607945"/>
                  <a:gd name="connsiteX2-1127" fmla="*/ 1164461 w 2601026"/>
                  <a:gd name="connsiteY2-1128" fmla="*/ 0 h 2607945"/>
                  <a:gd name="connsiteX3-1129" fmla="*/ 1645920 w 2601026"/>
                  <a:gd name="connsiteY3-1130" fmla="*/ 41055 h 2607945"/>
                  <a:gd name="connsiteX4-1131" fmla="*/ 1582472 w 2601026"/>
                  <a:gd name="connsiteY4-1132" fmla="*/ 388153 h 2607945"/>
                  <a:gd name="connsiteX5-1133" fmla="*/ 1884784 w 2601026"/>
                  <a:gd name="connsiteY5-1134" fmla="*/ 537443 h 2607945"/>
                  <a:gd name="connsiteX6-1135" fmla="*/ 2142309 w 2601026"/>
                  <a:gd name="connsiteY6-1136" fmla="*/ 298579 h 2607945"/>
                  <a:gd name="connsiteX7-1137" fmla="*/ 2429692 w 2601026"/>
                  <a:gd name="connsiteY7-1138" fmla="*/ 656875 h 2607945"/>
                  <a:gd name="connsiteX8-1139" fmla="*/ 2146041 w 2601026"/>
                  <a:gd name="connsiteY8-1140" fmla="*/ 850952 h 2607945"/>
                  <a:gd name="connsiteX9-1141" fmla="*/ 2246812 w 2601026"/>
                  <a:gd name="connsiteY9-1142" fmla="*/ 1194318 h 2607945"/>
                  <a:gd name="connsiteX10-1143" fmla="*/ 2597643 w 2601026"/>
                  <a:gd name="connsiteY10-1144" fmla="*/ 1160728 h 2607945"/>
                  <a:gd name="connsiteX11-1145" fmla="*/ 2556588 w 2601026"/>
                  <a:gd name="connsiteY11-1146" fmla="*/ 1645920 h 2607945"/>
                  <a:gd name="connsiteX12-1147" fmla="*/ 2209489 w 2601026"/>
                  <a:gd name="connsiteY12-1148" fmla="*/ 1593668 h 2607945"/>
                  <a:gd name="connsiteX13-1149" fmla="*/ 2056467 w 2601026"/>
                  <a:gd name="connsiteY13-1150" fmla="*/ 1877319 h 2607945"/>
                  <a:gd name="connsiteX14-1151" fmla="*/ 2291599 w 2601026"/>
                  <a:gd name="connsiteY14-1152" fmla="*/ 2134844 h 2607945"/>
                  <a:gd name="connsiteX15-1153" fmla="*/ 1944500 w 2601026"/>
                  <a:gd name="connsiteY15-1154" fmla="*/ 2437156 h 2607945"/>
                  <a:gd name="connsiteX16-1155" fmla="*/ 1724298 w 2601026"/>
                  <a:gd name="connsiteY16-1156" fmla="*/ 2153505 h 2607945"/>
                  <a:gd name="connsiteX17-1157" fmla="*/ 1429450 w 2601026"/>
                  <a:gd name="connsiteY17-1158" fmla="*/ 2246811 h 2607945"/>
                  <a:gd name="connsiteX18-1159" fmla="*/ 1410789 w 2601026"/>
                  <a:gd name="connsiteY18-1160" fmla="*/ 2601375 h 2607945"/>
                  <a:gd name="connsiteX19-1161" fmla="*/ 944258 w 2601026"/>
                  <a:gd name="connsiteY19-1162" fmla="*/ 2560320 h 2607945"/>
                  <a:gd name="connsiteX20-1163" fmla="*/ 1011439 w 2601026"/>
                  <a:gd name="connsiteY20-1164" fmla="*/ 2213221 h 2607945"/>
                  <a:gd name="connsiteX21-1165" fmla="*/ 716591 w 2601026"/>
                  <a:gd name="connsiteY21-1166" fmla="*/ 2067664 h 2607945"/>
                  <a:gd name="connsiteX22-1167" fmla="*/ 459067 w 2601026"/>
                  <a:gd name="connsiteY22-1168" fmla="*/ 2299063 h 2607945"/>
                  <a:gd name="connsiteX23-1169" fmla="*/ 164219 w 2601026"/>
                  <a:gd name="connsiteY23-1170" fmla="*/ 1955696 h 2607945"/>
                  <a:gd name="connsiteX24-1171" fmla="*/ 440405 w 2601026"/>
                  <a:gd name="connsiteY24-1172" fmla="*/ 1731761 h 2607945"/>
                  <a:gd name="connsiteX25-1173" fmla="*/ 343367 w 2601026"/>
                  <a:gd name="connsiteY25-1174" fmla="*/ 1425717 h 2607945"/>
                  <a:gd name="connsiteX26-1175" fmla="*/ 0 w 2601026"/>
                  <a:gd name="connsiteY26-1176" fmla="*/ 1440646 h 2607945"/>
                  <a:gd name="connsiteX27-1177" fmla="*/ 33591 w 2601026"/>
                  <a:gd name="connsiteY27-1178" fmla="*/ 974116 h 2607945"/>
                  <a:gd name="connsiteX28-1179" fmla="*/ 380689 w 2601026"/>
                  <a:gd name="connsiteY28-1180" fmla="*/ 1007706 h 2607945"/>
                  <a:gd name="connsiteX29-1181" fmla="*/ 529979 w 2601026"/>
                  <a:gd name="connsiteY29-1182" fmla="*/ 724055 h 2607945"/>
                  <a:gd name="connsiteX30-1183" fmla="*/ 287383 w 2601026"/>
                  <a:gd name="connsiteY30-1184" fmla="*/ 470263 h 2607945"/>
                  <a:gd name="connsiteX31-1185" fmla="*/ 630750 w 2601026"/>
                  <a:gd name="connsiteY31-1186" fmla="*/ 171683 h 2607945"/>
                  <a:gd name="connsiteX32-1187" fmla="*/ 850952 w 2601026"/>
                  <a:gd name="connsiteY32-1188" fmla="*/ 447869 h 2607945"/>
                  <a:gd name="connsiteX0-1189" fmla="*/ 850952 w 2601026"/>
                  <a:gd name="connsiteY0-1190" fmla="*/ 447869 h 2607945"/>
                  <a:gd name="connsiteX1-1191" fmla="*/ 1160729 w 2601026"/>
                  <a:gd name="connsiteY1-1192" fmla="*/ 354563 h 2607945"/>
                  <a:gd name="connsiteX2-1193" fmla="*/ 1164461 w 2601026"/>
                  <a:gd name="connsiteY2-1194" fmla="*/ 0 h 2607945"/>
                  <a:gd name="connsiteX3-1195" fmla="*/ 1645920 w 2601026"/>
                  <a:gd name="connsiteY3-1196" fmla="*/ 41055 h 2607945"/>
                  <a:gd name="connsiteX4-1197" fmla="*/ 1582472 w 2601026"/>
                  <a:gd name="connsiteY4-1198" fmla="*/ 388153 h 2607945"/>
                  <a:gd name="connsiteX5-1199" fmla="*/ 1884784 w 2601026"/>
                  <a:gd name="connsiteY5-1200" fmla="*/ 537443 h 2607945"/>
                  <a:gd name="connsiteX6-1201" fmla="*/ 2142309 w 2601026"/>
                  <a:gd name="connsiteY6-1202" fmla="*/ 298579 h 2607945"/>
                  <a:gd name="connsiteX7-1203" fmla="*/ 2429692 w 2601026"/>
                  <a:gd name="connsiteY7-1204" fmla="*/ 656875 h 2607945"/>
                  <a:gd name="connsiteX8-1205" fmla="*/ 2146041 w 2601026"/>
                  <a:gd name="connsiteY8-1206" fmla="*/ 850952 h 2607945"/>
                  <a:gd name="connsiteX9-1207" fmla="*/ 2246812 w 2601026"/>
                  <a:gd name="connsiteY9-1208" fmla="*/ 1194318 h 2607945"/>
                  <a:gd name="connsiteX10-1209" fmla="*/ 2597643 w 2601026"/>
                  <a:gd name="connsiteY10-1210" fmla="*/ 1160728 h 2607945"/>
                  <a:gd name="connsiteX11-1211" fmla="*/ 2556588 w 2601026"/>
                  <a:gd name="connsiteY11-1212" fmla="*/ 1645920 h 2607945"/>
                  <a:gd name="connsiteX12-1213" fmla="*/ 2209489 w 2601026"/>
                  <a:gd name="connsiteY12-1214" fmla="*/ 1593668 h 2607945"/>
                  <a:gd name="connsiteX13-1215" fmla="*/ 2056467 w 2601026"/>
                  <a:gd name="connsiteY13-1216" fmla="*/ 1877319 h 2607945"/>
                  <a:gd name="connsiteX14-1217" fmla="*/ 2291599 w 2601026"/>
                  <a:gd name="connsiteY14-1218" fmla="*/ 2134844 h 2607945"/>
                  <a:gd name="connsiteX15-1219" fmla="*/ 1944500 w 2601026"/>
                  <a:gd name="connsiteY15-1220" fmla="*/ 2437156 h 2607945"/>
                  <a:gd name="connsiteX16-1221" fmla="*/ 1724298 w 2601026"/>
                  <a:gd name="connsiteY16-1222" fmla="*/ 2153505 h 2607945"/>
                  <a:gd name="connsiteX17-1223" fmla="*/ 1429450 w 2601026"/>
                  <a:gd name="connsiteY17-1224" fmla="*/ 2246811 h 2607945"/>
                  <a:gd name="connsiteX18-1225" fmla="*/ 1410789 w 2601026"/>
                  <a:gd name="connsiteY18-1226" fmla="*/ 2601375 h 2607945"/>
                  <a:gd name="connsiteX19-1227" fmla="*/ 944258 w 2601026"/>
                  <a:gd name="connsiteY19-1228" fmla="*/ 2560320 h 2607945"/>
                  <a:gd name="connsiteX20-1229" fmla="*/ 1011439 w 2601026"/>
                  <a:gd name="connsiteY20-1230" fmla="*/ 2213221 h 2607945"/>
                  <a:gd name="connsiteX21-1231" fmla="*/ 716591 w 2601026"/>
                  <a:gd name="connsiteY21-1232" fmla="*/ 2067664 h 2607945"/>
                  <a:gd name="connsiteX22-1233" fmla="*/ 459067 w 2601026"/>
                  <a:gd name="connsiteY22-1234" fmla="*/ 2299063 h 2607945"/>
                  <a:gd name="connsiteX23-1235" fmla="*/ 164219 w 2601026"/>
                  <a:gd name="connsiteY23-1236" fmla="*/ 1955696 h 2607945"/>
                  <a:gd name="connsiteX24-1237" fmla="*/ 440405 w 2601026"/>
                  <a:gd name="connsiteY24-1238" fmla="*/ 1731761 h 2607945"/>
                  <a:gd name="connsiteX25-1239" fmla="*/ 343367 w 2601026"/>
                  <a:gd name="connsiteY25-1240" fmla="*/ 1425717 h 2607945"/>
                  <a:gd name="connsiteX26-1241" fmla="*/ 0 w 2601026"/>
                  <a:gd name="connsiteY26-1242" fmla="*/ 1440646 h 2607945"/>
                  <a:gd name="connsiteX27-1243" fmla="*/ 33591 w 2601026"/>
                  <a:gd name="connsiteY27-1244" fmla="*/ 974116 h 2607945"/>
                  <a:gd name="connsiteX28-1245" fmla="*/ 380689 w 2601026"/>
                  <a:gd name="connsiteY28-1246" fmla="*/ 1007706 h 2607945"/>
                  <a:gd name="connsiteX29-1247" fmla="*/ 529979 w 2601026"/>
                  <a:gd name="connsiteY29-1248" fmla="*/ 724055 h 2607945"/>
                  <a:gd name="connsiteX30-1249" fmla="*/ 287383 w 2601026"/>
                  <a:gd name="connsiteY30-1250" fmla="*/ 470263 h 2607945"/>
                  <a:gd name="connsiteX31-1251" fmla="*/ 630750 w 2601026"/>
                  <a:gd name="connsiteY31-1252" fmla="*/ 171683 h 2607945"/>
                  <a:gd name="connsiteX32-1253" fmla="*/ 850952 w 2601026"/>
                  <a:gd name="connsiteY32-1254" fmla="*/ 447869 h 2607945"/>
                  <a:gd name="connsiteX0-1255" fmla="*/ 850952 w 2601026"/>
                  <a:gd name="connsiteY0-1256" fmla="*/ 447869 h 2607945"/>
                  <a:gd name="connsiteX1-1257" fmla="*/ 1160729 w 2601026"/>
                  <a:gd name="connsiteY1-1258" fmla="*/ 354563 h 2607945"/>
                  <a:gd name="connsiteX2-1259" fmla="*/ 1164461 w 2601026"/>
                  <a:gd name="connsiteY2-1260" fmla="*/ 0 h 2607945"/>
                  <a:gd name="connsiteX3-1261" fmla="*/ 1645920 w 2601026"/>
                  <a:gd name="connsiteY3-1262" fmla="*/ 41055 h 2607945"/>
                  <a:gd name="connsiteX4-1263" fmla="*/ 1582472 w 2601026"/>
                  <a:gd name="connsiteY4-1264" fmla="*/ 388153 h 2607945"/>
                  <a:gd name="connsiteX5-1265" fmla="*/ 1884784 w 2601026"/>
                  <a:gd name="connsiteY5-1266" fmla="*/ 537443 h 2607945"/>
                  <a:gd name="connsiteX6-1267" fmla="*/ 2142309 w 2601026"/>
                  <a:gd name="connsiteY6-1268" fmla="*/ 298579 h 2607945"/>
                  <a:gd name="connsiteX7-1269" fmla="*/ 2429692 w 2601026"/>
                  <a:gd name="connsiteY7-1270" fmla="*/ 656875 h 2607945"/>
                  <a:gd name="connsiteX8-1271" fmla="*/ 2146041 w 2601026"/>
                  <a:gd name="connsiteY8-1272" fmla="*/ 850952 h 2607945"/>
                  <a:gd name="connsiteX9-1273" fmla="*/ 2246812 w 2601026"/>
                  <a:gd name="connsiteY9-1274" fmla="*/ 1194318 h 2607945"/>
                  <a:gd name="connsiteX10-1275" fmla="*/ 2597643 w 2601026"/>
                  <a:gd name="connsiteY10-1276" fmla="*/ 1160728 h 2607945"/>
                  <a:gd name="connsiteX11-1277" fmla="*/ 2556588 w 2601026"/>
                  <a:gd name="connsiteY11-1278" fmla="*/ 1645920 h 2607945"/>
                  <a:gd name="connsiteX12-1279" fmla="*/ 2209489 w 2601026"/>
                  <a:gd name="connsiteY12-1280" fmla="*/ 1593668 h 2607945"/>
                  <a:gd name="connsiteX13-1281" fmla="*/ 2056467 w 2601026"/>
                  <a:gd name="connsiteY13-1282" fmla="*/ 1877319 h 2607945"/>
                  <a:gd name="connsiteX14-1283" fmla="*/ 2291599 w 2601026"/>
                  <a:gd name="connsiteY14-1284" fmla="*/ 2134844 h 2607945"/>
                  <a:gd name="connsiteX15-1285" fmla="*/ 1944500 w 2601026"/>
                  <a:gd name="connsiteY15-1286" fmla="*/ 2437156 h 2607945"/>
                  <a:gd name="connsiteX16-1287" fmla="*/ 1724298 w 2601026"/>
                  <a:gd name="connsiteY16-1288" fmla="*/ 2153505 h 2607945"/>
                  <a:gd name="connsiteX17-1289" fmla="*/ 1429450 w 2601026"/>
                  <a:gd name="connsiteY17-1290" fmla="*/ 2246811 h 2607945"/>
                  <a:gd name="connsiteX18-1291" fmla="*/ 1410789 w 2601026"/>
                  <a:gd name="connsiteY18-1292" fmla="*/ 2601375 h 2607945"/>
                  <a:gd name="connsiteX19-1293" fmla="*/ 944258 w 2601026"/>
                  <a:gd name="connsiteY19-1294" fmla="*/ 2560320 h 2607945"/>
                  <a:gd name="connsiteX20-1295" fmla="*/ 1011439 w 2601026"/>
                  <a:gd name="connsiteY20-1296" fmla="*/ 2213221 h 2607945"/>
                  <a:gd name="connsiteX21-1297" fmla="*/ 716591 w 2601026"/>
                  <a:gd name="connsiteY21-1298" fmla="*/ 2067664 h 2607945"/>
                  <a:gd name="connsiteX22-1299" fmla="*/ 459067 w 2601026"/>
                  <a:gd name="connsiteY22-1300" fmla="*/ 2299063 h 2607945"/>
                  <a:gd name="connsiteX23-1301" fmla="*/ 164219 w 2601026"/>
                  <a:gd name="connsiteY23-1302" fmla="*/ 1955696 h 2607945"/>
                  <a:gd name="connsiteX24-1303" fmla="*/ 440405 w 2601026"/>
                  <a:gd name="connsiteY24-1304" fmla="*/ 1731761 h 2607945"/>
                  <a:gd name="connsiteX25-1305" fmla="*/ 343367 w 2601026"/>
                  <a:gd name="connsiteY25-1306" fmla="*/ 1425717 h 2607945"/>
                  <a:gd name="connsiteX26-1307" fmla="*/ 0 w 2601026"/>
                  <a:gd name="connsiteY26-1308" fmla="*/ 1440646 h 2607945"/>
                  <a:gd name="connsiteX27-1309" fmla="*/ 33591 w 2601026"/>
                  <a:gd name="connsiteY27-1310" fmla="*/ 974116 h 2607945"/>
                  <a:gd name="connsiteX28-1311" fmla="*/ 380689 w 2601026"/>
                  <a:gd name="connsiteY28-1312" fmla="*/ 1007706 h 2607945"/>
                  <a:gd name="connsiteX29-1313" fmla="*/ 529979 w 2601026"/>
                  <a:gd name="connsiteY29-1314" fmla="*/ 724055 h 2607945"/>
                  <a:gd name="connsiteX30-1315" fmla="*/ 287383 w 2601026"/>
                  <a:gd name="connsiteY30-1316" fmla="*/ 470263 h 2607945"/>
                  <a:gd name="connsiteX31-1317" fmla="*/ 630750 w 2601026"/>
                  <a:gd name="connsiteY31-1318" fmla="*/ 171683 h 2607945"/>
                  <a:gd name="connsiteX32-1319" fmla="*/ 850952 w 2601026"/>
                  <a:gd name="connsiteY32-1320" fmla="*/ 447869 h 2607945"/>
                  <a:gd name="connsiteX0-1321" fmla="*/ 850952 w 2601026"/>
                  <a:gd name="connsiteY0-1322" fmla="*/ 447869 h 2607945"/>
                  <a:gd name="connsiteX1-1323" fmla="*/ 1160729 w 2601026"/>
                  <a:gd name="connsiteY1-1324" fmla="*/ 354563 h 2607945"/>
                  <a:gd name="connsiteX2-1325" fmla="*/ 1164461 w 2601026"/>
                  <a:gd name="connsiteY2-1326" fmla="*/ 0 h 2607945"/>
                  <a:gd name="connsiteX3-1327" fmla="*/ 1645920 w 2601026"/>
                  <a:gd name="connsiteY3-1328" fmla="*/ 41055 h 2607945"/>
                  <a:gd name="connsiteX4-1329" fmla="*/ 1582472 w 2601026"/>
                  <a:gd name="connsiteY4-1330" fmla="*/ 388153 h 2607945"/>
                  <a:gd name="connsiteX5-1331" fmla="*/ 1884784 w 2601026"/>
                  <a:gd name="connsiteY5-1332" fmla="*/ 537443 h 2607945"/>
                  <a:gd name="connsiteX6-1333" fmla="*/ 2142309 w 2601026"/>
                  <a:gd name="connsiteY6-1334" fmla="*/ 298579 h 2607945"/>
                  <a:gd name="connsiteX7-1335" fmla="*/ 2429692 w 2601026"/>
                  <a:gd name="connsiteY7-1336" fmla="*/ 656875 h 2607945"/>
                  <a:gd name="connsiteX8-1337" fmla="*/ 2146041 w 2601026"/>
                  <a:gd name="connsiteY8-1338" fmla="*/ 850952 h 2607945"/>
                  <a:gd name="connsiteX9-1339" fmla="*/ 2246812 w 2601026"/>
                  <a:gd name="connsiteY9-1340" fmla="*/ 1194318 h 2607945"/>
                  <a:gd name="connsiteX10-1341" fmla="*/ 2597643 w 2601026"/>
                  <a:gd name="connsiteY10-1342" fmla="*/ 1160728 h 2607945"/>
                  <a:gd name="connsiteX11-1343" fmla="*/ 2556588 w 2601026"/>
                  <a:gd name="connsiteY11-1344" fmla="*/ 1645920 h 2607945"/>
                  <a:gd name="connsiteX12-1345" fmla="*/ 2209489 w 2601026"/>
                  <a:gd name="connsiteY12-1346" fmla="*/ 1593668 h 2607945"/>
                  <a:gd name="connsiteX13-1347" fmla="*/ 2056467 w 2601026"/>
                  <a:gd name="connsiteY13-1348" fmla="*/ 1877319 h 2607945"/>
                  <a:gd name="connsiteX14-1349" fmla="*/ 2291599 w 2601026"/>
                  <a:gd name="connsiteY14-1350" fmla="*/ 2134844 h 2607945"/>
                  <a:gd name="connsiteX15-1351" fmla="*/ 1944500 w 2601026"/>
                  <a:gd name="connsiteY15-1352" fmla="*/ 2437156 h 2607945"/>
                  <a:gd name="connsiteX16-1353" fmla="*/ 1724298 w 2601026"/>
                  <a:gd name="connsiteY16-1354" fmla="*/ 2153505 h 2607945"/>
                  <a:gd name="connsiteX17-1355" fmla="*/ 1429450 w 2601026"/>
                  <a:gd name="connsiteY17-1356" fmla="*/ 2246811 h 2607945"/>
                  <a:gd name="connsiteX18-1357" fmla="*/ 1410789 w 2601026"/>
                  <a:gd name="connsiteY18-1358" fmla="*/ 2601375 h 2607945"/>
                  <a:gd name="connsiteX19-1359" fmla="*/ 944258 w 2601026"/>
                  <a:gd name="connsiteY19-1360" fmla="*/ 2560320 h 2607945"/>
                  <a:gd name="connsiteX20-1361" fmla="*/ 1011439 w 2601026"/>
                  <a:gd name="connsiteY20-1362" fmla="*/ 2213221 h 2607945"/>
                  <a:gd name="connsiteX21-1363" fmla="*/ 716591 w 2601026"/>
                  <a:gd name="connsiteY21-1364" fmla="*/ 2067664 h 2607945"/>
                  <a:gd name="connsiteX22-1365" fmla="*/ 459067 w 2601026"/>
                  <a:gd name="connsiteY22-1366" fmla="*/ 2299063 h 2607945"/>
                  <a:gd name="connsiteX23-1367" fmla="*/ 164219 w 2601026"/>
                  <a:gd name="connsiteY23-1368" fmla="*/ 1955696 h 2607945"/>
                  <a:gd name="connsiteX24-1369" fmla="*/ 440405 w 2601026"/>
                  <a:gd name="connsiteY24-1370" fmla="*/ 1731761 h 2607945"/>
                  <a:gd name="connsiteX25-1371" fmla="*/ 343367 w 2601026"/>
                  <a:gd name="connsiteY25-1372" fmla="*/ 1425717 h 2607945"/>
                  <a:gd name="connsiteX26-1373" fmla="*/ 0 w 2601026"/>
                  <a:gd name="connsiteY26-1374" fmla="*/ 1440646 h 2607945"/>
                  <a:gd name="connsiteX27-1375" fmla="*/ 33591 w 2601026"/>
                  <a:gd name="connsiteY27-1376" fmla="*/ 974116 h 2607945"/>
                  <a:gd name="connsiteX28-1377" fmla="*/ 380689 w 2601026"/>
                  <a:gd name="connsiteY28-1378" fmla="*/ 1007706 h 2607945"/>
                  <a:gd name="connsiteX29-1379" fmla="*/ 529979 w 2601026"/>
                  <a:gd name="connsiteY29-1380" fmla="*/ 724055 h 2607945"/>
                  <a:gd name="connsiteX30-1381" fmla="*/ 287383 w 2601026"/>
                  <a:gd name="connsiteY30-1382" fmla="*/ 470263 h 2607945"/>
                  <a:gd name="connsiteX31-1383" fmla="*/ 630750 w 2601026"/>
                  <a:gd name="connsiteY31-1384" fmla="*/ 171683 h 2607945"/>
                  <a:gd name="connsiteX32-1385" fmla="*/ 850952 w 2601026"/>
                  <a:gd name="connsiteY32-1386" fmla="*/ 447869 h 2607945"/>
                  <a:gd name="connsiteX0-1387" fmla="*/ 850952 w 2601026"/>
                  <a:gd name="connsiteY0-1388" fmla="*/ 447869 h 2607945"/>
                  <a:gd name="connsiteX1-1389" fmla="*/ 1160729 w 2601026"/>
                  <a:gd name="connsiteY1-1390" fmla="*/ 354563 h 2607945"/>
                  <a:gd name="connsiteX2-1391" fmla="*/ 1164461 w 2601026"/>
                  <a:gd name="connsiteY2-1392" fmla="*/ 0 h 2607945"/>
                  <a:gd name="connsiteX3-1393" fmla="*/ 1645920 w 2601026"/>
                  <a:gd name="connsiteY3-1394" fmla="*/ 41055 h 2607945"/>
                  <a:gd name="connsiteX4-1395" fmla="*/ 1582472 w 2601026"/>
                  <a:gd name="connsiteY4-1396" fmla="*/ 388153 h 2607945"/>
                  <a:gd name="connsiteX5-1397" fmla="*/ 1884784 w 2601026"/>
                  <a:gd name="connsiteY5-1398" fmla="*/ 537443 h 2607945"/>
                  <a:gd name="connsiteX6-1399" fmla="*/ 2142309 w 2601026"/>
                  <a:gd name="connsiteY6-1400" fmla="*/ 298579 h 2607945"/>
                  <a:gd name="connsiteX7-1401" fmla="*/ 2429692 w 2601026"/>
                  <a:gd name="connsiteY7-1402" fmla="*/ 656875 h 2607945"/>
                  <a:gd name="connsiteX8-1403" fmla="*/ 2146041 w 2601026"/>
                  <a:gd name="connsiteY8-1404" fmla="*/ 850952 h 2607945"/>
                  <a:gd name="connsiteX9-1405" fmla="*/ 2246812 w 2601026"/>
                  <a:gd name="connsiteY9-1406" fmla="*/ 1194318 h 2607945"/>
                  <a:gd name="connsiteX10-1407" fmla="*/ 2597643 w 2601026"/>
                  <a:gd name="connsiteY10-1408" fmla="*/ 1160728 h 2607945"/>
                  <a:gd name="connsiteX11-1409" fmla="*/ 2556588 w 2601026"/>
                  <a:gd name="connsiteY11-1410" fmla="*/ 1645920 h 2607945"/>
                  <a:gd name="connsiteX12-1411" fmla="*/ 2209489 w 2601026"/>
                  <a:gd name="connsiteY12-1412" fmla="*/ 1593668 h 2607945"/>
                  <a:gd name="connsiteX13-1413" fmla="*/ 2056467 w 2601026"/>
                  <a:gd name="connsiteY13-1414" fmla="*/ 1877319 h 2607945"/>
                  <a:gd name="connsiteX14-1415" fmla="*/ 2291599 w 2601026"/>
                  <a:gd name="connsiteY14-1416" fmla="*/ 2134844 h 2607945"/>
                  <a:gd name="connsiteX15-1417" fmla="*/ 1944500 w 2601026"/>
                  <a:gd name="connsiteY15-1418" fmla="*/ 2437156 h 2607945"/>
                  <a:gd name="connsiteX16-1419" fmla="*/ 1724298 w 2601026"/>
                  <a:gd name="connsiteY16-1420" fmla="*/ 2153505 h 2607945"/>
                  <a:gd name="connsiteX17-1421" fmla="*/ 1429450 w 2601026"/>
                  <a:gd name="connsiteY17-1422" fmla="*/ 2246811 h 2607945"/>
                  <a:gd name="connsiteX18-1423" fmla="*/ 1410789 w 2601026"/>
                  <a:gd name="connsiteY18-1424" fmla="*/ 2601375 h 2607945"/>
                  <a:gd name="connsiteX19-1425" fmla="*/ 944258 w 2601026"/>
                  <a:gd name="connsiteY19-1426" fmla="*/ 2560320 h 2607945"/>
                  <a:gd name="connsiteX20-1427" fmla="*/ 1011439 w 2601026"/>
                  <a:gd name="connsiteY20-1428" fmla="*/ 2213221 h 2607945"/>
                  <a:gd name="connsiteX21-1429" fmla="*/ 716591 w 2601026"/>
                  <a:gd name="connsiteY21-1430" fmla="*/ 2067664 h 2607945"/>
                  <a:gd name="connsiteX22-1431" fmla="*/ 459067 w 2601026"/>
                  <a:gd name="connsiteY22-1432" fmla="*/ 2299063 h 2607945"/>
                  <a:gd name="connsiteX23-1433" fmla="*/ 164219 w 2601026"/>
                  <a:gd name="connsiteY23-1434" fmla="*/ 1955696 h 2607945"/>
                  <a:gd name="connsiteX24-1435" fmla="*/ 440405 w 2601026"/>
                  <a:gd name="connsiteY24-1436" fmla="*/ 1731761 h 2607945"/>
                  <a:gd name="connsiteX25-1437" fmla="*/ 343367 w 2601026"/>
                  <a:gd name="connsiteY25-1438" fmla="*/ 1425717 h 2607945"/>
                  <a:gd name="connsiteX26-1439" fmla="*/ 0 w 2601026"/>
                  <a:gd name="connsiteY26-1440" fmla="*/ 1440646 h 2607945"/>
                  <a:gd name="connsiteX27-1441" fmla="*/ 33591 w 2601026"/>
                  <a:gd name="connsiteY27-1442" fmla="*/ 974116 h 2607945"/>
                  <a:gd name="connsiteX28-1443" fmla="*/ 380689 w 2601026"/>
                  <a:gd name="connsiteY28-1444" fmla="*/ 1007706 h 2607945"/>
                  <a:gd name="connsiteX29-1445" fmla="*/ 529979 w 2601026"/>
                  <a:gd name="connsiteY29-1446" fmla="*/ 724055 h 2607945"/>
                  <a:gd name="connsiteX30-1447" fmla="*/ 287383 w 2601026"/>
                  <a:gd name="connsiteY30-1448" fmla="*/ 470263 h 2607945"/>
                  <a:gd name="connsiteX31-1449" fmla="*/ 630750 w 2601026"/>
                  <a:gd name="connsiteY31-1450" fmla="*/ 171683 h 2607945"/>
                  <a:gd name="connsiteX32-1451" fmla="*/ 850952 w 2601026"/>
                  <a:gd name="connsiteY32-1452" fmla="*/ 447869 h 2607945"/>
                  <a:gd name="connsiteX0-1453" fmla="*/ 850952 w 2601026"/>
                  <a:gd name="connsiteY0-1454" fmla="*/ 447869 h 2607945"/>
                  <a:gd name="connsiteX1-1455" fmla="*/ 1160729 w 2601026"/>
                  <a:gd name="connsiteY1-1456" fmla="*/ 354563 h 2607945"/>
                  <a:gd name="connsiteX2-1457" fmla="*/ 1164461 w 2601026"/>
                  <a:gd name="connsiteY2-1458" fmla="*/ 0 h 2607945"/>
                  <a:gd name="connsiteX3-1459" fmla="*/ 1645920 w 2601026"/>
                  <a:gd name="connsiteY3-1460" fmla="*/ 41055 h 2607945"/>
                  <a:gd name="connsiteX4-1461" fmla="*/ 1582472 w 2601026"/>
                  <a:gd name="connsiteY4-1462" fmla="*/ 388153 h 2607945"/>
                  <a:gd name="connsiteX5-1463" fmla="*/ 1884784 w 2601026"/>
                  <a:gd name="connsiteY5-1464" fmla="*/ 537443 h 2607945"/>
                  <a:gd name="connsiteX6-1465" fmla="*/ 2142309 w 2601026"/>
                  <a:gd name="connsiteY6-1466" fmla="*/ 298579 h 2607945"/>
                  <a:gd name="connsiteX7-1467" fmla="*/ 2429692 w 2601026"/>
                  <a:gd name="connsiteY7-1468" fmla="*/ 656875 h 2607945"/>
                  <a:gd name="connsiteX8-1469" fmla="*/ 2146041 w 2601026"/>
                  <a:gd name="connsiteY8-1470" fmla="*/ 850952 h 2607945"/>
                  <a:gd name="connsiteX9-1471" fmla="*/ 2246812 w 2601026"/>
                  <a:gd name="connsiteY9-1472" fmla="*/ 1194318 h 2607945"/>
                  <a:gd name="connsiteX10-1473" fmla="*/ 2597643 w 2601026"/>
                  <a:gd name="connsiteY10-1474" fmla="*/ 1160728 h 2607945"/>
                  <a:gd name="connsiteX11-1475" fmla="*/ 2556588 w 2601026"/>
                  <a:gd name="connsiteY11-1476" fmla="*/ 1645920 h 2607945"/>
                  <a:gd name="connsiteX12-1477" fmla="*/ 2209489 w 2601026"/>
                  <a:gd name="connsiteY12-1478" fmla="*/ 1593668 h 2607945"/>
                  <a:gd name="connsiteX13-1479" fmla="*/ 2056467 w 2601026"/>
                  <a:gd name="connsiteY13-1480" fmla="*/ 1877319 h 2607945"/>
                  <a:gd name="connsiteX14-1481" fmla="*/ 2291599 w 2601026"/>
                  <a:gd name="connsiteY14-1482" fmla="*/ 2134844 h 2607945"/>
                  <a:gd name="connsiteX15-1483" fmla="*/ 1944500 w 2601026"/>
                  <a:gd name="connsiteY15-1484" fmla="*/ 2437156 h 2607945"/>
                  <a:gd name="connsiteX16-1485" fmla="*/ 1724298 w 2601026"/>
                  <a:gd name="connsiteY16-1486" fmla="*/ 2153505 h 2607945"/>
                  <a:gd name="connsiteX17-1487" fmla="*/ 1429450 w 2601026"/>
                  <a:gd name="connsiteY17-1488" fmla="*/ 2246811 h 2607945"/>
                  <a:gd name="connsiteX18-1489" fmla="*/ 1410789 w 2601026"/>
                  <a:gd name="connsiteY18-1490" fmla="*/ 2601375 h 2607945"/>
                  <a:gd name="connsiteX19-1491" fmla="*/ 944258 w 2601026"/>
                  <a:gd name="connsiteY19-1492" fmla="*/ 2560320 h 2607945"/>
                  <a:gd name="connsiteX20-1493" fmla="*/ 1011439 w 2601026"/>
                  <a:gd name="connsiteY20-1494" fmla="*/ 2213221 h 2607945"/>
                  <a:gd name="connsiteX21-1495" fmla="*/ 716591 w 2601026"/>
                  <a:gd name="connsiteY21-1496" fmla="*/ 2067664 h 2607945"/>
                  <a:gd name="connsiteX22-1497" fmla="*/ 459067 w 2601026"/>
                  <a:gd name="connsiteY22-1498" fmla="*/ 2299063 h 2607945"/>
                  <a:gd name="connsiteX23-1499" fmla="*/ 164219 w 2601026"/>
                  <a:gd name="connsiteY23-1500" fmla="*/ 1955696 h 2607945"/>
                  <a:gd name="connsiteX24-1501" fmla="*/ 440405 w 2601026"/>
                  <a:gd name="connsiteY24-1502" fmla="*/ 1731761 h 2607945"/>
                  <a:gd name="connsiteX25-1503" fmla="*/ 343367 w 2601026"/>
                  <a:gd name="connsiteY25-1504" fmla="*/ 1425717 h 2607945"/>
                  <a:gd name="connsiteX26-1505" fmla="*/ 0 w 2601026"/>
                  <a:gd name="connsiteY26-1506" fmla="*/ 1440646 h 2607945"/>
                  <a:gd name="connsiteX27-1507" fmla="*/ 33591 w 2601026"/>
                  <a:gd name="connsiteY27-1508" fmla="*/ 974116 h 2607945"/>
                  <a:gd name="connsiteX28-1509" fmla="*/ 380689 w 2601026"/>
                  <a:gd name="connsiteY28-1510" fmla="*/ 1007706 h 2607945"/>
                  <a:gd name="connsiteX29-1511" fmla="*/ 529979 w 2601026"/>
                  <a:gd name="connsiteY29-1512" fmla="*/ 724055 h 2607945"/>
                  <a:gd name="connsiteX30-1513" fmla="*/ 287383 w 2601026"/>
                  <a:gd name="connsiteY30-1514" fmla="*/ 470263 h 2607945"/>
                  <a:gd name="connsiteX31-1515" fmla="*/ 630750 w 2601026"/>
                  <a:gd name="connsiteY31-1516" fmla="*/ 171683 h 2607945"/>
                  <a:gd name="connsiteX32-1517" fmla="*/ 850952 w 2601026"/>
                  <a:gd name="connsiteY32-1518" fmla="*/ 447869 h 2607945"/>
                  <a:gd name="connsiteX0-1519" fmla="*/ 850952 w 2601026"/>
                  <a:gd name="connsiteY0-1520" fmla="*/ 447869 h 2607945"/>
                  <a:gd name="connsiteX1-1521" fmla="*/ 1160729 w 2601026"/>
                  <a:gd name="connsiteY1-1522" fmla="*/ 354563 h 2607945"/>
                  <a:gd name="connsiteX2-1523" fmla="*/ 1164461 w 2601026"/>
                  <a:gd name="connsiteY2-1524" fmla="*/ 0 h 2607945"/>
                  <a:gd name="connsiteX3-1525" fmla="*/ 1645920 w 2601026"/>
                  <a:gd name="connsiteY3-1526" fmla="*/ 41055 h 2607945"/>
                  <a:gd name="connsiteX4-1527" fmla="*/ 1582472 w 2601026"/>
                  <a:gd name="connsiteY4-1528" fmla="*/ 388153 h 2607945"/>
                  <a:gd name="connsiteX5-1529" fmla="*/ 1884784 w 2601026"/>
                  <a:gd name="connsiteY5-1530" fmla="*/ 537443 h 2607945"/>
                  <a:gd name="connsiteX6-1531" fmla="*/ 2142309 w 2601026"/>
                  <a:gd name="connsiteY6-1532" fmla="*/ 298579 h 2607945"/>
                  <a:gd name="connsiteX7-1533" fmla="*/ 2429692 w 2601026"/>
                  <a:gd name="connsiteY7-1534" fmla="*/ 656875 h 2607945"/>
                  <a:gd name="connsiteX8-1535" fmla="*/ 2146041 w 2601026"/>
                  <a:gd name="connsiteY8-1536" fmla="*/ 850952 h 2607945"/>
                  <a:gd name="connsiteX9-1537" fmla="*/ 2246812 w 2601026"/>
                  <a:gd name="connsiteY9-1538" fmla="*/ 1194318 h 2607945"/>
                  <a:gd name="connsiteX10-1539" fmla="*/ 2597643 w 2601026"/>
                  <a:gd name="connsiteY10-1540" fmla="*/ 1160728 h 2607945"/>
                  <a:gd name="connsiteX11-1541" fmla="*/ 2556588 w 2601026"/>
                  <a:gd name="connsiteY11-1542" fmla="*/ 1645920 h 2607945"/>
                  <a:gd name="connsiteX12-1543" fmla="*/ 2209489 w 2601026"/>
                  <a:gd name="connsiteY12-1544" fmla="*/ 1593668 h 2607945"/>
                  <a:gd name="connsiteX13-1545" fmla="*/ 2056467 w 2601026"/>
                  <a:gd name="connsiteY13-1546" fmla="*/ 1877319 h 2607945"/>
                  <a:gd name="connsiteX14-1547" fmla="*/ 2291599 w 2601026"/>
                  <a:gd name="connsiteY14-1548" fmla="*/ 2134844 h 2607945"/>
                  <a:gd name="connsiteX15-1549" fmla="*/ 1944500 w 2601026"/>
                  <a:gd name="connsiteY15-1550" fmla="*/ 2437156 h 2607945"/>
                  <a:gd name="connsiteX16-1551" fmla="*/ 1724298 w 2601026"/>
                  <a:gd name="connsiteY16-1552" fmla="*/ 2153505 h 2607945"/>
                  <a:gd name="connsiteX17-1553" fmla="*/ 1429450 w 2601026"/>
                  <a:gd name="connsiteY17-1554" fmla="*/ 2246811 h 2607945"/>
                  <a:gd name="connsiteX18-1555" fmla="*/ 1410789 w 2601026"/>
                  <a:gd name="connsiteY18-1556" fmla="*/ 2601375 h 2607945"/>
                  <a:gd name="connsiteX19-1557" fmla="*/ 944258 w 2601026"/>
                  <a:gd name="connsiteY19-1558" fmla="*/ 2560320 h 2607945"/>
                  <a:gd name="connsiteX20-1559" fmla="*/ 1011439 w 2601026"/>
                  <a:gd name="connsiteY20-1560" fmla="*/ 2213221 h 2607945"/>
                  <a:gd name="connsiteX21-1561" fmla="*/ 716591 w 2601026"/>
                  <a:gd name="connsiteY21-1562" fmla="*/ 2067664 h 2607945"/>
                  <a:gd name="connsiteX22-1563" fmla="*/ 459067 w 2601026"/>
                  <a:gd name="connsiteY22-1564" fmla="*/ 2299063 h 2607945"/>
                  <a:gd name="connsiteX23-1565" fmla="*/ 164219 w 2601026"/>
                  <a:gd name="connsiteY23-1566" fmla="*/ 1955696 h 2607945"/>
                  <a:gd name="connsiteX24-1567" fmla="*/ 440405 w 2601026"/>
                  <a:gd name="connsiteY24-1568" fmla="*/ 1731761 h 2607945"/>
                  <a:gd name="connsiteX25-1569" fmla="*/ 343367 w 2601026"/>
                  <a:gd name="connsiteY25-1570" fmla="*/ 1425717 h 2607945"/>
                  <a:gd name="connsiteX26-1571" fmla="*/ 0 w 2601026"/>
                  <a:gd name="connsiteY26-1572" fmla="*/ 1440646 h 2607945"/>
                  <a:gd name="connsiteX27-1573" fmla="*/ 33591 w 2601026"/>
                  <a:gd name="connsiteY27-1574" fmla="*/ 974116 h 2607945"/>
                  <a:gd name="connsiteX28-1575" fmla="*/ 380689 w 2601026"/>
                  <a:gd name="connsiteY28-1576" fmla="*/ 1007706 h 2607945"/>
                  <a:gd name="connsiteX29-1577" fmla="*/ 529979 w 2601026"/>
                  <a:gd name="connsiteY29-1578" fmla="*/ 724055 h 2607945"/>
                  <a:gd name="connsiteX30-1579" fmla="*/ 287383 w 2601026"/>
                  <a:gd name="connsiteY30-1580" fmla="*/ 470263 h 2607945"/>
                  <a:gd name="connsiteX31-1581" fmla="*/ 630750 w 2601026"/>
                  <a:gd name="connsiteY31-1582" fmla="*/ 171683 h 2607945"/>
                  <a:gd name="connsiteX32-1583" fmla="*/ 850952 w 2601026"/>
                  <a:gd name="connsiteY32-1584" fmla="*/ 447869 h 2607945"/>
                  <a:gd name="connsiteX0-1585" fmla="*/ 850952 w 2601026"/>
                  <a:gd name="connsiteY0-1586" fmla="*/ 447869 h 2607945"/>
                  <a:gd name="connsiteX1-1587" fmla="*/ 1160729 w 2601026"/>
                  <a:gd name="connsiteY1-1588" fmla="*/ 354563 h 2607945"/>
                  <a:gd name="connsiteX2-1589" fmla="*/ 1164461 w 2601026"/>
                  <a:gd name="connsiteY2-1590" fmla="*/ 0 h 2607945"/>
                  <a:gd name="connsiteX3-1591" fmla="*/ 1645920 w 2601026"/>
                  <a:gd name="connsiteY3-1592" fmla="*/ 41055 h 2607945"/>
                  <a:gd name="connsiteX4-1593" fmla="*/ 1582472 w 2601026"/>
                  <a:gd name="connsiteY4-1594" fmla="*/ 388153 h 2607945"/>
                  <a:gd name="connsiteX5-1595" fmla="*/ 1884784 w 2601026"/>
                  <a:gd name="connsiteY5-1596" fmla="*/ 537443 h 2607945"/>
                  <a:gd name="connsiteX6-1597" fmla="*/ 2142309 w 2601026"/>
                  <a:gd name="connsiteY6-1598" fmla="*/ 298579 h 2607945"/>
                  <a:gd name="connsiteX7-1599" fmla="*/ 2429692 w 2601026"/>
                  <a:gd name="connsiteY7-1600" fmla="*/ 656875 h 2607945"/>
                  <a:gd name="connsiteX8-1601" fmla="*/ 2146041 w 2601026"/>
                  <a:gd name="connsiteY8-1602" fmla="*/ 850952 h 2607945"/>
                  <a:gd name="connsiteX9-1603" fmla="*/ 2246812 w 2601026"/>
                  <a:gd name="connsiteY9-1604" fmla="*/ 1194318 h 2607945"/>
                  <a:gd name="connsiteX10-1605" fmla="*/ 2597643 w 2601026"/>
                  <a:gd name="connsiteY10-1606" fmla="*/ 1160728 h 2607945"/>
                  <a:gd name="connsiteX11-1607" fmla="*/ 2556588 w 2601026"/>
                  <a:gd name="connsiteY11-1608" fmla="*/ 1645920 h 2607945"/>
                  <a:gd name="connsiteX12-1609" fmla="*/ 2209489 w 2601026"/>
                  <a:gd name="connsiteY12-1610" fmla="*/ 1593668 h 2607945"/>
                  <a:gd name="connsiteX13-1611" fmla="*/ 2056467 w 2601026"/>
                  <a:gd name="connsiteY13-1612" fmla="*/ 1877319 h 2607945"/>
                  <a:gd name="connsiteX14-1613" fmla="*/ 2291599 w 2601026"/>
                  <a:gd name="connsiteY14-1614" fmla="*/ 2134844 h 2607945"/>
                  <a:gd name="connsiteX15-1615" fmla="*/ 1944500 w 2601026"/>
                  <a:gd name="connsiteY15-1616" fmla="*/ 2437156 h 2607945"/>
                  <a:gd name="connsiteX16-1617" fmla="*/ 1724298 w 2601026"/>
                  <a:gd name="connsiteY16-1618" fmla="*/ 2153505 h 2607945"/>
                  <a:gd name="connsiteX17-1619" fmla="*/ 1429450 w 2601026"/>
                  <a:gd name="connsiteY17-1620" fmla="*/ 2246811 h 2607945"/>
                  <a:gd name="connsiteX18-1621" fmla="*/ 1410789 w 2601026"/>
                  <a:gd name="connsiteY18-1622" fmla="*/ 2601375 h 2607945"/>
                  <a:gd name="connsiteX19-1623" fmla="*/ 944258 w 2601026"/>
                  <a:gd name="connsiteY19-1624" fmla="*/ 2560320 h 2607945"/>
                  <a:gd name="connsiteX20-1625" fmla="*/ 1011439 w 2601026"/>
                  <a:gd name="connsiteY20-1626" fmla="*/ 2213221 h 2607945"/>
                  <a:gd name="connsiteX21-1627" fmla="*/ 716591 w 2601026"/>
                  <a:gd name="connsiteY21-1628" fmla="*/ 2067664 h 2607945"/>
                  <a:gd name="connsiteX22-1629" fmla="*/ 459067 w 2601026"/>
                  <a:gd name="connsiteY22-1630" fmla="*/ 2299063 h 2607945"/>
                  <a:gd name="connsiteX23-1631" fmla="*/ 164219 w 2601026"/>
                  <a:gd name="connsiteY23-1632" fmla="*/ 1955696 h 2607945"/>
                  <a:gd name="connsiteX24-1633" fmla="*/ 440405 w 2601026"/>
                  <a:gd name="connsiteY24-1634" fmla="*/ 1731761 h 2607945"/>
                  <a:gd name="connsiteX25-1635" fmla="*/ 343367 w 2601026"/>
                  <a:gd name="connsiteY25-1636" fmla="*/ 1425717 h 2607945"/>
                  <a:gd name="connsiteX26-1637" fmla="*/ 0 w 2601026"/>
                  <a:gd name="connsiteY26-1638" fmla="*/ 1440646 h 2607945"/>
                  <a:gd name="connsiteX27-1639" fmla="*/ 33591 w 2601026"/>
                  <a:gd name="connsiteY27-1640" fmla="*/ 974116 h 2607945"/>
                  <a:gd name="connsiteX28-1641" fmla="*/ 380689 w 2601026"/>
                  <a:gd name="connsiteY28-1642" fmla="*/ 1007706 h 2607945"/>
                  <a:gd name="connsiteX29-1643" fmla="*/ 529979 w 2601026"/>
                  <a:gd name="connsiteY29-1644" fmla="*/ 724055 h 2607945"/>
                  <a:gd name="connsiteX30-1645" fmla="*/ 287383 w 2601026"/>
                  <a:gd name="connsiteY30-1646" fmla="*/ 470263 h 2607945"/>
                  <a:gd name="connsiteX31-1647" fmla="*/ 630750 w 2601026"/>
                  <a:gd name="connsiteY31-1648" fmla="*/ 171683 h 2607945"/>
                  <a:gd name="connsiteX32-1649" fmla="*/ 850952 w 2601026"/>
                  <a:gd name="connsiteY32-1650" fmla="*/ 447869 h 2607945"/>
                  <a:gd name="connsiteX0-1651" fmla="*/ 850952 w 2601026"/>
                  <a:gd name="connsiteY0-1652" fmla="*/ 447869 h 2607945"/>
                  <a:gd name="connsiteX1-1653" fmla="*/ 1160729 w 2601026"/>
                  <a:gd name="connsiteY1-1654" fmla="*/ 354563 h 2607945"/>
                  <a:gd name="connsiteX2-1655" fmla="*/ 1164461 w 2601026"/>
                  <a:gd name="connsiteY2-1656" fmla="*/ 0 h 2607945"/>
                  <a:gd name="connsiteX3-1657" fmla="*/ 1645920 w 2601026"/>
                  <a:gd name="connsiteY3-1658" fmla="*/ 41055 h 2607945"/>
                  <a:gd name="connsiteX4-1659" fmla="*/ 1582472 w 2601026"/>
                  <a:gd name="connsiteY4-1660" fmla="*/ 388153 h 2607945"/>
                  <a:gd name="connsiteX5-1661" fmla="*/ 1884784 w 2601026"/>
                  <a:gd name="connsiteY5-1662" fmla="*/ 537443 h 2607945"/>
                  <a:gd name="connsiteX6-1663" fmla="*/ 2142309 w 2601026"/>
                  <a:gd name="connsiteY6-1664" fmla="*/ 298579 h 2607945"/>
                  <a:gd name="connsiteX7-1665" fmla="*/ 2429692 w 2601026"/>
                  <a:gd name="connsiteY7-1666" fmla="*/ 656875 h 2607945"/>
                  <a:gd name="connsiteX8-1667" fmla="*/ 2146041 w 2601026"/>
                  <a:gd name="connsiteY8-1668" fmla="*/ 850952 h 2607945"/>
                  <a:gd name="connsiteX9-1669" fmla="*/ 2246812 w 2601026"/>
                  <a:gd name="connsiteY9-1670" fmla="*/ 1194318 h 2607945"/>
                  <a:gd name="connsiteX10-1671" fmla="*/ 2597643 w 2601026"/>
                  <a:gd name="connsiteY10-1672" fmla="*/ 1160728 h 2607945"/>
                  <a:gd name="connsiteX11-1673" fmla="*/ 2556588 w 2601026"/>
                  <a:gd name="connsiteY11-1674" fmla="*/ 1645920 h 2607945"/>
                  <a:gd name="connsiteX12-1675" fmla="*/ 2209489 w 2601026"/>
                  <a:gd name="connsiteY12-1676" fmla="*/ 1593668 h 2607945"/>
                  <a:gd name="connsiteX13-1677" fmla="*/ 2056467 w 2601026"/>
                  <a:gd name="connsiteY13-1678" fmla="*/ 1877319 h 2607945"/>
                  <a:gd name="connsiteX14-1679" fmla="*/ 2291599 w 2601026"/>
                  <a:gd name="connsiteY14-1680" fmla="*/ 2134844 h 2607945"/>
                  <a:gd name="connsiteX15-1681" fmla="*/ 1944500 w 2601026"/>
                  <a:gd name="connsiteY15-1682" fmla="*/ 2437156 h 2607945"/>
                  <a:gd name="connsiteX16-1683" fmla="*/ 1724298 w 2601026"/>
                  <a:gd name="connsiteY16-1684" fmla="*/ 2153505 h 2607945"/>
                  <a:gd name="connsiteX17-1685" fmla="*/ 1429450 w 2601026"/>
                  <a:gd name="connsiteY17-1686" fmla="*/ 2246811 h 2607945"/>
                  <a:gd name="connsiteX18-1687" fmla="*/ 1410789 w 2601026"/>
                  <a:gd name="connsiteY18-1688" fmla="*/ 2601375 h 2607945"/>
                  <a:gd name="connsiteX19-1689" fmla="*/ 944258 w 2601026"/>
                  <a:gd name="connsiteY19-1690" fmla="*/ 2560320 h 2607945"/>
                  <a:gd name="connsiteX20-1691" fmla="*/ 1011439 w 2601026"/>
                  <a:gd name="connsiteY20-1692" fmla="*/ 2213221 h 2607945"/>
                  <a:gd name="connsiteX21-1693" fmla="*/ 716591 w 2601026"/>
                  <a:gd name="connsiteY21-1694" fmla="*/ 2067664 h 2607945"/>
                  <a:gd name="connsiteX22-1695" fmla="*/ 459067 w 2601026"/>
                  <a:gd name="connsiteY22-1696" fmla="*/ 2299063 h 2607945"/>
                  <a:gd name="connsiteX23-1697" fmla="*/ 164219 w 2601026"/>
                  <a:gd name="connsiteY23-1698" fmla="*/ 1955696 h 2607945"/>
                  <a:gd name="connsiteX24-1699" fmla="*/ 440405 w 2601026"/>
                  <a:gd name="connsiteY24-1700" fmla="*/ 1731761 h 2607945"/>
                  <a:gd name="connsiteX25-1701" fmla="*/ 343367 w 2601026"/>
                  <a:gd name="connsiteY25-1702" fmla="*/ 1425717 h 2607945"/>
                  <a:gd name="connsiteX26-1703" fmla="*/ 0 w 2601026"/>
                  <a:gd name="connsiteY26-1704" fmla="*/ 1440646 h 2607945"/>
                  <a:gd name="connsiteX27-1705" fmla="*/ 33591 w 2601026"/>
                  <a:gd name="connsiteY27-1706" fmla="*/ 974116 h 2607945"/>
                  <a:gd name="connsiteX28-1707" fmla="*/ 380689 w 2601026"/>
                  <a:gd name="connsiteY28-1708" fmla="*/ 1007706 h 2607945"/>
                  <a:gd name="connsiteX29-1709" fmla="*/ 529979 w 2601026"/>
                  <a:gd name="connsiteY29-1710" fmla="*/ 724055 h 2607945"/>
                  <a:gd name="connsiteX30-1711" fmla="*/ 287383 w 2601026"/>
                  <a:gd name="connsiteY30-1712" fmla="*/ 470263 h 2607945"/>
                  <a:gd name="connsiteX31-1713" fmla="*/ 630750 w 2601026"/>
                  <a:gd name="connsiteY31-1714" fmla="*/ 171683 h 2607945"/>
                  <a:gd name="connsiteX32-1715" fmla="*/ 850952 w 2601026"/>
                  <a:gd name="connsiteY32-1716" fmla="*/ 447869 h 2607945"/>
                  <a:gd name="connsiteX0-1717" fmla="*/ 855722 w 2605796"/>
                  <a:gd name="connsiteY0-1718" fmla="*/ 447869 h 2607945"/>
                  <a:gd name="connsiteX1-1719" fmla="*/ 1165499 w 2605796"/>
                  <a:gd name="connsiteY1-1720" fmla="*/ 354563 h 2607945"/>
                  <a:gd name="connsiteX2-1721" fmla="*/ 1169231 w 2605796"/>
                  <a:gd name="connsiteY2-1722" fmla="*/ 0 h 2607945"/>
                  <a:gd name="connsiteX3-1723" fmla="*/ 1650690 w 2605796"/>
                  <a:gd name="connsiteY3-1724" fmla="*/ 41055 h 2607945"/>
                  <a:gd name="connsiteX4-1725" fmla="*/ 1587242 w 2605796"/>
                  <a:gd name="connsiteY4-1726" fmla="*/ 388153 h 2607945"/>
                  <a:gd name="connsiteX5-1727" fmla="*/ 1889554 w 2605796"/>
                  <a:gd name="connsiteY5-1728" fmla="*/ 537443 h 2607945"/>
                  <a:gd name="connsiteX6-1729" fmla="*/ 2147079 w 2605796"/>
                  <a:gd name="connsiteY6-1730" fmla="*/ 298579 h 2607945"/>
                  <a:gd name="connsiteX7-1731" fmla="*/ 2434462 w 2605796"/>
                  <a:gd name="connsiteY7-1732" fmla="*/ 656875 h 2607945"/>
                  <a:gd name="connsiteX8-1733" fmla="*/ 2150811 w 2605796"/>
                  <a:gd name="connsiteY8-1734" fmla="*/ 850952 h 2607945"/>
                  <a:gd name="connsiteX9-1735" fmla="*/ 2251582 w 2605796"/>
                  <a:gd name="connsiteY9-1736" fmla="*/ 1194318 h 2607945"/>
                  <a:gd name="connsiteX10-1737" fmla="*/ 2602413 w 2605796"/>
                  <a:gd name="connsiteY10-1738" fmla="*/ 1160728 h 2607945"/>
                  <a:gd name="connsiteX11-1739" fmla="*/ 2561358 w 2605796"/>
                  <a:gd name="connsiteY11-1740" fmla="*/ 1645920 h 2607945"/>
                  <a:gd name="connsiteX12-1741" fmla="*/ 2214259 w 2605796"/>
                  <a:gd name="connsiteY12-1742" fmla="*/ 1593668 h 2607945"/>
                  <a:gd name="connsiteX13-1743" fmla="*/ 2061237 w 2605796"/>
                  <a:gd name="connsiteY13-1744" fmla="*/ 1877319 h 2607945"/>
                  <a:gd name="connsiteX14-1745" fmla="*/ 2296369 w 2605796"/>
                  <a:gd name="connsiteY14-1746" fmla="*/ 2134844 h 2607945"/>
                  <a:gd name="connsiteX15-1747" fmla="*/ 1949270 w 2605796"/>
                  <a:gd name="connsiteY15-1748" fmla="*/ 2437156 h 2607945"/>
                  <a:gd name="connsiteX16-1749" fmla="*/ 1729068 w 2605796"/>
                  <a:gd name="connsiteY16-1750" fmla="*/ 2153505 h 2607945"/>
                  <a:gd name="connsiteX17-1751" fmla="*/ 1434220 w 2605796"/>
                  <a:gd name="connsiteY17-1752" fmla="*/ 2246811 h 2607945"/>
                  <a:gd name="connsiteX18-1753" fmla="*/ 1415559 w 2605796"/>
                  <a:gd name="connsiteY18-1754" fmla="*/ 2601375 h 2607945"/>
                  <a:gd name="connsiteX19-1755" fmla="*/ 949028 w 2605796"/>
                  <a:gd name="connsiteY19-1756" fmla="*/ 2560320 h 2607945"/>
                  <a:gd name="connsiteX20-1757" fmla="*/ 1016209 w 2605796"/>
                  <a:gd name="connsiteY20-1758" fmla="*/ 2213221 h 2607945"/>
                  <a:gd name="connsiteX21-1759" fmla="*/ 721361 w 2605796"/>
                  <a:gd name="connsiteY21-1760" fmla="*/ 2067664 h 2607945"/>
                  <a:gd name="connsiteX22-1761" fmla="*/ 463837 w 2605796"/>
                  <a:gd name="connsiteY22-1762" fmla="*/ 2299063 h 2607945"/>
                  <a:gd name="connsiteX23-1763" fmla="*/ 168989 w 2605796"/>
                  <a:gd name="connsiteY23-1764" fmla="*/ 1955696 h 2607945"/>
                  <a:gd name="connsiteX24-1765" fmla="*/ 445175 w 2605796"/>
                  <a:gd name="connsiteY24-1766" fmla="*/ 1731761 h 2607945"/>
                  <a:gd name="connsiteX25-1767" fmla="*/ 348137 w 2605796"/>
                  <a:gd name="connsiteY25-1768" fmla="*/ 1425717 h 2607945"/>
                  <a:gd name="connsiteX26-1769" fmla="*/ 4770 w 2605796"/>
                  <a:gd name="connsiteY26-1770" fmla="*/ 1440646 h 2607945"/>
                  <a:gd name="connsiteX27-1771" fmla="*/ 38361 w 2605796"/>
                  <a:gd name="connsiteY27-1772" fmla="*/ 974116 h 2607945"/>
                  <a:gd name="connsiteX28-1773" fmla="*/ 385459 w 2605796"/>
                  <a:gd name="connsiteY28-1774" fmla="*/ 1007706 h 2607945"/>
                  <a:gd name="connsiteX29-1775" fmla="*/ 534749 w 2605796"/>
                  <a:gd name="connsiteY29-1776" fmla="*/ 724055 h 2607945"/>
                  <a:gd name="connsiteX30-1777" fmla="*/ 292153 w 2605796"/>
                  <a:gd name="connsiteY30-1778" fmla="*/ 470263 h 2607945"/>
                  <a:gd name="connsiteX31-1779" fmla="*/ 635520 w 2605796"/>
                  <a:gd name="connsiteY31-1780" fmla="*/ 171683 h 2607945"/>
                  <a:gd name="connsiteX32-1781" fmla="*/ 855722 w 2605796"/>
                  <a:gd name="connsiteY32-1782" fmla="*/ 447869 h 2607945"/>
                  <a:gd name="connsiteX0-1783" fmla="*/ 855722 w 2605796"/>
                  <a:gd name="connsiteY0-1784" fmla="*/ 447869 h 2607945"/>
                  <a:gd name="connsiteX1-1785" fmla="*/ 1165499 w 2605796"/>
                  <a:gd name="connsiteY1-1786" fmla="*/ 354563 h 2607945"/>
                  <a:gd name="connsiteX2-1787" fmla="*/ 1169231 w 2605796"/>
                  <a:gd name="connsiteY2-1788" fmla="*/ 0 h 2607945"/>
                  <a:gd name="connsiteX3-1789" fmla="*/ 1650690 w 2605796"/>
                  <a:gd name="connsiteY3-1790" fmla="*/ 41055 h 2607945"/>
                  <a:gd name="connsiteX4-1791" fmla="*/ 1587242 w 2605796"/>
                  <a:gd name="connsiteY4-1792" fmla="*/ 388153 h 2607945"/>
                  <a:gd name="connsiteX5-1793" fmla="*/ 1889554 w 2605796"/>
                  <a:gd name="connsiteY5-1794" fmla="*/ 537443 h 2607945"/>
                  <a:gd name="connsiteX6-1795" fmla="*/ 2147079 w 2605796"/>
                  <a:gd name="connsiteY6-1796" fmla="*/ 298579 h 2607945"/>
                  <a:gd name="connsiteX7-1797" fmla="*/ 2434462 w 2605796"/>
                  <a:gd name="connsiteY7-1798" fmla="*/ 656875 h 2607945"/>
                  <a:gd name="connsiteX8-1799" fmla="*/ 2150811 w 2605796"/>
                  <a:gd name="connsiteY8-1800" fmla="*/ 850952 h 2607945"/>
                  <a:gd name="connsiteX9-1801" fmla="*/ 2251582 w 2605796"/>
                  <a:gd name="connsiteY9-1802" fmla="*/ 1194318 h 2607945"/>
                  <a:gd name="connsiteX10-1803" fmla="*/ 2602413 w 2605796"/>
                  <a:gd name="connsiteY10-1804" fmla="*/ 1160728 h 2607945"/>
                  <a:gd name="connsiteX11-1805" fmla="*/ 2561358 w 2605796"/>
                  <a:gd name="connsiteY11-1806" fmla="*/ 1645920 h 2607945"/>
                  <a:gd name="connsiteX12-1807" fmla="*/ 2214259 w 2605796"/>
                  <a:gd name="connsiteY12-1808" fmla="*/ 1593668 h 2607945"/>
                  <a:gd name="connsiteX13-1809" fmla="*/ 2061237 w 2605796"/>
                  <a:gd name="connsiteY13-1810" fmla="*/ 1877319 h 2607945"/>
                  <a:gd name="connsiteX14-1811" fmla="*/ 2296369 w 2605796"/>
                  <a:gd name="connsiteY14-1812" fmla="*/ 2134844 h 2607945"/>
                  <a:gd name="connsiteX15-1813" fmla="*/ 1949270 w 2605796"/>
                  <a:gd name="connsiteY15-1814" fmla="*/ 2437156 h 2607945"/>
                  <a:gd name="connsiteX16-1815" fmla="*/ 1729068 w 2605796"/>
                  <a:gd name="connsiteY16-1816" fmla="*/ 2153505 h 2607945"/>
                  <a:gd name="connsiteX17-1817" fmla="*/ 1434220 w 2605796"/>
                  <a:gd name="connsiteY17-1818" fmla="*/ 2246811 h 2607945"/>
                  <a:gd name="connsiteX18-1819" fmla="*/ 1415559 w 2605796"/>
                  <a:gd name="connsiteY18-1820" fmla="*/ 2601375 h 2607945"/>
                  <a:gd name="connsiteX19-1821" fmla="*/ 949028 w 2605796"/>
                  <a:gd name="connsiteY19-1822" fmla="*/ 2560320 h 2607945"/>
                  <a:gd name="connsiteX20-1823" fmla="*/ 1016209 w 2605796"/>
                  <a:gd name="connsiteY20-1824" fmla="*/ 2213221 h 2607945"/>
                  <a:gd name="connsiteX21-1825" fmla="*/ 721361 w 2605796"/>
                  <a:gd name="connsiteY21-1826" fmla="*/ 2067664 h 2607945"/>
                  <a:gd name="connsiteX22-1827" fmla="*/ 463837 w 2605796"/>
                  <a:gd name="connsiteY22-1828" fmla="*/ 2299063 h 2607945"/>
                  <a:gd name="connsiteX23-1829" fmla="*/ 168989 w 2605796"/>
                  <a:gd name="connsiteY23-1830" fmla="*/ 1955696 h 2607945"/>
                  <a:gd name="connsiteX24-1831" fmla="*/ 445175 w 2605796"/>
                  <a:gd name="connsiteY24-1832" fmla="*/ 1731761 h 2607945"/>
                  <a:gd name="connsiteX25-1833" fmla="*/ 348137 w 2605796"/>
                  <a:gd name="connsiteY25-1834" fmla="*/ 1425717 h 2607945"/>
                  <a:gd name="connsiteX26-1835" fmla="*/ 4770 w 2605796"/>
                  <a:gd name="connsiteY26-1836" fmla="*/ 1440646 h 2607945"/>
                  <a:gd name="connsiteX27-1837" fmla="*/ 38361 w 2605796"/>
                  <a:gd name="connsiteY27-1838" fmla="*/ 974116 h 2607945"/>
                  <a:gd name="connsiteX28-1839" fmla="*/ 385459 w 2605796"/>
                  <a:gd name="connsiteY28-1840" fmla="*/ 1007706 h 2607945"/>
                  <a:gd name="connsiteX29-1841" fmla="*/ 534749 w 2605796"/>
                  <a:gd name="connsiteY29-1842" fmla="*/ 724055 h 2607945"/>
                  <a:gd name="connsiteX30-1843" fmla="*/ 292153 w 2605796"/>
                  <a:gd name="connsiteY30-1844" fmla="*/ 470263 h 2607945"/>
                  <a:gd name="connsiteX31-1845" fmla="*/ 635520 w 2605796"/>
                  <a:gd name="connsiteY31-1846" fmla="*/ 171683 h 2607945"/>
                  <a:gd name="connsiteX32-1847" fmla="*/ 855722 w 2605796"/>
                  <a:gd name="connsiteY32-1848" fmla="*/ 447869 h 2607945"/>
                  <a:gd name="connsiteX0-1849" fmla="*/ 855722 w 2605796"/>
                  <a:gd name="connsiteY0-1850" fmla="*/ 447869 h 2607945"/>
                  <a:gd name="connsiteX1-1851" fmla="*/ 1165499 w 2605796"/>
                  <a:gd name="connsiteY1-1852" fmla="*/ 354563 h 2607945"/>
                  <a:gd name="connsiteX2-1853" fmla="*/ 1169231 w 2605796"/>
                  <a:gd name="connsiteY2-1854" fmla="*/ 0 h 2607945"/>
                  <a:gd name="connsiteX3-1855" fmla="*/ 1650690 w 2605796"/>
                  <a:gd name="connsiteY3-1856" fmla="*/ 41055 h 2607945"/>
                  <a:gd name="connsiteX4-1857" fmla="*/ 1587242 w 2605796"/>
                  <a:gd name="connsiteY4-1858" fmla="*/ 388153 h 2607945"/>
                  <a:gd name="connsiteX5-1859" fmla="*/ 1889554 w 2605796"/>
                  <a:gd name="connsiteY5-1860" fmla="*/ 537443 h 2607945"/>
                  <a:gd name="connsiteX6-1861" fmla="*/ 2147079 w 2605796"/>
                  <a:gd name="connsiteY6-1862" fmla="*/ 298579 h 2607945"/>
                  <a:gd name="connsiteX7-1863" fmla="*/ 2434462 w 2605796"/>
                  <a:gd name="connsiteY7-1864" fmla="*/ 656875 h 2607945"/>
                  <a:gd name="connsiteX8-1865" fmla="*/ 2150811 w 2605796"/>
                  <a:gd name="connsiteY8-1866" fmla="*/ 850952 h 2607945"/>
                  <a:gd name="connsiteX9-1867" fmla="*/ 2251582 w 2605796"/>
                  <a:gd name="connsiteY9-1868" fmla="*/ 1194318 h 2607945"/>
                  <a:gd name="connsiteX10-1869" fmla="*/ 2602413 w 2605796"/>
                  <a:gd name="connsiteY10-1870" fmla="*/ 1160728 h 2607945"/>
                  <a:gd name="connsiteX11-1871" fmla="*/ 2561358 w 2605796"/>
                  <a:gd name="connsiteY11-1872" fmla="*/ 1645920 h 2607945"/>
                  <a:gd name="connsiteX12-1873" fmla="*/ 2214259 w 2605796"/>
                  <a:gd name="connsiteY12-1874" fmla="*/ 1593668 h 2607945"/>
                  <a:gd name="connsiteX13-1875" fmla="*/ 2061237 w 2605796"/>
                  <a:gd name="connsiteY13-1876" fmla="*/ 1877319 h 2607945"/>
                  <a:gd name="connsiteX14-1877" fmla="*/ 2296369 w 2605796"/>
                  <a:gd name="connsiteY14-1878" fmla="*/ 2134844 h 2607945"/>
                  <a:gd name="connsiteX15-1879" fmla="*/ 1949270 w 2605796"/>
                  <a:gd name="connsiteY15-1880" fmla="*/ 2437156 h 2607945"/>
                  <a:gd name="connsiteX16-1881" fmla="*/ 1729068 w 2605796"/>
                  <a:gd name="connsiteY16-1882" fmla="*/ 2153505 h 2607945"/>
                  <a:gd name="connsiteX17-1883" fmla="*/ 1434220 w 2605796"/>
                  <a:gd name="connsiteY17-1884" fmla="*/ 2246811 h 2607945"/>
                  <a:gd name="connsiteX18-1885" fmla="*/ 1415559 w 2605796"/>
                  <a:gd name="connsiteY18-1886" fmla="*/ 2601375 h 2607945"/>
                  <a:gd name="connsiteX19-1887" fmla="*/ 949028 w 2605796"/>
                  <a:gd name="connsiteY19-1888" fmla="*/ 2560320 h 2607945"/>
                  <a:gd name="connsiteX20-1889" fmla="*/ 1016209 w 2605796"/>
                  <a:gd name="connsiteY20-1890" fmla="*/ 2213221 h 2607945"/>
                  <a:gd name="connsiteX21-1891" fmla="*/ 721361 w 2605796"/>
                  <a:gd name="connsiteY21-1892" fmla="*/ 2067664 h 2607945"/>
                  <a:gd name="connsiteX22-1893" fmla="*/ 463837 w 2605796"/>
                  <a:gd name="connsiteY22-1894" fmla="*/ 2299063 h 2607945"/>
                  <a:gd name="connsiteX23-1895" fmla="*/ 168989 w 2605796"/>
                  <a:gd name="connsiteY23-1896" fmla="*/ 1955696 h 2607945"/>
                  <a:gd name="connsiteX24-1897" fmla="*/ 445175 w 2605796"/>
                  <a:gd name="connsiteY24-1898" fmla="*/ 1731761 h 2607945"/>
                  <a:gd name="connsiteX25-1899" fmla="*/ 348137 w 2605796"/>
                  <a:gd name="connsiteY25-1900" fmla="*/ 1425717 h 2607945"/>
                  <a:gd name="connsiteX26-1901" fmla="*/ 4770 w 2605796"/>
                  <a:gd name="connsiteY26-1902" fmla="*/ 1440646 h 2607945"/>
                  <a:gd name="connsiteX27-1903" fmla="*/ 38361 w 2605796"/>
                  <a:gd name="connsiteY27-1904" fmla="*/ 974116 h 2607945"/>
                  <a:gd name="connsiteX28-1905" fmla="*/ 385459 w 2605796"/>
                  <a:gd name="connsiteY28-1906" fmla="*/ 1007706 h 2607945"/>
                  <a:gd name="connsiteX29-1907" fmla="*/ 534749 w 2605796"/>
                  <a:gd name="connsiteY29-1908" fmla="*/ 724055 h 2607945"/>
                  <a:gd name="connsiteX30-1909" fmla="*/ 292153 w 2605796"/>
                  <a:gd name="connsiteY30-1910" fmla="*/ 470263 h 2607945"/>
                  <a:gd name="connsiteX31-1911" fmla="*/ 635520 w 2605796"/>
                  <a:gd name="connsiteY31-1912" fmla="*/ 171683 h 2607945"/>
                  <a:gd name="connsiteX32-1913" fmla="*/ 855722 w 2605796"/>
                  <a:gd name="connsiteY32-1914" fmla="*/ 447869 h 2607945"/>
                  <a:gd name="connsiteX0-1915" fmla="*/ 855722 w 2605796"/>
                  <a:gd name="connsiteY0-1916" fmla="*/ 447869 h 2607945"/>
                  <a:gd name="connsiteX1-1917" fmla="*/ 1165499 w 2605796"/>
                  <a:gd name="connsiteY1-1918" fmla="*/ 354563 h 2607945"/>
                  <a:gd name="connsiteX2-1919" fmla="*/ 1169231 w 2605796"/>
                  <a:gd name="connsiteY2-1920" fmla="*/ 0 h 2607945"/>
                  <a:gd name="connsiteX3-1921" fmla="*/ 1650690 w 2605796"/>
                  <a:gd name="connsiteY3-1922" fmla="*/ 41055 h 2607945"/>
                  <a:gd name="connsiteX4-1923" fmla="*/ 1587242 w 2605796"/>
                  <a:gd name="connsiteY4-1924" fmla="*/ 388153 h 2607945"/>
                  <a:gd name="connsiteX5-1925" fmla="*/ 1889554 w 2605796"/>
                  <a:gd name="connsiteY5-1926" fmla="*/ 537443 h 2607945"/>
                  <a:gd name="connsiteX6-1927" fmla="*/ 2147079 w 2605796"/>
                  <a:gd name="connsiteY6-1928" fmla="*/ 298579 h 2607945"/>
                  <a:gd name="connsiteX7-1929" fmla="*/ 2434462 w 2605796"/>
                  <a:gd name="connsiteY7-1930" fmla="*/ 656875 h 2607945"/>
                  <a:gd name="connsiteX8-1931" fmla="*/ 2150811 w 2605796"/>
                  <a:gd name="connsiteY8-1932" fmla="*/ 850952 h 2607945"/>
                  <a:gd name="connsiteX9-1933" fmla="*/ 2251582 w 2605796"/>
                  <a:gd name="connsiteY9-1934" fmla="*/ 1194318 h 2607945"/>
                  <a:gd name="connsiteX10-1935" fmla="*/ 2602413 w 2605796"/>
                  <a:gd name="connsiteY10-1936" fmla="*/ 1160728 h 2607945"/>
                  <a:gd name="connsiteX11-1937" fmla="*/ 2561358 w 2605796"/>
                  <a:gd name="connsiteY11-1938" fmla="*/ 1645920 h 2607945"/>
                  <a:gd name="connsiteX12-1939" fmla="*/ 2214259 w 2605796"/>
                  <a:gd name="connsiteY12-1940" fmla="*/ 1593668 h 2607945"/>
                  <a:gd name="connsiteX13-1941" fmla="*/ 2061237 w 2605796"/>
                  <a:gd name="connsiteY13-1942" fmla="*/ 1877319 h 2607945"/>
                  <a:gd name="connsiteX14-1943" fmla="*/ 2296369 w 2605796"/>
                  <a:gd name="connsiteY14-1944" fmla="*/ 2134844 h 2607945"/>
                  <a:gd name="connsiteX15-1945" fmla="*/ 1949270 w 2605796"/>
                  <a:gd name="connsiteY15-1946" fmla="*/ 2437156 h 2607945"/>
                  <a:gd name="connsiteX16-1947" fmla="*/ 1729068 w 2605796"/>
                  <a:gd name="connsiteY16-1948" fmla="*/ 2153505 h 2607945"/>
                  <a:gd name="connsiteX17-1949" fmla="*/ 1434220 w 2605796"/>
                  <a:gd name="connsiteY17-1950" fmla="*/ 2246811 h 2607945"/>
                  <a:gd name="connsiteX18-1951" fmla="*/ 1415559 w 2605796"/>
                  <a:gd name="connsiteY18-1952" fmla="*/ 2601375 h 2607945"/>
                  <a:gd name="connsiteX19-1953" fmla="*/ 949028 w 2605796"/>
                  <a:gd name="connsiteY19-1954" fmla="*/ 2560320 h 2607945"/>
                  <a:gd name="connsiteX20-1955" fmla="*/ 1016209 w 2605796"/>
                  <a:gd name="connsiteY20-1956" fmla="*/ 2213221 h 2607945"/>
                  <a:gd name="connsiteX21-1957" fmla="*/ 721361 w 2605796"/>
                  <a:gd name="connsiteY21-1958" fmla="*/ 2067664 h 2607945"/>
                  <a:gd name="connsiteX22-1959" fmla="*/ 463837 w 2605796"/>
                  <a:gd name="connsiteY22-1960" fmla="*/ 2299063 h 2607945"/>
                  <a:gd name="connsiteX23-1961" fmla="*/ 168989 w 2605796"/>
                  <a:gd name="connsiteY23-1962" fmla="*/ 1955696 h 2607945"/>
                  <a:gd name="connsiteX24-1963" fmla="*/ 445175 w 2605796"/>
                  <a:gd name="connsiteY24-1964" fmla="*/ 1731761 h 2607945"/>
                  <a:gd name="connsiteX25-1965" fmla="*/ 348137 w 2605796"/>
                  <a:gd name="connsiteY25-1966" fmla="*/ 1425717 h 2607945"/>
                  <a:gd name="connsiteX26-1967" fmla="*/ 4770 w 2605796"/>
                  <a:gd name="connsiteY26-1968" fmla="*/ 1440646 h 2607945"/>
                  <a:gd name="connsiteX27-1969" fmla="*/ 38361 w 2605796"/>
                  <a:gd name="connsiteY27-1970" fmla="*/ 974116 h 2607945"/>
                  <a:gd name="connsiteX28-1971" fmla="*/ 385459 w 2605796"/>
                  <a:gd name="connsiteY28-1972" fmla="*/ 1007706 h 2607945"/>
                  <a:gd name="connsiteX29-1973" fmla="*/ 534749 w 2605796"/>
                  <a:gd name="connsiteY29-1974" fmla="*/ 724055 h 2607945"/>
                  <a:gd name="connsiteX30-1975" fmla="*/ 292153 w 2605796"/>
                  <a:gd name="connsiteY30-1976" fmla="*/ 470263 h 2607945"/>
                  <a:gd name="connsiteX31-1977" fmla="*/ 635520 w 2605796"/>
                  <a:gd name="connsiteY31-1978" fmla="*/ 171683 h 2607945"/>
                  <a:gd name="connsiteX32-1979" fmla="*/ 855722 w 2605796"/>
                  <a:gd name="connsiteY32-1980" fmla="*/ 447869 h 2607945"/>
                  <a:gd name="connsiteX0-1981" fmla="*/ 855722 w 2605796"/>
                  <a:gd name="connsiteY0-1982" fmla="*/ 447869 h 2607945"/>
                  <a:gd name="connsiteX1-1983" fmla="*/ 1165499 w 2605796"/>
                  <a:gd name="connsiteY1-1984" fmla="*/ 354563 h 2607945"/>
                  <a:gd name="connsiteX2-1985" fmla="*/ 1169231 w 2605796"/>
                  <a:gd name="connsiteY2-1986" fmla="*/ 0 h 2607945"/>
                  <a:gd name="connsiteX3-1987" fmla="*/ 1650690 w 2605796"/>
                  <a:gd name="connsiteY3-1988" fmla="*/ 41055 h 2607945"/>
                  <a:gd name="connsiteX4-1989" fmla="*/ 1587242 w 2605796"/>
                  <a:gd name="connsiteY4-1990" fmla="*/ 388153 h 2607945"/>
                  <a:gd name="connsiteX5-1991" fmla="*/ 1889554 w 2605796"/>
                  <a:gd name="connsiteY5-1992" fmla="*/ 537443 h 2607945"/>
                  <a:gd name="connsiteX6-1993" fmla="*/ 2147079 w 2605796"/>
                  <a:gd name="connsiteY6-1994" fmla="*/ 298579 h 2607945"/>
                  <a:gd name="connsiteX7-1995" fmla="*/ 2434462 w 2605796"/>
                  <a:gd name="connsiteY7-1996" fmla="*/ 656875 h 2607945"/>
                  <a:gd name="connsiteX8-1997" fmla="*/ 2150811 w 2605796"/>
                  <a:gd name="connsiteY8-1998" fmla="*/ 850952 h 2607945"/>
                  <a:gd name="connsiteX9-1999" fmla="*/ 2251582 w 2605796"/>
                  <a:gd name="connsiteY9-2000" fmla="*/ 1194318 h 2607945"/>
                  <a:gd name="connsiteX10-2001" fmla="*/ 2602413 w 2605796"/>
                  <a:gd name="connsiteY10-2002" fmla="*/ 1160728 h 2607945"/>
                  <a:gd name="connsiteX11-2003" fmla="*/ 2561358 w 2605796"/>
                  <a:gd name="connsiteY11-2004" fmla="*/ 1645920 h 2607945"/>
                  <a:gd name="connsiteX12-2005" fmla="*/ 2214259 w 2605796"/>
                  <a:gd name="connsiteY12-2006" fmla="*/ 1593668 h 2607945"/>
                  <a:gd name="connsiteX13-2007" fmla="*/ 2061237 w 2605796"/>
                  <a:gd name="connsiteY13-2008" fmla="*/ 1877319 h 2607945"/>
                  <a:gd name="connsiteX14-2009" fmla="*/ 2296369 w 2605796"/>
                  <a:gd name="connsiteY14-2010" fmla="*/ 2134844 h 2607945"/>
                  <a:gd name="connsiteX15-2011" fmla="*/ 1949270 w 2605796"/>
                  <a:gd name="connsiteY15-2012" fmla="*/ 2437156 h 2607945"/>
                  <a:gd name="connsiteX16-2013" fmla="*/ 1729068 w 2605796"/>
                  <a:gd name="connsiteY16-2014" fmla="*/ 2153505 h 2607945"/>
                  <a:gd name="connsiteX17-2015" fmla="*/ 1434220 w 2605796"/>
                  <a:gd name="connsiteY17-2016" fmla="*/ 2246811 h 2607945"/>
                  <a:gd name="connsiteX18-2017" fmla="*/ 1415559 w 2605796"/>
                  <a:gd name="connsiteY18-2018" fmla="*/ 2601375 h 2607945"/>
                  <a:gd name="connsiteX19-2019" fmla="*/ 949028 w 2605796"/>
                  <a:gd name="connsiteY19-2020" fmla="*/ 2560320 h 2607945"/>
                  <a:gd name="connsiteX20-2021" fmla="*/ 1016209 w 2605796"/>
                  <a:gd name="connsiteY20-2022" fmla="*/ 2213221 h 2607945"/>
                  <a:gd name="connsiteX21-2023" fmla="*/ 721361 w 2605796"/>
                  <a:gd name="connsiteY21-2024" fmla="*/ 2067664 h 2607945"/>
                  <a:gd name="connsiteX22-2025" fmla="*/ 463837 w 2605796"/>
                  <a:gd name="connsiteY22-2026" fmla="*/ 2299063 h 2607945"/>
                  <a:gd name="connsiteX23-2027" fmla="*/ 168989 w 2605796"/>
                  <a:gd name="connsiteY23-2028" fmla="*/ 1955696 h 2607945"/>
                  <a:gd name="connsiteX24-2029" fmla="*/ 445175 w 2605796"/>
                  <a:gd name="connsiteY24-2030" fmla="*/ 1731761 h 2607945"/>
                  <a:gd name="connsiteX25-2031" fmla="*/ 348137 w 2605796"/>
                  <a:gd name="connsiteY25-2032" fmla="*/ 1425717 h 2607945"/>
                  <a:gd name="connsiteX26-2033" fmla="*/ 4770 w 2605796"/>
                  <a:gd name="connsiteY26-2034" fmla="*/ 1440646 h 2607945"/>
                  <a:gd name="connsiteX27-2035" fmla="*/ 38361 w 2605796"/>
                  <a:gd name="connsiteY27-2036" fmla="*/ 974116 h 2607945"/>
                  <a:gd name="connsiteX28-2037" fmla="*/ 385459 w 2605796"/>
                  <a:gd name="connsiteY28-2038" fmla="*/ 1007706 h 2607945"/>
                  <a:gd name="connsiteX29-2039" fmla="*/ 534749 w 2605796"/>
                  <a:gd name="connsiteY29-2040" fmla="*/ 724055 h 2607945"/>
                  <a:gd name="connsiteX30-2041" fmla="*/ 292153 w 2605796"/>
                  <a:gd name="connsiteY30-2042" fmla="*/ 470263 h 2607945"/>
                  <a:gd name="connsiteX31-2043" fmla="*/ 635520 w 2605796"/>
                  <a:gd name="connsiteY31-2044" fmla="*/ 171683 h 2607945"/>
                  <a:gd name="connsiteX32-2045" fmla="*/ 855722 w 2605796"/>
                  <a:gd name="connsiteY32-2046" fmla="*/ 447869 h 2607945"/>
                  <a:gd name="connsiteX0-2047" fmla="*/ 855722 w 2605796"/>
                  <a:gd name="connsiteY0-2048" fmla="*/ 451419 h 2611495"/>
                  <a:gd name="connsiteX1-2049" fmla="*/ 1165499 w 2605796"/>
                  <a:gd name="connsiteY1-2050" fmla="*/ 358113 h 2611495"/>
                  <a:gd name="connsiteX2-2051" fmla="*/ 1169231 w 2605796"/>
                  <a:gd name="connsiteY2-2052" fmla="*/ 3550 h 2611495"/>
                  <a:gd name="connsiteX3-2053" fmla="*/ 1650690 w 2605796"/>
                  <a:gd name="connsiteY3-2054" fmla="*/ 44605 h 2611495"/>
                  <a:gd name="connsiteX4-2055" fmla="*/ 1587242 w 2605796"/>
                  <a:gd name="connsiteY4-2056" fmla="*/ 391703 h 2611495"/>
                  <a:gd name="connsiteX5-2057" fmla="*/ 1889554 w 2605796"/>
                  <a:gd name="connsiteY5-2058" fmla="*/ 540993 h 2611495"/>
                  <a:gd name="connsiteX6-2059" fmla="*/ 2147079 w 2605796"/>
                  <a:gd name="connsiteY6-2060" fmla="*/ 302129 h 2611495"/>
                  <a:gd name="connsiteX7-2061" fmla="*/ 2434462 w 2605796"/>
                  <a:gd name="connsiteY7-2062" fmla="*/ 660425 h 2611495"/>
                  <a:gd name="connsiteX8-2063" fmla="*/ 2150811 w 2605796"/>
                  <a:gd name="connsiteY8-2064" fmla="*/ 854502 h 2611495"/>
                  <a:gd name="connsiteX9-2065" fmla="*/ 2251582 w 2605796"/>
                  <a:gd name="connsiteY9-2066" fmla="*/ 1197868 h 2611495"/>
                  <a:gd name="connsiteX10-2067" fmla="*/ 2602413 w 2605796"/>
                  <a:gd name="connsiteY10-2068" fmla="*/ 1164278 h 2611495"/>
                  <a:gd name="connsiteX11-2069" fmla="*/ 2561358 w 2605796"/>
                  <a:gd name="connsiteY11-2070" fmla="*/ 1649470 h 2611495"/>
                  <a:gd name="connsiteX12-2071" fmla="*/ 2214259 w 2605796"/>
                  <a:gd name="connsiteY12-2072" fmla="*/ 1597218 h 2611495"/>
                  <a:gd name="connsiteX13-2073" fmla="*/ 2061237 w 2605796"/>
                  <a:gd name="connsiteY13-2074" fmla="*/ 1880869 h 2611495"/>
                  <a:gd name="connsiteX14-2075" fmla="*/ 2296369 w 2605796"/>
                  <a:gd name="connsiteY14-2076" fmla="*/ 2138394 h 2611495"/>
                  <a:gd name="connsiteX15-2077" fmla="*/ 1949270 w 2605796"/>
                  <a:gd name="connsiteY15-2078" fmla="*/ 2440706 h 2611495"/>
                  <a:gd name="connsiteX16-2079" fmla="*/ 1729068 w 2605796"/>
                  <a:gd name="connsiteY16-2080" fmla="*/ 2157055 h 2611495"/>
                  <a:gd name="connsiteX17-2081" fmla="*/ 1434220 w 2605796"/>
                  <a:gd name="connsiteY17-2082" fmla="*/ 2250361 h 2611495"/>
                  <a:gd name="connsiteX18-2083" fmla="*/ 1415559 w 2605796"/>
                  <a:gd name="connsiteY18-2084" fmla="*/ 2604925 h 2611495"/>
                  <a:gd name="connsiteX19-2085" fmla="*/ 949028 w 2605796"/>
                  <a:gd name="connsiteY19-2086" fmla="*/ 2563870 h 2611495"/>
                  <a:gd name="connsiteX20-2087" fmla="*/ 1016209 w 2605796"/>
                  <a:gd name="connsiteY20-2088" fmla="*/ 2216771 h 2611495"/>
                  <a:gd name="connsiteX21-2089" fmla="*/ 721361 w 2605796"/>
                  <a:gd name="connsiteY21-2090" fmla="*/ 2071214 h 2611495"/>
                  <a:gd name="connsiteX22-2091" fmla="*/ 463837 w 2605796"/>
                  <a:gd name="connsiteY22-2092" fmla="*/ 2302613 h 2611495"/>
                  <a:gd name="connsiteX23-2093" fmla="*/ 168989 w 2605796"/>
                  <a:gd name="connsiteY23-2094" fmla="*/ 1959246 h 2611495"/>
                  <a:gd name="connsiteX24-2095" fmla="*/ 445175 w 2605796"/>
                  <a:gd name="connsiteY24-2096" fmla="*/ 1735311 h 2611495"/>
                  <a:gd name="connsiteX25-2097" fmla="*/ 348137 w 2605796"/>
                  <a:gd name="connsiteY25-2098" fmla="*/ 1429267 h 2611495"/>
                  <a:gd name="connsiteX26-2099" fmla="*/ 4770 w 2605796"/>
                  <a:gd name="connsiteY26-2100" fmla="*/ 1444196 h 2611495"/>
                  <a:gd name="connsiteX27-2101" fmla="*/ 38361 w 2605796"/>
                  <a:gd name="connsiteY27-2102" fmla="*/ 977666 h 2611495"/>
                  <a:gd name="connsiteX28-2103" fmla="*/ 385459 w 2605796"/>
                  <a:gd name="connsiteY28-2104" fmla="*/ 1011256 h 2611495"/>
                  <a:gd name="connsiteX29-2105" fmla="*/ 534749 w 2605796"/>
                  <a:gd name="connsiteY29-2106" fmla="*/ 727605 h 2611495"/>
                  <a:gd name="connsiteX30-2107" fmla="*/ 292153 w 2605796"/>
                  <a:gd name="connsiteY30-2108" fmla="*/ 473813 h 2611495"/>
                  <a:gd name="connsiteX31-2109" fmla="*/ 635520 w 2605796"/>
                  <a:gd name="connsiteY31-2110" fmla="*/ 175233 h 2611495"/>
                  <a:gd name="connsiteX32-2111" fmla="*/ 855722 w 2605796"/>
                  <a:gd name="connsiteY32-2112" fmla="*/ 451419 h 2611495"/>
                  <a:gd name="connsiteX0-2113" fmla="*/ 855722 w 2605796"/>
                  <a:gd name="connsiteY0-2114" fmla="*/ 452941 h 2613017"/>
                  <a:gd name="connsiteX1-2115" fmla="*/ 1165499 w 2605796"/>
                  <a:gd name="connsiteY1-2116" fmla="*/ 359635 h 2613017"/>
                  <a:gd name="connsiteX2-2117" fmla="*/ 1169231 w 2605796"/>
                  <a:gd name="connsiteY2-2118" fmla="*/ 5072 h 2613017"/>
                  <a:gd name="connsiteX3-2119" fmla="*/ 1650690 w 2605796"/>
                  <a:gd name="connsiteY3-2120" fmla="*/ 46127 h 2613017"/>
                  <a:gd name="connsiteX4-2121" fmla="*/ 1587242 w 2605796"/>
                  <a:gd name="connsiteY4-2122" fmla="*/ 393225 h 2613017"/>
                  <a:gd name="connsiteX5-2123" fmla="*/ 1889554 w 2605796"/>
                  <a:gd name="connsiteY5-2124" fmla="*/ 542515 h 2613017"/>
                  <a:gd name="connsiteX6-2125" fmla="*/ 2147079 w 2605796"/>
                  <a:gd name="connsiteY6-2126" fmla="*/ 303651 h 2613017"/>
                  <a:gd name="connsiteX7-2127" fmla="*/ 2434462 w 2605796"/>
                  <a:gd name="connsiteY7-2128" fmla="*/ 661947 h 2613017"/>
                  <a:gd name="connsiteX8-2129" fmla="*/ 2150811 w 2605796"/>
                  <a:gd name="connsiteY8-2130" fmla="*/ 856024 h 2613017"/>
                  <a:gd name="connsiteX9-2131" fmla="*/ 2251582 w 2605796"/>
                  <a:gd name="connsiteY9-2132" fmla="*/ 1199390 h 2613017"/>
                  <a:gd name="connsiteX10-2133" fmla="*/ 2602413 w 2605796"/>
                  <a:gd name="connsiteY10-2134" fmla="*/ 1165800 h 2613017"/>
                  <a:gd name="connsiteX11-2135" fmla="*/ 2561358 w 2605796"/>
                  <a:gd name="connsiteY11-2136" fmla="*/ 1650992 h 2613017"/>
                  <a:gd name="connsiteX12-2137" fmla="*/ 2214259 w 2605796"/>
                  <a:gd name="connsiteY12-2138" fmla="*/ 1598740 h 2613017"/>
                  <a:gd name="connsiteX13-2139" fmla="*/ 2061237 w 2605796"/>
                  <a:gd name="connsiteY13-2140" fmla="*/ 1882391 h 2613017"/>
                  <a:gd name="connsiteX14-2141" fmla="*/ 2296369 w 2605796"/>
                  <a:gd name="connsiteY14-2142" fmla="*/ 2139916 h 2613017"/>
                  <a:gd name="connsiteX15-2143" fmla="*/ 1949270 w 2605796"/>
                  <a:gd name="connsiteY15-2144" fmla="*/ 2442228 h 2613017"/>
                  <a:gd name="connsiteX16-2145" fmla="*/ 1729068 w 2605796"/>
                  <a:gd name="connsiteY16-2146" fmla="*/ 2158577 h 2613017"/>
                  <a:gd name="connsiteX17-2147" fmla="*/ 1434220 w 2605796"/>
                  <a:gd name="connsiteY17-2148" fmla="*/ 2251883 h 2613017"/>
                  <a:gd name="connsiteX18-2149" fmla="*/ 1415559 w 2605796"/>
                  <a:gd name="connsiteY18-2150" fmla="*/ 2606447 h 2613017"/>
                  <a:gd name="connsiteX19-2151" fmla="*/ 949028 w 2605796"/>
                  <a:gd name="connsiteY19-2152" fmla="*/ 2565392 h 2613017"/>
                  <a:gd name="connsiteX20-2153" fmla="*/ 1016209 w 2605796"/>
                  <a:gd name="connsiteY20-2154" fmla="*/ 2218293 h 2613017"/>
                  <a:gd name="connsiteX21-2155" fmla="*/ 721361 w 2605796"/>
                  <a:gd name="connsiteY21-2156" fmla="*/ 2072736 h 2613017"/>
                  <a:gd name="connsiteX22-2157" fmla="*/ 463837 w 2605796"/>
                  <a:gd name="connsiteY22-2158" fmla="*/ 2304135 h 2613017"/>
                  <a:gd name="connsiteX23-2159" fmla="*/ 168989 w 2605796"/>
                  <a:gd name="connsiteY23-2160" fmla="*/ 1960768 h 2613017"/>
                  <a:gd name="connsiteX24-2161" fmla="*/ 445175 w 2605796"/>
                  <a:gd name="connsiteY24-2162" fmla="*/ 1736833 h 2613017"/>
                  <a:gd name="connsiteX25-2163" fmla="*/ 348137 w 2605796"/>
                  <a:gd name="connsiteY25-2164" fmla="*/ 1430789 h 2613017"/>
                  <a:gd name="connsiteX26-2165" fmla="*/ 4770 w 2605796"/>
                  <a:gd name="connsiteY26-2166" fmla="*/ 1445718 h 2613017"/>
                  <a:gd name="connsiteX27-2167" fmla="*/ 38361 w 2605796"/>
                  <a:gd name="connsiteY27-2168" fmla="*/ 979188 h 2613017"/>
                  <a:gd name="connsiteX28-2169" fmla="*/ 385459 w 2605796"/>
                  <a:gd name="connsiteY28-2170" fmla="*/ 1012778 h 2613017"/>
                  <a:gd name="connsiteX29-2171" fmla="*/ 534749 w 2605796"/>
                  <a:gd name="connsiteY29-2172" fmla="*/ 729127 h 2613017"/>
                  <a:gd name="connsiteX30-2173" fmla="*/ 292153 w 2605796"/>
                  <a:gd name="connsiteY30-2174" fmla="*/ 475335 h 2613017"/>
                  <a:gd name="connsiteX31-2175" fmla="*/ 635520 w 2605796"/>
                  <a:gd name="connsiteY31-2176" fmla="*/ 176755 h 2613017"/>
                  <a:gd name="connsiteX32-2177" fmla="*/ 855722 w 2605796"/>
                  <a:gd name="connsiteY32-2178" fmla="*/ 452941 h 2613017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</a:cxnLst>
                <a:rect l="l" t="t" r="r" b="b"/>
                <a:pathLst>
                  <a:path w="2605796" h="2613017">
                    <a:moveTo>
                      <a:pt x="855722" y="452941"/>
                    </a:moveTo>
                    <a:cubicBezTo>
                      <a:pt x="951517" y="406910"/>
                      <a:pt x="1058508" y="375808"/>
                      <a:pt x="1165499" y="359635"/>
                    </a:cubicBezTo>
                    <a:lnTo>
                      <a:pt x="1169231" y="5072"/>
                    </a:lnTo>
                    <a:cubicBezTo>
                      <a:pt x="1337182" y="-11101"/>
                      <a:pt x="1505133" y="13781"/>
                      <a:pt x="1650690" y="46127"/>
                    </a:cubicBezTo>
                    <a:lnTo>
                      <a:pt x="1587242" y="393225"/>
                    </a:lnTo>
                    <a:cubicBezTo>
                      <a:pt x="1665619" y="420595"/>
                      <a:pt x="1811177" y="485287"/>
                      <a:pt x="1889554" y="542515"/>
                    </a:cubicBezTo>
                    <a:lnTo>
                      <a:pt x="2147079" y="303651"/>
                    </a:lnTo>
                    <a:cubicBezTo>
                      <a:pt x="2242873" y="404422"/>
                      <a:pt x="2361061" y="527586"/>
                      <a:pt x="2434462" y="661947"/>
                    </a:cubicBezTo>
                    <a:lnTo>
                      <a:pt x="2150811" y="856024"/>
                    </a:lnTo>
                    <a:cubicBezTo>
                      <a:pt x="2206795" y="955550"/>
                      <a:pt x="2232921" y="1066274"/>
                      <a:pt x="2251582" y="1199390"/>
                    </a:cubicBezTo>
                    <a:lnTo>
                      <a:pt x="2602413" y="1165800"/>
                    </a:lnTo>
                    <a:cubicBezTo>
                      <a:pt x="2611122" y="1297673"/>
                      <a:pt x="2604901" y="1478065"/>
                      <a:pt x="2561358" y="1650992"/>
                    </a:cubicBezTo>
                    <a:lnTo>
                      <a:pt x="2214259" y="1598740"/>
                    </a:lnTo>
                    <a:cubicBezTo>
                      <a:pt x="2180669" y="1715683"/>
                      <a:pt x="2120952" y="1817699"/>
                      <a:pt x="2061237" y="1882391"/>
                    </a:cubicBezTo>
                    <a:lnTo>
                      <a:pt x="2296369" y="2139916"/>
                    </a:lnTo>
                    <a:cubicBezTo>
                      <a:pt x="2217992" y="2259348"/>
                      <a:pt x="2091096" y="2360119"/>
                      <a:pt x="1949270" y="2442228"/>
                    </a:cubicBezTo>
                    <a:lnTo>
                      <a:pt x="1729068" y="2158577"/>
                    </a:lnTo>
                    <a:cubicBezTo>
                      <a:pt x="1641982" y="2197143"/>
                      <a:pt x="1543699" y="2243175"/>
                      <a:pt x="1434220" y="2251883"/>
                    </a:cubicBezTo>
                    <a:lnTo>
                      <a:pt x="1415559" y="2606447"/>
                    </a:lnTo>
                    <a:cubicBezTo>
                      <a:pt x="1267513" y="2622620"/>
                      <a:pt x="1112002" y="2608935"/>
                      <a:pt x="949028" y="2565392"/>
                    </a:cubicBezTo>
                    <a:lnTo>
                      <a:pt x="1016209" y="2218293"/>
                    </a:lnTo>
                    <a:cubicBezTo>
                      <a:pt x="921658" y="2188435"/>
                      <a:pt x="804715" y="2128720"/>
                      <a:pt x="721361" y="2072736"/>
                    </a:cubicBezTo>
                    <a:lnTo>
                      <a:pt x="463837" y="2304135"/>
                    </a:lnTo>
                    <a:cubicBezTo>
                      <a:pt x="358090" y="2227002"/>
                      <a:pt x="248611" y="2064027"/>
                      <a:pt x="168989" y="1960768"/>
                    </a:cubicBezTo>
                    <a:lnTo>
                      <a:pt x="445175" y="1736833"/>
                    </a:lnTo>
                    <a:cubicBezTo>
                      <a:pt x="401632" y="1638550"/>
                      <a:pt x="373018" y="1544000"/>
                      <a:pt x="348137" y="1430789"/>
                    </a:cubicBezTo>
                    <a:lnTo>
                      <a:pt x="4770" y="1445718"/>
                    </a:lnTo>
                    <a:cubicBezTo>
                      <a:pt x="-6426" y="1293940"/>
                      <a:pt x="1038" y="1153359"/>
                      <a:pt x="38361" y="979188"/>
                    </a:cubicBezTo>
                    <a:lnTo>
                      <a:pt x="385459" y="1012778"/>
                    </a:lnTo>
                    <a:cubicBezTo>
                      <a:pt x="427757" y="921960"/>
                      <a:pt x="466325" y="819945"/>
                      <a:pt x="534749" y="729127"/>
                    </a:cubicBezTo>
                    <a:lnTo>
                      <a:pt x="292153" y="475335"/>
                    </a:lnTo>
                    <a:cubicBezTo>
                      <a:pt x="410342" y="357147"/>
                      <a:pt x="502403" y="261353"/>
                      <a:pt x="635520" y="176755"/>
                    </a:cubicBezTo>
                    <a:lnTo>
                      <a:pt x="855722" y="452941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Freeform 2"/>
          <p:cNvSpPr/>
          <p:nvPr/>
        </p:nvSpPr>
        <p:spPr>
          <a:xfrm>
            <a:off x="1619250" y="2987675"/>
            <a:ext cx="1489075" cy="246063"/>
          </a:xfrm>
          <a:custGeom>
            <a:avLst/>
            <a:gdLst>
              <a:gd name="connsiteX0" fmla="*/ 0 w 1489166"/>
              <a:gd name="connsiteY0" fmla="*/ 0 h 243840"/>
              <a:gd name="connsiteX1" fmla="*/ 696686 w 1489166"/>
              <a:gd name="connsiteY1" fmla="*/ 243840 h 243840"/>
              <a:gd name="connsiteX2" fmla="*/ 1489166 w 1489166"/>
              <a:gd name="connsiteY2" fmla="*/ 156754 h 243840"/>
              <a:gd name="connsiteX0-1" fmla="*/ 0 w 1489166"/>
              <a:gd name="connsiteY0-2" fmla="*/ 0 h 243840"/>
              <a:gd name="connsiteX1-3" fmla="*/ 696686 w 1489166"/>
              <a:gd name="connsiteY1-4" fmla="*/ 243840 h 243840"/>
              <a:gd name="connsiteX2-5" fmla="*/ 1489166 w 1489166"/>
              <a:gd name="connsiteY2-6" fmla="*/ 156754 h 243840"/>
              <a:gd name="connsiteX0-7" fmla="*/ 0 w 1489166"/>
              <a:gd name="connsiteY0-8" fmla="*/ 0 h 246242"/>
              <a:gd name="connsiteX1-9" fmla="*/ 696686 w 1489166"/>
              <a:gd name="connsiteY1-10" fmla="*/ 243840 h 246242"/>
              <a:gd name="connsiteX2-11" fmla="*/ 1489166 w 1489166"/>
              <a:gd name="connsiteY2-12" fmla="*/ 156754 h 246242"/>
              <a:gd name="connsiteX0-13" fmla="*/ 0 w 1489166"/>
              <a:gd name="connsiteY0-14" fmla="*/ 0 h 246242"/>
              <a:gd name="connsiteX1-15" fmla="*/ 696686 w 1489166"/>
              <a:gd name="connsiteY1-16" fmla="*/ 243840 h 246242"/>
              <a:gd name="connsiteX2-17" fmla="*/ 1489166 w 1489166"/>
              <a:gd name="connsiteY2-18" fmla="*/ 156754 h 2462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489166" h="246242">
                <a:moveTo>
                  <a:pt x="0" y="0"/>
                </a:moveTo>
                <a:cubicBezTo>
                  <a:pt x="388983" y="37737"/>
                  <a:pt x="448492" y="217714"/>
                  <a:pt x="696686" y="243840"/>
                </a:cubicBezTo>
                <a:cubicBezTo>
                  <a:pt x="944880" y="269966"/>
                  <a:pt x="1190172" y="72572"/>
                  <a:pt x="1489166" y="156754"/>
                </a:cubicBezTo>
              </a:path>
            </a:pathLst>
          </a:custGeom>
          <a:noFill/>
          <a:ln w="9525"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4359" name="Group 5"/>
          <p:cNvGrpSpPr>
            <a:grpSpLocks noChangeAspect="1"/>
          </p:cNvGrpSpPr>
          <p:nvPr/>
        </p:nvGrpSpPr>
        <p:grpSpPr>
          <a:xfrm>
            <a:off x="6573838" y="1851025"/>
            <a:ext cx="219075" cy="560388"/>
            <a:chOff x="2095" y="1357"/>
            <a:chExt cx="345" cy="878"/>
          </a:xfrm>
        </p:grpSpPr>
        <p:sp>
          <p:nvSpPr>
            <p:cNvPr id="14432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433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34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35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0" name="Group 10"/>
          <p:cNvGrpSpPr>
            <a:grpSpLocks noChangeAspect="1"/>
          </p:cNvGrpSpPr>
          <p:nvPr/>
        </p:nvGrpSpPr>
        <p:grpSpPr>
          <a:xfrm>
            <a:off x="7529513" y="1760538"/>
            <a:ext cx="219075" cy="560387"/>
            <a:chOff x="2699" y="1659"/>
            <a:chExt cx="392" cy="997"/>
          </a:xfrm>
        </p:grpSpPr>
        <p:sp>
          <p:nvSpPr>
            <p:cNvPr id="14426" name="Oval 11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14427" name="AutoShape 12"/>
            <p:cNvCxnSpPr>
              <a:cxnSpLocks noChangeAspect="1"/>
              <a:stCxn id="14426" idx="4"/>
              <a:endCxn id="14428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4428" name="Freeform 13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29" name="Freeform 14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30" name="AutoShape 15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431" name="Line 16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1" name="Group 75"/>
          <p:cNvGrpSpPr>
            <a:grpSpLocks noChangeAspect="1"/>
          </p:cNvGrpSpPr>
          <p:nvPr/>
        </p:nvGrpSpPr>
        <p:grpSpPr>
          <a:xfrm>
            <a:off x="6892925" y="1760538"/>
            <a:ext cx="219075" cy="560387"/>
            <a:chOff x="2699" y="1659"/>
            <a:chExt cx="392" cy="997"/>
          </a:xfrm>
        </p:grpSpPr>
        <p:sp>
          <p:nvSpPr>
            <p:cNvPr id="14420" name="Oval 76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14421" name="AutoShape 77"/>
            <p:cNvCxnSpPr>
              <a:cxnSpLocks noChangeAspect="1"/>
              <a:stCxn id="14420" idx="4"/>
              <a:endCxn id="14422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4422" name="Freeform 78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23" name="Freeform 79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24" name="AutoShape 80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425" name="Line 81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2" name="Group 89"/>
          <p:cNvGrpSpPr>
            <a:grpSpLocks noChangeAspect="1"/>
          </p:cNvGrpSpPr>
          <p:nvPr/>
        </p:nvGrpSpPr>
        <p:grpSpPr>
          <a:xfrm>
            <a:off x="6256338" y="1760538"/>
            <a:ext cx="219075" cy="560387"/>
            <a:chOff x="2699" y="1659"/>
            <a:chExt cx="392" cy="997"/>
          </a:xfrm>
        </p:grpSpPr>
        <p:sp>
          <p:nvSpPr>
            <p:cNvPr id="14414" name="Oval 90"/>
            <p:cNvSpPr>
              <a:spLocks noChangeAspect="1"/>
            </p:cNvSpPr>
            <p:nvPr/>
          </p:nvSpPr>
          <p:spPr>
            <a:xfrm>
              <a:off x="2790" y="1659"/>
              <a:ext cx="210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14415" name="AutoShape 91"/>
            <p:cNvCxnSpPr>
              <a:cxnSpLocks noChangeAspect="1"/>
              <a:stCxn id="14414" idx="4"/>
              <a:endCxn id="14416" idx="1"/>
            </p:cNvCxnSpPr>
            <p:nvPr/>
          </p:nvCxnSpPr>
          <p:spPr>
            <a:xfrm>
              <a:off x="2895" y="1876"/>
              <a:ext cx="0" cy="10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4416" name="Freeform 92"/>
            <p:cNvSpPr>
              <a:spLocks noChangeAspect="1"/>
            </p:cNvSpPr>
            <p:nvPr/>
          </p:nvSpPr>
          <p:spPr>
            <a:xfrm>
              <a:off x="2699" y="1992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106193"/>
                </a:cxn>
                <a:cxn ang="0">
                  <a:pos x="269077" y="0"/>
                </a:cxn>
                <a:cxn ang="0">
                  <a:pos x="534934" y="10882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17" name="Freeform 93"/>
            <p:cNvSpPr>
              <a:spLocks noChangeAspect="1"/>
            </p:cNvSpPr>
            <p:nvPr/>
          </p:nvSpPr>
          <p:spPr>
            <a:xfrm>
              <a:off x="2705" y="2475"/>
              <a:ext cx="381" cy="181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181"/>
                </a:cxn>
                <a:cxn ang="0">
                  <a:pos x="43" y="181"/>
                </a:cxn>
                <a:cxn ang="0">
                  <a:pos x="113" y="0"/>
                </a:cxn>
                <a:cxn ang="0">
                  <a:pos x="291" y="0"/>
                </a:cxn>
                <a:cxn ang="0">
                  <a:pos x="363" y="181"/>
                </a:cxn>
                <a:cxn ang="0">
                  <a:pos x="405" y="181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18" name="AutoShape 94"/>
            <p:cNvSpPr>
              <a:spLocks noChangeAspect="1"/>
            </p:cNvSpPr>
            <p:nvPr/>
          </p:nvSpPr>
          <p:spPr>
            <a:xfrm>
              <a:off x="2733" y="1992"/>
              <a:ext cx="324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419" name="Line 95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3" name="Group 65"/>
          <p:cNvGrpSpPr>
            <a:grpSpLocks noChangeAspect="1"/>
          </p:cNvGrpSpPr>
          <p:nvPr/>
        </p:nvGrpSpPr>
        <p:grpSpPr>
          <a:xfrm>
            <a:off x="7847013" y="1851025"/>
            <a:ext cx="219075" cy="560388"/>
            <a:chOff x="2095" y="1357"/>
            <a:chExt cx="345" cy="878"/>
          </a:xfrm>
        </p:grpSpPr>
        <p:sp>
          <p:nvSpPr>
            <p:cNvPr id="14410" name="Oval 6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411" name="Freeform 6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12" name="Freeform 6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13" name="Line 6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64" name="TextBox 252"/>
          <p:cNvSpPr txBox="1"/>
          <p:nvPr/>
        </p:nvSpPr>
        <p:spPr>
          <a:xfrm>
            <a:off x="6434138" y="1427163"/>
            <a:ext cx="1490662" cy="2143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Developer Team </a:t>
            </a:r>
            <a:r>
              <a:rPr lang="el-GR" altLang="en-US" sz="1400" b="1" i="1" dirty="0">
                <a:solidFill>
                  <a:srgbClr val="680000"/>
                </a:solidFill>
                <a:latin typeface="Arial" panose="020B0604020202020204" pitchFamily="34" charset="0"/>
              </a:rPr>
              <a:t>β</a:t>
            </a:r>
            <a:endParaRPr lang="en-US" altLang="en-US" sz="1400" b="1" i="1" dirty="0">
              <a:solidFill>
                <a:srgbClr val="680000"/>
              </a:solidFill>
              <a:latin typeface="Arial" panose="020B0604020202020204" pitchFamily="34" charset="0"/>
            </a:endParaRPr>
          </a:p>
        </p:txBody>
      </p:sp>
      <p:grpSp>
        <p:nvGrpSpPr>
          <p:cNvPr id="14365" name="Group 5"/>
          <p:cNvGrpSpPr>
            <a:grpSpLocks noChangeAspect="1"/>
          </p:cNvGrpSpPr>
          <p:nvPr/>
        </p:nvGrpSpPr>
        <p:grpSpPr>
          <a:xfrm>
            <a:off x="7210425" y="1851025"/>
            <a:ext cx="219075" cy="560388"/>
            <a:chOff x="2095" y="1357"/>
            <a:chExt cx="345" cy="878"/>
          </a:xfrm>
        </p:grpSpPr>
        <p:sp>
          <p:nvSpPr>
            <p:cNvPr id="14406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407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08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09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6" name="Group 89"/>
          <p:cNvGrpSpPr>
            <a:grpSpLocks noChangeAspect="1"/>
          </p:cNvGrpSpPr>
          <p:nvPr/>
        </p:nvGrpSpPr>
        <p:grpSpPr>
          <a:xfrm>
            <a:off x="5572125" y="3381375"/>
            <a:ext cx="219075" cy="560388"/>
            <a:chOff x="2699" y="1659"/>
            <a:chExt cx="392" cy="997"/>
          </a:xfrm>
        </p:grpSpPr>
        <p:sp>
          <p:nvSpPr>
            <p:cNvPr id="14400" name="Oval 90"/>
            <p:cNvSpPr>
              <a:spLocks noChangeAspect="1"/>
            </p:cNvSpPr>
            <p:nvPr/>
          </p:nvSpPr>
          <p:spPr>
            <a:xfrm>
              <a:off x="2789" y="1659"/>
              <a:ext cx="212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14401" name="AutoShape 91"/>
            <p:cNvCxnSpPr>
              <a:cxnSpLocks noChangeAspect="1"/>
              <a:stCxn id="14400" idx="4"/>
              <a:endCxn id="14402" idx="1"/>
            </p:cNvCxnSpPr>
            <p:nvPr/>
          </p:nvCxnSpPr>
          <p:spPr>
            <a:xfrm>
              <a:off x="2895" y="1877"/>
              <a:ext cx="1" cy="108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4402" name="Freeform 92"/>
            <p:cNvSpPr>
              <a:spLocks noChangeAspect="1"/>
            </p:cNvSpPr>
            <p:nvPr/>
          </p:nvSpPr>
          <p:spPr>
            <a:xfrm>
              <a:off x="2699" y="1991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03" name="Freeform 93"/>
            <p:cNvSpPr>
              <a:spLocks noChangeAspect="1"/>
            </p:cNvSpPr>
            <p:nvPr/>
          </p:nvSpPr>
          <p:spPr>
            <a:xfrm>
              <a:off x="2706" y="2474"/>
              <a:ext cx="378" cy="182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215"/>
                </a:cxn>
                <a:cxn ang="0">
                  <a:pos x="43" y="215"/>
                </a:cxn>
                <a:cxn ang="0">
                  <a:pos x="104" y="0"/>
                </a:cxn>
                <a:cxn ang="0">
                  <a:pos x="273" y="0"/>
                </a:cxn>
                <a:cxn ang="0">
                  <a:pos x="336" y="215"/>
                </a:cxn>
                <a:cxn ang="0">
                  <a:pos x="378" y="215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404" name="AutoShape 94"/>
            <p:cNvSpPr>
              <a:spLocks noChangeAspect="1"/>
            </p:cNvSpPr>
            <p:nvPr/>
          </p:nvSpPr>
          <p:spPr>
            <a:xfrm>
              <a:off x="2732" y="1991"/>
              <a:ext cx="326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405" name="Line 95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7" name="Group 82"/>
          <p:cNvGrpSpPr>
            <a:grpSpLocks noChangeAspect="1"/>
          </p:cNvGrpSpPr>
          <p:nvPr/>
        </p:nvGrpSpPr>
        <p:grpSpPr>
          <a:xfrm>
            <a:off x="6843713" y="3381375"/>
            <a:ext cx="219075" cy="560388"/>
            <a:chOff x="2699" y="1659"/>
            <a:chExt cx="392" cy="997"/>
          </a:xfrm>
        </p:grpSpPr>
        <p:sp>
          <p:nvSpPr>
            <p:cNvPr id="14394" name="Oval 83"/>
            <p:cNvSpPr>
              <a:spLocks noChangeAspect="1"/>
            </p:cNvSpPr>
            <p:nvPr/>
          </p:nvSpPr>
          <p:spPr>
            <a:xfrm>
              <a:off x="2789" y="1659"/>
              <a:ext cx="212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14395" name="AutoShape 84"/>
            <p:cNvCxnSpPr>
              <a:cxnSpLocks noChangeAspect="1"/>
              <a:stCxn id="14394" idx="4"/>
              <a:endCxn id="14396" idx="1"/>
            </p:cNvCxnSpPr>
            <p:nvPr/>
          </p:nvCxnSpPr>
          <p:spPr>
            <a:xfrm>
              <a:off x="2895" y="1877"/>
              <a:ext cx="1" cy="108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4396" name="Freeform 85"/>
            <p:cNvSpPr>
              <a:spLocks noChangeAspect="1"/>
            </p:cNvSpPr>
            <p:nvPr/>
          </p:nvSpPr>
          <p:spPr>
            <a:xfrm>
              <a:off x="2699" y="1991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97" name="Freeform 86"/>
            <p:cNvSpPr>
              <a:spLocks noChangeAspect="1"/>
            </p:cNvSpPr>
            <p:nvPr/>
          </p:nvSpPr>
          <p:spPr>
            <a:xfrm>
              <a:off x="2706" y="2474"/>
              <a:ext cx="378" cy="182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215"/>
                </a:cxn>
                <a:cxn ang="0">
                  <a:pos x="43" y="215"/>
                </a:cxn>
                <a:cxn ang="0">
                  <a:pos x="104" y="0"/>
                </a:cxn>
                <a:cxn ang="0">
                  <a:pos x="273" y="0"/>
                </a:cxn>
                <a:cxn ang="0">
                  <a:pos x="336" y="215"/>
                </a:cxn>
                <a:cxn ang="0">
                  <a:pos x="378" y="215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98" name="AutoShape 87"/>
            <p:cNvSpPr>
              <a:spLocks noChangeAspect="1"/>
            </p:cNvSpPr>
            <p:nvPr/>
          </p:nvSpPr>
          <p:spPr>
            <a:xfrm>
              <a:off x="2732" y="1991"/>
              <a:ext cx="326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99" name="Line 88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8" name="Group 89"/>
          <p:cNvGrpSpPr>
            <a:grpSpLocks noChangeAspect="1"/>
          </p:cNvGrpSpPr>
          <p:nvPr/>
        </p:nvGrpSpPr>
        <p:grpSpPr>
          <a:xfrm>
            <a:off x="7477125" y="3381375"/>
            <a:ext cx="219075" cy="560388"/>
            <a:chOff x="2699" y="1659"/>
            <a:chExt cx="392" cy="997"/>
          </a:xfrm>
        </p:grpSpPr>
        <p:sp>
          <p:nvSpPr>
            <p:cNvPr id="14388" name="Oval 90"/>
            <p:cNvSpPr>
              <a:spLocks noChangeAspect="1"/>
            </p:cNvSpPr>
            <p:nvPr/>
          </p:nvSpPr>
          <p:spPr>
            <a:xfrm>
              <a:off x="2789" y="1659"/>
              <a:ext cx="212" cy="212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cxnSp>
          <p:nvCxnSpPr>
            <p:cNvPr id="14389" name="AutoShape 91"/>
            <p:cNvCxnSpPr>
              <a:cxnSpLocks noChangeAspect="1"/>
              <a:stCxn id="14388" idx="4"/>
              <a:endCxn id="14390" idx="1"/>
            </p:cNvCxnSpPr>
            <p:nvPr/>
          </p:nvCxnSpPr>
          <p:spPr>
            <a:xfrm>
              <a:off x="2895" y="1877"/>
              <a:ext cx="1" cy="108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4390" name="Freeform 92"/>
            <p:cNvSpPr>
              <a:spLocks noChangeAspect="1"/>
            </p:cNvSpPr>
            <p:nvPr/>
          </p:nvSpPr>
          <p:spPr>
            <a:xfrm>
              <a:off x="2699" y="1991"/>
              <a:ext cx="392" cy="79"/>
            </a:xfrm>
            <a:custGeom>
              <a:avLst/>
              <a:gdLst>
                <a:gd name="txL" fmla="*/ 0 w 159"/>
                <a:gd name="txT" fmla="*/ 0 h 32"/>
                <a:gd name="txR" fmla="*/ 159 w 159"/>
                <a:gd name="txB" fmla="*/ 32 h 32"/>
              </a:gdLst>
              <a:ahLst/>
              <a:cxnLst>
                <a:cxn ang="0">
                  <a:pos x="0" y="2147483647"/>
                </a:cxn>
                <a:cxn ang="0">
                  <a:pos x="2147483647" y="0"/>
                </a:cxn>
                <a:cxn ang="0">
                  <a:pos x="2147483647" y="2147483647"/>
                </a:cxn>
              </a:cxnLst>
              <a:rect l="txL" t="txT" r="txR" b="txB"/>
              <a:pathLst>
                <a:path w="159" h="32">
                  <a:moveTo>
                    <a:pt x="0" y="31"/>
                  </a:moveTo>
                  <a:lnTo>
                    <a:pt x="80" y="0"/>
                  </a:lnTo>
                  <a:lnTo>
                    <a:pt x="159" y="3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91" name="Freeform 93"/>
            <p:cNvSpPr>
              <a:spLocks noChangeAspect="1"/>
            </p:cNvSpPr>
            <p:nvPr/>
          </p:nvSpPr>
          <p:spPr>
            <a:xfrm>
              <a:off x="2706" y="2474"/>
              <a:ext cx="378" cy="182"/>
            </a:xfrm>
            <a:custGeom>
              <a:avLst/>
              <a:gdLst>
                <a:gd name="txL" fmla="*/ 0 w 378"/>
                <a:gd name="txT" fmla="*/ 0 h 181"/>
                <a:gd name="txR" fmla="*/ 378 w 378"/>
                <a:gd name="txB" fmla="*/ 181 h 181"/>
              </a:gdLst>
              <a:ahLst/>
              <a:cxnLst>
                <a:cxn ang="0">
                  <a:pos x="0" y="215"/>
                </a:cxn>
                <a:cxn ang="0">
                  <a:pos x="43" y="215"/>
                </a:cxn>
                <a:cxn ang="0">
                  <a:pos x="104" y="0"/>
                </a:cxn>
                <a:cxn ang="0">
                  <a:pos x="273" y="0"/>
                </a:cxn>
                <a:cxn ang="0">
                  <a:pos x="336" y="215"/>
                </a:cxn>
                <a:cxn ang="0">
                  <a:pos x="378" y="215"/>
                </a:cxn>
              </a:cxnLst>
              <a:rect l="txL" t="txT" r="txR" b="txB"/>
              <a:pathLst>
                <a:path w="378" h="181">
                  <a:moveTo>
                    <a:pt x="0" y="181"/>
                  </a:moveTo>
                  <a:lnTo>
                    <a:pt x="43" y="181"/>
                  </a:lnTo>
                  <a:lnTo>
                    <a:pt x="104" y="0"/>
                  </a:lnTo>
                  <a:lnTo>
                    <a:pt x="273" y="0"/>
                  </a:lnTo>
                  <a:lnTo>
                    <a:pt x="336" y="181"/>
                  </a:lnTo>
                  <a:lnTo>
                    <a:pt x="378" y="181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92" name="AutoShape 94"/>
            <p:cNvSpPr>
              <a:spLocks noChangeAspect="1"/>
            </p:cNvSpPr>
            <p:nvPr/>
          </p:nvSpPr>
          <p:spPr>
            <a:xfrm>
              <a:off x="2732" y="1991"/>
              <a:ext cx="326" cy="483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93" name="Line 95"/>
            <p:cNvSpPr>
              <a:spLocks noChangeAspect="1"/>
            </p:cNvSpPr>
            <p:nvPr/>
          </p:nvSpPr>
          <p:spPr>
            <a:xfrm>
              <a:off x="2895" y="1871"/>
              <a:ext cx="0" cy="12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69" name="Group 5"/>
          <p:cNvGrpSpPr>
            <a:grpSpLocks noChangeAspect="1"/>
          </p:cNvGrpSpPr>
          <p:nvPr/>
        </p:nvGrpSpPr>
        <p:grpSpPr>
          <a:xfrm>
            <a:off x="5878513" y="3381375"/>
            <a:ext cx="219075" cy="560388"/>
            <a:chOff x="2095" y="1357"/>
            <a:chExt cx="345" cy="878"/>
          </a:xfrm>
        </p:grpSpPr>
        <p:sp>
          <p:nvSpPr>
            <p:cNvPr id="14384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85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86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87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70" name="Group 5"/>
          <p:cNvGrpSpPr>
            <a:grpSpLocks noChangeAspect="1"/>
          </p:cNvGrpSpPr>
          <p:nvPr/>
        </p:nvGrpSpPr>
        <p:grpSpPr>
          <a:xfrm>
            <a:off x="6537325" y="3381375"/>
            <a:ext cx="219075" cy="560388"/>
            <a:chOff x="2095" y="1357"/>
            <a:chExt cx="345" cy="878"/>
          </a:xfrm>
        </p:grpSpPr>
        <p:sp>
          <p:nvSpPr>
            <p:cNvPr id="14380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81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82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83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371" name="Group 5"/>
          <p:cNvGrpSpPr>
            <a:grpSpLocks noChangeAspect="1"/>
          </p:cNvGrpSpPr>
          <p:nvPr/>
        </p:nvGrpSpPr>
        <p:grpSpPr>
          <a:xfrm>
            <a:off x="7781925" y="3381375"/>
            <a:ext cx="219075" cy="560388"/>
            <a:chOff x="2095" y="1357"/>
            <a:chExt cx="345" cy="878"/>
          </a:xfrm>
        </p:grpSpPr>
        <p:sp>
          <p:nvSpPr>
            <p:cNvPr id="14376" name="Oval 6"/>
            <p:cNvSpPr>
              <a:spLocks noChangeAspect="1"/>
            </p:cNvSpPr>
            <p:nvPr/>
          </p:nvSpPr>
          <p:spPr>
            <a:xfrm>
              <a:off x="2173" y="1357"/>
              <a:ext cx="187" cy="18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77" name="Freeform 7"/>
            <p:cNvSpPr>
              <a:spLocks noChangeAspect="1"/>
            </p:cNvSpPr>
            <p:nvPr/>
          </p:nvSpPr>
          <p:spPr>
            <a:xfrm>
              <a:off x="2095" y="1652"/>
              <a:ext cx="345" cy="67"/>
            </a:xfrm>
            <a:custGeom>
              <a:avLst/>
              <a:gdLst>
                <a:gd name="txL" fmla="*/ 0 w 345"/>
                <a:gd name="txT" fmla="*/ 0 h 67"/>
                <a:gd name="txR" fmla="*/ 345 w 345"/>
                <a:gd name="txB" fmla="*/ 67 h 67"/>
              </a:gdLst>
              <a:ahLst/>
              <a:cxnLst>
                <a:cxn ang="0">
                  <a:pos x="0" y="65"/>
                </a:cxn>
                <a:cxn ang="0">
                  <a:pos x="172" y="0"/>
                </a:cxn>
                <a:cxn ang="0">
                  <a:pos x="345" y="67"/>
                </a:cxn>
              </a:cxnLst>
              <a:rect l="txL" t="txT" r="txR" b="txB"/>
              <a:pathLst>
                <a:path w="345" h="67">
                  <a:moveTo>
                    <a:pt x="0" y="65"/>
                  </a:moveTo>
                  <a:lnTo>
                    <a:pt x="172" y="0"/>
                  </a:lnTo>
                  <a:lnTo>
                    <a:pt x="345" y="67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78" name="Freeform 8"/>
            <p:cNvSpPr>
              <a:spLocks noChangeAspect="1"/>
            </p:cNvSpPr>
            <p:nvPr/>
          </p:nvSpPr>
          <p:spPr>
            <a:xfrm>
              <a:off x="2102" y="1853"/>
              <a:ext cx="331" cy="382"/>
            </a:xfrm>
            <a:custGeom>
              <a:avLst/>
              <a:gdLst>
                <a:gd name="txL" fmla="*/ 0 w 331"/>
                <a:gd name="txT" fmla="*/ 0 h 382"/>
                <a:gd name="txR" fmla="*/ 331 w 331"/>
                <a:gd name="txB" fmla="*/ 382 h 382"/>
              </a:gdLst>
              <a:ahLst/>
              <a:cxnLst>
                <a:cxn ang="0">
                  <a:pos x="0" y="382"/>
                </a:cxn>
                <a:cxn ang="0">
                  <a:pos x="38" y="382"/>
                </a:cxn>
                <a:cxn ang="0">
                  <a:pos x="165" y="0"/>
                </a:cxn>
                <a:cxn ang="0">
                  <a:pos x="294" y="382"/>
                </a:cxn>
                <a:cxn ang="0">
                  <a:pos x="331" y="382"/>
                </a:cxn>
              </a:cxnLst>
              <a:rect l="txL" t="txT" r="txR" b="txB"/>
              <a:pathLst>
                <a:path w="331" h="382">
                  <a:moveTo>
                    <a:pt x="0" y="382"/>
                  </a:moveTo>
                  <a:lnTo>
                    <a:pt x="38" y="382"/>
                  </a:lnTo>
                  <a:lnTo>
                    <a:pt x="165" y="0"/>
                  </a:lnTo>
                  <a:lnTo>
                    <a:pt x="294" y="382"/>
                  </a:lnTo>
                  <a:lnTo>
                    <a:pt x="331" y="382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4379" name="Line 9"/>
            <p:cNvSpPr>
              <a:spLocks noChangeAspect="1"/>
            </p:cNvSpPr>
            <p:nvPr/>
          </p:nvSpPr>
          <p:spPr>
            <a:xfrm>
              <a:off x="2267" y="1544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4372" name="TextBox 91"/>
          <p:cNvSpPr txBox="1"/>
          <p:nvPr/>
        </p:nvSpPr>
        <p:spPr>
          <a:xfrm>
            <a:off x="5445125" y="2932113"/>
            <a:ext cx="776288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Subgroup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l-GR" altLang="en-US" sz="1400" b="1" dirty="0">
                <a:latin typeface="Arial" panose="020B0604020202020204" pitchFamily="34" charset="0"/>
              </a:rPr>
              <a:t>β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>
                <a:solidFill>
                  <a:srgbClr val="FF0000"/>
                </a:solidFill>
                <a:latin typeface="Arial" panose="020B0604020202020204" pitchFamily="34" charset="0"/>
              </a:rPr>
              <a:t>RED</a:t>
            </a:r>
            <a:endParaRPr lang="en-US" altLang="en-US" sz="1400" b="1" dirty="0">
              <a:latin typeface="Arial" panose="020B0604020202020204" pitchFamily="34" charset="0"/>
            </a:endParaRPr>
          </a:p>
        </p:txBody>
      </p:sp>
      <p:sp>
        <p:nvSpPr>
          <p:cNvPr id="14373" name="TextBox 92"/>
          <p:cNvSpPr txBox="1"/>
          <p:nvPr/>
        </p:nvSpPr>
        <p:spPr>
          <a:xfrm>
            <a:off x="6415088" y="2932113"/>
            <a:ext cx="808037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Subgroup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l-GR" altLang="en-US" sz="1400" b="1" dirty="0">
                <a:latin typeface="Arial" panose="020B0604020202020204" pitchFamily="34" charset="0"/>
              </a:rPr>
              <a:t>β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>
                <a:solidFill>
                  <a:srgbClr val="00B050"/>
                </a:solidFill>
                <a:latin typeface="Arial" panose="020B0604020202020204" pitchFamily="34" charset="0"/>
              </a:rPr>
              <a:t>GREEN</a:t>
            </a:r>
            <a:endParaRPr lang="en-US" altLang="en-US" sz="1400" b="1" dirty="0">
              <a:solidFill>
                <a:srgbClr val="00B050"/>
              </a:solidFill>
              <a:latin typeface="Arial" panose="020B0604020202020204" pitchFamily="34" charset="0"/>
            </a:endParaRPr>
          </a:p>
        </p:txBody>
      </p:sp>
      <p:sp>
        <p:nvSpPr>
          <p:cNvPr id="14374" name="TextBox 93"/>
          <p:cNvSpPr txBox="1"/>
          <p:nvPr/>
        </p:nvSpPr>
        <p:spPr>
          <a:xfrm>
            <a:off x="7386638" y="2932113"/>
            <a:ext cx="776287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Subgroup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l-GR" altLang="en-US" sz="1400" b="1" dirty="0">
                <a:latin typeface="Arial" panose="020B0604020202020204" pitchFamily="34" charset="0"/>
              </a:rPr>
              <a:t>β</a:t>
            </a:r>
            <a:r>
              <a:rPr lang="en-US" altLang="en-US" sz="1400" b="1" dirty="0">
                <a:latin typeface="Arial" panose="020B0604020202020204" pitchFamily="34" charset="0"/>
              </a:rPr>
              <a:t>-</a:t>
            </a:r>
            <a:r>
              <a:rPr lang="en-US" altLang="en-US" sz="1400" b="1" dirty="0">
                <a:solidFill>
                  <a:srgbClr val="0070C0"/>
                </a:solidFill>
                <a:latin typeface="Arial" panose="020B0604020202020204" pitchFamily="34" charset="0"/>
              </a:rPr>
              <a:t>BLUE</a:t>
            </a:r>
            <a:endParaRPr lang="en-US" altLang="en-US" sz="1400" b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pic>
        <p:nvPicPr>
          <p:cNvPr id="14375" name="Picture 1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463" y="1427163"/>
            <a:ext cx="1738312" cy="10556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charRg st="31" end="1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53" end="3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charRg st="153" end="3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6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Example:  Restaurant Automation</a:t>
            </a:r>
            <a:br>
              <a:rPr lang="en-US" altLang="en-US" dirty="0">
                <a:solidFill>
                  <a:schemeClr val="bg2"/>
                </a:solidFill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Benefits of Team </a:t>
            </a:r>
            <a:r>
              <a:rPr lang="el-GR" altLang="en-US" b="1" i="1" dirty="0">
                <a:solidFill>
                  <a:srgbClr val="68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β</a:t>
            </a: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 Approach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04825" y="1450975"/>
            <a:ext cx="8410575" cy="5297488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ts val="60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Organizing a team by smaller problems that will be solved (features developed)</a:t>
            </a:r>
            <a:b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			rather than by the solution (implementation technologies):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The problems are more likely to </a:t>
            </a:r>
            <a:r>
              <a:rPr lang="en-US" altLang="zh-CN" sz="1400" i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remain stable </a:t>
            </a: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than the solutions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Short feedback times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spcBef>
                <a:spcPct val="0"/>
              </a:spcBef>
              <a:buChar char="–"/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</a:rPr>
              <a:t>Every sub-group can have implementation feedback as soon as their part is working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Increased productivity:</a:t>
            </a:r>
            <a:b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Minimizes the amount of communication needed to coordinate the work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lvl="1">
              <a:spcBef>
                <a:spcPct val="0"/>
              </a:spcBef>
              <a:buChar char="–"/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→ more time to focus on creative software development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Failure resilience:</a:t>
            </a:r>
            <a:b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Reduces the dependency on the rest of the team—if they fail to deliver, you can still succeed and demonstrate your mini-project</a:t>
            </a:r>
            <a:b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(Unlike chain-organization, where a link failure leads to project failure, each “stack” can succeed independently of others, </a:t>
            </a:r>
            <a:r>
              <a:rPr lang="en-US" altLang="zh-CN" sz="1400" i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because it solves customer’s sub-problem</a:t>
            </a: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)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en-US" sz="1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Each student learns </a:t>
            </a:r>
            <a:r>
              <a:rPr lang="en-US" altLang="en-US" sz="1400" b="1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all </a:t>
            </a:r>
            <a:r>
              <a:rPr lang="en-US" altLang="en-US" sz="1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aspects of software development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Ownership visibility:</a:t>
            </a:r>
            <a:b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Each mini-project can be demonstrated alone (because it solves customer’s sub-problem)</a:t>
            </a:r>
            <a:b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(If the work is organized around solution expertise, who demonstrates UI, or dBase, or …?)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Customer friendly:</a:t>
            </a:r>
            <a:b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The customer (or class instructor) knows whom to talk about every aspect of a given functional feature (i.e., about a sub-problem that is of interest to them)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spcBef>
                <a:spcPts val="600"/>
              </a:spcBef>
              <a:buClr>
                <a:srgbClr val="A50021"/>
              </a:buClr>
            </a:pPr>
            <a:r>
              <a:rPr lang="en-US" altLang="zh-CN" sz="14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Requirements traceability, from inception to implementation</a:t>
            </a:r>
            <a:endParaRPr lang="en-US" altLang="zh-CN" sz="14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0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charRg st="0" end="1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141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charRg st="141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206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>
                                            <p:txEl>
                                              <p:charRg st="206" end="2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8">
                                            <p:txEl>
                                              <p:charRg st="227" end="3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09" end="4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>
                                            <p:txEl>
                                              <p:charRg st="309" end="4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401" end="4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">
                                            <p:txEl>
                                              <p:charRg st="401" end="4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455" end="7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8">
                                            <p:txEl>
                                              <p:charRg st="455" end="7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770" end="8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">
                                            <p:txEl>
                                              <p:charRg st="770" end="8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826" end="10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8">
                                            <p:txEl>
                                              <p:charRg st="826" end="10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1026" end="1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8">
                                            <p:txEl>
                                              <p:charRg st="1026" end="12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1204" end="1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8">
                                            <p:txEl>
                                              <p:charRg st="1204" end="12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16386" name="TextBox 234"/>
          <p:cNvSpPr txBox="1"/>
          <p:nvPr/>
        </p:nvSpPr>
        <p:spPr>
          <a:xfrm>
            <a:off x="4984750" y="4379913"/>
            <a:ext cx="3883025" cy="17541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Rationale</a:t>
            </a: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If the developer team’s structure is mirroring the product structure,</a:t>
            </a: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then the product structure should also be mirroring the structure of the user contexts whose work this product will support</a:t>
            </a:r>
            <a:endParaRPr lang="en-US" altLang="en-US" sz="1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6387" name="Title 4"/>
          <p:cNvSpPr>
            <a:spLocks noGrp="1"/>
          </p:cNvSpPr>
          <p:nvPr>
            <p:ph type="title"/>
          </p:nvPr>
        </p:nvSpPr>
        <p:spPr>
          <a:xfrm>
            <a:off x="381000" y="141288"/>
            <a:ext cx="8572500" cy="1389062"/>
          </a:xfrm>
        </p:spPr>
        <p:txBody>
          <a:bodyPr vert="horz" wrap="square" lIns="0" tIns="45720" rIns="0" bIns="45720" anchor="ctr" anchorCtr="0"/>
          <a:p>
            <a:pPr>
              <a:lnSpc>
                <a:spcPct val="130000"/>
              </a:lnSpc>
            </a:pPr>
            <a:r>
              <a:rPr lang="en-US" altLang="en-US" sz="3200" dirty="0">
                <a:latin typeface="Arial Rounded MT Bold" panose="020F0704030504030204" pitchFamily="34" charset="0"/>
                <a:ea typeface="+mj-ea"/>
                <a:cs typeface="+mj-cs"/>
              </a:rPr>
              <a:t>Identifying Subproblems  by User Context</a:t>
            </a:r>
            <a:br>
              <a:rPr lang="en-US" altLang="en-US" sz="32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500" dirty="0">
                <a:latin typeface="Arial Rounded MT Bold" panose="020F0704030504030204" pitchFamily="34" charset="0"/>
                <a:ea typeface="+mj-ea"/>
                <a:cs typeface="+mj-cs"/>
              </a:rPr>
              <a:t>Example:  Safe Home Access</a:t>
            </a:r>
            <a:endParaRPr lang="en-US" altLang="zh-CN" sz="2500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6388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cxnSp>
        <p:nvCxnSpPr>
          <p:cNvPr id="140" name="Straight Connector 139"/>
          <p:cNvCxnSpPr/>
          <p:nvPr/>
        </p:nvCxnSpPr>
        <p:spPr>
          <a:xfrm>
            <a:off x="2466975" y="1430338"/>
            <a:ext cx="44338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9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3" y="1885950"/>
            <a:ext cx="4368800" cy="4846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cxnSp>
        <p:nvCxnSpPr>
          <p:cNvPr id="217" name="Straight Connector 216"/>
          <p:cNvCxnSpPr/>
          <p:nvPr/>
        </p:nvCxnSpPr>
        <p:spPr>
          <a:xfrm>
            <a:off x="4857750" y="2173288"/>
            <a:ext cx="0" cy="4389438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2419350" y="2173288"/>
            <a:ext cx="0" cy="4389438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2" name="Title 4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72500" cy="1825625"/>
          </a:xfrm>
        </p:spPr>
        <p:txBody>
          <a:bodyPr vert="horz" wrap="square" lIns="0" tIns="45720" rIns="0" bIns="45720" anchor="ctr" anchorCtr="0"/>
          <a:p>
            <a:pPr>
              <a:lnSpc>
                <a:spcPct val="150000"/>
              </a:lnSpc>
            </a:pPr>
            <a:r>
              <a:rPr lang="en-US" altLang="en-US" sz="3200" dirty="0">
                <a:latin typeface="Arial Rounded MT Bold" panose="020F0704030504030204" pitchFamily="34" charset="0"/>
                <a:ea typeface="+mj-ea"/>
                <a:cs typeface="+mj-cs"/>
              </a:rPr>
              <a:t>Identifying Subproblems by User Roles</a:t>
            </a:r>
            <a:br>
              <a:rPr lang="en-US" altLang="en-US" sz="3600" dirty="0"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lang="en-US" altLang="en-US" sz="2500" dirty="0">
                <a:latin typeface="Arial Rounded MT Bold" panose="020F0704030504030204" pitchFamily="34" charset="0"/>
                <a:ea typeface="+mj-ea"/>
                <a:cs typeface="+mj-cs"/>
              </a:rPr>
              <a:t>Example:  Safe Home Access</a:t>
            </a:r>
            <a:endParaRPr lang="en-US" altLang="zh-CN" sz="2500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7413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grpSp>
        <p:nvGrpSpPr>
          <p:cNvPr id="17414" name="Group 29"/>
          <p:cNvGrpSpPr/>
          <p:nvPr/>
        </p:nvGrpSpPr>
        <p:grpSpPr>
          <a:xfrm>
            <a:off x="1008063" y="4006850"/>
            <a:ext cx="398462" cy="795338"/>
            <a:chOff x="5070" y="1110"/>
            <a:chExt cx="251" cy="501"/>
          </a:xfrm>
        </p:grpSpPr>
        <p:sp>
          <p:nvSpPr>
            <p:cNvPr id="17511" name="Freeform 30"/>
            <p:cNvSpPr/>
            <p:nvPr/>
          </p:nvSpPr>
          <p:spPr>
            <a:xfrm>
              <a:off x="5070" y="1209"/>
              <a:ext cx="251" cy="402"/>
            </a:xfrm>
            <a:custGeom>
              <a:avLst/>
              <a:gdLst>
                <a:gd name="txL" fmla="*/ 0 w 251"/>
                <a:gd name="txT" fmla="*/ 0 h 402"/>
                <a:gd name="txR" fmla="*/ 251 w 251"/>
                <a:gd name="txB" fmla="*/ 402 h 402"/>
              </a:gdLst>
              <a:ahLst/>
              <a:cxnLst>
                <a:cxn ang="0">
                  <a:pos x="0" y="138"/>
                </a:cxn>
                <a:cxn ang="0">
                  <a:pos x="47" y="0"/>
                </a:cxn>
                <a:cxn ang="0">
                  <a:pos x="114" y="6"/>
                </a:cxn>
                <a:cxn ang="0">
                  <a:pos x="143" y="6"/>
                </a:cxn>
                <a:cxn ang="0">
                  <a:pos x="209" y="2"/>
                </a:cxn>
                <a:cxn ang="0">
                  <a:pos x="251" y="134"/>
                </a:cxn>
                <a:cxn ang="0">
                  <a:pos x="221" y="150"/>
                </a:cxn>
                <a:cxn ang="0">
                  <a:pos x="186" y="47"/>
                </a:cxn>
                <a:cxn ang="0">
                  <a:pos x="186" y="180"/>
                </a:cxn>
                <a:cxn ang="0">
                  <a:pos x="233" y="402"/>
                </a:cxn>
                <a:cxn ang="0">
                  <a:pos x="186" y="402"/>
                </a:cxn>
                <a:cxn ang="0">
                  <a:pos x="128" y="210"/>
                </a:cxn>
                <a:cxn ang="0">
                  <a:pos x="69" y="402"/>
                </a:cxn>
                <a:cxn ang="0">
                  <a:pos x="24" y="402"/>
                </a:cxn>
                <a:cxn ang="0">
                  <a:pos x="69" y="174"/>
                </a:cxn>
                <a:cxn ang="0">
                  <a:pos x="69" y="45"/>
                </a:cxn>
                <a:cxn ang="0">
                  <a:pos x="35" y="150"/>
                </a:cxn>
                <a:cxn ang="0">
                  <a:pos x="0" y="138"/>
                </a:cxn>
              </a:cxnLst>
              <a:rect l="txL" t="txT" r="txR" b="txB"/>
              <a:pathLst>
                <a:path w="251" h="402">
                  <a:moveTo>
                    <a:pt x="0" y="138"/>
                  </a:moveTo>
                  <a:lnTo>
                    <a:pt x="47" y="0"/>
                  </a:lnTo>
                  <a:lnTo>
                    <a:pt x="114" y="6"/>
                  </a:lnTo>
                  <a:lnTo>
                    <a:pt x="143" y="6"/>
                  </a:lnTo>
                  <a:lnTo>
                    <a:pt x="209" y="2"/>
                  </a:lnTo>
                  <a:lnTo>
                    <a:pt x="251" y="134"/>
                  </a:lnTo>
                  <a:lnTo>
                    <a:pt x="221" y="150"/>
                  </a:lnTo>
                  <a:lnTo>
                    <a:pt x="186" y="47"/>
                  </a:lnTo>
                  <a:lnTo>
                    <a:pt x="186" y="180"/>
                  </a:lnTo>
                  <a:lnTo>
                    <a:pt x="233" y="402"/>
                  </a:lnTo>
                  <a:lnTo>
                    <a:pt x="186" y="402"/>
                  </a:lnTo>
                  <a:lnTo>
                    <a:pt x="128" y="210"/>
                  </a:lnTo>
                  <a:lnTo>
                    <a:pt x="69" y="402"/>
                  </a:lnTo>
                  <a:lnTo>
                    <a:pt x="24" y="402"/>
                  </a:lnTo>
                  <a:lnTo>
                    <a:pt x="69" y="174"/>
                  </a:lnTo>
                  <a:lnTo>
                    <a:pt x="69" y="45"/>
                  </a:lnTo>
                  <a:lnTo>
                    <a:pt x="35" y="15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512" name="Oval 31"/>
            <p:cNvSpPr>
              <a:spLocks noChangeAspect="1"/>
            </p:cNvSpPr>
            <p:nvPr/>
          </p:nvSpPr>
          <p:spPr>
            <a:xfrm>
              <a:off x="5145" y="1110"/>
              <a:ext cx="100" cy="100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7415" name="TextBox 87"/>
          <p:cNvSpPr txBox="1"/>
          <p:nvPr/>
        </p:nvSpPr>
        <p:spPr>
          <a:xfrm>
            <a:off x="960438" y="4852988"/>
            <a:ext cx="493712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Visitor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7416" name="TextBox 32"/>
          <p:cNvSpPr txBox="1"/>
          <p:nvPr/>
        </p:nvSpPr>
        <p:spPr>
          <a:xfrm>
            <a:off x="2276475" y="4403725"/>
            <a:ext cx="298450" cy="2159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???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grpSp>
        <p:nvGrpSpPr>
          <p:cNvPr id="17417" name="Group 249"/>
          <p:cNvGrpSpPr>
            <a:grpSpLocks noChangeAspect="1"/>
          </p:cNvGrpSpPr>
          <p:nvPr/>
        </p:nvGrpSpPr>
        <p:grpSpPr>
          <a:xfrm>
            <a:off x="2311400" y="4035425"/>
            <a:ext cx="228600" cy="298450"/>
            <a:chOff x="2227" y="2735"/>
            <a:chExt cx="179" cy="233"/>
          </a:xfrm>
        </p:grpSpPr>
        <p:sp>
          <p:nvSpPr>
            <p:cNvPr id="35" name="Freeform 250"/>
            <p:cNvSpPr>
              <a:spLocks noChangeAspect="1"/>
            </p:cNvSpPr>
            <p:nvPr/>
          </p:nvSpPr>
          <p:spPr bwMode="auto">
            <a:xfrm>
              <a:off x="2227" y="2735"/>
              <a:ext cx="179" cy="233"/>
            </a:xfrm>
            <a:custGeom>
              <a:avLst/>
              <a:gdLst>
                <a:gd name="T0" fmla="*/ 0 w 918"/>
                <a:gd name="T1" fmla="*/ 0 h 1191"/>
                <a:gd name="T2" fmla="*/ 0 w 918"/>
                <a:gd name="T3" fmla="*/ 0 h 1191"/>
                <a:gd name="T4" fmla="*/ 0 w 918"/>
                <a:gd name="T5" fmla="*/ 0 h 1191"/>
                <a:gd name="T6" fmla="*/ 0 w 918"/>
                <a:gd name="T7" fmla="*/ 0 h 1191"/>
                <a:gd name="T8" fmla="*/ 0 w 918"/>
                <a:gd name="T9" fmla="*/ 0 h 1191"/>
                <a:gd name="T10" fmla="*/ 0 w 918"/>
                <a:gd name="T11" fmla="*/ 0 h 1191"/>
                <a:gd name="T12" fmla="*/ 0 w 918"/>
                <a:gd name="T13" fmla="*/ 0 h 1191"/>
                <a:gd name="T14" fmla="*/ 0 w 918"/>
                <a:gd name="T15" fmla="*/ 0 h 1191"/>
                <a:gd name="T16" fmla="*/ 0 w 918"/>
                <a:gd name="T17" fmla="*/ 0 h 1191"/>
                <a:gd name="T18" fmla="*/ 0 w 918"/>
                <a:gd name="T19" fmla="*/ 0 h 11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8" h="1191">
                  <a:moveTo>
                    <a:pt x="0" y="0"/>
                  </a:moveTo>
                  <a:lnTo>
                    <a:pt x="768" y="0"/>
                  </a:lnTo>
                  <a:lnTo>
                    <a:pt x="768" y="156"/>
                  </a:lnTo>
                  <a:lnTo>
                    <a:pt x="855" y="156"/>
                  </a:lnTo>
                  <a:lnTo>
                    <a:pt x="768" y="69"/>
                  </a:lnTo>
                  <a:lnTo>
                    <a:pt x="768" y="3"/>
                  </a:lnTo>
                  <a:lnTo>
                    <a:pt x="918" y="153"/>
                  </a:lnTo>
                  <a:lnTo>
                    <a:pt x="918" y="1191"/>
                  </a:lnTo>
                  <a:lnTo>
                    <a:pt x="0" y="1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251"/>
            <p:cNvSpPr>
              <a:spLocks noChangeAspect="1"/>
            </p:cNvSpPr>
            <p:nvPr/>
          </p:nvSpPr>
          <p:spPr bwMode="auto">
            <a:xfrm>
              <a:off x="2236" y="2744"/>
              <a:ext cx="163" cy="217"/>
            </a:xfrm>
            <a:custGeom>
              <a:avLst/>
              <a:gdLst>
                <a:gd name="T0" fmla="*/ 0 w 482"/>
                <a:gd name="T1" fmla="*/ 0 h 641"/>
                <a:gd name="T2" fmla="*/ 0 w 482"/>
                <a:gd name="T3" fmla="*/ 0 h 641"/>
                <a:gd name="T4" fmla="*/ 0 w 482"/>
                <a:gd name="T5" fmla="*/ 0 h 641"/>
                <a:gd name="T6" fmla="*/ 0 w 482"/>
                <a:gd name="T7" fmla="*/ 0 h 641"/>
                <a:gd name="T8" fmla="*/ 0 w 482"/>
                <a:gd name="T9" fmla="*/ 0 h 641"/>
                <a:gd name="T10" fmla="*/ 0 w 482"/>
                <a:gd name="T11" fmla="*/ 0 h 641"/>
                <a:gd name="T12" fmla="*/ 0 w 482"/>
                <a:gd name="T13" fmla="*/ 0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2" h="641">
                  <a:moveTo>
                    <a:pt x="0" y="0"/>
                  </a:moveTo>
                  <a:lnTo>
                    <a:pt x="402" y="1"/>
                  </a:lnTo>
                  <a:lnTo>
                    <a:pt x="402" y="83"/>
                  </a:lnTo>
                  <a:lnTo>
                    <a:pt x="482" y="83"/>
                  </a:lnTo>
                  <a:lnTo>
                    <a:pt x="482" y="641"/>
                  </a:lnTo>
                  <a:lnTo>
                    <a:pt x="0" y="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03" name="Rectangle 252"/>
            <p:cNvSpPr>
              <a:spLocks noChangeAspect="1"/>
            </p:cNvSpPr>
            <p:nvPr/>
          </p:nvSpPr>
          <p:spPr>
            <a:xfrm>
              <a:off x="2257" y="277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04" name="Rectangle 253"/>
            <p:cNvSpPr>
              <a:spLocks noChangeAspect="1"/>
            </p:cNvSpPr>
            <p:nvPr/>
          </p:nvSpPr>
          <p:spPr>
            <a:xfrm>
              <a:off x="2257" y="2792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05" name="Rectangle 254"/>
            <p:cNvSpPr>
              <a:spLocks noChangeAspect="1"/>
            </p:cNvSpPr>
            <p:nvPr/>
          </p:nvSpPr>
          <p:spPr>
            <a:xfrm>
              <a:off x="2257" y="281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06" name="Rectangle 255"/>
            <p:cNvSpPr>
              <a:spLocks noChangeAspect="1"/>
            </p:cNvSpPr>
            <p:nvPr/>
          </p:nvSpPr>
          <p:spPr>
            <a:xfrm>
              <a:off x="2257" y="2837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07" name="Rectangle 256"/>
            <p:cNvSpPr>
              <a:spLocks noChangeAspect="1"/>
            </p:cNvSpPr>
            <p:nvPr/>
          </p:nvSpPr>
          <p:spPr>
            <a:xfrm>
              <a:off x="2257" y="2858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08" name="Rectangle 257"/>
            <p:cNvSpPr>
              <a:spLocks noChangeAspect="1"/>
            </p:cNvSpPr>
            <p:nvPr/>
          </p:nvSpPr>
          <p:spPr>
            <a:xfrm>
              <a:off x="2257" y="288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09" name="Rectangle 258"/>
            <p:cNvSpPr>
              <a:spLocks noChangeAspect="1"/>
            </p:cNvSpPr>
            <p:nvPr/>
          </p:nvSpPr>
          <p:spPr>
            <a:xfrm>
              <a:off x="2257" y="290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510" name="Rectangle 259"/>
            <p:cNvSpPr>
              <a:spLocks noChangeAspect="1"/>
            </p:cNvSpPr>
            <p:nvPr/>
          </p:nvSpPr>
          <p:spPr>
            <a:xfrm>
              <a:off x="2257" y="2923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7418" name="Group 29"/>
          <p:cNvGrpSpPr/>
          <p:nvPr/>
        </p:nvGrpSpPr>
        <p:grpSpPr>
          <a:xfrm>
            <a:off x="3444875" y="3138488"/>
            <a:ext cx="398463" cy="795337"/>
            <a:chOff x="5070" y="1110"/>
            <a:chExt cx="251" cy="501"/>
          </a:xfrm>
        </p:grpSpPr>
        <p:sp>
          <p:nvSpPr>
            <p:cNvPr id="17499" name="Freeform 30"/>
            <p:cNvSpPr/>
            <p:nvPr/>
          </p:nvSpPr>
          <p:spPr>
            <a:xfrm>
              <a:off x="5070" y="1209"/>
              <a:ext cx="251" cy="402"/>
            </a:xfrm>
            <a:custGeom>
              <a:avLst/>
              <a:gdLst>
                <a:gd name="txL" fmla="*/ 0 w 251"/>
                <a:gd name="txT" fmla="*/ 0 h 402"/>
                <a:gd name="txR" fmla="*/ 251 w 251"/>
                <a:gd name="txB" fmla="*/ 402 h 402"/>
              </a:gdLst>
              <a:ahLst/>
              <a:cxnLst>
                <a:cxn ang="0">
                  <a:pos x="0" y="138"/>
                </a:cxn>
                <a:cxn ang="0">
                  <a:pos x="47" y="0"/>
                </a:cxn>
                <a:cxn ang="0">
                  <a:pos x="114" y="6"/>
                </a:cxn>
                <a:cxn ang="0">
                  <a:pos x="143" y="6"/>
                </a:cxn>
                <a:cxn ang="0">
                  <a:pos x="209" y="2"/>
                </a:cxn>
                <a:cxn ang="0">
                  <a:pos x="251" y="134"/>
                </a:cxn>
                <a:cxn ang="0">
                  <a:pos x="221" y="150"/>
                </a:cxn>
                <a:cxn ang="0">
                  <a:pos x="186" y="47"/>
                </a:cxn>
                <a:cxn ang="0">
                  <a:pos x="186" y="180"/>
                </a:cxn>
                <a:cxn ang="0">
                  <a:pos x="233" y="402"/>
                </a:cxn>
                <a:cxn ang="0">
                  <a:pos x="186" y="402"/>
                </a:cxn>
                <a:cxn ang="0">
                  <a:pos x="128" y="210"/>
                </a:cxn>
                <a:cxn ang="0">
                  <a:pos x="69" y="402"/>
                </a:cxn>
                <a:cxn ang="0">
                  <a:pos x="24" y="402"/>
                </a:cxn>
                <a:cxn ang="0">
                  <a:pos x="69" y="174"/>
                </a:cxn>
                <a:cxn ang="0">
                  <a:pos x="69" y="45"/>
                </a:cxn>
                <a:cxn ang="0">
                  <a:pos x="35" y="150"/>
                </a:cxn>
                <a:cxn ang="0">
                  <a:pos x="0" y="138"/>
                </a:cxn>
              </a:cxnLst>
              <a:rect l="txL" t="txT" r="txR" b="txB"/>
              <a:pathLst>
                <a:path w="251" h="402">
                  <a:moveTo>
                    <a:pt x="0" y="138"/>
                  </a:moveTo>
                  <a:lnTo>
                    <a:pt x="47" y="0"/>
                  </a:lnTo>
                  <a:lnTo>
                    <a:pt x="114" y="6"/>
                  </a:lnTo>
                  <a:lnTo>
                    <a:pt x="143" y="6"/>
                  </a:lnTo>
                  <a:lnTo>
                    <a:pt x="209" y="2"/>
                  </a:lnTo>
                  <a:lnTo>
                    <a:pt x="251" y="134"/>
                  </a:lnTo>
                  <a:lnTo>
                    <a:pt x="221" y="150"/>
                  </a:lnTo>
                  <a:lnTo>
                    <a:pt x="186" y="47"/>
                  </a:lnTo>
                  <a:lnTo>
                    <a:pt x="186" y="180"/>
                  </a:lnTo>
                  <a:lnTo>
                    <a:pt x="233" y="402"/>
                  </a:lnTo>
                  <a:lnTo>
                    <a:pt x="186" y="402"/>
                  </a:lnTo>
                  <a:lnTo>
                    <a:pt x="128" y="210"/>
                  </a:lnTo>
                  <a:lnTo>
                    <a:pt x="69" y="402"/>
                  </a:lnTo>
                  <a:lnTo>
                    <a:pt x="24" y="402"/>
                  </a:lnTo>
                  <a:lnTo>
                    <a:pt x="69" y="174"/>
                  </a:lnTo>
                  <a:lnTo>
                    <a:pt x="69" y="45"/>
                  </a:lnTo>
                  <a:lnTo>
                    <a:pt x="35" y="15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500" name="Oval 31"/>
            <p:cNvSpPr>
              <a:spLocks noChangeAspect="1"/>
            </p:cNvSpPr>
            <p:nvPr/>
          </p:nvSpPr>
          <p:spPr>
            <a:xfrm>
              <a:off x="5145" y="1110"/>
              <a:ext cx="100" cy="100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7419" name="TextBox 87"/>
          <p:cNvSpPr txBox="1"/>
          <p:nvPr/>
        </p:nvSpPr>
        <p:spPr>
          <a:xfrm>
            <a:off x="3376613" y="3984625"/>
            <a:ext cx="53657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Tenant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7420" name="TextBox 84"/>
          <p:cNvSpPr txBox="1"/>
          <p:nvPr/>
        </p:nvSpPr>
        <p:spPr>
          <a:xfrm>
            <a:off x="4573588" y="4478338"/>
            <a:ext cx="579437" cy="43021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Access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History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grpSp>
        <p:nvGrpSpPr>
          <p:cNvPr id="17421" name="Group 249"/>
          <p:cNvGrpSpPr>
            <a:grpSpLocks noChangeAspect="1"/>
          </p:cNvGrpSpPr>
          <p:nvPr/>
        </p:nvGrpSpPr>
        <p:grpSpPr>
          <a:xfrm>
            <a:off x="4748213" y="4110038"/>
            <a:ext cx="228600" cy="298450"/>
            <a:chOff x="2227" y="2735"/>
            <a:chExt cx="179" cy="233"/>
          </a:xfrm>
        </p:grpSpPr>
        <p:sp>
          <p:nvSpPr>
            <p:cNvPr id="87" name="Freeform 250"/>
            <p:cNvSpPr>
              <a:spLocks noChangeAspect="1"/>
            </p:cNvSpPr>
            <p:nvPr/>
          </p:nvSpPr>
          <p:spPr bwMode="auto">
            <a:xfrm>
              <a:off x="2227" y="2735"/>
              <a:ext cx="179" cy="233"/>
            </a:xfrm>
            <a:custGeom>
              <a:avLst/>
              <a:gdLst>
                <a:gd name="T0" fmla="*/ 0 w 918"/>
                <a:gd name="T1" fmla="*/ 0 h 1191"/>
                <a:gd name="T2" fmla="*/ 0 w 918"/>
                <a:gd name="T3" fmla="*/ 0 h 1191"/>
                <a:gd name="T4" fmla="*/ 0 w 918"/>
                <a:gd name="T5" fmla="*/ 0 h 1191"/>
                <a:gd name="T6" fmla="*/ 0 w 918"/>
                <a:gd name="T7" fmla="*/ 0 h 1191"/>
                <a:gd name="T8" fmla="*/ 0 w 918"/>
                <a:gd name="T9" fmla="*/ 0 h 1191"/>
                <a:gd name="T10" fmla="*/ 0 w 918"/>
                <a:gd name="T11" fmla="*/ 0 h 1191"/>
                <a:gd name="T12" fmla="*/ 0 w 918"/>
                <a:gd name="T13" fmla="*/ 0 h 1191"/>
                <a:gd name="T14" fmla="*/ 0 w 918"/>
                <a:gd name="T15" fmla="*/ 0 h 1191"/>
                <a:gd name="T16" fmla="*/ 0 w 918"/>
                <a:gd name="T17" fmla="*/ 0 h 1191"/>
                <a:gd name="T18" fmla="*/ 0 w 918"/>
                <a:gd name="T19" fmla="*/ 0 h 11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8" h="1191">
                  <a:moveTo>
                    <a:pt x="0" y="0"/>
                  </a:moveTo>
                  <a:lnTo>
                    <a:pt x="768" y="0"/>
                  </a:lnTo>
                  <a:lnTo>
                    <a:pt x="768" y="156"/>
                  </a:lnTo>
                  <a:lnTo>
                    <a:pt x="855" y="156"/>
                  </a:lnTo>
                  <a:lnTo>
                    <a:pt x="768" y="69"/>
                  </a:lnTo>
                  <a:lnTo>
                    <a:pt x="768" y="3"/>
                  </a:lnTo>
                  <a:lnTo>
                    <a:pt x="918" y="153"/>
                  </a:lnTo>
                  <a:lnTo>
                    <a:pt x="918" y="1191"/>
                  </a:lnTo>
                  <a:lnTo>
                    <a:pt x="0" y="1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251"/>
            <p:cNvSpPr>
              <a:spLocks noChangeAspect="1"/>
            </p:cNvSpPr>
            <p:nvPr/>
          </p:nvSpPr>
          <p:spPr bwMode="auto">
            <a:xfrm>
              <a:off x="2236" y="2744"/>
              <a:ext cx="163" cy="217"/>
            </a:xfrm>
            <a:custGeom>
              <a:avLst/>
              <a:gdLst>
                <a:gd name="T0" fmla="*/ 0 w 482"/>
                <a:gd name="T1" fmla="*/ 0 h 641"/>
                <a:gd name="T2" fmla="*/ 0 w 482"/>
                <a:gd name="T3" fmla="*/ 0 h 641"/>
                <a:gd name="T4" fmla="*/ 0 w 482"/>
                <a:gd name="T5" fmla="*/ 0 h 641"/>
                <a:gd name="T6" fmla="*/ 0 w 482"/>
                <a:gd name="T7" fmla="*/ 0 h 641"/>
                <a:gd name="T8" fmla="*/ 0 w 482"/>
                <a:gd name="T9" fmla="*/ 0 h 641"/>
                <a:gd name="T10" fmla="*/ 0 w 482"/>
                <a:gd name="T11" fmla="*/ 0 h 641"/>
                <a:gd name="T12" fmla="*/ 0 w 482"/>
                <a:gd name="T13" fmla="*/ 0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2" h="641">
                  <a:moveTo>
                    <a:pt x="0" y="0"/>
                  </a:moveTo>
                  <a:lnTo>
                    <a:pt x="402" y="1"/>
                  </a:lnTo>
                  <a:lnTo>
                    <a:pt x="402" y="83"/>
                  </a:lnTo>
                  <a:lnTo>
                    <a:pt x="482" y="83"/>
                  </a:lnTo>
                  <a:lnTo>
                    <a:pt x="482" y="641"/>
                  </a:lnTo>
                  <a:lnTo>
                    <a:pt x="0" y="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91" name="Rectangle 252"/>
            <p:cNvSpPr>
              <a:spLocks noChangeAspect="1"/>
            </p:cNvSpPr>
            <p:nvPr/>
          </p:nvSpPr>
          <p:spPr>
            <a:xfrm>
              <a:off x="2257" y="277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2" name="Rectangle 253"/>
            <p:cNvSpPr>
              <a:spLocks noChangeAspect="1"/>
            </p:cNvSpPr>
            <p:nvPr/>
          </p:nvSpPr>
          <p:spPr>
            <a:xfrm>
              <a:off x="2257" y="2792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3" name="Rectangle 254"/>
            <p:cNvSpPr>
              <a:spLocks noChangeAspect="1"/>
            </p:cNvSpPr>
            <p:nvPr/>
          </p:nvSpPr>
          <p:spPr>
            <a:xfrm>
              <a:off x="2257" y="281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4" name="Rectangle 255"/>
            <p:cNvSpPr>
              <a:spLocks noChangeAspect="1"/>
            </p:cNvSpPr>
            <p:nvPr/>
          </p:nvSpPr>
          <p:spPr>
            <a:xfrm>
              <a:off x="2257" y="2837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5" name="Rectangle 256"/>
            <p:cNvSpPr>
              <a:spLocks noChangeAspect="1"/>
            </p:cNvSpPr>
            <p:nvPr/>
          </p:nvSpPr>
          <p:spPr>
            <a:xfrm>
              <a:off x="2257" y="2858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6" name="Rectangle 257"/>
            <p:cNvSpPr>
              <a:spLocks noChangeAspect="1"/>
            </p:cNvSpPr>
            <p:nvPr/>
          </p:nvSpPr>
          <p:spPr>
            <a:xfrm>
              <a:off x="2257" y="288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7" name="Rectangle 258"/>
            <p:cNvSpPr>
              <a:spLocks noChangeAspect="1"/>
            </p:cNvSpPr>
            <p:nvPr/>
          </p:nvSpPr>
          <p:spPr>
            <a:xfrm>
              <a:off x="2257" y="290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98" name="Rectangle 259"/>
            <p:cNvSpPr>
              <a:spLocks noChangeAspect="1"/>
            </p:cNvSpPr>
            <p:nvPr/>
          </p:nvSpPr>
          <p:spPr>
            <a:xfrm>
              <a:off x="2257" y="2923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7422" name="Group 29"/>
          <p:cNvGrpSpPr/>
          <p:nvPr/>
        </p:nvGrpSpPr>
        <p:grpSpPr>
          <a:xfrm>
            <a:off x="5883275" y="4006850"/>
            <a:ext cx="398463" cy="795338"/>
            <a:chOff x="5070" y="1110"/>
            <a:chExt cx="251" cy="501"/>
          </a:xfrm>
        </p:grpSpPr>
        <p:sp>
          <p:nvSpPr>
            <p:cNvPr id="17487" name="Freeform 30"/>
            <p:cNvSpPr/>
            <p:nvPr/>
          </p:nvSpPr>
          <p:spPr>
            <a:xfrm>
              <a:off x="5070" y="1209"/>
              <a:ext cx="251" cy="402"/>
            </a:xfrm>
            <a:custGeom>
              <a:avLst/>
              <a:gdLst>
                <a:gd name="txL" fmla="*/ 0 w 251"/>
                <a:gd name="txT" fmla="*/ 0 h 402"/>
                <a:gd name="txR" fmla="*/ 251 w 251"/>
                <a:gd name="txB" fmla="*/ 402 h 402"/>
              </a:gdLst>
              <a:ahLst/>
              <a:cxnLst>
                <a:cxn ang="0">
                  <a:pos x="0" y="138"/>
                </a:cxn>
                <a:cxn ang="0">
                  <a:pos x="47" y="0"/>
                </a:cxn>
                <a:cxn ang="0">
                  <a:pos x="114" y="6"/>
                </a:cxn>
                <a:cxn ang="0">
                  <a:pos x="143" y="6"/>
                </a:cxn>
                <a:cxn ang="0">
                  <a:pos x="209" y="2"/>
                </a:cxn>
                <a:cxn ang="0">
                  <a:pos x="251" y="134"/>
                </a:cxn>
                <a:cxn ang="0">
                  <a:pos x="221" y="150"/>
                </a:cxn>
                <a:cxn ang="0">
                  <a:pos x="186" y="47"/>
                </a:cxn>
                <a:cxn ang="0">
                  <a:pos x="186" y="180"/>
                </a:cxn>
                <a:cxn ang="0">
                  <a:pos x="233" y="402"/>
                </a:cxn>
                <a:cxn ang="0">
                  <a:pos x="186" y="402"/>
                </a:cxn>
                <a:cxn ang="0">
                  <a:pos x="128" y="210"/>
                </a:cxn>
                <a:cxn ang="0">
                  <a:pos x="69" y="402"/>
                </a:cxn>
                <a:cxn ang="0">
                  <a:pos x="24" y="402"/>
                </a:cxn>
                <a:cxn ang="0">
                  <a:pos x="69" y="174"/>
                </a:cxn>
                <a:cxn ang="0">
                  <a:pos x="69" y="45"/>
                </a:cxn>
                <a:cxn ang="0">
                  <a:pos x="35" y="150"/>
                </a:cxn>
                <a:cxn ang="0">
                  <a:pos x="0" y="138"/>
                </a:cxn>
              </a:cxnLst>
              <a:rect l="txL" t="txT" r="txR" b="txB"/>
              <a:pathLst>
                <a:path w="251" h="402">
                  <a:moveTo>
                    <a:pt x="0" y="138"/>
                  </a:moveTo>
                  <a:lnTo>
                    <a:pt x="47" y="0"/>
                  </a:lnTo>
                  <a:lnTo>
                    <a:pt x="114" y="6"/>
                  </a:lnTo>
                  <a:lnTo>
                    <a:pt x="143" y="6"/>
                  </a:lnTo>
                  <a:lnTo>
                    <a:pt x="209" y="2"/>
                  </a:lnTo>
                  <a:lnTo>
                    <a:pt x="251" y="134"/>
                  </a:lnTo>
                  <a:lnTo>
                    <a:pt x="221" y="150"/>
                  </a:lnTo>
                  <a:lnTo>
                    <a:pt x="186" y="47"/>
                  </a:lnTo>
                  <a:lnTo>
                    <a:pt x="186" y="180"/>
                  </a:lnTo>
                  <a:lnTo>
                    <a:pt x="233" y="402"/>
                  </a:lnTo>
                  <a:lnTo>
                    <a:pt x="186" y="402"/>
                  </a:lnTo>
                  <a:lnTo>
                    <a:pt x="128" y="210"/>
                  </a:lnTo>
                  <a:lnTo>
                    <a:pt x="69" y="402"/>
                  </a:lnTo>
                  <a:lnTo>
                    <a:pt x="24" y="402"/>
                  </a:lnTo>
                  <a:lnTo>
                    <a:pt x="69" y="174"/>
                  </a:lnTo>
                  <a:lnTo>
                    <a:pt x="69" y="45"/>
                  </a:lnTo>
                  <a:lnTo>
                    <a:pt x="35" y="15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chemeClr val="bg1">
                <a:alpha val="100000"/>
              </a:schemeClr>
            </a:solidFill>
            <a:ln w="63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88" name="Oval 31"/>
            <p:cNvSpPr>
              <a:spLocks noChangeAspect="1"/>
            </p:cNvSpPr>
            <p:nvPr/>
          </p:nvSpPr>
          <p:spPr>
            <a:xfrm>
              <a:off x="5145" y="1110"/>
              <a:ext cx="100" cy="100"/>
            </a:xfrm>
            <a:prstGeom prst="ellipse">
              <a:avLst/>
            </a:prstGeom>
            <a:solidFill>
              <a:schemeClr val="bg1"/>
            </a:solidFill>
            <a:ln w="63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7423" name="TextBox 87"/>
          <p:cNvSpPr txBox="1"/>
          <p:nvPr/>
        </p:nvSpPr>
        <p:spPr>
          <a:xfrm>
            <a:off x="5734050" y="4852988"/>
            <a:ext cx="69532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Landlord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7424" name="TextBox 100"/>
          <p:cNvSpPr txBox="1"/>
          <p:nvPr/>
        </p:nvSpPr>
        <p:spPr>
          <a:xfrm>
            <a:off x="6965950" y="4478338"/>
            <a:ext cx="668338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Leasing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Records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grpSp>
        <p:nvGrpSpPr>
          <p:cNvPr id="17425" name="Group 249"/>
          <p:cNvGrpSpPr>
            <a:grpSpLocks noChangeAspect="1"/>
          </p:cNvGrpSpPr>
          <p:nvPr/>
        </p:nvGrpSpPr>
        <p:grpSpPr>
          <a:xfrm>
            <a:off x="7186613" y="4110038"/>
            <a:ext cx="228600" cy="298450"/>
            <a:chOff x="2227" y="2735"/>
            <a:chExt cx="179" cy="233"/>
          </a:xfrm>
        </p:grpSpPr>
        <p:sp>
          <p:nvSpPr>
            <p:cNvPr id="103" name="Freeform 250"/>
            <p:cNvSpPr>
              <a:spLocks noChangeAspect="1"/>
            </p:cNvSpPr>
            <p:nvPr/>
          </p:nvSpPr>
          <p:spPr bwMode="auto">
            <a:xfrm>
              <a:off x="2227" y="2735"/>
              <a:ext cx="179" cy="233"/>
            </a:xfrm>
            <a:custGeom>
              <a:avLst/>
              <a:gdLst>
                <a:gd name="T0" fmla="*/ 0 w 918"/>
                <a:gd name="T1" fmla="*/ 0 h 1191"/>
                <a:gd name="T2" fmla="*/ 0 w 918"/>
                <a:gd name="T3" fmla="*/ 0 h 1191"/>
                <a:gd name="T4" fmla="*/ 0 w 918"/>
                <a:gd name="T5" fmla="*/ 0 h 1191"/>
                <a:gd name="T6" fmla="*/ 0 w 918"/>
                <a:gd name="T7" fmla="*/ 0 h 1191"/>
                <a:gd name="T8" fmla="*/ 0 w 918"/>
                <a:gd name="T9" fmla="*/ 0 h 1191"/>
                <a:gd name="T10" fmla="*/ 0 w 918"/>
                <a:gd name="T11" fmla="*/ 0 h 1191"/>
                <a:gd name="T12" fmla="*/ 0 w 918"/>
                <a:gd name="T13" fmla="*/ 0 h 1191"/>
                <a:gd name="T14" fmla="*/ 0 w 918"/>
                <a:gd name="T15" fmla="*/ 0 h 1191"/>
                <a:gd name="T16" fmla="*/ 0 w 918"/>
                <a:gd name="T17" fmla="*/ 0 h 1191"/>
                <a:gd name="T18" fmla="*/ 0 w 918"/>
                <a:gd name="T19" fmla="*/ 0 h 11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8" h="1191">
                  <a:moveTo>
                    <a:pt x="0" y="0"/>
                  </a:moveTo>
                  <a:lnTo>
                    <a:pt x="768" y="0"/>
                  </a:lnTo>
                  <a:lnTo>
                    <a:pt x="768" y="156"/>
                  </a:lnTo>
                  <a:lnTo>
                    <a:pt x="855" y="156"/>
                  </a:lnTo>
                  <a:lnTo>
                    <a:pt x="768" y="69"/>
                  </a:lnTo>
                  <a:lnTo>
                    <a:pt x="768" y="3"/>
                  </a:lnTo>
                  <a:lnTo>
                    <a:pt x="918" y="153"/>
                  </a:lnTo>
                  <a:lnTo>
                    <a:pt x="918" y="1191"/>
                  </a:lnTo>
                  <a:lnTo>
                    <a:pt x="0" y="1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251"/>
            <p:cNvSpPr>
              <a:spLocks noChangeAspect="1"/>
            </p:cNvSpPr>
            <p:nvPr/>
          </p:nvSpPr>
          <p:spPr bwMode="auto">
            <a:xfrm>
              <a:off x="2236" y="2744"/>
              <a:ext cx="163" cy="217"/>
            </a:xfrm>
            <a:custGeom>
              <a:avLst/>
              <a:gdLst>
                <a:gd name="T0" fmla="*/ 0 w 482"/>
                <a:gd name="T1" fmla="*/ 0 h 641"/>
                <a:gd name="T2" fmla="*/ 0 w 482"/>
                <a:gd name="T3" fmla="*/ 0 h 641"/>
                <a:gd name="T4" fmla="*/ 0 w 482"/>
                <a:gd name="T5" fmla="*/ 0 h 641"/>
                <a:gd name="T6" fmla="*/ 0 w 482"/>
                <a:gd name="T7" fmla="*/ 0 h 641"/>
                <a:gd name="T8" fmla="*/ 0 w 482"/>
                <a:gd name="T9" fmla="*/ 0 h 641"/>
                <a:gd name="T10" fmla="*/ 0 w 482"/>
                <a:gd name="T11" fmla="*/ 0 h 641"/>
                <a:gd name="T12" fmla="*/ 0 w 482"/>
                <a:gd name="T13" fmla="*/ 0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2" h="641">
                  <a:moveTo>
                    <a:pt x="0" y="0"/>
                  </a:moveTo>
                  <a:lnTo>
                    <a:pt x="402" y="1"/>
                  </a:lnTo>
                  <a:lnTo>
                    <a:pt x="402" y="83"/>
                  </a:lnTo>
                  <a:lnTo>
                    <a:pt x="482" y="83"/>
                  </a:lnTo>
                  <a:lnTo>
                    <a:pt x="482" y="641"/>
                  </a:lnTo>
                  <a:lnTo>
                    <a:pt x="0" y="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79" name="Rectangle 252"/>
            <p:cNvSpPr>
              <a:spLocks noChangeAspect="1"/>
            </p:cNvSpPr>
            <p:nvPr/>
          </p:nvSpPr>
          <p:spPr>
            <a:xfrm>
              <a:off x="2257" y="277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0" name="Rectangle 253"/>
            <p:cNvSpPr>
              <a:spLocks noChangeAspect="1"/>
            </p:cNvSpPr>
            <p:nvPr/>
          </p:nvSpPr>
          <p:spPr>
            <a:xfrm>
              <a:off x="2257" y="2792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1" name="Rectangle 254"/>
            <p:cNvSpPr>
              <a:spLocks noChangeAspect="1"/>
            </p:cNvSpPr>
            <p:nvPr/>
          </p:nvSpPr>
          <p:spPr>
            <a:xfrm>
              <a:off x="2257" y="281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2" name="Rectangle 255"/>
            <p:cNvSpPr>
              <a:spLocks noChangeAspect="1"/>
            </p:cNvSpPr>
            <p:nvPr/>
          </p:nvSpPr>
          <p:spPr>
            <a:xfrm>
              <a:off x="2257" y="2837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3" name="Rectangle 256"/>
            <p:cNvSpPr>
              <a:spLocks noChangeAspect="1"/>
            </p:cNvSpPr>
            <p:nvPr/>
          </p:nvSpPr>
          <p:spPr>
            <a:xfrm>
              <a:off x="2257" y="2858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4" name="Rectangle 257"/>
            <p:cNvSpPr>
              <a:spLocks noChangeAspect="1"/>
            </p:cNvSpPr>
            <p:nvPr/>
          </p:nvSpPr>
          <p:spPr>
            <a:xfrm>
              <a:off x="2257" y="288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5" name="Rectangle 258"/>
            <p:cNvSpPr>
              <a:spLocks noChangeAspect="1"/>
            </p:cNvSpPr>
            <p:nvPr/>
          </p:nvSpPr>
          <p:spPr>
            <a:xfrm>
              <a:off x="2257" y="290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86" name="Rectangle 259"/>
            <p:cNvSpPr>
              <a:spLocks noChangeAspect="1"/>
            </p:cNvSpPr>
            <p:nvPr/>
          </p:nvSpPr>
          <p:spPr>
            <a:xfrm>
              <a:off x="2257" y="2923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7426" name="Group 249"/>
          <p:cNvGrpSpPr>
            <a:grpSpLocks noChangeAspect="1"/>
          </p:cNvGrpSpPr>
          <p:nvPr/>
        </p:nvGrpSpPr>
        <p:grpSpPr>
          <a:xfrm>
            <a:off x="2311400" y="2989263"/>
            <a:ext cx="228600" cy="298450"/>
            <a:chOff x="2227" y="2735"/>
            <a:chExt cx="179" cy="233"/>
          </a:xfrm>
        </p:grpSpPr>
        <p:sp>
          <p:nvSpPr>
            <p:cNvPr id="150" name="Freeform 250"/>
            <p:cNvSpPr>
              <a:spLocks noChangeAspect="1"/>
            </p:cNvSpPr>
            <p:nvPr/>
          </p:nvSpPr>
          <p:spPr bwMode="auto">
            <a:xfrm>
              <a:off x="2227" y="2735"/>
              <a:ext cx="179" cy="233"/>
            </a:xfrm>
            <a:custGeom>
              <a:avLst/>
              <a:gdLst>
                <a:gd name="T0" fmla="*/ 0 w 918"/>
                <a:gd name="T1" fmla="*/ 0 h 1191"/>
                <a:gd name="T2" fmla="*/ 0 w 918"/>
                <a:gd name="T3" fmla="*/ 0 h 1191"/>
                <a:gd name="T4" fmla="*/ 0 w 918"/>
                <a:gd name="T5" fmla="*/ 0 h 1191"/>
                <a:gd name="T6" fmla="*/ 0 w 918"/>
                <a:gd name="T7" fmla="*/ 0 h 1191"/>
                <a:gd name="T8" fmla="*/ 0 w 918"/>
                <a:gd name="T9" fmla="*/ 0 h 1191"/>
                <a:gd name="T10" fmla="*/ 0 w 918"/>
                <a:gd name="T11" fmla="*/ 0 h 1191"/>
                <a:gd name="T12" fmla="*/ 0 w 918"/>
                <a:gd name="T13" fmla="*/ 0 h 1191"/>
                <a:gd name="T14" fmla="*/ 0 w 918"/>
                <a:gd name="T15" fmla="*/ 0 h 1191"/>
                <a:gd name="T16" fmla="*/ 0 w 918"/>
                <a:gd name="T17" fmla="*/ 0 h 1191"/>
                <a:gd name="T18" fmla="*/ 0 w 918"/>
                <a:gd name="T19" fmla="*/ 0 h 11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8" h="1191">
                  <a:moveTo>
                    <a:pt x="0" y="0"/>
                  </a:moveTo>
                  <a:lnTo>
                    <a:pt x="768" y="0"/>
                  </a:lnTo>
                  <a:lnTo>
                    <a:pt x="768" y="156"/>
                  </a:lnTo>
                  <a:lnTo>
                    <a:pt x="855" y="156"/>
                  </a:lnTo>
                  <a:lnTo>
                    <a:pt x="768" y="69"/>
                  </a:lnTo>
                  <a:lnTo>
                    <a:pt x="768" y="3"/>
                  </a:lnTo>
                  <a:lnTo>
                    <a:pt x="918" y="153"/>
                  </a:lnTo>
                  <a:lnTo>
                    <a:pt x="918" y="1191"/>
                  </a:lnTo>
                  <a:lnTo>
                    <a:pt x="0" y="1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251"/>
            <p:cNvSpPr>
              <a:spLocks noChangeAspect="1"/>
            </p:cNvSpPr>
            <p:nvPr/>
          </p:nvSpPr>
          <p:spPr bwMode="auto">
            <a:xfrm>
              <a:off x="2236" y="2744"/>
              <a:ext cx="163" cy="217"/>
            </a:xfrm>
            <a:custGeom>
              <a:avLst/>
              <a:gdLst>
                <a:gd name="T0" fmla="*/ 0 w 482"/>
                <a:gd name="T1" fmla="*/ 0 h 641"/>
                <a:gd name="T2" fmla="*/ 0 w 482"/>
                <a:gd name="T3" fmla="*/ 0 h 641"/>
                <a:gd name="T4" fmla="*/ 0 w 482"/>
                <a:gd name="T5" fmla="*/ 0 h 641"/>
                <a:gd name="T6" fmla="*/ 0 w 482"/>
                <a:gd name="T7" fmla="*/ 0 h 641"/>
                <a:gd name="T8" fmla="*/ 0 w 482"/>
                <a:gd name="T9" fmla="*/ 0 h 641"/>
                <a:gd name="T10" fmla="*/ 0 w 482"/>
                <a:gd name="T11" fmla="*/ 0 h 641"/>
                <a:gd name="T12" fmla="*/ 0 w 482"/>
                <a:gd name="T13" fmla="*/ 0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2" h="641">
                  <a:moveTo>
                    <a:pt x="0" y="0"/>
                  </a:moveTo>
                  <a:lnTo>
                    <a:pt x="402" y="1"/>
                  </a:lnTo>
                  <a:lnTo>
                    <a:pt x="402" y="83"/>
                  </a:lnTo>
                  <a:lnTo>
                    <a:pt x="482" y="83"/>
                  </a:lnTo>
                  <a:lnTo>
                    <a:pt x="482" y="641"/>
                  </a:lnTo>
                  <a:lnTo>
                    <a:pt x="0" y="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69" name="Rectangle 252"/>
            <p:cNvSpPr>
              <a:spLocks noChangeAspect="1"/>
            </p:cNvSpPr>
            <p:nvPr/>
          </p:nvSpPr>
          <p:spPr>
            <a:xfrm>
              <a:off x="2257" y="277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70" name="Rectangle 253"/>
            <p:cNvSpPr>
              <a:spLocks noChangeAspect="1"/>
            </p:cNvSpPr>
            <p:nvPr/>
          </p:nvSpPr>
          <p:spPr>
            <a:xfrm>
              <a:off x="2257" y="2792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71" name="Rectangle 254"/>
            <p:cNvSpPr>
              <a:spLocks noChangeAspect="1"/>
            </p:cNvSpPr>
            <p:nvPr/>
          </p:nvSpPr>
          <p:spPr>
            <a:xfrm>
              <a:off x="2257" y="281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72" name="Rectangle 255"/>
            <p:cNvSpPr>
              <a:spLocks noChangeAspect="1"/>
            </p:cNvSpPr>
            <p:nvPr/>
          </p:nvSpPr>
          <p:spPr>
            <a:xfrm>
              <a:off x="2257" y="2837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73" name="Rectangle 256"/>
            <p:cNvSpPr>
              <a:spLocks noChangeAspect="1"/>
            </p:cNvSpPr>
            <p:nvPr/>
          </p:nvSpPr>
          <p:spPr>
            <a:xfrm>
              <a:off x="2257" y="2858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74" name="Rectangle 257"/>
            <p:cNvSpPr>
              <a:spLocks noChangeAspect="1"/>
            </p:cNvSpPr>
            <p:nvPr/>
          </p:nvSpPr>
          <p:spPr>
            <a:xfrm>
              <a:off x="2257" y="288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75" name="Rectangle 258"/>
            <p:cNvSpPr>
              <a:spLocks noChangeAspect="1"/>
            </p:cNvSpPr>
            <p:nvPr/>
          </p:nvSpPr>
          <p:spPr>
            <a:xfrm>
              <a:off x="2257" y="290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76" name="Rectangle 259"/>
            <p:cNvSpPr>
              <a:spLocks noChangeAspect="1"/>
            </p:cNvSpPr>
            <p:nvPr/>
          </p:nvSpPr>
          <p:spPr>
            <a:xfrm>
              <a:off x="2257" y="2923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7427" name="TextBox 167"/>
          <p:cNvSpPr txBox="1"/>
          <p:nvPr/>
        </p:nvSpPr>
        <p:spPr>
          <a:xfrm>
            <a:off x="1924050" y="3352800"/>
            <a:ext cx="982663" cy="4302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Keycode-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to-User Map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7428" name="TextBox 192"/>
          <p:cNvSpPr txBox="1"/>
          <p:nvPr/>
        </p:nvSpPr>
        <p:spPr>
          <a:xfrm>
            <a:off x="6942138" y="5602288"/>
            <a:ext cx="717550" cy="43021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Financial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Books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grpSp>
        <p:nvGrpSpPr>
          <p:cNvPr id="17429" name="Group 249"/>
          <p:cNvGrpSpPr>
            <a:grpSpLocks noChangeAspect="1"/>
          </p:cNvGrpSpPr>
          <p:nvPr/>
        </p:nvGrpSpPr>
        <p:grpSpPr>
          <a:xfrm>
            <a:off x="7186613" y="5233988"/>
            <a:ext cx="228600" cy="298450"/>
            <a:chOff x="2227" y="2735"/>
            <a:chExt cx="179" cy="233"/>
          </a:xfrm>
        </p:grpSpPr>
        <p:sp>
          <p:nvSpPr>
            <p:cNvPr id="195" name="Freeform 250"/>
            <p:cNvSpPr>
              <a:spLocks noChangeAspect="1"/>
            </p:cNvSpPr>
            <p:nvPr/>
          </p:nvSpPr>
          <p:spPr bwMode="auto">
            <a:xfrm>
              <a:off x="2227" y="2735"/>
              <a:ext cx="179" cy="233"/>
            </a:xfrm>
            <a:custGeom>
              <a:avLst/>
              <a:gdLst>
                <a:gd name="T0" fmla="*/ 0 w 918"/>
                <a:gd name="T1" fmla="*/ 0 h 1191"/>
                <a:gd name="T2" fmla="*/ 0 w 918"/>
                <a:gd name="T3" fmla="*/ 0 h 1191"/>
                <a:gd name="T4" fmla="*/ 0 w 918"/>
                <a:gd name="T5" fmla="*/ 0 h 1191"/>
                <a:gd name="T6" fmla="*/ 0 w 918"/>
                <a:gd name="T7" fmla="*/ 0 h 1191"/>
                <a:gd name="T8" fmla="*/ 0 w 918"/>
                <a:gd name="T9" fmla="*/ 0 h 1191"/>
                <a:gd name="T10" fmla="*/ 0 w 918"/>
                <a:gd name="T11" fmla="*/ 0 h 1191"/>
                <a:gd name="T12" fmla="*/ 0 w 918"/>
                <a:gd name="T13" fmla="*/ 0 h 1191"/>
                <a:gd name="T14" fmla="*/ 0 w 918"/>
                <a:gd name="T15" fmla="*/ 0 h 1191"/>
                <a:gd name="T16" fmla="*/ 0 w 918"/>
                <a:gd name="T17" fmla="*/ 0 h 1191"/>
                <a:gd name="T18" fmla="*/ 0 w 918"/>
                <a:gd name="T19" fmla="*/ 0 h 11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8" h="1191">
                  <a:moveTo>
                    <a:pt x="0" y="0"/>
                  </a:moveTo>
                  <a:lnTo>
                    <a:pt x="768" y="0"/>
                  </a:lnTo>
                  <a:lnTo>
                    <a:pt x="768" y="156"/>
                  </a:lnTo>
                  <a:lnTo>
                    <a:pt x="855" y="156"/>
                  </a:lnTo>
                  <a:lnTo>
                    <a:pt x="768" y="69"/>
                  </a:lnTo>
                  <a:lnTo>
                    <a:pt x="768" y="3"/>
                  </a:lnTo>
                  <a:lnTo>
                    <a:pt x="918" y="153"/>
                  </a:lnTo>
                  <a:lnTo>
                    <a:pt x="918" y="1191"/>
                  </a:lnTo>
                  <a:lnTo>
                    <a:pt x="0" y="1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51"/>
            <p:cNvSpPr>
              <a:spLocks noChangeAspect="1"/>
            </p:cNvSpPr>
            <p:nvPr/>
          </p:nvSpPr>
          <p:spPr bwMode="auto">
            <a:xfrm>
              <a:off x="2236" y="2744"/>
              <a:ext cx="163" cy="217"/>
            </a:xfrm>
            <a:custGeom>
              <a:avLst/>
              <a:gdLst>
                <a:gd name="T0" fmla="*/ 0 w 482"/>
                <a:gd name="T1" fmla="*/ 0 h 641"/>
                <a:gd name="T2" fmla="*/ 0 w 482"/>
                <a:gd name="T3" fmla="*/ 0 h 641"/>
                <a:gd name="T4" fmla="*/ 0 w 482"/>
                <a:gd name="T5" fmla="*/ 0 h 641"/>
                <a:gd name="T6" fmla="*/ 0 w 482"/>
                <a:gd name="T7" fmla="*/ 0 h 641"/>
                <a:gd name="T8" fmla="*/ 0 w 482"/>
                <a:gd name="T9" fmla="*/ 0 h 641"/>
                <a:gd name="T10" fmla="*/ 0 w 482"/>
                <a:gd name="T11" fmla="*/ 0 h 641"/>
                <a:gd name="T12" fmla="*/ 0 w 482"/>
                <a:gd name="T13" fmla="*/ 0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2" h="641">
                  <a:moveTo>
                    <a:pt x="0" y="0"/>
                  </a:moveTo>
                  <a:lnTo>
                    <a:pt x="402" y="1"/>
                  </a:lnTo>
                  <a:lnTo>
                    <a:pt x="402" y="83"/>
                  </a:lnTo>
                  <a:lnTo>
                    <a:pt x="482" y="83"/>
                  </a:lnTo>
                  <a:lnTo>
                    <a:pt x="482" y="641"/>
                  </a:lnTo>
                  <a:lnTo>
                    <a:pt x="0" y="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59" name="Rectangle 252"/>
            <p:cNvSpPr>
              <a:spLocks noChangeAspect="1"/>
            </p:cNvSpPr>
            <p:nvPr/>
          </p:nvSpPr>
          <p:spPr>
            <a:xfrm>
              <a:off x="2257" y="277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0" name="Rectangle 253"/>
            <p:cNvSpPr>
              <a:spLocks noChangeAspect="1"/>
            </p:cNvSpPr>
            <p:nvPr/>
          </p:nvSpPr>
          <p:spPr>
            <a:xfrm>
              <a:off x="2257" y="2792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1" name="Rectangle 254"/>
            <p:cNvSpPr>
              <a:spLocks noChangeAspect="1"/>
            </p:cNvSpPr>
            <p:nvPr/>
          </p:nvSpPr>
          <p:spPr>
            <a:xfrm>
              <a:off x="2257" y="281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2" name="Rectangle 255"/>
            <p:cNvSpPr>
              <a:spLocks noChangeAspect="1"/>
            </p:cNvSpPr>
            <p:nvPr/>
          </p:nvSpPr>
          <p:spPr>
            <a:xfrm>
              <a:off x="2257" y="2837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3" name="Rectangle 256"/>
            <p:cNvSpPr>
              <a:spLocks noChangeAspect="1"/>
            </p:cNvSpPr>
            <p:nvPr/>
          </p:nvSpPr>
          <p:spPr>
            <a:xfrm>
              <a:off x="2257" y="2858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4" name="Rectangle 257"/>
            <p:cNvSpPr>
              <a:spLocks noChangeAspect="1"/>
            </p:cNvSpPr>
            <p:nvPr/>
          </p:nvSpPr>
          <p:spPr>
            <a:xfrm>
              <a:off x="2257" y="288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5" name="Rectangle 258"/>
            <p:cNvSpPr>
              <a:spLocks noChangeAspect="1"/>
            </p:cNvSpPr>
            <p:nvPr/>
          </p:nvSpPr>
          <p:spPr>
            <a:xfrm>
              <a:off x="2257" y="290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66" name="Rectangle 259"/>
            <p:cNvSpPr>
              <a:spLocks noChangeAspect="1"/>
            </p:cNvSpPr>
            <p:nvPr/>
          </p:nvSpPr>
          <p:spPr>
            <a:xfrm>
              <a:off x="2257" y="2923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" name="Freeform 2"/>
          <p:cNvSpPr/>
          <p:nvPr/>
        </p:nvSpPr>
        <p:spPr>
          <a:xfrm>
            <a:off x="4006850" y="3641725"/>
            <a:ext cx="649288" cy="582613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90466"/>
              <a:gd name="connsiteY0-14" fmla="*/ 381 h 298961"/>
              <a:gd name="connsiteX1-15" fmla="*/ 690466 w 690466"/>
              <a:gd name="connsiteY1-16" fmla="*/ 298961 h 298961"/>
              <a:gd name="connsiteX0-17" fmla="*/ 0 w 690466"/>
              <a:gd name="connsiteY0-18" fmla="*/ 345 h 299636"/>
              <a:gd name="connsiteX1-19" fmla="*/ 690466 w 690466"/>
              <a:gd name="connsiteY1-20" fmla="*/ 298925 h 2996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90466" h="299636">
                <a:moveTo>
                  <a:pt x="0" y="345"/>
                </a:moveTo>
                <a:cubicBezTo>
                  <a:pt x="304799" y="-12096"/>
                  <a:pt x="86963" y="316915"/>
                  <a:pt x="690466" y="298925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5" name="Freeform 204"/>
          <p:cNvSpPr/>
          <p:nvPr/>
        </p:nvSpPr>
        <p:spPr>
          <a:xfrm>
            <a:off x="1506538" y="3449638"/>
            <a:ext cx="476250" cy="1044575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587829"/>
              <a:gd name="connsiteY0-14" fmla="*/ 1091708 h 1091708"/>
              <a:gd name="connsiteX1-15" fmla="*/ 587829 w 587829"/>
              <a:gd name="connsiteY1-16" fmla="*/ 26 h 1091708"/>
              <a:gd name="connsiteX0-17" fmla="*/ 0 w 587829"/>
              <a:gd name="connsiteY0-18" fmla="*/ 1091682 h 1091682"/>
              <a:gd name="connsiteX1-19" fmla="*/ 587829 w 587829"/>
              <a:gd name="connsiteY1-20" fmla="*/ 0 h 1091682"/>
              <a:gd name="connsiteX0-21" fmla="*/ 0 w 643813"/>
              <a:gd name="connsiteY0-22" fmla="*/ 1045029 h 1045029"/>
              <a:gd name="connsiteX1-23" fmla="*/ 643813 w 643813"/>
              <a:gd name="connsiteY1-24" fmla="*/ 0 h 10450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43813" h="1045029">
                <a:moveTo>
                  <a:pt x="0" y="1045029"/>
                </a:moveTo>
                <a:cubicBezTo>
                  <a:pt x="304799" y="1032588"/>
                  <a:pt x="3112" y="12440"/>
                  <a:pt x="643813" y="0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6" name="Freeform 205"/>
          <p:cNvSpPr/>
          <p:nvPr/>
        </p:nvSpPr>
        <p:spPr>
          <a:xfrm>
            <a:off x="1504950" y="4224338"/>
            <a:ext cx="615950" cy="374650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15821"/>
              <a:gd name="connsiteY0-14" fmla="*/ 373302 h 373302"/>
              <a:gd name="connsiteX1-15" fmla="*/ 615821 w 615821"/>
              <a:gd name="connsiteY1-16" fmla="*/ 78 h 373302"/>
              <a:gd name="connsiteX0-17" fmla="*/ 0 w 615821"/>
              <a:gd name="connsiteY0-18" fmla="*/ 373692 h 373692"/>
              <a:gd name="connsiteX1-19" fmla="*/ 615821 w 615821"/>
              <a:gd name="connsiteY1-20" fmla="*/ 468 h 373692"/>
              <a:gd name="connsiteX0-21" fmla="*/ 0 w 615821"/>
              <a:gd name="connsiteY0-22" fmla="*/ 374377 h 374377"/>
              <a:gd name="connsiteX1-23" fmla="*/ 615821 w 615821"/>
              <a:gd name="connsiteY1-24" fmla="*/ 1153 h 3743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15821" h="374377">
                <a:moveTo>
                  <a:pt x="0" y="374377"/>
                </a:moveTo>
                <a:cubicBezTo>
                  <a:pt x="304799" y="361936"/>
                  <a:pt x="227047" y="-23730"/>
                  <a:pt x="615821" y="1153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2" name="Freeform 211"/>
          <p:cNvSpPr/>
          <p:nvPr/>
        </p:nvSpPr>
        <p:spPr>
          <a:xfrm>
            <a:off x="4006850" y="2622550"/>
            <a:ext cx="585788" cy="825500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15821"/>
              <a:gd name="connsiteY0-14" fmla="*/ 373302 h 373302"/>
              <a:gd name="connsiteX1-15" fmla="*/ 615821 w 615821"/>
              <a:gd name="connsiteY1-16" fmla="*/ 78 h 373302"/>
              <a:gd name="connsiteX0-17" fmla="*/ 0 w 615821"/>
              <a:gd name="connsiteY0-18" fmla="*/ 373692 h 373692"/>
              <a:gd name="connsiteX1-19" fmla="*/ 615821 w 615821"/>
              <a:gd name="connsiteY1-20" fmla="*/ 468 h 373692"/>
              <a:gd name="connsiteX0-21" fmla="*/ 0 w 615821"/>
              <a:gd name="connsiteY0-22" fmla="*/ 374377 h 374377"/>
              <a:gd name="connsiteX1-23" fmla="*/ 615821 w 615821"/>
              <a:gd name="connsiteY1-24" fmla="*/ 1153 h 374377"/>
              <a:gd name="connsiteX0-25" fmla="*/ 0 w 709127"/>
              <a:gd name="connsiteY0-26" fmla="*/ 362302 h 362302"/>
              <a:gd name="connsiteX1-27" fmla="*/ 709127 w 709127"/>
              <a:gd name="connsiteY1-28" fmla="*/ 1190 h 362302"/>
              <a:gd name="connsiteX0-29" fmla="*/ 0 w 709127"/>
              <a:gd name="connsiteY0-30" fmla="*/ 361113 h 361113"/>
              <a:gd name="connsiteX1-31" fmla="*/ 709127 w 709127"/>
              <a:gd name="connsiteY1-32" fmla="*/ 1 h 361113"/>
              <a:gd name="connsiteX0-33" fmla="*/ 0 w 709127"/>
              <a:gd name="connsiteY0-34" fmla="*/ 361113 h 361113"/>
              <a:gd name="connsiteX1-35" fmla="*/ 709127 w 709127"/>
              <a:gd name="connsiteY1-36" fmla="*/ 1 h 361113"/>
              <a:gd name="connsiteX0-37" fmla="*/ 0 w 709127"/>
              <a:gd name="connsiteY0-38" fmla="*/ 361434 h 361434"/>
              <a:gd name="connsiteX1-39" fmla="*/ 709127 w 709127"/>
              <a:gd name="connsiteY1-40" fmla="*/ 322 h 3614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09127" h="361434">
                <a:moveTo>
                  <a:pt x="0" y="361434"/>
                </a:moveTo>
                <a:cubicBezTo>
                  <a:pt x="665662" y="348993"/>
                  <a:pt x="-491588" y="-12294"/>
                  <a:pt x="709127" y="322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3" name="Freeform 212"/>
          <p:cNvSpPr/>
          <p:nvPr/>
        </p:nvSpPr>
        <p:spPr>
          <a:xfrm>
            <a:off x="5110163" y="4235450"/>
            <a:ext cx="708025" cy="258763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15821"/>
              <a:gd name="connsiteY0-14" fmla="*/ 373302 h 373302"/>
              <a:gd name="connsiteX1-15" fmla="*/ 615821 w 615821"/>
              <a:gd name="connsiteY1-16" fmla="*/ 78 h 373302"/>
              <a:gd name="connsiteX0-17" fmla="*/ 0 w 615821"/>
              <a:gd name="connsiteY0-18" fmla="*/ 373692 h 373692"/>
              <a:gd name="connsiteX1-19" fmla="*/ 615821 w 615821"/>
              <a:gd name="connsiteY1-20" fmla="*/ 468 h 373692"/>
              <a:gd name="connsiteX0-21" fmla="*/ 0 w 615821"/>
              <a:gd name="connsiteY0-22" fmla="*/ 374377 h 374377"/>
              <a:gd name="connsiteX1-23" fmla="*/ 615821 w 615821"/>
              <a:gd name="connsiteY1-24" fmla="*/ 1153 h 374377"/>
              <a:gd name="connsiteX0-25" fmla="*/ 706419 w 752302"/>
              <a:gd name="connsiteY0-26" fmla="*/ 531524 h 531524"/>
              <a:gd name="connsiteX1-27" fmla="*/ 71938 w 752302"/>
              <a:gd name="connsiteY1-28" fmla="*/ 829 h 531524"/>
              <a:gd name="connsiteX0-29" fmla="*/ 634481 w 722568"/>
              <a:gd name="connsiteY0-30" fmla="*/ 530694 h 530694"/>
              <a:gd name="connsiteX1-31" fmla="*/ 0 w 722568"/>
              <a:gd name="connsiteY1-32" fmla="*/ -1 h 530694"/>
              <a:gd name="connsiteX0-33" fmla="*/ 634481 w 634481"/>
              <a:gd name="connsiteY0-34" fmla="*/ 530695 h 530695"/>
              <a:gd name="connsiteX1-35" fmla="*/ 0 w 634481"/>
              <a:gd name="connsiteY1-36" fmla="*/ 0 h 530695"/>
              <a:gd name="connsiteX0-37" fmla="*/ 699795 w 699795"/>
              <a:gd name="connsiteY0-38" fmla="*/ 385338 h 385338"/>
              <a:gd name="connsiteX1-39" fmla="*/ 0 w 699795"/>
              <a:gd name="connsiteY1-40" fmla="*/ 0 h 385338"/>
              <a:gd name="connsiteX0-41" fmla="*/ 699795 w 699795"/>
              <a:gd name="connsiteY0-42" fmla="*/ 385338 h 385338"/>
              <a:gd name="connsiteX1-43" fmla="*/ 0 w 699795"/>
              <a:gd name="connsiteY1-44" fmla="*/ 0 h 385338"/>
              <a:gd name="connsiteX0-45" fmla="*/ 709126 w 709126"/>
              <a:gd name="connsiteY0-46" fmla="*/ 336886 h 336886"/>
              <a:gd name="connsiteX1-47" fmla="*/ 0 w 709126"/>
              <a:gd name="connsiteY1-48" fmla="*/ 0 h 3368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09126" h="336886">
                <a:moveTo>
                  <a:pt x="709126" y="336886"/>
                </a:moveTo>
                <a:cubicBezTo>
                  <a:pt x="435427" y="275992"/>
                  <a:pt x="581609" y="11457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4" name="Freeform 213"/>
          <p:cNvSpPr/>
          <p:nvPr/>
        </p:nvSpPr>
        <p:spPr>
          <a:xfrm>
            <a:off x="6391275" y="4252913"/>
            <a:ext cx="635000" cy="288925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15821"/>
              <a:gd name="connsiteY0-14" fmla="*/ 373302 h 373302"/>
              <a:gd name="connsiteX1-15" fmla="*/ 615821 w 615821"/>
              <a:gd name="connsiteY1-16" fmla="*/ 78 h 373302"/>
              <a:gd name="connsiteX0-17" fmla="*/ 0 w 615821"/>
              <a:gd name="connsiteY0-18" fmla="*/ 373692 h 373692"/>
              <a:gd name="connsiteX1-19" fmla="*/ 615821 w 615821"/>
              <a:gd name="connsiteY1-20" fmla="*/ 468 h 373692"/>
              <a:gd name="connsiteX0-21" fmla="*/ 0 w 615821"/>
              <a:gd name="connsiteY0-22" fmla="*/ 374377 h 374377"/>
              <a:gd name="connsiteX1-23" fmla="*/ 615821 w 615821"/>
              <a:gd name="connsiteY1-24" fmla="*/ 1153 h 3743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15821" h="374377">
                <a:moveTo>
                  <a:pt x="0" y="374377"/>
                </a:moveTo>
                <a:cubicBezTo>
                  <a:pt x="304799" y="361936"/>
                  <a:pt x="227047" y="-23730"/>
                  <a:pt x="615821" y="1153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" name="Freeform 214"/>
          <p:cNvSpPr/>
          <p:nvPr/>
        </p:nvSpPr>
        <p:spPr>
          <a:xfrm>
            <a:off x="6396038" y="4792663"/>
            <a:ext cx="690563" cy="600075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90466"/>
              <a:gd name="connsiteY0-14" fmla="*/ 381 h 298961"/>
              <a:gd name="connsiteX1-15" fmla="*/ 690466 w 690466"/>
              <a:gd name="connsiteY1-16" fmla="*/ 298961 h 298961"/>
              <a:gd name="connsiteX0-17" fmla="*/ 0 w 690466"/>
              <a:gd name="connsiteY0-18" fmla="*/ 341 h 299939"/>
              <a:gd name="connsiteX1-19" fmla="*/ 690466 w 690466"/>
              <a:gd name="connsiteY1-20" fmla="*/ 298921 h 299939"/>
              <a:gd name="connsiteX0-21" fmla="*/ 0 w 690466"/>
              <a:gd name="connsiteY0-22" fmla="*/ 0 h 299640"/>
              <a:gd name="connsiteX1-23" fmla="*/ 690466 w 690466"/>
              <a:gd name="connsiteY1-24" fmla="*/ 298580 h 29964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690466" h="299640">
                <a:moveTo>
                  <a:pt x="0" y="0"/>
                </a:moveTo>
                <a:cubicBezTo>
                  <a:pt x="444758" y="1532"/>
                  <a:pt x="59095" y="320288"/>
                  <a:pt x="690466" y="298580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37" name="TextBox 217"/>
          <p:cNvSpPr txBox="1"/>
          <p:nvPr/>
        </p:nvSpPr>
        <p:spPr>
          <a:xfrm>
            <a:off x="889000" y="2049463"/>
            <a:ext cx="635000" cy="2460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600" b="1" dirty="0">
                <a:latin typeface="Arial" panose="020B0604020202020204" pitchFamily="34" charset="0"/>
              </a:rPr>
              <a:t>Visitor</a:t>
            </a:r>
            <a:endParaRPr lang="en-US" altLang="en-US" sz="1600" b="1" dirty="0">
              <a:latin typeface="Arial" panose="020B0604020202020204" pitchFamily="34" charset="0"/>
            </a:endParaRPr>
          </a:p>
        </p:txBody>
      </p:sp>
      <p:sp>
        <p:nvSpPr>
          <p:cNvPr id="17438" name="TextBox 218"/>
          <p:cNvSpPr txBox="1"/>
          <p:nvPr/>
        </p:nvSpPr>
        <p:spPr>
          <a:xfrm>
            <a:off x="3309938" y="2049463"/>
            <a:ext cx="655637" cy="2460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600" b="1" dirty="0">
                <a:latin typeface="Arial" panose="020B0604020202020204" pitchFamily="34" charset="0"/>
              </a:rPr>
              <a:t>Tenant</a:t>
            </a:r>
            <a:endParaRPr lang="en-US" altLang="en-US" sz="1600" b="1" dirty="0">
              <a:latin typeface="Arial" panose="020B0604020202020204" pitchFamily="34" charset="0"/>
            </a:endParaRPr>
          </a:p>
        </p:txBody>
      </p:sp>
      <p:sp>
        <p:nvSpPr>
          <p:cNvPr id="17439" name="TextBox 219"/>
          <p:cNvSpPr txBox="1"/>
          <p:nvPr/>
        </p:nvSpPr>
        <p:spPr>
          <a:xfrm>
            <a:off x="5641975" y="2049463"/>
            <a:ext cx="877888" cy="2460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600" b="1" dirty="0">
                <a:latin typeface="Arial" panose="020B0604020202020204" pitchFamily="34" charset="0"/>
              </a:rPr>
              <a:t>Landlord</a:t>
            </a:r>
            <a:endParaRPr lang="en-US" altLang="en-US" sz="1600" b="1" dirty="0">
              <a:latin typeface="Arial" panose="020B0604020202020204" pitchFamily="34" charset="0"/>
            </a:endParaRPr>
          </a:p>
        </p:txBody>
      </p:sp>
      <p:sp>
        <p:nvSpPr>
          <p:cNvPr id="17440" name="TextBox 220"/>
          <p:cNvSpPr txBox="1"/>
          <p:nvPr/>
        </p:nvSpPr>
        <p:spPr>
          <a:xfrm>
            <a:off x="4494213" y="2816225"/>
            <a:ext cx="736600" cy="4302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Tenant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Accounts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grpSp>
        <p:nvGrpSpPr>
          <p:cNvPr id="17441" name="Group 249"/>
          <p:cNvGrpSpPr>
            <a:grpSpLocks noChangeAspect="1"/>
          </p:cNvGrpSpPr>
          <p:nvPr/>
        </p:nvGrpSpPr>
        <p:grpSpPr>
          <a:xfrm>
            <a:off x="4748213" y="2447925"/>
            <a:ext cx="228600" cy="298450"/>
            <a:chOff x="2227" y="2735"/>
            <a:chExt cx="179" cy="233"/>
          </a:xfrm>
        </p:grpSpPr>
        <p:sp>
          <p:nvSpPr>
            <p:cNvPr id="223" name="Freeform 250"/>
            <p:cNvSpPr>
              <a:spLocks noChangeAspect="1"/>
            </p:cNvSpPr>
            <p:nvPr/>
          </p:nvSpPr>
          <p:spPr bwMode="auto">
            <a:xfrm>
              <a:off x="2227" y="2735"/>
              <a:ext cx="179" cy="233"/>
            </a:xfrm>
            <a:custGeom>
              <a:avLst/>
              <a:gdLst>
                <a:gd name="T0" fmla="*/ 0 w 918"/>
                <a:gd name="T1" fmla="*/ 0 h 1191"/>
                <a:gd name="T2" fmla="*/ 0 w 918"/>
                <a:gd name="T3" fmla="*/ 0 h 1191"/>
                <a:gd name="T4" fmla="*/ 0 w 918"/>
                <a:gd name="T5" fmla="*/ 0 h 1191"/>
                <a:gd name="T6" fmla="*/ 0 w 918"/>
                <a:gd name="T7" fmla="*/ 0 h 1191"/>
                <a:gd name="T8" fmla="*/ 0 w 918"/>
                <a:gd name="T9" fmla="*/ 0 h 1191"/>
                <a:gd name="T10" fmla="*/ 0 w 918"/>
                <a:gd name="T11" fmla="*/ 0 h 1191"/>
                <a:gd name="T12" fmla="*/ 0 w 918"/>
                <a:gd name="T13" fmla="*/ 0 h 1191"/>
                <a:gd name="T14" fmla="*/ 0 w 918"/>
                <a:gd name="T15" fmla="*/ 0 h 1191"/>
                <a:gd name="T16" fmla="*/ 0 w 918"/>
                <a:gd name="T17" fmla="*/ 0 h 1191"/>
                <a:gd name="T18" fmla="*/ 0 w 918"/>
                <a:gd name="T19" fmla="*/ 0 h 11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8" h="1191">
                  <a:moveTo>
                    <a:pt x="0" y="0"/>
                  </a:moveTo>
                  <a:lnTo>
                    <a:pt x="768" y="0"/>
                  </a:lnTo>
                  <a:lnTo>
                    <a:pt x="768" y="156"/>
                  </a:lnTo>
                  <a:lnTo>
                    <a:pt x="855" y="156"/>
                  </a:lnTo>
                  <a:lnTo>
                    <a:pt x="768" y="69"/>
                  </a:lnTo>
                  <a:lnTo>
                    <a:pt x="768" y="3"/>
                  </a:lnTo>
                  <a:lnTo>
                    <a:pt x="918" y="153"/>
                  </a:lnTo>
                  <a:lnTo>
                    <a:pt x="918" y="1191"/>
                  </a:lnTo>
                  <a:lnTo>
                    <a:pt x="0" y="1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51"/>
            <p:cNvSpPr>
              <a:spLocks noChangeAspect="1"/>
            </p:cNvSpPr>
            <p:nvPr/>
          </p:nvSpPr>
          <p:spPr bwMode="auto">
            <a:xfrm>
              <a:off x="2236" y="2744"/>
              <a:ext cx="163" cy="217"/>
            </a:xfrm>
            <a:custGeom>
              <a:avLst/>
              <a:gdLst>
                <a:gd name="T0" fmla="*/ 0 w 482"/>
                <a:gd name="T1" fmla="*/ 0 h 641"/>
                <a:gd name="T2" fmla="*/ 0 w 482"/>
                <a:gd name="T3" fmla="*/ 0 h 641"/>
                <a:gd name="T4" fmla="*/ 0 w 482"/>
                <a:gd name="T5" fmla="*/ 0 h 641"/>
                <a:gd name="T6" fmla="*/ 0 w 482"/>
                <a:gd name="T7" fmla="*/ 0 h 641"/>
                <a:gd name="T8" fmla="*/ 0 w 482"/>
                <a:gd name="T9" fmla="*/ 0 h 641"/>
                <a:gd name="T10" fmla="*/ 0 w 482"/>
                <a:gd name="T11" fmla="*/ 0 h 641"/>
                <a:gd name="T12" fmla="*/ 0 w 482"/>
                <a:gd name="T13" fmla="*/ 0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2" h="641">
                  <a:moveTo>
                    <a:pt x="0" y="0"/>
                  </a:moveTo>
                  <a:lnTo>
                    <a:pt x="402" y="1"/>
                  </a:lnTo>
                  <a:lnTo>
                    <a:pt x="402" y="83"/>
                  </a:lnTo>
                  <a:lnTo>
                    <a:pt x="482" y="83"/>
                  </a:lnTo>
                  <a:lnTo>
                    <a:pt x="482" y="641"/>
                  </a:lnTo>
                  <a:lnTo>
                    <a:pt x="0" y="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49" name="Rectangle 252"/>
            <p:cNvSpPr>
              <a:spLocks noChangeAspect="1"/>
            </p:cNvSpPr>
            <p:nvPr/>
          </p:nvSpPr>
          <p:spPr>
            <a:xfrm>
              <a:off x="2257" y="277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0" name="Rectangle 253"/>
            <p:cNvSpPr>
              <a:spLocks noChangeAspect="1"/>
            </p:cNvSpPr>
            <p:nvPr/>
          </p:nvSpPr>
          <p:spPr>
            <a:xfrm>
              <a:off x="2257" y="2792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1" name="Rectangle 254"/>
            <p:cNvSpPr>
              <a:spLocks noChangeAspect="1"/>
            </p:cNvSpPr>
            <p:nvPr/>
          </p:nvSpPr>
          <p:spPr>
            <a:xfrm>
              <a:off x="2257" y="281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2" name="Rectangle 255"/>
            <p:cNvSpPr>
              <a:spLocks noChangeAspect="1"/>
            </p:cNvSpPr>
            <p:nvPr/>
          </p:nvSpPr>
          <p:spPr>
            <a:xfrm>
              <a:off x="2257" y="2837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3" name="Rectangle 256"/>
            <p:cNvSpPr>
              <a:spLocks noChangeAspect="1"/>
            </p:cNvSpPr>
            <p:nvPr/>
          </p:nvSpPr>
          <p:spPr>
            <a:xfrm>
              <a:off x="2257" y="2858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4" name="Rectangle 257"/>
            <p:cNvSpPr>
              <a:spLocks noChangeAspect="1"/>
            </p:cNvSpPr>
            <p:nvPr/>
          </p:nvSpPr>
          <p:spPr>
            <a:xfrm>
              <a:off x="2257" y="2880"/>
              <a:ext cx="102" cy="12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5" name="Rectangle 258"/>
            <p:cNvSpPr>
              <a:spLocks noChangeAspect="1"/>
            </p:cNvSpPr>
            <p:nvPr/>
          </p:nvSpPr>
          <p:spPr>
            <a:xfrm>
              <a:off x="2257" y="2904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456" name="Rectangle 259"/>
            <p:cNvSpPr>
              <a:spLocks noChangeAspect="1"/>
            </p:cNvSpPr>
            <p:nvPr/>
          </p:nvSpPr>
          <p:spPr>
            <a:xfrm>
              <a:off x="2257" y="2923"/>
              <a:ext cx="102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b="1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33" name="Freeform 232"/>
          <p:cNvSpPr/>
          <p:nvPr/>
        </p:nvSpPr>
        <p:spPr>
          <a:xfrm>
            <a:off x="5102225" y="2578100"/>
            <a:ext cx="709613" cy="1649413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15821"/>
              <a:gd name="connsiteY0-14" fmla="*/ 373302 h 373302"/>
              <a:gd name="connsiteX1-15" fmla="*/ 615821 w 615821"/>
              <a:gd name="connsiteY1-16" fmla="*/ 78 h 373302"/>
              <a:gd name="connsiteX0-17" fmla="*/ 0 w 615821"/>
              <a:gd name="connsiteY0-18" fmla="*/ 373692 h 373692"/>
              <a:gd name="connsiteX1-19" fmla="*/ 615821 w 615821"/>
              <a:gd name="connsiteY1-20" fmla="*/ 468 h 373692"/>
              <a:gd name="connsiteX0-21" fmla="*/ 0 w 615821"/>
              <a:gd name="connsiteY0-22" fmla="*/ 374377 h 374377"/>
              <a:gd name="connsiteX1-23" fmla="*/ 615821 w 615821"/>
              <a:gd name="connsiteY1-24" fmla="*/ 1153 h 374377"/>
              <a:gd name="connsiteX0-25" fmla="*/ 706419 w 752302"/>
              <a:gd name="connsiteY0-26" fmla="*/ 531524 h 531524"/>
              <a:gd name="connsiteX1-27" fmla="*/ 71938 w 752302"/>
              <a:gd name="connsiteY1-28" fmla="*/ 829 h 531524"/>
              <a:gd name="connsiteX0-29" fmla="*/ 634481 w 722568"/>
              <a:gd name="connsiteY0-30" fmla="*/ 530694 h 530694"/>
              <a:gd name="connsiteX1-31" fmla="*/ 0 w 722568"/>
              <a:gd name="connsiteY1-32" fmla="*/ -1 h 530694"/>
              <a:gd name="connsiteX0-33" fmla="*/ 634481 w 634481"/>
              <a:gd name="connsiteY0-34" fmla="*/ 530695 h 530695"/>
              <a:gd name="connsiteX1-35" fmla="*/ 0 w 634481"/>
              <a:gd name="connsiteY1-36" fmla="*/ 0 h 530695"/>
              <a:gd name="connsiteX0-37" fmla="*/ 699795 w 699795"/>
              <a:gd name="connsiteY0-38" fmla="*/ 385338 h 385338"/>
              <a:gd name="connsiteX1-39" fmla="*/ 0 w 699795"/>
              <a:gd name="connsiteY1-40" fmla="*/ 0 h 385338"/>
              <a:gd name="connsiteX0-41" fmla="*/ 699795 w 699795"/>
              <a:gd name="connsiteY0-42" fmla="*/ 385338 h 385338"/>
              <a:gd name="connsiteX1-43" fmla="*/ 0 w 699795"/>
              <a:gd name="connsiteY1-44" fmla="*/ 0 h 385338"/>
              <a:gd name="connsiteX0-45" fmla="*/ 709126 w 709126"/>
              <a:gd name="connsiteY0-46" fmla="*/ 336886 h 336886"/>
              <a:gd name="connsiteX1-47" fmla="*/ 0 w 709126"/>
              <a:gd name="connsiteY1-48" fmla="*/ 0 h 3368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09126" h="336886">
                <a:moveTo>
                  <a:pt x="709126" y="336886"/>
                </a:moveTo>
                <a:cubicBezTo>
                  <a:pt x="435427" y="275992"/>
                  <a:pt x="581609" y="11457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37" name="Straight Connector 236"/>
          <p:cNvCxnSpPr/>
          <p:nvPr/>
        </p:nvCxnSpPr>
        <p:spPr>
          <a:xfrm>
            <a:off x="2130425" y="1685925"/>
            <a:ext cx="507523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44" name="TextBox 87"/>
          <p:cNvSpPr txBox="1"/>
          <p:nvPr/>
        </p:nvSpPr>
        <p:spPr>
          <a:xfrm>
            <a:off x="5365750" y="4295775"/>
            <a:ext cx="98425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?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7445" name="TextBox 87"/>
          <p:cNvSpPr txBox="1"/>
          <p:nvPr/>
        </p:nvSpPr>
        <p:spPr>
          <a:xfrm>
            <a:off x="5624513" y="3236913"/>
            <a:ext cx="100012" cy="2159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?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115" name="Freeform 114"/>
          <p:cNvSpPr/>
          <p:nvPr/>
        </p:nvSpPr>
        <p:spPr>
          <a:xfrm>
            <a:off x="2697163" y="3143250"/>
            <a:ext cx="620713" cy="258763"/>
          </a:xfrm>
          <a:custGeom>
            <a:avLst/>
            <a:gdLst>
              <a:gd name="connsiteX0" fmla="*/ 0 w 709127"/>
              <a:gd name="connsiteY0" fmla="*/ 0 h 298580"/>
              <a:gd name="connsiteX1" fmla="*/ 709127 w 709127"/>
              <a:gd name="connsiteY1" fmla="*/ 298580 h 298580"/>
              <a:gd name="connsiteX0-1" fmla="*/ 0 w 690466"/>
              <a:gd name="connsiteY0-2" fmla="*/ 0 h 298580"/>
              <a:gd name="connsiteX1-3" fmla="*/ 690466 w 690466"/>
              <a:gd name="connsiteY1-4" fmla="*/ 298580 h 298580"/>
              <a:gd name="connsiteX0-5" fmla="*/ 0 w 690466"/>
              <a:gd name="connsiteY0-6" fmla="*/ 525 h 299105"/>
              <a:gd name="connsiteX1-7" fmla="*/ 690466 w 690466"/>
              <a:gd name="connsiteY1-8" fmla="*/ 299105 h 299105"/>
              <a:gd name="connsiteX0-9" fmla="*/ 0 w 690466"/>
              <a:gd name="connsiteY0-10" fmla="*/ 371 h 298951"/>
              <a:gd name="connsiteX1-11" fmla="*/ 690466 w 690466"/>
              <a:gd name="connsiteY1-12" fmla="*/ 298951 h 298951"/>
              <a:gd name="connsiteX0-13" fmla="*/ 0 w 615821"/>
              <a:gd name="connsiteY0-14" fmla="*/ 373302 h 373302"/>
              <a:gd name="connsiteX1-15" fmla="*/ 615821 w 615821"/>
              <a:gd name="connsiteY1-16" fmla="*/ 78 h 373302"/>
              <a:gd name="connsiteX0-17" fmla="*/ 0 w 615821"/>
              <a:gd name="connsiteY0-18" fmla="*/ 373692 h 373692"/>
              <a:gd name="connsiteX1-19" fmla="*/ 615821 w 615821"/>
              <a:gd name="connsiteY1-20" fmla="*/ 468 h 373692"/>
              <a:gd name="connsiteX0-21" fmla="*/ 0 w 615821"/>
              <a:gd name="connsiteY0-22" fmla="*/ 374377 h 374377"/>
              <a:gd name="connsiteX1-23" fmla="*/ 615821 w 615821"/>
              <a:gd name="connsiteY1-24" fmla="*/ 1153 h 374377"/>
              <a:gd name="connsiteX0-25" fmla="*/ 706419 w 752302"/>
              <a:gd name="connsiteY0-26" fmla="*/ 531524 h 531524"/>
              <a:gd name="connsiteX1-27" fmla="*/ 71938 w 752302"/>
              <a:gd name="connsiteY1-28" fmla="*/ 829 h 531524"/>
              <a:gd name="connsiteX0-29" fmla="*/ 634481 w 722568"/>
              <a:gd name="connsiteY0-30" fmla="*/ 530694 h 530694"/>
              <a:gd name="connsiteX1-31" fmla="*/ 0 w 722568"/>
              <a:gd name="connsiteY1-32" fmla="*/ -1 h 530694"/>
              <a:gd name="connsiteX0-33" fmla="*/ 634481 w 634481"/>
              <a:gd name="connsiteY0-34" fmla="*/ 530695 h 530695"/>
              <a:gd name="connsiteX1-35" fmla="*/ 0 w 634481"/>
              <a:gd name="connsiteY1-36" fmla="*/ 0 h 530695"/>
              <a:gd name="connsiteX0-37" fmla="*/ 699795 w 699795"/>
              <a:gd name="connsiteY0-38" fmla="*/ 385338 h 385338"/>
              <a:gd name="connsiteX1-39" fmla="*/ 0 w 699795"/>
              <a:gd name="connsiteY1-40" fmla="*/ 0 h 385338"/>
              <a:gd name="connsiteX0-41" fmla="*/ 699795 w 699795"/>
              <a:gd name="connsiteY0-42" fmla="*/ 385338 h 385338"/>
              <a:gd name="connsiteX1-43" fmla="*/ 0 w 699795"/>
              <a:gd name="connsiteY1-44" fmla="*/ 0 h 385338"/>
              <a:gd name="connsiteX0-45" fmla="*/ 709126 w 709126"/>
              <a:gd name="connsiteY0-46" fmla="*/ 336886 h 336886"/>
              <a:gd name="connsiteX1-47" fmla="*/ 0 w 709126"/>
              <a:gd name="connsiteY1-48" fmla="*/ 0 h 33688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09126" h="336886">
                <a:moveTo>
                  <a:pt x="709126" y="336886"/>
                </a:moveTo>
                <a:cubicBezTo>
                  <a:pt x="435427" y="275992"/>
                  <a:pt x="581609" y="11457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tailEnd type="arrow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3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Conway's Law </a:t>
            </a:r>
            <a:r>
              <a:rPr kumimoji="0" lang="en-US" altLang="en-US" sz="31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a.k.a. Mirroring Hypothesis</a:t>
            </a:r>
            <a:endParaRPr kumimoji="0" lang="en-US" altLang="en-US" sz="31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143500"/>
          </a:xfrm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M. Conway (1968):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“organizations which design systems ... are constrained to produce designs which are copies of the communication structures of these organizations”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altLang="zh-CN" sz="2400" b="0" i="0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Corollary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for identifying </a:t>
            </a: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subproblems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/modules: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If the developer team’s structure is mirroring the product structure,</a:t>
            </a:r>
            <a:b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</a:b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then the product structure should also be mirroring the structure of the user group that will use this product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Spatial structure: different user roles and their relationships</a:t>
            </a:r>
            <a:endParaRPr kumimoji="0" lang="en-US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Temporal structure: user (or users) in different contexts over time</a:t>
            </a:r>
            <a:endParaRPr kumimoji="0" lang="en-US" altLang="zh-CN" sz="19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18436" name="Slide Number Placeholder 2"/>
          <p:cNvSpPr txBox="1">
            <a:spLocks noGrp="1"/>
          </p:cNvSpPr>
          <p:nvPr>
            <p:ph type="sldNum" sz="quarter" idx="12"/>
          </p:nvPr>
        </p:nvSpPr>
        <p:spPr>
          <a:xfrm>
            <a:off x="8613775" y="6354763"/>
            <a:ext cx="492125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1843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563" y="2930525"/>
            <a:ext cx="7305675" cy="15668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8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charRg st="18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72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charRg st="172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19" end="4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charRg st="219" end="4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400" end="4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charRg st="400" end="4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464" end="5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5">
                                            <p:txEl>
                                              <p:charRg st="464" end="5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Why Communication Required by Problem-based </a:t>
            </a:r>
            <a:r>
              <a:rPr lang="en-US" altLang="en-US" dirty="0">
                <a:solidFill>
                  <a:srgbClr val="C0000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&lt;</a:t>
            </a:r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 Solution-based 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19459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9460" name="TextBox 76"/>
          <p:cNvSpPr txBox="1"/>
          <p:nvPr/>
        </p:nvSpPr>
        <p:spPr>
          <a:xfrm>
            <a:off x="280988" y="1416050"/>
            <a:ext cx="8772525" cy="11858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eaLnBrk="1" hangingPunct="1"/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Recall </a:t>
            </a:r>
            <a:r>
              <a:rPr lang="en-US" altLang="en-US" sz="2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Conway’s Law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developer’s communication patterns and system modules’ communication patterns will mirror each other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946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660650"/>
            <a:ext cx="8147050" cy="3921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What is “Shared Infrastructure”?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1435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600"/>
              </a:spcBef>
              <a:buClr>
                <a:srgbClr val="A50021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Needs to be discovered, as we will learn in subsequent lectures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A50021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Examples of shared infrastructure:</a:t>
            </a:r>
            <a:endParaRPr lang="en-US" altLang="en-US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A relational database, so the whole team needs to design the shared tables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 items communicated via messages, so the whole team needs to discuss the communication protocol and message format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“Services” accessed by method calls, e.g., data analysis, pattern recognition, user authentication, etc.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Software configuration management (SCM) system for the entire project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0484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3">
                                            <p:txEl>
                                              <p:charRg st="0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6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483">
                                            <p:txEl>
                                              <p:charRg st="64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99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483">
                                            <p:txEl>
                                              <p:charRg st="99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74" end="2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483">
                                            <p:txEl>
                                              <p:charRg st="174" end="2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93" end="3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0483">
                                            <p:txEl>
                                              <p:charRg st="293" end="3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398" end="4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0483">
                                            <p:txEl>
                                              <p:charRg st="398" end="4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152400"/>
            <a:ext cx="9204325" cy="1143000"/>
          </a:xfrm>
        </p:spPr>
        <p:txBody>
          <a:bodyPr vert="horz" wrap="square" lIns="0" tIns="45720" rIns="0" bIns="45720" numCol="1" anchor="ctr" anchorCtr="0" compatLnSpc="1">
            <a:normAutofit fontScale="90000"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Divide Work by Problem vs. by Solution</a:t>
            </a:r>
            <a:endParaRPr kumimoji="0" 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150" y="1565275"/>
            <a:ext cx="8818563" cy="5292725"/>
          </a:xfrm>
        </p:spPr>
        <p:txBody>
          <a:bodyPr vert="horz" wrap="square" lIns="91440" tIns="45720" rIns="91440" bIns="45720" numCol="1" anchor="t" anchorCtr="0" compatLnSpc="1">
            <a:normAutofit fontScale="5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By problem: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Different team members responsible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to solve different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sub-problems or develop different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“features”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of the system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Suitable for any level of expertise, particularly if uncertain about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other team members’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skills and ability to deliver on time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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highly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recommended for novices/students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1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Advantages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: Short time to feedback from implementation, mutually independent between the sub-groups</a:t>
            </a:r>
            <a:b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Dependency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on other team members is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reduced—the development of different features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can progress independently, at their own pace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Drawback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: Potential redundancies because different teammates may need to develop same/similar parts to make their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“feature” work independently of others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By solution: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Different team members responsible for different parts of the system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1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Advantage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: everyone can focus on one </a:t>
            </a: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technology (area </a:t>
            </a:r>
            <a:r>
              <a:rPr kumimoji="0" lang="en-US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kumimoji="0" lang="en-US" sz="2400" b="1" i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expertise)</a:t>
            </a:r>
            <a:endParaRPr kumimoji="0" lang="en-US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1" u="sng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Drawbacks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 original problem is still an undivided whole;  the “modules” are just different aspects of the monolith</a:t>
            </a:r>
            <a:endParaRPr kumimoji="0" 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Long time to implementation and lack of early feedback</a:t>
            </a:r>
            <a:endParaRPr kumimoji="0" 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Developers need to know a lot about the solution (i.e., parts of the “system” and their relationships) before detailed analysis of the sub-problems.</a:t>
            </a:r>
            <a:endParaRPr kumimoji="0" 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solution parts are not precisely specified, 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there will be a great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uncertainty about interfacing the parts and integrating into the whole 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system.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Suitable for highly-experienced specialists, not for beginners (i.e., not for students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), working on a familiar problem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Always watch for fallback solutions in case some parts are not ready on time or problematic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Right now,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you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have no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“area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expertise”—otherwise you wouldn’t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be 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a student in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this class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508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charRg st="0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5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charRg st="125" end="2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96" end="5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charRg st="296" end="5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24" end="6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charRg st="524" end="6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77" end="7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charRg st="677" end="7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59" end="8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charRg st="759" end="8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27" end="8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charRg st="827" end="8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39" end="9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charRg st="839" end="9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47" end="10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charRg st="947" end="10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02" end="1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charRg st="1002" end="1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51" end="12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charRg st="1151" end="12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99" end="14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charRg st="1299" end="14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18" end="15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charRg st="1418" end="15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10" end="16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charRg st="1510" end="16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Design Parameter Dependencies</a:t>
            </a:r>
            <a:b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</a:br>
            <a:r>
              <a:rPr lang="en-US" altLang="zh-CN" sz="3200" dirty="0">
                <a:solidFill>
                  <a:srgbClr val="680000"/>
                </a:solidFill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Design Structure Matrix</a:t>
            </a:r>
            <a:endParaRPr lang="en-US" altLang="zh-CN" sz="3200" dirty="0">
              <a:solidFill>
                <a:srgbClr val="680000"/>
              </a:solidFill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458913"/>
            <a:ext cx="8410575" cy="2489200"/>
          </a:xfrm>
        </p:spPr>
        <p:txBody>
          <a:bodyPr vert="horz" wrap="square" lIns="91440" tIns="45720" rIns="91440" bIns="45720" numCol="1" anchor="t" anchorCtr="0" compatLnSpc="1">
            <a:normAutofit fontScale="85000" lnSpcReduction="20000"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Design Structure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Matrix (DSM)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Shows which modules depend on</a:t>
            </a:r>
            <a:b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(or, are allowed to use) which other modules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rgbClr val="A50021"/>
              </a:buClr>
              <a:buSzTx/>
              <a:buFont typeface="Wingdings" panose="05000000000000000000" pitchFamily="2" charset="2"/>
              <a:buChar char="q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Any change in the choices for design parameters can potentially affect the dependent </a:t>
            </a: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parameters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–"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may or may not, but because different sub-teams cannot be sure, they need to communicate and find 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32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2253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3703638"/>
            <a:ext cx="8534400" cy="2808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charRg st="30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5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charRg st="105" end="2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1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charRg st="201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4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Design Parameter Dependencies</a:t>
            </a:r>
            <a:b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</a:br>
            <a:r>
              <a:rPr lang="en-US" altLang="zh-CN" sz="3200" dirty="0">
                <a:solidFill>
                  <a:srgbClr val="680000"/>
                </a:solidFill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Work Assignment by </a:t>
            </a:r>
            <a:r>
              <a:rPr lang="en-US" altLang="zh-CN" sz="3200" i="1" dirty="0">
                <a:solidFill>
                  <a:srgbClr val="680000"/>
                </a:solidFill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Solution</a:t>
            </a:r>
            <a:r>
              <a:rPr lang="en-US" altLang="zh-CN" sz="3200" dirty="0">
                <a:solidFill>
                  <a:srgbClr val="680000"/>
                </a:solidFill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 Parts</a:t>
            </a:r>
            <a:endParaRPr lang="en-US" altLang="zh-CN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2355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238" y="1463675"/>
            <a:ext cx="5300662" cy="5345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Design Parameter Dependencies</a:t>
            </a:r>
            <a:br>
              <a:rPr lang="en-US" altLang="zh-CN" dirty="0"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</a:br>
            <a:r>
              <a:rPr lang="en-US" altLang="zh-CN" sz="3200" dirty="0">
                <a:solidFill>
                  <a:srgbClr val="680000"/>
                </a:solidFill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Work Assignment by </a:t>
            </a:r>
            <a:r>
              <a:rPr lang="en-US" altLang="zh-CN" sz="3200" i="1" dirty="0">
                <a:solidFill>
                  <a:srgbClr val="680000"/>
                </a:solidFill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Problem</a:t>
            </a:r>
            <a:r>
              <a:rPr lang="en-US" altLang="zh-CN" sz="3200" dirty="0">
                <a:solidFill>
                  <a:srgbClr val="680000"/>
                </a:solidFill>
                <a:latin typeface="Arial Rounded MT Bold" panose="020F0704030504030204" pitchFamily="34" charset="0"/>
                <a:ea typeface="宋体" panose="02010600030101010101" pitchFamily="2" charset="-122"/>
                <a:cs typeface="+mj-cs"/>
              </a:rPr>
              <a:t> Parts</a:t>
            </a:r>
            <a:endParaRPr lang="en-US" altLang="zh-CN" dirty="0">
              <a:latin typeface="Arial Rounded MT Bold" panose="020F07040305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4579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263" y="1463675"/>
            <a:ext cx="5613400" cy="4867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Counterexample?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7651" name="Content Placeholder 5"/>
          <p:cNvSpPr>
            <a:spLocks noGrp="1"/>
          </p:cNvSpPr>
          <p:nvPr>
            <p:ph idx="1"/>
          </p:nvPr>
        </p:nvSpPr>
        <p:spPr>
          <a:xfrm>
            <a:off x="342900" y="1441450"/>
            <a:ext cx="8562975" cy="5416550"/>
          </a:xfrm>
        </p:spPr>
        <p:txBody>
          <a:bodyPr vert="horz" wrap="square" lIns="91440" tIns="45720" rIns="91440" bIns="45720" numCol="1" anchor="t" anchorCtr="0" compatLnSpc="1"/>
          <a:p>
            <a:pPr>
              <a:spcBef>
                <a:spcPts val="600"/>
              </a:spcBef>
              <a:buClr>
                <a:srgbClr val="A50021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Car subsystems -- different companies produce different subsystems!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A50021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Why cannot we do the same?!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A50021"/>
              </a:buClr>
            </a:pP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A50021"/>
              </a:buClr>
            </a:pP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A50021"/>
              </a:buClr>
            </a:pP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A50021"/>
              </a:buClr>
            </a:pP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600"/>
              </a:spcBef>
              <a:buClr>
                <a:srgbClr val="A50021"/>
              </a:buClr>
            </a:pP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>
              <a:spcBef>
                <a:spcPts val="2400"/>
              </a:spcBef>
              <a:buClr>
                <a:srgbClr val="A50021"/>
              </a:buClr>
            </a:pPr>
            <a:r>
              <a:rPr lang="en-US" altLang="en-US" sz="2400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Because you are not at this level of understanding of your problem</a:t>
            </a:r>
            <a:endParaRPr lang="en-US" altLang="en-US" sz="2400" dirty="0"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They did all the work of analysis and design and arrived at commonly-accepted standards of subsystem designs!</a:t>
            </a: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560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2560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7300" y="2719388"/>
            <a:ext cx="4718050" cy="2349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1">
                                            <p:txEl>
                                              <p:charRg st="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68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51">
                                            <p:txEl>
                                              <p:charRg st="68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101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51">
                                            <p:txEl>
                                              <p:charRg st="101" end="1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168" end="2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7651">
                                            <p:txEl>
                                              <p:charRg st="168" end="2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3"/>
          <p:cNvSpPr/>
          <p:nvPr/>
        </p:nvSpPr>
        <p:spPr>
          <a:xfrm>
            <a:off x="2757488" y="22240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6627" name="Rectangle 5"/>
          <p:cNvSpPr/>
          <p:nvPr/>
        </p:nvSpPr>
        <p:spPr>
          <a:xfrm>
            <a:off x="3619500" y="29718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6628" name="Rectangle 7"/>
          <p:cNvSpPr/>
          <p:nvPr/>
        </p:nvSpPr>
        <p:spPr>
          <a:xfrm>
            <a:off x="3652838" y="27908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6629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Counterexample Rebuttal  (1)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6630" name="Content Placeholder 2"/>
          <p:cNvSpPr>
            <a:spLocks noGrp="1"/>
          </p:cNvSpPr>
          <p:nvPr>
            <p:ph idx="1"/>
          </p:nvPr>
        </p:nvSpPr>
        <p:spPr>
          <a:xfrm>
            <a:off x="504825" y="1416050"/>
            <a:ext cx="8410575" cy="5441950"/>
          </a:xfrm>
        </p:spPr>
        <p:txBody>
          <a:bodyPr vert="horz" wrap="square" lIns="91440" tIns="45720" rIns="91440" bIns="45720" anchor="t" anchorCtr="0"/>
          <a:p>
            <a:pPr>
              <a:buClr>
                <a:srgbClr val="A50021"/>
              </a:buClr>
            </a:pPr>
            <a:r>
              <a:rPr lang="en-US" altLang="en-US" dirty="0"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Actually, you are at this level of understanding of your problem: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+mn-cs"/>
            </a:endParaRPr>
          </a:p>
        </p:txBody>
      </p:sp>
      <p:pic>
        <p:nvPicPr>
          <p:cNvPr id="26631" name="Picture 2" descr="carrace engla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4675" y="2070100"/>
            <a:ext cx="4095750" cy="2719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2" name="Picture 6" descr="http://www.ausbcomp.com/%7Ebbott/cars/cugn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4814888"/>
            <a:ext cx="3933825" cy="19669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3" name="Picture 8" descr="http://i.kinja-img.com/gawker-media/image/upload/s--7rY1gviQ--/c_scale,fl_progressive,q_80,w_800/18kzybbaszg79jp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563" y="4837113"/>
            <a:ext cx="2830512" cy="1949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34" name="Picture 10" descr="Who invented the world's very first car?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" y="2528888"/>
            <a:ext cx="3078163" cy="220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0" tIns="45720" rIns="0" bIns="45720" anchor="ctr" anchorCtr="0"/>
          <a:p>
            <a:r>
              <a:rPr lang="en-US" altLang="en-US" dirty="0">
                <a:latin typeface="Arial Rounded MT Bold" panose="020F0704030504030204" pitchFamily="34" charset="0"/>
                <a:ea typeface="+mj-ea"/>
                <a:cs typeface="+mj-cs"/>
              </a:rPr>
              <a:t>Counterexample Rebuttal  (2)</a:t>
            </a:r>
            <a:endParaRPr lang="en-US" altLang="en-US" dirty="0">
              <a:latin typeface="Arial Rounded MT Bold" panose="020F0704030504030204" pitchFamily="34" charset="0"/>
              <a:ea typeface="+mj-ea"/>
              <a:cs typeface="+mj-cs"/>
            </a:endParaRPr>
          </a:p>
        </p:txBody>
      </p:sp>
      <p:sp>
        <p:nvSpPr>
          <p:cNvPr id="27651" name="Content Placeholder 5"/>
          <p:cNvSpPr>
            <a:spLocks noGrp="1"/>
          </p:cNvSpPr>
          <p:nvPr>
            <p:ph idx="1"/>
          </p:nvPr>
        </p:nvSpPr>
        <p:spPr>
          <a:xfrm>
            <a:off x="504825" y="1600200"/>
            <a:ext cx="8410575" cy="50546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Before we could do this…</a:t>
            </a: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</a:pP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</a:pP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</a:pP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</a:pP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</a:pPr>
            <a:endParaRPr lang="en-US" altLang="zh-CN" sz="26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spcBef>
                <a:spcPct val="0"/>
              </a:spcBef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  <a:br>
              <a:rPr lang="en-US" altLang="zh-CN" sz="26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…there was a lot of trial-and-error</a:t>
            </a:r>
            <a:b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and each subsystem </a:t>
            </a:r>
            <a:r>
              <a:rPr lang="en-US" altLang="zh-CN" sz="2200" b="1" i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evolved independently</a:t>
            </a: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 </a:t>
            </a:r>
            <a:b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b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to solve a different sub-problem</a:t>
            </a:r>
            <a:endParaRPr lang="en-US" altLang="zh-CN" sz="2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endParaRPr lang="en-US" altLang="zh-CN" sz="12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200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 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Interfaces between the parts defined by precise industry standards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0" indent="0">
              <a:lnSpc>
                <a:spcPct val="90000"/>
              </a:lnSpc>
              <a:buClr>
                <a:srgbClr val="A50021"/>
              </a:buClr>
              <a:buFont typeface="Wingdings" panose="05000000000000000000" pitchFamily="2" charset="2"/>
              <a:buNone/>
            </a:pP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  <a:sym typeface="Wingdings" panose="05000000000000000000" pitchFamily="2" charset="2"/>
              </a:rPr>
              <a:t> 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Reliable 3</a:t>
            </a:r>
            <a:r>
              <a:rPr lang="en-US" altLang="zh-CN" sz="2000" baseline="30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rd</a:t>
            </a:r>
            <a:r>
              <a:rPr lang="en-US" altLang="zh-CN" sz="2000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-party providers of standard-defined subsystems!</a:t>
            </a:r>
            <a:endParaRPr lang="en-US" altLang="zh-CN" sz="2000" dirty="0"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1400" dirty="0">
                <a:latin typeface="Times New Roman" panose="02020603050405020304" pitchFamily="18" charset="0"/>
              </a:rPr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pic>
        <p:nvPicPr>
          <p:cNvPr id="27653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5388" y="1965325"/>
            <a:ext cx="4876800" cy="242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1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30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651">
                                            <p:txEl>
                                              <p:charRg st="30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144" end="2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7651">
                                            <p:txEl>
                                              <p:charRg st="144" end="2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213" end="2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7651">
                                            <p:txEl>
                                              <p:charRg st="213" end="2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tags/tag1.xml><?xml version="1.0" encoding="utf-8"?>
<p:tagLst xmlns:p="http://schemas.openxmlformats.org/presentationml/2006/main">
  <p:tag name="commondata" val="eyJoZGlkIjoiZTI3MzEzOWFkYWIyMzJmZWY3NTJiMTllNTNhYmFjYzkifQ=="/>
</p:tagLst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10610</Words>
  <Application>WPS 演示</Application>
  <PresentationFormat>全屏显示(4:3)</PresentationFormat>
  <Paragraphs>360</Paragraphs>
  <Slides>26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Comic Sans MS</vt:lpstr>
      <vt:lpstr>Arial Rounded MT Bold</vt:lpstr>
      <vt:lpstr>AvantGarde Bk BT</vt:lpstr>
      <vt:lpstr>Segoe Print</vt:lpstr>
      <vt:lpstr>Calibri</vt:lpstr>
      <vt:lpstr>黑体</vt:lpstr>
      <vt:lpstr>微软雅黑</vt:lpstr>
      <vt:lpstr>Arial Unicode MS</vt:lpstr>
      <vt:lpstr>Melanie BT Std Roman</vt:lpstr>
      <vt:lpstr>Default Design</vt:lpstr>
      <vt:lpstr>PowerPoint 演示文稿</vt:lpstr>
      <vt:lpstr>Topics</vt:lpstr>
      <vt:lpstr>Why We Want To Subdivide Problems/Projects</vt:lpstr>
      <vt:lpstr>PowerPoint 演示文稿</vt:lpstr>
      <vt:lpstr>How Beginners Divide the Work</vt:lpstr>
      <vt:lpstr>Example:  Restaurant Automation Requirements</vt:lpstr>
      <vt:lpstr>Example:  Restaurant Automation Decomposition by Partitioning the Solution </vt:lpstr>
      <vt:lpstr>Example:  Restaurant Automation Communication Overhead</vt:lpstr>
      <vt:lpstr>Example:  Restaurant Automation Drawbacks of Team α Approach</vt:lpstr>
      <vt:lpstr>Effort Division vs. Expertise Division</vt:lpstr>
      <vt:lpstr>Identifying Subproblems by Managed Business Assets Example:  Restaurant Automation</vt:lpstr>
      <vt:lpstr>Example:  Restaurant Automation Decomposition by Projection to Sub-problems</vt:lpstr>
      <vt:lpstr>Example:  Restaurant Automation Decomposition by Projection</vt:lpstr>
      <vt:lpstr>Example:  Restaurant Automation Benefits of Team β Approach</vt:lpstr>
      <vt:lpstr>Identifying Subproblems  by User Context Example:  Safe Home Access</vt:lpstr>
      <vt:lpstr>Identifying Subproblems by User Roles Example:  Safe Home Access</vt:lpstr>
      <vt:lpstr>Conway's Law a.k.a. Mirroring Hypothesis</vt:lpstr>
      <vt:lpstr>Why Communication Required by Problem-based &lt; Solution-based ?</vt:lpstr>
      <vt:lpstr>What is “Shared Infrastructure”?</vt:lpstr>
      <vt:lpstr>Divide Work by Problem vs. by Solution</vt:lpstr>
      <vt:lpstr>Design Parameter Dependencies Design Structure Matrix</vt:lpstr>
      <vt:lpstr>Design Parameter Dependencies Work Assignment by Solution Parts</vt:lpstr>
      <vt:lpstr>Design Parameter Dependencies Work Assignment by Problem Parts</vt:lpstr>
      <vt:lpstr>Counterexample?</vt:lpstr>
      <vt:lpstr>Counterexample Rebuttal  (1)</vt:lpstr>
      <vt:lpstr>Counterexample Rebuttal  (2)</vt:lpstr>
    </vt:vector>
  </TitlesOfParts>
  <Company>Rutgers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Lecture Slides</dc:title>
  <dc:creator>Ivan Marsic</dc:creator>
  <cp:keywords>software engineering, software development, object-oriented software engineeirng; software development management</cp:keywords>
  <dc:subject>lecture 4: Understanding the Problem and Dividing the Work</dc:subject>
  <cp:category>lecture slides, course materials</cp:category>
  <cp:lastModifiedBy>MX</cp:lastModifiedBy>
  <cp:revision>5432</cp:revision>
  <dcterms:created xsi:type="dcterms:W3CDTF">2003-05-20T05:14:00Z</dcterms:created>
  <dcterms:modified xsi:type="dcterms:W3CDTF">2026-03-31T02:59:27Z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FFCB569733174202A02B56440C3A0158_12</vt:lpwstr>
  </property>
  <property fmtid="{D5CDD505-2E9C-101B-9397-08002B2CF9AE}" pid="3" name="KSOProductBuildVer">
    <vt:lpwstr>2052-12.1.0.23542</vt:lpwstr>
  </property>
</Properties>
</file>