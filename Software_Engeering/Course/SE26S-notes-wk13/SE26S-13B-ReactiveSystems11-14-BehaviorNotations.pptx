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29.fntdata" ContentType="application/x-fontdata"/>
  <Override PartName="/ppt/fonts/font23.fntdata" ContentType="application/x-fontdata"/>
  <Override PartName="/ppt/fonts/font230.fntdata" ContentType="application/x-fontdata"/>
  <Override PartName="/ppt/fonts/font231.fntdata" ContentType="application/x-fontdata"/>
  <Override PartName="/ppt/fonts/font232.fntdata" ContentType="application/x-fontdata"/>
  <Override PartName="/ppt/fonts/font233.fntdata" ContentType="application/x-fontdata"/>
  <Override PartName="/ppt/fonts/font234.fntdata" ContentType="application/x-fontdata"/>
  <Override PartName="/ppt/fonts/font235.fntdata" ContentType="application/x-fontdata"/>
  <Override PartName="/ppt/fonts/font236.fntdata" ContentType="application/x-fontdata"/>
  <Override PartName="/ppt/fonts/font237.fntdata" ContentType="application/x-fontdata"/>
  <Override PartName="/ppt/fonts/font238.fntdata" ContentType="application/x-fontdata"/>
  <Override PartName="/ppt/fonts/font239.fntdata" ContentType="application/x-fontdata"/>
  <Override PartName="/ppt/fonts/font24.fntdata" ContentType="application/x-fontdata"/>
  <Override PartName="/ppt/fonts/font240.fntdata" ContentType="application/x-fontdata"/>
  <Override PartName="/ppt/fonts/font241.fntdata" ContentType="application/x-fontdata"/>
  <Override PartName="/ppt/fonts/font242.fntdata" ContentType="application/x-fontdata"/>
  <Override PartName="/ppt/fonts/font243.fntdata" ContentType="application/x-fontdata"/>
  <Override PartName="/ppt/fonts/font244.fntdata" ContentType="application/x-fontdata"/>
  <Override PartName="/ppt/fonts/font245.fntdata" ContentType="application/x-fontdata"/>
  <Override PartName="/ppt/fonts/font246.fntdata" ContentType="application/x-fontdata"/>
  <Override PartName="/ppt/fonts/font247.fntdata" ContentType="application/x-fontdata"/>
  <Override PartName="/ppt/fonts/font248.fntdata" ContentType="application/x-fontdata"/>
  <Override PartName="/ppt/fonts/font249.fntdata" ContentType="application/x-fontdata"/>
  <Override PartName="/ppt/fonts/font25.fntdata" ContentType="application/x-fontdata"/>
  <Override PartName="/ppt/fonts/font250.fntdata" ContentType="application/x-fontdata"/>
  <Override PartName="/ppt/fonts/font251.fntdata" ContentType="application/x-fontdata"/>
  <Override PartName="/ppt/fonts/font252.fntdata" ContentType="application/x-fontdata"/>
  <Override PartName="/ppt/fonts/font253.fntdata" ContentType="application/x-fontdata"/>
  <Override PartName="/ppt/fonts/font254.fntdata" ContentType="application/x-fontdata"/>
  <Override PartName="/ppt/fonts/font255.fntdata" ContentType="application/x-fontdata"/>
  <Override PartName="/ppt/fonts/font256.fntdata" ContentType="application/x-fontdata"/>
  <Override PartName="/ppt/fonts/font257.fntdata" ContentType="application/x-fontdata"/>
  <Override PartName="/ppt/fonts/font258.fntdata" ContentType="application/x-fontdata"/>
  <Override PartName="/ppt/fonts/font259.fntdata" ContentType="application/x-fontdata"/>
  <Override PartName="/ppt/fonts/font26.fntdata" ContentType="application/x-fontdata"/>
  <Override PartName="/ppt/fonts/font260.fntdata" ContentType="application/x-fontdata"/>
  <Override PartName="/ppt/fonts/font261.fntdata" ContentType="application/x-fontdata"/>
  <Override PartName="/ppt/fonts/font262.fntdata" ContentType="application/x-fontdata"/>
  <Override PartName="/ppt/fonts/font263.fntdata" ContentType="application/x-fontdata"/>
  <Override PartName="/ppt/fonts/font264.fntdata" ContentType="application/x-fontdata"/>
  <Override PartName="/ppt/fonts/font265.fntdata" ContentType="application/x-fontdata"/>
  <Override PartName="/ppt/fonts/font266.fntdata" ContentType="application/x-fontdata"/>
  <Override PartName="/ppt/fonts/font267.fntdata" ContentType="application/x-fontdata"/>
  <Override PartName="/ppt/fonts/font268.fntdata" ContentType="application/x-fontdata"/>
  <Override PartName="/ppt/fonts/font269.fntdata" ContentType="application/x-fontdata"/>
  <Override PartName="/ppt/fonts/font27.fntdata" ContentType="application/x-fontdata"/>
  <Override PartName="/ppt/fonts/font270.fntdata" ContentType="application/x-fontdata"/>
  <Override PartName="/ppt/fonts/font271.fntdata" ContentType="application/x-fontdata"/>
  <Override PartName="/ppt/fonts/font272.fntdata" ContentType="application/x-fontdata"/>
  <Override PartName="/ppt/fonts/font273.fntdata" ContentType="application/x-fontdata"/>
  <Override PartName="/ppt/fonts/font274.fntdata" ContentType="application/x-fontdata"/>
  <Override PartName="/ppt/fonts/font275.fntdata" ContentType="application/x-fontdata"/>
  <Override PartName="/ppt/fonts/font276.fntdata" ContentType="application/x-fontdata"/>
  <Override PartName="/ppt/fonts/font277.fntdata" ContentType="application/x-fontdata"/>
  <Override PartName="/ppt/fonts/font278.fntdata" ContentType="application/x-fontdata"/>
  <Override PartName="/ppt/fonts/font279.fntdata" ContentType="application/x-fontdata"/>
  <Override PartName="/ppt/fonts/font28.fntdata" ContentType="application/x-fontdata"/>
  <Override PartName="/ppt/fonts/font280.fntdata" ContentType="application/x-fontdata"/>
  <Override PartName="/ppt/fonts/font281.fntdata" ContentType="application/x-fontdata"/>
  <Override PartName="/ppt/fonts/font282.fntdata" ContentType="application/x-fontdata"/>
  <Override PartName="/ppt/fonts/font283.fntdata" ContentType="application/x-fontdata"/>
  <Override PartName="/ppt/fonts/font284.fntdata" ContentType="application/x-fontdata"/>
  <Override PartName="/ppt/fonts/font285.fntdata" ContentType="application/x-fontdata"/>
  <Override PartName="/ppt/fonts/font286.fntdata" ContentType="application/x-fontdata"/>
  <Override PartName="/ppt/fonts/font287.fntdata" ContentType="application/x-fontdata"/>
  <Override PartName="/ppt/fonts/font288.fntdata" ContentType="application/x-fontdata"/>
  <Override PartName="/ppt/fonts/font289.fntdata" ContentType="application/x-fontdata"/>
  <Override PartName="/ppt/fonts/font29.fntdata" ContentType="application/x-fontdata"/>
  <Override PartName="/ppt/fonts/font290.fntdata" ContentType="application/x-fontdata"/>
  <Override PartName="/ppt/fonts/font291.fntdata" ContentType="application/x-fontdata"/>
  <Override PartName="/ppt/fonts/font292.fntdata" ContentType="application/x-fontdata"/>
  <Override PartName="/ppt/fonts/font293.fntdata" ContentType="application/x-fontdata"/>
  <Override PartName="/ppt/fonts/font294.fntdata" ContentType="application/x-fontdata"/>
  <Override PartName="/ppt/fonts/font295.fntdata" ContentType="application/x-fontdata"/>
  <Override PartName="/ppt/fonts/font296.fntdata" ContentType="application/x-fontdata"/>
  <Override PartName="/ppt/fonts/font297.fntdata" ContentType="application/x-fontdata"/>
  <Override PartName="/ppt/fonts/font298.fntdata" ContentType="application/x-fontdata"/>
  <Override PartName="/ppt/fonts/font299.fntdata" ContentType="application/x-fontdata"/>
  <Override PartName="/ppt/fonts/font3.fntdata" ContentType="application/x-fontdata"/>
  <Override PartName="/ppt/fonts/font30.fntdata" ContentType="application/x-fontdata"/>
  <Override PartName="/ppt/fonts/font300.fntdata" ContentType="application/x-fontdata"/>
  <Override PartName="/ppt/fonts/font301.fntdata" ContentType="application/x-fontdata"/>
  <Override PartName="/ppt/fonts/font302.fntdata" ContentType="application/x-fontdata"/>
  <Override PartName="/ppt/fonts/font303.fntdata" ContentType="application/x-fontdata"/>
  <Override PartName="/ppt/fonts/font304.fntdata" ContentType="application/x-fontdata"/>
  <Override PartName="/ppt/fonts/font305.fntdata" ContentType="application/x-fontdata"/>
  <Override PartName="/ppt/fonts/font306.fntdata" ContentType="application/x-fontdata"/>
  <Override PartName="/ppt/fonts/font307.fntdata" ContentType="application/x-fontdata"/>
  <Override PartName="/ppt/fonts/font308.fntdata" ContentType="application/x-fontdata"/>
  <Override PartName="/ppt/fonts/font309.fntdata" ContentType="application/x-fontdata"/>
  <Override PartName="/ppt/fonts/font31.fntdata" ContentType="application/x-fontdata"/>
  <Override PartName="/ppt/fonts/font310.fntdata" ContentType="application/x-fontdata"/>
  <Override PartName="/ppt/fonts/font311.fntdata" ContentType="application/x-fontdata"/>
  <Override PartName="/ppt/fonts/font312.fntdata" ContentType="application/x-fontdata"/>
  <Override PartName="/ppt/fonts/font313.fntdata" ContentType="application/x-fontdata"/>
  <Override PartName="/ppt/fonts/font314.fntdata" ContentType="application/x-fontdata"/>
  <Override PartName="/ppt/fonts/font315.fntdata" ContentType="application/x-fontdata"/>
  <Override PartName="/ppt/fonts/font316.fntdata" ContentType="application/x-fontdata"/>
  <Override PartName="/ppt/fonts/font317.fntdata" ContentType="application/x-fontdata"/>
  <Override PartName="/ppt/fonts/font318.fntdata" ContentType="application/x-fontdata"/>
  <Override PartName="/ppt/fonts/font319.fntdata" ContentType="application/x-fontdata"/>
  <Override PartName="/ppt/fonts/font32.fntdata" ContentType="application/x-fontdata"/>
  <Override PartName="/ppt/fonts/font320.fntdata" ContentType="application/x-fontdata"/>
  <Override PartName="/ppt/fonts/font321.fntdata" ContentType="application/x-fontdata"/>
  <Override PartName="/ppt/fonts/font322.fntdata" ContentType="application/x-fontdata"/>
  <Override PartName="/ppt/fonts/font323.fntdata" ContentType="application/x-fontdata"/>
  <Override PartName="/ppt/fonts/font324.fntdata" ContentType="application/x-fontdata"/>
  <Override PartName="/ppt/fonts/font325.fntdata" ContentType="application/x-fontdata"/>
  <Override PartName="/ppt/fonts/font326.fntdata" ContentType="application/x-fontdata"/>
  <Override PartName="/ppt/fonts/font327.fntdata" ContentType="application/x-fontdata"/>
  <Override PartName="/ppt/fonts/font328.fntdata" ContentType="application/x-fontdata"/>
  <Override PartName="/ppt/fonts/font329.fntdata" ContentType="application/x-fontdata"/>
  <Override PartName="/ppt/fonts/font33.fntdata" ContentType="application/x-fontdata"/>
  <Override PartName="/ppt/fonts/font330.fntdata" ContentType="application/x-fontdata"/>
  <Override PartName="/ppt/fonts/font331.fntdata" ContentType="application/x-fontdata"/>
  <Override PartName="/ppt/fonts/font332.fntdata" ContentType="application/x-fontdata"/>
  <Override PartName="/ppt/fonts/font333.fntdata" ContentType="application/x-fontdata"/>
  <Override PartName="/ppt/fonts/font334.fntdata" ContentType="application/x-fontdata"/>
  <Override PartName="/ppt/fonts/font335.fntdata" ContentType="application/x-fontdata"/>
  <Override PartName="/ppt/fonts/font336.fntdata" ContentType="application/x-fontdata"/>
  <Override PartName="/ppt/fonts/font337.fntdata" ContentType="application/x-fontdata"/>
  <Override PartName="/ppt/fonts/font338.fntdata" ContentType="application/x-fontdata"/>
  <Override PartName="/ppt/fonts/font339.fntdata" ContentType="application/x-fontdata"/>
  <Override PartName="/ppt/fonts/font34.fntdata" ContentType="application/x-fontdata"/>
  <Override PartName="/ppt/fonts/font340.fntdata" ContentType="application/x-fontdata"/>
  <Override PartName="/ppt/fonts/font341.fntdata" ContentType="application/x-fontdata"/>
  <Override PartName="/ppt/fonts/font342.fntdata" ContentType="application/x-fontdata"/>
  <Override PartName="/ppt/fonts/font343.fntdata" ContentType="application/x-fontdata"/>
  <Override PartName="/ppt/fonts/font344.fntdata" ContentType="application/x-fontdata"/>
  <Override PartName="/ppt/fonts/font345.fntdata" ContentType="application/x-fontdata"/>
  <Override PartName="/ppt/fonts/font346.fntdata" ContentType="application/x-fontdata"/>
  <Override PartName="/ppt/fonts/font347.fntdata" ContentType="application/x-fontdata"/>
  <Override PartName="/ppt/fonts/font348.fntdata" ContentType="application/x-fontdata"/>
  <Override PartName="/ppt/fonts/font349.fntdata" ContentType="application/x-fontdata"/>
  <Override PartName="/ppt/fonts/font35.fntdata" ContentType="application/x-fontdata"/>
  <Override PartName="/ppt/fonts/font350.fntdata" ContentType="application/x-fontdata"/>
  <Override PartName="/ppt/fonts/font351.fntdata" ContentType="application/x-fontdata"/>
  <Override PartName="/ppt/fonts/font352.fntdata" ContentType="application/x-fontdata"/>
  <Override PartName="/ppt/fonts/font353.fntdata" ContentType="application/x-fontdata"/>
  <Override PartName="/ppt/fonts/font354.fntdata" ContentType="application/x-fontdata"/>
  <Override PartName="/ppt/fonts/font355.fntdata" ContentType="application/x-fontdata"/>
  <Override PartName="/ppt/fonts/font356.fntdata" ContentType="application/x-fontdata"/>
  <Override PartName="/ppt/fonts/font357.fntdata" ContentType="application/x-fontdata"/>
  <Override PartName="/ppt/fonts/font358.fntdata" ContentType="application/x-fontdata"/>
  <Override PartName="/ppt/fonts/font359.fntdata" ContentType="application/x-fontdata"/>
  <Override PartName="/ppt/fonts/font36.fntdata" ContentType="application/x-fontdata"/>
  <Override PartName="/ppt/fonts/font360.fntdata" ContentType="application/x-fontdata"/>
  <Override PartName="/ppt/fonts/font361.fntdata" ContentType="application/x-fontdata"/>
  <Override PartName="/ppt/fonts/font362.fntdata" ContentType="application/x-fontdata"/>
  <Override PartName="/ppt/fonts/font363.fntdata" ContentType="application/x-fontdata"/>
  <Override PartName="/ppt/fonts/font364.fntdata" ContentType="application/x-fontdata"/>
  <Override PartName="/ppt/fonts/font365.fntdata" ContentType="application/x-fontdata"/>
  <Override PartName="/ppt/fonts/font366.fntdata" ContentType="application/x-fontdata"/>
  <Override PartName="/ppt/fonts/font367.fntdata" ContentType="application/x-fontdata"/>
  <Override PartName="/ppt/fonts/font368.fntdata" ContentType="application/x-fontdata"/>
  <Override PartName="/ppt/fonts/font369.fntdata" ContentType="application/x-fontdata"/>
  <Override PartName="/ppt/fonts/font37.fntdata" ContentType="application/x-fontdata"/>
  <Override PartName="/ppt/fonts/font370.fntdata" ContentType="application/x-fontdata"/>
  <Override PartName="/ppt/fonts/font371.fntdata" ContentType="application/x-fontdata"/>
  <Override PartName="/ppt/fonts/font372.fntdata" ContentType="application/x-fontdata"/>
  <Override PartName="/ppt/fonts/font373.fntdata" ContentType="application/x-fontdata"/>
  <Override PartName="/ppt/fonts/font374.fntdata" ContentType="application/x-fontdata"/>
  <Override PartName="/ppt/fonts/font375.fntdata" ContentType="application/x-fontdata"/>
  <Override PartName="/ppt/fonts/font376.fntdata" ContentType="application/x-fontdata"/>
  <Override PartName="/ppt/fonts/font377.fntdata" ContentType="application/x-fontdata"/>
  <Override PartName="/ppt/fonts/font378.fntdata" ContentType="application/x-fontdata"/>
  <Override PartName="/ppt/fonts/font379.fntdata" ContentType="application/x-fontdata"/>
  <Override PartName="/ppt/fonts/font38.fntdata" ContentType="application/x-fontdata"/>
  <Override PartName="/ppt/fonts/font380.fntdata" ContentType="application/x-fontdata"/>
  <Override PartName="/ppt/fonts/font381.fntdata" ContentType="application/x-fontdata"/>
  <Override PartName="/ppt/fonts/font382.fntdata" ContentType="application/x-fontdata"/>
  <Override PartName="/ppt/fonts/font383.fntdata" ContentType="application/x-fontdata"/>
  <Override PartName="/ppt/fonts/font384.fntdata" ContentType="application/x-fontdata"/>
  <Override PartName="/ppt/fonts/font385.fntdata" ContentType="application/x-fontdata"/>
  <Override PartName="/ppt/fonts/font386.fntdata" ContentType="application/x-fontdata"/>
  <Override PartName="/ppt/fonts/font387.fntdata" ContentType="application/x-fontdata"/>
  <Override PartName="/ppt/fonts/font388.fntdata" ContentType="application/x-fontdata"/>
  <Override PartName="/ppt/fonts/font389.fntdata" ContentType="application/x-fontdata"/>
  <Override PartName="/ppt/fonts/font39.fntdata" ContentType="application/x-fontdata"/>
  <Override PartName="/ppt/fonts/font390.fntdata" ContentType="application/x-fontdata"/>
  <Override PartName="/ppt/fonts/font391.fntdata" ContentType="application/x-fontdata"/>
  <Override PartName="/ppt/fonts/font392.fntdata" ContentType="application/x-fontdata"/>
  <Override PartName="/ppt/fonts/font393.fntdata" ContentType="application/x-fontdata"/>
  <Override PartName="/ppt/fonts/font394.fntdata" ContentType="application/x-fontdata"/>
  <Override PartName="/ppt/fonts/font395.fntdata" ContentType="application/x-fontdata"/>
  <Override PartName="/ppt/fonts/font396.fntdata" ContentType="application/x-fontdata"/>
  <Override PartName="/ppt/fonts/font397.fntdata" ContentType="application/x-fontdata"/>
  <Override PartName="/ppt/fonts/font398.fntdata" ContentType="application/x-fontdata"/>
  <Override PartName="/ppt/fonts/font399.fntdata" ContentType="application/x-fontdata"/>
  <Override PartName="/ppt/fonts/font4.fntdata" ContentType="application/x-fontdata"/>
  <Override PartName="/ppt/fonts/font40.fntdata" ContentType="application/x-fontdata"/>
  <Override PartName="/ppt/fonts/font400.fntdata" ContentType="application/x-fontdata"/>
  <Override PartName="/ppt/fonts/font401.fntdata" ContentType="application/x-fontdata"/>
  <Override PartName="/ppt/fonts/font402.fntdata" ContentType="application/x-fontdata"/>
  <Override PartName="/ppt/fonts/font403.fntdata" ContentType="application/x-fontdata"/>
  <Override PartName="/ppt/fonts/font404.fntdata" ContentType="application/x-fontdata"/>
  <Override PartName="/ppt/fonts/font405.fntdata" ContentType="application/x-fontdata"/>
  <Override PartName="/ppt/fonts/font406.fntdata" ContentType="application/x-fontdata"/>
  <Override PartName="/ppt/fonts/font407.fntdata" ContentType="application/x-fontdata"/>
  <Override PartName="/ppt/fonts/font408.fntdata" ContentType="application/x-fontdata"/>
  <Override PartName="/ppt/fonts/font409.fntdata" ContentType="application/x-fontdata"/>
  <Override PartName="/ppt/fonts/font41.fntdata" ContentType="application/x-fontdata"/>
  <Override PartName="/ppt/fonts/font410.fntdata" ContentType="application/x-fontdata"/>
  <Override PartName="/ppt/fonts/font411.fntdata" ContentType="application/x-fontdata"/>
  <Override PartName="/ppt/fonts/font412.fntdata" ContentType="application/x-fontdata"/>
  <Override PartName="/ppt/fonts/font413.fntdata" ContentType="application/x-fontdata"/>
  <Override PartName="/ppt/fonts/font414.fntdata" ContentType="application/x-fontdata"/>
  <Override PartName="/ppt/fonts/font415.fntdata" ContentType="application/x-fontdata"/>
  <Override PartName="/ppt/fonts/font416.fntdata" ContentType="application/x-fontdata"/>
  <Override PartName="/ppt/fonts/font417.fntdata" ContentType="application/x-fontdata"/>
  <Override PartName="/ppt/fonts/font418.fntdata" ContentType="application/x-fontdata"/>
  <Override PartName="/ppt/fonts/font419.fntdata" ContentType="application/x-fontdata"/>
  <Override PartName="/ppt/fonts/font42.fntdata" ContentType="application/x-fontdata"/>
  <Override PartName="/ppt/fonts/font420.fntdata" ContentType="application/x-fontdata"/>
  <Override PartName="/ppt/fonts/font421.fntdata" ContentType="application/x-fontdata"/>
  <Override PartName="/ppt/fonts/font422.fntdata" ContentType="application/x-fontdata"/>
  <Override PartName="/ppt/fonts/font423.fntdata" ContentType="application/x-fontdata"/>
  <Override PartName="/ppt/fonts/font424.fntdata" ContentType="application/x-fontdata"/>
  <Override PartName="/ppt/fonts/font425.fntdata" ContentType="application/x-fontdata"/>
  <Override PartName="/ppt/fonts/font426.fntdata" ContentType="application/x-fontdata"/>
  <Override PartName="/ppt/fonts/font427.fntdata" ContentType="application/x-fontdata"/>
  <Override PartName="/ppt/fonts/font428.fntdata" ContentType="application/x-fontdata"/>
  <Override PartName="/ppt/fonts/font429.fntdata" ContentType="application/x-fontdata"/>
  <Override PartName="/ppt/fonts/font43.fntdata" ContentType="application/x-fontdata"/>
  <Override PartName="/ppt/fonts/font430.fntdata" ContentType="application/x-fontdata"/>
  <Override PartName="/ppt/fonts/font431.fntdata" ContentType="application/x-fontdata"/>
  <Override PartName="/ppt/fonts/font432.fntdata" ContentType="application/x-fontdata"/>
  <Override PartName="/ppt/fonts/font433.fntdata" ContentType="application/x-fontdata"/>
  <Override PartName="/ppt/fonts/font434.fntdata" ContentType="application/x-fontdata"/>
  <Override PartName="/ppt/fonts/font435.fntdata" ContentType="application/x-fontdata"/>
  <Override PartName="/ppt/fonts/font436.fntdata" ContentType="application/x-fontdata"/>
  <Override PartName="/ppt/fonts/font437.fntdata" ContentType="application/x-fontdata"/>
  <Override PartName="/ppt/fonts/font438.fntdata" ContentType="application/x-fontdata"/>
  <Override PartName="/ppt/fonts/font439.fntdata" ContentType="application/x-fontdata"/>
  <Override PartName="/ppt/fonts/font44.fntdata" ContentType="application/x-fontdata"/>
  <Override PartName="/ppt/fonts/font440.fntdata" ContentType="application/x-fontdata"/>
  <Override PartName="/ppt/fonts/font441.fntdata" ContentType="application/x-fontdata"/>
  <Override PartName="/ppt/fonts/font442.fntdata" ContentType="application/x-fontdata"/>
  <Override PartName="/ppt/fonts/font443.fntdata" ContentType="application/x-fontdata"/>
  <Override PartName="/ppt/fonts/font444.fntdata" ContentType="application/x-fontdata"/>
  <Override PartName="/ppt/fonts/font445.fntdata" ContentType="application/x-fontdata"/>
  <Override PartName="/ppt/fonts/font446.fntdata" ContentType="application/x-fontdata"/>
  <Override PartName="/ppt/fonts/font447.fntdata" ContentType="application/x-fontdata"/>
  <Override PartName="/ppt/fonts/font448.fntdata" ContentType="application/x-fontdata"/>
  <Override PartName="/ppt/fonts/font449.fntdata" ContentType="application/x-fontdata"/>
  <Override PartName="/ppt/fonts/font45.fntdata" ContentType="application/x-fontdata"/>
  <Override PartName="/ppt/fonts/font450.fntdata" ContentType="application/x-fontdata"/>
  <Override PartName="/ppt/fonts/font451.fntdata" ContentType="application/x-fontdata"/>
  <Override PartName="/ppt/fonts/font452.fntdata" ContentType="application/x-fontdata"/>
  <Override PartName="/ppt/fonts/font453.fntdata" ContentType="application/x-fontdata"/>
  <Override PartName="/ppt/fonts/font454.fntdata" ContentType="application/x-fontdata"/>
  <Override PartName="/ppt/fonts/font455.fntdata" ContentType="application/x-fontdata"/>
  <Override PartName="/ppt/fonts/font456.fntdata" ContentType="application/x-fontdata"/>
  <Override PartName="/ppt/fonts/font457.fntdata" ContentType="application/x-fontdata"/>
  <Override PartName="/ppt/fonts/font458.fntdata" ContentType="application/x-fontdata"/>
  <Override PartName="/ppt/fonts/font459.fntdata" ContentType="application/x-fontdata"/>
  <Override PartName="/ppt/fonts/font46.fntdata" ContentType="application/x-fontdata"/>
  <Override PartName="/ppt/fonts/font460.fntdata" ContentType="application/x-fontdata"/>
  <Override PartName="/ppt/fonts/font461.fntdata" ContentType="application/x-fontdata"/>
  <Override PartName="/ppt/fonts/font462.fntdata" ContentType="application/x-fontdata"/>
  <Override PartName="/ppt/fonts/font463.fntdata" ContentType="application/x-fontdata"/>
  <Override PartName="/ppt/fonts/font464.fntdata" ContentType="application/x-fontdata"/>
  <Override PartName="/ppt/fonts/font465.fntdata" ContentType="application/x-fontdata"/>
  <Override PartName="/ppt/fonts/font466.fntdata" ContentType="application/x-fontdata"/>
  <Override PartName="/ppt/fonts/font467.fntdata" ContentType="application/x-fontdata"/>
  <Override PartName="/ppt/fonts/font468.fntdata" ContentType="application/x-fontdata"/>
  <Override PartName="/ppt/fonts/font469.fntdata" ContentType="application/x-fontdata"/>
  <Override PartName="/ppt/fonts/font47.fntdata" ContentType="application/x-fontdata"/>
  <Override PartName="/ppt/fonts/font470.fntdata" ContentType="application/x-fontdata"/>
  <Override PartName="/ppt/fonts/font471.fntdata" ContentType="application/x-fontdata"/>
  <Override PartName="/ppt/fonts/font472.fntdata" ContentType="application/x-fontdata"/>
  <Override PartName="/ppt/fonts/font473.fntdata" ContentType="application/x-fontdata"/>
  <Override PartName="/ppt/fonts/font474.fntdata" ContentType="application/x-fontdata"/>
  <Override PartName="/ppt/fonts/font475.fntdata" ContentType="application/x-fontdata"/>
  <Override PartName="/ppt/fonts/font476.fntdata" ContentType="application/x-fontdata"/>
  <Override PartName="/ppt/fonts/font477.fntdata" ContentType="application/x-fontdata"/>
  <Override PartName="/ppt/fonts/font478.fntdata" ContentType="application/x-fontdata"/>
  <Override PartName="/ppt/fonts/font479.fntdata" ContentType="application/x-fontdata"/>
  <Override PartName="/ppt/fonts/font48.fntdata" ContentType="application/x-fontdata"/>
  <Override PartName="/ppt/fonts/font480.fntdata" ContentType="application/x-fontdata"/>
  <Override PartName="/ppt/fonts/font481.fntdata" ContentType="application/x-fontdata"/>
  <Override PartName="/ppt/fonts/font482.fntdata" ContentType="application/x-fontdata"/>
  <Override PartName="/ppt/fonts/font483.fntdata" ContentType="application/x-fontdata"/>
  <Override PartName="/ppt/fonts/font484.fntdata" ContentType="application/x-fontdata"/>
  <Override PartName="/ppt/fonts/font485.fntdata" ContentType="application/x-fontdata"/>
  <Override PartName="/ppt/fonts/font486.fntdata" ContentType="application/x-fontdata"/>
  <Override PartName="/ppt/fonts/font487.fntdata" ContentType="application/x-fontdata"/>
  <Override PartName="/ppt/fonts/font488.fntdata" ContentType="application/x-fontdata"/>
  <Override PartName="/ppt/fonts/font489.fntdata" ContentType="application/x-fontdata"/>
  <Override PartName="/ppt/fonts/font49.fntdata" ContentType="application/x-fontdata"/>
  <Override PartName="/ppt/fonts/font490.fntdata" ContentType="application/x-fontdata"/>
  <Override PartName="/ppt/fonts/font491.fntdata" ContentType="application/x-fontdata"/>
  <Override PartName="/ppt/fonts/font492.fntdata" ContentType="application/x-fontdata"/>
  <Override PartName="/ppt/fonts/font493.fntdata" ContentType="application/x-fontdata"/>
  <Override PartName="/ppt/fonts/font494.fntdata" ContentType="application/x-fontdata"/>
  <Override PartName="/ppt/fonts/font495.fntdata" ContentType="application/x-fontdata"/>
  <Override PartName="/ppt/fonts/font496.fntdata" ContentType="application/x-fontdata"/>
  <Override PartName="/ppt/fonts/font497.fntdata" ContentType="application/x-fontdata"/>
  <Override PartName="/ppt/fonts/font498.fntdata" ContentType="application/x-fontdata"/>
  <Override PartName="/ppt/fonts/font499.fntdata" ContentType="application/x-fontdata"/>
  <Override PartName="/ppt/fonts/font5.fntdata" ContentType="application/x-fontdata"/>
  <Override PartName="/ppt/fonts/font50.fntdata" ContentType="application/x-fontdata"/>
  <Override PartName="/ppt/fonts/font500.fntdata" ContentType="application/x-fontdata"/>
  <Override PartName="/ppt/fonts/font501.fntdata" ContentType="application/x-fontdata"/>
  <Override PartName="/ppt/fonts/font502.fntdata" ContentType="application/x-fontdata"/>
  <Override PartName="/ppt/fonts/font503.fntdata" ContentType="application/x-fontdata"/>
  <Override PartName="/ppt/fonts/font504.fntdata" ContentType="application/x-fontdata"/>
  <Override PartName="/ppt/fonts/font505.fntdata" ContentType="application/x-fontdata"/>
  <Override PartName="/ppt/fonts/font506.fntdata" ContentType="application/x-fontdata"/>
  <Override PartName="/ppt/fonts/font507.fntdata" ContentType="application/x-fontdata"/>
  <Override PartName="/ppt/fonts/font508.fntdata" ContentType="application/x-fontdata"/>
  <Override PartName="/ppt/fonts/font509.fntdata" ContentType="application/x-fontdata"/>
  <Override PartName="/ppt/fonts/font51.fntdata" ContentType="application/x-fontdata"/>
  <Override PartName="/ppt/fonts/font510.fntdata" ContentType="application/x-fontdata"/>
  <Override PartName="/ppt/fonts/font511.fntdata" ContentType="application/x-fontdata"/>
  <Override PartName="/ppt/fonts/font512.fntdata" ContentType="application/x-fontdata"/>
  <Override PartName="/ppt/fonts/font513.fntdata" ContentType="application/x-fontdata"/>
  <Override PartName="/ppt/fonts/font514.fntdata" ContentType="application/x-fontdata"/>
  <Override PartName="/ppt/fonts/font515.fntdata" ContentType="application/x-fontdata"/>
  <Override PartName="/ppt/fonts/font516.fntdata" ContentType="application/x-fontdata"/>
  <Override PartName="/ppt/fonts/font517.fntdata" ContentType="application/x-fontdata"/>
  <Override PartName="/ppt/fonts/font518.fntdata" ContentType="application/x-fontdata"/>
  <Override PartName="/ppt/fonts/font519.fntdata" ContentType="application/x-fontdata"/>
  <Override PartName="/ppt/fonts/font52.fntdata" ContentType="application/x-fontdata"/>
  <Override PartName="/ppt/fonts/font520.fntdata" ContentType="application/x-fontdata"/>
  <Override PartName="/ppt/fonts/font521.fntdata" ContentType="application/x-fontdata"/>
  <Override PartName="/ppt/fonts/font522.fntdata" ContentType="application/x-fontdata"/>
  <Override PartName="/ppt/fonts/font523.fntdata" ContentType="application/x-fontdata"/>
  <Override PartName="/ppt/fonts/font524.fntdata" ContentType="application/x-fontdata"/>
  <Override PartName="/ppt/fonts/font525.fntdata" ContentType="application/x-fontdata"/>
  <Override PartName="/ppt/fonts/font526.fntdata" ContentType="application/x-fontdata"/>
  <Override PartName="/ppt/fonts/font527.fntdata" ContentType="application/x-fontdata"/>
  <Override PartName="/ppt/fonts/font528.fntdata" ContentType="application/x-fontdata"/>
  <Override PartName="/ppt/fonts/font529.fntdata" ContentType="application/x-fontdata"/>
  <Override PartName="/ppt/fonts/font53.fntdata" ContentType="application/x-fontdata"/>
  <Override PartName="/ppt/fonts/font530.fntdata" ContentType="application/x-fontdata"/>
  <Override PartName="/ppt/fonts/font531.fntdata" ContentType="application/x-fontdata"/>
  <Override PartName="/ppt/fonts/font532.fntdata" ContentType="application/x-fontdata"/>
  <Override PartName="/ppt/fonts/font533.fntdata" ContentType="application/x-fontdata"/>
  <Override PartName="/ppt/fonts/font534.fntdata" ContentType="application/x-fontdata"/>
  <Override PartName="/ppt/fonts/font535.fntdata" ContentType="application/x-fontdata"/>
  <Override PartName="/ppt/fonts/font536.fntdata" ContentType="application/x-fontdata"/>
  <Override PartName="/ppt/fonts/font537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00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86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9.xml" ContentType="application/vnd.openxmlformats-officedocument.theme+xml"/>
  <Override PartName="/ppt/theme/theme90.xml" ContentType="application/vnd.openxmlformats-officedocument.theme+xml"/>
  <Override PartName="/ppt/theme/theme91.xml" ContentType="application/vnd.openxmlformats-officedocument.theme+xml"/>
  <Override PartName="/ppt/theme/theme92.xml" ContentType="application/vnd.openxmlformats-officedocument.theme+xml"/>
  <Override PartName="/ppt/theme/theme93.xml" ContentType="application/vnd.openxmlformats-officedocument.theme+xml"/>
  <Override PartName="/ppt/theme/theme94.xml" ContentType="application/vnd.openxmlformats-officedocument.theme+xml"/>
  <Override PartName="/ppt/theme/theme95.xml" ContentType="application/vnd.openxmlformats-officedocument.theme+xml"/>
  <Override PartName="/ppt/theme/theme96.xml" ContentType="application/vnd.openxmlformats-officedocument.theme+xml"/>
  <Override PartName="/ppt/theme/theme97.xml" ContentType="application/vnd.openxmlformats-officedocument.theme+xml"/>
  <Override PartName="/ppt/theme/theme98.xml" ContentType="application/vnd.openxmlformats-officedocument.theme+xml"/>
  <Override PartName="/ppt/theme/theme9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  <p:sldMasterId id="2147483745" r:id="rId50"/>
    <p:sldMasterId id="2147483747" r:id="rId51"/>
    <p:sldMasterId id="2147483749" r:id="rId52"/>
    <p:sldMasterId id="2147483751" r:id="rId53"/>
    <p:sldMasterId id="2147483753" r:id="rId54"/>
    <p:sldMasterId id="2147483755" r:id="rId55"/>
    <p:sldMasterId id="2147483757" r:id="rId56"/>
    <p:sldMasterId id="2147483759" r:id="rId57"/>
    <p:sldMasterId id="2147483761" r:id="rId58"/>
    <p:sldMasterId id="2147483763" r:id="rId59"/>
    <p:sldMasterId id="2147483765" r:id="rId60"/>
    <p:sldMasterId id="2147483767" r:id="rId61"/>
    <p:sldMasterId id="2147483769" r:id="rId62"/>
    <p:sldMasterId id="2147483771" r:id="rId63"/>
    <p:sldMasterId id="2147483773" r:id="rId64"/>
    <p:sldMasterId id="2147483775" r:id="rId65"/>
    <p:sldMasterId id="2147483777" r:id="rId66"/>
    <p:sldMasterId id="2147483779" r:id="rId67"/>
    <p:sldMasterId id="2147483781" r:id="rId68"/>
    <p:sldMasterId id="2147483783" r:id="rId69"/>
    <p:sldMasterId id="2147483785" r:id="rId70"/>
    <p:sldMasterId id="2147483787" r:id="rId71"/>
    <p:sldMasterId id="2147483789" r:id="rId72"/>
    <p:sldMasterId id="2147483791" r:id="rId73"/>
    <p:sldMasterId id="2147483793" r:id="rId74"/>
    <p:sldMasterId id="2147483795" r:id="rId75"/>
    <p:sldMasterId id="2147483797" r:id="rId76"/>
    <p:sldMasterId id="2147483799" r:id="rId77"/>
    <p:sldMasterId id="2147483801" r:id="rId78"/>
    <p:sldMasterId id="2147483803" r:id="rId79"/>
    <p:sldMasterId id="2147483805" r:id="rId80"/>
    <p:sldMasterId id="2147483807" r:id="rId81"/>
    <p:sldMasterId id="2147483809" r:id="rId82"/>
    <p:sldMasterId id="2147483811" r:id="rId83"/>
    <p:sldMasterId id="2147483813" r:id="rId84"/>
    <p:sldMasterId id="2147483815" r:id="rId85"/>
    <p:sldMasterId id="2147483817" r:id="rId86"/>
    <p:sldMasterId id="2147483819" r:id="rId87"/>
    <p:sldMasterId id="2147483821" r:id="rId88"/>
    <p:sldMasterId id="2147483823" r:id="rId89"/>
    <p:sldMasterId id="2147483825" r:id="rId90"/>
    <p:sldMasterId id="2147483827" r:id="rId91"/>
    <p:sldMasterId id="2147483829" r:id="rId92"/>
    <p:sldMasterId id="2147483831" r:id="rId93"/>
    <p:sldMasterId id="2147483833" r:id="rId94"/>
    <p:sldMasterId id="2147483835" r:id="rId95"/>
    <p:sldMasterId id="2147483837" r:id="rId96"/>
    <p:sldMasterId id="2147483839" r:id="rId97"/>
    <p:sldMasterId id="2147483841" r:id="rId98"/>
    <p:sldMasterId id="2147483843" r:id="rId99"/>
    <p:sldMasterId id="2147483845" r:id="rId100"/>
    <p:sldMasterId id="2147483847" r:id="rId101"/>
    <p:sldMasterId id="2147483849" r:id="rId102"/>
  </p:sldMasterIdLst>
  <p:notesMasterIdLst>
    <p:notesMasterId r:id="rId104"/>
  </p:notesMasterIdLst>
  <p:sldIdLst>
    <p:sldId id="969" r:id="rId103"/>
    <p:sldId id="260" r:id="rId105"/>
    <p:sldId id="674" r:id="rId106"/>
    <p:sldId id="677" r:id="rId107"/>
    <p:sldId id="680" r:id="rId108"/>
    <p:sldId id="683" r:id="rId109"/>
    <p:sldId id="686" r:id="rId110"/>
    <p:sldId id="689" r:id="rId111"/>
    <p:sldId id="692" r:id="rId112"/>
    <p:sldId id="695" r:id="rId113"/>
    <p:sldId id="698" r:id="rId114"/>
    <p:sldId id="701" r:id="rId115"/>
    <p:sldId id="704" r:id="rId116"/>
    <p:sldId id="707" r:id="rId117"/>
    <p:sldId id="710" r:id="rId118"/>
    <p:sldId id="713" r:id="rId119"/>
    <p:sldId id="716" r:id="rId120"/>
    <p:sldId id="719" r:id="rId121"/>
    <p:sldId id="722" r:id="rId122"/>
    <p:sldId id="725" r:id="rId123"/>
    <p:sldId id="728" r:id="rId124"/>
    <p:sldId id="731" r:id="rId125"/>
    <p:sldId id="734" r:id="rId126"/>
    <p:sldId id="737" r:id="rId127"/>
    <p:sldId id="740" r:id="rId128"/>
    <p:sldId id="743" r:id="rId129"/>
    <p:sldId id="746" r:id="rId130"/>
    <p:sldId id="749" r:id="rId131"/>
    <p:sldId id="752" r:id="rId132"/>
    <p:sldId id="755" r:id="rId133"/>
    <p:sldId id="758" r:id="rId134"/>
    <p:sldId id="761" r:id="rId135"/>
    <p:sldId id="764" r:id="rId136"/>
    <p:sldId id="767" r:id="rId137"/>
    <p:sldId id="770" r:id="rId138"/>
    <p:sldId id="773" r:id="rId139"/>
    <p:sldId id="776" r:id="rId140"/>
    <p:sldId id="779" r:id="rId141"/>
    <p:sldId id="782" r:id="rId142"/>
    <p:sldId id="785" r:id="rId143"/>
    <p:sldId id="788" r:id="rId144"/>
    <p:sldId id="791" r:id="rId145"/>
    <p:sldId id="794" r:id="rId146"/>
    <p:sldId id="797" r:id="rId147"/>
    <p:sldId id="800" r:id="rId148"/>
    <p:sldId id="803" r:id="rId149"/>
    <p:sldId id="806" r:id="rId150"/>
    <p:sldId id="809" r:id="rId151"/>
    <p:sldId id="812" r:id="rId152"/>
    <p:sldId id="815" r:id="rId153"/>
    <p:sldId id="818" r:id="rId154"/>
    <p:sldId id="821" r:id="rId155"/>
    <p:sldId id="824" r:id="rId156"/>
    <p:sldId id="827" r:id="rId157"/>
    <p:sldId id="830" r:id="rId158"/>
    <p:sldId id="833" r:id="rId159"/>
    <p:sldId id="836" r:id="rId160"/>
    <p:sldId id="839" r:id="rId161"/>
    <p:sldId id="842" r:id="rId162"/>
    <p:sldId id="845" r:id="rId163"/>
    <p:sldId id="848" r:id="rId164"/>
    <p:sldId id="851" r:id="rId165"/>
    <p:sldId id="854" r:id="rId166"/>
    <p:sldId id="857" r:id="rId167"/>
    <p:sldId id="860" r:id="rId168"/>
    <p:sldId id="863" r:id="rId169"/>
    <p:sldId id="866" r:id="rId170"/>
    <p:sldId id="869" r:id="rId171"/>
    <p:sldId id="872" r:id="rId172"/>
    <p:sldId id="875" r:id="rId173"/>
    <p:sldId id="878" r:id="rId174"/>
    <p:sldId id="881" r:id="rId175"/>
    <p:sldId id="884" r:id="rId176"/>
    <p:sldId id="887" r:id="rId177"/>
    <p:sldId id="890" r:id="rId178"/>
    <p:sldId id="893" r:id="rId179"/>
    <p:sldId id="896" r:id="rId180"/>
    <p:sldId id="899" r:id="rId181"/>
    <p:sldId id="902" r:id="rId182"/>
    <p:sldId id="905" r:id="rId183"/>
    <p:sldId id="908" r:id="rId184"/>
    <p:sldId id="911" r:id="rId185"/>
    <p:sldId id="914" r:id="rId186"/>
    <p:sldId id="917" r:id="rId187"/>
    <p:sldId id="920" r:id="rId188"/>
    <p:sldId id="923" r:id="rId189"/>
    <p:sldId id="926" r:id="rId190"/>
    <p:sldId id="929" r:id="rId191"/>
    <p:sldId id="932" r:id="rId192"/>
    <p:sldId id="935" r:id="rId193"/>
    <p:sldId id="938" r:id="rId194"/>
    <p:sldId id="941" r:id="rId195"/>
    <p:sldId id="944" r:id="rId196"/>
    <p:sldId id="947" r:id="rId197"/>
    <p:sldId id="950" r:id="rId198"/>
    <p:sldId id="953" r:id="rId199"/>
    <p:sldId id="956" r:id="rId200"/>
    <p:sldId id="959" r:id="rId201"/>
    <p:sldId id="962" r:id="rId202"/>
    <p:sldId id="965" r:id="rId203"/>
    <p:sldId id="968" r:id="rId204"/>
  </p:sldIdLst>
  <p:sldSz cx="10693400" cy="7556500"/>
  <p:notesSz cx="10693400" cy="7556500"/>
  <p:embeddedFontLst>
    <p:embeddedFont>
      <p:font typeface="NOQEBU+CMBX12" panose="02000500000000000000"/>
      <p:regular r:id="rId208"/>
    </p:embeddedFont>
    <p:embeddedFont>
      <p:font typeface="LVTAPM+CMR10" panose="02000500000000000000"/>
      <p:regular r:id="rId209"/>
    </p:embeddedFont>
    <p:embeddedFont>
      <p:font typeface="WINBNS+CMR7" panose="02000500000000000000"/>
      <p:regular r:id="rId210"/>
    </p:embeddedFont>
    <p:embeddedFont>
      <p:font typeface="PITSQT+CMR10" panose="02000500000000000000"/>
      <p:regular r:id="rId211"/>
    </p:embeddedFont>
    <p:embeddedFont>
      <p:font typeface="POBCMG+CMBX12~c" panose="02000500000000000000"/>
      <p:regular r:id="rId212"/>
    </p:embeddedFont>
    <p:embeddedFont>
      <p:font typeface="WGCHPJ+Helvetica" panose="020B0604020202020204"/>
      <p:regular r:id="rId213"/>
    </p:embeddedFont>
    <p:embeddedFont>
      <p:font typeface="ITGINB+CMR7" panose="02000500000000000000"/>
      <p:regular r:id="rId214"/>
    </p:embeddedFont>
    <p:embeddedFont>
      <p:font typeface="KGTBTQ+CMBX12~c" panose="02000500000000000000"/>
      <p:regular r:id="rId215"/>
    </p:embeddedFont>
    <p:embeddedFont>
      <p:font typeface="KWKTVN+Helvetica" panose="020B0604020202020204"/>
      <p:regular r:id="rId216"/>
    </p:embeddedFont>
    <p:embeddedFont>
      <p:font typeface="HDHFBC+CMR7" panose="02000500000000000000"/>
      <p:regular r:id="rId217"/>
    </p:embeddedFont>
    <p:embeddedFont>
      <p:font typeface="LMVCTM+CMBX12~c" panose="02000500000000000000"/>
      <p:regular r:id="rId218"/>
    </p:embeddedFont>
    <p:embeddedFont>
      <p:font typeface="EILIWW+CMR10" panose="02000500000000000000"/>
      <p:regular r:id="rId219"/>
    </p:embeddedFont>
    <p:embeddedFont>
      <p:font typeface="SHJRHC+CMSSBX10" panose="02000500000000000000"/>
      <p:regular r:id="rId220"/>
    </p:embeddedFont>
    <p:embeddedFont>
      <p:font typeface="FMMPBJ+CMSS10" panose="02000500000000000000"/>
      <p:regular r:id="rId221"/>
    </p:embeddedFont>
    <p:embeddedFont>
      <p:font typeface="BWSUCK+CMSY10~25" panose="02000500000000000000"/>
      <p:regular r:id="rId222"/>
    </p:embeddedFont>
    <p:embeddedFont>
      <p:font typeface="VLWAIV+CMR7" panose="02000500000000000000"/>
      <p:regular r:id="rId223"/>
    </p:embeddedFont>
    <p:embeddedFont>
      <p:font typeface="HICFRN+CMBX12~c" panose="02000500000000000000"/>
      <p:regular r:id="rId224"/>
    </p:embeddedFont>
    <p:embeddedFont>
      <p:font typeface="MGAPKN+CMR10" panose="02000500000000000000"/>
      <p:regular r:id="rId225"/>
    </p:embeddedFont>
    <p:embeddedFont>
      <p:font typeface="OTFJEU+CMSS9" panose="02000500000000000000"/>
      <p:regular r:id="rId226"/>
    </p:embeddedFont>
    <p:embeddedFont>
      <p:font typeface="BPQTHL+CMSSBX10~2a4" panose="02000500000000000000"/>
      <p:regular r:id="rId227"/>
    </p:embeddedFont>
    <p:embeddedFont>
      <p:font typeface="LHGJLN+CMSY10~25" panose="02000500000000000000"/>
      <p:regular r:id="rId228"/>
    </p:embeddedFont>
    <p:embeddedFont>
      <p:font typeface="QKHEQE+CMR7" panose="02000500000000000000"/>
      <p:regular r:id="rId229"/>
    </p:embeddedFont>
    <p:embeddedFont>
      <p:font typeface="CPTFKP+CMBX12~c" panose="02000500000000000000"/>
      <p:regular r:id="rId230"/>
    </p:embeddedFont>
    <p:embeddedFont>
      <p:font typeface="POUHIO+CMSS9" panose="02000500000000000000"/>
      <p:regular r:id="rId231"/>
    </p:embeddedFont>
    <p:embeddedFont>
      <p:font typeface="VDCJQI+CMR7" panose="02000500000000000000"/>
      <p:regular r:id="rId232"/>
    </p:embeddedFont>
    <p:embeddedFont>
      <p:font typeface="TQPTDI+CMBX12~c" panose="02000500000000000000"/>
      <p:regular r:id="rId233"/>
    </p:embeddedFont>
    <p:embeddedFont>
      <p:font typeface="NAHBFQ+CMSY10~25" panose="02000500000000000000"/>
      <p:regular r:id="rId234"/>
    </p:embeddedFont>
    <p:embeddedFont>
      <p:font typeface="WMMRTL+CMR10" panose="02000500000000000000"/>
      <p:regular r:id="rId235"/>
    </p:embeddedFont>
    <p:embeddedFont>
      <p:font typeface="LMONVH+CMBX10" panose="02000500000000000000"/>
      <p:regular r:id="rId236"/>
    </p:embeddedFont>
    <p:embeddedFont>
      <p:font typeface="NFEDAO+CMR7" panose="02000500000000000000"/>
      <p:regular r:id="rId237"/>
    </p:embeddedFont>
    <p:embeddedFont>
      <p:font typeface="SHAOBD+CMBX12~c" panose="02000500000000000000"/>
      <p:regular r:id="rId238"/>
    </p:embeddedFont>
    <p:embeddedFont>
      <p:font typeface="HWSUFD+CMR10" panose="02000500000000000000"/>
      <p:regular r:id="rId239"/>
    </p:embeddedFont>
    <p:embeddedFont>
      <p:font typeface="NRCJTT+CMSS10" panose="02000500000000000000"/>
      <p:regular r:id="rId240"/>
    </p:embeddedFont>
    <p:embeddedFont>
      <p:font typeface="MTFOTJ+CMR7" panose="02000500000000000000"/>
      <p:regular r:id="rId241"/>
    </p:embeddedFont>
    <p:embeddedFont>
      <p:font typeface="HWBMML+CMBX12~c" panose="02000500000000000000"/>
      <p:regular r:id="rId242"/>
    </p:embeddedFont>
    <p:embeddedFont>
      <p:font typeface="WGCLHK+CMSS8" panose="02000500000000000000"/>
      <p:regular r:id="rId243"/>
    </p:embeddedFont>
    <p:embeddedFont>
      <p:font typeface="IJSMQT+CMSSBX10~2f4" panose="02000500000000000000"/>
      <p:regular r:id="rId244"/>
    </p:embeddedFont>
    <p:embeddedFont>
      <p:font typeface="HPGUQL+CMSY8" panose="02000500000000000000"/>
      <p:regular r:id="rId245"/>
    </p:embeddedFont>
    <p:embeddedFont>
      <p:font typeface="HREFPS+CMR7" panose="02000500000000000000"/>
      <p:regular r:id="rId246"/>
    </p:embeddedFont>
    <p:embeddedFont>
      <p:font typeface="Calibri" panose="020F0502020204030204" charset="0"/>
      <p:regular r:id="rId247"/>
      <p:bold r:id="rId248"/>
      <p:italic r:id="rId249"/>
      <p:boldItalic r:id="rId250"/>
    </p:embeddedFont>
    <p:embeddedFont>
      <p:font typeface="BATQBU+CMBX12~c" panose="02000500000000000000"/>
      <p:regular r:id="rId251"/>
    </p:embeddedFont>
    <p:embeddedFont>
      <p:font typeface="PTLWFG+Helvetica" panose="020B0604020202020204"/>
      <p:regular r:id="rId252"/>
    </p:embeddedFont>
    <p:embeddedFont>
      <p:font typeface="TQBTLA+Helvetica-Bold" panose="020B0704020202020204"/>
      <p:bold r:id="rId253"/>
    </p:embeddedFont>
    <p:embeddedFont>
      <p:font typeface="ESHLJC+CMR7" panose="02000500000000000000"/>
      <p:regular r:id="rId254"/>
    </p:embeddedFont>
    <p:embeddedFont>
      <p:font typeface="EIQCEA+CMBX12~c" panose="02000500000000000000"/>
      <p:regular r:id="rId255"/>
    </p:embeddedFont>
    <p:embeddedFont>
      <p:font typeface="BIKSIV+CMSY10~25" panose="02000500000000000000"/>
      <p:regular r:id="rId256"/>
    </p:embeddedFont>
    <p:embeddedFont>
      <p:font typeface="GWOSPL+CMSSBX10" panose="02000500000000000000"/>
      <p:regular r:id="rId257"/>
    </p:embeddedFont>
    <p:embeddedFont>
      <p:font typeface="GHURMG+CMSS10" panose="02000500000000000000"/>
      <p:regular r:id="rId258"/>
    </p:embeddedFont>
    <p:embeddedFont>
      <p:font typeface="EILHWJ+CMR10" panose="02000500000000000000"/>
      <p:regular r:id="rId259"/>
    </p:embeddedFont>
    <p:embeddedFont>
      <p:font typeface="JVBGHN+CMR7" panose="02000500000000000000"/>
      <p:regular r:id="rId260"/>
    </p:embeddedFont>
    <p:embeddedFont>
      <p:font typeface="PBNVKI+CMBX12~c" panose="02000500000000000000"/>
      <p:regular r:id="rId261"/>
    </p:embeddedFont>
    <p:embeddedFont>
      <p:font typeface="GLJUOI+CMSS8" panose="02000500000000000000"/>
      <p:regular r:id="rId262"/>
    </p:embeddedFont>
    <p:embeddedFont>
      <p:font typeface="VLHNGT+CMSSBX10~2f4" panose="02000500000000000000"/>
      <p:regular r:id="rId263"/>
    </p:embeddedFont>
    <p:embeddedFont>
      <p:font typeface="JLIHGJ+CMMI8" panose="02000500000000000000"/>
      <p:regular r:id="rId264"/>
    </p:embeddedFont>
    <p:embeddedFont>
      <p:font typeface="UJCKEP+CMSY8" panose="02000500000000000000"/>
      <p:regular r:id="rId265"/>
    </p:embeddedFont>
    <p:embeddedFont>
      <p:font typeface="GHREFF+CMR7" panose="02000500000000000000"/>
      <p:regular r:id="rId266"/>
    </p:embeddedFont>
    <p:embeddedFont>
      <p:font typeface="FAMDPE+CMBX12~c" panose="02000500000000000000"/>
      <p:regular r:id="rId267"/>
    </p:embeddedFont>
    <p:embeddedFont>
      <p:font typeface="VMSPBV+CMR10" panose="02000500000000000000"/>
      <p:regular r:id="rId268"/>
    </p:embeddedFont>
    <p:embeddedFont>
      <p:font typeface="BSAUFF+CMSY10~25" panose="02000500000000000000"/>
      <p:regular r:id="rId269"/>
    </p:embeddedFont>
    <p:embeddedFont>
      <p:font typeface="FRIAGC+CMR7" panose="02000500000000000000"/>
      <p:regular r:id="rId270"/>
    </p:embeddedFont>
    <p:embeddedFont>
      <p:font typeface="FMSOEJ+CMBX12~c" panose="02000500000000000000"/>
      <p:regular r:id="rId271"/>
    </p:embeddedFont>
    <p:embeddedFont>
      <p:font typeface="FLVWJI+CMR10" panose="02000500000000000000"/>
      <p:regular r:id="rId272"/>
    </p:embeddedFont>
    <p:embeddedFont>
      <p:font typeface="BSKUBW+CMSY10~25" panose="02000500000000000000"/>
      <p:regular r:id="rId273"/>
    </p:embeddedFont>
    <p:embeddedFont>
      <p:font typeface="HVUCIT+CMR7" panose="02000500000000000000"/>
      <p:regular r:id="rId274"/>
    </p:embeddedFont>
    <p:embeddedFont>
      <p:font typeface="CCACJD+CMBX12~c" panose="02000500000000000000"/>
      <p:regular r:id="rId275"/>
    </p:embeddedFont>
    <p:embeddedFont>
      <p:font typeface="TSFRHS+CMSY10~25" panose="02000500000000000000"/>
      <p:regular r:id="rId276"/>
    </p:embeddedFont>
    <p:embeddedFont>
      <p:font typeface="UDSSIU+CMR10" panose="02000500000000000000"/>
      <p:regular r:id="rId277"/>
    </p:embeddedFont>
    <p:embeddedFont>
      <p:font typeface="NPQDHT+CMBX10" panose="02000500000000000000"/>
      <p:regular r:id="rId278"/>
    </p:embeddedFont>
    <p:embeddedFont>
      <p:font typeface="QAOCDU+CMR7" panose="02000500000000000000"/>
      <p:regular r:id="rId279"/>
    </p:embeddedFont>
    <p:embeddedFont>
      <p:font typeface="GLFGUM+CMBX12~c" panose="02000500000000000000"/>
      <p:regular r:id="rId280"/>
    </p:embeddedFont>
    <p:embeddedFont>
      <p:font typeface="AUGSUJ+CMSY10~25" panose="02000500000000000000"/>
      <p:regular r:id="rId281"/>
    </p:embeddedFont>
    <p:embeddedFont>
      <p:font typeface="MLMOOA+CMR10" panose="02000500000000000000"/>
      <p:regular r:id="rId282"/>
    </p:embeddedFont>
    <p:embeddedFont>
      <p:font typeface="CESGOR+CMR7" panose="02000500000000000000"/>
      <p:regular r:id="rId283"/>
    </p:embeddedFont>
    <p:embeddedFont>
      <p:font typeface="MSKTSA+CMBX12~c" panose="02000500000000000000"/>
      <p:regular r:id="rId284"/>
    </p:embeddedFont>
    <p:embeddedFont>
      <p:font typeface="AVJOUB+CMSY10~25" panose="02000500000000000000"/>
      <p:regular r:id="rId285"/>
    </p:embeddedFont>
    <p:embeddedFont>
      <p:font typeface="IVIOFJ+CMR10" panose="02000500000000000000"/>
      <p:regular r:id="rId286"/>
    </p:embeddedFont>
    <p:embeddedFont>
      <p:font typeface="UTHQPL+CMBX10" panose="02000500000000000000"/>
      <p:regular r:id="rId287"/>
    </p:embeddedFont>
    <p:embeddedFont>
      <p:font typeface="PAIFEF+CMR7" panose="02000500000000000000"/>
      <p:regular r:id="rId288"/>
    </p:embeddedFont>
    <p:embeddedFont>
      <p:font typeface="GDJINI+CMBX12~c" panose="02000500000000000000"/>
      <p:regular r:id="rId289"/>
    </p:embeddedFont>
    <p:embeddedFont>
      <p:font typeface="BQTDWL+CMR10" panose="02000500000000000000"/>
      <p:regular r:id="rId290"/>
    </p:embeddedFont>
    <p:embeddedFont>
      <p:font typeface="ATDPGC+CMSY10~25" panose="02000500000000000000"/>
      <p:regular r:id="rId291"/>
    </p:embeddedFont>
    <p:embeddedFont>
      <p:font typeface="WKMWMA+CMR7" panose="02000500000000000000"/>
      <p:regular r:id="rId292"/>
    </p:embeddedFont>
    <p:embeddedFont>
      <p:font typeface="GGNGIU+CMBX12~c" panose="02000500000000000000"/>
      <p:regular r:id="rId293"/>
    </p:embeddedFont>
    <p:embeddedFont>
      <p:font typeface="HOPPKL+CMR10" panose="02000500000000000000"/>
      <p:regular r:id="rId294"/>
    </p:embeddedFont>
    <p:embeddedFont>
      <p:font typeface="NGTLRU+CMSS10" panose="02000500000000000000"/>
      <p:regular r:id="rId295"/>
    </p:embeddedFont>
    <p:embeddedFont>
      <p:font typeface="HCKKTV+CMSY10~25" panose="02000500000000000000"/>
      <p:regular r:id="rId296"/>
    </p:embeddedFont>
    <p:embeddedFont>
      <p:font typeface="UPONQK+CMSSBX10" panose="02000500000000000000"/>
      <p:regular r:id="rId297"/>
    </p:embeddedFont>
    <p:embeddedFont>
      <p:font typeface="WGHMBO+CMR7" panose="02000500000000000000"/>
      <p:regular r:id="rId298"/>
    </p:embeddedFont>
    <p:embeddedFont>
      <p:font typeface="GFDCCF+CMBX12~c" panose="02000500000000000000"/>
      <p:regular r:id="rId299"/>
    </p:embeddedFont>
    <p:embeddedFont>
      <p:font typeface="ABCOEQ+CMSS10" panose="02000500000000000000"/>
      <p:regular r:id="rId300"/>
    </p:embeddedFont>
    <p:embeddedFont>
      <p:font typeface="ALLIWV+CMR7" panose="02000500000000000000"/>
      <p:regular r:id="rId301"/>
    </p:embeddedFont>
    <p:embeddedFont>
      <p:font typeface="BUGKSQ+CMBX12~c" panose="02000500000000000000"/>
      <p:regular r:id="rId302"/>
    </p:embeddedFont>
    <p:embeddedFont>
      <p:font typeface="WUPMHF+CMSS8" panose="02000500000000000000"/>
      <p:regular r:id="rId303"/>
    </p:embeddedFont>
    <p:embeddedFont>
      <p:font typeface="SRULLF+CMSSBX10~2f4" panose="02000500000000000000"/>
      <p:regular r:id="rId304"/>
    </p:embeddedFont>
    <p:embeddedFont>
      <p:font typeface="QRTVUQ+CMSY8" panose="02000500000000000000"/>
      <p:regular r:id="rId305"/>
    </p:embeddedFont>
    <p:embeddedFont>
      <p:font typeface="VAHKDJ+CMR7" panose="02000500000000000000"/>
      <p:regular r:id="rId306"/>
    </p:embeddedFont>
    <p:embeddedFont>
      <p:font typeface="IHQRJH+CMBX12~c" panose="02000500000000000000"/>
      <p:regular r:id="rId307"/>
    </p:embeddedFont>
    <p:embeddedFont>
      <p:font typeface="LHLHTG+CMSY10~25" panose="02000500000000000000"/>
      <p:regular r:id="rId308"/>
    </p:embeddedFont>
    <p:embeddedFont>
      <p:font typeface="IQKIDR+CMBX10" panose="02000500000000000000"/>
      <p:regular r:id="rId309"/>
    </p:embeddedFont>
    <p:embeddedFont>
      <p:font typeface="TPSNWW+CMR10" panose="02000500000000000000"/>
      <p:regular r:id="rId310"/>
    </p:embeddedFont>
    <p:embeddedFont>
      <p:font typeface="HSABHS+CMR7" panose="02000500000000000000"/>
      <p:regular r:id="rId311"/>
    </p:embeddedFont>
    <p:embeddedFont>
      <p:font typeface="INSIPW+CMBX12~c" panose="02000500000000000000"/>
      <p:regular r:id="rId312"/>
    </p:embeddedFont>
    <p:embeddedFont>
      <p:font typeface="FTEFUF+CMR10" panose="02000500000000000000"/>
      <p:regular r:id="rId313"/>
    </p:embeddedFont>
    <p:embeddedFont>
      <p:font typeface="RDJMUW+CMSSBX10~2a4" panose="02000500000000000000"/>
      <p:regular r:id="rId314"/>
    </p:embeddedFont>
    <p:embeddedFont>
      <p:font typeface="LTGQQN+CMSS9" panose="02000500000000000000"/>
      <p:regular r:id="rId315"/>
    </p:embeddedFont>
    <p:embeddedFont>
      <p:font typeface="QAFFSK+CMSSBX10~2b1" panose="02000500000000000000"/>
      <p:regular r:id="rId316"/>
    </p:embeddedFont>
    <p:embeddedFont>
      <p:font typeface="VVIWCK+CMR7" panose="02000500000000000000"/>
      <p:regular r:id="rId317"/>
    </p:embeddedFont>
    <p:embeddedFont>
      <p:font typeface="FVTGHW+CMBX12~c" panose="02000500000000000000"/>
      <p:regular r:id="rId318"/>
    </p:embeddedFont>
    <p:embeddedFont>
      <p:font typeface="CADDNK+CMSSBX10~2a4" panose="02000500000000000000"/>
      <p:regular r:id="rId319"/>
    </p:embeddedFont>
    <p:embeddedFont>
      <p:font typeface="JKMGUD+CMSS9" panose="02000500000000000000"/>
      <p:regular r:id="rId320"/>
    </p:embeddedFont>
    <p:embeddedFont>
      <p:font typeface="VWCQFU+CMSSBX10~2b1" panose="02000500000000000000"/>
      <p:regular r:id="rId321"/>
    </p:embeddedFont>
    <p:embeddedFont>
      <p:font typeface="JRJGNB+CMR7" panose="02000500000000000000"/>
      <p:regular r:id="rId322"/>
    </p:embeddedFont>
    <p:embeddedFont>
      <p:font typeface="DTWIBN+CMBX12~c" panose="02000500000000000000"/>
      <p:regular r:id="rId323"/>
    </p:embeddedFont>
    <p:embeddedFont>
      <p:font typeface="KBEUHC+CMSSBX10~2f4" panose="02000500000000000000"/>
      <p:regular r:id="rId324"/>
    </p:embeddedFont>
    <p:embeddedFont>
      <p:font typeface="RDUHSU+CMSY8" panose="02000500000000000000"/>
      <p:regular r:id="rId325"/>
    </p:embeddedFont>
    <p:embeddedFont>
      <p:font typeface="SWCQGQ+CMSS8" panose="02000500000000000000"/>
      <p:regular r:id="rId326"/>
    </p:embeddedFont>
    <p:embeddedFont>
      <p:font typeface="NPONEQ+CMR7" panose="02000500000000000000"/>
      <p:regular r:id="rId327"/>
    </p:embeddedFont>
    <p:embeddedFont>
      <p:font typeface="JVISKV+CMBX12~c" panose="02000500000000000000"/>
      <p:regular r:id="rId328"/>
    </p:embeddedFont>
    <p:embeddedFont>
      <p:font typeface="PJWDNJ+CMSS8" panose="02000500000000000000"/>
      <p:regular r:id="rId329"/>
    </p:embeddedFont>
    <p:embeddedFont>
      <p:font typeface="VAITFS+CMR7" panose="02000500000000000000"/>
      <p:regular r:id="rId330"/>
    </p:embeddedFont>
    <p:embeddedFont>
      <p:font typeface="PQELGB+CMBX12~c" panose="02000500000000000000"/>
      <p:regular r:id="rId331"/>
    </p:embeddedFont>
    <p:embeddedFont>
      <p:font typeface="BSGKLW+CMSSBX10~2a4" panose="02000500000000000000"/>
      <p:regular r:id="rId332"/>
    </p:embeddedFont>
    <p:embeddedFont>
      <p:font typeface="WFGFMC+CMSS9" panose="02000500000000000000"/>
      <p:regular r:id="rId333"/>
    </p:embeddedFont>
    <p:embeddedFont>
      <p:font typeface="UAMSQE+CMR7" panose="02000500000000000000"/>
      <p:regular r:id="rId334"/>
    </p:embeddedFont>
    <p:embeddedFont>
      <p:font typeface="VOJFRB+CMBX12~c" panose="02000500000000000000"/>
      <p:regular r:id="rId335"/>
    </p:embeddedFont>
    <p:embeddedFont>
      <p:font typeface="HNASIV+CMSY10~25" panose="02000500000000000000"/>
      <p:regular r:id="rId336"/>
    </p:embeddedFont>
    <p:embeddedFont>
      <p:font typeface="OOOBAK+CMR10" panose="02000500000000000000"/>
      <p:regular r:id="rId337"/>
    </p:embeddedFont>
    <p:embeddedFont>
      <p:font typeface="VSNQNP+CMR7" panose="02000500000000000000"/>
      <p:regular r:id="rId338"/>
    </p:embeddedFont>
    <p:embeddedFont>
      <p:font typeface="CVVBMM+CMBX12~c" panose="02000500000000000000"/>
      <p:regular r:id="rId339"/>
    </p:embeddedFont>
    <p:embeddedFont>
      <p:font typeface="CMVCFU+CMSY10~25" panose="02000500000000000000"/>
      <p:regular r:id="rId340"/>
    </p:embeddedFont>
    <p:embeddedFont>
      <p:font typeface="QRQTPP+CMR10" panose="02000500000000000000"/>
      <p:regular r:id="rId341"/>
    </p:embeddedFont>
    <p:embeddedFont>
      <p:font typeface="RNNMHS+CMR7" panose="02000500000000000000"/>
      <p:regular r:id="rId342"/>
    </p:embeddedFont>
    <p:embeddedFont>
      <p:font typeface="VNKCRO+CMBX12~c" panose="02000500000000000000"/>
      <p:regular r:id="rId343"/>
    </p:embeddedFont>
    <p:embeddedFont>
      <p:font typeface="UQJEVM+CMR10" panose="02000500000000000000"/>
      <p:regular r:id="rId344"/>
    </p:embeddedFont>
    <p:embeddedFont>
      <p:font typeface="VSSULR+CMSS10" panose="02000500000000000000"/>
      <p:regular r:id="rId345"/>
    </p:embeddedFont>
    <p:embeddedFont>
      <p:font typeface="DBRUTC+Helvetica" panose="020B0604020202020204"/>
      <p:regular r:id="rId346"/>
    </p:embeddedFont>
    <p:embeddedFont>
      <p:font typeface="JFCLKB+Helvetica" panose="020B0604020202020204"/>
      <p:regular r:id="rId347"/>
    </p:embeddedFont>
    <p:embeddedFont>
      <p:font typeface="WQQPEM+Helvetica" panose="020B0604020202020204"/>
      <p:regular r:id="rId348"/>
    </p:embeddedFont>
    <p:embeddedFont>
      <p:font typeface="WEIJDG+Helvetica" panose="020B0604020202020204"/>
      <p:regular r:id="rId349"/>
    </p:embeddedFont>
    <p:embeddedFont>
      <p:font typeface="OASCOF+Helvetica" panose="020B0604020202020204"/>
      <p:regular r:id="rId350"/>
    </p:embeddedFont>
    <p:embeddedFont>
      <p:font typeface="OBAQJS+CMR7" panose="02000500000000000000"/>
      <p:regular r:id="rId351"/>
    </p:embeddedFont>
    <p:embeddedFont>
      <p:font typeface="BJBWAG+CMBX12~c" panose="02000500000000000000"/>
      <p:regular r:id="rId352"/>
    </p:embeddedFont>
    <p:embeddedFont>
      <p:font typeface="UFNTSB+Helvetica" panose="020B0604020202020204"/>
      <p:regular r:id="rId353"/>
    </p:embeddedFont>
    <p:embeddedFont>
      <p:font typeface="UNFTLH+Helvetica-Bold" panose="020B0704020202020204"/>
      <p:bold r:id="rId354"/>
    </p:embeddedFont>
    <p:embeddedFont>
      <p:font typeface="NWCEOW+CMR7" panose="02000500000000000000"/>
      <p:regular r:id="rId355"/>
    </p:embeddedFont>
    <p:embeddedFont>
      <p:font typeface="QNOAFI+CMBX12~c" panose="02000500000000000000"/>
      <p:regular r:id="rId356"/>
    </p:embeddedFont>
    <p:embeddedFont>
      <p:font typeface="MJFHGK+CMR10" panose="02000500000000000000"/>
      <p:regular r:id="rId357"/>
    </p:embeddedFont>
    <p:embeddedFont>
      <p:font typeface="ASNIMN+CMBX10" panose="02000500000000000000"/>
      <p:regular r:id="rId358"/>
    </p:embeddedFont>
    <p:embeddedFont>
      <p:font typeface="JDOANK+CMSY10~25" panose="02000500000000000000"/>
      <p:regular r:id="rId359"/>
    </p:embeddedFont>
    <p:embeddedFont>
      <p:font typeface="WWQRRC+CMSS10" panose="02000500000000000000"/>
      <p:regular r:id="rId360"/>
    </p:embeddedFont>
    <p:embeddedFont>
      <p:font typeface="PDSTBO+CMR7" panose="02000500000000000000"/>
      <p:regular r:id="rId361"/>
    </p:embeddedFont>
    <p:embeddedFont>
      <p:font typeface="RHKGRL+CMBX12~c" panose="02000500000000000000"/>
      <p:regular r:id="rId362"/>
    </p:embeddedFont>
    <p:embeddedFont>
      <p:font typeface="BWATVI+Helvetica" panose="020B0604020202020204"/>
      <p:regular r:id="rId363"/>
    </p:embeddedFont>
    <p:embeddedFont>
      <p:font typeface="CVOQGD+Helvetica-Bold" panose="020B0704020202020204"/>
      <p:bold r:id="rId364"/>
    </p:embeddedFont>
    <p:embeddedFont>
      <p:font typeface="TQVNLP+CMR10" panose="02000500000000000000"/>
      <p:regular r:id="rId365"/>
    </p:embeddedFont>
    <p:embeddedFont>
      <p:font typeface="KKTDUB+CMSS10" panose="02000500000000000000"/>
      <p:regular r:id="rId366"/>
    </p:embeddedFont>
    <p:embeddedFont>
      <p:font typeface="SBQCNW+Helvetica" panose="020B0604020202020204"/>
      <p:regular r:id="rId367"/>
    </p:embeddedFont>
    <p:embeddedFont>
      <p:font typeface="ASPNPP+CMR7" panose="02000500000000000000"/>
      <p:regular r:id="rId368"/>
    </p:embeddedFont>
    <p:embeddedFont>
      <p:font typeface="PSJIKR+CMBX12~c" panose="02000500000000000000"/>
      <p:regular r:id="rId369"/>
    </p:embeddedFont>
    <p:embeddedFont>
      <p:font typeface="PJIRUD+Helvetica" panose="020B0604020202020204"/>
      <p:regular r:id="rId370"/>
    </p:embeddedFont>
    <p:embeddedFont>
      <p:font typeface="BSEGWL+Helvetica-Bold" panose="020B0704020202020204"/>
      <p:bold r:id="rId371"/>
    </p:embeddedFont>
    <p:embeddedFont>
      <p:font typeface="BDCDHV+CMR10" panose="02000500000000000000"/>
      <p:regular r:id="rId372"/>
    </p:embeddedFont>
    <p:embeddedFont>
      <p:font typeface="WKRTDB+CMR7" panose="02000500000000000000"/>
      <p:regular r:id="rId373"/>
    </p:embeddedFont>
    <p:embeddedFont>
      <p:font typeface="VKPANG+CMBX12~c" panose="02000500000000000000"/>
      <p:regular r:id="rId374"/>
    </p:embeddedFont>
    <p:embeddedFont>
      <p:font typeface="LCGROK+CMR10" panose="02000500000000000000"/>
      <p:regular r:id="rId375"/>
    </p:embeddedFont>
    <p:embeddedFont>
      <p:font typeface="GNNVPH+Helvetica" panose="020B0604020202020204"/>
      <p:regular r:id="rId376"/>
    </p:embeddedFont>
    <p:embeddedFont>
      <p:font typeface="LRKCIF+Helvetica-Bold" panose="020B0704020202020204"/>
      <p:bold r:id="rId377"/>
    </p:embeddedFont>
    <p:embeddedFont>
      <p:font typeface="NQDLHL+CMR7" panose="02000500000000000000"/>
      <p:regular r:id="rId378"/>
    </p:embeddedFont>
    <p:embeddedFont>
      <p:font typeface="RCBFFJ+CMBX12~c" panose="02000500000000000000"/>
      <p:regular r:id="rId379"/>
    </p:embeddedFont>
    <p:embeddedFont>
      <p:font typeface="MIVRNJ+CMR10" panose="02000500000000000000"/>
      <p:regular r:id="rId380"/>
    </p:embeddedFont>
    <p:embeddedFont>
      <p:font typeface="MMCPMF+CMSY10~25" panose="02000500000000000000"/>
      <p:regular r:id="rId381"/>
    </p:embeddedFont>
    <p:embeddedFont>
      <p:font typeface="JKLSSU+CMR7" panose="02000500000000000000"/>
      <p:regular r:id="rId382"/>
    </p:embeddedFont>
    <p:embeddedFont>
      <p:font typeface="UISCQV+CMBX12~c" panose="02000500000000000000"/>
      <p:regular r:id="rId383"/>
    </p:embeddedFont>
    <p:embeddedFont>
      <p:font typeface="LUKUJQ+Helvetica-Bold" panose="020B0704020202020204"/>
      <p:bold r:id="rId384"/>
    </p:embeddedFont>
    <p:embeddedFont>
      <p:font typeface="BINPCA+Helvetica" panose="020B0604020202020204"/>
      <p:regular r:id="rId385"/>
    </p:embeddedFont>
    <p:embeddedFont>
      <p:font typeface="SUWLSO+CMR10" panose="02000500000000000000"/>
      <p:regular r:id="rId386"/>
    </p:embeddedFont>
    <p:embeddedFont>
      <p:font typeface="EAQLWM+CMR7" panose="02000500000000000000"/>
      <p:regular r:id="rId387"/>
    </p:embeddedFont>
    <p:embeddedFont>
      <p:font typeface="QRQNWK+CMBX12~c" panose="02000500000000000000"/>
      <p:regular r:id="rId388"/>
    </p:embeddedFont>
    <p:embeddedFont>
      <p:font typeface="GSSJJW+Helvetica-Bold" panose="020B0704020202020204"/>
      <p:bold r:id="rId389"/>
    </p:embeddedFont>
    <p:embeddedFont>
      <p:font typeface="VQQSON+Helvetica" panose="020B0604020202020204"/>
      <p:regular r:id="rId390"/>
    </p:embeddedFont>
    <p:embeddedFont>
      <p:font typeface="DTRUQD+CMR10" panose="02000500000000000000"/>
      <p:regular r:id="rId391"/>
    </p:embeddedFont>
    <p:embeddedFont>
      <p:font typeface="LWQURQ+CMSS10" panose="02000500000000000000"/>
      <p:regular r:id="rId392"/>
    </p:embeddedFont>
    <p:embeddedFont>
      <p:font typeface="TFWRGT+CMR7" panose="02000500000000000000"/>
      <p:regular r:id="rId393"/>
    </p:embeddedFont>
    <p:embeddedFont>
      <p:font typeface="CTSOSD+CMBX12~c" panose="02000500000000000000"/>
      <p:regular r:id="rId394"/>
    </p:embeddedFont>
    <p:embeddedFont>
      <p:font typeface="NQKRMF+Helvetica" panose="020B0604020202020204"/>
      <p:regular r:id="rId395"/>
    </p:embeddedFont>
    <p:embeddedFont>
      <p:font typeface="DUBBQO+Helvetica-Bold" panose="020B0704020202020204"/>
      <p:bold r:id="rId396"/>
    </p:embeddedFont>
    <p:embeddedFont>
      <p:font typeface="FBLBRF+CMR10" panose="02000500000000000000"/>
      <p:regular r:id="rId397"/>
    </p:embeddedFont>
    <p:embeddedFont>
      <p:font typeface="QMFDIR+CMSS10" panose="02000500000000000000"/>
      <p:regular r:id="rId398"/>
    </p:embeddedFont>
    <p:embeddedFont>
      <p:font typeface="JLQLLS+CMSY10~25" panose="02000500000000000000"/>
      <p:regular r:id="rId399"/>
    </p:embeddedFont>
    <p:embeddedFont>
      <p:font typeface="WRTKNG+CMR7" panose="02000500000000000000"/>
      <p:regular r:id="rId400"/>
    </p:embeddedFont>
    <p:embeddedFont>
      <p:font typeface="FGCIQV+CMBX12~c" panose="02000500000000000000"/>
      <p:regular r:id="rId401"/>
    </p:embeddedFont>
    <p:embeddedFont>
      <p:font typeface="HQABWF+Helvetica" panose="020B0604020202020204"/>
      <p:regular r:id="rId402"/>
    </p:embeddedFont>
    <p:embeddedFont>
      <p:font typeface="SEMDSQ+Helvetica-Bold" panose="020B0704020202020204"/>
      <p:bold r:id="rId403"/>
    </p:embeddedFont>
    <p:embeddedFont>
      <p:font typeface="JEMBRU+CMR7" panose="02000500000000000000"/>
      <p:regular r:id="rId404"/>
    </p:embeddedFont>
    <p:embeddedFont>
      <p:font typeface="LFHQIB+CMBX12~c" panose="02000500000000000000"/>
      <p:regular r:id="rId405"/>
    </p:embeddedFont>
    <p:embeddedFont>
      <p:font typeface="JQLWDD+Helvetica-Bold" panose="020B0704020202020204"/>
      <p:bold r:id="rId406"/>
    </p:embeddedFont>
    <p:embeddedFont>
      <p:font typeface="PHLGVI+Helvetica" panose="020B0604020202020204"/>
      <p:regular r:id="rId407"/>
    </p:embeddedFont>
    <p:embeddedFont>
      <p:font typeface="IREBVH+CMR10" panose="02000500000000000000"/>
      <p:regular r:id="rId408"/>
    </p:embeddedFont>
    <p:embeddedFont>
      <p:font typeface="DUJRVC+CMSS10" panose="02000500000000000000"/>
      <p:regular r:id="rId409"/>
    </p:embeddedFont>
    <p:embeddedFont>
      <p:font typeface="TNALKI+CMSY10~25" panose="02000500000000000000"/>
      <p:regular r:id="rId410"/>
    </p:embeddedFont>
    <p:embeddedFont>
      <p:font typeface="TUHWEB+CMR7" panose="02000500000000000000"/>
      <p:regular r:id="rId411"/>
    </p:embeddedFont>
    <p:embeddedFont>
      <p:font typeface="TKUCFC+CMBX12~c" panose="02000500000000000000"/>
      <p:regular r:id="rId412"/>
    </p:embeddedFont>
    <p:embeddedFont>
      <p:font typeface="DPQHML+Helvetica" panose="020B0604020202020204"/>
      <p:regular r:id="rId413"/>
    </p:embeddedFont>
    <p:embeddedFont>
      <p:font typeface="WFMPEF+Helvetica-Bold" panose="020B0704020202020204"/>
      <p:bold r:id="rId414"/>
    </p:embeddedFont>
    <p:embeddedFont>
      <p:font typeface="LWLJFV+CMR7" panose="02000500000000000000"/>
      <p:regular r:id="rId415"/>
    </p:embeddedFont>
    <p:embeddedFont>
      <p:font typeface="ILNCBK+CMBX12~c" panose="02000500000000000000"/>
      <p:regular r:id="rId416"/>
    </p:embeddedFont>
    <p:embeddedFont>
      <p:font typeface="MIKITE+Helvetica-Bold" panose="020B0704020202020204"/>
      <p:bold r:id="rId417"/>
    </p:embeddedFont>
    <p:embeddedFont>
      <p:font typeface="WNGPTO+Helvetica" panose="020B0604020202020204"/>
      <p:regular r:id="rId418"/>
    </p:embeddedFont>
    <p:embeddedFont>
      <p:font typeface="JNHTPI+CMR7" panose="02000500000000000000"/>
      <p:regular r:id="rId419"/>
    </p:embeddedFont>
    <p:embeddedFont>
      <p:font typeface="JKODCM+CMBX12~c" panose="02000500000000000000"/>
      <p:regular r:id="rId420"/>
    </p:embeddedFont>
    <p:embeddedFont>
      <p:font typeface="FSUIVU+Helvetica-Bold" panose="020B0704020202020204"/>
      <p:bold r:id="rId421"/>
    </p:embeddedFont>
    <p:embeddedFont>
      <p:font typeface="WAPHSM+Helvetica" panose="020B0604020202020204"/>
      <p:regular r:id="rId422"/>
    </p:embeddedFont>
    <p:embeddedFont>
      <p:font typeface="GBFIEI+CMR10" panose="02000500000000000000"/>
      <p:regular r:id="rId423"/>
    </p:embeddedFont>
    <p:embeddedFont>
      <p:font typeface="LDTQIK+CMR7" panose="02000500000000000000"/>
      <p:regular r:id="rId424"/>
    </p:embeddedFont>
    <p:embeddedFont>
      <p:font typeface="UHHGWT+CMBX12~c" panose="02000500000000000000"/>
      <p:regular r:id="rId425"/>
    </p:embeddedFont>
    <p:embeddedFont>
      <p:font typeface="GEMAHB+Helvetica-Bold" panose="020B0704020202020204"/>
      <p:bold r:id="rId426"/>
    </p:embeddedFont>
    <p:embeddedFont>
      <p:font typeface="HQABGU+Helvetica" panose="020B0604020202020204"/>
      <p:regular r:id="rId427"/>
    </p:embeddedFont>
    <p:embeddedFont>
      <p:font typeface="OKEQVS+CMR10" panose="02000500000000000000"/>
      <p:regular r:id="rId428"/>
    </p:embeddedFont>
    <p:embeddedFont>
      <p:font typeface="KOAWTS+CMR7" panose="02000500000000000000"/>
      <p:regular r:id="rId429"/>
    </p:embeddedFont>
    <p:embeddedFont>
      <p:font typeface="RRLVBR+CMBX12~c" panose="02000500000000000000"/>
      <p:regular r:id="rId430"/>
    </p:embeddedFont>
    <p:embeddedFont>
      <p:font typeface="FVFTJV+CMSY10~25" panose="02000500000000000000"/>
      <p:regular r:id="rId431"/>
    </p:embeddedFont>
    <p:embeddedFont>
      <p:font typeface="BBLIAL+CMR10" panose="02000500000000000000"/>
      <p:regular r:id="rId432"/>
    </p:embeddedFont>
    <p:embeddedFont>
      <p:font typeface="MISNWA+CMSS10" panose="02000500000000000000"/>
      <p:regular r:id="rId433"/>
    </p:embeddedFont>
    <p:embeddedFont>
      <p:font typeface="CTGUVI+CMR7" panose="02000500000000000000"/>
      <p:regular r:id="rId434"/>
    </p:embeddedFont>
    <p:embeddedFont>
      <p:font typeface="HUVOQT+CMBX12~c" panose="02000500000000000000"/>
      <p:regular r:id="rId435"/>
    </p:embeddedFont>
    <p:embeddedFont>
      <p:font typeface="NIOUAV+Helvetica" panose="020B0604020202020204"/>
      <p:regular r:id="rId436"/>
    </p:embeddedFont>
    <p:embeddedFont>
      <p:font typeface="IBFATC+Helvetica-Bold" panose="020B0704020202020204"/>
      <p:bold r:id="rId437"/>
    </p:embeddedFont>
    <p:embeddedFont>
      <p:font typeface="DJACEC+CMSY10~25" panose="02000500000000000000"/>
      <p:regular r:id="rId438"/>
    </p:embeddedFont>
    <p:embeddedFont>
      <p:font typeface="RQNNAG+CMR10" panose="02000500000000000000"/>
      <p:regular r:id="rId439"/>
    </p:embeddedFont>
    <p:embeddedFont>
      <p:font typeface="IKPDME+CMR7" panose="02000500000000000000"/>
      <p:regular r:id="rId440"/>
    </p:embeddedFont>
    <p:embeddedFont>
      <p:font typeface="VIDKIT+CMBX12~c" panose="02000500000000000000"/>
      <p:regular r:id="rId441"/>
    </p:embeddedFont>
    <p:embeddedFont>
      <p:font typeface="IFFENW+Helvetica-Bold" panose="020B0704020202020204"/>
      <p:bold r:id="rId442"/>
    </p:embeddedFont>
    <p:embeddedFont>
      <p:font typeface="QJTMNG+Helvetica" panose="020B0604020202020204"/>
      <p:regular r:id="rId443"/>
    </p:embeddedFont>
    <p:embeddedFont>
      <p:font typeface="UHTOWE+CMR10" panose="02000500000000000000"/>
      <p:regular r:id="rId444"/>
    </p:embeddedFont>
    <p:embeddedFont>
      <p:font typeface="UCGCRU+CMSS10" panose="02000500000000000000"/>
      <p:regular r:id="rId445"/>
    </p:embeddedFont>
    <p:embeddedFont>
      <p:font typeface="ISAGNS+CMR7" panose="02000500000000000000"/>
      <p:regular r:id="rId446"/>
    </p:embeddedFont>
    <p:embeddedFont>
      <p:font typeface="GAOCQU+CMBX12~c" panose="02000500000000000000"/>
      <p:regular r:id="rId447"/>
    </p:embeddedFont>
    <p:embeddedFont>
      <p:font typeface="AHRFHA+CMSY10~25" panose="02000500000000000000"/>
      <p:regular r:id="rId448"/>
    </p:embeddedFont>
    <p:embeddedFont>
      <p:font typeface="TDJJCO+CMR10" panose="02000500000000000000"/>
      <p:regular r:id="rId449"/>
    </p:embeddedFont>
    <p:embeddedFont>
      <p:font typeface="GVOMIK+CMR7" panose="02000500000000000000"/>
      <p:regular r:id="rId450"/>
    </p:embeddedFont>
    <p:embeddedFont>
      <p:font typeface="EWWGUL+CMBX12~c" panose="02000500000000000000"/>
      <p:regular r:id="rId451"/>
    </p:embeddedFont>
    <p:embeddedFont>
      <p:font typeface="KONNKF+Helvetica" panose="020B0604020202020204"/>
      <p:regular r:id="rId452"/>
    </p:embeddedFont>
    <p:embeddedFont>
      <p:font typeface="DMSFDU+Helvetica-Bold" panose="020B0704020202020204"/>
      <p:bold r:id="rId453"/>
    </p:embeddedFont>
    <p:embeddedFont>
      <p:font typeface="ESGNKW+CMR10" panose="02000500000000000000"/>
      <p:regular r:id="rId454"/>
    </p:embeddedFont>
    <p:embeddedFont>
      <p:font typeface="GQQWFG+CMR7" panose="02000500000000000000"/>
      <p:regular r:id="rId455"/>
    </p:embeddedFont>
    <p:embeddedFont>
      <p:font typeface="BTTNKM+CMBX12~c" panose="02000500000000000000"/>
      <p:regular r:id="rId456"/>
    </p:embeddedFont>
    <p:embeddedFont>
      <p:font typeface="FVIKLB+CMSY10~25" panose="02000500000000000000"/>
      <p:regular r:id="rId457"/>
    </p:embeddedFont>
    <p:embeddedFont>
      <p:font typeface="DTUKHK+CMR10" panose="02000500000000000000"/>
      <p:regular r:id="rId458"/>
    </p:embeddedFont>
    <p:embeddedFont>
      <p:font typeface="HGQETH+CMBX10" panose="02000500000000000000"/>
      <p:regular r:id="rId459"/>
    </p:embeddedFont>
    <p:embeddedFont>
      <p:font typeface="HWHWSG+CMR7" panose="02000500000000000000"/>
      <p:regular r:id="rId460"/>
    </p:embeddedFont>
    <p:embeddedFont>
      <p:font typeface="KFFRRE+CMBX12~c" panose="02000500000000000000"/>
      <p:regular r:id="rId461"/>
    </p:embeddedFont>
    <p:embeddedFont>
      <p:font typeface="BFRFJQ+Helvetica" panose="020B0604020202020204"/>
      <p:regular r:id="rId462"/>
    </p:embeddedFont>
    <p:embeddedFont>
      <p:font typeface="WPGHGP+Helvetica-Bold" panose="020B0704020202020204"/>
      <p:bold r:id="rId463"/>
    </p:embeddedFont>
    <p:embeddedFont>
      <p:font typeface="BEOTGE+CMR10" panose="02000500000000000000"/>
      <p:regular r:id="rId464"/>
    </p:embeddedFont>
    <p:embeddedFont>
      <p:font typeface="BPWSVG+CMSY10~25" panose="02000500000000000000"/>
      <p:regular r:id="rId465"/>
    </p:embeddedFont>
    <p:embeddedFont>
      <p:font typeface="PAFCLW+CMBX10" panose="02000500000000000000"/>
      <p:regular r:id="rId466"/>
    </p:embeddedFont>
    <p:embeddedFont>
      <p:font typeface="WKUSMO+CMSS10" panose="02000500000000000000"/>
      <p:regular r:id="rId467"/>
    </p:embeddedFont>
    <p:embeddedFont>
      <p:font typeface="NKMPOK+CMR7" panose="02000500000000000000"/>
      <p:regular r:id="rId468"/>
    </p:embeddedFont>
    <p:embeddedFont>
      <p:font typeface="ELMOED+CMBX12~c" panose="02000500000000000000"/>
      <p:regular r:id="rId469"/>
    </p:embeddedFont>
    <p:embeddedFont>
      <p:font typeface="ESEVJR+CMR10" panose="02000500000000000000"/>
      <p:regular r:id="rId470"/>
    </p:embeddedFont>
    <p:embeddedFont>
      <p:font typeface="NCFCLJ+Helvetica" panose="020B0604020202020204"/>
      <p:regular r:id="rId471"/>
    </p:embeddedFont>
    <p:embeddedFont>
      <p:font typeface="VLQDFG+Helvetica-Bold" panose="020B0704020202020204"/>
      <p:bold r:id="rId472"/>
    </p:embeddedFont>
    <p:embeddedFont>
      <p:font typeface="CCSECT+CMSS10" panose="02000500000000000000"/>
      <p:regular r:id="rId473"/>
    </p:embeddedFont>
    <p:embeddedFont>
      <p:font typeface="IBNVUI+CMSY10~25" panose="02000500000000000000"/>
      <p:regular r:id="rId474"/>
    </p:embeddedFont>
    <p:embeddedFont>
      <p:font typeface="LKEEUG+CMBX10" panose="02000500000000000000"/>
      <p:regular r:id="rId475"/>
    </p:embeddedFont>
    <p:embeddedFont>
      <p:font typeface="GOGVAG+CMR7" panose="02000500000000000000"/>
      <p:regular r:id="rId476"/>
    </p:embeddedFont>
    <p:embeddedFont>
      <p:font typeface="TCRLOV+CMBX12~c" panose="02000500000000000000"/>
      <p:regular r:id="rId477"/>
    </p:embeddedFont>
    <p:embeddedFont>
      <p:font typeface="HJKWPP+CMR10" panose="02000500000000000000"/>
      <p:regular r:id="rId478"/>
    </p:embeddedFont>
    <p:embeddedFont>
      <p:font typeface="HVIIWB+CMSY10~25" panose="02000500000000000000"/>
      <p:regular r:id="rId479"/>
    </p:embeddedFont>
    <p:embeddedFont>
      <p:font typeface="EIJHBJ+CMBX10" panose="02000500000000000000"/>
      <p:regular r:id="rId480"/>
    </p:embeddedFont>
    <p:embeddedFont>
      <p:font typeface="PUPWWV+CMSS10" panose="02000500000000000000"/>
      <p:regular r:id="rId481"/>
    </p:embeddedFont>
    <p:embeddedFont>
      <p:font typeface="TRABRE+CMR7" panose="02000500000000000000"/>
      <p:regular r:id="rId482"/>
    </p:embeddedFont>
    <p:embeddedFont>
      <p:font typeface="DOKUID+CMBX12~c" panose="02000500000000000000"/>
      <p:regular r:id="rId483"/>
    </p:embeddedFont>
    <p:embeddedFont>
      <p:font typeface="NGSPJT+CMSS10" panose="02000500000000000000"/>
      <p:regular r:id="rId484"/>
    </p:embeddedFont>
    <p:embeddedFont>
      <p:font typeface="NHPPAA+CMSY10~25" panose="02000500000000000000"/>
      <p:regular r:id="rId485"/>
    </p:embeddedFont>
    <p:embeddedFont>
      <p:font typeface="AMGDDR+CMR10" panose="02000500000000000000"/>
      <p:regular r:id="rId486"/>
    </p:embeddedFont>
    <p:embeddedFont>
      <p:font typeface="DORVEA+CMBX10" panose="02000500000000000000"/>
      <p:regular r:id="rId487"/>
    </p:embeddedFont>
    <p:embeddedFont>
      <p:font typeface="PWQNKE+CMR7" panose="02000500000000000000"/>
      <p:regular r:id="rId488"/>
    </p:embeddedFont>
    <p:embeddedFont>
      <p:font typeface="RIGUQQ+CMBX12~c" panose="02000500000000000000"/>
      <p:regular r:id="rId489"/>
    </p:embeddedFont>
    <p:embeddedFont>
      <p:font typeface="WFHCTP+CMSS10" panose="02000500000000000000"/>
      <p:regular r:id="rId490"/>
    </p:embeddedFont>
    <p:embeddedFont>
      <p:font typeface="JTRRNE+CMSY10~25" panose="02000500000000000000"/>
      <p:regular r:id="rId491"/>
    </p:embeddedFont>
    <p:embeddedFont>
      <p:font typeface="GKHNRM+CMR10" panose="02000500000000000000"/>
      <p:regular r:id="rId492"/>
    </p:embeddedFont>
    <p:embeddedFont>
      <p:font typeface="VLDUDK+CMBX10" panose="02000500000000000000"/>
      <p:regular r:id="rId493"/>
    </p:embeddedFont>
    <p:embeddedFont>
      <p:font typeface="WEIOWW+CMR7" panose="02000500000000000000"/>
      <p:regular r:id="rId494"/>
    </p:embeddedFont>
    <p:embeddedFont>
      <p:font typeface="OPWSKI+CMBX12~c" panose="02000500000000000000"/>
      <p:regular r:id="rId495"/>
    </p:embeddedFont>
    <p:embeddedFont>
      <p:font typeface="MRKNUW+CMSS10" panose="02000500000000000000"/>
      <p:regular r:id="rId496"/>
    </p:embeddedFont>
    <p:embeddedFont>
      <p:font typeface="DHKIFS+Helvetica" panose="020B0604020202020204"/>
      <p:regular r:id="rId497"/>
    </p:embeddedFont>
    <p:embeddedFont>
      <p:font typeface="VBJVLU+Helvetica-Bold" panose="020B0704020202020204"/>
      <p:bold r:id="rId498"/>
    </p:embeddedFont>
    <p:embeddedFont>
      <p:font typeface="MVMJBI+CMSY10~25" panose="02000500000000000000"/>
      <p:regular r:id="rId499"/>
    </p:embeddedFont>
    <p:embeddedFont>
      <p:font typeface="RBECBE+CMR10" panose="02000500000000000000"/>
      <p:regular r:id="rId500"/>
    </p:embeddedFont>
    <p:embeddedFont>
      <p:font typeface="AUVBPN+CMMI10" panose="02000500000000000000"/>
      <p:regular r:id="rId501"/>
    </p:embeddedFont>
    <p:embeddedFont>
      <p:font typeface="RIKVIH+CMMI7" panose="02000500000000000000"/>
      <p:regular r:id="rId502"/>
    </p:embeddedFont>
    <p:embeddedFont>
      <p:font typeface="CGKKSC+CMR7" panose="02000500000000000000"/>
      <p:regular r:id="rId503"/>
    </p:embeddedFont>
    <p:embeddedFont>
      <p:font typeface="VDJEPW+CMBX12~c" panose="02000500000000000000"/>
      <p:regular r:id="rId504"/>
    </p:embeddedFont>
    <p:embeddedFont>
      <p:font typeface="TLQUSO+Helvetica-Bold" panose="020B0704020202020204"/>
      <p:bold r:id="rId505"/>
    </p:embeddedFont>
    <p:embeddedFont>
      <p:font typeface="OMWMOI+Helvetica" panose="020B0604020202020204"/>
      <p:regular r:id="rId506"/>
    </p:embeddedFont>
    <p:embeddedFont>
      <p:font typeface="CHCOTV+CMR10" panose="02000500000000000000"/>
      <p:regular r:id="rId507"/>
    </p:embeddedFont>
    <p:embeddedFont>
      <p:font typeface="KFFGFC+CMSY10~25" panose="02000500000000000000"/>
      <p:regular r:id="rId508"/>
    </p:embeddedFont>
    <p:embeddedFont>
      <p:font typeface="FJEOOV+CMSS10" panose="02000500000000000000"/>
      <p:regular r:id="rId509"/>
    </p:embeddedFont>
    <p:embeddedFont>
      <p:font typeface="IVSCSS+CMR7" panose="02000500000000000000"/>
      <p:regular r:id="rId510"/>
    </p:embeddedFont>
    <p:embeddedFont>
      <p:font typeface="POGULT+CMBX12~c" panose="02000500000000000000"/>
      <p:regular r:id="rId511"/>
    </p:embeddedFont>
    <p:embeddedFont>
      <p:font typeface="KRKVGM+CMR10" panose="02000500000000000000"/>
      <p:regular r:id="rId512"/>
    </p:embeddedFont>
    <p:embeddedFont>
      <p:font typeface="EITTQC+CMTI10" panose="02000500000000000000"/>
      <p:regular r:id="rId513"/>
    </p:embeddedFont>
    <p:embeddedFont>
      <p:font typeface="JFBLAV+Helvetica" panose="020B0604020202020204"/>
      <p:regular r:id="rId514"/>
    </p:embeddedFont>
    <p:embeddedFont>
      <p:font typeface="CFLRVH+CMSS10" panose="02000500000000000000"/>
      <p:regular r:id="rId515"/>
    </p:embeddedFont>
    <p:embeddedFont>
      <p:font typeface="KENFRI+CMSY10~25" panose="02000500000000000000"/>
      <p:regular r:id="rId516"/>
    </p:embeddedFont>
    <p:embeddedFont>
      <p:font typeface="TTNQBD+CMBX10" panose="02000500000000000000"/>
      <p:regular r:id="rId517"/>
    </p:embeddedFont>
    <p:embeddedFont>
      <p:font typeface="WJJLRW+CMR7" panose="02000500000000000000"/>
      <p:regular r:id="rId518"/>
    </p:embeddedFont>
    <p:embeddedFont>
      <p:font typeface="EWMOTQ+CMBX12~c" panose="02000500000000000000"/>
      <p:regular r:id="rId519"/>
    </p:embeddedFont>
    <p:embeddedFont>
      <p:font typeface="PVKHIA+CMSS10" panose="02000500000000000000"/>
      <p:regular r:id="rId520"/>
    </p:embeddedFont>
    <p:embeddedFont>
      <p:font typeface="EGTPLM+CMSY10~25" panose="02000500000000000000"/>
      <p:regular r:id="rId521"/>
    </p:embeddedFont>
    <p:embeddedFont>
      <p:font typeface="NVETWS+CMSSBX10" panose="02000500000000000000"/>
      <p:regular r:id="rId522"/>
    </p:embeddedFont>
    <p:embeddedFont>
      <p:font typeface="JVNRTI+Helvetica" panose="020B0604020202020204"/>
      <p:regular r:id="rId523"/>
    </p:embeddedFont>
    <p:embeddedFont>
      <p:font typeface="UJJHGO+Helvetica-Bold" panose="020B0704020202020204"/>
      <p:bold r:id="rId524"/>
    </p:embeddedFont>
    <p:embeddedFont>
      <p:font typeface="SRRIVP+CMR10" panose="02000500000000000000"/>
      <p:regular r:id="rId525"/>
    </p:embeddedFont>
    <p:embeddedFont>
      <p:font typeface="LRSMHA+CMBX10" panose="02000500000000000000"/>
      <p:regular r:id="rId526"/>
    </p:embeddedFont>
    <p:embeddedFont>
      <p:font typeface="TTKDSO+CMR7" panose="02000500000000000000"/>
      <p:regular r:id="rId527"/>
    </p:embeddedFont>
    <p:embeddedFont>
      <p:font typeface="AQFPQP+CMBX12~c" panose="02000500000000000000"/>
      <p:regular r:id="rId528"/>
    </p:embeddedFont>
    <p:embeddedFont>
      <p:font typeface="LRPWKO+CMR10" panose="02000500000000000000"/>
      <p:regular r:id="rId529"/>
    </p:embeddedFont>
    <p:embeddedFont>
      <p:font typeface="VRQCUT+CMSS10" panose="02000500000000000000"/>
      <p:regular r:id="rId530"/>
    </p:embeddedFont>
    <p:embeddedFont>
      <p:font typeface="WPMBSS+CMTI10" panose="02000500000000000000"/>
      <p:regular r:id="rId531"/>
    </p:embeddedFont>
    <p:embeddedFont>
      <p:font typeface="LLCCTC+CMSY10~25" panose="02000500000000000000"/>
      <p:regular r:id="rId532"/>
    </p:embeddedFont>
    <p:embeddedFont>
      <p:font typeface="LHUDEH+CMBX10" panose="02000500000000000000"/>
      <p:regular r:id="rId533"/>
    </p:embeddedFont>
    <p:embeddedFont>
      <p:font typeface="JJJPSP+Helvetica" panose="020B0604020202020204"/>
      <p:regular r:id="rId534"/>
    </p:embeddedFont>
    <p:embeddedFont>
      <p:font typeface="LOAVVW+Helvetica-Bold" panose="020B0704020202020204"/>
      <p:bold r:id="rId535"/>
    </p:embeddedFont>
    <p:embeddedFont>
      <p:font typeface="USCOPV+CMR7" panose="02000500000000000000"/>
      <p:regular r:id="rId536"/>
    </p:embeddedFont>
    <p:embeddedFont>
      <p:font typeface="OHMHOG+CMBX12~c" panose="02000500000000000000"/>
      <p:regular r:id="rId537"/>
    </p:embeddedFont>
    <p:embeddedFont>
      <p:font typeface="AIFNTP+CMSY10~25" panose="02000500000000000000"/>
      <p:regular r:id="rId538"/>
    </p:embeddedFont>
    <p:embeddedFont>
      <p:font typeface="RSQBDW+CMBX10" panose="02000500000000000000"/>
      <p:regular r:id="rId539"/>
    </p:embeddedFont>
    <p:embeddedFont>
      <p:font typeface="LKWTOQ+CMR10" panose="02000500000000000000"/>
      <p:regular r:id="rId540"/>
    </p:embeddedFont>
    <p:embeddedFont>
      <p:font typeface="KLNMVH+Helvetica" panose="020B0604020202020204"/>
      <p:regular r:id="rId541"/>
    </p:embeddedFont>
    <p:embeddedFont>
      <p:font typeface="GTVKIM+Helvetica-Bold" panose="020B0704020202020204"/>
      <p:bold r:id="rId542"/>
    </p:embeddedFont>
    <p:embeddedFont>
      <p:font typeface="ACDEJC+CMR7" panose="02000500000000000000"/>
      <p:regular r:id="rId543"/>
    </p:embeddedFont>
    <p:embeddedFont>
      <p:font typeface="DFOGOC+CMBX12~c" panose="02000500000000000000"/>
      <p:regular r:id="rId544"/>
    </p:embeddedFont>
    <p:embeddedFont>
      <p:font typeface="PQGPKT+CMSS9" panose="02000500000000000000"/>
      <p:regular r:id="rId545"/>
    </p:embeddedFont>
    <p:embeddedFont>
      <p:font typeface="MQGDHI+CMR10" panose="02000500000000000000"/>
      <p:regular r:id="rId546"/>
    </p:embeddedFont>
    <p:embeddedFont>
      <p:font typeface="FOEWPJ+CMSS10" panose="02000500000000000000"/>
      <p:regular r:id="rId547"/>
    </p:embeddedFont>
    <p:embeddedFont>
      <p:font typeface="EUWJBL+CMSS8" panose="02000500000000000000"/>
      <p:regular r:id="rId548"/>
    </p:embeddedFont>
    <p:embeddedFont>
      <p:font typeface="TFSVTG+CMR7" panose="02000500000000000000"/>
      <p:regular r:id="rId549"/>
    </p:embeddedFont>
    <p:embeddedFont>
      <p:font typeface="ACTUNB+CMBX12~c" panose="02000500000000000000"/>
      <p:regular r:id="rId550"/>
    </p:embeddedFont>
    <p:embeddedFont>
      <p:font typeface="HODSGB+CMSY10~25" panose="02000500000000000000"/>
      <p:regular r:id="rId551"/>
    </p:embeddedFont>
    <p:embeddedFont>
      <p:font typeface="PQPVAQ+CMBX10" panose="02000500000000000000"/>
      <p:regular r:id="rId552"/>
    </p:embeddedFont>
    <p:embeddedFont>
      <p:font typeface="HMJWNQ+CMR10" panose="02000500000000000000"/>
      <p:regular r:id="rId553"/>
    </p:embeddedFont>
    <p:embeddedFont>
      <p:font typeface="PVUQON+Helvetica" panose="020B0604020202020204"/>
      <p:regular r:id="rId554"/>
    </p:embeddedFont>
    <p:embeddedFont>
      <p:font typeface="PJDQUC+Helvetica-Oblique" panose="020B0604020202090204"/>
      <p:italic r:id="rId555"/>
    </p:embeddedFont>
    <p:embeddedFont>
      <p:font typeface="UOJIBC+Helvetica-Bold" panose="020B0704020202020204"/>
      <p:bold r:id="rId556"/>
    </p:embeddedFont>
    <p:embeddedFont>
      <p:font typeface="VGCRBH+CMR7" panose="02000500000000000000"/>
      <p:regular r:id="rId557"/>
    </p:embeddedFont>
    <p:embeddedFont>
      <p:font typeface="TDVLTA+CMBX12~c" panose="02000500000000000000"/>
      <p:regular r:id="rId558"/>
    </p:embeddedFont>
    <p:embeddedFont>
      <p:font typeface="OFQQHQ+CMR10" panose="02000500000000000000"/>
      <p:regular r:id="rId559"/>
    </p:embeddedFont>
    <p:embeddedFont>
      <p:font typeface="QDBWOW+CMSS10" panose="02000500000000000000"/>
      <p:regular r:id="rId560"/>
    </p:embeddedFont>
    <p:embeddedFont>
      <p:font typeface="MHWKAU+CMSS9" panose="02000500000000000000"/>
      <p:regular r:id="rId561"/>
    </p:embeddedFont>
    <p:embeddedFont>
      <p:font typeface="NAFLKG+CMSY10~25" panose="02000500000000000000"/>
      <p:regular r:id="rId562"/>
    </p:embeddedFont>
    <p:embeddedFont>
      <p:font typeface="THBAEJ+CMBX10" panose="02000500000000000000"/>
      <p:regular r:id="rId563"/>
    </p:embeddedFont>
    <p:embeddedFont>
      <p:font typeface="SBUJRM+CMR7" panose="02000500000000000000"/>
      <p:regular r:id="rId564"/>
    </p:embeddedFont>
    <p:embeddedFont>
      <p:font typeface="WNDOSG+CMBX12~c" panose="02000500000000000000"/>
      <p:regular r:id="rId565"/>
    </p:embeddedFont>
    <p:embeddedFont>
      <p:font typeface="ISDLSQ+CMR10" panose="02000500000000000000"/>
      <p:regular r:id="rId566"/>
    </p:embeddedFont>
    <p:embeddedFont>
      <p:font typeface="HDAFLP+CMSS10" panose="02000500000000000000"/>
      <p:regular r:id="rId567"/>
    </p:embeddedFont>
    <p:embeddedFont>
      <p:font typeface="CPWRBR+CMSS9" panose="02000500000000000000"/>
      <p:regular r:id="rId568"/>
    </p:embeddedFont>
    <p:embeddedFont>
      <p:font typeface="USVLIF+CMR7" panose="02000500000000000000"/>
      <p:regular r:id="rId569"/>
    </p:embeddedFont>
    <p:embeddedFont>
      <p:font typeface="RWGVNF+CMBX12~c" panose="02000500000000000000"/>
      <p:regular r:id="rId570"/>
    </p:embeddedFont>
    <p:embeddedFont>
      <p:font typeface="LOAQME+CMSY10~25" panose="02000500000000000000"/>
      <p:regular r:id="rId571"/>
    </p:embeddedFont>
    <p:embeddedFont>
      <p:font typeface="UIVVDR+CMBX10" panose="02000500000000000000"/>
      <p:regular r:id="rId572"/>
    </p:embeddedFont>
    <p:embeddedFont>
      <p:font typeface="GPFERK+CMR10" panose="02000500000000000000"/>
      <p:regular r:id="rId573"/>
    </p:embeddedFont>
    <p:embeddedFont>
      <p:font typeface="PRBSMA+CMR7" panose="02000500000000000000"/>
      <p:regular r:id="rId574"/>
    </p:embeddedFont>
    <p:embeddedFont>
      <p:font typeface="CBTLEU+CMBX12~c" panose="02000500000000000000"/>
      <p:regular r:id="rId575"/>
    </p:embeddedFont>
    <p:embeddedFont>
      <p:font typeface="LLGNLW+CMR10" panose="02000500000000000000"/>
      <p:regular r:id="rId576"/>
    </p:embeddedFont>
    <p:embeddedFont>
      <p:font typeface="LLBOJQ+CMSS10" panose="02000500000000000000"/>
      <p:regular r:id="rId577"/>
    </p:embeddedFont>
    <p:embeddedFont>
      <p:font typeface="NJTBMR+CMSY10~25" panose="02000500000000000000"/>
      <p:regular r:id="rId578"/>
    </p:embeddedFont>
    <p:embeddedFont>
      <p:font typeface="LQOVOA+CMBX10" panose="02000500000000000000"/>
      <p:regular r:id="rId579"/>
    </p:embeddedFont>
    <p:embeddedFont>
      <p:font typeface="MVHPVO+Helvetica" panose="020B0604020202020204"/>
      <p:regular r:id="rId580"/>
    </p:embeddedFont>
    <p:embeddedFont>
      <p:font typeface="NMPEIW+Helvetica-Bold" panose="020B0704020202020204"/>
      <p:bold r:id="rId581"/>
    </p:embeddedFont>
    <p:embeddedFont>
      <p:font typeface="UECBJU+CMR7" panose="02000500000000000000"/>
      <p:regular r:id="rId582"/>
    </p:embeddedFont>
    <p:embeddedFont>
      <p:font typeface="JTBVIW+CMBX12~c" panose="02000500000000000000"/>
      <p:regular r:id="rId583"/>
    </p:embeddedFont>
    <p:embeddedFont>
      <p:font typeface="GKQHSJ+CMR10" panose="02000500000000000000"/>
      <p:regular r:id="rId584"/>
    </p:embeddedFont>
    <p:embeddedFont>
      <p:font typeface="DGEEPE+CMBX10" panose="02000500000000000000"/>
      <p:regular r:id="rId585"/>
    </p:embeddedFont>
    <p:embeddedFont>
      <p:font typeface="ODKRWF+Helvetica-Bold" panose="020B0704020202020204"/>
      <p:bold r:id="rId586"/>
    </p:embeddedFont>
    <p:embeddedFont>
      <p:font typeface="KKAJSN+Helvetica" panose="020B0604020202020204"/>
      <p:regular r:id="rId587"/>
    </p:embeddedFont>
    <p:embeddedFont>
      <p:font typeface="HFMSVJ+CMR7" panose="02000500000000000000"/>
      <p:regular r:id="rId588"/>
    </p:embeddedFont>
    <p:embeddedFont>
      <p:font typeface="IORVKH+CMBX10" panose="02000500000000000000"/>
      <p:regular r:id="rId589"/>
    </p:embeddedFont>
    <p:embeddedFont>
      <p:font typeface="GKHMRW+CMR10" panose="02000500000000000000"/>
      <p:regular r:id="rId590"/>
    </p:embeddedFont>
    <p:embeddedFont>
      <p:font typeface="WSKTPV+CMSY10~25" panose="02000500000000000000"/>
      <p:regular r:id="rId591"/>
    </p:embeddedFont>
    <p:embeddedFont>
      <p:font typeface="WGDMIW+Helvetica" panose="020B0604020202020204"/>
      <p:regular r:id="rId592"/>
    </p:embeddedFont>
    <p:embeddedFont>
      <p:font typeface="CVRHBG+CMR7" panose="02000500000000000000"/>
      <p:regular r:id="rId593"/>
    </p:embeddedFont>
    <p:embeddedFont>
      <p:font typeface="KEFEHV+CMBX12~c" panose="02000500000000000000"/>
      <p:regular r:id="rId594"/>
    </p:embeddedFont>
    <p:embeddedFont>
      <p:font typeface="OJHAFG+CMR10" panose="02000500000000000000"/>
      <p:regular r:id="rId595"/>
    </p:embeddedFont>
    <p:embeddedFont>
      <p:font typeface="DIDFEP+CMSY10~25" panose="02000500000000000000"/>
      <p:regular r:id="rId596"/>
    </p:embeddedFont>
    <p:embeddedFont>
      <p:font typeface="EROHDU+CMR7" panose="02000500000000000000"/>
      <p:regular r:id="rId597"/>
    </p:embeddedFont>
    <p:embeddedFont>
      <p:font typeface="LCSFUA+CMBX12~c" panose="02000500000000000000"/>
      <p:regular r:id="rId598"/>
    </p:embeddedFont>
    <p:embeddedFont>
      <p:font typeface="CFRDRK+CMSY10~25" panose="02000500000000000000"/>
      <p:regular r:id="rId599"/>
    </p:embeddedFont>
    <p:embeddedFont>
      <p:font typeface="UQBBVN+CMR10" panose="02000500000000000000"/>
      <p:regular r:id="rId600"/>
    </p:embeddedFont>
    <p:embeddedFont>
      <p:font typeface="JJDOSE+CMR7" panose="02000500000000000000"/>
      <p:regular r:id="rId601"/>
    </p:embeddedFont>
    <p:embeddedFont>
      <p:font typeface="BOASMW+CMBX12~c" panose="02000500000000000000"/>
      <p:regular r:id="rId602"/>
    </p:embeddedFont>
    <p:embeddedFont>
      <p:font typeface="LWBEHQ+Helvetica" panose="020B0604020202020204"/>
      <p:regular r:id="rId603"/>
    </p:embeddedFont>
    <p:embeddedFont>
      <p:font typeface="UEHQPO+CMSY10~25" panose="02000500000000000000"/>
      <p:regular r:id="rId604"/>
    </p:embeddedFont>
    <p:embeddedFont>
      <p:font typeface="GPNBFC+CMBX10" panose="02000500000000000000"/>
      <p:regular r:id="rId605"/>
    </p:embeddedFont>
    <p:embeddedFont>
      <p:font typeface="RQNRUC+CMR10" panose="02000500000000000000"/>
      <p:regular r:id="rId606"/>
    </p:embeddedFont>
    <p:embeddedFont>
      <p:font typeface="FJRKDW+CMR7" panose="02000500000000000000"/>
      <p:regular r:id="rId607"/>
    </p:embeddedFont>
    <p:embeddedFont>
      <p:font typeface="QIBLBD+CMBX12~c" panose="02000500000000000000"/>
      <p:regular r:id="rId608"/>
    </p:embeddedFont>
    <p:embeddedFont>
      <p:font typeface="RKLJFU+Helvetica" panose="020B0604020202020204"/>
      <p:regular r:id="rId609"/>
    </p:embeddedFont>
    <p:embeddedFont>
      <p:font typeface="KEJADL+CMR7" panose="02000500000000000000"/>
      <p:regular r:id="rId610"/>
    </p:embeddedFont>
    <p:embeddedFont>
      <p:font typeface="GBVRSF+CMBX12~c" panose="02000500000000000000"/>
      <p:regular r:id="rId611"/>
    </p:embeddedFont>
    <p:embeddedFont>
      <p:font typeface="OSHLIE+Helvetica" panose="020B0604020202020204"/>
      <p:regular r:id="rId612"/>
    </p:embeddedFont>
    <p:embeddedFont>
      <p:font typeface="MTFGAG+CMSY10~25" panose="02000500000000000000"/>
      <p:regular r:id="rId613"/>
    </p:embeddedFont>
    <p:embeddedFont>
      <p:font typeface="MPCRME+CMR10" panose="02000500000000000000"/>
      <p:regular r:id="rId614"/>
    </p:embeddedFont>
    <p:embeddedFont>
      <p:font typeface="LIFWGF+CMR7" panose="02000500000000000000"/>
      <p:regular r:id="rId615"/>
    </p:embeddedFont>
    <p:embeddedFont>
      <p:font typeface="MAWUSQ+CMBX12~c" panose="02000500000000000000"/>
      <p:regular r:id="rId616"/>
    </p:embeddedFont>
    <p:embeddedFont>
      <p:font typeface="QSBJHH+CMBX10" panose="02000500000000000000"/>
      <p:regular r:id="rId617"/>
    </p:embeddedFont>
    <p:embeddedFont>
      <p:font typeface="NECCEW+Helvetica" panose="020B0604020202020204"/>
      <p:regular r:id="rId618"/>
    </p:embeddedFont>
    <p:embeddedFont>
      <p:font typeface="STWKBJ+Helvetica-Oblique" panose="020B0604020202090204"/>
      <p:italic r:id="rId619"/>
    </p:embeddedFont>
    <p:embeddedFont>
      <p:font typeface="OCKPJO+CMR7" panose="02000500000000000000"/>
      <p:regular r:id="rId620"/>
    </p:embeddedFont>
    <p:embeddedFont>
      <p:font typeface="HNBPNU+CMBX12~c" panose="02000500000000000000"/>
      <p:regular r:id="rId621"/>
    </p:embeddedFont>
    <p:embeddedFont>
      <p:font typeface="FKDTDK+CMBX10" panose="02000500000000000000"/>
      <p:regular r:id="rId622"/>
    </p:embeddedFont>
    <p:embeddedFont>
      <p:font typeface="DUHJGG+Helvetica-Bold" panose="020B0704020202020204"/>
      <p:bold r:id="rId623"/>
    </p:embeddedFont>
    <p:embeddedFont>
      <p:font typeface="AHRWVP+Helvetica" panose="020B0604020202020204"/>
      <p:regular r:id="rId624"/>
    </p:embeddedFont>
    <p:embeddedFont>
      <p:font typeface="LSHAAG+Helvetica-Oblique" panose="020B0604020202090204"/>
      <p:italic r:id="rId625"/>
    </p:embeddedFont>
    <p:embeddedFont>
      <p:font typeface="HVVBMV+Helvetica-BoldOblique" panose="020B0704020202090204"/>
      <p:boldItalic r:id="rId626"/>
    </p:embeddedFont>
    <p:embeddedFont>
      <p:font typeface="DAGKQM+CMR7" panose="02000500000000000000"/>
      <p:regular r:id="rId627"/>
    </p:embeddedFont>
    <p:embeddedFont>
      <p:font typeface="OCJGPA+CMBX12~c" panose="02000500000000000000"/>
      <p:regular r:id="rId628"/>
    </p:embeddedFont>
    <p:embeddedFont>
      <p:font typeface="HECBMJ+CMBX10" panose="02000500000000000000"/>
      <p:regular r:id="rId629"/>
    </p:embeddedFont>
    <p:embeddedFont>
      <p:font typeface="METIEA+CMR10" panose="02000500000000000000"/>
      <p:regular r:id="rId630"/>
    </p:embeddedFont>
    <p:embeddedFont>
      <p:font typeface="SUFCQK+Helvetica" panose="020B0604020202020204"/>
      <p:regular r:id="rId631"/>
    </p:embeddedFont>
    <p:embeddedFont>
      <p:font typeface="MKTNBQ+CMR7" panose="02000500000000000000"/>
      <p:regular r:id="rId632"/>
    </p:embeddedFont>
    <p:embeddedFont>
      <p:font typeface="HPNVJH+CMBX12~c" panose="02000500000000000000"/>
      <p:regular r:id="rId633"/>
    </p:embeddedFont>
    <p:embeddedFont>
      <p:font typeface="FHBAKA+CMBX10" panose="02000500000000000000"/>
      <p:regular r:id="rId634"/>
    </p:embeddedFont>
    <p:embeddedFont>
      <p:font typeface="AGMQBG+CMR8" panose="02000500000000000000"/>
      <p:regular r:id="rId635"/>
    </p:embeddedFont>
    <p:embeddedFont>
      <p:font typeface="PIEMJW+CMBX8" panose="02000500000000000000"/>
      <p:regular r:id="rId636"/>
    </p:embeddedFont>
    <p:embeddedFont>
      <p:font typeface="DWIAJP+CMR7" panose="02000500000000000000"/>
      <p:regular r:id="rId637"/>
    </p:embeddedFont>
    <p:embeddedFont>
      <p:font typeface="MNPSBB+CMBX12~c" panose="02000500000000000000"/>
      <p:regular r:id="rId638"/>
    </p:embeddedFont>
    <p:embeddedFont>
      <p:font typeface="GAREPV+CMBX10" panose="02000500000000000000"/>
      <p:regular r:id="rId639"/>
    </p:embeddedFont>
    <p:embeddedFont>
      <p:font typeface="NPTCCL+CMSY10~25" panose="02000500000000000000"/>
      <p:regular r:id="rId640"/>
    </p:embeddedFont>
    <p:embeddedFont>
      <p:font typeface="UTPPTR+CMR10" panose="02000500000000000000"/>
      <p:regular r:id="rId641"/>
    </p:embeddedFont>
    <p:embeddedFont>
      <p:font typeface="QEGKFI+CMR7" panose="02000500000000000000"/>
      <p:regular r:id="rId642"/>
    </p:embeddedFont>
    <p:embeddedFont>
      <p:font typeface="UVJNME+CMBX12~c" panose="02000500000000000000"/>
      <p:regular r:id="rId643"/>
    </p:embeddedFont>
    <p:embeddedFont>
      <p:font typeface="UMGNFN+CMBX10" panose="02000500000000000000"/>
      <p:regular r:id="rId644"/>
    </p:embeddedFont>
    <p:embeddedFont>
      <p:font typeface="OHCPBE+Helvetica" panose="020B0604020202020204"/>
      <p:regular r:id="rId645"/>
    </p:embeddedFont>
    <p:embeddedFont>
      <p:font typeface="KSDPSB+Helvetica-Oblique" panose="020B0604020202090204"/>
      <p:italic r:id="rId646"/>
    </p:embeddedFont>
    <p:embeddedFont>
      <p:font typeface="KGRSSB+CMR7" panose="02000500000000000000"/>
      <p:regular r:id="rId647"/>
    </p:embeddedFont>
    <p:embeddedFont>
      <p:font typeface="FWAVSB+CMBX12~c" panose="02000500000000000000"/>
      <p:regular r:id="rId648"/>
    </p:embeddedFont>
    <p:embeddedFont>
      <p:font typeface="WJJUOV+CMBX10" panose="02000500000000000000"/>
      <p:regular r:id="rId649"/>
    </p:embeddedFont>
    <p:embeddedFont>
      <p:font typeface="KDVMDB+Helvetica" panose="020B0604020202020204"/>
      <p:regular r:id="rId650"/>
    </p:embeddedFont>
    <p:embeddedFont>
      <p:font typeface="LGRWKA+Helvetica-Oblique" panose="020B0604020202090204"/>
      <p:italic r:id="rId651"/>
    </p:embeddedFont>
    <p:embeddedFont>
      <p:font typeface="RASSVB+CMR7" panose="02000500000000000000"/>
      <p:regular r:id="rId652"/>
    </p:embeddedFont>
    <p:embeddedFont>
      <p:font typeface="ADHREK+CMBX12~c" panose="02000500000000000000"/>
      <p:regular r:id="rId653"/>
    </p:embeddedFont>
    <p:embeddedFont>
      <p:font typeface="QMIHVU+CMBX10" panose="02000500000000000000"/>
      <p:regular r:id="rId654"/>
    </p:embeddedFont>
    <p:embeddedFont>
      <p:font typeface="WLEKIQ+Helvetica" panose="020B0604020202020204"/>
      <p:regular r:id="rId655"/>
    </p:embeddedFont>
    <p:embeddedFont>
      <p:font typeface="UREDOK+CMR7" panose="02000500000000000000"/>
      <p:regular r:id="rId656"/>
    </p:embeddedFont>
    <p:embeddedFont>
      <p:font typeface="TBPOFK+CMBX12~c" panose="02000500000000000000"/>
      <p:regular r:id="rId657"/>
    </p:embeddedFont>
    <p:embeddedFont>
      <p:font typeface="IGKSIR+CMBX10" panose="02000500000000000000"/>
      <p:regular r:id="rId658"/>
    </p:embeddedFont>
    <p:embeddedFont>
      <p:font typeface="PKALWA+CMSS9" panose="02000500000000000000"/>
      <p:regular r:id="rId659"/>
    </p:embeddedFont>
    <p:embeddedFont>
      <p:font typeface="BGVORL+CMR7" panose="02000500000000000000"/>
      <p:regular r:id="rId660"/>
    </p:embeddedFont>
    <p:embeddedFont>
      <p:font typeface="GJUDAD+CMBX12~c" panose="02000500000000000000"/>
      <p:regular r:id="rId661"/>
    </p:embeddedFont>
    <p:embeddedFont>
      <p:font typeface="ELHGMW+CMBX10" panose="02000500000000000000"/>
      <p:regular r:id="rId662"/>
    </p:embeddedFont>
    <p:embeddedFont>
      <p:font typeface="QCLKAS+CMSS8" panose="02000500000000000000"/>
      <p:regular r:id="rId663"/>
    </p:embeddedFont>
    <p:embeddedFont>
      <p:font typeface="WCWTMB+CMSSBX10~2f4" panose="02000500000000000000"/>
      <p:regular r:id="rId664"/>
    </p:embeddedFont>
    <p:embeddedFont>
      <p:font typeface="GDMRSG+CMSY8" panose="02000500000000000000"/>
      <p:regular r:id="rId665"/>
    </p:embeddedFont>
    <p:embeddedFont>
      <p:font typeface="OEQNVM+CMR7" panose="02000500000000000000"/>
      <p:regular r:id="rId666"/>
    </p:embeddedFont>
    <p:embeddedFont>
      <p:font typeface="LTJJFT+CMBX12~c" panose="02000500000000000000"/>
      <p:regular r:id="rId667"/>
    </p:embeddedFont>
    <p:embeddedFont>
      <p:font typeface="DPIVFS+CMBX10" panose="02000500000000000000"/>
      <p:regular r:id="rId668"/>
    </p:embeddedFont>
    <p:embeddedFont>
      <p:font typeface="PMLCLI+CMSS8" panose="02000500000000000000"/>
      <p:regular r:id="rId669"/>
    </p:embeddedFont>
    <p:embeddedFont>
      <p:font typeface="GGJDSN+CMSSBX10~2f4" panose="02000500000000000000"/>
      <p:regular r:id="rId670"/>
    </p:embeddedFont>
    <p:embeddedFont>
      <p:font typeface="WJMUCJ+CMMI8" panose="02000500000000000000"/>
      <p:regular r:id="rId671"/>
    </p:embeddedFont>
    <p:embeddedFont>
      <p:font typeface="DFQNBM+CMSY8" panose="02000500000000000000"/>
      <p:regular r:id="rId672"/>
    </p:embeddedFont>
    <p:embeddedFont>
      <p:font typeface="VSJEAP+CMR7" panose="02000500000000000000"/>
      <p:regular r:id="rId673"/>
    </p:embeddedFont>
    <p:embeddedFont>
      <p:font typeface="HGHLCF+CMBX12~c" panose="02000500000000000000"/>
      <p:regular r:id="rId674"/>
    </p:embeddedFont>
    <p:embeddedFont>
      <p:font typeface="RQADID+CMBX10" panose="02000500000000000000"/>
      <p:regular r:id="rId675"/>
    </p:embeddedFont>
    <p:embeddedFont>
      <p:font typeface="FQSLGJ+CMSY10~25" panose="02000500000000000000"/>
      <p:regular r:id="rId676"/>
    </p:embeddedFont>
    <p:embeddedFont>
      <p:font typeface="KTVPVU+CMSS10" panose="02000500000000000000"/>
      <p:regular r:id="rId677"/>
    </p:embeddedFont>
    <p:embeddedFont>
      <p:font typeface="EDADLC+CMR7" panose="02000500000000000000"/>
      <p:regular r:id="rId678"/>
    </p:embeddedFont>
    <p:embeddedFont>
      <p:font typeface="KPQGJE+CMBX12~c" panose="02000500000000000000"/>
      <p:regular r:id="rId679"/>
    </p:embeddedFont>
    <p:embeddedFont>
      <p:font typeface="KQITDE+CMBX10" panose="02000500000000000000"/>
      <p:regular r:id="rId680"/>
    </p:embeddedFont>
    <p:embeddedFont>
      <p:font typeface="IBLTNE+Helvetica" panose="020B0604020202020204"/>
      <p:regular r:id="rId681"/>
    </p:embeddedFont>
    <p:embeddedFont>
      <p:font typeface="SWJUND+CMR7" panose="02000500000000000000"/>
      <p:regular r:id="rId682"/>
    </p:embeddedFont>
    <p:embeddedFont>
      <p:font typeface="VMMPIM+CMBX12~c" panose="02000500000000000000"/>
      <p:regular r:id="rId683"/>
    </p:embeddedFont>
    <p:embeddedFont>
      <p:font typeface="IWAENR+CMBX10" panose="02000500000000000000"/>
      <p:regular r:id="rId684"/>
    </p:embeddedFont>
    <p:embeddedFont>
      <p:font typeface="DTMBLO+Helvetica" panose="020B0604020202020204"/>
      <p:regular r:id="rId685"/>
    </p:embeddedFont>
    <p:embeddedFont>
      <p:font typeface="TCTJHA+CMR7" panose="02000500000000000000"/>
      <p:regular r:id="rId686"/>
    </p:embeddedFont>
    <p:embeddedFont>
      <p:font typeface="LAOFOM+CMBX12~c" panose="02000500000000000000"/>
      <p:regular r:id="rId687"/>
    </p:embeddedFont>
    <p:embeddedFont>
      <p:font typeface="ORQECM+CMBX10" panose="02000500000000000000"/>
      <p:regular r:id="rId688"/>
    </p:embeddedFont>
    <p:embeddedFont>
      <p:font typeface="KWNSCD+Helvetica" panose="020B0604020202020204"/>
      <p:regular r:id="rId689"/>
    </p:embeddedFont>
    <p:embeddedFont>
      <p:font typeface="KUQDLK+CMR7" panose="02000500000000000000"/>
      <p:regular r:id="rId690"/>
    </p:embeddedFont>
    <p:embeddedFont>
      <p:font typeface="OJQNJB+CMBX12~c" panose="02000500000000000000"/>
      <p:regular r:id="rId691"/>
    </p:embeddedFont>
    <p:embeddedFont>
      <p:font typeface="GQAOKT+CMBX10" panose="02000500000000000000"/>
      <p:regular r:id="rId692"/>
    </p:embeddedFont>
    <p:embeddedFont>
      <p:font typeface="ABDFRW+CMSY8" panose="02000500000000000000"/>
      <p:regular r:id="rId693"/>
    </p:embeddedFont>
    <p:embeddedFont>
      <p:font typeface="HHWCKC+CMSSBX10~2f4" panose="02000500000000000000"/>
      <p:regular r:id="rId694"/>
    </p:embeddedFont>
    <p:embeddedFont>
      <p:font typeface="HQMBID+CMSS8" panose="02000500000000000000"/>
      <p:regular r:id="rId695"/>
    </p:embeddedFont>
    <p:embeddedFont>
      <p:font typeface="RBWNKU+CMR7" panose="02000500000000000000"/>
      <p:regular r:id="rId696"/>
    </p:embeddedFont>
    <p:embeddedFont>
      <p:font typeface="BRWVEP+CMBX12~c" panose="02000500000000000000"/>
      <p:regular r:id="rId697"/>
    </p:embeddedFont>
    <p:embeddedFont>
      <p:font typeface="CKSRCS+CMBX10" panose="02000500000000000000"/>
      <p:regular r:id="rId698"/>
    </p:embeddedFont>
    <p:embeddedFont>
      <p:font typeface="NRRRVG+CMSY10~25" panose="02000500000000000000"/>
      <p:regular r:id="rId699"/>
    </p:embeddedFont>
    <p:embeddedFont>
      <p:font typeface="HFFWRN+CMR10" panose="02000500000000000000"/>
      <p:regular r:id="rId700"/>
    </p:embeddedFont>
    <p:embeddedFont>
      <p:font typeface="FEGGPT+CMR7" panose="02000500000000000000"/>
      <p:regular r:id="rId701"/>
    </p:embeddedFont>
    <p:embeddedFont>
      <p:font typeface="JCHVEU+CMBX12~c" panose="02000500000000000000"/>
      <p:regular r:id="rId702"/>
    </p:embeddedFont>
    <p:embeddedFont>
      <p:font typeface="UBTUCR+CMBX10" panose="02000500000000000000"/>
      <p:regular r:id="rId703"/>
    </p:embeddedFont>
    <p:embeddedFont>
      <p:font typeface="AHKHUI+CMSS8" panose="02000500000000000000"/>
      <p:regular r:id="rId704"/>
    </p:embeddedFont>
    <p:embeddedFont>
      <p:font typeface="DRODDK+CMR7" panose="02000500000000000000"/>
      <p:regular r:id="rId705"/>
    </p:embeddedFont>
    <p:embeddedFont>
      <p:font typeface="KTFBGP+CMBX12~c" panose="02000500000000000000"/>
      <p:regular r:id="rId706"/>
    </p:embeddedFont>
    <p:embeddedFont>
      <p:font typeface="QIBVNR+CMBX10" panose="02000500000000000000"/>
      <p:regular r:id="rId707"/>
    </p:embeddedFont>
    <p:embeddedFont>
      <p:font typeface="EWLFLQ+Helvetica" panose="020B0604020202020204"/>
      <p:regular r:id="rId708"/>
    </p:embeddedFont>
    <p:embeddedFont>
      <p:font typeface="DNMUTK+CMR7" panose="02000500000000000000"/>
      <p:regular r:id="rId709"/>
    </p:embeddedFont>
    <p:embeddedFont>
      <p:font typeface="SQBMBA+CMBX12~c" panose="02000500000000000000"/>
      <p:regular r:id="rId710"/>
    </p:embeddedFont>
    <p:embeddedFont>
      <p:font typeface="OFENVH+CMBX10" panose="02000500000000000000"/>
      <p:regular r:id="rId711"/>
    </p:embeddedFont>
    <p:embeddedFont>
      <p:font typeface="AUCLRI+CMSY10~25" panose="02000500000000000000"/>
      <p:regular r:id="rId712"/>
    </p:embeddedFont>
    <p:embeddedFont>
      <p:font typeface="NFTUFS+CMR10" panose="02000500000000000000"/>
      <p:regular r:id="rId713"/>
    </p:embeddedFont>
    <p:embeddedFont>
      <p:font typeface="STPTBT+CMTI10" panose="02000500000000000000"/>
      <p:regular r:id="rId714"/>
    </p:embeddedFont>
    <p:embeddedFont>
      <p:font typeface="BUOWGA+CMR7" panose="02000500000000000000"/>
      <p:regular r:id="rId715"/>
    </p:embeddedFont>
    <p:embeddedFont>
      <p:font typeface="BNJAWH+CMBX12~c" panose="02000500000000000000"/>
      <p:regular r:id="rId716"/>
    </p:embeddedFont>
    <p:embeddedFont>
      <p:font typeface="JPDFQC+CMR10" panose="02000500000000000000"/>
      <p:regular r:id="rId717"/>
    </p:embeddedFont>
    <p:embeddedFont>
      <p:font typeface="UWEAKH+CMSY10~25" panose="02000500000000000000"/>
      <p:regular r:id="rId718"/>
    </p:embeddedFont>
    <p:embeddedFont>
      <p:font typeface="MKWSKO+CMR7" panose="02000500000000000000"/>
      <p:regular r:id="rId719"/>
    </p:embeddedFont>
    <p:embeddedFont>
      <p:font typeface="FPNCPK+CMBX12~c" panose="02000500000000000000"/>
      <p:regular r:id="rId720"/>
    </p:embeddedFont>
    <p:embeddedFont>
      <p:font typeface="LQDHWW+CMR10" panose="02000500000000000000"/>
      <p:regular r:id="rId721"/>
    </p:embeddedFont>
    <p:embeddedFont>
      <p:font typeface="LALUKF+CMSY10~25" panose="02000500000000000000"/>
      <p:regular r:id="rId722"/>
    </p:embeddedFont>
    <p:embeddedFont>
      <p:font typeface="MTJVDE+CMR7" panose="02000500000000000000"/>
      <p:regular r:id="rId723"/>
    </p:embeddedFont>
    <p:embeddedFont>
      <p:font typeface="NDLMFR+CMBX12~c" panose="02000500000000000000"/>
      <p:regular r:id="rId724"/>
    </p:embeddedFont>
    <p:embeddedFont>
      <p:font typeface="BIEIMT+CMR10" panose="02000500000000000000"/>
      <p:regular r:id="rId725"/>
    </p:embeddedFont>
    <p:embeddedFont>
      <p:font typeface="GGKHWD+CMSY10~25" panose="02000500000000000000"/>
      <p:regular r:id="rId726"/>
    </p:embeddedFont>
    <p:embeddedFont>
      <p:font typeface="LFULPJ+CMR7" panose="02000500000000000000"/>
      <p:regular r:id="rId727"/>
    </p:embeddedFont>
    <p:embeddedFont>
      <p:font typeface="MNFUVC+CMBX12~c" panose="02000500000000000000"/>
      <p:regular r:id="rId728"/>
    </p:embeddedFont>
    <p:embeddedFont>
      <p:font typeface="ESPJCN+CMSY10~25" panose="02000500000000000000"/>
      <p:regular r:id="rId729"/>
    </p:embeddedFont>
    <p:embeddedFont>
      <p:font typeface="AMDRLC+CMR10" panose="02000500000000000000"/>
      <p:regular r:id="rId730"/>
    </p:embeddedFont>
    <p:embeddedFont>
      <p:font typeface="TLUNTI+CMR7" panose="02000500000000000000"/>
      <p:regular r:id="rId731"/>
    </p:embeddedFont>
    <p:embeddedFont>
      <p:font typeface="CBSTPK+CMBX10" panose="02000500000000000000"/>
      <p:regular r:id="rId732"/>
    </p:embeddedFont>
    <p:embeddedFont>
      <p:font typeface="AULDLH+CMSY10~25" panose="02000500000000000000"/>
      <p:regular r:id="rId733"/>
    </p:embeddedFont>
    <p:embeddedFont>
      <p:font typeface="RTMDEL+CMR10" panose="02000500000000000000"/>
      <p:regular r:id="rId734"/>
    </p:embeddedFont>
    <p:embeddedFont>
      <p:font typeface="MEKAUQ+CMR7" panose="02000500000000000000"/>
      <p:regular r:id="rId735"/>
    </p:embeddedFont>
    <p:embeddedFont>
      <p:font typeface="Comic Sans MS" panose="030F0702030302020204" pitchFamily="66" charset="0"/>
      <p:regular r:id="rId736"/>
      <p:bold r:id="rId737"/>
      <p:italic r:id="rId738"/>
      <p:boldItalic r:id="rId739"/>
    </p:embeddedFont>
    <p:embeddedFont>
      <p:font typeface="Verdana" panose="020B0604030504040204" pitchFamily="34" charset="0"/>
      <p:regular r:id="rId740"/>
      <p:bold r:id="rId741"/>
      <p:italic r:id="rId742"/>
      <p:boldItalic r:id="rId743"/>
    </p:embeddedFont>
    <p:embeddedFont>
      <p:font typeface="黑体" panose="02010609060101010101" pitchFamily="49" charset="-122"/>
      <p:regular r:id="rId744"/>
    </p:embeddedFont>
  </p:embeddedFontLst>
  <p:custDataLst>
    <p:tags r:id="rId745"/>
  </p:custDataLst>
  <p:defaultTextStyle/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500" y="-1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Master" Target="slideMasters/slideMaster98.xml"/><Relationship Id="rId98" Type="http://schemas.openxmlformats.org/officeDocument/2006/relationships/slideMaster" Target="slideMasters/slideMaster97.xml"/><Relationship Id="rId97" Type="http://schemas.openxmlformats.org/officeDocument/2006/relationships/slideMaster" Target="slideMasters/slideMaster96.xml"/><Relationship Id="rId96" Type="http://schemas.openxmlformats.org/officeDocument/2006/relationships/slideMaster" Target="slideMasters/slideMaster95.xml"/><Relationship Id="rId95" Type="http://schemas.openxmlformats.org/officeDocument/2006/relationships/slideMaster" Target="slideMasters/slideMaster94.xml"/><Relationship Id="rId94" Type="http://schemas.openxmlformats.org/officeDocument/2006/relationships/slideMaster" Target="slideMasters/slideMaster93.xml"/><Relationship Id="rId93" Type="http://schemas.openxmlformats.org/officeDocument/2006/relationships/slideMaster" Target="slideMasters/slideMaster92.xml"/><Relationship Id="rId92" Type="http://schemas.openxmlformats.org/officeDocument/2006/relationships/slideMaster" Target="slideMasters/slideMaster91.xml"/><Relationship Id="rId91" Type="http://schemas.openxmlformats.org/officeDocument/2006/relationships/slideMaster" Target="slideMasters/slideMaster90.xml"/><Relationship Id="rId90" Type="http://schemas.openxmlformats.org/officeDocument/2006/relationships/slideMaster" Target="slideMasters/slideMaster89.xml"/><Relationship Id="rId9" Type="http://schemas.openxmlformats.org/officeDocument/2006/relationships/slideMaster" Target="slideMasters/slideMaster8.xml"/><Relationship Id="rId89" Type="http://schemas.openxmlformats.org/officeDocument/2006/relationships/slideMaster" Target="slideMasters/slideMaster88.xml"/><Relationship Id="rId88" Type="http://schemas.openxmlformats.org/officeDocument/2006/relationships/slideMaster" Target="slideMasters/slideMaster87.xml"/><Relationship Id="rId87" Type="http://schemas.openxmlformats.org/officeDocument/2006/relationships/slideMaster" Target="slideMasters/slideMaster86.xml"/><Relationship Id="rId86" Type="http://schemas.openxmlformats.org/officeDocument/2006/relationships/slideMaster" Target="slideMasters/slideMaster85.xml"/><Relationship Id="rId85" Type="http://schemas.openxmlformats.org/officeDocument/2006/relationships/slideMaster" Target="slideMasters/slideMaster84.xml"/><Relationship Id="rId84" Type="http://schemas.openxmlformats.org/officeDocument/2006/relationships/slideMaster" Target="slideMasters/slideMaster83.xml"/><Relationship Id="rId83" Type="http://schemas.openxmlformats.org/officeDocument/2006/relationships/slideMaster" Target="slideMasters/slideMaster82.xml"/><Relationship Id="rId82" Type="http://schemas.openxmlformats.org/officeDocument/2006/relationships/slideMaster" Target="slideMasters/slideMaster81.xml"/><Relationship Id="rId81" Type="http://schemas.openxmlformats.org/officeDocument/2006/relationships/slideMaster" Target="slideMasters/slideMaster80.xml"/><Relationship Id="rId80" Type="http://schemas.openxmlformats.org/officeDocument/2006/relationships/slideMaster" Target="slideMasters/slideMaster79.xml"/><Relationship Id="rId8" Type="http://schemas.openxmlformats.org/officeDocument/2006/relationships/slideMaster" Target="slideMasters/slideMaster7.xml"/><Relationship Id="rId79" Type="http://schemas.openxmlformats.org/officeDocument/2006/relationships/slideMaster" Target="slideMasters/slideMaster78.xml"/><Relationship Id="rId78" Type="http://schemas.openxmlformats.org/officeDocument/2006/relationships/slideMaster" Target="slideMasters/slideMaster77.xml"/><Relationship Id="rId77" Type="http://schemas.openxmlformats.org/officeDocument/2006/relationships/slideMaster" Target="slideMasters/slideMaster76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5" Type="http://schemas.openxmlformats.org/officeDocument/2006/relationships/tags" Target="tags/tag1.xml"/><Relationship Id="rId744" Type="http://schemas.openxmlformats.org/officeDocument/2006/relationships/font" Target="fonts/font537.fntdata"/><Relationship Id="rId743" Type="http://schemas.openxmlformats.org/officeDocument/2006/relationships/font" Target="fonts/font536.fntdata"/><Relationship Id="rId742" Type="http://schemas.openxmlformats.org/officeDocument/2006/relationships/font" Target="fonts/font535.fntdata"/><Relationship Id="rId741" Type="http://schemas.openxmlformats.org/officeDocument/2006/relationships/font" Target="fonts/font534.fntdata"/><Relationship Id="rId740" Type="http://schemas.openxmlformats.org/officeDocument/2006/relationships/font" Target="fonts/font533.fntdata"/><Relationship Id="rId74" Type="http://schemas.openxmlformats.org/officeDocument/2006/relationships/slideMaster" Target="slideMasters/slideMaster73.xml"/><Relationship Id="rId739" Type="http://schemas.openxmlformats.org/officeDocument/2006/relationships/font" Target="fonts/font532.fntdata"/><Relationship Id="rId738" Type="http://schemas.openxmlformats.org/officeDocument/2006/relationships/font" Target="fonts/font531.fntdata"/><Relationship Id="rId737" Type="http://schemas.openxmlformats.org/officeDocument/2006/relationships/font" Target="fonts/font530.fntdata"/><Relationship Id="rId736" Type="http://schemas.openxmlformats.org/officeDocument/2006/relationships/font" Target="fonts/font529.fntdata"/><Relationship Id="rId735" Type="http://schemas.openxmlformats.org/officeDocument/2006/relationships/font" Target="fonts/font528.fntdata"/><Relationship Id="rId734" Type="http://schemas.openxmlformats.org/officeDocument/2006/relationships/font" Target="fonts/font527.fntdata"/><Relationship Id="rId733" Type="http://schemas.openxmlformats.org/officeDocument/2006/relationships/font" Target="fonts/font526.fntdata"/><Relationship Id="rId732" Type="http://schemas.openxmlformats.org/officeDocument/2006/relationships/font" Target="fonts/font525.fntdata"/><Relationship Id="rId731" Type="http://schemas.openxmlformats.org/officeDocument/2006/relationships/font" Target="fonts/font524.fntdata"/><Relationship Id="rId730" Type="http://schemas.openxmlformats.org/officeDocument/2006/relationships/font" Target="fonts/font523.fntdata"/><Relationship Id="rId73" Type="http://schemas.openxmlformats.org/officeDocument/2006/relationships/slideMaster" Target="slideMasters/slideMaster72.xml"/><Relationship Id="rId729" Type="http://schemas.openxmlformats.org/officeDocument/2006/relationships/font" Target="fonts/font522.fntdata"/><Relationship Id="rId728" Type="http://schemas.openxmlformats.org/officeDocument/2006/relationships/font" Target="fonts/font521.fntdata"/><Relationship Id="rId727" Type="http://schemas.openxmlformats.org/officeDocument/2006/relationships/font" Target="fonts/font520.fntdata"/><Relationship Id="rId726" Type="http://schemas.openxmlformats.org/officeDocument/2006/relationships/font" Target="fonts/font519.fntdata"/><Relationship Id="rId725" Type="http://schemas.openxmlformats.org/officeDocument/2006/relationships/font" Target="fonts/font518.fntdata"/><Relationship Id="rId724" Type="http://schemas.openxmlformats.org/officeDocument/2006/relationships/font" Target="fonts/font517.fntdata"/><Relationship Id="rId723" Type="http://schemas.openxmlformats.org/officeDocument/2006/relationships/font" Target="fonts/font516.fntdata"/><Relationship Id="rId722" Type="http://schemas.openxmlformats.org/officeDocument/2006/relationships/font" Target="fonts/font515.fntdata"/><Relationship Id="rId721" Type="http://schemas.openxmlformats.org/officeDocument/2006/relationships/font" Target="fonts/font514.fntdata"/><Relationship Id="rId720" Type="http://schemas.openxmlformats.org/officeDocument/2006/relationships/font" Target="fonts/font513.fntdata"/><Relationship Id="rId72" Type="http://schemas.openxmlformats.org/officeDocument/2006/relationships/slideMaster" Target="slideMasters/slideMaster71.xml"/><Relationship Id="rId719" Type="http://schemas.openxmlformats.org/officeDocument/2006/relationships/font" Target="fonts/font512.fntdata"/><Relationship Id="rId718" Type="http://schemas.openxmlformats.org/officeDocument/2006/relationships/font" Target="fonts/font511.fntdata"/><Relationship Id="rId717" Type="http://schemas.openxmlformats.org/officeDocument/2006/relationships/font" Target="fonts/font510.fntdata"/><Relationship Id="rId716" Type="http://schemas.openxmlformats.org/officeDocument/2006/relationships/font" Target="fonts/font509.fntdata"/><Relationship Id="rId715" Type="http://schemas.openxmlformats.org/officeDocument/2006/relationships/font" Target="fonts/font508.fntdata"/><Relationship Id="rId714" Type="http://schemas.openxmlformats.org/officeDocument/2006/relationships/font" Target="fonts/font507.fntdata"/><Relationship Id="rId713" Type="http://schemas.openxmlformats.org/officeDocument/2006/relationships/font" Target="fonts/font506.fntdata"/><Relationship Id="rId712" Type="http://schemas.openxmlformats.org/officeDocument/2006/relationships/font" Target="fonts/font505.fntdata"/><Relationship Id="rId711" Type="http://schemas.openxmlformats.org/officeDocument/2006/relationships/font" Target="fonts/font504.fntdata"/><Relationship Id="rId710" Type="http://schemas.openxmlformats.org/officeDocument/2006/relationships/font" Target="fonts/font503.fntdata"/><Relationship Id="rId71" Type="http://schemas.openxmlformats.org/officeDocument/2006/relationships/slideMaster" Target="slideMasters/slideMaster70.xml"/><Relationship Id="rId709" Type="http://schemas.openxmlformats.org/officeDocument/2006/relationships/font" Target="fonts/font502.fntdata"/><Relationship Id="rId708" Type="http://schemas.openxmlformats.org/officeDocument/2006/relationships/font" Target="fonts/font501.fntdata"/><Relationship Id="rId707" Type="http://schemas.openxmlformats.org/officeDocument/2006/relationships/font" Target="fonts/font500.fntdata"/><Relationship Id="rId706" Type="http://schemas.openxmlformats.org/officeDocument/2006/relationships/font" Target="fonts/font499.fntdata"/><Relationship Id="rId705" Type="http://schemas.openxmlformats.org/officeDocument/2006/relationships/font" Target="fonts/font498.fntdata"/><Relationship Id="rId704" Type="http://schemas.openxmlformats.org/officeDocument/2006/relationships/font" Target="fonts/font497.fntdata"/><Relationship Id="rId703" Type="http://schemas.openxmlformats.org/officeDocument/2006/relationships/font" Target="fonts/font496.fntdata"/><Relationship Id="rId702" Type="http://schemas.openxmlformats.org/officeDocument/2006/relationships/font" Target="fonts/font495.fntdata"/><Relationship Id="rId701" Type="http://schemas.openxmlformats.org/officeDocument/2006/relationships/font" Target="fonts/font494.fntdata"/><Relationship Id="rId700" Type="http://schemas.openxmlformats.org/officeDocument/2006/relationships/font" Target="fonts/font493.fntdata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9" Type="http://schemas.openxmlformats.org/officeDocument/2006/relationships/font" Target="fonts/font492.fntdata"/><Relationship Id="rId698" Type="http://schemas.openxmlformats.org/officeDocument/2006/relationships/font" Target="fonts/font491.fntdata"/><Relationship Id="rId697" Type="http://schemas.openxmlformats.org/officeDocument/2006/relationships/font" Target="fonts/font490.fntdata"/><Relationship Id="rId696" Type="http://schemas.openxmlformats.org/officeDocument/2006/relationships/font" Target="fonts/font489.fntdata"/><Relationship Id="rId695" Type="http://schemas.openxmlformats.org/officeDocument/2006/relationships/font" Target="fonts/font488.fntdata"/><Relationship Id="rId694" Type="http://schemas.openxmlformats.org/officeDocument/2006/relationships/font" Target="fonts/font487.fntdata"/><Relationship Id="rId693" Type="http://schemas.openxmlformats.org/officeDocument/2006/relationships/font" Target="fonts/font486.fntdata"/><Relationship Id="rId692" Type="http://schemas.openxmlformats.org/officeDocument/2006/relationships/font" Target="fonts/font485.fntdata"/><Relationship Id="rId691" Type="http://schemas.openxmlformats.org/officeDocument/2006/relationships/font" Target="fonts/font484.fntdata"/><Relationship Id="rId690" Type="http://schemas.openxmlformats.org/officeDocument/2006/relationships/font" Target="fonts/font483.fntdata"/><Relationship Id="rId69" Type="http://schemas.openxmlformats.org/officeDocument/2006/relationships/slideMaster" Target="slideMasters/slideMaster68.xml"/><Relationship Id="rId689" Type="http://schemas.openxmlformats.org/officeDocument/2006/relationships/font" Target="fonts/font482.fntdata"/><Relationship Id="rId688" Type="http://schemas.openxmlformats.org/officeDocument/2006/relationships/font" Target="fonts/font481.fntdata"/><Relationship Id="rId687" Type="http://schemas.openxmlformats.org/officeDocument/2006/relationships/font" Target="fonts/font480.fntdata"/><Relationship Id="rId686" Type="http://schemas.openxmlformats.org/officeDocument/2006/relationships/font" Target="fonts/font479.fntdata"/><Relationship Id="rId685" Type="http://schemas.openxmlformats.org/officeDocument/2006/relationships/font" Target="fonts/font478.fntdata"/><Relationship Id="rId684" Type="http://schemas.openxmlformats.org/officeDocument/2006/relationships/font" Target="fonts/font477.fntdata"/><Relationship Id="rId683" Type="http://schemas.openxmlformats.org/officeDocument/2006/relationships/font" Target="fonts/font476.fntdata"/><Relationship Id="rId682" Type="http://schemas.openxmlformats.org/officeDocument/2006/relationships/font" Target="fonts/font475.fntdata"/><Relationship Id="rId681" Type="http://schemas.openxmlformats.org/officeDocument/2006/relationships/font" Target="fonts/font474.fntdata"/><Relationship Id="rId680" Type="http://schemas.openxmlformats.org/officeDocument/2006/relationships/font" Target="fonts/font473.fntdata"/><Relationship Id="rId68" Type="http://schemas.openxmlformats.org/officeDocument/2006/relationships/slideMaster" Target="slideMasters/slideMaster67.xml"/><Relationship Id="rId679" Type="http://schemas.openxmlformats.org/officeDocument/2006/relationships/font" Target="fonts/font472.fntdata"/><Relationship Id="rId678" Type="http://schemas.openxmlformats.org/officeDocument/2006/relationships/font" Target="fonts/font471.fntdata"/><Relationship Id="rId677" Type="http://schemas.openxmlformats.org/officeDocument/2006/relationships/font" Target="fonts/font470.fntdata"/><Relationship Id="rId676" Type="http://schemas.openxmlformats.org/officeDocument/2006/relationships/font" Target="fonts/font469.fntdata"/><Relationship Id="rId675" Type="http://schemas.openxmlformats.org/officeDocument/2006/relationships/font" Target="fonts/font468.fntdata"/><Relationship Id="rId674" Type="http://schemas.openxmlformats.org/officeDocument/2006/relationships/font" Target="fonts/font467.fntdata"/><Relationship Id="rId673" Type="http://schemas.openxmlformats.org/officeDocument/2006/relationships/font" Target="fonts/font466.fntdata"/><Relationship Id="rId672" Type="http://schemas.openxmlformats.org/officeDocument/2006/relationships/font" Target="fonts/font465.fntdata"/><Relationship Id="rId671" Type="http://schemas.openxmlformats.org/officeDocument/2006/relationships/font" Target="fonts/font464.fntdata"/><Relationship Id="rId670" Type="http://schemas.openxmlformats.org/officeDocument/2006/relationships/font" Target="fonts/font463.fntdata"/><Relationship Id="rId67" Type="http://schemas.openxmlformats.org/officeDocument/2006/relationships/slideMaster" Target="slideMasters/slideMaster66.xml"/><Relationship Id="rId669" Type="http://schemas.openxmlformats.org/officeDocument/2006/relationships/font" Target="fonts/font462.fntdata"/><Relationship Id="rId668" Type="http://schemas.openxmlformats.org/officeDocument/2006/relationships/font" Target="fonts/font461.fntdata"/><Relationship Id="rId667" Type="http://schemas.openxmlformats.org/officeDocument/2006/relationships/font" Target="fonts/font460.fntdata"/><Relationship Id="rId666" Type="http://schemas.openxmlformats.org/officeDocument/2006/relationships/font" Target="fonts/font459.fntdata"/><Relationship Id="rId665" Type="http://schemas.openxmlformats.org/officeDocument/2006/relationships/font" Target="fonts/font458.fntdata"/><Relationship Id="rId664" Type="http://schemas.openxmlformats.org/officeDocument/2006/relationships/font" Target="fonts/font457.fntdata"/><Relationship Id="rId663" Type="http://schemas.openxmlformats.org/officeDocument/2006/relationships/font" Target="fonts/font456.fntdata"/><Relationship Id="rId662" Type="http://schemas.openxmlformats.org/officeDocument/2006/relationships/font" Target="fonts/font455.fntdata"/><Relationship Id="rId661" Type="http://schemas.openxmlformats.org/officeDocument/2006/relationships/font" Target="fonts/font454.fntdata"/><Relationship Id="rId660" Type="http://schemas.openxmlformats.org/officeDocument/2006/relationships/font" Target="fonts/font453.fntdata"/><Relationship Id="rId66" Type="http://schemas.openxmlformats.org/officeDocument/2006/relationships/slideMaster" Target="slideMasters/slideMaster65.xml"/><Relationship Id="rId659" Type="http://schemas.openxmlformats.org/officeDocument/2006/relationships/font" Target="fonts/font452.fntdata"/><Relationship Id="rId658" Type="http://schemas.openxmlformats.org/officeDocument/2006/relationships/font" Target="fonts/font451.fntdata"/><Relationship Id="rId657" Type="http://schemas.openxmlformats.org/officeDocument/2006/relationships/font" Target="fonts/font450.fntdata"/><Relationship Id="rId656" Type="http://schemas.openxmlformats.org/officeDocument/2006/relationships/font" Target="fonts/font449.fntdata"/><Relationship Id="rId655" Type="http://schemas.openxmlformats.org/officeDocument/2006/relationships/font" Target="fonts/font448.fntdata"/><Relationship Id="rId654" Type="http://schemas.openxmlformats.org/officeDocument/2006/relationships/font" Target="fonts/font447.fntdata"/><Relationship Id="rId653" Type="http://schemas.openxmlformats.org/officeDocument/2006/relationships/font" Target="fonts/font446.fntdata"/><Relationship Id="rId652" Type="http://schemas.openxmlformats.org/officeDocument/2006/relationships/font" Target="fonts/font445.fntdata"/><Relationship Id="rId651" Type="http://schemas.openxmlformats.org/officeDocument/2006/relationships/font" Target="fonts/font444.fntdata"/><Relationship Id="rId650" Type="http://schemas.openxmlformats.org/officeDocument/2006/relationships/font" Target="fonts/font443.fntdata"/><Relationship Id="rId65" Type="http://schemas.openxmlformats.org/officeDocument/2006/relationships/slideMaster" Target="slideMasters/slideMaster64.xml"/><Relationship Id="rId649" Type="http://schemas.openxmlformats.org/officeDocument/2006/relationships/font" Target="fonts/font442.fntdata"/><Relationship Id="rId648" Type="http://schemas.openxmlformats.org/officeDocument/2006/relationships/font" Target="fonts/font441.fntdata"/><Relationship Id="rId647" Type="http://schemas.openxmlformats.org/officeDocument/2006/relationships/font" Target="fonts/font440.fntdata"/><Relationship Id="rId646" Type="http://schemas.openxmlformats.org/officeDocument/2006/relationships/font" Target="fonts/font439.fntdata"/><Relationship Id="rId645" Type="http://schemas.openxmlformats.org/officeDocument/2006/relationships/font" Target="fonts/font438.fntdata"/><Relationship Id="rId644" Type="http://schemas.openxmlformats.org/officeDocument/2006/relationships/font" Target="fonts/font437.fntdata"/><Relationship Id="rId643" Type="http://schemas.openxmlformats.org/officeDocument/2006/relationships/font" Target="fonts/font436.fntdata"/><Relationship Id="rId642" Type="http://schemas.openxmlformats.org/officeDocument/2006/relationships/font" Target="fonts/font435.fntdata"/><Relationship Id="rId641" Type="http://schemas.openxmlformats.org/officeDocument/2006/relationships/font" Target="fonts/font434.fntdata"/><Relationship Id="rId640" Type="http://schemas.openxmlformats.org/officeDocument/2006/relationships/font" Target="fonts/font433.fntdata"/><Relationship Id="rId64" Type="http://schemas.openxmlformats.org/officeDocument/2006/relationships/slideMaster" Target="slideMasters/slideMaster63.xml"/><Relationship Id="rId639" Type="http://schemas.openxmlformats.org/officeDocument/2006/relationships/font" Target="fonts/font432.fntdata"/><Relationship Id="rId638" Type="http://schemas.openxmlformats.org/officeDocument/2006/relationships/font" Target="fonts/font431.fntdata"/><Relationship Id="rId637" Type="http://schemas.openxmlformats.org/officeDocument/2006/relationships/font" Target="fonts/font430.fntdata"/><Relationship Id="rId636" Type="http://schemas.openxmlformats.org/officeDocument/2006/relationships/font" Target="fonts/font429.fntdata"/><Relationship Id="rId635" Type="http://schemas.openxmlformats.org/officeDocument/2006/relationships/font" Target="fonts/font428.fntdata"/><Relationship Id="rId634" Type="http://schemas.openxmlformats.org/officeDocument/2006/relationships/font" Target="fonts/font427.fntdata"/><Relationship Id="rId633" Type="http://schemas.openxmlformats.org/officeDocument/2006/relationships/font" Target="fonts/font426.fntdata"/><Relationship Id="rId632" Type="http://schemas.openxmlformats.org/officeDocument/2006/relationships/font" Target="fonts/font425.fntdata"/><Relationship Id="rId631" Type="http://schemas.openxmlformats.org/officeDocument/2006/relationships/font" Target="fonts/font424.fntdata"/><Relationship Id="rId630" Type="http://schemas.openxmlformats.org/officeDocument/2006/relationships/font" Target="fonts/font423.fntdata"/><Relationship Id="rId63" Type="http://schemas.openxmlformats.org/officeDocument/2006/relationships/slideMaster" Target="slideMasters/slideMaster62.xml"/><Relationship Id="rId629" Type="http://schemas.openxmlformats.org/officeDocument/2006/relationships/font" Target="fonts/font422.fntdata"/><Relationship Id="rId628" Type="http://schemas.openxmlformats.org/officeDocument/2006/relationships/font" Target="fonts/font421.fntdata"/><Relationship Id="rId627" Type="http://schemas.openxmlformats.org/officeDocument/2006/relationships/font" Target="fonts/font420.fntdata"/><Relationship Id="rId626" Type="http://schemas.openxmlformats.org/officeDocument/2006/relationships/font" Target="fonts/font419.fntdata"/><Relationship Id="rId625" Type="http://schemas.openxmlformats.org/officeDocument/2006/relationships/font" Target="fonts/font418.fntdata"/><Relationship Id="rId624" Type="http://schemas.openxmlformats.org/officeDocument/2006/relationships/font" Target="fonts/font417.fntdata"/><Relationship Id="rId623" Type="http://schemas.openxmlformats.org/officeDocument/2006/relationships/font" Target="fonts/font416.fntdata"/><Relationship Id="rId622" Type="http://schemas.openxmlformats.org/officeDocument/2006/relationships/font" Target="fonts/font415.fntdata"/><Relationship Id="rId621" Type="http://schemas.openxmlformats.org/officeDocument/2006/relationships/font" Target="fonts/font414.fntdata"/><Relationship Id="rId620" Type="http://schemas.openxmlformats.org/officeDocument/2006/relationships/font" Target="fonts/font413.fntdata"/><Relationship Id="rId62" Type="http://schemas.openxmlformats.org/officeDocument/2006/relationships/slideMaster" Target="slideMasters/slideMaster61.xml"/><Relationship Id="rId619" Type="http://schemas.openxmlformats.org/officeDocument/2006/relationships/font" Target="fonts/font412.fntdata"/><Relationship Id="rId618" Type="http://schemas.openxmlformats.org/officeDocument/2006/relationships/font" Target="fonts/font411.fntdata"/><Relationship Id="rId617" Type="http://schemas.openxmlformats.org/officeDocument/2006/relationships/font" Target="fonts/font410.fntdata"/><Relationship Id="rId616" Type="http://schemas.openxmlformats.org/officeDocument/2006/relationships/font" Target="fonts/font409.fntdata"/><Relationship Id="rId615" Type="http://schemas.openxmlformats.org/officeDocument/2006/relationships/font" Target="fonts/font408.fntdata"/><Relationship Id="rId614" Type="http://schemas.openxmlformats.org/officeDocument/2006/relationships/font" Target="fonts/font407.fntdata"/><Relationship Id="rId613" Type="http://schemas.openxmlformats.org/officeDocument/2006/relationships/font" Target="fonts/font406.fntdata"/><Relationship Id="rId612" Type="http://schemas.openxmlformats.org/officeDocument/2006/relationships/font" Target="fonts/font405.fntdata"/><Relationship Id="rId611" Type="http://schemas.openxmlformats.org/officeDocument/2006/relationships/font" Target="fonts/font404.fntdata"/><Relationship Id="rId610" Type="http://schemas.openxmlformats.org/officeDocument/2006/relationships/font" Target="fonts/font403.fntdata"/><Relationship Id="rId61" Type="http://schemas.openxmlformats.org/officeDocument/2006/relationships/slideMaster" Target="slideMasters/slideMaster60.xml"/><Relationship Id="rId609" Type="http://schemas.openxmlformats.org/officeDocument/2006/relationships/font" Target="fonts/font402.fntdata"/><Relationship Id="rId608" Type="http://schemas.openxmlformats.org/officeDocument/2006/relationships/font" Target="fonts/font401.fntdata"/><Relationship Id="rId607" Type="http://schemas.openxmlformats.org/officeDocument/2006/relationships/font" Target="fonts/font400.fntdata"/><Relationship Id="rId606" Type="http://schemas.openxmlformats.org/officeDocument/2006/relationships/font" Target="fonts/font399.fntdata"/><Relationship Id="rId605" Type="http://schemas.openxmlformats.org/officeDocument/2006/relationships/font" Target="fonts/font398.fntdata"/><Relationship Id="rId604" Type="http://schemas.openxmlformats.org/officeDocument/2006/relationships/font" Target="fonts/font397.fntdata"/><Relationship Id="rId603" Type="http://schemas.openxmlformats.org/officeDocument/2006/relationships/font" Target="fonts/font396.fntdata"/><Relationship Id="rId602" Type="http://schemas.openxmlformats.org/officeDocument/2006/relationships/font" Target="fonts/font395.fntdata"/><Relationship Id="rId601" Type="http://schemas.openxmlformats.org/officeDocument/2006/relationships/font" Target="fonts/font394.fntdata"/><Relationship Id="rId600" Type="http://schemas.openxmlformats.org/officeDocument/2006/relationships/font" Target="fonts/font393.fntdata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9" Type="http://schemas.openxmlformats.org/officeDocument/2006/relationships/font" Target="fonts/font392.fntdata"/><Relationship Id="rId598" Type="http://schemas.openxmlformats.org/officeDocument/2006/relationships/font" Target="fonts/font391.fntdata"/><Relationship Id="rId597" Type="http://schemas.openxmlformats.org/officeDocument/2006/relationships/font" Target="fonts/font390.fntdata"/><Relationship Id="rId596" Type="http://schemas.openxmlformats.org/officeDocument/2006/relationships/font" Target="fonts/font389.fntdata"/><Relationship Id="rId595" Type="http://schemas.openxmlformats.org/officeDocument/2006/relationships/font" Target="fonts/font388.fntdata"/><Relationship Id="rId594" Type="http://schemas.openxmlformats.org/officeDocument/2006/relationships/font" Target="fonts/font387.fntdata"/><Relationship Id="rId593" Type="http://schemas.openxmlformats.org/officeDocument/2006/relationships/font" Target="fonts/font386.fntdata"/><Relationship Id="rId592" Type="http://schemas.openxmlformats.org/officeDocument/2006/relationships/font" Target="fonts/font385.fntdata"/><Relationship Id="rId591" Type="http://schemas.openxmlformats.org/officeDocument/2006/relationships/font" Target="fonts/font384.fntdata"/><Relationship Id="rId590" Type="http://schemas.openxmlformats.org/officeDocument/2006/relationships/font" Target="fonts/font383.fntdata"/><Relationship Id="rId59" Type="http://schemas.openxmlformats.org/officeDocument/2006/relationships/slideMaster" Target="slideMasters/slideMaster58.xml"/><Relationship Id="rId589" Type="http://schemas.openxmlformats.org/officeDocument/2006/relationships/font" Target="fonts/font382.fntdata"/><Relationship Id="rId588" Type="http://schemas.openxmlformats.org/officeDocument/2006/relationships/font" Target="fonts/font381.fntdata"/><Relationship Id="rId587" Type="http://schemas.openxmlformats.org/officeDocument/2006/relationships/font" Target="fonts/font380.fntdata"/><Relationship Id="rId586" Type="http://schemas.openxmlformats.org/officeDocument/2006/relationships/font" Target="fonts/font379.fntdata"/><Relationship Id="rId585" Type="http://schemas.openxmlformats.org/officeDocument/2006/relationships/font" Target="fonts/font378.fntdata"/><Relationship Id="rId584" Type="http://schemas.openxmlformats.org/officeDocument/2006/relationships/font" Target="fonts/font377.fntdata"/><Relationship Id="rId583" Type="http://schemas.openxmlformats.org/officeDocument/2006/relationships/font" Target="fonts/font376.fntdata"/><Relationship Id="rId582" Type="http://schemas.openxmlformats.org/officeDocument/2006/relationships/font" Target="fonts/font375.fntdata"/><Relationship Id="rId581" Type="http://schemas.openxmlformats.org/officeDocument/2006/relationships/font" Target="fonts/font374.fntdata"/><Relationship Id="rId580" Type="http://schemas.openxmlformats.org/officeDocument/2006/relationships/font" Target="fonts/font373.fntdata"/><Relationship Id="rId58" Type="http://schemas.openxmlformats.org/officeDocument/2006/relationships/slideMaster" Target="slideMasters/slideMaster57.xml"/><Relationship Id="rId579" Type="http://schemas.openxmlformats.org/officeDocument/2006/relationships/font" Target="fonts/font372.fntdata"/><Relationship Id="rId578" Type="http://schemas.openxmlformats.org/officeDocument/2006/relationships/font" Target="fonts/font371.fntdata"/><Relationship Id="rId577" Type="http://schemas.openxmlformats.org/officeDocument/2006/relationships/font" Target="fonts/font370.fntdata"/><Relationship Id="rId576" Type="http://schemas.openxmlformats.org/officeDocument/2006/relationships/font" Target="fonts/font369.fntdata"/><Relationship Id="rId575" Type="http://schemas.openxmlformats.org/officeDocument/2006/relationships/font" Target="fonts/font368.fntdata"/><Relationship Id="rId574" Type="http://schemas.openxmlformats.org/officeDocument/2006/relationships/font" Target="fonts/font367.fntdata"/><Relationship Id="rId573" Type="http://schemas.openxmlformats.org/officeDocument/2006/relationships/font" Target="fonts/font366.fntdata"/><Relationship Id="rId572" Type="http://schemas.openxmlformats.org/officeDocument/2006/relationships/font" Target="fonts/font365.fntdata"/><Relationship Id="rId571" Type="http://schemas.openxmlformats.org/officeDocument/2006/relationships/font" Target="fonts/font364.fntdata"/><Relationship Id="rId570" Type="http://schemas.openxmlformats.org/officeDocument/2006/relationships/font" Target="fonts/font363.fntdata"/><Relationship Id="rId57" Type="http://schemas.openxmlformats.org/officeDocument/2006/relationships/slideMaster" Target="slideMasters/slideMaster56.xml"/><Relationship Id="rId569" Type="http://schemas.openxmlformats.org/officeDocument/2006/relationships/font" Target="fonts/font362.fntdata"/><Relationship Id="rId568" Type="http://schemas.openxmlformats.org/officeDocument/2006/relationships/font" Target="fonts/font361.fntdata"/><Relationship Id="rId567" Type="http://schemas.openxmlformats.org/officeDocument/2006/relationships/font" Target="fonts/font360.fntdata"/><Relationship Id="rId566" Type="http://schemas.openxmlformats.org/officeDocument/2006/relationships/font" Target="fonts/font359.fntdata"/><Relationship Id="rId565" Type="http://schemas.openxmlformats.org/officeDocument/2006/relationships/font" Target="fonts/font358.fntdata"/><Relationship Id="rId564" Type="http://schemas.openxmlformats.org/officeDocument/2006/relationships/font" Target="fonts/font357.fntdata"/><Relationship Id="rId563" Type="http://schemas.openxmlformats.org/officeDocument/2006/relationships/font" Target="fonts/font356.fntdata"/><Relationship Id="rId562" Type="http://schemas.openxmlformats.org/officeDocument/2006/relationships/font" Target="fonts/font355.fntdata"/><Relationship Id="rId561" Type="http://schemas.openxmlformats.org/officeDocument/2006/relationships/font" Target="fonts/font354.fntdata"/><Relationship Id="rId560" Type="http://schemas.openxmlformats.org/officeDocument/2006/relationships/font" Target="fonts/font353.fntdata"/><Relationship Id="rId56" Type="http://schemas.openxmlformats.org/officeDocument/2006/relationships/slideMaster" Target="slideMasters/slideMaster55.xml"/><Relationship Id="rId559" Type="http://schemas.openxmlformats.org/officeDocument/2006/relationships/font" Target="fonts/font352.fntdata"/><Relationship Id="rId558" Type="http://schemas.openxmlformats.org/officeDocument/2006/relationships/font" Target="fonts/font351.fntdata"/><Relationship Id="rId557" Type="http://schemas.openxmlformats.org/officeDocument/2006/relationships/font" Target="fonts/font350.fntdata"/><Relationship Id="rId556" Type="http://schemas.openxmlformats.org/officeDocument/2006/relationships/font" Target="fonts/font349.fntdata"/><Relationship Id="rId555" Type="http://schemas.openxmlformats.org/officeDocument/2006/relationships/font" Target="fonts/font348.fntdata"/><Relationship Id="rId554" Type="http://schemas.openxmlformats.org/officeDocument/2006/relationships/font" Target="fonts/font347.fntdata"/><Relationship Id="rId553" Type="http://schemas.openxmlformats.org/officeDocument/2006/relationships/font" Target="fonts/font346.fntdata"/><Relationship Id="rId552" Type="http://schemas.openxmlformats.org/officeDocument/2006/relationships/font" Target="fonts/font345.fntdata"/><Relationship Id="rId551" Type="http://schemas.openxmlformats.org/officeDocument/2006/relationships/font" Target="fonts/font344.fntdata"/><Relationship Id="rId550" Type="http://schemas.openxmlformats.org/officeDocument/2006/relationships/font" Target="fonts/font343.fntdata"/><Relationship Id="rId55" Type="http://schemas.openxmlformats.org/officeDocument/2006/relationships/slideMaster" Target="slideMasters/slideMaster54.xml"/><Relationship Id="rId549" Type="http://schemas.openxmlformats.org/officeDocument/2006/relationships/font" Target="fonts/font342.fntdata"/><Relationship Id="rId548" Type="http://schemas.openxmlformats.org/officeDocument/2006/relationships/font" Target="fonts/font341.fntdata"/><Relationship Id="rId547" Type="http://schemas.openxmlformats.org/officeDocument/2006/relationships/font" Target="fonts/font340.fntdata"/><Relationship Id="rId546" Type="http://schemas.openxmlformats.org/officeDocument/2006/relationships/font" Target="fonts/font339.fntdata"/><Relationship Id="rId545" Type="http://schemas.openxmlformats.org/officeDocument/2006/relationships/font" Target="fonts/font338.fntdata"/><Relationship Id="rId544" Type="http://schemas.openxmlformats.org/officeDocument/2006/relationships/font" Target="fonts/font337.fntdata"/><Relationship Id="rId543" Type="http://schemas.openxmlformats.org/officeDocument/2006/relationships/font" Target="fonts/font336.fntdata"/><Relationship Id="rId542" Type="http://schemas.openxmlformats.org/officeDocument/2006/relationships/font" Target="fonts/font335.fntdata"/><Relationship Id="rId541" Type="http://schemas.openxmlformats.org/officeDocument/2006/relationships/font" Target="fonts/font334.fntdata"/><Relationship Id="rId540" Type="http://schemas.openxmlformats.org/officeDocument/2006/relationships/font" Target="fonts/font333.fntdata"/><Relationship Id="rId54" Type="http://schemas.openxmlformats.org/officeDocument/2006/relationships/slideMaster" Target="slideMasters/slideMaster53.xml"/><Relationship Id="rId539" Type="http://schemas.openxmlformats.org/officeDocument/2006/relationships/font" Target="fonts/font332.fntdata"/><Relationship Id="rId538" Type="http://schemas.openxmlformats.org/officeDocument/2006/relationships/font" Target="fonts/font331.fntdata"/><Relationship Id="rId537" Type="http://schemas.openxmlformats.org/officeDocument/2006/relationships/font" Target="fonts/font330.fntdata"/><Relationship Id="rId536" Type="http://schemas.openxmlformats.org/officeDocument/2006/relationships/font" Target="fonts/font329.fntdata"/><Relationship Id="rId535" Type="http://schemas.openxmlformats.org/officeDocument/2006/relationships/font" Target="fonts/font328.fntdata"/><Relationship Id="rId534" Type="http://schemas.openxmlformats.org/officeDocument/2006/relationships/font" Target="fonts/font327.fntdata"/><Relationship Id="rId533" Type="http://schemas.openxmlformats.org/officeDocument/2006/relationships/font" Target="fonts/font326.fntdata"/><Relationship Id="rId532" Type="http://schemas.openxmlformats.org/officeDocument/2006/relationships/font" Target="fonts/font325.fntdata"/><Relationship Id="rId531" Type="http://schemas.openxmlformats.org/officeDocument/2006/relationships/font" Target="fonts/font324.fntdata"/><Relationship Id="rId530" Type="http://schemas.openxmlformats.org/officeDocument/2006/relationships/font" Target="fonts/font323.fntdata"/><Relationship Id="rId53" Type="http://schemas.openxmlformats.org/officeDocument/2006/relationships/slideMaster" Target="slideMasters/slideMaster52.xml"/><Relationship Id="rId529" Type="http://schemas.openxmlformats.org/officeDocument/2006/relationships/font" Target="fonts/font322.fntdata"/><Relationship Id="rId528" Type="http://schemas.openxmlformats.org/officeDocument/2006/relationships/font" Target="fonts/font321.fntdata"/><Relationship Id="rId527" Type="http://schemas.openxmlformats.org/officeDocument/2006/relationships/font" Target="fonts/font320.fntdata"/><Relationship Id="rId526" Type="http://schemas.openxmlformats.org/officeDocument/2006/relationships/font" Target="fonts/font319.fntdata"/><Relationship Id="rId525" Type="http://schemas.openxmlformats.org/officeDocument/2006/relationships/font" Target="fonts/font318.fntdata"/><Relationship Id="rId524" Type="http://schemas.openxmlformats.org/officeDocument/2006/relationships/font" Target="fonts/font317.fntdata"/><Relationship Id="rId523" Type="http://schemas.openxmlformats.org/officeDocument/2006/relationships/font" Target="fonts/font316.fntdata"/><Relationship Id="rId522" Type="http://schemas.openxmlformats.org/officeDocument/2006/relationships/font" Target="fonts/font315.fntdata"/><Relationship Id="rId521" Type="http://schemas.openxmlformats.org/officeDocument/2006/relationships/font" Target="fonts/font314.fntdata"/><Relationship Id="rId520" Type="http://schemas.openxmlformats.org/officeDocument/2006/relationships/font" Target="fonts/font313.fntdata"/><Relationship Id="rId52" Type="http://schemas.openxmlformats.org/officeDocument/2006/relationships/slideMaster" Target="slideMasters/slideMaster51.xml"/><Relationship Id="rId519" Type="http://schemas.openxmlformats.org/officeDocument/2006/relationships/font" Target="fonts/font312.fntdata"/><Relationship Id="rId518" Type="http://schemas.openxmlformats.org/officeDocument/2006/relationships/font" Target="fonts/font311.fntdata"/><Relationship Id="rId517" Type="http://schemas.openxmlformats.org/officeDocument/2006/relationships/font" Target="fonts/font310.fntdata"/><Relationship Id="rId516" Type="http://schemas.openxmlformats.org/officeDocument/2006/relationships/font" Target="fonts/font309.fntdata"/><Relationship Id="rId515" Type="http://schemas.openxmlformats.org/officeDocument/2006/relationships/font" Target="fonts/font308.fntdata"/><Relationship Id="rId514" Type="http://schemas.openxmlformats.org/officeDocument/2006/relationships/font" Target="fonts/font307.fntdata"/><Relationship Id="rId513" Type="http://schemas.openxmlformats.org/officeDocument/2006/relationships/font" Target="fonts/font306.fntdata"/><Relationship Id="rId512" Type="http://schemas.openxmlformats.org/officeDocument/2006/relationships/font" Target="fonts/font305.fntdata"/><Relationship Id="rId511" Type="http://schemas.openxmlformats.org/officeDocument/2006/relationships/font" Target="fonts/font304.fntdata"/><Relationship Id="rId510" Type="http://schemas.openxmlformats.org/officeDocument/2006/relationships/font" Target="fonts/font303.fntdata"/><Relationship Id="rId51" Type="http://schemas.openxmlformats.org/officeDocument/2006/relationships/slideMaster" Target="slideMasters/slideMaster50.xml"/><Relationship Id="rId509" Type="http://schemas.openxmlformats.org/officeDocument/2006/relationships/font" Target="fonts/font302.fntdata"/><Relationship Id="rId508" Type="http://schemas.openxmlformats.org/officeDocument/2006/relationships/font" Target="fonts/font301.fntdata"/><Relationship Id="rId507" Type="http://schemas.openxmlformats.org/officeDocument/2006/relationships/font" Target="fonts/font300.fntdata"/><Relationship Id="rId506" Type="http://schemas.openxmlformats.org/officeDocument/2006/relationships/font" Target="fonts/font299.fntdata"/><Relationship Id="rId505" Type="http://schemas.openxmlformats.org/officeDocument/2006/relationships/font" Target="fonts/font298.fntdata"/><Relationship Id="rId504" Type="http://schemas.openxmlformats.org/officeDocument/2006/relationships/font" Target="fonts/font297.fntdata"/><Relationship Id="rId503" Type="http://schemas.openxmlformats.org/officeDocument/2006/relationships/font" Target="fonts/font296.fntdata"/><Relationship Id="rId502" Type="http://schemas.openxmlformats.org/officeDocument/2006/relationships/font" Target="fonts/font295.fntdata"/><Relationship Id="rId501" Type="http://schemas.openxmlformats.org/officeDocument/2006/relationships/font" Target="fonts/font294.fntdata"/><Relationship Id="rId500" Type="http://schemas.openxmlformats.org/officeDocument/2006/relationships/font" Target="fonts/font293.fntdata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9" Type="http://schemas.openxmlformats.org/officeDocument/2006/relationships/font" Target="fonts/font292.fntdata"/><Relationship Id="rId498" Type="http://schemas.openxmlformats.org/officeDocument/2006/relationships/font" Target="fonts/font291.fntdata"/><Relationship Id="rId497" Type="http://schemas.openxmlformats.org/officeDocument/2006/relationships/font" Target="fonts/font290.fntdata"/><Relationship Id="rId496" Type="http://schemas.openxmlformats.org/officeDocument/2006/relationships/font" Target="fonts/font289.fntdata"/><Relationship Id="rId495" Type="http://schemas.openxmlformats.org/officeDocument/2006/relationships/font" Target="fonts/font288.fntdata"/><Relationship Id="rId494" Type="http://schemas.openxmlformats.org/officeDocument/2006/relationships/font" Target="fonts/font287.fntdata"/><Relationship Id="rId493" Type="http://schemas.openxmlformats.org/officeDocument/2006/relationships/font" Target="fonts/font286.fntdata"/><Relationship Id="rId492" Type="http://schemas.openxmlformats.org/officeDocument/2006/relationships/font" Target="fonts/font285.fntdata"/><Relationship Id="rId491" Type="http://schemas.openxmlformats.org/officeDocument/2006/relationships/font" Target="fonts/font284.fntdata"/><Relationship Id="rId490" Type="http://schemas.openxmlformats.org/officeDocument/2006/relationships/font" Target="fonts/font283.fntdata"/><Relationship Id="rId49" Type="http://schemas.openxmlformats.org/officeDocument/2006/relationships/slideMaster" Target="slideMasters/slideMaster48.xml"/><Relationship Id="rId489" Type="http://schemas.openxmlformats.org/officeDocument/2006/relationships/font" Target="fonts/font282.fntdata"/><Relationship Id="rId488" Type="http://schemas.openxmlformats.org/officeDocument/2006/relationships/font" Target="fonts/font281.fntdata"/><Relationship Id="rId487" Type="http://schemas.openxmlformats.org/officeDocument/2006/relationships/font" Target="fonts/font280.fntdata"/><Relationship Id="rId486" Type="http://schemas.openxmlformats.org/officeDocument/2006/relationships/font" Target="fonts/font279.fntdata"/><Relationship Id="rId485" Type="http://schemas.openxmlformats.org/officeDocument/2006/relationships/font" Target="fonts/font278.fntdata"/><Relationship Id="rId484" Type="http://schemas.openxmlformats.org/officeDocument/2006/relationships/font" Target="fonts/font277.fntdata"/><Relationship Id="rId483" Type="http://schemas.openxmlformats.org/officeDocument/2006/relationships/font" Target="fonts/font276.fntdata"/><Relationship Id="rId482" Type="http://schemas.openxmlformats.org/officeDocument/2006/relationships/font" Target="fonts/font275.fntdata"/><Relationship Id="rId481" Type="http://schemas.openxmlformats.org/officeDocument/2006/relationships/font" Target="fonts/font274.fntdata"/><Relationship Id="rId480" Type="http://schemas.openxmlformats.org/officeDocument/2006/relationships/font" Target="fonts/font273.fntdata"/><Relationship Id="rId48" Type="http://schemas.openxmlformats.org/officeDocument/2006/relationships/slideMaster" Target="slideMasters/slideMaster47.xml"/><Relationship Id="rId479" Type="http://schemas.openxmlformats.org/officeDocument/2006/relationships/font" Target="fonts/font272.fntdata"/><Relationship Id="rId478" Type="http://schemas.openxmlformats.org/officeDocument/2006/relationships/font" Target="fonts/font271.fntdata"/><Relationship Id="rId477" Type="http://schemas.openxmlformats.org/officeDocument/2006/relationships/font" Target="fonts/font270.fntdata"/><Relationship Id="rId476" Type="http://schemas.openxmlformats.org/officeDocument/2006/relationships/font" Target="fonts/font269.fntdata"/><Relationship Id="rId475" Type="http://schemas.openxmlformats.org/officeDocument/2006/relationships/font" Target="fonts/font268.fntdata"/><Relationship Id="rId474" Type="http://schemas.openxmlformats.org/officeDocument/2006/relationships/font" Target="fonts/font267.fntdata"/><Relationship Id="rId473" Type="http://schemas.openxmlformats.org/officeDocument/2006/relationships/font" Target="fonts/font266.fntdata"/><Relationship Id="rId472" Type="http://schemas.openxmlformats.org/officeDocument/2006/relationships/font" Target="fonts/font265.fntdata"/><Relationship Id="rId471" Type="http://schemas.openxmlformats.org/officeDocument/2006/relationships/font" Target="fonts/font264.fntdata"/><Relationship Id="rId470" Type="http://schemas.openxmlformats.org/officeDocument/2006/relationships/font" Target="fonts/font263.fntdata"/><Relationship Id="rId47" Type="http://schemas.openxmlformats.org/officeDocument/2006/relationships/slideMaster" Target="slideMasters/slideMaster46.xml"/><Relationship Id="rId469" Type="http://schemas.openxmlformats.org/officeDocument/2006/relationships/font" Target="fonts/font262.fntdata"/><Relationship Id="rId468" Type="http://schemas.openxmlformats.org/officeDocument/2006/relationships/font" Target="fonts/font261.fntdata"/><Relationship Id="rId467" Type="http://schemas.openxmlformats.org/officeDocument/2006/relationships/font" Target="fonts/font260.fntdata"/><Relationship Id="rId466" Type="http://schemas.openxmlformats.org/officeDocument/2006/relationships/font" Target="fonts/font259.fntdata"/><Relationship Id="rId465" Type="http://schemas.openxmlformats.org/officeDocument/2006/relationships/font" Target="fonts/font258.fntdata"/><Relationship Id="rId464" Type="http://schemas.openxmlformats.org/officeDocument/2006/relationships/font" Target="fonts/font257.fntdata"/><Relationship Id="rId463" Type="http://schemas.openxmlformats.org/officeDocument/2006/relationships/font" Target="fonts/font256.fntdata"/><Relationship Id="rId462" Type="http://schemas.openxmlformats.org/officeDocument/2006/relationships/font" Target="fonts/font255.fntdata"/><Relationship Id="rId461" Type="http://schemas.openxmlformats.org/officeDocument/2006/relationships/font" Target="fonts/font254.fntdata"/><Relationship Id="rId460" Type="http://schemas.openxmlformats.org/officeDocument/2006/relationships/font" Target="fonts/font253.fntdata"/><Relationship Id="rId46" Type="http://schemas.openxmlformats.org/officeDocument/2006/relationships/slideMaster" Target="slideMasters/slideMaster45.xml"/><Relationship Id="rId459" Type="http://schemas.openxmlformats.org/officeDocument/2006/relationships/font" Target="fonts/font252.fntdata"/><Relationship Id="rId458" Type="http://schemas.openxmlformats.org/officeDocument/2006/relationships/font" Target="fonts/font251.fntdata"/><Relationship Id="rId457" Type="http://schemas.openxmlformats.org/officeDocument/2006/relationships/font" Target="fonts/font250.fntdata"/><Relationship Id="rId456" Type="http://schemas.openxmlformats.org/officeDocument/2006/relationships/font" Target="fonts/font249.fntdata"/><Relationship Id="rId455" Type="http://schemas.openxmlformats.org/officeDocument/2006/relationships/font" Target="fonts/font248.fntdata"/><Relationship Id="rId454" Type="http://schemas.openxmlformats.org/officeDocument/2006/relationships/font" Target="fonts/font247.fntdata"/><Relationship Id="rId453" Type="http://schemas.openxmlformats.org/officeDocument/2006/relationships/font" Target="fonts/font246.fntdata"/><Relationship Id="rId452" Type="http://schemas.openxmlformats.org/officeDocument/2006/relationships/font" Target="fonts/font245.fntdata"/><Relationship Id="rId451" Type="http://schemas.openxmlformats.org/officeDocument/2006/relationships/font" Target="fonts/font244.fntdata"/><Relationship Id="rId450" Type="http://schemas.openxmlformats.org/officeDocument/2006/relationships/font" Target="fonts/font243.fntdata"/><Relationship Id="rId45" Type="http://schemas.openxmlformats.org/officeDocument/2006/relationships/slideMaster" Target="slideMasters/slideMaster44.xml"/><Relationship Id="rId449" Type="http://schemas.openxmlformats.org/officeDocument/2006/relationships/font" Target="fonts/font242.fntdata"/><Relationship Id="rId448" Type="http://schemas.openxmlformats.org/officeDocument/2006/relationships/font" Target="fonts/font241.fntdata"/><Relationship Id="rId447" Type="http://schemas.openxmlformats.org/officeDocument/2006/relationships/font" Target="fonts/font240.fntdata"/><Relationship Id="rId446" Type="http://schemas.openxmlformats.org/officeDocument/2006/relationships/font" Target="fonts/font239.fntdata"/><Relationship Id="rId445" Type="http://schemas.openxmlformats.org/officeDocument/2006/relationships/font" Target="fonts/font238.fntdata"/><Relationship Id="rId444" Type="http://schemas.openxmlformats.org/officeDocument/2006/relationships/font" Target="fonts/font237.fntdata"/><Relationship Id="rId443" Type="http://schemas.openxmlformats.org/officeDocument/2006/relationships/font" Target="fonts/font236.fntdata"/><Relationship Id="rId442" Type="http://schemas.openxmlformats.org/officeDocument/2006/relationships/font" Target="fonts/font235.fntdata"/><Relationship Id="rId441" Type="http://schemas.openxmlformats.org/officeDocument/2006/relationships/font" Target="fonts/font234.fntdata"/><Relationship Id="rId440" Type="http://schemas.openxmlformats.org/officeDocument/2006/relationships/font" Target="fonts/font233.fntdata"/><Relationship Id="rId44" Type="http://schemas.openxmlformats.org/officeDocument/2006/relationships/slideMaster" Target="slideMasters/slideMaster43.xml"/><Relationship Id="rId439" Type="http://schemas.openxmlformats.org/officeDocument/2006/relationships/font" Target="fonts/font232.fntdata"/><Relationship Id="rId438" Type="http://schemas.openxmlformats.org/officeDocument/2006/relationships/font" Target="fonts/font231.fntdata"/><Relationship Id="rId437" Type="http://schemas.openxmlformats.org/officeDocument/2006/relationships/font" Target="fonts/font230.fntdata"/><Relationship Id="rId436" Type="http://schemas.openxmlformats.org/officeDocument/2006/relationships/font" Target="fonts/font229.fntdata"/><Relationship Id="rId435" Type="http://schemas.openxmlformats.org/officeDocument/2006/relationships/font" Target="fonts/font228.fntdata"/><Relationship Id="rId434" Type="http://schemas.openxmlformats.org/officeDocument/2006/relationships/font" Target="fonts/font227.fntdata"/><Relationship Id="rId433" Type="http://schemas.openxmlformats.org/officeDocument/2006/relationships/font" Target="fonts/font226.fntdata"/><Relationship Id="rId432" Type="http://schemas.openxmlformats.org/officeDocument/2006/relationships/font" Target="fonts/font225.fntdata"/><Relationship Id="rId431" Type="http://schemas.openxmlformats.org/officeDocument/2006/relationships/font" Target="fonts/font224.fntdata"/><Relationship Id="rId430" Type="http://schemas.openxmlformats.org/officeDocument/2006/relationships/font" Target="fonts/font223.fntdata"/><Relationship Id="rId43" Type="http://schemas.openxmlformats.org/officeDocument/2006/relationships/slideMaster" Target="slideMasters/slideMaster42.xml"/><Relationship Id="rId429" Type="http://schemas.openxmlformats.org/officeDocument/2006/relationships/font" Target="fonts/font222.fntdata"/><Relationship Id="rId428" Type="http://schemas.openxmlformats.org/officeDocument/2006/relationships/font" Target="fonts/font221.fntdata"/><Relationship Id="rId427" Type="http://schemas.openxmlformats.org/officeDocument/2006/relationships/font" Target="fonts/font220.fntdata"/><Relationship Id="rId426" Type="http://schemas.openxmlformats.org/officeDocument/2006/relationships/font" Target="fonts/font219.fntdata"/><Relationship Id="rId425" Type="http://schemas.openxmlformats.org/officeDocument/2006/relationships/font" Target="fonts/font218.fntdata"/><Relationship Id="rId424" Type="http://schemas.openxmlformats.org/officeDocument/2006/relationships/font" Target="fonts/font217.fntdata"/><Relationship Id="rId423" Type="http://schemas.openxmlformats.org/officeDocument/2006/relationships/font" Target="fonts/font216.fntdata"/><Relationship Id="rId422" Type="http://schemas.openxmlformats.org/officeDocument/2006/relationships/font" Target="fonts/font215.fntdata"/><Relationship Id="rId421" Type="http://schemas.openxmlformats.org/officeDocument/2006/relationships/font" Target="fonts/font214.fntdata"/><Relationship Id="rId420" Type="http://schemas.openxmlformats.org/officeDocument/2006/relationships/font" Target="fonts/font213.fntdata"/><Relationship Id="rId42" Type="http://schemas.openxmlformats.org/officeDocument/2006/relationships/slideMaster" Target="slideMasters/slideMaster41.xml"/><Relationship Id="rId419" Type="http://schemas.openxmlformats.org/officeDocument/2006/relationships/font" Target="fonts/font212.fntdata"/><Relationship Id="rId418" Type="http://schemas.openxmlformats.org/officeDocument/2006/relationships/font" Target="fonts/font211.fntdata"/><Relationship Id="rId417" Type="http://schemas.openxmlformats.org/officeDocument/2006/relationships/font" Target="fonts/font210.fntdata"/><Relationship Id="rId416" Type="http://schemas.openxmlformats.org/officeDocument/2006/relationships/font" Target="fonts/font209.fntdata"/><Relationship Id="rId415" Type="http://schemas.openxmlformats.org/officeDocument/2006/relationships/font" Target="fonts/font208.fntdata"/><Relationship Id="rId414" Type="http://schemas.openxmlformats.org/officeDocument/2006/relationships/font" Target="fonts/font207.fntdata"/><Relationship Id="rId413" Type="http://schemas.openxmlformats.org/officeDocument/2006/relationships/font" Target="fonts/font206.fntdata"/><Relationship Id="rId412" Type="http://schemas.openxmlformats.org/officeDocument/2006/relationships/font" Target="fonts/font205.fntdata"/><Relationship Id="rId411" Type="http://schemas.openxmlformats.org/officeDocument/2006/relationships/font" Target="fonts/font204.fntdata"/><Relationship Id="rId410" Type="http://schemas.openxmlformats.org/officeDocument/2006/relationships/font" Target="fonts/font203.fntdata"/><Relationship Id="rId41" Type="http://schemas.openxmlformats.org/officeDocument/2006/relationships/slideMaster" Target="slideMasters/slideMaster40.xml"/><Relationship Id="rId409" Type="http://schemas.openxmlformats.org/officeDocument/2006/relationships/font" Target="fonts/font202.fntdata"/><Relationship Id="rId408" Type="http://schemas.openxmlformats.org/officeDocument/2006/relationships/font" Target="fonts/font201.fntdata"/><Relationship Id="rId407" Type="http://schemas.openxmlformats.org/officeDocument/2006/relationships/font" Target="fonts/font200.fntdata"/><Relationship Id="rId406" Type="http://schemas.openxmlformats.org/officeDocument/2006/relationships/font" Target="fonts/font199.fntdata"/><Relationship Id="rId405" Type="http://schemas.openxmlformats.org/officeDocument/2006/relationships/font" Target="fonts/font198.fntdata"/><Relationship Id="rId404" Type="http://schemas.openxmlformats.org/officeDocument/2006/relationships/font" Target="fonts/font197.fntdata"/><Relationship Id="rId403" Type="http://schemas.openxmlformats.org/officeDocument/2006/relationships/font" Target="fonts/font196.fntdata"/><Relationship Id="rId402" Type="http://schemas.openxmlformats.org/officeDocument/2006/relationships/font" Target="fonts/font195.fntdata"/><Relationship Id="rId401" Type="http://schemas.openxmlformats.org/officeDocument/2006/relationships/font" Target="fonts/font194.fntdata"/><Relationship Id="rId400" Type="http://schemas.openxmlformats.org/officeDocument/2006/relationships/font" Target="fonts/font193.fntdata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9" Type="http://schemas.openxmlformats.org/officeDocument/2006/relationships/font" Target="fonts/font192.fntdata"/><Relationship Id="rId398" Type="http://schemas.openxmlformats.org/officeDocument/2006/relationships/font" Target="fonts/font191.fntdata"/><Relationship Id="rId397" Type="http://schemas.openxmlformats.org/officeDocument/2006/relationships/font" Target="fonts/font190.fntdata"/><Relationship Id="rId396" Type="http://schemas.openxmlformats.org/officeDocument/2006/relationships/font" Target="fonts/font189.fntdata"/><Relationship Id="rId395" Type="http://schemas.openxmlformats.org/officeDocument/2006/relationships/font" Target="fonts/font188.fntdata"/><Relationship Id="rId394" Type="http://schemas.openxmlformats.org/officeDocument/2006/relationships/font" Target="fonts/font187.fntdata"/><Relationship Id="rId393" Type="http://schemas.openxmlformats.org/officeDocument/2006/relationships/font" Target="fonts/font186.fntdata"/><Relationship Id="rId392" Type="http://schemas.openxmlformats.org/officeDocument/2006/relationships/font" Target="fonts/font185.fntdata"/><Relationship Id="rId391" Type="http://schemas.openxmlformats.org/officeDocument/2006/relationships/font" Target="fonts/font184.fntdata"/><Relationship Id="rId390" Type="http://schemas.openxmlformats.org/officeDocument/2006/relationships/font" Target="fonts/font183.fntdata"/><Relationship Id="rId39" Type="http://schemas.openxmlformats.org/officeDocument/2006/relationships/slideMaster" Target="slideMasters/slideMaster38.xml"/><Relationship Id="rId389" Type="http://schemas.openxmlformats.org/officeDocument/2006/relationships/font" Target="fonts/font182.fntdata"/><Relationship Id="rId388" Type="http://schemas.openxmlformats.org/officeDocument/2006/relationships/font" Target="fonts/font181.fntdata"/><Relationship Id="rId387" Type="http://schemas.openxmlformats.org/officeDocument/2006/relationships/font" Target="fonts/font180.fntdata"/><Relationship Id="rId386" Type="http://schemas.openxmlformats.org/officeDocument/2006/relationships/font" Target="fonts/font179.fntdata"/><Relationship Id="rId385" Type="http://schemas.openxmlformats.org/officeDocument/2006/relationships/font" Target="fonts/font178.fntdata"/><Relationship Id="rId384" Type="http://schemas.openxmlformats.org/officeDocument/2006/relationships/font" Target="fonts/font177.fntdata"/><Relationship Id="rId383" Type="http://schemas.openxmlformats.org/officeDocument/2006/relationships/font" Target="fonts/font176.fntdata"/><Relationship Id="rId382" Type="http://schemas.openxmlformats.org/officeDocument/2006/relationships/font" Target="fonts/font175.fntdata"/><Relationship Id="rId381" Type="http://schemas.openxmlformats.org/officeDocument/2006/relationships/font" Target="fonts/font174.fntdata"/><Relationship Id="rId380" Type="http://schemas.openxmlformats.org/officeDocument/2006/relationships/font" Target="fonts/font173.fntdata"/><Relationship Id="rId38" Type="http://schemas.openxmlformats.org/officeDocument/2006/relationships/slideMaster" Target="slideMasters/slideMaster37.xml"/><Relationship Id="rId379" Type="http://schemas.openxmlformats.org/officeDocument/2006/relationships/font" Target="fonts/font172.fntdata"/><Relationship Id="rId378" Type="http://schemas.openxmlformats.org/officeDocument/2006/relationships/font" Target="fonts/font171.fntdata"/><Relationship Id="rId377" Type="http://schemas.openxmlformats.org/officeDocument/2006/relationships/font" Target="fonts/font170.fntdata"/><Relationship Id="rId376" Type="http://schemas.openxmlformats.org/officeDocument/2006/relationships/font" Target="fonts/font169.fntdata"/><Relationship Id="rId375" Type="http://schemas.openxmlformats.org/officeDocument/2006/relationships/font" Target="fonts/font168.fntdata"/><Relationship Id="rId374" Type="http://schemas.openxmlformats.org/officeDocument/2006/relationships/font" Target="fonts/font167.fntdata"/><Relationship Id="rId373" Type="http://schemas.openxmlformats.org/officeDocument/2006/relationships/font" Target="fonts/font166.fntdata"/><Relationship Id="rId372" Type="http://schemas.openxmlformats.org/officeDocument/2006/relationships/font" Target="fonts/font165.fntdata"/><Relationship Id="rId371" Type="http://schemas.openxmlformats.org/officeDocument/2006/relationships/font" Target="fonts/font164.fntdata"/><Relationship Id="rId370" Type="http://schemas.openxmlformats.org/officeDocument/2006/relationships/font" Target="fonts/font163.fntdata"/><Relationship Id="rId37" Type="http://schemas.openxmlformats.org/officeDocument/2006/relationships/slideMaster" Target="slideMasters/slideMaster36.xml"/><Relationship Id="rId369" Type="http://schemas.openxmlformats.org/officeDocument/2006/relationships/font" Target="fonts/font162.fntdata"/><Relationship Id="rId368" Type="http://schemas.openxmlformats.org/officeDocument/2006/relationships/font" Target="fonts/font161.fntdata"/><Relationship Id="rId367" Type="http://schemas.openxmlformats.org/officeDocument/2006/relationships/font" Target="fonts/font160.fntdata"/><Relationship Id="rId366" Type="http://schemas.openxmlformats.org/officeDocument/2006/relationships/font" Target="fonts/font159.fntdata"/><Relationship Id="rId365" Type="http://schemas.openxmlformats.org/officeDocument/2006/relationships/font" Target="fonts/font158.fntdata"/><Relationship Id="rId364" Type="http://schemas.openxmlformats.org/officeDocument/2006/relationships/font" Target="fonts/font157.fntdata"/><Relationship Id="rId363" Type="http://schemas.openxmlformats.org/officeDocument/2006/relationships/font" Target="fonts/font156.fntdata"/><Relationship Id="rId362" Type="http://schemas.openxmlformats.org/officeDocument/2006/relationships/font" Target="fonts/font155.fntdata"/><Relationship Id="rId361" Type="http://schemas.openxmlformats.org/officeDocument/2006/relationships/font" Target="fonts/font154.fntdata"/><Relationship Id="rId360" Type="http://schemas.openxmlformats.org/officeDocument/2006/relationships/font" Target="fonts/font153.fntdata"/><Relationship Id="rId36" Type="http://schemas.openxmlformats.org/officeDocument/2006/relationships/slideMaster" Target="slideMasters/slideMaster35.xml"/><Relationship Id="rId359" Type="http://schemas.openxmlformats.org/officeDocument/2006/relationships/font" Target="fonts/font152.fntdata"/><Relationship Id="rId358" Type="http://schemas.openxmlformats.org/officeDocument/2006/relationships/font" Target="fonts/font151.fntdata"/><Relationship Id="rId357" Type="http://schemas.openxmlformats.org/officeDocument/2006/relationships/font" Target="fonts/font150.fntdata"/><Relationship Id="rId356" Type="http://schemas.openxmlformats.org/officeDocument/2006/relationships/font" Target="fonts/font149.fntdata"/><Relationship Id="rId355" Type="http://schemas.openxmlformats.org/officeDocument/2006/relationships/font" Target="fonts/font148.fntdata"/><Relationship Id="rId354" Type="http://schemas.openxmlformats.org/officeDocument/2006/relationships/font" Target="fonts/font147.fntdata"/><Relationship Id="rId353" Type="http://schemas.openxmlformats.org/officeDocument/2006/relationships/font" Target="fonts/font146.fntdata"/><Relationship Id="rId352" Type="http://schemas.openxmlformats.org/officeDocument/2006/relationships/font" Target="fonts/font145.fntdata"/><Relationship Id="rId351" Type="http://schemas.openxmlformats.org/officeDocument/2006/relationships/font" Target="fonts/font144.fntdata"/><Relationship Id="rId350" Type="http://schemas.openxmlformats.org/officeDocument/2006/relationships/font" Target="fonts/font143.fntdata"/><Relationship Id="rId35" Type="http://schemas.openxmlformats.org/officeDocument/2006/relationships/slideMaster" Target="slideMasters/slideMaster34.xml"/><Relationship Id="rId349" Type="http://schemas.openxmlformats.org/officeDocument/2006/relationships/font" Target="fonts/font142.fntdata"/><Relationship Id="rId348" Type="http://schemas.openxmlformats.org/officeDocument/2006/relationships/font" Target="fonts/font141.fntdata"/><Relationship Id="rId347" Type="http://schemas.openxmlformats.org/officeDocument/2006/relationships/font" Target="fonts/font140.fntdata"/><Relationship Id="rId346" Type="http://schemas.openxmlformats.org/officeDocument/2006/relationships/font" Target="fonts/font139.fntdata"/><Relationship Id="rId345" Type="http://schemas.openxmlformats.org/officeDocument/2006/relationships/font" Target="fonts/font138.fntdata"/><Relationship Id="rId344" Type="http://schemas.openxmlformats.org/officeDocument/2006/relationships/font" Target="fonts/font137.fntdata"/><Relationship Id="rId343" Type="http://schemas.openxmlformats.org/officeDocument/2006/relationships/font" Target="fonts/font136.fntdata"/><Relationship Id="rId342" Type="http://schemas.openxmlformats.org/officeDocument/2006/relationships/font" Target="fonts/font135.fntdata"/><Relationship Id="rId341" Type="http://schemas.openxmlformats.org/officeDocument/2006/relationships/font" Target="fonts/font134.fntdata"/><Relationship Id="rId340" Type="http://schemas.openxmlformats.org/officeDocument/2006/relationships/font" Target="fonts/font133.fntdata"/><Relationship Id="rId34" Type="http://schemas.openxmlformats.org/officeDocument/2006/relationships/slideMaster" Target="slideMasters/slideMaster33.xml"/><Relationship Id="rId339" Type="http://schemas.openxmlformats.org/officeDocument/2006/relationships/font" Target="fonts/font132.fntdata"/><Relationship Id="rId338" Type="http://schemas.openxmlformats.org/officeDocument/2006/relationships/font" Target="fonts/font131.fntdata"/><Relationship Id="rId337" Type="http://schemas.openxmlformats.org/officeDocument/2006/relationships/font" Target="fonts/font130.fntdata"/><Relationship Id="rId336" Type="http://schemas.openxmlformats.org/officeDocument/2006/relationships/font" Target="fonts/font129.fntdata"/><Relationship Id="rId335" Type="http://schemas.openxmlformats.org/officeDocument/2006/relationships/font" Target="fonts/font128.fntdata"/><Relationship Id="rId334" Type="http://schemas.openxmlformats.org/officeDocument/2006/relationships/font" Target="fonts/font127.fntdata"/><Relationship Id="rId333" Type="http://schemas.openxmlformats.org/officeDocument/2006/relationships/font" Target="fonts/font126.fntdata"/><Relationship Id="rId332" Type="http://schemas.openxmlformats.org/officeDocument/2006/relationships/font" Target="fonts/font125.fntdata"/><Relationship Id="rId331" Type="http://schemas.openxmlformats.org/officeDocument/2006/relationships/font" Target="fonts/font124.fntdata"/><Relationship Id="rId330" Type="http://schemas.openxmlformats.org/officeDocument/2006/relationships/font" Target="fonts/font123.fntdata"/><Relationship Id="rId33" Type="http://schemas.openxmlformats.org/officeDocument/2006/relationships/slideMaster" Target="slideMasters/slideMaster32.xml"/><Relationship Id="rId329" Type="http://schemas.openxmlformats.org/officeDocument/2006/relationships/font" Target="fonts/font122.fntdata"/><Relationship Id="rId328" Type="http://schemas.openxmlformats.org/officeDocument/2006/relationships/font" Target="fonts/font121.fntdata"/><Relationship Id="rId327" Type="http://schemas.openxmlformats.org/officeDocument/2006/relationships/font" Target="fonts/font120.fntdata"/><Relationship Id="rId326" Type="http://schemas.openxmlformats.org/officeDocument/2006/relationships/font" Target="fonts/font119.fntdata"/><Relationship Id="rId325" Type="http://schemas.openxmlformats.org/officeDocument/2006/relationships/font" Target="fonts/font118.fntdata"/><Relationship Id="rId324" Type="http://schemas.openxmlformats.org/officeDocument/2006/relationships/font" Target="fonts/font117.fntdata"/><Relationship Id="rId323" Type="http://schemas.openxmlformats.org/officeDocument/2006/relationships/font" Target="fonts/font116.fntdata"/><Relationship Id="rId322" Type="http://schemas.openxmlformats.org/officeDocument/2006/relationships/font" Target="fonts/font115.fntdata"/><Relationship Id="rId321" Type="http://schemas.openxmlformats.org/officeDocument/2006/relationships/font" Target="fonts/font114.fntdata"/><Relationship Id="rId320" Type="http://schemas.openxmlformats.org/officeDocument/2006/relationships/font" Target="fonts/font113.fntdata"/><Relationship Id="rId32" Type="http://schemas.openxmlformats.org/officeDocument/2006/relationships/slideMaster" Target="slideMasters/slideMaster31.xml"/><Relationship Id="rId319" Type="http://schemas.openxmlformats.org/officeDocument/2006/relationships/font" Target="fonts/font112.fntdata"/><Relationship Id="rId318" Type="http://schemas.openxmlformats.org/officeDocument/2006/relationships/font" Target="fonts/font111.fntdata"/><Relationship Id="rId317" Type="http://schemas.openxmlformats.org/officeDocument/2006/relationships/font" Target="fonts/font110.fntdata"/><Relationship Id="rId316" Type="http://schemas.openxmlformats.org/officeDocument/2006/relationships/font" Target="fonts/font109.fntdata"/><Relationship Id="rId315" Type="http://schemas.openxmlformats.org/officeDocument/2006/relationships/font" Target="fonts/font108.fntdata"/><Relationship Id="rId314" Type="http://schemas.openxmlformats.org/officeDocument/2006/relationships/font" Target="fonts/font107.fntdata"/><Relationship Id="rId313" Type="http://schemas.openxmlformats.org/officeDocument/2006/relationships/font" Target="fonts/font106.fntdata"/><Relationship Id="rId312" Type="http://schemas.openxmlformats.org/officeDocument/2006/relationships/font" Target="fonts/font105.fntdata"/><Relationship Id="rId311" Type="http://schemas.openxmlformats.org/officeDocument/2006/relationships/font" Target="fonts/font104.fntdata"/><Relationship Id="rId310" Type="http://schemas.openxmlformats.org/officeDocument/2006/relationships/font" Target="fonts/font103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102.fntdata"/><Relationship Id="rId308" Type="http://schemas.openxmlformats.org/officeDocument/2006/relationships/font" Target="fonts/font101.fntdata"/><Relationship Id="rId307" Type="http://schemas.openxmlformats.org/officeDocument/2006/relationships/font" Target="fonts/font100.fntdata"/><Relationship Id="rId306" Type="http://schemas.openxmlformats.org/officeDocument/2006/relationships/font" Target="fonts/font99.fntdata"/><Relationship Id="rId305" Type="http://schemas.openxmlformats.org/officeDocument/2006/relationships/font" Target="fonts/font98.fntdata"/><Relationship Id="rId304" Type="http://schemas.openxmlformats.org/officeDocument/2006/relationships/font" Target="fonts/font97.fntdata"/><Relationship Id="rId303" Type="http://schemas.openxmlformats.org/officeDocument/2006/relationships/font" Target="fonts/font96.fntdata"/><Relationship Id="rId302" Type="http://schemas.openxmlformats.org/officeDocument/2006/relationships/font" Target="fonts/font95.fntdata"/><Relationship Id="rId301" Type="http://schemas.openxmlformats.org/officeDocument/2006/relationships/font" Target="fonts/font94.fntdata"/><Relationship Id="rId300" Type="http://schemas.openxmlformats.org/officeDocument/2006/relationships/font" Target="fonts/font93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92.fntdata"/><Relationship Id="rId298" Type="http://schemas.openxmlformats.org/officeDocument/2006/relationships/font" Target="fonts/font91.fntdata"/><Relationship Id="rId297" Type="http://schemas.openxmlformats.org/officeDocument/2006/relationships/font" Target="fonts/font90.fntdata"/><Relationship Id="rId296" Type="http://schemas.openxmlformats.org/officeDocument/2006/relationships/font" Target="fonts/font89.fntdata"/><Relationship Id="rId295" Type="http://schemas.openxmlformats.org/officeDocument/2006/relationships/font" Target="fonts/font88.fntdata"/><Relationship Id="rId294" Type="http://schemas.openxmlformats.org/officeDocument/2006/relationships/font" Target="fonts/font87.fntdata"/><Relationship Id="rId293" Type="http://schemas.openxmlformats.org/officeDocument/2006/relationships/font" Target="fonts/font86.fntdata"/><Relationship Id="rId292" Type="http://schemas.openxmlformats.org/officeDocument/2006/relationships/font" Target="fonts/font85.fntdata"/><Relationship Id="rId291" Type="http://schemas.openxmlformats.org/officeDocument/2006/relationships/font" Target="fonts/font84.fntdata"/><Relationship Id="rId290" Type="http://schemas.openxmlformats.org/officeDocument/2006/relationships/font" Target="fonts/font83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82.fntdata"/><Relationship Id="rId288" Type="http://schemas.openxmlformats.org/officeDocument/2006/relationships/font" Target="fonts/font81.fntdata"/><Relationship Id="rId287" Type="http://schemas.openxmlformats.org/officeDocument/2006/relationships/font" Target="fonts/font80.fntdata"/><Relationship Id="rId286" Type="http://schemas.openxmlformats.org/officeDocument/2006/relationships/font" Target="fonts/font79.fntdata"/><Relationship Id="rId285" Type="http://schemas.openxmlformats.org/officeDocument/2006/relationships/font" Target="fonts/font78.fntdata"/><Relationship Id="rId284" Type="http://schemas.openxmlformats.org/officeDocument/2006/relationships/font" Target="fonts/font77.fntdata"/><Relationship Id="rId283" Type="http://schemas.openxmlformats.org/officeDocument/2006/relationships/font" Target="fonts/font76.fntdata"/><Relationship Id="rId282" Type="http://schemas.openxmlformats.org/officeDocument/2006/relationships/font" Target="fonts/font75.fntdata"/><Relationship Id="rId281" Type="http://schemas.openxmlformats.org/officeDocument/2006/relationships/font" Target="fonts/font74.fntdata"/><Relationship Id="rId280" Type="http://schemas.openxmlformats.org/officeDocument/2006/relationships/font" Target="fonts/font73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72.fntdata"/><Relationship Id="rId278" Type="http://schemas.openxmlformats.org/officeDocument/2006/relationships/font" Target="fonts/font71.fntdata"/><Relationship Id="rId277" Type="http://schemas.openxmlformats.org/officeDocument/2006/relationships/font" Target="fonts/font70.fntdata"/><Relationship Id="rId276" Type="http://schemas.openxmlformats.org/officeDocument/2006/relationships/font" Target="fonts/font69.fntdata"/><Relationship Id="rId275" Type="http://schemas.openxmlformats.org/officeDocument/2006/relationships/font" Target="fonts/font68.fntdata"/><Relationship Id="rId274" Type="http://schemas.openxmlformats.org/officeDocument/2006/relationships/font" Target="fonts/font67.fntdata"/><Relationship Id="rId273" Type="http://schemas.openxmlformats.org/officeDocument/2006/relationships/font" Target="fonts/font66.fntdata"/><Relationship Id="rId272" Type="http://schemas.openxmlformats.org/officeDocument/2006/relationships/font" Target="fonts/font65.fntdata"/><Relationship Id="rId271" Type="http://schemas.openxmlformats.org/officeDocument/2006/relationships/font" Target="fonts/font64.fntdata"/><Relationship Id="rId270" Type="http://schemas.openxmlformats.org/officeDocument/2006/relationships/font" Target="fonts/font63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62.fntdata"/><Relationship Id="rId268" Type="http://schemas.openxmlformats.org/officeDocument/2006/relationships/font" Target="fonts/font61.fntdata"/><Relationship Id="rId267" Type="http://schemas.openxmlformats.org/officeDocument/2006/relationships/font" Target="fonts/font60.fntdata"/><Relationship Id="rId266" Type="http://schemas.openxmlformats.org/officeDocument/2006/relationships/font" Target="fonts/font59.fntdata"/><Relationship Id="rId265" Type="http://schemas.openxmlformats.org/officeDocument/2006/relationships/font" Target="fonts/font58.fntdata"/><Relationship Id="rId264" Type="http://schemas.openxmlformats.org/officeDocument/2006/relationships/font" Target="fonts/font57.fntdata"/><Relationship Id="rId263" Type="http://schemas.openxmlformats.org/officeDocument/2006/relationships/font" Target="fonts/font56.fntdata"/><Relationship Id="rId262" Type="http://schemas.openxmlformats.org/officeDocument/2006/relationships/font" Target="fonts/font55.fntdata"/><Relationship Id="rId261" Type="http://schemas.openxmlformats.org/officeDocument/2006/relationships/font" Target="fonts/font54.fntdata"/><Relationship Id="rId260" Type="http://schemas.openxmlformats.org/officeDocument/2006/relationships/font" Target="fonts/font53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52.fntdata"/><Relationship Id="rId258" Type="http://schemas.openxmlformats.org/officeDocument/2006/relationships/font" Target="fonts/font51.fntdata"/><Relationship Id="rId257" Type="http://schemas.openxmlformats.org/officeDocument/2006/relationships/font" Target="fonts/font50.fntdata"/><Relationship Id="rId256" Type="http://schemas.openxmlformats.org/officeDocument/2006/relationships/font" Target="fonts/font49.fntdata"/><Relationship Id="rId255" Type="http://schemas.openxmlformats.org/officeDocument/2006/relationships/font" Target="fonts/font48.fntdata"/><Relationship Id="rId254" Type="http://schemas.openxmlformats.org/officeDocument/2006/relationships/font" Target="fonts/font47.fntdata"/><Relationship Id="rId253" Type="http://schemas.openxmlformats.org/officeDocument/2006/relationships/font" Target="fonts/font46.fntdata"/><Relationship Id="rId252" Type="http://schemas.openxmlformats.org/officeDocument/2006/relationships/font" Target="fonts/font45.fntdata"/><Relationship Id="rId251" Type="http://schemas.openxmlformats.org/officeDocument/2006/relationships/font" Target="fonts/font44.fntdata"/><Relationship Id="rId250" Type="http://schemas.openxmlformats.org/officeDocument/2006/relationships/font" Target="fonts/font43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42.fntdata"/><Relationship Id="rId248" Type="http://schemas.openxmlformats.org/officeDocument/2006/relationships/font" Target="fonts/font41.fntdata"/><Relationship Id="rId247" Type="http://schemas.openxmlformats.org/officeDocument/2006/relationships/font" Target="fonts/font40.fntdata"/><Relationship Id="rId246" Type="http://schemas.openxmlformats.org/officeDocument/2006/relationships/font" Target="fonts/font39.fntdata"/><Relationship Id="rId245" Type="http://schemas.openxmlformats.org/officeDocument/2006/relationships/font" Target="fonts/font38.fntdata"/><Relationship Id="rId244" Type="http://schemas.openxmlformats.org/officeDocument/2006/relationships/font" Target="fonts/font37.fntdata"/><Relationship Id="rId243" Type="http://schemas.openxmlformats.org/officeDocument/2006/relationships/font" Target="fonts/font36.fntdata"/><Relationship Id="rId242" Type="http://schemas.openxmlformats.org/officeDocument/2006/relationships/font" Target="fonts/font35.fntdata"/><Relationship Id="rId241" Type="http://schemas.openxmlformats.org/officeDocument/2006/relationships/font" Target="fonts/font34.fntdata"/><Relationship Id="rId240" Type="http://schemas.openxmlformats.org/officeDocument/2006/relationships/font" Target="fonts/font33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32.fntdata"/><Relationship Id="rId238" Type="http://schemas.openxmlformats.org/officeDocument/2006/relationships/font" Target="fonts/font31.fntdata"/><Relationship Id="rId237" Type="http://schemas.openxmlformats.org/officeDocument/2006/relationships/font" Target="fonts/font30.fntdata"/><Relationship Id="rId236" Type="http://schemas.openxmlformats.org/officeDocument/2006/relationships/font" Target="fonts/font29.fntdata"/><Relationship Id="rId235" Type="http://schemas.openxmlformats.org/officeDocument/2006/relationships/font" Target="fonts/font28.fntdata"/><Relationship Id="rId234" Type="http://schemas.openxmlformats.org/officeDocument/2006/relationships/font" Target="fonts/font27.fntdata"/><Relationship Id="rId233" Type="http://schemas.openxmlformats.org/officeDocument/2006/relationships/font" Target="fonts/font26.fntdata"/><Relationship Id="rId232" Type="http://schemas.openxmlformats.org/officeDocument/2006/relationships/font" Target="fonts/font25.fntdata"/><Relationship Id="rId231" Type="http://schemas.openxmlformats.org/officeDocument/2006/relationships/font" Target="fonts/font24.fntdata"/><Relationship Id="rId230" Type="http://schemas.openxmlformats.org/officeDocument/2006/relationships/font" Target="fonts/font23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22.fntdata"/><Relationship Id="rId228" Type="http://schemas.openxmlformats.org/officeDocument/2006/relationships/font" Target="fonts/font21.fntdata"/><Relationship Id="rId227" Type="http://schemas.openxmlformats.org/officeDocument/2006/relationships/font" Target="fonts/font20.fntdata"/><Relationship Id="rId226" Type="http://schemas.openxmlformats.org/officeDocument/2006/relationships/font" Target="fonts/font19.fntdata"/><Relationship Id="rId225" Type="http://schemas.openxmlformats.org/officeDocument/2006/relationships/font" Target="fonts/font18.fntdata"/><Relationship Id="rId224" Type="http://schemas.openxmlformats.org/officeDocument/2006/relationships/font" Target="fonts/font17.fntdata"/><Relationship Id="rId223" Type="http://schemas.openxmlformats.org/officeDocument/2006/relationships/font" Target="fonts/font16.fntdata"/><Relationship Id="rId222" Type="http://schemas.openxmlformats.org/officeDocument/2006/relationships/font" Target="fonts/font15.fntdata"/><Relationship Id="rId221" Type="http://schemas.openxmlformats.org/officeDocument/2006/relationships/font" Target="fonts/font14.fntdata"/><Relationship Id="rId220" Type="http://schemas.openxmlformats.org/officeDocument/2006/relationships/font" Target="fonts/font13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12.fntdata"/><Relationship Id="rId218" Type="http://schemas.openxmlformats.org/officeDocument/2006/relationships/font" Target="fonts/font11.fntdata"/><Relationship Id="rId217" Type="http://schemas.openxmlformats.org/officeDocument/2006/relationships/font" Target="fonts/font10.fntdata"/><Relationship Id="rId216" Type="http://schemas.openxmlformats.org/officeDocument/2006/relationships/font" Target="fonts/font9.fntdata"/><Relationship Id="rId215" Type="http://schemas.openxmlformats.org/officeDocument/2006/relationships/font" Target="fonts/font8.fntdata"/><Relationship Id="rId214" Type="http://schemas.openxmlformats.org/officeDocument/2006/relationships/font" Target="fonts/font7.fntdata"/><Relationship Id="rId213" Type="http://schemas.openxmlformats.org/officeDocument/2006/relationships/font" Target="fonts/font6.fntdata"/><Relationship Id="rId212" Type="http://schemas.openxmlformats.org/officeDocument/2006/relationships/font" Target="fonts/font5.fntdata"/><Relationship Id="rId211" Type="http://schemas.openxmlformats.org/officeDocument/2006/relationships/font" Target="fonts/font4.fntdata"/><Relationship Id="rId210" Type="http://schemas.openxmlformats.org/officeDocument/2006/relationships/font" Target="fonts/font3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2.fntdata"/><Relationship Id="rId208" Type="http://schemas.openxmlformats.org/officeDocument/2006/relationships/font" Target="fonts/font1.fntdata"/><Relationship Id="rId207" Type="http://schemas.openxmlformats.org/officeDocument/2006/relationships/tableStyles" Target="tableStyles.xml"/><Relationship Id="rId206" Type="http://schemas.openxmlformats.org/officeDocument/2006/relationships/viewProps" Target="viewProps.xml"/><Relationship Id="rId205" Type="http://schemas.openxmlformats.org/officeDocument/2006/relationships/presProps" Target="presProps.xml"/><Relationship Id="rId204" Type="http://schemas.openxmlformats.org/officeDocument/2006/relationships/slide" Target="slides/slide101.xml"/><Relationship Id="rId203" Type="http://schemas.openxmlformats.org/officeDocument/2006/relationships/slide" Target="slides/slide100.xml"/><Relationship Id="rId202" Type="http://schemas.openxmlformats.org/officeDocument/2006/relationships/slide" Target="slides/slide99.xml"/><Relationship Id="rId201" Type="http://schemas.openxmlformats.org/officeDocument/2006/relationships/slide" Target="slides/slide98.xml"/><Relationship Id="rId200" Type="http://schemas.openxmlformats.org/officeDocument/2006/relationships/slide" Target="slides/slide97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slide" Target="slides/slide96.xml"/><Relationship Id="rId198" Type="http://schemas.openxmlformats.org/officeDocument/2006/relationships/slide" Target="slides/slide95.xml"/><Relationship Id="rId197" Type="http://schemas.openxmlformats.org/officeDocument/2006/relationships/slide" Target="slides/slide94.xml"/><Relationship Id="rId196" Type="http://schemas.openxmlformats.org/officeDocument/2006/relationships/slide" Target="slides/slide93.xml"/><Relationship Id="rId195" Type="http://schemas.openxmlformats.org/officeDocument/2006/relationships/slide" Target="slides/slide92.xml"/><Relationship Id="rId194" Type="http://schemas.openxmlformats.org/officeDocument/2006/relationships/slide" Target="slides/slide91.xml"/><Relationship Id="rId193" Type="http://schemas.openxmlformats.org/officeDocument/2006/relationships/slide" Target="slides/slide90.xml"/><Relationship Id="rId192" Type="http://schemas.openxmlformats.org/officeDocument/2006/relationships/slide" Target="slides/slide89.xml"/><Relationship Id="rId191" Type="http://schemas.openxmlformats.org/officeDocument/2006/relationships/slide" Target="slides/slide88.xml"/><Relationship Id="rId190" Type="http://schemas.openxmlformats.org/officeDocument/2006/relationships/slide" Target="slides/slide87.xml"/><Relationship Id="rId19" Type="http://schemas.openxmlformats.org/officeDocument/2006/relationships/slideMaster" Target="slideMasters/slideMaster18.xml"/><Relationship Id="rId189" Type="http://schemas.openxmlformats.org/officeDocument/2006/relationships/slide" Target="slides/slide86.xml"/><Relationship Id="rId188" Type="http://schemas.openxmlformats.org/officeDocument/2006/relationships/slide" Target="slides/slide85.xml"/><Relationship Id="rId187" Type="http://schemas.openxmlformats.org/officeDocument/2006/relationships/slide" Target="slides/slide84.xml"/><Relationship Id="rId186" Type="http://schemas.openxmlformats.org/officeDocument/2006/relationships/slide" Target="slides/slide83.xml"/><Relationship Id="rId185" Type="http://schemas.openxmlformats.org/officeDocument/2006/relationships/slide" Target="slides/slide82.xml"/><Relationship Id="rId184" Type="http://schemas.openxmlformats.org/officeDocument/2006/relationships/slide" Target="slides/slide81.xml"/><Relationship Id="rId183" Type="http://schemas.openxmlformats.org/officeDocument/2006/relationships/slide" Target="slides/slide80.xml"/><Relationship Id="rId182" Type="http://schemas.openxmlformats.org/officeDocument/2006/relationships/slide" Target="slides/slide79.xml"/><Relationship Id="rId181" Type="http://schemas.openxmlformats.org/officeDocument/2006/relationships/slide" Target="slides/slide78.xml"/><Relationship Id="rId180" Type="http://schemas.openxmlformats.org/officeDocument/2006/relationships/slide" Target="slides/slide77.xml"/><Relationship Id="rId18" Type="http://schemas.openxmlformats.org/officeDocument/2006/relationships/slideMaster" Target="slideMasters/slideMaster17.xml"/><Relationship Id="rId179" Type="http://schemas.openxmlformats.org/officeDocument/2006/relationships/slide" Target="slides/slide76.xml"/><Relationship Id="rId178" Type="http://schemas.openxmlformats.org/officeDocument/2006/relationships/slide" Target="slides/slide75.xml"/><Relationship Id="rId177" Type="http://schemas.openxmlformats.org/officeDocument/2006/relationships/slide" Target="slides/slide74.xml"/><Relationship Id="rId176" Type="http://schemas.openxmlformats.org/officeDocument/2006/relationships/slide" Target="slides/slide73.xml"/><Relationship Id="rId175" Type="http://schemas.openxmlformats.org/officeDocument/2006/relationships/slide" Target="slides/slide72.xml"/><Relationship Id="rId174" Type="http://schemas.openxmlformats.org/officeDocument/2006/relationships/slide" Target="slides/slide71.xml"/><Relationship Id="rId173" Type="http://schemas.openxmlformats.org/officeDocument/2006/relationships/slide" Target="slides/slide70.xml"/><Relationship Id="rId172" Type="http://schemas.openxmlformats.org/officeDocument/2006/relationships/slide" Target="slides/slide69.xml"/><Relationship Id="rId171" Type="http://schemas.openxmlformats.org/officeDocument/2006/relationships/slide" Target="slides/slide68.xml"/><Relationship Id="rId170" Type="http://schemas.openxmlformats.org/officeDocument/2006/relationships/slide" Target="slides/slide67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66.xml"/><Relationship Id="rId168" Type="http://schemas.openxmlformats.org/officeDocument/2006/relationships/slide" Target="slides/slide65.xml"/><Relationship Id="rId167" Type="http://schemas.openxmlformats.org/officeDocument/2006/relationships/slide" Target="slides/slide64.xml"/><Relationship Id="rId166" Type="http://schemas.openxmlformats.org/officeDocument/2006/relationships/slide" Target="slides/slide63.xml"/><Relationship Id="rId165" Type="http://schemas.openxmlformats.org/officeDocument/2006/relationships/slide" Target="slides/slide62.xml"/><Relationship Id="rId164" Type="http://schemas.openxmlformats.org/officeDocument/2006/relationships/slide" Target="slides/slide61.xml"/><Relationship Id="rId163" Type="http://schemas.openxmlformats.org/officeDocument/2006/relationships/slide" Target="slides/slide60.xml"/><Relationship Id="rId162" Type="http://schemas.openxmlformats.org/officeDocument/2006/relationships/slide" Target="slides/slide59.xml"/><Relationship Id="rId161" Type="http://schemas.openxmlformats.org/officeDocument/2006/relationships/slide" Target="slides/slide58.xml"/><Relationship Id="rId160" Type="http://schemas.openxmlformats.org/officeDocument/2006/relationships/slide" Target="slides/slide57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56.xml"/><Relationship Id="rId158" Type="http://schemas.openxmlformats.org/officeDocument/2006/relationships/slide" Target="slides/slide55.xml"/><Relationship Id="rId157" Type="http://schemas.openxmlformats.org/officeDocument/2006/relationships/slide" Target="slides/slide54.xml"/><Relationship Id="rId156" Type="http://schemas.openxmlformats.org/officeDocument/2006/relationships/slide" Target="slides/slide53.xml"/><Relationship Id="rId155" Type="http://schemas.openxmlformats.org/officeDocument/2006/relationships/slide" Target="slides/slide52.xml"/><Relationship Id="rId154" Type="http://schemas.openxmlformats.org/officeDocument/2006/relationships/slide" Target="slides/slide51.xml"/><Relationship Id="rId153" Type="http://schemas.openxmlformats.org/officeDocument/2006/relationships/slide" Target="slides/slide50.xml"/><Relationship Id="rId152" Type="http://schemas.openxmlformats.org/officeDocument/2006/relationships/slide" Target="slides/slide49.xml"/><Relationship Id="rId151" Type="http://schemas.openxmlformats.org/officeDocument/2006/relationships/slide" Target="slides/slide48.xml"/><Relationship Id="rId150" Type="http://schemas.openxmlformats.org/officeDocument/2006/relationships/slide" Target="slides/slide47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46.xml"/><Relationship Id="rId148" Type="http://schemas.openxmlformats.org/officeDocument/2006/relationships/slide" Target="slides/slide45.xml"/><Relationship Id="rId147" Type="http://schemas.openxmlformats.org/officeDocument/2006/relationships/slide" Target="slides/slide44.xml"/><Relationship Id="rId146" Type="http://schemas.openxmlformats.org/officeDocument/2006/relationships/slide" Target="slides/slide43.xml"/><Relationship Id="rId145" Type="http://schemas.openxmlformats.org/officeDocument/2006/relationships/slide" Target="slides/slide42.xml"/><Relationship Id="rId144" Type="http://schemas.openxmlformats.org/officeDocument/2006/relationships/slide" Target="slides/slide41.xml"/><Relationship Id="rId143" Type="http://schemas.openxmlformats.org/officeDocument/2006/relationships/slide" Target="slides/slide40.xml"/><Relationship Id="rId142" Type="http://schemas.openxmlformats.org/officeDocument/2006/relationships/slide" Target="slides/slide39.xml"/><Relationship Id="rId141" Type="http://schemas.openxmlformats.org/officeDocument/2006/relationships/slide" Target="slides/slide38.xml"/><Relationship Id="rId140" Type="http://schemas.openxmlformats.org/officeDocument/2006/relationships/slide" Target="slides/slide37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36.xml"/><Relationship Id="rId138" Type="http://schemas.openxmlformats.org/officeDocument/2006/relationships/slide" Target="slides/slide35.xml"/><Relationship Id="rId137" Type="http://schemas.openxmlformats.org/officeDocument/2006/relationships/slide" Target="slides/slide34.xml"/><Relationship Id="rId136" Type="http://schemas.openxmlformats.org/officeDocument/2006/relationships/slide" Target="slides/slide33.xml"/><Relationship Id="rId135" Type="http://schemas.openxmlformats.org/officeDocument/2006/relationships/slide" Target="slides/slide32.xml"/><Relationship Id="rId134" Type="http://schemas.openxmlformats.org/officeDocument/2006/relationships/slide" Target="slides/slide31.xml"/><Relationship Id="rId133" Type="http://schemas.openxmlformats.org/officeDocument/2006/relationships/slide" Target="slides/slide30.xml"/><Relationship Id="rId132" Type="http://schemas.openxmlformats.org/officeDocument/2006/relationships/slide" Target="slides/slide29.xml"/><Relationship Id="rId131" Type="http://schemas.openxmlformats.org/officeDocument/2006/relationships/slide" Target="slides/slide28.xml"/><Relationship Id="rId130" Type="http://schemas.openxmlformats.org/officeDocument/2006/relationships/slide" Target="slides/slide2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26.xml"/><Relationship Id="rId128" Type="http://schemas.openxmlformats.org/officeDocument/2006/relationships/slide" Target="slides/slide25.xml"/><Relationship Id="rId127" Type="http://schemas.openxmlformats.org/officeDocument/2006/relationships/slide" Target="slides/slide24.xml"/><Relationship Id="rId126" Type="http://schemas.openxmlformats.org/officeDocument/2006/relationships/slide" Target="slides/slide23.xml"/><Relationship Id="rId125" Type="http://schemas.openxmlformats.org/officeDocument/2006/relationships/slide" Target="slides/slide22.xml"/><Relationship Id="rId124" Type="http://schemas.openxmlformats.org/officeDocument/2006/relationships/slide" Target="slides/slide21.xml"/><Relationship Id="rId123" Type="http://schemas.openxmlformats.org/officeDocument/2006/relationships/slide" Target="slides/slide20.xml"/><Relationship Id="rId122" Type="http://schemas.openxmlformats.org/officeDocument/2006/relationships/slide" Target="slides/slide19.xml"/><Relationship Id="rId121" Type="http://schemas.openxmlformats.org/officeDocument/2006/relationships/slide" Target="slides/slide18.xml"/><Relationship Id="rId120" Type="http://schemas.openxmlformats.org/officeDocument/2006/relationships/slide" Target="slides/slide17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16.xml"/><Relationship Id="rId118" Type="http://schemas.openxmlformats.org/officeDocument/2006/relationships/slide" Target="slides/slide15.xml"/><Relationship Id="rId117" Type="http://schemas.openxmlformats.org/officeDocument/2006/relationships/slide" Target="slides/slide14.xml"/><Relationship Id="rId116" Type="http://schemas.openxmlformats.org/officeDocument/2006/relationships/slide" Target="slides/slide13.xml"/><Relationship Id="rId115" Type="http://schemas.openxmlformats.org/officeDocument/2006/relationships/slide" Target="slides/slide12.xml"/><Relationship Id="rId114" Type="http://schemas.openxmlformats.org/officeDocument/2006/relationships/slide" Target="slides/slide11.xml"/><Relationship Id="rId113" Type="http://schemas.openxmlformats.org/officeDocument/2006/relationships/slide" Target="slides/slide10.xml"/><Relationship Id="rId112" Type="http://schemas.openxmlformats.org/officeDocument/2006/relationships/slide" Target="slides/slide9.xml"/><Relationship Id="rId111" Type="http://schemas.openxmlformats.org/officeDocument/2006/relationships/slide" Target="slides/slide8.xml"/><Relationship Id="rId110" Type="http://schemas.openxmlformats.org/officeDocument/2006/relationships/slide" Target="slides/slide7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.xml"/><Relationship Id="rId108" Type="http://schemas.openxmlformats.org/officeDocument/2006/relationships/slide" Target="slides/slide5.xml"/><Relationship Id="rId107" Type="http://schemas.openxmlformats.org/officeDocument/2006/relationships/slide" Target="slides/slide4.xml"/><Relationship Id="rId106" Type="http://schemas.openxmlformats.org/officeDocument/2006/relationships/slide" Target="slides/slide3.xml"/><Relationship Id="rId105" Type="http://schemas.openxmlformats.org/officeDocument/2006/relationships/slide" Target="slides/slide2.xml"/><Relationship Id="rId104" Type="http://schemas.openxmlformats.org/officeDocument/2006/relationships/notesMaster" Target="notesMasters/notesMaster1.xml"/><Relationship Id="rId103" Type="http://schemas.openxmlformats.org/officeDocument/2006/relationships/slide" Target="slides/slide1.xml"/><Relationship Id="rId102" Type="http://schemas.openxmlformats.org/officeDocument/2006/relationships/slideMaster" Target="slideMasters/slideMaster101.xml"/><Relationship Id="rId101" Type="http://schemas.openxmlformats.org/officeDocument/2006/relationships/slideMaster" Target="slideMasters/slideMaster100.xml"/><Relationship Id="rId100" Type="http://schemas.openxmlformats.org/officeDocument/2006/relationships/slideMaster" Target="slideMasters/slideMaster9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3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4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5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6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7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8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9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50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1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2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3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4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5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6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7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8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9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60.xml"/></Relationships>
</file>

<file path=ppt/slideMasters/_rels/slideMaster60.xml.rels><?xml version="1.0" encoding="UTF-8" standalone="yes"?>
<Relationships xmlns="http://schemas.openxmlformats.org/package/2006/relationships"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61.xml"/></Relationships>
</file>

<file path=ppt/slideMasters/_rels/slideMaster61.xml.rels><?xml version="1.0" encoding="UTF-8" standalone="yes"?>
<Relationships xmlns="http://schemas.openxmlformats.org/package/2006/relationships"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62.xml"/></Relationships>
</file>

<file path=ppt/slideMasters/_rels/slideMaster62.xml.rels><?xml version="1.0" encoding="UTF-8" standalone="yes"?>
<Relationships xmlns="http://schemas.openxmlformats.org/package/2006/relationships"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63.xml"/></Relationships>
</file>

<file path=ppt/slideMasters/_rels/slideMaster63.xml.rels><?xml version="1.0" encoding="UTF-8" standalone="yes"?>
<Relationships xmlns="http://schemas.openxmlformats.org/package/2006/relationships"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64.xml"/></Relationships>
</file>

<file path=ppt/slideMasters/_rels/slideMaster64.xml.rels><?xml version="1.0" encoding="UTF-8" standalone="yes"?>
<Relationships xmlns="http://schemas.openxmlformats.org/package/2006/relationships"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65.xml"/></Relationships>
</file>

<file path=ppt/slideMasters/_rels/slideMaster65.xml.rels><?xml version="1.0" encoding="UTF-8" standalone="yes"?>
<Relationships xmlns="http://schemas.openxmlformats.org/package/2006/relationships"><Relationship Id="rId2" Type="http://schemas.openxmlformats.org/officeDocument/2006/relationships/theme" Target="../theme/theme65.xml"/><Relationship Id="rId1" Type="http://schemas.openxmlformats.org/officeDocument/2006/relationships/slideLayout" Target="../slideLayouts/slideLayout66.xml"/></Relationships>
</file>

<file path=ppt/slideMasters/_rels/slideMaster6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6.xml"/><Relationship Id="rId1" Type="http://schemas.openxmlformats.org/officeDocument/2006/relationships/slideLayout" Target="../slideLayouts/slideLayout67.xml"/></Relationships>
</file>

<file path=ppt/slideMasters/_rels/slideMaster67.xml.rels><?xml version="1.0" encoding="UTF-8" standalone="yes"?>
<Relationships xmlns="http://schemas.openxmlformats.org/package/2006/relationships"><Relationship Id="rId2" Type="http://schemas.openxmlformats.org/officeDocument/2006/relationships/theme" Target="../theme/theme67.xml"/><Relationship Id="rId1" Type="http://schemas.openxmlformats.org/officeDocument/2006/relationships/slideLayout" Target="../slideLayouts/slideLayout68.xml"/></Relationships>
</file>

<file path=ppt/slideMasters/_rels/slideMaster68.xml.rels><?xml version="1.0" encoding="UTF-8" standalone="yes"?>
<Relationships xmlns="http://schemas.openxmlformats.org/package/2006/relationships"><Relationship Id="rId2" Type="http://schemas.openxmlformats.org/officeDocument/2006/relationships/theme" Target="../theme/theme68.xml"/><Relationship Id="rId1" Type="http://schemas.openxmlformats.org/officeDocument/2006/relationships/slideLayout" Target="../slideLayouts/slideLayout69.xml"/></Relationships>
</file>

<file path=ppt/slideMasters/_rels/slideMaster69.xml.rels><?xml version="1.0" encoding="UTF-8" standalone="yes"?>
<Relationships xmlns="http://schemas.openxmlformats.org/package/2006/relationships"><Relationship Id="rId2" Type="http://schemas.openxmlformats.org/officeDocument/2006/relationships/theme" Target="../theme/theme69.xml"/><Relationship Id="rId1" Type="http://schemas.openxmlformats.org/officeDocument/2006/relationships/slideLayout" Target="../slideLayouts/slideLayout70.xml"/></Relationships>
</file>

<file path=ppt/slideMasters/_rels/slideMaster70.xml.rels><?xml version="1.0" encoding="UTF-8" standalone="yes"?>
<Relationships xmlns="http://schemas.openxmlformats.org/package/2006/relationships"><Relationship Id="rId2" Type="http://schemas.openxmlformats.org/officeDocument/2006/relationships/theme" Target="../theme/theme70.xml"/><Relationship Id="rId1" Type="http://schemas.openxmlformats.org/officeDocument/2006/relationships/slideLayout" Target="../slideLayouts/slideLayout71.xml"/></Relationships>
</file>

<file path=ppt/slideMasters/_rels/slideMaster71.xml.rels><?xml version="1.0" encoding="UTF-8" standalone="yes"?>
<Relationships xmlns="http://schemas.openxmlformats.org/package/2006/relationships"><Relationship Id="rId2" Type="http://schemas.openxmlformats.org/officeDocument/2006/relationships/theme" Target="../theme/theme71.xml"/><Relationship Id="rId1" Type="http://schemas.openxmlformats.org/officeDocument/2006/relationships/slideLayout" Target="../slideLayouts/slideLayout72.xml"/></Relationships>
</file>

<file path=ppt/slideMasters/_rels/slideMaster72.xml.rels><?xml version="1.0" encoding="UTF-8" standalone="yes"?>
<Relationships xmlns="http://schemas.openxmlformats.org/package/2006/relationships"><Relationship Id="rId2" Type="http://schemas.openxmlformats.org/officeDocument/2006/relationships/theme" Target="../theme/theme72.xml"/><Relationship Id="rId1" Type="http://schemas.openxmlformats.org/officeDocument/2006/relationships/slideLayout" Target="../slideLayouts/slideLayout73.xml"/></Relationships>
</file>

<file path=ppt/slideMasters/_rels/slideMaster73.xml.rels><?xml version="1.0" encoding="UTF-8" standalone="yes"?>
<Relationships xmlns="http://schemas.openxmlformats.org/package/2006/relationships"><Relationship Id="rId2" Type="http://schemas.openxmlformats.org/officeDocument/2006/relationships/theme" Target="../theme/theme73.xml"/><Relationship Id="rId1" Type="http://schemas.openxmlformats.org/officeDocument/2006/relationships/slideLayout" Target="../slideLayouts/slideLayout74.xml"/></Relationships>
</file>

<file path=ppt/slideMasters/_rels/slideMaster74.xml.rels><?xml version="1.0" encoding="UTF-8" standalone="yes"?>
<Relationships xmlns="http://schemas.openxmlformats.org/package/2006/relationships"><Relationship Id="rId2" Type="http://schemas.openxmlformats.org/officeDocument/2006/relationships/theme" Target="../theme/theme74.xml"/><Relationship Id="rId1" Type="http://schemas.openxmlformats.org/officeDocument/2006/relationships/slideLayout" Target="../slideLayouts/slideLayout75.xml"/></Relationships>
</file>

<file path=ppt/slideMasters/_rels/slideMaster75.xml.rels><?xml version="1.0" encoding="UTF-8" standalone="yes"?>
<Relationships xmlns="http://schemas.openxmlformats.org/package/2006/relationships"><Relationship Id="rId2" Type="http://schemas.openxmlformats.org/officeDocument/2006/relationships/theme" Target="../theme/theme75.xml"/><Relationship Id="rId1" Type="http://schemas.openxmlformats.org/officeDocument/2006/relationships/slideLayout" Target="../slideLayouts/slideLayout76.xml"/></Relationships>
</file>

<file path=ppt/slideMasters/_rels/slideMaster76.xml.rels><?xml version="1.0" encoding="UTF-8" standalone="yes"?>
<Relationships xmlns="http://schemas.openxmlformats.org/package/2006/relationships"><Relationship Id="rId2" Type="http://schemas.openxmlformats.org/officeDocument/2006/relationships/theme" Target="../theme/theme76.xml"/><Relationship Id="rId1" Type="http://schemas.openxmlformats.org/officeDocument/2006/relationships/slideLayout" Target="../slideLayouts/slideLayout77.xml"/></Relationships>
</file>

<file path=ppt/slideMasters/_rels/slideMaster7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7.xml"/><Relationship Id="rId1" Type="http://schemas.openxmlformats.org/officeDocument/2006/relationships/slideLayout" Target="../slideLayouts/slideLayout78.xml"/></Relationships>
</file>

<file path=ppt/slideMasters/_rels/slideMaster78.xml.rels><?xml version="1.0" encoding="UTF-8" standalone="yes"?>
<Relationships xmlns="http://schemas.openxmlformats.org/package/2006/relationships"><Relationship Id="rId2" Type="http://schemas.openxmlformats.org/officeDocument/2006/relationships/theme" Target="../theme/theme78.xml"/><Relationship Id="rId1" Type="http://schemas.openxmlformats.org/officeDocument/2006/relationships/slideLayout" Target="../slideLayouts/slideLayout79.xml"/></Relationships>
</file>

<file path=ppt/slideMasters/_rels/slideMaster79.xml.rels><?xml version="1.0" encoding="UTF-8" standalone="yes"?>
<Relationships xmlns="http://schemas.openxmlformats.org/package/2006/relationships"><Relationship Id="rId2" Type="http://schemas.openxmlformats.org/officeDocument/2006/relationships/theme" Target="../theme/theme79.xml"/><Relationship Id="rId1" Type="http://schemas.openxmlformats.org/officeDocument/2006/relationships/slideLayout" Target="../slideLayouts/slideLayout80.xml"/></Relationships>
</file>

<file path=ppt/slideMasters/_rels/slideMaster80.xml.rels><?xml version="1.0" encoding="UTF-8" standalone="yes"?>
<Relationships xmlns="http://schemas.openxmlformats.org/package/2006/relationships"><Relationship Id="rId2" Type="http://schemas.openxmlformats.org/officeDocument/2006/relationships/theme" Target="../theme/theme80.xml"/><Relationship Id="rId1" Type="http://schemas.openxmlformats.org/officeDocument/2006/relationships/slideLayout" Target="../slideLayouts/slideLayout81.xml"/></Relationships>
</file>

<file path=ppt/slideMasters/_rels/slideMaster81.xml.rels><?xml version="1.0" encoding="UTF-8" standalone="yes"?>
<Relationships xmlns="http://schemas.openxmlformats.org/package/2006/relationships"><Relationship Id="rId2" Type="http://schemas.openxmlformats.org/officeDocument/2006/relationships/theme" Target="../theme/theme81.xml"/><Relationship Id="rId1" Type="http://schemas.openxmlformats.org/officeDocument/2006/relationships/slideLayout" Target="../slideLayouts/slideLayout82.xml"/></Relationships>
</file>

<file path=ppt/slideMasters/_rels/slideMaster82.xml.rels><?xml version="1.0" encoding="UTF-8" standalone="yes"?>
<Relationships xmlns="http://schemas.openxmlformats.org/package/2006/relationships"><Relationship Id="rId2" Type="http://schemas.openxmlformats.org/officeDocument/2006/relationships/theme" Target="../theme/theme82.xml"/><Relationship Id="rId1" Type="http://schemas.openxmlformats.org/officeDocument/2006/relationships/slideLayout" Target="../slideLayouts/slideLayout83.xml"/></Relationships>
</file>

<file path=ppt/slideMasters/_rels/slideMaster83.xml.rels><?xml version="1.0" encoding="UTF-8" standalone="yes"?>
<Relationships xmlns="http://schemas.openxmlformats.org/package/2006/relationships"><Relationship Id="rId2" Type="http://schemas.openxmlformats.org/officeDocument/2006/relationships/theme" Target="../theme/theme83.xml"/><Relationship Id="rId1" Type="http://schemas.openxmlformats.org/officeDocument/2006/relationships/slideLayout" Target="../slideLayouts/slideLayout84.xml"/></Relationships>
</file>

<file path=ppt/slideMasters/_rels/slideMaster84.xml.rels><?xml version="1.0" encoding="UTF-8" standalone="yes"?>
<Relationships xmlns="http://schemas.openxmlformats.org/package/2006/relationships"><Relationship Id="rId2" Type="http://schemas.openxmlformats.org/officeDocument/2006/relationships/theme" Target="../theme/theme84.xml"/><Relationship Id="rId1" Type="http://schemas.openxmlformats.org/officeDocument/2006/relationships/slideLayout" Target="../slideLayouts/slideLayout85.xml"/></Relationships>
</file>

<file path=ppt/slideMasters/_rels/slideMaster85.xml.rels><?xml version="1.0" encoding="UTF-8" standalone="yes"?>
<Relationships xmlns="http://schemas.openxmlformats.org/package/2006/relationships"><Relationship Id="rId2" Type="http://schemas.openxmlformats.org/officeDocument/2006/relationships/theme" Target="../theme/theme85.xml"/><Relationship Id="rId1" Type="http://schemas.openxmlformats.org/officeDocument/2006/relationships/slideLayout" Target="../slideLayouts/slideLayout86.xml"/></Relationships>
</file>

<file path=ppt/slideMasters/_rels/slideMaster86.xml.rels><?xml version="1.0" encoding="UTF-8" standalone="yes"?>
<Relationships xmlns="http://schemas.openxmlformats.org/package/2006/relationships"><Relationship Id="rId2" Type="http://schemas.openxmlformats.org/officeDocument/2006/relationships/theme" Target="../theme/theme86.xml"/><Relationship Id="rId1" Type="http://schemas.openxmlformats.org/officeDocument/2006/relationships/slideLayout" Target="../slideLayouts/slideLayout87.xml"/></Relationships>
</file>

<file path=ppt/slideMasters/_rels/slideMaster87.xml.rels><?xml version="1.0" encoding="UTF-8" standalone="yes"?>
<Relationships xmlns="http://schemas.openxmlformats.org/package/2006/relationships"><Relationship Id="rId2" Type="http://schemas.openxmlformats.org/officeDocument/2006/relationships/theme" Target="../theme/theme87.xml"/><Relationship Id="rId1" Type="http://schemas.openxmlformats.org/officeDocument/2006/relationships/slideLayout" Target="../slideLayouts/slideLayout88.xml"/></Relationships>
</file>

<file path=ppt/slideMasters/_rels/slideMaster8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8.xml"/><Relationship Id="rId1" Type="http://schemas.openxmlformats.org/officeDocument/2006/relationships/slideLayout" Target="../slideLayouts/slideLayout89.xml"/></Relationships>
</file>

<file path=ppt/slideMasters/_rels/slideMaster89.xml.rels><?xml version="1.0" encoding="UTF-8" standalone="yes"?>
<Relationships xmlns="http://schemas.openxmlformats.org/package/2006/relationships"><Relationship Id="rId2" Type="http://schemas.openxmlformats.org/officeDocument/2006/relationships/theme" Target="../theme/theme89.xml"/><Relationship Id="rId1" Type="http://schemas.openxmlformats.org/officeDocument/2006/relationships/slideLayout" Target="../slideLayouts/slideLayout90.xml"/></Relationships>
</file>

<file path=ppt/slideMasters/_rels/slideMaster90.xml.rels><?xml version="1.0" encoding="UTF-8" standalone="yes"?>
<Relationships xmlns="http://schemas.openxmlformats.org/package/2006/relationships"><Relationship Id="rId2" Type="http://schemas.openxmlformats.org/officeDocument/2006/relationships/theme" Target="../theme/theme90.xml"/><Relationship Id="rId1" Type="http://schemas.openxmlformats.org/officeDocument/2006/relationships/slideLayout" Target="../slideLayouts/slideLayout91.xml"/></Relationships>
</file>

<file path=ppt/slideMasters/_rels/slideMaster91.xml.rels><?xml version="1.0" encoding="UTF-8" standalone="yes"?>
<Relationships xmlns="http://schemas.openxmlformats.org/package/2006/relationships"><Relationship Id="rId2" Type="http://schemas.openxmlformats.org/officeDocument/2006/relationships/theme" Target="../theme/theme91.xml"/><Relationship Id="rId1" Type="http://schemas.openxmlformats.org/officeDocument/2006/relationships/slideLayout" Target="../slideLayouts/slideLayout92.xml"/></Relationships>
</file>

<file path=ppt/slideMasters/_rels/slideMaster92.xml.rels><?xml version="1.0" encoding="UTF-8" standalone="yes"?>
<Relationships xmlns="http://schemas.openxmlformats.org/package/2006/relationships"><Relationship Id="rId2" Type="http://schemas.openxmlformats.org/officeDocument/2006/relationships/theme" Target="../theme/theme92.xml"/><Relationship Id="rId1" Type="http://schemas.openxmlformats.org/officeDocument/2006/relationships/slideLayout" Target="../slideLayouts/slideLayout93.xml"/></Relationships>
</file>

<file path=ppt/slideMasters/_rels/slideMaster93.xml.rels><?xml version="1.0" encoding="UTF-8" standalone="yes"?>
<Relationships xmlns="http://schemas.openxmlformats.org/package/2006/relationships"><Relationship Id="rId2" Type="http://schemas.openxmlformats.org/officeDocument/2006/relationships/theme" Target="../theme/theme93.xml"/><Relationship Id="rId1" Type="http://schemas.openxmlformats.org/officeDocument/2006/relationships/slideLayout" Target="../slideLayouts/slideLayout94.xml"/></Relationships>
</file>

<file path=ppt/slideMasters/_rels/slideMaster94.xml.rels><?xml version="1.0" encoding="UTF-8" standalone="yes"?>
<Relationships xmlns="http://schemas.openxmlformats.org/package/2006/relationships"><Relationship Id="rId2" Type="http://schemas.openxmlformats.org/officeDocument/2006/relationships/theme" Target="../theme/theme94.xml"/><Relationship Id="rId1" Type="http://schemas.openxmlformats.org/officeDocument/2006/relationships/slideLayout" Target="../slideLayouts/slideLayout95.xml"/></Relationships>
</file>

<file path=ppt/slideMasters/_rels/slideMaster95.xml.rels><?xml version="1.0" encoding="UTF-8" standalone="yes"?>
<Relationships xmlns="http://schemas.openxmlformats.org/package/2006/relationships"><Relationship Id="rId2" Type="http://schemas.openxmlformats.org/officeDocument/2006/relationships/theme" Target="../theme/theme95.xml"/><Relationship Id="rId1" Type="http://schemas.openxmlformats.org/officeDocument/2006/relationships/slideLayout" Target="../slideLayouts/slideLayout96.xml"/></Relationships>
</file>

<file path=ppt/slideMasters/_rels/slideMaster96.xml.rels><?xml version="1.0" encoding="UTF-8" standalone="yes"?>
<Relationships xmlns="http://schemas.openxmlformats.org/package/2006/relationships"><Relationship Id="rId2" Type="http://schemas.openxmlformats.org/officeDocument/2006/relationships/theme" Target="../theme/theme96.xml"/><Relationship Id="rId1" Type="http://schemas.openxmlformats.org/officeDocument/2006/relationships/slideLayout" Target="../slideLayouts/slideLayout97.xml"/></Relationships>
</file>

<file path=ppt/slideMasters/_rels/slideMaster97.xml.rels><?xml version="1.0" encoding="UTF-8" standalone="yes"?>
<Relationships xmlns="http://schemas.openxmlformats.org/package/2006/relationships"><Relationship Id="rId2" Type="http://schemas.openxmlformats.org/officeDocument/2006/relationships/theme" Target="../theme/theme97.xml"/><Relationship Id="rId1" Type="http://schemas.openxmlformats.org/officeDocument/2006/relationships/slideLayout" Target="../slideLayouts/slideLayout98.xml"/></Relationships>
</file>

<file path=ppt/slideMasters/_rels/slideMaster98.xml.rels><?xml version="1.0" encoding="UTF-8" standalone="yes"?>
<Relationships xmlns="http://schemas.openxmlformats.org/package/2006/relationships"><Relationship Id="rId2" Type="http://schemas.openxmlformats.org/officeDocument/2006/relationships/theme" Target="../theme/theme98.xml"/><Relationship Id="rId1" Type="http://schemas.openxmlformats.org/officeDocument/2006/relationships/slideLayout" Target="../slideLayouts/slideLayout99.xml"/></Relationships>
</file>

<file path=ppt/slideMasters/_rels/slideMaster9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9.xml"/><Relationship Id="rId1" Type="http://schemas.openxmlformats.org/officeDocument/2006/relationships/slideLayout" Target="../slideLayouts/slideLayout100.xml"/></Relationships>
</file>

<file path=ppt/slideMasters/_rels/slideMaster10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0.xml"/><Relationship Id="rId1" Type="http://schemas.openxmlformats.org/officeDocument/2006/relationships/slideLayout" Target="../slideLayouts/slideLayout101.xml"/></Relationships>
</file>

<file path=ppt/slideMasters/_rels/slideMaster10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1.xml"/><Relationship Id="rId1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0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1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1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15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16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7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18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image" Target="../media/image19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0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2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2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23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4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5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26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2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27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28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29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30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31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image" Target="../media/image32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image" Target="../media/image2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image" Target="../media/image33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34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2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2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0.xml"/><Relationship Id="rId1" Type="http://schemas.openxmlformats.org/officeDocument/2006/relationships/image" Target="../media/image35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1.xml"/><Relationship Id="rId1" Type="http://schemas.openxmlformats.org/officeDocument/2006/relationships/image" Target="../media/image36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2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5.xml"/><Relationship Id="rId1" Type="http://schemas.openxmlformats.org/officeDocument/2006/relationships/image" Target="../media/image39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6.xml"/><Relationship Id="rId1" Type="http://schemas.openxmlformats.org/officeDocument/2006/relationships/image" Target="../media/image4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image" Target="../media/image40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38.jpeg"/><Relationship Id="rId1" Type="http://schemas.openxmlformats.org/officeDocument/2006/relationships/image" Target="../media/image41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9.xml"/><Relationship Id="rId1" Type="http://schemas.openxmlformats.org/officeDocument/2006/relationships/image" Target="../media/image42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43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1.xml"/><Relationship Id="rId1" Type="http://schemas.openxmlformats.org/officeDocument/2006/relationships/image" Target="../media/image2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2.xml"/><Relationship Id="rId1" Type="http://schemas.openxmlformats.org/officeDocument/2006/relationships/image" Target="../media/image2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image" Target="../media/image38.jpeg"/><Relationship Id="rId1" Type="http://schemas.openxmlformats.org/officeDocument/2006/relationships/image" Target="../media/image44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45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image" Target="../media/image46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6.xml"/><Relationship Id="rId1" Type="http://schemas.openxmlformats.org/officeDocument/2006/relationships/image" Target="../media/image2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7.xml"/><Relationship Id="rId1" Type="http://schemas.openxmlformats.org/officeDocument/2006/relationships/image" Target="../media/image2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8.xml"/><Relationship Id="rId1" Type="http://schemas.openxmlformats.org/officeDocument/2006/relationships/image" Target="../media/image2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image" Target="../media/image2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47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1.xml"/><Relationship Id="rId1" Type="http://schemas.openxmlformats.org/officeDocument/2006/relationships/image" Target="../media/image48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2.xml"/><Relationship Id="rId1" Type="http://schemas.openxmlformats.org/officeDocument/2006/relationships/image" Target="../media/image49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4.xml"/><Relationship Id="rId1" Type="http://schemas.openxmlformats.org/officeDocument/2006/relationships/image" Target="../media/image2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5.xml"/><Relationship Id="rId1" Type="http://schemas.openxmlformats.org/officeDocument/2006/relationships/image" Target="../media/image2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50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7.xml"/><Relationship Id="rId1" Type="http://schemas.openxmlformats.org/officeDocument/2006/relationships/image" Target="../media/image2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8.xml"/><Relationship Id="rId1" Type="http://schemas.openxmlformats.org/officeDocument/2006/relationships/image" Target="../media/image2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9.xml"/><Relationship Id="rId1" Type="http://schemas.openxmlformats.org/officeDocument/2006/relationships/image" Target="../media/image2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0.xml"/><Relationship Id="rId1" Type="http://schemas.openxmlformats.org/officeDocument/2006/relationships/image" Target="../media/image2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2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820545" y="2776855"/>
            <a:ext cx="7949565" cy="143383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IV, ch 11~14</a:t>
            </a:r>
            <a:endParaRPr lang="en-US" altLang="zh-CN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Behavior Notations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6250" y="4403090"/>
            <a:ext cx="7467600" cy="28536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10196" y="825922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0751"/>
            <a:ext cx="2969571" cy="949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80"/>
              </a:lnSpc>
              <a:spcBef>
                <a:spcPct val="0"/>
              </a:spcBef>
              <a:spcAft>
                <a:spcPct val="0"/>
              </a:spcAft>
            </a:pPr>
            <a:r>
              <a:rPr sz="3000" spc="-12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sz="3000" spc="3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sz="3000" spc="3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5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sz="3000" spc="-15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8268" y="1906042"/>
            <a:ext cx="450962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139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Part</a:t>
            </a:r>
            <a:r>
              <a:rPr sz="2050" spc="2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IV.</a:t>
            </a:r>
            <a:r>
              <a:rPr sz="2050" spc="17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Behavior</a:t>
            </a:r>
            <a:r>
              <a:rPr sz="2050" spc="17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Notations</a:t>
            </a:r>
            <a:endParaRPr sz="205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8268" y="2410098"/>
            <a:ext cx="6848781" cy="1161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154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sz="2050" spc="1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sz="2050" spc="18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Lists</a:t>
            </a:r>
            <a:r>
              <a:rPr sz="2050" spc="16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and</a:t>
            </a:r>
            <a:r>
              <a:rPr sz="2050" spc="1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Tables</a:t>
            </a:r>
            <a:endParaRPr sz="2050" spc="-2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08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166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sz="2050" spc="1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sz="2050" spc="18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sz="205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8653" y="7228486"/>
            <a:ext cx="38074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INBNS+CMR7" panose="02000500000000000000"/>
                <a:cs typeface="WINBNS+CMR7" panose="02000500000000000000"/>
              </a:rPr>
              <a:t>2</a:t>
            </a:r>
            <a:endParaRPr sz="1450">
              <a:solidFill>
                <a:srgbClr val="000000"/>
              </a:solidFill>
              <a:latin typeface="WINBNS+CMR7" panose="02000500000000000000"/>
              <a:cs typeface="WINBNS+CMR7" panose="02000500000000000000"/>
            </a:endParaRPr>
          </a:p>
        </p:txBody>
      </p:sp>
      <p:sp>
        <p:nvSpPr>
          <p:cNvPr id="13" name="object 3"/>
          <p:cNvSpPr txBox="1"/>
          <p:nvPr/>
        </p:nvSpPr>
        <p:spPr>
          <a:xfrm>
            <a:off x="1458268" y="3346202"/>
            <a:ext cx="52693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188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13.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Behavioral</a:t>
            </a:r>
            <a:r>
              <a:rPr sz="2050" spc="1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sz="205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14" name="object 4"/>
          <p:cNvSpPr txBox="1"/>
          <p:nvPr/>
        </p:nvSpPr>
        <p:spPr>
          <a:xfrm>
            <a:off x="1458268" y="3850258"/>
            <a:ext cx="7993667" cy="304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210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14.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</a:t>
            </a:r>
            <a:r>
              <a:rPr sz="2050" spc="17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sz="2050" spc="1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and</a:t>
            </a:r>
            <a:r>
              <a:rPr sz="2050" spc="1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Design</a:t>
            </a:r>
            <a:r>
              <a:rPr sz="2050" spc="16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 smtClean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sz="2050" spc="11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14573" y="2015537"/>
            <a:ext cx="509121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5">
                <a:solidFill>
                  <a:srgbClr val="000000"/>
                </a:solidFill>
                <a:latin typeface="POBCMG+CMBX12~c" panose="02000500000000000000"/>
                <a:cs typeface="POBCMG+CMBX12~c" panose="02000500000000000000"/>
              </a:rPr>
              <a:t>Part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POBCMG+CMBX12~c" panose="02000500000000000000"/>
                <a:cs typeface="POBCMG+CMBX12~c" panose="02000500000000000000"/>
              </a:rPr>
              <a:t>IV.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POBCMG+CMBX12~c" panose="02000500000000000000"/>
                <a:cs typeface="POBCMG+CMBX12~c" panose="02000500000000000000"/>
              </a:rPr>
              <a:t>Behavior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OBCMG+CMBX12~c" panose="02000500000000000000"/>
                <a:cs typeface="POBCMG+CMBX12~c" panose="02000500000000000000"/>
              </a:rPr>
              <a:t>Notations</a:t>
            </a:r>
            <a:endParaRPr sz="2500" spc="-12">
              <a:solidFill>
                <a:srgbClr val="000000"/>
              </a:solidFill>
              <a:latin typeface="POBCMG+CMBX12~c" panose="02000500000000000000"/>
              <a:cs typeface="POBCM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4856" y="2475610"/>
            <a:ext cx="2552998" cy="746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41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Composite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8999" y="2772622"/>
            <a:ext cx="193014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9002" y="2921127"/>
            <a:ext cx="1066467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882" y="3617963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0530" y="3617967"/>
            <a:ext cx="2991098" cy="74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176276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174" y="3617963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116" y="3766468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8592" y="3903552"/>
            <a:ext cx="2026385" cy="609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SuD</a:t>
            </a:r>
            <a:r>
              <a:rPr sz="1800" spc="2158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9410" y="4063480"/>
            <a:ext cx="88897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10530" y="4211990"/>
            <a:ext cx="193014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5826" y="4760320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2176" y="4760320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7327" y="5045905"/>
            <a:ext cx="3490812" cy="906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Subsystem 1</a:t>
            </a:r>
            <a:r>
              <a:rPr sz="1800" spc="506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410" y="5045908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3683" y="5045905"/>
            <a:ext cx="3490806" cy="906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Subsystem n</a:t>
            </a:r>
            <a:r>
              <a:rPr sz="1800" spc="506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CHPJ+Helvetica" panose="020B0604020202020204"/>
                <a:cs typeface="WGCHPJ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WGCHPJ+Helvetica" panose="020B0604020202020204"/>
              <a:cs typeface="WGCHPJ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TGINB+CMR7" panose="02000500000000000000"/>
                <a:cs typeface="ITGINB+CMR7" panose="02000500000000000000"/>
              </a:rPr>
              <a:t>140</a:t>
            </a:r>
            <a:endParaRPr sz="1450">
              <a:solidFill>
                <a:srgbClr val="000000"/>
              </a:solidFill>
              <a:latin typeface="ITGINB+CMR7" panose="02000500000000000000"/>
              <a:cs typeface="ITGINB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8931797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6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Road</a:t>
            </a:r>
            <a:r>
              <a:rPr sz="250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map</a:t>
            </a:r>
            <a:r>
              <a:rPr sz="2500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of</a:t>
            </a:r>
            <a:r>
              <a:rPr sz="250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58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ways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to</a:t>
            </a:r>
            <a:r>
              <a:rPr sz="250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ﬁnd</a:t>
            </a:r>
            <a:r>
              <a:rPr sz="250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behavior</a:t>
            </a:r>
            <a:r>
              <a:rPr sz="250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descriptions</a:t>
            </a:r>
            <a:r>
              <a:rPr sz="250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of</a:t>
            </a:r>
            <a:endParaRPr sz="2500" spc="-14">
              <a:solidFill>
                <a:srgbClr val="000000"/>
              </a:solidFill>
              <a:latin typeface="KGTBTQ+CMBX12~c" panose="02000500000000000000"/>
              <a:cs typeface="KGTBTQ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5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KGTBTQ+CMBX12~c" panose="02000500000000000000"/>
                <a:cs typeface="KGTBTQ+CMBX12~c" panose="02000500000000000000"/>
              </a:rPr>
              <a:t>SuD</a:t>
            </a:r>
            <a:endParaRPr sz="2500" spc="-15">
              <a:solidFill>
                <a:srgbClr val="000000"/>
              </a:solidFill>
              <a:latin typeface="KGTBTQ+CMBX12~c" panose="02000500000000000000"/>
              <a:cs typeface="KGTBT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2622" y="1750218"/>
            <a:ext cx="1765237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Business goal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2505" y="2869774"/>
            <a:ext cx="825523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Goal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937" y="3006858"/>
            <a:ext cx="5773824" cy="758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System purpose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4627245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tree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1117" y="3692303"/>
            <a:ext cx="3870149" cy="1283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52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Solution goals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Activities to be supported by SuD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5664" y="4080732"/>
            <a:ext cx="1422387" cy="119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Function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refinement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3429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tree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0819" y="5154593"/>
            <a:ext cx="1955486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Event-action list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2984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(scenario)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7382" y="5154599"/>
            <a:ext cx="2577414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Stimulus-response list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3768" y="5291677"/>
            <a:ext cx="2006019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System services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6857" y="5451625"/>
            <a:ext cx="1358685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(scenario)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0803" y="6182767"/>
            <a:ext cx="1955486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Event-action list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825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(transactional)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17398" y="6182767"/>
            <a:ext cx="2577414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Stimulus-response list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  <a:p>
            <a:pPr marL="3937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WKTVN+Helvetica" panose="020B0604020202020204"/>
                <a:cs typeface="KWKTVN+Helvetica" panose="020B0604020202020204"/>
              </a:rPr>
              <a:t>(transactional)</a:t>
            </a:r>
            <a:endParaRPr sz="1800">
              <a:solidFill>
                <a:srgbClr val="000000"/>
              </a:solidFill>
              <a:latin typeface="KWKTVN+Helvetica" panose="020B0604020202020204"/>
              <a:cs typeface="KWKTV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DHFBC+CMR7" panose="02000500000000000000"/>
                <a:cs typeface="HDHFBC+CMR7" panose="02000500000000000000"/>
              </a:rPr>
              <a:t>141</a:t>
            </a:r>
            <a:endParaRPr sz="1450">
              <a:solidFill>
                <a:srgbClr val="000000"/>
              </a:solidFill>
              <a:latin typeface="HDHFBC+CMR7" panose="02000500000000000000"/>
              <a:cs typeface="HDHFBC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23413"/>
            <a:ext cx="733882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LMVCTM+CMBX12~c" panose="02000500000000000000"/>
                <a:cs typeface="LMVCTM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LMVCTM+CMBX12~c" panose="02000500000000000000"/>
                <a:cs typeface="LMVCTM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LMVCTM+CMBX12~c" panose="02000500000000000000"/>
                <a:cs typeface="LMVCTM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LMVCTM+CMBX12~c" panose="02000500000000000000"/>
                <a:cs typeface="LMVCTM+CMBX12~c" panose="02000500000000000000"/>
              </a:rPr>
              <a:t>Information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LMVCTM+CMBX12~c" panose="02000500000000000000"/>
                <a:cs typeface="LMVCTM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LMVCTM+CMBX12~c" panose="02000500000000000000"/>
              <a:cs typeface="LMVCT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5" y="1489937"/>
            <a:ext cx="7559371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take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route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descriptions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desired</a:t>
            </a:r>
            <a:endParaRPr sz="2050">
              <a:solidFill>
                <a:srgbClr val="000000"/>
              </a:solidFill>
              <a:latin typeface="EILIWW+CMR10" panose="02000500000000000000"/>
              <a:cs typeface="EILIWW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EILIWW+CMR10" panose="02000500000000000000"/>
              <a:cs typeface="EILIW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4" y="2394500"/>
            <a:ext cx="4823696" cy="66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3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Download</a:t>
            </a:r>
            <a:r>
              <a:rPr sz="20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Joiners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service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description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1553" y="3004098"/>
            <a:ext cx="7794806" cy="84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SUCK+CMSY10~25" panose="02000500000000000000"/>
                <a:cs typeface="BWSUC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Triggering</a:t>
            </a:r>
            <a:r>
              <a:rPr sz="20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event:</a:t>
            </a:r>
            <a:r>
              <a:rPr sz="2050" spc="3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Coordinator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requests</a:t>
            </a:r>
            <a:r>
              <a:rPr sz="2050" spc="1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to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download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list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of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3670" y="3381464"/>
            <a:ext cx="585639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joiners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from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personnel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information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1528" y="3840774"/>
            <a:ext cx="7798023" cy="1403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SUCK+CMSY10~25" panose="02000500000000000000"/>
                <a:cs typeface="BWSUC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Delivered</a:t>
            </a:r>
            <a:r>
              <a:rPr sz="2050" spc="4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service:</a:t>
            </a:r>
            <a:r>
              <a:rPr sz="2050" spc="8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Download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4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list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of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people</a:t>
            </a:r>
            <a:r>
              <a:rPr sz="2050" spc="3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from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  <a:p>
            <a:pPr marL="262255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Personnel</a:t>
            </a:r>
            <a:r>
              <a:rPr sz="2050" spc="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Information</a:t>
            </a:r>
            <a:r>
              <a:rPr sz="2050" spc="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System</a:t>
            </a:r>
            <a:r>
              <a:rPr sz="2050" spc="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who</a:t>
            </a:r>
            <a:r>
              <a:rPr sz="2050" spc="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have</a:t>
            </a:r>
            <a:r>
              <a:rPr sz="2050" spc="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joined</a:t>
            </a:r>
            <a:r>
              <a:rPr sz="2050" spc="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company</a:t>
            </a:r>
            <a:endParaRPr sz="2050" spc="11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  <a:p>
            <a:pPr marL="262255" marR="0">
              <a:lnSpc>
                <a:spcPts val="2085"/>
              </a:lnSpc>
              <a:spcBef>
                <a:spcPts val="8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since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previous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training.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1533" y="5049311"/>
            <a:ext cx="7798167" cy="1403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SUCK+CMSY10~25" panose="02000500000000000000"/>
                <a:cs typeface="BWSUC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HJRHC+CMSSBX10" panose="02000500000000000000"/>
                <a:cs typeface="SHJRHC+CMSSBX10" panose="02000500000000000000"/>
              </a:rPr>
              <a:t>Assumptions:</a:t>
            </a:r>
            <a:r>
              <a:rPr sz="2050" spc="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data</a:t>
            </a:r>
            <a:r>
              <a:rPr sz="2050" spc="2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in</a:t>
            </a:r>
            <a:r>
              <a:rPr sz="2050" spc="2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Personnel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Information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Sys-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  <a:p>
            <a:pPr marL="262255" marR="0">
              <a:lnSpc>
                <a:spcPts val="2085"/>
              </a:lnSpc>
              <a:spcBef>
                <a:spcPts val="8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tem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reﬂects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the</a:t>
            </a:r>
            <a:r>
              <a:rPr sz="2050" spc="2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situation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accurately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with</a:t>
            </a:r>
            <a:r>
              <a:rPr sz="20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a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time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lag</a:t>
            </a:r>
            <a:r>
              <a:rPr sz="2050" spc="2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of</a:t>
            </a:r>
            <a:r>
              <a:rPr sz="2050" spc="2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not</a:t>
            </a:r>
            <a:endParaRPr sz="2050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  <a:p>
            <a:pPr marL="262255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more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than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one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working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d</a:t>
            </a:r>
            <a:r>
              <a:rPr sz="2050" spc="-5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72">
                <a:solidFill>
                  <a:srgbClr val="000000"/>
                </a:solidFill>
                <a:latin typeface="FMMPBJ+CMSS10" panose="02000500000000000000"/>
                <a:cs typeface="FMMPBJ+CMSS10" panose="02000500000000000000"/>
              </a:rPr>
              <a:t>ay.</a:t>
            </a:r>
            <a:endParaRPr sz="2050" spc="-72">
              <a:solidFill>
                <a:srgbClr val="000000"/>
              </a:solidFill>
              <a:latin typeface="FMMPBJ+CMSS10" panose="02000500000000000000"/>
              <a:cs typeface="FMMPBJ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6385026"/>
            <a:ext cx="652065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SUCK+CMSY10~25" panose="02000500000000000000"/>
                <a:cs typeface="BWSUC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Declarative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description!</a:t>
            </a:r>
            <a:r>
              <a:rPr sz="2050" spc="3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IWW+CMR10" panose="02000500000000000000"/>
                <a:cs typeface="EILIWW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EILIWW+CMR10" panose="02000500000000000000"/>
              <a:cs typeface="EILIWW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LWAIV+CMR7" panose="02000500000000000000"/>
                <a:cs typeface="VLWAIV+CMR7" panose="02000500000000000000"/>
              </a:rPr>
              <a:t>142</a:t>
            </a:r>
            <a:endParaRPr sz="1450">
              <a:solidFill>
                <a:srgbClr val="000000"/>
              </a:solidFill>
              <a:latin typeface="VLWAIV+CMR7" panose="02000500000000000000"/>
              <a:cs typeface="VLWAIV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78505"/>
            <a:ext cx="682733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HICFRN+CMBX12~c" panose="02000500000000000000"/>
                <a:cs typeface="HICFRN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ICFRN+CMBX12~c" panose="02000500000000000000"/>
                <a:cs typeface="HICFRN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ICFRN+CMBX12~c" panose="02000500000000000000"/>
                <a:cs typeface="HICFRN+CMBX12~c" panose="02000500000000000000"/>
              </a:rPr>
              <a:t>Desired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HICFRN+CMBX12~c" panose="02000500000000000000"/>
                <a:cs typeface="HICFRN+CMBX12~c" panose="02000500000000000000"/>
              </a:rPr>
              <a:t>event-action</a:t>
            </a:r>
            <a:r>
              <a:rPr sz="250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ICFRN+CMBX12~c" panose="02000500000000000000"/>
                <a:cs typeface="HICFRN+CMBX12~c" panose="02000500000000000000"/>
              </a:rPr>
              <a:t>pairs</a:t>
            </a:r>
            <a:endParaRPr sz="2500">
              <a:solidFill>
                <a:srgbClr val="000000"/>
              </a:solidFill>
              <a:latin typeface="HICFRN+CMBX12~c" panose="02000500000000000000"/>
              <a:cs typeface="HICFR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845029"/>
            <a:ext cx="415843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Now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give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behavioral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details.</a:t>
            </a:r>
            <a:endParaRPr sz="2050">
              <a:solidFill>
                <a:srgbClr val="000000"/>
              </a:solidFill>
              <a:latin typeface="MGAPKN+CMR10" panose="02000500000000000000"/>
              <a:cs typeface="MGAPK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445598"/>
            <a:ext cx="225739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Environment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event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3438" y="2445598"/>
            <a:ext cx="180111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Desired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action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4288" y="2829646"/>
            <a:ext cx="3477413" cy="1272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Personnel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Information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knows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that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joiners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is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requested.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2995611"/>
            <a:ext cx="3292405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PQTHL+CMSSBX10~2a4" panose="02000500000000000000"/>
                <a:cs typeface="BPQTHL+CMSSBX10~2a4" panose="02000500000000000000"/>
              </a:rPr>
              <a:t>E1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to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download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2" y="3340187"/>
            <a:ext cx="1004498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joiners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3937443"/>
            <a:ext cx="3894166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PQTHL+CMSSBX10~2a4" panose="02000500000000000000"/>
                <a:cs typeface="BPQTHL+CMSSBX10~2a4" panose="02000500000000000000"/>
              </a:rPr>
              <a:t>E2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Personnel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Information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4289" y="3965026"/>
            <a:ext cx="3656816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Coordinator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knows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that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has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22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been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downloaded.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8" y="4282019"/>
            <a:ext cx="235092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sends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241" y="4707063"/>
            <a:ext cx="3703304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PQTHL+CMSSBX10~2a4" panose="02000500000000000000"/>
                <a:cs typeface="BPQTHL+CMSSBX10~2a4" panose="02000500000000000000"/>
              </a:rPr>
              <a:t>E3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System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has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2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been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waiting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for</a:t>
            </a:r>
            <a:endParaRPr sz="1850" spc="-15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14289" y="4736170"/>
            <a:ext cx="3656816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Coordinator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knows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that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has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not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2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been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downloaded.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0" y="5053163"/>
            <a:ext cx="265118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joiners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34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too</a:t>
            </a:r>
            <a:r>
              <a:rPr sz="18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TFJEU+CMSS9" panose="02000500000000000000"/>
                <a:cs typeface="OTFJEU+CMSS9" panose="02000500000000000000"/>
              </a:rPr>
              <a:t>long.</a:t>
            </a:r>
            <a:endParaRPr sz="1850">
              <a:solidFill>
                <a:srgbClr val="000000"/>
              </a:solidFill>
              <a:latin typeface="OTFJEU+CMSS9" panose="02000500000000000000"/>
              <a:cs typeface="OTFJEU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69" y="5511774"/>
            <a:ext cx="7883124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GJLN+CMSY10~25" panose="02000500000000000000"/>
                <a:cs typeface="LHGJL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mentioned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here.</a:t>
            </a:r>
            <a:endParaRPr sz="2050" spc="11">
              <a:solidFill>
                <a:srgbClr val="000000"/>
              </a:solidFill>
              <a:latin typeface="MGAPKN+CMR10" panose="02000500000000000000"/>
              <a:cs typeface="MGAPK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GJLN+CMSY10~25" panose="02000500000000000000"/>
                <a:cs typeface="LHGJL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itshape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GAPKN+CMR10" panose="02000500000000000000"/>
                <a:cs typeface="MGAPKN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MGAPKN+CMR10" panose="02000500000000000000"/>
              <a:cs typeface="MGAPKN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KHEQE+CMR7" panose="02000500000000000000"/>
                <a:cs typeface="QKHEQE+CMR7" panose="02000500000000000000"/>
              </a:rPr>
              <a:t>143</a:t>
            </a:r>
            <a:endParaRPr sz="1450">
              <a:solidFill>
                <a:srgbClr val="000000"/>
              </a:solidFill>
              <a:latin typeface="QKHEQE+CMR7" panose="02000500000000000000"/>
              <a:cs typeface="QKHEQE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1241" y="1134665"/>
            <a:ext cx="87532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CPTFKP+CMBX12~c" panose="02000500000000000000"/>
                <a:cs typeface="CPTFKP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PTFKP+CMBX12~c" panose="02000500000000000000"/>
                <a:cs typeface="CPTFKP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PTFKP+CMBX12~c" panose="02000500000000000000"/>
                <a:cs typeface="CPTFKP+CMBX12~c" panose="02000500000000000000"/>
              </a:rPr>
              <a:t>Required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PTFKP+CMBX12~c" panose="02000500000000000000"/>
                <a:cs typeface="CPTFKP+CMBX12~c" panose="02000500000000000000"/>
              </a:rPr>
              <a:t>stimulus-response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PTFKP+CMBX12~c" panose="02000500000000000000"/>
                <a:cs typeface="CPTFKP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CPTFKP+CMBX12~c" panose="02000500000000000000"/>
              <a:cs typeface="CPTFK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8913" y="1593682"/>
            <a:ext cx="1885424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Current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state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2734" y="1593682"/>
            <a:ext cx="1599182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Next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state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6585" y="1739986"/>
            <a:ext cx="128857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Response</a:t>
            </a:r>
            <a:endParaRPr sz="1850" spc="12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241" y="1762846"/>
            <a:ext cx="122650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Stimulus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6585" y="2370922"/>
            <a:ext cx="1880831" cy="1612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send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event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“send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me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joiners”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to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personnel</a:t>
            </a:r>
            <a:endParaRPr sz="1850" spc="11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1" y="2733634"/>
            <a:ext cx="1955569" cy="1613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Receive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event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“download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4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joiners”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from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coordinator.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8913" y="2881462"/>
            <a:ext cx="1079602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2734" y="2881462"/>
            <a:ext cx="131176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is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8912" y="3222838"/>
            <a:ext cx="1891458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contains</a:t>
            </a:r>
            <a:r>
              <a:rPr sz="18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no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2733" y="3222838"/>
            <a:ext cx="1807600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waiting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for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6585" y="3733380"/>
            <a:ext cx="1514632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information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8913" y="4504522"/>
            <a:ext cx="1311759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is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2734" y="4504522"/>
            <a:ext cx="107960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39" y="4673687"/>
            <a:ext cx="1765450" cy="932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Receive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96585" y="4698070"/>
            <a:ext cx="144992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Conﬁrm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to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48912" y="4844375"/>
            <a:ext cx="1807600" cy="932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waiting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for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42734" y="4844375"/>
            <a:ext cx="1841389" cy="932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contains</a:t>
            </a:r>
            <a:r>
              <a:rPr sz="18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6585" y="5037923"/>
            <a:ext cx="1568952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coordinator.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8913" y="5615518"/>
            <a:ext cx="1311759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is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6585" y="5615518"/>
            <a:ext cx="101630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Inform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2734" y="5615518"/>
            <a:ext cx="107960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System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1241" y="5809066"/>
            <a:ext cx="1746084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timer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times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out.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48912" y="5956895"/>
            <a:ext cx="1807600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waiting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for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96585" y="5956895"/>
            <a:ext cx="1771464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coordinator</a:t>
            </a:r>
            <a:r>
              <a:rPr sz="18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problem.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42734" y="5956895"/>
            <a:ext cx="1891458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contains</a:t>
            </a:r>
            <a:r>
              <a:rPr sz="18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no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list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OUHIO+CMSS9" panose="02000500000000000000"/>
                <a:cs typeface="POUHIO+CMSS9" panose="02000500000000000000"/>
              </a:rPr>
              <a:t>joiners.</a:t>
            </a:r>
            <a:endParaRPr sz="1850">
              <a:solidFill>
                <a:srgbClr val="000000"/>
              </a:solidFill>
              <a:latin typeface="POUHIO+CMSS9" panose="02000500000000000000"/>
              <a:cs typeface="POUHIO+CMSS9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DCJQI+CMR7" panose="02000500000000000000"/>
                <a:cs typeface="VDCJQI+CMR7" panose="02000500000000000000"/>
              </a:rPr>
              <a:t>144</a:t>
            </a:r>
            <a:endParaRPr sz="1450">
              <a:solidFill>
                <a:srgbClr val="000000"/>
              </a:solidFill>
              <a:latin typeface="VDCJQI+CMR7" panose="02000500000000000000"/>
              <a:cs typeface="VDCJQI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55645"/>
            <a:ext cx="673949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3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Which</a:t>
            </a:r>
            <a:r>
              <a:rPr sz="2500" spc="3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steps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did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6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we</a:t>
            </a:r>
            <a:r>
              <a:rPr sz="2500" spc="3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TQPTDI+CMBX12~c" panose="02000500000000000000"/>
                <a:cs typeface="TQPTDI+CMBX12~c" panose="02000500000000000000"/>
              </a:rPr>
              <a:t>take?</a:t>
            </a:r>
            <a:endParaRPr sz="2500" spc="-29">
              <a:solidFill>
                <a:srgbClr val="000000"/>
              </a:solidFill>
              <a:latin typeface="TQPTDI+CMBX12~c" panose="02000500000000000000"/>
              <a:cs typeface="TQPTD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855698"/>
            <a:ext cx="845570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HBFQ+CMSY10~25" panose="02000500000000000000"/>
                <a:cs typeface="NAHBF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From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derived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transactional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2" y="2227553"/>
            <a:ext cx="45104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pairs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8" y="2672561"/>
            <a:ext cx="7780853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ONVH+CMBX10" panose="02000500000000000000"/>
                <a:cs typeface="LMONV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what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valuable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996" y="3044417"/>
            <a:ext cx="18983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55" y="3489425"/>
            <a:ext cx="7203122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ONVH+CMBX10" panose="02000500000000000000"/>
                <a:cs typeface="LMONV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pairs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operationalize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desired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93" y="3861280"/>
            <a:ext cx="33021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7" y="4379442"/>
            <a:ext cx="829290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HBFQ+CMSY10~25" panose="02000500000000000000"/>
                <a:cs typeface="NAHBF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From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pairs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derive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stimulus-response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pairs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at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20" y="4751300"/>
            <a:ext cx="358948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interface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066" y="5196309"/>
            <a:ext cx="7392997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ONVH+CMBX10" panose="02000500000000000000"/>
                <a:cs typeface="LMONV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make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pairs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transactional,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is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4002" y="5568166"/>
            <a:ext cx="78503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introduced,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part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state.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287" y="6086329"/>
            <a:ext cx="31679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Compare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road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MRTL+CMR10" panose="02000500000000000000"/>
                <a:cs typeface="WMMRTL+CMR10" panose="02000500000000000000"/>
              </a:rPr>
              <a:t>map.</a:t>
            </a:r>
            <a:endParaRPr sz="2050">
              <a:solidFill>
                <a:srgbClr val="000000"/>
              </a:solidFill>
              <a:latin typeface="WMMRTL+CMR10" panose="02000500000000000000"/>
              <a:cs typeface="WMMRTL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FEDAO+CMR7" panose="02000500000000000000"/>
                <a:cs typeface="NFEDAO+CMR7" panose="02000500000000000000"/>
              </a:rPr>
              <a:t>145</a:t>
            </a:r>
            <a:endParaRPr sz="1450">
              <a:solidFill>
                <a:srgbClr val="000000"/>
              </a:solidFill>
              <a:latin typeface="NFEDAO+CMR7" panose="02000500000000000000"/>
              <a:cs typeface="NFEDAO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4" y="983789"/>
            <a:ext cx="8356680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controller:</a:t>
            </a:r>
            <a:r>
              <a:rPr sz="2500" spc="6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Behavior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57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be</a:t>
            </a:r>
            <a:endParaRPr sz="2500" spc="57">
              <a:solidFill>
                <a:srgbClr val="000000"/>
              </a:solidFill>
              <a:latin typeface="SHAOBD+CMBX12~c" panose="02000500000000000000"/>
              <a:cs typeface="SHAOBD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SHAOBD+CMBX12~c" panose="02000500000000000000"/>
                <a:cs typeface="SHAOBD+CMBX12~c" panose="02000500000000000000"/>
              </a:rPr>
              <a:t>enforced.</a:t>
            </a:r>
            <a:endParaRPr sz="2500" spc="-12">
              <a:solidFill>
                <a:srgbClr val="000000"/>
              </a:solidFill>
              <a:latin typeface="SHAOBD+CMBX12~c" panose="02000500000000000000"/>
              <a:cs typeface="SHAOB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777973"/>
            <a:ext cx="742097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start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SUFD+CMR10" panose="02000500000000000000"/>
                <a:cs typeface="HWSUFD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HWSUFD+CMR10" panose="02000500000000000000"/>
              <a:cs typeface="HWSUF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5917" y="2326857"/>
            <a:ext cx="101507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Event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3782" y="2326857"/>
            <a:ext cx="1956101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Desired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action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4326" y="2805393"/>
            <a:ext cx="6254425" cy="437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</a:t>
            </a:r>
            <a:r>
              <a:rPr sz="2050" spc="4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heating</a:t>
            </a:r>
            <a:r>
              <a:rPr sz="20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process</a:t>
            </a:r>
            <a:r>
              <a:rPr sz="2050" spc="4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for</a:t>
            </a:r>
            <a:r>
              <a:rPr sz="2050" spc="5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4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heating</a:t>
            </a:r>
            <a:r>
              <a:rPr sz="20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tanks</a:t>
            </a:r>
            <a:r>
              <a:rPr sz="20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of</a:t>
            </a:r>
            <a:r>
              <a:rPr sz="20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</a:t>
            </a:r>
            <a:r>
              <a:rPr sz="2050" spc="4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is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started.</a:t>
            </a:r>
            <a:r>
              <a:rPr sz="2050" spc="10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If</a:t>
            </a:r>
            <a:r>
              <a:rPr sz="20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at</a:t>
            </a:r>
            <a:r>
              <a:rPr sz="2050" spc="3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start</a:t>
            </a:r>
            <a:r>
              <a:rPr sz="2050" spc="3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of</a:t>
            </a:r>
            <a:r>
              <a:rPr sz="205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process,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tempera-</a:t>
            </a:r>
            <a:endParaRPr sz="2050" spc="19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ture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in</a:t>
            </a:r>
            <a:r>
              <a:rPr sz="20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tank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is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too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low,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heater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of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that</a:t>
            </a:r>
            <a:r>
              <a:rPr sz="20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tank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is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switched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on.</a:t>
            </a:r>
            <a:r>
              <a:rPr sz="2050" spc="6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When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during</a:t>
            </a:r>
            <a:r>
              <a:rPr sz="20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process,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tank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becomes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5</a:t>
            </a:r>
            <a:r>
              <a:rPr sz="2050" spc="4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degrees</a:t>
            </a:r>
            <a:r>
              <a:rPr sz="20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Celsius</a:t>
            </a:r>
            <a:r>
              <a:rPr sz="20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warmer</a:t>
            </a:r>
            <a:r>
              <a:rPr sz="2050" spc="4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than</a:t>
            </a:r>
            <a:r>
              <a:rPr sz="2050" spc="4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4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de-</a:t>
            </a:r>
            <a:endParaRPr sz="2050" spc="11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sired</a:t>
            </a:r>
            <a:r>
              <a:rPr sz="2050" spc="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temperature,</a:t>
            </a:r>
            <a:r>
              <a:rPr sz="20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its</a:t>
            </a:r>
            <a:r>
              <a:rPr sz="2050" spc="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heater</a:t>
            </a:r>
            <a:r>
              <a:rPr sz="20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must</a:t>
            </a:r>
            <a:r>
              <a:rPr sz="2050" spc="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be</a:t>
            </a:r>
            <a:r>
              <a:rPr sz="2050" spc="-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switched</a:t>
            </a:r>
            <a:r>
              <a:rPr sz="2050" spc="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oﬀ.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When</a:t>
            </a:r>
            <a:r>
              <a:rPr sz="2050" spc="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it</a:t>
            </a:r>
            <a:r>
              <a:rPr sz="2050" spc="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becomes</a:t>
            </a:r>
            <a:r>
              <a:rPr sz="2050" spc="-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5</a:t>
            </a:r>
            <a:r>
              <a:rPr sz="20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degrees</a:t>
            </a:r>
            <a:r>
              <a:rPr sz="2050" spc="-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Celsius</a:t>
            </a:r>
            <a:r>
              <a:rPr sz="2050" spc="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colder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than</a:t>
            </a:r>
            <a:r>
              <a:rPr sz="2050" spc="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desired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temperature,</a:t>
            </a:r>
            <a:r>
              <a:rPr sz="20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its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heater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must</a:t>
            </a:r>
            <a:r>
              <a:rPr sz="205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be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switched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on.</a:t>
            </a:r>
            <a:r>
              <a:rPr sz="2050" spc="7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When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heating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process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has</a:t>
            </a:r>
            <a:r>
              <a:rPr sz="205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lasted</a:t>
            </a:r>
            <a:r>
              <a:rPr sz="205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for</a:t>
            </a:r>
            <a:r>
              <a:rPr sz="20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duration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recipe,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must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stop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and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operator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must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notiﬁed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this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fact.</a:t>
            </a:r>
            <a:endParaRPr sz="2050" spc="1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17" y="3945344"/>
            <a:ext cx="1367759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Operator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5916" y="4317203"/>
            <a:ext cx="1944703" cy="1769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gives</a:t>
            </a:r>
            <a:r>
              <a:rPr sz="2050" spc="3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com-</a:t>
            </a:r>
            <a:endParaRPr sz="2050" spc="11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mand</a:t>
            </a:r>
            <a:r>
              <a:rPr sz="2050" spc="3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to</a:t>
            </a:r>
            <a:r>
              <a:rPr sz="2050" spc="3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start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heating</a:t>
            </a:r>
            <a:r>
              <a:rPr sz="2050" spc="6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batch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CJTT+CMSS10" panose="02000500000000000000"/>
                <a:cs typeface="NRCJTT+CMSS10" panose="02000500000000000000"/>
              </a:rPr>
              <a:t>b.</a:t>
            </a:r>
            <a:endParaRPr sz="2050">
              <a:solidFill>
                <a:srgbClr val="000000"/>
              </a:solidFill>
              <a:latin typeface="NRCJTT+CMSS10" panose="02000500000000000000"/>
              <a:cs typeface="NRCJTT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TFOTJ+CMR7" panose="02000500000000000000"/>
                <a:cs typeface="MTFOTJ+CMR7" panose="02000500000000000000"/>
              </a:rPr>
              <a:t>146</a:t>
            </a:r>
            <a:endParaRPr sz="1450">
              <a:solidFill>
                <a:srgbClr val="000000"/>
              </a:solidFill>
              <a:latin typeface="MTFOTJ+CMR7" panose="02000500000000000000"/>
              <a:cs typeface="MTFOTJ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47441"/>
            <a:ext cx="861821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Same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behavior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atomic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HWBMML+CMBX12~c" panose="02000500000000000000"/>
                <a:cs typeface="HWBMML+CMBX12~c" panose="02000500000000000000"/>
              </a:rPr>
              <a:t>transitions</a:t>
            </a:r>
            <a:endParaRPr sz="2500" spc="-10">
              <a:solidFill>
                <a:srgbClr val="000000"/>
              </a:solidFill>
              <a:latin typeface="HWBMML+CMBX12~c" panose="02000500000000000000"/>
              <a:cs typeface="HWBMM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8429" y="1790200"/>
            <a:ext cx="186673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Subject</a:t>
            </a:r>
            <a:r>
              <a:rPr sz="1650" spc="10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domain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1938028"/>
            <a:ext cx="84524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Event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6853" y="1936504"/>
            <a:ext cx="164396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Desired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action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8429" y="2084332"/>
            <a:ext cx="76672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36" y="2490300"/>
            <a:ext cx="2681087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IJSMQT+CMSSBX10~2f4" panose="02000500000000000000"/>
                <a:cs typeface="IJSMQT+CMSSBX10~2f4" panose="02000500000000000000"/>
              </a:rPr>
              <a:t>E1</a:t>
            </a:r>
            <a:r>
              <a:rPr sz="16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Operator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gives</a:t>
            </a:r>
            <a:r>
              <a:rPr sz="1650" spc="4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com-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mand</a:t>
            </a:r>
            <a:r>
              <a:rPr sz="1650" spc="9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to</a:t>
            </a:r>
            <a:r>
              <a:rPr sz="1650" spc="9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start</a:t>
            </a:r>
            <a:r>
              <a:rPr sz="1650" spc="9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6851" y="2480572"/>
            <a:ext cx="2679574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Heaters</a:t>
            </a:r>
            <a:r>
              <a:rPr sz="16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tanks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</a:t>
            </a:r>
            <a:r>
              <a:rPr sz="1650" spc="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that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24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are</a:t>
            </a:r>
            <a:r>
              <a:rPr sz="16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below</a:t>
            </a:r>
            <a:r>
              <a:rPr sz="16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recipe</a:t>
            </a:r>
            <a:r>
              <a:rPr sz="16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temper-</a:t>
            </a:r>
            <a:endParaRPr sz="1650" spc="1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ature,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3435179"/>
            <a:ext cx="2679441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IJSMQT+CMSSBX10~2f4" panose="02000500000000000000"/>
                <a:cs typeface="IJSMQT+CMSSBX10~2f4" panose="02000500000000000000"/>
              </a:rPr>
              <a:t>E2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5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rises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5</a:t>
            </a:r>
            <a:r>
              <a:rPr sz="1650" spc="6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degrees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above</a:t>
            </a:r>
            <a:endParaRPr sz="1650" spc="12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8428" y="3585472"/>
            <a:ext cx="186746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juice</a:t>
            </a:r>
            <a:r>
              <a:rPr sz="16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in</a:t>
            </a:r>
            <a:r>
              <a:rPr sz="16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being</a:t>
            </a:r>
            <a:r>
              <a:rPr sz="16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16844" y="3605284"/>
            <a:ext cx="267933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1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241" y="4405968"/>
            <a:ext cx="2680190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IJSMQT+CMSSBX10~2f4" panose="02000500000000000000"/>
                <a:cs typeface="IJSMQT+CMSSBX10~2f4" panose="02000500000000000000"/>
              </a:rPr>
              <a:t>E3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6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falls</a:t>
            </a:r>
            <a:r>
              <a:rPr sz="1650" spc="6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5</a:t>
            </a:r>
            <a:r>
              <a:rPr sz="1650" spc="6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degrees</a:t>
            </a:r>
            <a:r>
              <a:rPr sz="1650" spc="6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below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8429" y="4431292"/>
            <a:ext cx="1869249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19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juice</a:t>
            </a:r>
            <a:r>
              <a:rPr sz="1650" spc="19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in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9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r>
              <a:rPr sz="1650" spc="9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not</a:t>
            </a:r>
            <a:r>
              <a:rPr sz="1650" spc="9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6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being</a:t>
            </a:r>
            <a:endParaRPr sz="1650" spc="16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6844" y="4577596"/>
            <a:ext cx="267933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1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98565" y="5453166"/>
            <a:ext cx="2699703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HPGUQL+CMSY8" panose="02000500000000000000"/>
                <a:cs typeface="HPGUQL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Heaters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4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</a:t>
            </a:r>
            <a:r>
              <a:rPr sz="16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that</a:t>
            </a:r>
            <a:r>
              <a:rPr sz="1650" spc="4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are</a:t>
            </a:r>
            <a:endParaRPr sz="1650" spc="-24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39" y="5491056"/>
            <a:ext cx="2680018" cy="1118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IJSMQT+CMSSBX10~2f4" panose="02000500000000000000"/>
                <a:cs typeface="IJSMQT+CMSSBX10~2f4" panose="02000500000000000000"/>
              </a:rPr>
              <a:t>E4</a:t>
            </a:r>
            <a:r>
              <a:rPr sz="16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heating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duration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has</a:t>
            </a:r>
            <a:r>
              <a:rPr sz="1650" spc="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passed,</a:t>
            </a:r>
            <a:r>
              <a:rPr sz="16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counted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since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the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start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heating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8429" y="5662684"/>
            <a:ext cx="4293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3388" y="5662684"/>
            <a:ext cx="45308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2755" y="5662684"/>
            <a:ext cx="81543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being</a:t>
            </a:r>
            <a:endParaRPr sz="1650" spc="16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40879" y="5751076"/>
            <a:ext cx="220278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on,</a:t>
            </a:r>
            <a:r>
              <a:rPr sz="16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48428" y="5956816"/>
            <a:ext cx="99261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8566" y="6116107"/>
            <a:ext cx="2563996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HPGUQL+CMSY8" panose="02000500000000000000"/>
                <a:cs typeface="HPGUQL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Operator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is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GCLHK+CMSS8" panose="02000500000000000000"/>
                <a:cs typeface="WGCLHK+CMSS8" panose="02000500000000000000"/>
              </a:rPr>
              <a:t>informed.</a:t>
            </a:r>
            <a:endParaRPr sz="1650">
              <a:solidFill>
                <a:srgbClr val="000000"/>
              </a:solidFill>
              <a:latin typeface="WGCLHK+CMSS8" panose="02000500000000000000"/>
              <a:cs typeface="WGCLHK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REFPS+CMR7" panose="02000500000000000000"/>
                <a:cs typeface="HREFPS+CMR7" panose="02000500000000000000"/>
              </a:rPr>
              <a:t>147</a:t>
            </a:r>
            <a:endParaRPr sz="1450">
              <a:solidFill>
                <a:srgbClr val="000000"/>
              </a:solidFill>
              <a:latin typeface="HREFPS+CMR7" panose="02000500000000000000"/>
              <a:cs typeface="HREFPS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89529"/>
            <a:ext cx="7950049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Same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behavior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described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7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by</a:t>
            </a:r>
            <a:r>
              <a:rPr sz="250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6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two</a:t>
            </a:r>
            <a:endParaRPr sz="2500" spc="-86">
              <a:solidFill>
                <a:srgbClr val="000000"/>
              </a:solidFill>
              <a:latin typeface="BATQBU+CMBX12~c" panose="02000500000000000000"/>
              <a:cs typeface="BATQBU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BATQBU+CMBX12~c" panose="02000500000000000000"/>
                <a:cs typeface="BATQBU+CMBX12~c" panose="02000500000000000000"/>
              </a:rPr>
              <a:t>diagrams</a:t>
            </a:r>
            <a:endParaRPr sz="2500" spc="-11">
              <a:solidFill>
                <a:srgbClr val="000000"/>
              </a:solidFill>
              <a:latin typeface="BATQBU+CMBX12~c" panose="02000500000000000000"/>
              <a:cs typeface="BATQB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55817" y="2026615"/>
            <a:ext cx="2158775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after(b. duration) /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5545" y="2312213"/>
            <a:ext cx="2006383" cy="895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start heating(b) /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start tanks(b)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5817" y="2323632"/>
            <a:ext cx="1955473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stop tanks(b),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  <a:p>
            <a:pPr marL="635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inform operator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4151" y="2335060"/>
            <a:ext cx="1181207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b: Batch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3703" y="2997632"/>
            <a:ext cx="1904295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pasteurized(b)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5184" y="3134716"/>
            <a:ext cx="1993171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Pasteurizing(b)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4923" y="3134716"/>
            <a:ext cx="1917119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Pasteurized(b)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5653" y="4316742"/>
            <a:ext cx="1816110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t: Heating tank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2096" y="4773701"/>
            <a:ext cx="1827764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Not heating(t)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9355" y="4956479"/>
            <a:ext cx="99040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stop(t)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1247" y="5230647"/>
            <a:ext cx="1485696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too cold(t) /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2860" y="5253494"/>
            <a:ext cx="1384253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too hot(t) /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1354" y="5527665"/>
            <a:ext cx="2349145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switch on(t . heater)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2860" y="5550512"/>
            <a:ext cx="2285629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switch off(t. heater)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1825" y="5778995"/>
            <a:ext cx="1117393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stop(t) /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1481" y="6030315"/>
            <a:ext cx="1408970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QBTLA+Helvetica-Bold" panose="020B0704020202020204"/>
                <a:cs typeface="TQBTLA+Helvetica-Bold" panose="020B0704020202020204"/>
              </a:rPr>
              <a:t>Heating(t)</a:t>
            </a:r>
            <a:endParaRPr sz="1800" b="1">
              <a:solidFill>
                <a:srgbClr val="000000"/>
              </a:solidFill>
              <a:latin typeface="TQBTLA+Helvetica-Bold" panose="020B0704020202020204"/>
              <a:cs typeface="TQBTLA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1825" y="6076013"/>
            <a:ext cx="2349145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TLWFG+Helvetica" panose="020B0604020202020204"/>
                <a:cs typeface="PTLWFG+Helvetica" panose="020B0604020202020204"/>
              </a:rPr>
              <a:t>switch off(t . heater)</a:t>
            </a:r>
            <a:endParaRPr sz="1800">
              <a:solidFill>
                <a:srgbClr val="000000"/>
              </a:solidFill>
              <a:latin typeface="PTLWFG+Helvetica" panose="020B0604020202020204"/>
              <a:cs typeface="PTLWFG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SHLJC+CMR7" panose="02000500000000000000"/>
                <a:cs typeface="ESHLJC+CMR7" panose="02000500000000000000"/>
              </a:rPr>
              <a:t>148</a:t>
            </a:r>
            <a:endParaRPr sz="1450">
              <a:solidFill>
                <a:srgbClr val="000000"/>
              </a:solidFill>
              <a:latin typeface="ESHLJC+CMR7" panose="02000500000000000000"/>
              <a:cs typeface="ESHLJC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952797"/>
            <a:ext cx="410088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EIQCEA+CMBX12~c" panose="02000500000000000000"/>
                <a:cs typeface="EIQCEA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IQCEA+CMBX12~c" panose="02000500000000000000"/>
                <a:cs typeface="EIQCEA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EIQCEA+CMBX12~c" panose="02000500000000000000"/>
                <a:cs typeface="EIQCEA+CMBX12~c" panose="02000500000000000000"/>
              </a:rPr>
              <a:t>Deﬁnitions</a:t>
            </a:r>
            <a:endParaRPr sz="2500" spc="-12">
              <a:solidFill>
                <a:srgbClr val="000000"/>
              </a:solidFill>
              <a:latin typeface="EIQCEA+CMBX12~c" panose="02000500000000000000"/>
              <a:cs typeface="EIQCE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76" y="3502446"/>
            <a:ext cx="8572653" cy="1697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IKSIV+CMSY10~25" panose="02000500000000000000"/>
                <a:cs typeface="BIK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start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tanks(b:</a:t>
            </a:r>
            <a:r>
              <a:rPr sz="2050" spc="4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Batch).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For</a:t>
            </a:r>
            <a:r>
              <a:rPr sz="20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each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tank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t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b,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signal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“start(t)”.</a:t>
            </a:r>
            <a:endParaRPr sz="2050">
              <a:solidFill>
                <a:srgbClr val="000000"/>
              </a:solidFill>
              <a:latin typeface="GHURMG+CMSS10" panose="02000500000000000000"/>
              <a:cs typeface="GHURMG+CMSS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IKSIV+CMSY10~25" panose="02000500000000000000"/>
                <a:cs typeface="BIK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stop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tanks(b:</a:t>
            </a:r>
            <a:r>
              <a:rPr sz="2050" spc="4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OSPL+CMSSBX10" panose="02000500000000000000"/>
                <a:cs typeface="GWOSPL+CMSSBX10" panose="02000500000000000000"/>
              </a:rPr>
              <a:t>Batch).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For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each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tank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t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b,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signal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URMG+CMSS10" panose="02000500000000000000"/>
                <a:cs typeface="GHURMG+CMSS10" panose="02000500000000000000"/>
              </a:rPr>
              <a:t>“stop(t)”.</a:t>
            </a:r>
            <a:endParaRPr sz="2050">
              <a:solidFill>
                <a:srgbClr val="000000"/>
              </a:solidFill>
              <a:latin typeface="GHURMG+CMSS10" panose="02000500000000000000"/>
              <a:cs typeface="GHURMG+CMSS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EILHWJ+CMR10" panose="02000500000000000000"/>
                <a:cs typeface="EILHW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HWJ+CMR10" panose="02000500000000000000"/>
                <a:cs typeface="EILHWJ+CMR10" panose="02000500000000000000"/>
              </a:rPr>
              <a:t>supplement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ILHWJ+CMR10" panose="02000500000000000000"/>
                <a:cs typeface="EILHW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LHWJ+CMR10" panose="02000500000000000000"/>
                <a:cs typeface="EILHWJ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EILHWJ+CMR10" panose="02000500000000000000"/>
              <a:cs typeface="EILHW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VBGHN+CMR7" panose="02000500000000000000"/>
                <a:cs typeface="JVBGHN+CMR7" panose="02000500000000000000"/>
              </a:rPr>
              <a:t>149</a:t>
            </a:r>
            <a:endParaRPr sz="1450">
              <a:solidFill>
                <a:srgbClr val="000000"/>
              </a:solidFill>
              <a:latin typeface="JVBGHN+CMR7" panose="02000500000000000000"/>
              <a:cs typeface="JVBGHN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5" y="983789"/>
            <a:ext cx="7935557" cy="1097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Stimulus-response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behavior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that</a:t>
            </a:r>
            <a:endParaRPr sz="2500" spc="-13">
              <a:solidFill>
                <a:srgbClr val="000000"/>
              </a:solidFill>
              <a:latin typeface="PBNVKI+CMBX12~c" panose="02000500000000000000"/>
              <a:cs typeface="PBNVKI+CMBX12~c" panose="02000500000000000000"/>
            </a:endParaRPr>
          </a:p>
          <a:p>
            <a:pPr marL="0" marR="0">
              <a:lnSpc>
                <a:spcPts val="241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enforces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environment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PBNVKI+CMBX12~c" panose="02000500000000000000"/>
                <a:cs typeface="PBNVKI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PBNVKI+CMBX12~c" panose="02000500000000000000"/>
              <a:cs typeface="PBNVK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9809" y="2040136"/>
            <a:ext cx="1020113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Current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5471" y="2040136"/>
            <a:ext cx="118910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controller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75422" y="2040136"/>
            <a:ext cx="766726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Next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853" y="2166628"/>
            <a:ext cx="187133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Desired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response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2186440"/>
            <a:ext cx="111857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Stimulus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38" y="2724995"/>
            <a:ext cx="2255583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LHNGT+CMSSBX10~2f4" panose="02000500000000000000"/>
                <a:cs typeface="VLHNGT+CMSSBX10~2f4" panose="02000500000000000000"/>
              </a:rPr>
              <a:t>S1</a:t>
            </a:r>
            <a:r>
              <a:rPr sz="1650" spc="1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Operator</a:t>
            </a:r>
            <a:r>
              <a:rPr sz="1650" spc="1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gives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command</a:t>
            </a:r>
            <a:r>
              <a:rPr sz="1650" spc="1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to</a:t>
            </a:r>
            <a:r>
              <a:rPr sz="1650" spc="12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6851" y="2728984"/>
            <a:ext cx="2256680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Switch</a:t>
            </a:r>
            <a:r>
              <a:rPr sz="16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on</a:t>
            </a:r>
            <a:r>
              <a:rPr sz="16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heaters</a:t>
            </a:r>
            <a:r>
              <a:rPr sz="16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tanks</a:t>
            </a:r>
            <a:r>
              <a:rPr sz="1650" spc="3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with</a:t>
            </a:r>
            <a:r>
              <a:rPr sz="16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low</a:t>
            </a:r>
            <a:r>
              <a:rPr sz="16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tem-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perature.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9809" y="2876812"/>
            <a:ext cx="2254891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Not</a:t>
            </a:r>
            <a:r>
              <a:rPr sz="1650" spc="8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8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</a:t>
            </a:r>
            <a:r>
              <a:rPr sz="1650" spc="8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and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not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75422" y="2896624"/>
            <a:ext cx="105835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9809" y="3701296"/>
            <a:ext cx="225390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4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</a:t>
            </a:r>
            <a:r>
              <a:rPr sz="1650" spc="4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and</a:t>
            </a:r>
            <a:r>
              <a:rPr sz="1650" spc="4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mea-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6853" y="3868936"/>
            <a:ext cx="3429289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Controller</a:t>
            </a:r>
            <a:r>
              <a:rPr sz="1650" spc="15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switches</a:t>
            </a:r>
            <a:r>
              <a:rPr sz="1650" spc="20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oﬀ</a:t>
            </a:r>
            <a:r>
              <a:rPr sz="16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the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heater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t.</a:t>
            </a:r>
            <a:r>
              <a:rPr sz="1650" spc="37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1" y="3991439"/>
            <a:ext cx="4830131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LHNGT+CMSSBX10~2f4" panose="02000500000000000000"/>
                <a:cs typeface="VLHNGT+CMSSBX10~2f4" panose="02000500000000000000"/>
              </a:rPr>
              <a:t>S2</a:t>
            </a:r>
            <a:r>
              <a:rPr sz="1650" spc="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Every</a:t>
            </a:r>
            <a:r>
              <a:rPr sz="16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60</a:t>
            </a:r>
            <a:r>
              <a:rPr sz="16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seconds.</a:t>
            </a:r>
            <a:r>
              <a:rPr sz="1650" spc="20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sured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temp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JLIHGJ+CMMI8" panose="02000500000000000000"/>
                <a:cs typeface="JLIHGJ+CMMI8" panose="02000500000000000000"/>
              </a:rPr>
              <a:t>&gt;</a:t>
            </a:r>
            <a:r>
              <a:rPr sz="1650" spc="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desired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9808" y="4289560"/>
            <a:ext cx="121916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temp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+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5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9808" y="4662940"/>
            <a:ext cx="2255872" cy="1262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4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</a:t>
            </a:r>
            <a:r>
              <a:rPr sz="1650" spc="4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and</a:t>
            </a:r>
            <a:r>
              <a:rPr sz="1650" spc="4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mea-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sured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temp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JLIHGJ+CMMI8" panose="02000500000000000000"/>
                <a:cs typeface="JLIHGJ+CMMI8" panose="02000500000000000000"/>
              </a:rPr>
              <a:t>&lt;</a:t>
            </a:r>
            <a:r>
              <a:rPr sz="1650" spc="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desired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23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temp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UJCKEP+CMSY8" panose="02000500000000000000"/>
                <a:cs typeface="UJCKEP+CMSY8" panose="02000500000000000000"/>
              </a:rPr>
              <a:t>−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5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6853" y="4830580"/>
            <a:ext cx="342928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Controller</a:t>
            </a:r>
            <a:r>
              <a:rPr sz="1650" spc="15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switches</a:t>
            </a:r>
            <a:r>
              <a:rPr sz="1650" spc="20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6853" y="5124713"/>
            <a:ext cx="166226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on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heater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5422" y="5124713"/>
            <a:ext cx="45686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8565" y="5706150"/>
            <a:ext cx="2275295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JCKEP+CMSY8" panose="02000500000000000000"/>
                <a:cs typeface="UJCKEP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Switch</a:t>
            </a:r>
            <a:r>
              <a:rPr sz="1650" spc="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oﬀ</a:t>
            </a:r>
            <a:r>
              <a:rPr sz="1650" spc="3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heaters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1241" y="5742516"/>
            <a:ext cx="2256957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LHNGT+CMSSBX10~2f4" panose="02000500000000000000"/>
                <a:cs typeface="VLHNGT+CMSSBX10~2f4" panose="02000500000000000000"/>
              </a:rPr>
              <a:t>S4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Recipe</a:t>
            </a:r>
            <a:r>
              <a:rPr sz="16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time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since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75422" y="5767840"/>
            <a:ext cx="66365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Not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40883" y="6004060"/>
            <a:ext cx="185276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that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1241" y="6040636"/>
            <a:ext cx="3718923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the</a:t>
            </a:r>
            <a:r>
              <a:rPr sz="1650" spc="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start</a:t>
            </a:r>
            <a:r>
              <a:rPr sz="1650" spc="5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r>
              <a:rPr sz="1650" spc="5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20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has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passed.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75422" y="6061972"/>
            <a:ext cx="996601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98566" y="6369090"/>
            <a:ext cx="2071604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JCKEP+CMSY8" panose="02000500000000000000"/>
                <a:cs typeface="UJCKEP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Inform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GLJUOI+CMSS8" panose="02000500000000000000"/>
                <a:cs typeface="GLJUOI+CMSS8" panose="02000500000000000000"/>
              </a:rPr>
              <a:t>operator.</a:t>
            </a:r>
            <a:endParaRPr sz="1650">
              <a:solidFill>
                <a:srgbClr val="000000"/>
              </a:solidFill>
              <a:latin typeface="GLJUOI+CMSS8" panose="02000500000000000000"/>
              <a:cs typeface="GLJUOI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HREFF+CMR7" panose="02000500000000000000"/>
                <a:cs typeface="GHREFF+CMR7" panose="02000500000000000000"/>
              </a:rPr>
              <a:t>150</a:t>
            </a:r>
            <a:endParaRPr sz="1450">
              <a:solidFill>
                <a:srgbClr val="000000"/>
              </a:solidFill>
              <a:latin typeface="GHREFF+CMR7" panose="02000500000000000000"/>
              <a:cs typeface="GHREFF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66869"/>
            <a:ext cx="391692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FAMDPE+CMBX12~c" panose="02000500000000000000"/>
                <a:cs typeface="FAMDPE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AMDPE+CMBX12~c" panose="02000500000000000000"/>
                <a:cs typeface="FAMDPE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AMDPE+CMBX12~c" panose="02000500000000000000"/>
                <a:cs typeface="FAMDPE+CMBX12~c" panose="02000500000000000000"/>
              </a:rPr>
              <a:t>Questions</a:t>
            </a:r>
            <a:endParaRPr sz="2500" spc="-11">
              <a:solidFill>
                <a:srgbClr val="000000"/>
              </a:solidFill>
              <a:latin typeface="FAMDPE+CMBX12~c" panose="02000500000000000000"/>
              <a:cs typeface="FAMDP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7" y="3233393"/>
            <a:ext cx="831230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brought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about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SR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pairs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exactly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VMSPBV+CMR10" panose="02000500000000000000"/>
              <a:cs typeface="VMSPB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desired.</a:t>
            </a:r>
            <a:endParaRPr sz="2050" spc="10">
              <a:solidFill>
                <a:srgbClr val="000000"/>
              </a:solidFill>
              <a:latin typeface="VMSPBV+CMR10" panose="02000500000000000000"/>
              <a:cs typeface="VMSPB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8" y="4123413"/>
            <a:ext cx="3827295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AUFF+CMSY10~25" panose="02000500000000000000"/>
                <a:cs typeface="BSAUF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diﬀerences?</a:t>
            </a:r>
            <a:endParaRPr sz="2050" spc="10">
              <a:solidFill>
                <a:srgbClr val="000000"/>
              </a:solidFill>
              <a:latin typeface="VMSPBV+CMR10" panose="02000500000000000000"/>
              <a:cs typeface="VMSPBV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AUFF+CMSY10~25" panose="02000500000000000000"/>
                <a:cs typeface="BSAUF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Why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MSPBV+CMR10" panose="02000500000000000000"/>
                <a:cs typeface="VMSPBV+CMR10" panose="02000500000000000000"/>
              </a:rPr>
              <a:t>acceptable?</a:t>
            </a:r>
            <a:endParaRPr sz="2050" spc="11">
              <a:solidFill>
                <a:srgbClr val="000000"/>
              </a:solidFill>
              <a:latin typeface="VMSPBV+CMR10" panose="02000500000000000000"/>
              <a:cs typeface="VMSPB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RIAGC+CMR7" panose="02000500000000000000"/>
                <a:cs typeface="FRIAGC+CMR7" panose="02000500000000000000"/>
              </a:rPr>
              <a:t>151</a:t>
            </a:r>
            <a:endParaRPr sz="1450">
              <a:solidFill>
                <a:srgbClr val="000000"/>
              </a:solidFill>
              <a:latin typeface="FRIAGC+CMR7" panose="02000500000000000000"/>
              <a:cs typeface="FRIAGC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35933"/>
            <a:ext cx="673949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3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Which</a:t>
            </a:r>
            <a:r>
              <a:rPr sz="2500" spc="3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steps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did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6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we</a:t>
            </a:r>
            <a:r>
              <a:rPr sz="2500" spc="3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FMSOEJ+CMBX12~c" panose="02000500000000000000"/>
                <a:cs typeface="FMSOEJ+CMBX12~c" panose="02000500000000000000"/>
              </a:rPr>
              <a:t>take?</a:t>
            </a:r>
            <a:endParaRPr sz="2500" spc="-29">
              <a:solidFill>
                <a:srgbClr val="000000"/>
              </a:solidFill>
              <a:latin typeface="FMSOEJ+CMBX12~c" panose="02000500000000000000"/>
              <a:cs typeface="FMSOEJ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602457"/>
            <a:ext cx="32189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(Compare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roadmap)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1" y="3120617"/>
            <a:ext cx="771673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KUBW+CMSY10~25" panose="02000500000000000000"/>
                <a:cs typeface="BSKUB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was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modeled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means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of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9" y="3492475"/>
            <a:ext cx="387849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non-atomic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pair.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91" y="4010637"/>
            <a:ext cx="7950928" cy="1972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KUBW+CMSY10~25" panose="02000500000000000000"/>
                <a:cs typeface="BSKUB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was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decomposed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into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atomic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pairs.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KUBW+CMSY10~25" panose="02000500000000000000"/>
                <a:cs typeface="BSKUB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From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derived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of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atomic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pairs,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would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approximately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bring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VWJI+CMR10" panose="02000500000000000000"/>
                <a:cs typeface="FLVWJI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FLVWJI+CMR10" panose="02000500000000000000"/>
              <a:cs typeface="FLVWJI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VUCIT+CMR7" panose="02000500000000000000"/>
                <a:cs typeface="HVUCIT+CMR7" panose="02000500000000000000"/>
              </a:rPr>
              <a:t>152</a:t>
            </a:r>
            <a:endParaRPr sz="1450">
              <a:solidFill>
                <a:srgbClr val="000000"/>
              </a:solidFill>
              <a:latin typeface="HVUCIT+CMR7" panose="02000500000000000000"/>
              <a:cs typeface="HVUCIT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05097"/>
            <a:ext cx="377808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5">
                <a:solidFill>
                  <a:srgbClr val="000000"/>
                </a:solidFill>
                <a:latin typeface="CCACJD+CMBX12~c" panose="02000500000000000000"/>
                <a:cs typeface="CCACJD+CMBX12~c" panose="02000500000000000000"/>
              </a:rPr>
              <a:t>Part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CACJD+CMBX12~c" panose="02000500000000000000"/>
                <a:cs typeface="CCACJD+CMBX12~c" panose="02000500000000000000"/>
              </a:rPr>
              <a:t>IV: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CACJD+CMBX12~c" panose="02000500000000000000"/>
                <a:cs typeface="CCACJD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CCACJD+CMBX12~c" panose="02000500000000000000"/>
                <a:cs typeface="CCACJD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CCACJD+CMBX12~c" panose="02000500000000000000"/>
              <a:cs typeface="CCACJ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805149"/>
            <a:ext cx="80595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FRHS+CMSY10~25" panose="02000500000000000000"/>
                <a:cs typeface="TSFRH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Behavior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occurs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levels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4" y="3177007"/>
            <a:ext cx="12457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5" y="3695169"/>
            <a:ext cx="5997214" cy="160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FRHS+CMSY10~25" panose="02000500000000000000"/>
                <a:cs typeface="TSFRH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Find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required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QDHT+CMBX10" panose="02000500000000000000"/>
                <a:cs typeface="NPQDHT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Analyzing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required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or</a:t>
            </a:r>
            <a:endParaRPr sz="2050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QDHT+CMBX10" panose="02000500000000000000"/>
                <a:cs typeface="NPQDHT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modeling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1" y="5103349"/>
            <a:ext cx="831937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FRHS+CMSY10~25" panose="02000500000000000000"/>
                <a:cs typeface="TSFRH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Behavior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described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tabular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format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SSIU+CMR10" panose="02000500000000000000"/>
                <a:cs typeface="UDSSIU+CMR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UDSSIU+CMR10" panose="02000500000000000000"/>
              <a:cs typeface="UDSSIU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AOCDU+CMR7" panose="02000500000000000000"/>
                <a:cs typeface="QAOCDU+CMR7" panose="02000500000000000000"/>
              </a:rPr>
              <a:t>153</a:t>
            </a:r>
            <a:endParaRPr sz="1450">
              <a:solidFill>
                <a:srgbClr val="000000"/>
              </a:solidFill>
              <a:latin typeface="QAOCDU+CMR7" panose="02000500000000000000"/>
              <a:cs typeface="QAOCDU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675429"/>
            <a:ext cx="4689082" cy="245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LFGUM+CMBX12~c" panose="02000500000000000000"/>
                <a:cs typeface="GLFGUM+CMBX12~c" panose="02000500000000000000"/>
              </a:rPr>
              <a:t>Structure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LFGUM+CMBX12~c" panose="02000500000000000000"/>
                <a:cs typeface="GLFGUM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GLFGUM+CMBX12~c" panose="02000500000000000000"/>
                <a:cs typeface="GLFGUM+CMBX12~c" panose="02000500000000000000"/>
              </a:rPr>
              <a:t>part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LFGUM+CMBX12~c" panose="02000500000000000000"/>
                <a:cs typeface="GLFGUM+CMBX12~c" panose="02000500000000000000"/>
              </a:rPr>
              <a:t>IV</a:t>
            </a:r>
            <a:endParaRPr sz="2500">
              <a:solidFill>
                <a:srgbClr val="000000"/>
              </a:solidFill>
              <a:latin typeface="GLFGUM+CMBX12~c" panose="02000500000000000000"/>
              <a:cs typeface="GLFGUM+CMBX12~c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GSUJ+CMSY10~25" panose="02000500000000000000"/>
                <a:cs typeface="AUGSU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State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transition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lists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tables</a:t>
            </a:r>
            <a:endParaRPr sz="2050" spc="10">
              <a:solidFill>
                <a:srgbClr val="000000"/>
              </a:solidFill>
              <a:latin typeface="MLMOOA+CMR10" panose="02000500000000000000"/>
              <a:cs typeface="MLMOOA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GSUJ+CMSY10~25" panose="02000500000000000000"/>
                <a:cs typeface="AUGSU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State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transition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diagrams</a:t>
            </a:r>
            <a:endParaRPr sz="2050">
              <a:solidFill>
                <a:srgbClr val="000000"/>
              </a:solidFill>
              <a:latin typeface="MLMOOA+CMR10" panose="02000500000000000000"/>
              <a:cs typeface="MLMOOA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GSUJ+CMSY10~25" panose="02000500000000000000"/>
                <a:cs typeface="AUGSU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Execution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semantics</a:t>
            </a:r>
            <a:endParaRPr sz="2050">
              <a:solidFill>
                <a:srgbClr val="000000"/>
              </a:solidFill>
              <a:latin typeface="MLMOOA+CMR10" panose="02000500000000000000"/>
              <a:cs typeface="MLMOOA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7" y="4731492"/>
            <a:ext cx="442947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GSUJ+CMSY10~25" panose="02000500000000000000"/>
                <a:cs typeface="AUGSU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Modeling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design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LMOOA+CMR10" panose="02000500000000000000"/>
                <a:cs typeface="MLMOOA+CMR10" panose="02000500000000000000"/>
              </a:rPr>
              <a:t>guidelines</a:t>
            </a:r>
            <a:endParaRPr sz="2050" spc="10">
              <a:solidFill>
                <a:srgbClr val="000000"/>
              </a:solidFill>
              <a:latin typeface="MLMOOA+CMR10" panose="02000500000000000000"/>
              <a:cs typeface="MLMOO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ESGOR+CMR7" panose="02000500000000000000"/>
                <a:cs typeface="CESGOR+CMR7" panose="02000500000000000000"/>
              </a:rPr>
              <a:t>154</a:t>
            </a:r>
            <a:endParaRPr sz="1450">
              <a:solidFill>
                <a:srgbClr val="000000"/>
              </a:solidFill>
              <a:latin typeface="CESGOR+CMR7" panose="02000500000000000000"/>
              <a:cs typeface="CESGOR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64309" y="1431845"/>
            <a:ext cx="819697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11.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State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1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Transition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Lists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6">
                <a:solidFill>
                  <a:srgbClr val="000000"/>
                </a:solidFill>
                <a:latin typeface="MSKTSA+CMBX12~c" panose="02000500000000000000"/>
                <a:cs typeface="MSKTSA+CMBX12~c" panose="02000500000000000000"/>
              </a:rPr>
              <a:t>Tables</a:t>
            </a:r>
            <a:endParaRPr sz="2500" spc="-46">
              <a:solidFill>
                <a:srgbClr val="000000"/>
              </a:solidFill>
              <a:latin typeface="MSKTSA+CMBX12~c" panose="02000500000000000000"/>
              <a:cs typeface="MSKTS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931898"/>
            <a:ext cx="435114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JOUB+CMSY10~25" panose="02000500000000000000"/>
                <a:cs typeface="AVJOU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Range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informal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formal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9" y="2450060"/>
            <a:ext cx="824958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JOUB+CMSY10~25" panose="02000500000000000000"/>
                <a:cs typeface="AVJOU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down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software</a:t>
            </a:r>
            <a:endParaRPr sz="2050" spc="-11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6" y="2821915"/>
            <a:ext cx="17680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5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level.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8" y="3340077"/>
            <a:ext cx="4761672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JOUB+CMSY10~25" panose="02000500000000000000"/>
                <a:cs typeface="AVJOU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Diﬀerent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kinds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lists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tables: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THQPL+CMBX10" panose="02000500000000000000"/>
                <a:cs typeface="UTHQ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Event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list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47" y="4230095"/>
            <a:ext cx="3196329" cy="160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THQPL+CMBX10" panose="02000500000000000000"/>
                <a:cs typeface="UTHQ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Stimulus-response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list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THQPL+CMBX10" panose="02000500000000000000"/>
                <a:cs typeface="UTHQ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State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transition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table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THQPL+CMBX10" panose="02000500000000000000"/>
                <a:cs typeface="UTHQ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Decision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table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51" y="5638274"/>
            <a:ext cx="8633668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At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level,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lists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usually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informal.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At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object</a:t>
            </a:r>
            <a:endParaRPr sz="2050" spc="35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level,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usually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VIOFJ+CMR10" panose="02000500000000000000"/>
                <a:cs typeface="IVIOFJ+CMR10" panose="02000500000000000000"/>
              </a:rPr>
              <a:t>formal.</a:t>
            </a:r>
            <a:endParaRPr sz="2050">
              <a:solidFill>
                <a:srgbClr val="000000"/>
              </a:solidFill>
              <a:latin typeface="IVIOFJ+CMR10" panose="02000500000000000000"/>
              <a:cs typeface="IVIOFJ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AIFEF+CMR7" panose="02000500000000000000"/>
                <a:cs typeface="PAIFEF+CMR7" panose="02000500000000000000"/>
              </a:rPr>
              <a:t>155</a:t>
            </a:r>
            <a:endParaRPr sz="1450">
              <a:solidFill>
                <a:srgbClr val="000000"/>
              </a:solidFill>
              <a:latin typeface="PAIFEF+CMR7" panose="02000500000000000000"/>
              <a:cs typeface="PAIFEF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82721"/>
            <a:ext cx="6154964" cy="1909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DJINI+CMBX12~c" panose="02000500000000000000"/>
                <a:cs typeface="GDJINI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GDJINI+CMBX12~c" panose="02000500000000000000"/>
                <a:cs typeface="GDJINI+CMBX12~c" panose="02000500000000000000"/>
              </a:rPr>
              <a:t>use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DJINI+CMBX12~c" panose="02000500000000000000"/>
                <a:cs typeface="GDJINI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DJINI+CMBX12~c" panose="02000500000000000000"/>
                <a:cs typeface="GDJINI+CMBX12~c" panose="02000500000000000000"/>
              </a:rPr>
              <a:t>behavior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DJINI+CMBX12~c" panose="02000500000000000000"/>
                <a:cs typeface="GDJINI+CMBX12~c" panose="02000500000000000000"/>
              </a:rPr>
              <a:t>descriptions</a:t>
            </a:r>
            <a:endParaRPr sz="2500" spc="-11">
              <a:solidFill>
                <a:srgbClr val="000000"/>
              </a:solidFill>
              <a:latin typeface="GDJINI+CMBX12~c" panose="02000500000000000000"/>
              <a:cs typeface="GDJINI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descriptions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represent</a:t>
            </a:r>
            <a:endParaRPr sz="205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TDPGC+CMSY10~25" panose="02000500000000000000"/>
                <a:cs typeface="ATDPG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Assumed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endParaRPr sz="2050" spc="1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085570"/>
            <a:ext cx="4263193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TDPGC+CMSY10~25" panose="02000500000000000000"/>
                <a:cs typeface="ATDPG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endParaRPr sz="2050" spc="1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TDPGC+CMSY10~25" panose="02000500000000000000"/>
                <a:cs typeface="ATDPG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Required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endParaRPr sz="2050" spc="1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TDPGC+CMSY10~25" panose="02000500000000000000"/>
                <a:cs typeface="ATDPG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Required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endParaRPr sz="2050" spc="1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93" y="4641578"/>
            <a:ext cx="855011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5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You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cannot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tell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how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reading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4172" y="5231358"/>
            <a:ext cx="8038080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behavior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description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be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supplemented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indi-</a:t>
            </a:r>
            <a:endParaRPr sz="2050" spc="10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cation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intended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QTDWL+CMR10" panose="02000500000000000000"/>
                <a:cs typeface="BQTDWL+CMR10" panose="02000500000000000000"/>
              </a:rPr>
              <a:t>use.</a:t>
            </a:r>
            <a:endParaRPr sz="2050" spc="11">
              <a:solidFill>
                <a:srgbClr val="000000"/>
              </a:solidFill>
              <a:latin typeface="BQTDWL+CMR10" panose="02000500000000000000"/>
              <a:cs typeface="BQTDW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KMWMA+CMR7" panose="02000500000000000000"/>
                <a:cs typeface="WKMWMA+CMR7" panose="02000500000000000000"/>
              </a:rPr>
              <a:t>156</a:t>
            </a:r>
            <a:endParaRPr sz="1450">
              <a:solidFill>
                <a:srgbClr val="000000"/>
              </a:solidFill>
              <a:latin typeface="WKMWMA+CMR7" panose="02000500000000000000"/>
              <a:cs typeface="WKMWMA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26205"/>
            <a:ext cx="210355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7">
                <a:solidFill>
                  <a:srgbClr val="000000"/>
                </a:solidFill>
                <a:latin typeface="GGNGIU+CMBX12~c" panose="02000500000000000000"/>
                <a:cs typeface="GGNGIU+CMBX12~c" panose="02000500000000000000"/>
              </a:rPr>
              <a:t>Event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GNGIU+CMBX12~c" panose="02000500000000000000"/>
                <a:cs typeface="GGNGIU+CMBX12~c" panose="02000500000000000000"/>
              </a:rPr>
              <a:t>lists</a:t>
            </a:r>
            <a:endParaRPr sz="2500">
              <a:solidFill>
                <a:srgbClr val="000000"/>
              </a:solidFill>
              <a:latin typeface="GGNGIU+CMBX12~c" panose="02000500000000000000"/>
              <a:cs typeface="GGNGI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492729"/>
            <a:ext cx="8558686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List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descriptions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and,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event,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its</a:t>
            </a:r>
            <a:endParaRPr sz="2050">
              <a:solidFill>
                <a:srgbClr val="000000"/>
              </a:solidFill>
              <a:latin typeface="HOPPKL+CMR10" panose="02000500000000000000"/>
              <a:cs typeface="HOPPK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OPPKL+CMR10" panose="02000500000000000000"/>
                <a:cs typeface="HOPPKL+CMR10" panose="02000500000000000000"/>
              </a:rPr>
              <a:t>eﬀect.</a:t>
            </a:r>
            <a:endParaRPr sz="2050" spc="10">
              <a:solidFill>
                <a:srgbClr val="000000"/>
              </a:solidFill>
              <a:latin typeface="HOPPKL+CMR10" panose="02000500000000000000"/>
              <a:cs typeface="HOPPK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77" y="3404327"/>
            <a:ext cx="6253997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Example: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description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assumed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device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NGTLRU+CMSS10" panose="02000500000000000000"/>
              <a:cs typeface="NGTLRU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1553" y="4022130"/>
            <a:ext cx="7797335" cy="84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CKKTV+CMSY10~25" panose="02000500000000000000"/>
                <a:cs typeface="HCKKT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PONQK+CMSSBX10" panose="02000500000000000000"/>
                <a:cs typeface="UPONQK+CMSSBX10" panose="02000500000000000000"/>
              </a:rPr>
              <a:t>light</a:t>
            </a:r>
            <a:r>
              <a:rPr sz="2050" spc="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PONQK+CMSSBX10" panose="02000500000000000000"/>
                <a:cs typeface="UPONQK+CMSSBX10" panose="02000500000000000000"/>
              </a:rPr>
              <a:t>on(b).</a:t>
            </a:r>
            <a:r>
              <a:rPr sz="2050" spc="3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If</a:t>
            </a:r>
            <a:r>
              <a:rPr sz="2050" spc="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b</a:t>
            </a:r>
            <a:r>
              <a:rPr sz="2050" spc="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is</a:t>
            </a:r>
            <a:r>
              <a:rPr sz="2050" spc="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not</a:t>
            </a:r>
            <a:r>
              <a:rPr sz="2050" spc="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already</a:t>
            </a:r>
            <a:r>
              <a:rPr sz="20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in</a:t>
            </a:r>
            <a:r>
              <a:rPr sz="2050" spc="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state</a:t>
            </a:r>
            <a:r>
              <a:rPr sz="2050" spc="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On(b),</a:t>
            </a:r>
            <a:r>
              <a:rPr sz="2050" spc="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then</a:t>
            </a:r>
            <a:r>
              <a:rPr sz="20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it</a:t>
            </a:r>
            <a:r>
              <a:rPr sz="20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enters</a:t>
            </a:r>
            <a:endParaRPr sz="2050">
              <a:solidFill>
                <a:srgbClr val="000000"/>
              </a:solidFill>
              <a:latin typeface="NGTLRU+CMSS10" panose="02000500000000000000"/>
              <a:cs typeface="NGTLRU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3692" y="4399499"/>
            <a:ext cx="5261629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On(b).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Otherwise,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nothing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changes.</a:t>
            </a:r>
            <a:endParaRPr sz="2050" spc="10">
              <a:solidFill>
                <a:srgbClr val="000000"/>
              </a:solidFill>
              <a:latin typeface="NGTLRU+CMSS10" panose="02000500000000000000"/>
              <a:cs typeface="NGTLRU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1558" y="4858809"/>
            <a:ext cx="7797221" cy="84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CKKTV+CMSY10~25" panose="02000500000000000000"/>
                <a:cs typeface="HCKKT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PONQK+CMSSBX10" panose="02000500000000000000"/>
                <a:cs typeface="UPONQK+CMSSBX10" panose="02000500000000000000"/>
              </a:rPr>
              <a:t>light</a:t>
            </a:r>
            <a:r>
              <a:rPr sz="2050" spc="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PONQK+CMSSBX10" panose="02000500000000000000"/>
                <a:cs typeface="UPONQK+CMSSBX10" panose="02000500000000000000"/>
              </a:rPr>
              <a:t>oﬀ(b).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If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b</a:t>
            </a:r>
            <a:r>
              <a:rPr sz="20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is</a:t>
            </a:r>
            <a:r>
              <a:rPr sz="2050" spc="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not</a:t>
            </a:r>
            <a:r>
              <a:rPr sz="20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already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in</a:t>
            </a:r>
            <a:r>
              <a:rPr sz="2050" spc="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state</a:t>
            </a:r>
            <a:r>
              <a:rPr sz="2050" spc="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Oﬀ(b),</a:t>
            </a:r>
            <a:r>
              <a:rPr sz="2050" spc="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then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it</a:t>
            </a:r>
            <a:r>
              <a:rPr sz="2050" spc="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enters</a:t>
            </a:r>
            <a:endParaRPr sz="2050">
              <a:solidFill>
                <a:srgbClr val="000000"/>
              </a:solidFill>
              <a:latin typeface="NGTLRU+CMSS10" panose="02000500000000000000"/>
              <a:cs typeface="NGTLRU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3677" y="5236175"/>
            <a:ext cx="5280943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Oﬀ(b).</a:t>
            </a:r>
            <a:r>
              <a:rPr sz="2050" spc="4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Otherwise,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nothing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GTLRU+CMSS10" panose="02000500000000000000"/>
                <a:cs typeface="NGTLRU+CMSS10" panose="02000500000000000000"/>
              </a:rPr>
              <a:t>changes.</a:t>
            </a:r>
            <a:endParaRPr sz="2050" spc="10">
              <a:solidFill>
                <a:srgbClr val="000000"/>
              </a:solidFill>
              <a:latin typeface="NGTLRU+CMSS10" panose="02000500000000000000"/>
              <a:cs typeface="NGTLRU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GHMBO+CMR7" panose="02000500000000000000"/>
                <a:cs typeface="WGHMBO+CMR7" panose="02000500000000000000"/>
              </a:rPr>
              <a:t>157</a:t>
            </a:r>
            <a:endParaRPr sz="1450">
              <a:solidFill>
                <a:srgbClr val="000000"/>
              </a:solidFill>
              <a:latin typeface="WGHMBO+CMR7" panose="02000500000000000000"/>
              <a:cs typeface="WGHMBO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98089"/>
            <a:ext cx="7730757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7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event</a:t>
            </a:r>
            <a:r>
              <a:rPr sz="250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list:</a:t>
            </a:r>
            <a:r>
              <a:rPr sz="2500" spc="6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desired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domain</a:t>
            </a:r>
            <a:endParaRPr sz="2500" spc="-12">
              <a:solidFill>
                <a:srgbClr val="000000"/>
              </a:solidFill>
              <a:latin typeface="GFDCCF+CMBX12~c" panose="02000500000000000000"/>
              <a:cs typeface="GFDCCF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GFDCCF+CMBX12~c" panose="02000500000000000000"/>
                <a:cs typeface="GFDCCF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GFDCCF+CMBX12~c" panose="02000500000000000000"/>
              <a:cs typeface="GFDCC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917" y="2043392"/>
            <a:ext cx="101507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Event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3782" y="2043392"/>
            <a:ext cx="1956101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Desired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action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4326" y="2521929"/>
            <a:ext cx="6254425" cy="4370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</a:t>
            </a:r>
            <a:r>
              <a:rPr sz="2050" spc="4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heating</a:t>
            </a:r>
            <a:r>
              <a:rPr sz="20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process</a:t>
            </a:r>
            <a:r>
              <a:rPr sz="2050" spc="4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for</a:t>
            </a:r>
            <a:r>
              <a:rPr sz="2050" spc="5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4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heating</a:t>
            </a:r>
            <a:r>
              <a:rPr sz="20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tanks</a:t>
            </a:r>
            <a:r>
              <a:rPr sz="20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of</a:t>
            </a:r>
            <a:r>
              <a:rPr sz="20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</a:t>
            </a:r>
            <a:r>
              <a:rPr sz="2050" spc="4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is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started.</a:t>
            </a:r>
            <a:r>
              <a:rPr sz="2050" spc="10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If</a:t>
            </a:r>
            <a:r>
              <a:rPr sz="20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at</a:t>
            </a:r>
            <a:r>
              <a:rPr sz="2050" spc="3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start</a:t>
            </a:r>
            <a:r>
              <a:rPr sz="2050" spc="3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of</a:t>
            </a:r>
            <a:r>
              <a:rPr sz="205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process,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tempera-</a:t>
            </a:r>
            <a:endParaRPr sz="2050" spc="19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ture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in</a:t>
            </a:r>
            <a:r>
              <a:rPr sz="20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tank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is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too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low,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heater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of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that</a:t>
            </a:r>
            <a:r>
              <a:rPr sz="20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tank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is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switched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on.</a:t>
            </a:r>
            <a:r>
              <a:rPr sz="2050" spc="6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When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during</a:t>
            </a:r>
            <a:r>
              <a:rPr sz="20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process,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tank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becomes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5</a:t>
            </a:r>
            <a:r>
              <a:rPr sz="2050" spc="4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degrees</a:t>
            </a:r>
            <a:r>
              <a:rPr sz="20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Celsius</a:t>
            </a:r>
            <a:r>
              <a:rPr sz="20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warmer</a:t>
            </a:r>
            <a:r>
              <a:rPr sz="2050" spc="4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than</a:t>
            </a:r>
            <a:r>
              <a:rPr sz="2050" spc="4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4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de-</a:t>
            </a:r>
            <a:endParaRPr sz="2050" spc="11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sired</a:t>
            </a:r>
            <a:r>
              <a:rPr sz="2050" spc="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temperature,</a:t>
            </a:r>
            <a:r>
              <a:rPr sz="20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its</a:t>
            </a:r>
            <a:r>
              <a:rPr sz="2050" spc="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heater</a:t>
            </a:r>
            <a:r>
              <a:rPr sz="20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must</a:t>
            </a:r>
            <a:r>
              <a:rPr sz="2050" spc="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be</a:t>
            </a:r>
            <a:r>
              <a:rPr sz="2050" spc="-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switched</a:t>
            </a:r>
            <a:r>
              <a:rPr sz="2050" spc="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oﬀ.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When</a:t>
            </a:r>
            <a:r>
              <a:rPr sz="2050" spc="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it</a:t>
            </a:r>
            <a:r>
              <a:rPr sz="2050" spc="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becomes</a:t>
            </a:r>
            <a:r>
              <a:rPr sz="2050" spc="-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5</a:t>
            </a:r>
            <a:r>
              <a:rPr sz="20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degrees</a:t>
            </a:r>
            <a:r>
              <a:rPr sz="2050" spc="-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Celsius</a:t>
            </a:r>
            <a:r>
              <a:rPr sz="2050" spc="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colder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than</a:t>
            </a:r>
            <a:r>
              <a:rPr sz="2050" spc="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desired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temperature,</a:t>
            </a:r>
            <a:r>
              <a:rPr sz="20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its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heater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must</a:t>
            </a:r>
            <a:r>
              <a:rPr sz="205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be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switched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on.</a:t>
            </a:r>
            <a:r>
              <a:rPr sz="2050" spc="7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When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heating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process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has</a:t>
            </a:r>
            <a:r>
              <a:rPr sz="205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lasted</a:t>
            </a:r>
            <a:r>
              <a:rPr sz="205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for</a:t>
            </a:r>
            <a:r>
              <a:rPr sz="20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duration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recipe,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must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stop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and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the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operator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must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notiﬁed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this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fact.</a:t>
            </a:r>
            <a:endParaRPr sz="2050" spc="1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5917" y="3661880"/>
            <a:ext cx="1367759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Operator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16" y="4033738"/>
            <a:ext cx="1944703" cy="1770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gives</a:t>
            </a:r>
            <a:r>
              <a:rPr sz="2050" spc="3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com-</a:t>
            </a:r>
            <a:endParaRPr sz="2050" spc="11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mand</a:t>
            </a:r>
            <a:r>
              <a:rPr sz="2050" spc="3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to</a:t>
            </a:r>
            <a:r>
              <a:rPr sz="2050" spc="3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start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heating</a:t>
            </a:r>
            <a:r>
              <a:rPr sz="2050" spc="6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batch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8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COEQ+CMSS10" panose="02000500000000000000"/>
                <a:cs typeface="ABCOEQ+CMSS10" panose="02000500000000000000"/>
              </a:rPr>
              <a:t>b.</a:t>
            </a:r>
            <a:endParaRPr sz="2050">
              <a:solidFill>
                <a:srgbClr val="000000"/>
              </a:solidFill>
              <a:latin typeface="ABCOEQ+CMSS10" panose="02000500000000000000"/>
              <a:cs typeface="ABCOEQ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LLIWV+CMR7" panose="02000500000000000000"/>
                <a:cs typeface="ALLIWV+CMR7" panose="02000500000000000000"/>
              </a:rPr>
              <a:t>158</a:t>
            </a:r>
            <a:endParaRPr sz="1450">
              <a:solidFill>
                <a:srgbClr val="000000"/>
              </a:solidFill>
              <a:latin typeface="ALLIWV+CMR7" panose="02000500000000000000"/>
              <a:cs typeface="ALLIWV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3" y="1063037"/>
            <a:ext cx="8479985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state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transition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table:</a:t>
            </a:r>
            <a:r>
              <a:rPr sz="2500" spc="6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Desired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ject</a:t>
            </a:r>
            <a:endParaRPr sz="2500">
              <a:solidFill>
                <a:srgbClr val="000000"/>
              </a:solidFill>
              <a:latin typeface="BUGKSQ+CMBX12~c" panose="02000500000000000000"/>
              <a:cs typeface="BUGKSQ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UGKSQ+CMBX12~c" panose="02000500000000000000"/>
                <a:cs typeface="BUGKSQ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BUGKSQ+CMBX12~c" panose="02000500000000000000"/>
              <a:cs typeface="BUGKS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3229" y="1941076"/>
            <a:ext cx="186673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Subject</a:t>
            </a:r>
            <a:r>
              <a:rPr sz="1650" spc="10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domain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6041" y="2088904"/>
            <a:ext cx="84524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Event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3178" y="2087380"/>
            <a:ext cx="164244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Desired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action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3229" y="2235208"/>
            <a:ext cx="76672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6036" y="2641175"/>
            <a:ext cx="2681087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RULLF+CMSSBX10~2f4" panose="02000500000000000000"/>
                <a:cs typeface="SRULLF+CMSSBX10~2f4" panose="02000500000000000000"/>
              </a:rPr>
              <a:t>E1</a:t>
            </a:r>
            <a:r>
              <a:rPr sz="16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Operator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gives</a:t>
            </a:r>
            <a:r>
              <a:rPr sz="1650" spc="4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com-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mand</a:t>
            </a:r>
            <a:r>
              <a:rPr sz="1650" spc="9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to</a:t>
            </a:r>
            <a:r>
              <a:rPr sz="1650" spc="9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start</a:t>
            </a:r>
            <a:r>
              <a:rPr sz="1650" spc="9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3176" y="2631448"/>
            <a:ext cx="2677821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Heaters</a:t>
            </a:r>
            <a:r>
              <a:rPr sz="16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tanks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</a:t>
            </a:r>
            <a:r>
              <a:rPr sz="1650" spc="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that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24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are</a:t>
            </a:r>
            <a:r>
              <a:rPr sz="16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below</a:t>
            </a:r>
            <a:r>
              <a:rPr sz="16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recipe</a:t>
            </a:r>
            <a:r>
              <a:rPr sz="16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temper-</a:t>
            </a:r>
            <a:endParaRPr sz="1650" spc="1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ature,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6041" y="3584532"/>
            <a:ext cx="2679441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RULLF+CMSSBX10~2f4" panose="02000500000000000000"/>
                <a:cs typeface="SRULLF+CMSSBX10~2f4" panose="02000500000000000000"/>
              </a:rPr>
              <a:t>E2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5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rises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5</a:t>
            </a:r>
            <a:r>
              <a:rPr sz="1650" spc="6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degrees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above</a:t>
            </a:r>
            <a:endParaRPr sz="1650" spc="12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3229" y="3736348"/>
            <a:ext cx="186746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juice</a:t>
            </a:r>
            <a:r>
              <a:rPr sz="16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in</a:t>
            </a:r>
            <a:r>
              <a:rPr sz="16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being</a:t>
            </a:r>
            <a:r>
              <a:rPr sz="16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3178" y="3756160"/>
            <a:ext cx="267757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15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switched</a:t>
            </a:r>
            <a:r>
              <a:rPr sz="16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6041" y="4556844"/>
            <a:ext cx="2680190" cy="1118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RULLF+CMSSBX10~2f4" panose="02000500000000000000"/>
                <a:cs typeface="SRULLF+CMSSBX10~2f4" panose="02000500000000000000"/>
              </a:rPr>
              <a:t>E3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6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falls</a:t>
            </a:r>
            <a:r>
              <a:rPr sz="1650" spc="6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5</a:t>
            </a:r>
            <a:r>
              <a:rPr sz="1650" spc="6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degrees</a:t>
            </a:r>
            <a:r>
              <a:rPr sz="1650" spc="6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below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3229" y="4708660"/>
            <a:ext cx="186746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juice</a:t>
            </a:r>
            <a:r>
              <a:rPr sz="16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in</a:t>
            </a:r>
            <a:r>
              <a:rPr sz="16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being</a:t>
            </a:r>
            <a:r>
              <a:rPr sz="16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3178" y="4728472"/>
            <a:ext cx="267757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15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switched</a:t>
            </a:r>
            <a:r>
              <a:rPr sz="16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03365" y="5604042"/>
            <a:ext cx="2699702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VUQ+CMSY8" panose="02000500000000000000"/>
                <a:cs typeface="QRTVUQ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Heaters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4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</a:t>
            </a:r>
            <a:r>
              <a:rPr sz="16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that</a:t>
            </a:r>
            <a:r>
              <a:rPr sz="1650" spc="4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are</a:t>
            </a:r>
            <a:endParaRPr sz="1650" spc="-24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6039" y="5641932"/>
            <a:ext cx="2680018" cy="1118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RULLF+CMSSBX10~2f4" panose="02000500000000000000"/>
                <a:cs typeface="SRULLF+CMSSBX10~2f4" panose="02000500000000000000"/>
              </a:rPr>
              <a:t>E4</a:t>
            </a:r>
            <a:r>
              <a:rPr sz="16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heating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duration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has</a:t>
            </a:r>
            <a:r>
              <a:rPr sz="1650" spc="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passed,</a:t>
            </a:r>
            <a:r>
              <a:rPr sz="16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counted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since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the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start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heating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3229" y="5812036"/>
            <a:ext cx="4293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68188" y="5812036"/>
            <a:ext cx="45308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7555" y="5812036"/>
            <a:ext cx="81543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being</a:t>
            </a:r>
            <a:endParaRPr sz="1650" spc="16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5679" y="5901952"/>
            <a:ext cx="220278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on,</a:t>
            </a:r>
            <a:r>
              <a:rPr sz="16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53228" y="6106168"/>
            <a:ext cx="99261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03366" y="6266983"/>
            <a:ext cx="2565749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VUQ+CMSY8" panose="02000500000000000000"/>
                <a:cs typeface="QRTVUQ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Operator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is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UPMHF+CMSS8" panose="02000500000000000000"/>
                <a:cs typeface="WUPMHF+CMSS8" panose="02000500000000000000"/>
              </a:rPr>
              <a:t>informed.</a:t>
            </a:r>
            <a:endParaRPr sz="1650">
              <a:solidFill>
                <a:srgbClr val="000000"/>
              </a:solidFill>
              <a:latin typeface="WUPMHF+CMSS8" panose="02000500000000000000"/>
              <a:cs typeface="WUPMHF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AHKDJ+CMR7" panose="02000500000000000000"/>
                <a:cs typeface="VAHKDJ+CMR7" panose="02000500000000000000"/>
              </a:rPr>
              <a:t>159</a:t>
            </a:r>
            <a:endParaRPr sz="1450">
              <a:solidFill>
                <a:srgbClr val="000000"/>
              </a:solidFill>
              <a:latin typeface="VAHKDJ+CMR7" panose="02000500000000000000"/>
              <a:cs typeface="VAHKDJ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16833"/>
            <a:ext cx="333256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IHQRJH+CMBX12~c" panose="02000500000000000000"/>
                <a:cs typeface="IHQRJH+CMBX12~c" panose="02000500000000000000"/>
              </a:rPr>
              <a:t>Eﬀect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HQRJH+CMBX12~c" panose="02000500000000000000"/>
                <a:cs typeface="IHQRJH+CMBX12~c" panose="02000500000000000000"/>
              </a:rPr>
              <a:t>descriptions</a:t>
            </a:r>
            <a:endParaRPr sz="2500" spc="-11">
              <a:solidFill>
                <a:srgbClr val="000000"/>
              </a:solidFill>
              <a:latin typeface="IHQRJH+CMBX12~c" panose="02000500000000000000"/>
              <a:cs typeface="IHQRJ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216885"/>
            <a:ext cx="7363603" cy="160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LHTG+CMSY10~25" panose="02000500000000000000"/>
                <a:cs typeface="LHLHT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Transactional.</a:t>
            </a:r>
            <a:r>
              <a:rPr sz="2050" spc="4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Description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transition.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Intermediate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abstracted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away</a:t>
            </a:r>
            <a:r>
              <a:rPr sz="20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(i.e.,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atomic).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Passage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abstracted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away</a:t>
            </a:r>
            <a:r>
              <a:rPr sz="2050" spc="2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(instantaneous).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57" y="3631100"/>
            <a:ext cx="1849147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LHTG+CMSY10~25" panose="02000500000000000000"/>
                <a:cs typeface="LHLHT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IQKIDR+CMBX10" panose="02000500000000000000"/>
              <a:cs typeface="IQKIDR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31" y="4070073"/>
            <a:ext cx="7920429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Description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several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transitions,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intermediate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980" y="4441931"/>
            <a:ext cx="311815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(i.e.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atomic).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38" y="4886940"/>
            <a:ext cx="2610114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QKIDR+CMBX10" panose="02000500000000000000"/>
                <a:cs typeface="IQKID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Progress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51" y="5405102"/>
            <a:ext cx="838636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transform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scenario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transactional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list,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we</a:t>
            </a:r>
            <a:endParaRPr sz="2050" spc="-52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need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introduce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PSNWW+CMR10" panose="02000500000000000000"/>
                <a:cs typeface="TPSNWW+CMR10" panose="02000500000000000000"/>
              </a:rPr>
              <a:t>states.</a:t>
            </a:r>
            <a:endParaRPr sz="2050">
              <a:solidFill>
                <a:srgbClr val="000000"/>
              </a:solidFill>
              <a:latin typeface="TPSNWW+CMR10" panose="02000500000000000000"/>
              <a:cs typeface="TPSNW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SABHS+CMR7" panose="02000500000000000000"/>
                <a:cs typeface="HSABHS+CMR7" panose="02000500000000000000"/>
              </a:rPr>
              <a:t>160</a:t>
            </a:r>
            <a:endParaRPr sz="1450">
              <a:solidFill>
                <a:srgbClr val="000000"/>
              </a:solidFill>
              <a:latin typeface="HSABHS+CMR7" panose="02000500000000000000"/>
              <a:cs typeface="HSABHS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20009"/>
            <a:ext cx="536810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INSIPW+CMBX12~c" panose="02000500000000000000"/>
                <a:cs typeface="INSIPW+CMBX12~c" panose="02000500000000000000"/>
              </a:rPr>
              <a:t>State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NSIPW+CMBX12~c" panose="02000500000000000000"/>
                <a:cs typeface="INSIPW+CMBX12~c" panose="02000500000000000000"/>
              </a:rPr>
              <a:t>transition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INSIPW+CMBX12~c" panose="02000500000000000000"/>
                <a:cs typeface="INSIPW+CMBX12~c" panose="02000500000000000000"/>
              </a:rPr>
              <a:t>tables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NSIPW+CMBX12~c" panose="02000500000000000000"/>
                <a:cs typeface="INSIPW+CMBX12~c" panose="02000500000000000000"/>
              </a:rPr>
              <a:t>(STTs)</a:t>
            </a:r>
            <a:endParaRPr sz="2500" spc="-11">
              <a:solidFill>
                <a:srgbClr val="000000"/>
              </a:solidFill>
              <a:latin typeface="INSIPW+CMBX12~c" panose="02000500000000000000"/>
              <a:cs typeface="INSIP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686533"/>
            <a:ext cx="8074147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List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transactional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entries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form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(event,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current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state,</a:t>
            </a:r>
            <a:endParaRPr sz="2050">
              <a:solidFill>
                <a:srgbClr val="000000"/>
              </a:solidFill>
              <a:latin typeface="FTEFUF+CMR10" panose="02000500000000000000"/>
              <a:cs typeface="FTEFUF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actions,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next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state).</a:t>
            </a:r>
            <a:endParaRPr sz="2050">
              <a:solidFill>
                <a:srgbClr val="000000"/>
              </a:solidFill>
              <a:latin typeface="FTEFUF+CMR10" panose="02000500000000000000"/>
              <a:cs typeface="FTEFU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71" y="2543022"/>
            <a:ext cx="803530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2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Variables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local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entry.</a:t>
            </a:r>
            <a:r>
              <a:rPr sz="2050" spc="4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Bound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left-hand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EFUF+CMR10" panose="02000500000000000000"/>
                <a:cs typeface="FTEFUF+CMR10" panose="02000500000000000000"/>
              </a:rPr>
              <a:t>side.</a:t>
            </a:r>
            <a:endParaRPr sz="2050" spc="10">
              <a:solidFill>
                <a:srgbClr val="000000"/>
              </a:solidFill>
              <a:latin typeface="FTEFUF+CMR10" panose="02000500000000000000"/>
              <a:cs typeface="FTEFUF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953" y="3099243"/>
            <a:ext cx="1905322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Controller</a:t>
            </a:r>
            <a:r>
              <a:rPr sz="1850" spc="10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re-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 spc="15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sponse</a:t>
            </a:r>
            <a:endParaRPr sz="1850" spc="15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1189" y="3122103"/>
            <a:ext cx="1905451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Current</a:t>
            </a:r>
            <a:r>
              <a:rPr sz="1850" spc="16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con-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troller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1378" y="3122103"/>
            <a:ext cx="874131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Next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1878" y="3122103"/>
            <a:ext cx="816505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con-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3292790"/>
            <a:ext cx="1283419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Stimulus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0018" y="3461955"/>
            <a:ext cx="1617865" cy="15268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troller</a:t>
            </a:r>
            <a:r>
              <a:rPr sz="18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DJMUW+CMSSBX10~2a4" panose="02000500000000000000"/>
                <a:cs typeface="RDJMUW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RDJMUW+CMSSBX10~2a4" panose="02000500000000000000"/>
              <a:cs typeface="RDJMUW+CMSSBX10~2a4" panose="02000500000000000000"/>
            </a:endParaRPr>
          </a:p>
          <a:p>
            <a:pPr marL="0" marR="0">
              <a:lnSpc>
                <a:spcPts val="1880"/>
              </a:lnSpc>
              <a:spcBef>
                <a:spcPts val="190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25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3946738"/>
            <a:ext cx="170144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pass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0185" y="3946738"/>
            <a:ext cx="1426258" cy="1042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1270" marR="0">
              <a:lnSpc>
                <a:spcPts val="1880"/>
              </a:lnSpc>
              <a:spcBef>
                <a:spcPts val="16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Closing(c)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2445" y="4397842"/>
            <a:ext cx="1761242" cy="1715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23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69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close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39" y="4841326"/>
            <a:ext cx="1907579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10</a:t>
            </a:r>
            <a:r>
              <a:rPr sz="1850" spc="5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seconds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af-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ter</a:t>
            </a:r>
            <a:r>
              <a:rPr sz="18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the</a:t>
            </a:r>
            <a:r>
              <a:rPr sz="18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most</a:t>
            </a:r>
            <a:r>
              <a:rPr sz="1850" spc="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re-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237" y="5522554"/>
            <a:ext cx="3385353" cy="1272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cent</a:t>
            </a:r>
            <a:r>
              <a:rPr sz="1850" spc="8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execution</a:t>
            </a:r>
            <a:r>
              <a:rPr sz="1850" spc="20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2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of</a:t>
            </a:r>
            <a:r>
              <a:rPr sz="1850" spc="6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c</a:t>
            </a:r>
            <a:r>
              <a:rPr sz="1850" spc="1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state</a:t>
            </a:r>
            <a:r>
              <a:rPr sz="1850" spc="6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:=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 spc="16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Opened</a:t>
            </a:r>
            <a:endParaRPr sz="1850" spc="16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60221" y="5522554"/>
            <a:ext cx="138190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TGQQN+CMSS9" panose="02000500000000000000"/>
                <a:cs typeface="LTGQQN+CMSS9" panose="02000500000000000000"/>
              </a:rPr>
              <a:t>Closing(c)</a:t>
            </a:r>
            <a:endParaRPr sz="1850">
              <a:solidFill>
                <a:srgbClr val="000000"/>
              </a:solidFill>
              <a:latin typeface="LTGQQN+CMSS9" panose="02000500000000000000"/>
              <a:cs typeface="LTGQQN+CMSS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0785" y="56882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QAFFSK+CMSSBX10~2b1" panose="02000500000000000000"/>
                <a:cs typeface="QAFFSK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QAFFSK+CMSSBX10~2b1" panose="02000500000000000000"/>
              <a:cs typeface="QAFFSK+CMSSBX10~2b1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VIWCK+CMR7" panose="02000500000000000000"/>
                <a:cs typeface="VVIWCK+CMR7" panose="02000500000000000000"/>
              </a:rPr>
              <a:t>161</a:t>
            </a:r>
            <a:endParaRPr sz="1450">
              <a:solidFill>
                <a:srgbClr val="000000"/>
              </a:solidFill>
              <a:latin typeface="VVIWCK+CMR7" panose="02000500000000000000"/>
              <a:cs typeface="VVIWCK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20821"/>
            <a:ext cx="839049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Adding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initial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state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initialization</a:t>
            </a:r>
            <a:r>
              <a:rPr sz="250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VTGHW+CMBX12~c" panose="02000500000000000000"/>
                <a:cs typeface="FVTGHW+CMBX12~c" panose="02000500000000000000"/>
              </a:rPr>
              <a:t>action</a:t>
            </a:r>
            <a:endParaRPr sz="2500" spc="-11">
              <a:solidFill>
                <a:srgbClr val="000000"/>
              </a:solidFill>
              <a:latin typeface="FVTGHW+CMBX12~c" panose="02000500000000000000"/>
              <a:cs typeface="FVTGH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2184843"/>
            <a:ext cx="1143604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Initially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7677" y="2189566"/>
            <a:ext cx="176109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close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4550" y="2189566"/>
            <a:ext cx="138190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Closing(c)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8401" y="2681667"/>
            <a:ext cx="1983047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Controller</a:t>
            </a:r>
            <a:r>
              <a:rPr sz="1850" spc="16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re-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 spc="15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sponse</a:t>
            </a:r>
            <a:endParaRPr sz="1850" spc="15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8913" y="2704527"/>
            <a:ext cx="1983175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Current</a:t>
            </a:r>
            <a:r>
              <a:rPr sz="1850" spc="2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con-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troller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6074" y="2704527"/>
            <a:ext cx="1984077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Next</a:t>
            </a:r>
            <a:r>
              <a:rPr sz="1850" spc="2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controller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2875215"/>
            <a:ext cx="1283419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ADDNK+CMSSBX10~2a4" panose="02000500000000000000"/>
                <a:cs typeface="CADDNK+CMSSBX10~2a4" panose="02000500000000000000"/>
              </a:rPr>
              <a:t>Stimulus</a:t>
            </a:r>
            <a:endParaRPr sz="1850">
              <a:solidFill>
                <a:srgbClr val="000000"/>
              </a:solidFill>
              <a:latin typeface="CADDNK+CMSSBX10~2a4" panose="02000500000000000000"/>
              <a:cs typeface="CADDNK+CMSSBX10~2a4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241" y="3530686"/>
            <a:ext cx="170144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pass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7910" y="3530686"/>
            <a:ext cx="1426258" cy="1040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1270" marR="0">
              <a:lnSpc>
                <a:spcPts val="1880"/>
              </a:lnSpc>
              <a:spcBef>
                <a:spcPts val="16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Closing(c)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94714" y="3530686"/>
            <a:ext cx="1426474" cy="1040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10"/>
              </a:spcBef>
              <a:spcAft>
                <a:spcPct val="0"/>
              </a:spcAft>
            </a:pPr>
            <a:r>
              <a:rPr sz="1850" spc="12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7893" y="3980266"/>
            <a:ext cx="1761243" cy="1715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23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69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close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doors(c)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0" y="4423751"/>
            <a:ext cx="1985302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10</a:t>
            </a:r>
            <a:r>
              <a:rPr sz="1850" spc="8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seconds</a:t>
            </a:r>
            <a:r>
              <a:rPr sz="1850" spc="8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af-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ter</a:t>
            </a:r>
            <a:r>
              <a:rPr sz="18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the</a:t>
            </a:r>
            <a:r>
              <a:rPr sz="18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most</a:t>
            </a:r>
            <a:r>
              <a:rPr sz="1850" spc="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re-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240" y="5104978"/>
            <a:ext cx="3474733" cy="1272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cent</a:t>
            </a:r>
            <a:r>
              <a:rPr sz="1850" spc="15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execution</a:t>
            </a:r>
            <a:r>
              <a:rPr sz="1850" spc="20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2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Opened(c)</a:t>
            </a:r>
            <a:endParaRPr sz="1850" spc="12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of</a:t>
            </a:r>
            <a:r>
              <a:rPr sz="1850" spc="9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</a:t>
            </a:r>
            <a:r>
              <a:rPr sz="1850" spc="13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state</a:t>
            </a:r>
            <a:r>
              <a:rPr sz="1850" spc="8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:=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 spc="16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Opened</a:t>
            </a:r>
            <a:endParaRPr sz="1850" spc="16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94917" y="5104978"/>
            <a:ext cx="138190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KMGUD+CMSS9" panose="02000500000000000000"/>
                <a:cs typeface="JKMGUD+CMSS9" panose="02000500000000000000"/>
              </a:rPr>
              <a:t>Closing(c)</a:t>
            </a:r>
            <a:endParaRPr sz="1850">
              <a:solidFill>
                <a:srgbClr val="000000"/>
              </a:solidFill>
              <a:latin typeface="JKMGUD+CMSS9" panose="02000500000000000000"/>
              <a:cs typeface="JKMGUD+CMSS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72601" y="5270630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VWCQFU+CMSSBX10~2b1" panose="02000500000000000000"/>
                <a:cs typeface="VWCQFU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VWCQFU+CMSSBX10~2b1" panose="02000500000000000000"/>
              <a:cs typeface="VWCQFU+CMSSBX10~2b1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RJGNB+CMR7" panose="02000500000000000000"/>
                <a:cs typeface="JRJGNB+CMR7" panose="02000500000000000000"/>
              </a:rPr>
              <a:t>162</a:t>
            </a:r>
            <a:endParaRPr sz="1450">
              <a:solidFill>
                <a:srgbClr val="000000"/>
              </a:solidFill>
              <a:latin typeface="JRJGNB+CMR7" panose="02000500000000000000"/>
              <a:cs typeface="JRJGNB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81354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6">
                <a:solidFill>
                  <a:srgbClr val="000000"/>
                </a:solidFill>
                <a:latin typeface="DTWIBN+CMBX12~c" panose="02000500000000000000"/>
                <a:cs typeface="DTWIBN+CMBX12~c" panose="02000500000000000000"/>
              </a:rPr>
              <a:t>Transformation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DTWIBN+CMBX12~c" panose="02000500000000000000"/>
                <a:cs typeface="DTWIBN+CMBX12~c" panose="02000500000000000000"/>
              </a:rPr>
              <a:t>table:</a:t>
            </a:r>
            <a:r>
              <a:rPr sz="2500" spc="6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DTWIBN+CMBX12~c" panose="02000500000000000000"/>
                <a:cs typeface="DTWIBN+CMBX12~c" panose="02000500000000000000"/>
              </a:rPr>
              <a:t>no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DTWIBN+CMBX12~c" panose="02000500000000000000"/>
                <a:cs typeface="DTWIBN+CMBX12~c" panose="02000500000000000000"/>
              </a:rPr>
              <a:t>state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DTWIBN+CMBX12~c" panose="02000500000000000000"/>
                <a:cs typeface="DTWIBN+CMBX12~c" panose="02000500000000000000"/>
              </a:rPr>
              <a:t>change</a:t>
            </a:r>
            <a:endParaRPr sz="2500" spc="-29">
              <a:solidFill>
                <a:srgbClr val="000000"/>
              </a:solidFill>
              <a:latin typeface="DTWIBN+CMBX12~c" panose="02000500000000000000"/>
              <a:cs typeface="DTWIB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1546944"/>
            <a:ext cx="863714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BEUHC+CMSSBX10~2f4" panose="02000500000000000000"/>
                <a:cs typeface="KBEUHC+CMSSBX10~2f4" panose="02000500000000000000"/>
              </a:rPr>
              <a:t>Event</a:t>
            </a:r>
            <a:endParaRPr sz="1650">
              <a:solidFill>
                <a:srgbClr val="000000"/>
              </a:solidFill>
              <a:latin typeface="KBEUHC+CMSSBX10~2f4" panose="02000500000000000000"/>
              <a:cs typeface="KBEUHC+CMSSBX10~2f4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705" y="1546944"/>
            <a:ext cx="1597052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BEUHC+CMSSBX10~2f4" panose="02000500000000000000"/>
                <a:cs typeface="KBEUHC+CMSSBX10~2f4" panose="02000500000000000000"/>
              </a:rPr>
              <a:t>Current</a:t>
            </a:r>
            <a:r>
              <a:rPr sz="16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BEUHC+CMSSBX10~2f4" panose="02000500000000000000"/>
                <a:cs typeface="KBEUHC+CMSSBX10~2f4" panose="02000500000000000000"/>
              </a:rPr>
              <a:t>state</a:t>
            </a:r>
            <a:endParaRPr sz="1650">
              <a:solidFill>
                <a:srgbClr val="000000"/>
              </a:solidFill>
              <a:latin typeface="KBEUHC+CMSSBX10~2f4" panose="02000500000000000000"/>
              <a:cs typeface="KBEUHC+CMSSBX10~2f4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5605" y="1546944"/>
            <a:ext cx="942228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BEUHC+CMSSBX10~2f4" panose="02000500000000000000"/>
                <a:cs typeface="KBEUHC+CMSSBX10~2f4" panose="02000500000000000000"/>
              </a:rPr>
              <a:t>Action</a:t>
            </a:r>
            <a:endParaRPr sz="1650">
              <a:solidFill>
                <a:srgbClr val="000000"/>
              </a:solidFill>
              <a:latin typeface="KBEUHC+CMSSBX10~2f4" panose="02000500000000000000"/>
              <a:cs typeface="KBEUHC+CMSSBX10~2f4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77557" y="2031785"/>
            <a:ext cx="2096525" cy="1415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stop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motor(b,</a:t>
            </a:r>
            <a:r>
              <a:rPr sz="16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8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open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doors(c)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light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oﬀ(b)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8419" y="2258068"/>
            <a:ext cx="267776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Destination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request(b,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Atﬂoor(b,</a:t>
            </a:r>
            <a:r>
              <a:rPr sz="16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1" y="2404372"/>
            <a:ext cx="13460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arrive(b,</a:t>
            </a:r>
            <a:r>
              <a:rPr sz="16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77557" y="3314993"/>
            <a:ext cx="2096525" cy="1415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stop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motor(b,</a:t>
            </a:r>
            <a:r>
              <a:rPr sz="16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8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open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doors(c)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light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oﬀ(b)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8420" y="3725680"/>
            <a:ext cx="2677910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31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Forward</a:t>
            </a:r>
            <a:r>
              <a:rPr sz="1650" spc="13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request(b,</a:t>
            </a:r>
            <a:r>
              <a:rPr sz="1650" spc="15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Atﬂoor(b,</a:t>
            </a:r>
            <a:r>
              <a:rPr sz="16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77564" y="4421420"/>
            <a:ext cx="2163343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5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show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direction(c)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7557" y="4967009"/>
            <a:ext cx="2096525" cy="1415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stop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motor(b,</a:t>
            </a:r>
            <a:r>
              <a:rPr sz="16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8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open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doors(c)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light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oﬀ(b)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8429" y="5371600"/>
            <a:ext cx="130373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Outermost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0398" y="5371600"/>
            <a:ext cx="95167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reverse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8429" y="5665732"/>
            <a:ext cx="2679898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request(b,</a:t>
            </a:r>
            <a:r>
              <a:rPr sz="1650" spc="1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r>
              <a:rPr sz="1650" spc="10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and</a:t>
            </a:r>
            <a:r>
              <a:rPr sz="1650" spc="10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9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At-</a:t>
            </a:r>
            <a:endParaRPr sz="1650" spc="-19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ﬂoor(b,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7564" y="6073436"/>
            <a:ext cx="2415274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RDUHSU+CMSY8" panose="02000500000000000000"/>
                <a:cs typeface="RDUHSU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reverse</a:t>
            </a:r>
            <a:r>
              <a:rPr sz="1650" spc="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and</a:t>
            </a:r>
            <a:r>
              <a:rPr sz="1650" spc="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5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show</a:t>
            </a:r>
            <a:r>
              <a:rPr sz="1650" spc="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di-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9881" y="6371347"/>
            <a:ext cx="122101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SWCQGQ+CMSS8" panose="02000500000000000000"/>
                <a:cs typeface="SWCQGQ+CMSS8" panose="02000500000000000000"/>
              </a:rPr>
              <a:t>rection(c)</a:t>
            </a:r>
            <a:endParaRPr sz="1650">
              <a:solidFill>
                <a:srgbClr val="000000"/>
              </a:solidFill>
              <a:latin typeface="SWCQGQ+CMSS8" panose="02000500000000000000"/>
              <a:cs typeface="SWCQGQ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PONEQ+CMR7" panose="02000500000000000000"/>
                <a:cs typeface="NPONEQ+CMR7" panose="02000500000000000000"/>
              </a:rPr>
              <a:t>163</a:t>
            </a:r>
            <a:endParaRPr sz="1450">
              <a:solidFill>
                <a:srgbClr val="000000"/>
              </a:solidFill>
              <a:latin typeface="NPONEQ+CMR7" panose="02000500000000000000"/>
              <a:cs typeface="NPONEQ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848444" cy="1054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6">
                <a:solidFill>
                  <a:srgbClr val="000000"/>
                </a:solidFill>
                <a:latin typeface="JVISKV+CMBX12~c" panose="02000500000000000000"/>
                <a:cs typeface="JVISKV+CMBX12~c" panose="02000500000000000000"/>
              </a:rPr>
              <a:t>Transformation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VISKV+CMBX12~c" panose="02000500000000000000"/>
                <a:cs typeface="JVISKV+CMBX12~c" panose="02000500000000000000"/>
              </a:rPr>
              <a:t>table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JVISKV+CMBX12~c" panose="02000500000000000000"/>
                <a:cs typeface="JVISKV+CMBX12~c" panose="02000500000000000000"/>
              </a:rPr>
              <a:t>=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VISKV+CMBX12~c" panose="02000500000000000000"/>
                <a:cs typeface="JVISKV+CMBX12~c" panose="02000500000000000000"/>
              </a:rPr>
              <a:t>Decision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VISKV+CMBX12~c" panose="02000500000000000000"/>
                <a:cs typeface="JVISKV+CMBX12~c" panose="02000500000000000000"/>
              </a:rPr>
              <a:t>table</a:t>
            </a:r>
            <a:endParaRPr sz="2500" spc="-10">
              <a:solidFill>
                <a:srgbClr val="000000"/>
              </a:solidFill>
              <a:latin typeface="JVISKV+CMBX12~c" panose="02000500000000000000"/>
              <a:cs typeface="JVISKV+CMBX12~c" panose="02000500000000000000"/>
            </a:endParaRPr>
          </a:p>
          <a:p>
            <a:pPr marL="156845" marR="0">
              <a:lnSpc>
                <a:spcPts val="1670"/>
              </a:lnSpc>
              <a:spcBef>
                <a:spcPts val="1245"/>
              </a:spcBef>
              <a:spcAft>
                <a:spcPct val="0"/>
              </a:spcAft>
            </a:pPr>
            <a:r>
              <a:rPr sz="1650" spc="31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bd,</a:t>
            </a:r>
            <a:r>
              <a:rPr sz="16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bf,</a:t>
            </a:r>
            <a:r>
              <a:rPr sz="16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br:</a:t>
            </a:r>
            <a:r>
              <a:rPr sz="16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Request</a:t>
            </a:r>
            <a:r>
              <a:rPr sz="16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button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1782580"/>
            <a:ext cx="182132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c:</a:t>
            </a:r>
            <a:r>
              <a:rPr sz="16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Elevator</a:t>
            </a:r>
            <a:r>
              <a:rPr sz="16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cage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149864"/>
            <a:ext cx="446437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Destination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request(bd,</a:t>
            </a:r>
            <a:r>
              <a:rPr sz="1650" spc="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and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Atﬂoor(bd,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4725" y="2317504"/>
            <a:ext cx="466525" cy="1634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9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8610" y="2317504"/>
            <a:ext cx="466563" cy="160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49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-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2533" y="2317504"/>
            <a:ext cx="466525" cy="160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49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-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4894" y="2317504"/>
            <a:ext cx="467096" cy="1634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635" marR="0">
              <a:lnSpc>
                <a:spcPts val="1670"/>
              </a:lnSpc>
              <a:spcBef>
                <a:spcPts val="269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8817" y="2317504"/>
            <a:ext cx="466525" cy="1079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26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242" y="2443996"/>
            <a:ext cx="50011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2850904"/>
            <a:ext cx="436297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31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Forward</a:t>
            </a:r>
            <a:r>
              <a:rPr sz="16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request(bf,</a:t>
            </a:r>
            <a:r>
              <a:rPr sz="16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Atﬂoor(bf,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239" y="3259336"/>
            <a:ext cx="446461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Outermost</a:t>
            </a:r>
            <a:r>
              <a:rPr sz="165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reverse</a:t>
            </a:r>
            <a:r>
              <a:rPr sz="16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request(br,</a:t>
            </a:r>
            <a:r>
              <a:rPr sz="16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r>
              <a:rPr sz="1650" spc="2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and</a:t>
            </a:r>
            <a:r>
              <a:rPr sz="16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9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At-</a:t>
            </a:r>
            <a:endParaRPr sz="1650" spc="-19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ﬂoor(br,</a:t>
            </a:r>
            <a:r>
              <a:rPr sz="16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69350" y="3425452"/>
            <a:ext cx="46652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T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1" y="4012192"/>
            <a:ext cx="160323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stop</a:t>
            </a:r>
            <a:r>
              <a:rPr sz="16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motor(c)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54725" y="4032004"/>
            <a:ext cx="462956" cy="1340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8724" y="4032004"/>
            <a:ext cx="462956" cy="1340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62724" y="4032004"/>
            <a:ext cx="462956" cy="1340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65186" y="4032004"/>
            <a:ext cx="462956" cy="933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69185" y="4032004"/>
            <a:ext cx="462956" cy="933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1241" y="4419100"/>
            <a:ext cx="160765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8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open</a:t>
            </a:r>
            <a:r>
              <a:rPr sz="16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doors(c)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1241" y="4826008"/>
            <a:ext cx="3141390" cy="1340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5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show</a:t>
            </a:r>
            <a:r>
              <a:rPr sz="16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direction(c)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reverse</a:t>
            </a:r>
            <a:r>
              <a:rPr sz="16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5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show</a:t>
            </a:r>
            <a:r>
              <a:rPr sz="16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direction(c)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light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oﬀ(bd)</a:t>
            </a:r>
            <a:endParaRPr sz="1650" spc="12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5465" y="5252728"/>
            <a:ext cx="462956" cy="1748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79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69376" y="5252728"/>
            <a:ext cx="463045" cy="933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54725" y="5659636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62812" y="5659636"/>
            <a:ext cx="462956" cy="934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01241" y="6048256"/>
            <a:ext cx="141631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light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26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oﬀ(bf)</a:t>
            </a:r>
            <a:endParaRPr sz="1650" spc="26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58813" y="6068068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1241" y="6455164"/>
            <a:ext cx="140254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light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oﬀ(br)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69465" y="6474976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JWDNJ+CMSS8" panose="02000500000000000000"/>
                <a:cs typeface="PJWDNJ+CMSS8" panose="02000500000000000000"/>
              </a:rPr>
              <a:t>X</a:t>
            </a:r>
            <a:endParaRPr sz="1650">
              <a:solidFill>
                <a:srgbClr val="000000"/>
              </a:solidFill>
              <a:latin typeface="PJWDNJ+CMSS8" panose="02000500000000000000"/>
              <a:cs typeface="PJWDNJ+CMSS8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AITFS+CMR7" panose="02000500000000000000"/>
                <a:cs typeface="VAITFS+CMR7" panose="02000500000000000000"/>
              </a:rPr>
              <a:t>164</a:t>
            </a:r>
            <a:endParaRPr sz="1450">
              <a:solidFill>
                <a:srgbClr val="000000"/>
              </a:solidFill>
              <a:latin typeface="VAITFS+CMR7" panose="02000500000000000000"/>
              <a:cs typeface="VAITFS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86225"/>
            <a:ext cx="81033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An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STT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with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next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states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but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without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QELGB+CMBX12~c" panose="02000500000000000000"/>
                <a:cs typeface="PQELGB+CMBX12~c" panose="02000500000000000000"/>
              </a:rPr>
              <a:t>actions</a:t>
            </a:r>
            <a:endParaRPr sz="2500" spc="-12">
              <a:solidFill>
                <a:srgbClr val="000000"/>
              </a:solidFill>
              <a:latin typeface="PQELGB+CMBX12~c" panose="02000500000000000000"/>
              <a:cs typeface="PQELG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3044379"/>
            <a:ext cx="1175724" cy="93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Current</a:t>
            </a:r>
            <a:endParaRPr sz="1850">
              <a:solidFill>
                <a:srgbClr val="000000"/>
              </a:solidFill>
              <a:latin typeface="BSGKLW+CMSSBX10~2a4" panose="02000500000000000000"/>
              <a:cs typeface="BSGKLW+CMSSBX10~2a4" panose="02000500000000000000"/>
            </a:endParaRPr>
          </a:p>
          <a:p>
            <a:pPr marL="0" marR="0">
              <a:lnSpc>
                <a:spcPts val="1915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BSGKLW+CMSSBX10~2a4" panose="02000500000000000000"/>
              <a:cs typeface="BSGKLW+CMSSBX10~2a4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8998" y="3044379"/>
            <a:ext cx="1071099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button</a:t>
            </a:r>
            <a:endParaRPr sz="1850">
              <a:solidFill>
                <a:srgbClr val="000000"/>
              </a:solidFill>
              <a:latin typeface="BSGKLW+CMSSBX10~2a4" panose="02000500000000000000"/>
              <a:cs typeface="BSGKLW+CMSSBX10~2a4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2981" y="3213543"/>
            <a:ext cx="970489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Event</a:t>
            </a:r>
            <a:endParaRPr sz="1850">
              <a:solidFill>
                <a:srgbClr val="000000"/>
              </a:solidFill>
              <a:latin typeface="BSGKLW+CMSSBX10~2a4" panose="02000500000000000000"/>
              <a:cs typeface="BSGKLW+CMSSBX10~2a4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35725" y="3213543"/>
            <a:ext cx="2298529" cy="595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Next</a:t>
            </a:r>
            <a:r>
              <a:rPr sz="1850" spc="2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button</a:t>
            </a:r>
            <a:r>
              <a:rPr sz="18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BSGKLW+CMSSBX10~2a4" panose="02000500000000000000"/>
                <a:cs typeface="BSGKLW+CMSSBX10~2a4" panose="02000500000000000000"/>
              </a:rPr>
              <a:t>state</a:t>
            </a:r>
            <a:endParaRPr sz="1850">
              <a:solidFill>
                <a:srgbClr val="000000"/>
              </a:solidFill>
              <a:latin typeface="BSGKLW+CMSSBX10~2a4" panose="02000500000000000000"/>
              <a:cs typeface="BSGKLW+CMSSBX10~2a4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3846154"/>
            <a:ext cx="97072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On(b)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2777" y="3846154"/>
            <a:ext cx="1459937" cy="1951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light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oﬀ(b)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light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on(b)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light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on(b)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light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oﬀ(b)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5928" y="3846154"/>
            <a:ext cx="987697" cy="1951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Oﬀ(b)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On(b)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On(b)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6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Oﬀ(b)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241" y="4757506"/>
            <a:ext cx="98749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FGFMC+CMSS9" panose="02000500000000000000"/>
                <a:cs typeface="WFGFMC+CMSS9" panose="02000500000000000000"/>
              </a:rPr>
              <a:t>Oﬀ(b)</a:t>
            </a:r>
            <a:endParaRPr sz="1850">
              <a:solidFill>
                <a:srgbClr val="000000"/>
              </a:solidFill>
              <a:latin typeface="WFGFMC+CMSS9" panose="02000500000000000000"/>
              <a:cs typeface="WFGFMC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AMSQE+CMR7" panose="02000500000000000000"/>
                <a:cs typeface="UAMSQE+CMR7" panose="02000500000000000000"/>
              </a:rPr>
              <a:t>165</a:t>
            </a:r>
            <a:endParaRPr sz="1450">
              <a:solidFill>
                <a:srgbClr val="000000"/>
              </a:solidFill>
              <a:latin typeface="UAMSQE+CMR7" panose="02000500000000000000"/>
              <a:cs typeface="UAMSQE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6008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VOJFRB+CMBX12~c" panose="02000500000000000000"/>
                <a:cs typeface="VOJFRB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VOJFRB+CMBX12~c" panose="02000500000000000000"/>
                <a:cs typeface="VOJFRB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VOJFRB+CMBX12~c" panose="02000500000000000000"/>
              <a:cs typeface="VOJFR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360141"/>
            <a:ext cx="849397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NASIV+CMSY10~25" panose="02000500000000000000"/>
                <a:cs typeface="HNA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Tabular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range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informal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(event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list)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2" y="2731999"/>
            <a:ext cx="440351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formal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(state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table).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4" y="3250159"/>
            <a:ext cx="867944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NASIV+CMSY10~25" panose="02000500000000000000"/>
                <a:cs typeface="HNA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assumed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or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13" y="3622017"/>
            <a:ext cx="12457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4" y="4140178"/>
            <a:ext cx="680806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NASIV+CMSY10~25" panose="02000500000000000000"/>
                <a:cs typeface="HNA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List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entry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3" y="4658341"/>
            <a:ext cx="82377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NASIV+CMSY10~25" panose="02000500000000000000"/>
                <a:cs typeface="HNA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Variables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declared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table;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binding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local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one</a:t>
            </a:r>
            <a:endParaRPr sz="2050" spc="1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19" y="5030199"/>
            <a:ext cx="10680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3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entry.</a:t>
            </a:r>
            <a:endParaRPr sz="2050" spc="-3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91" y="5548361"/>
            <a:ext cx="608177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NASIV+CMSY10~25" panose="02000500000000000000"/>
                <a:cs typeface="HNASI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Stateless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“transition”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really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decision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OOBAK+CMR10" panose="02000500000000000000"/>
                <a:cs typeface="OOOBAK+CMR10" panose="02000500000000000000"/>
              </a:rPr>
              <a:t>rule.</a:t>
            </a:r>
            <a:endParaRPr sz="2050">
              <a:solidFill>
                <a:srgbClr val="000000"/>
              </a:solidFill>
              <a:latin typeface="OOOBAK+CMR10" panose="02000500000000000000"/>
              <a:cs typeface="OOOBAK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SNQNP+CMR7" panose="02000500000000000000"/>
                <a:cs typeface="VSNQNP+CMR7" panose="02000500000000000000"/>
              </a:rPr>
              <a:t>166</a:t>
            </a:r>
            <a:endParaRPr sz="1450">
              <a:solidFill>
                <a:srgbClr val="000000"/>
              </a:solidFill>
              <a:latin typeface="VSNQNP+CMR7" panose="02000500000000000000"/>
              <a:cs typeface="VSNQNP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4577" y="2143553"/>
            <a:ext cx="7720511" cy="1945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246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CVVBMM+CMBX12~c" panose="02000500000000000000"/>
                <a:cs typeface="CVVBMM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VVBMM+CMBX12~c" panose="02000500000000000000"/>
                <a:cs typeface="CVVBMM+CMBX12~c" panose="02000500000000000000"/>
              </a:rPr>
              <a:t>12.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VVBMM+CMBX12~c" panose="02000500000000000000"/>
                <a:cs typeface="CVVBMM+CMBX12~c" panose="02000500000000000000"/>
              </a:rPr>
              <a:t>State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1">
                <a:solidFill>
                  <a:srgbClr val="000000"/>
                </a:solidFill>
                <a:latin typeface="CVVBMM+CMBX12~c" panose="02000500000000000000"/>
                <a:cs typeface="CVVBMM+CMBX12~c" panose="02000500000000000000"/>
              </a:rPr>
              <a:t>Transition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CVVBMM+CMBX12~c" panose="02000500000000000000"/>
                <a:cs typeface="CVVBMM+CMBX12~c" panose="02000500000000000000"/>
              </a:rPr>
              <a:t>Diagrams</a:t>
            </a:r>
            <a:endParaRPr sz="2500" spc="-12">
              <a:solidFill>
                <a:srgbClr val="000000"/>
              </a:solidFill>
              <a:latin typeface="CVVBMM+CMBX12~c" panose="02000500000000000000"/>
              <a:cs typeface="CVVBMM+CMBX12~c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MVCFU+CMSY10~25" panose="02000500000000000000"/>
                <a:cs typeface="CMVCF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8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Good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showing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MVCFU+CMSY10~25" panose="02000500000000000000"/>
                <a:cs typeface="CMVCF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6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good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showing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unstructured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4" y="3681454"/>
            <a:ext cx="754451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MVCFU+CMSY10~25" panose="02000500000000000000"/>
                <a:cs typeface="CMVCF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limite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amount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because</a:t>
            </a:r>
            <a:endParaRPr sz="2050" spc="21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85" y="4053312"/>
            <a:ext cx="421147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restricted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sheet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paper.</a:t>
            </a:r>
            <a:endParaRPr sz="2050" spc="22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52" y="4571474"/>
            <a:ext cx="8688856" cy="1454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MVCFU+CMSY10~25" panose="02000500000000000000"/>
                <a:cs typeface="CMVCF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Tables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lists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on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other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hand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show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unlimited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amounts</a:t>
            </a:r>
            <a:endParaRPr sz="2050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information,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because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continue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of</a:t>
            </a:r>
            <a:endParaRPr sz="2050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RQTPP+CMR10" panose="02000500000000000000"/>
                <a:cs typeface="QRQTPP+CMR10" panose="02000500000000000000"/>
              </a:rPr>
              <a:t>sheets.</a:t>
            </a:r>
            <a:endParaRPr sz="2050" spc="10">
              <a:solidFill>
                <a:srgbClr val="000000"/>
              </a:solidFill>
              <a:latin typeface="QRQTPP+CMR10" panose="02000500000000000000"/>
              <a:cs typeface="QRQTP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NNMHS+CMR7" panose="02000500000000000000"/>
                <a:cs typeface="RNNMHS+CMR7" panose="02000500000000000000"/>
              </a:rPr>
              <a:t>167</a:t>
            </a:r>
            <a:endParaRPr sz="1450">
              <a:solidFill>
                <a:srgbClr val="000000"/>
              </a:solidFill>
              <a:latin typeface="RNNMHS+CMR7" panose="02000500000000000000"/>
              <a:cs typeface="RNNMHS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31133"/>
            <a:ext cx="463068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VNKCRO+CMBX12~c" panose="02000500000000000000"/>
                <a:cs typeface="VNKCRO+CMBX12~c" panose="02000500000000000000"/>
              </a:rPr>
              <a:t>Mealy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NKCRO+CMBX12~c" panose="02000500000000000000"/>
                <a:cs typeface="VNKCRO+CMBX12~c" panose="02000500000000000000"/>
              </a:rPr>
              <a:t>diagram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VNKCRO+CMBX12~c" panose="02000500000000000000"/>
                <a:cs typeface="VNKCRO+CMBX12~c" panose="02000500000000000000"/>
              </a:rPr>
              <a:t>constructs</a:t>
            </a:r>
            <a:endParaRPr sz="2500" spc="-13">
              <a:solidFill>
                <a:srgbClr val="000000"/>
              </a:solidFill>
              <a:latin typeface="VNKCRO+CMBX12~c" panose="02000500000000000000"/>
              <a:cs typeface="VNKCR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4282" y="2320517"/>
            <a:ext cx="4019130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Initialization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actions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a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,</a:t>
            </a:r>
            <a:r>
              <a:rPr sz="2050" spc="4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initial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state</a:t>
            </a:r>
            <a:r>
              <a:rPr sz="2050" spc="23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.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1513" y="2476280"/>
            <a:ext cx="562335" cy="563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DBRUTC+Helvetica" panose="020B0604020202020204"/>
                <a:cs typeface="DBRUTC+Helvetica" panose="020B0604020202020204"/>
              </a:rPr>
              <a:t>/ a</a:t>
            </a:r>
            <a:endParaRPr sz="1700">
              <a:solidFill>
                <a:srgbClr val="000000"/>
              </a:solidFill>
              <a:latin typeface="DBRUTC+Helvetica" panose="020B0604020202020204"/>
              <a:cs typeface="DBRUT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7878" y="2690707"/>
            <a:ext cx="602075" cy="2622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DBRUTC+Helvetica" panose="020B0604020202020204"/>
                <a:cs typeface="DBRUTC+Helvetica" panose="020B0604020202020204"/>
              </a:rPr>
              <a:t>S1</a:t>
            </a:r>
            <a:endParaRPr sz="1700">
              <a:solidFill>
                <a:srgbClr val="000000"/>
              </a:solidFill>
              <a:latin typeface="DBRUTC+Helvetica" panose="020B0604020202020204"/>
              <a:cs typeface="DBRUTC+Helvetica" panose="020B0604020202020204"/>
            </a:endParaRPr>
          </a:p>
          <a:p>
            <a:pPr marL="71755" marR="0">
              <a:lnSpc>
                <a:spcPts val="1690"/>
              </a:lnSpc>
              <a:spcBef>
                <a:spcPts val="390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JFCLKB+Helvetica" panose="020B0604020202020204"/>
                <a:cs typeface="JFCLKB+Helvetica" panose="020B0604020202020204"/>
              </a:rPr>
              <a:t>S3</a:t>
            </a:r>
            <a:endParaRPr sz="1500">
              <a:solidFill>
                <a:srgbClr val="000000"/>
              </a:solidFill>
              <a:latin typeface="JFCLKB+Helvetica" panose="020B0604020202020204"/>
              <a:cs typeface="JFCLKB+Helvetica" panose="020B0604020202020204"/>
            </a:endParaRPr>
          </a:p>
          <a:p>
            <a:pPr marL="71755" marR="0">
              <a:lnSpc>
                <a:spcPts val="1690"/>
              </a:lnSpc>
              <a:spcBef>
                <a:spcPts val="371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QQPEM+Helvetica" panose="020B0604020202020204"/>
                <a:cs typeface="WQQPEM+Helvetica" panose="020B0604020202020204"/>
              </a:rPr>
              <a:t>S5</a:t>
            </a:r>
            <a:endParaRPr sz="1500">
              <a:solidFill>
                <a:srgbClr val="000000"/>
              </a:solidFill>
              <a:latin typeface="WQQPEM+Helvetica" panose="020B0604020202020204"/>
              <a:cs typeface="WQQPEM+Helvetica" panose="020B0604020202020204"/>
            </a:endParaRPr>
          </a:p>
          <a:p>
            <a:pPr marL="71755" marR="0">
              <a:lnSpc>
                <a:spcPts val="1690"/>
              </a:lnSpc>
              <a:spcBef>
                <a:spcPts val="375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EIJDG+Helvetica" panose="020B0604020202020204"/>
                <a:cs typeface="WEIJDG+Helvetica" panose="020B0604020202020204"/>
              </a:rPr>
              <a:t>S7</a:t>
            </a:r>
            <a:endParaRPr sz="1500">
              <a:solidFill>
                <a:srgbClr val="000000"/>
              </a:solidFill>
              <a:latin typeface="WEIJDG+Helvetica" panose="020B0604020202020204"/>
              <a:cs typeface="WEIJD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4289" y="2747480"/>
            <a:ext cx="3810136" cy="1176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262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S1</a:t>
            </a:r>
            <a:endParaRPr sz="2050" spc="13">
              <a:solidFill>
                <a:srgbClr val="000000"/>
              </a:solidFill>
              <a:latin typeface="VSSULR+CMSS10" panose="02000500000000000000"/>
              <a:cs typeface="VSSULR+CMSS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85"/>
              </a:spcBef>
              <a:spcAft>
                <a:spcPct val="0"/>
              </a:spcAft>
            </a:pPr>
            <a:r>
              <a:rPr sz="2050" spc="-18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Trigger</a:t>
            </a:r>
            <a:r>
              <a:rPr sz="2050" spc="1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,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guard</a:t>
            </a:r>
            <a:r>
              <a:rPr sz="2050" spc="1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actions</a:t>
            </a:r>
            <a:r>
              <a:rPr sz="2050" spc="1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.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238" y="3228739"/>
            <a:ext cx="873066" cy="1883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JFCLKB+Helvetica" panose="020B0604020202020204"/>
                <a:cs typeface="JFCLKB+Helvetica" panose="020B0604020202020204"/>
              </a:rPr>
              <a:t>e</a:t>
            </a:r>
            <a:r>
              <a:rPr sz="1500" spc="10">
                <a:solidFill>
                  <a:srgbClr val="000000"/>
                </a:solidFill>
                <a:latin typeface="JFCLKB+Helvetica" panose="020B0604020202020204"/>
                <a:cs typeface="JFCLKB+Helvetica" panose="020B0604020202020204"/>
              </a:rPr>
              <a:t> </a:t>
            </a:r>
            <a:r>
              <a:rPr sz="1500">
                <a:solidFill>
                  <a:srgbClr val="000000"/>
                </a:solidFill>
                <a:latin typeface="JFCLKB+Helvetica" panose="020B0604020202020204"/>
                <a:cs typeface="JFCLKB+Helvetica" panose="020B0604020202020204"/>
              </a:rPr>
              <a:t>[g] /a</a:t>
            </a:r>
            <a:endParaRPr sz="1500">
              <a:solidFill>
                <a:srgbClr val="000000"/>
              </a:solidFill>
              <a:latin typeface="JFCLKB+Helvetica" panose="020B0604020202020204"/>
              <a:cs typeface="JFCLKB+Helvetica" panose="020B0604020202020204"/>
            </a:endParaRPr>
          </a:p>
          <a:p>
            <a:pPr marL="53340" marR="0">
              <a:lnSpc>
                <a:spcPts val="1690"/>
              </a:lnSpc>
              <a:spcBef>
                <a:spcPts val="371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QQPEM+Helvetica" panose="020B0604020202020204"/>
                <a:cs typeface="WQQPEM+Helvetica" panose="020B0604020202020204"/>
              </a:rPr>
              <a:t>[g] / a</a:t>
            </a:r>
            <a:endParaRPr sz="1500">
              <a:solidFill>
                <a:srgbClr val="000000"/>
              </a:solidFill>
              <a:latin typeface="WQQPEM+Helvetica" panose="020B0604020202020204"/>
              <a:cs typeface="WQQPEM+Helvetica" panose="020B0604020202020204"/>
            </a:endParaRPr>
          </a:p>
          <a:p>
            <a:pPr marL="186690" marR="0">
              <a:lnSpc>
                <a:spcPts val="1690"/>
              </a:lnSpc>
              <a:spcBef>
                <a:spcPts val="375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EIJDG+Helvetica" panose="020B0604020202020204"/>
                <a:cs typeface="WEIJDG+Helvetica" panose="020B0604020202020204"/>
              </a:rPr>
              <a:t>/ a</a:t>
            </a:r>
            <a:endParaRPr sz="1500">
              <a:solidFill>
                <a:srgbClr val="000000"/>
              </a:solidFill>
              <a:latin typeface="WEIJDG+Helvetica" panose="020B0604020202020204"/>
              <a:cs typeface="WEIJD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26584" y="3268688"/>
            <a:ext cx="507037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e</a:t>
            </a:r>
            <a:endParaRPr sz="2050">
              <a:solidFill>
                <a:srgbClr val="000000"/>
              </a:solidFill>
              <a:latin typeface="VSSULR+CMSS10" panose="02000500000000000000"/>
              <a:cs typeface="VSSULR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6870" y="3268688"/>
            <a:ext cx="52173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g</a:t>
            </a:r>
            <a:endParaRPr sz="2050">
              <a:solidFill>
                <a:srgbClr val="000000"/>
              </a:solidFill>
              <a:latin typeface="VSSULR+CMSS10" panose="02000500000000000000"/>
              <a:cs typeface="VSSULR+CMSS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28279" y="3268688"/>
            <a:ext cx="516484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a</a:t>
            </a:r>
            <a:endParaRPr sz="2050">
              <a:solidFill>
                <a:srgbClr val="000000"/>
              </a:solidFill>
              <a:latin typeface="VSSULR+CMSS10" panose="02000500000000000000"/>
              <a:cs typeface="VSSULR+CMSS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130" y="3420776"/>
            <a:ext cx="520655" cy="188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JFCLKB+Helvetica" panose="020B0604020202020204"/>
                <a:cs typeface="JFCLKB+Helvetica" panose="020B0604020202020204"/>
              </a:rPr>
              <a:t>S2</a:t>
            </a:r>
            <a:endParaRPr sz="1500">
              <a:solidFill>
                <a:srgbClr val="000000"/>
              </a:solidFill>
              <a:latin typeface="JFCLKB+Helvetica" panose="020B0604020202020204"/>
              <a:cs typeface="JFCLKB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371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QQPEM+Helvetica" panose="020B0604020202020204"/>
                <a:cs typeface="WQQPEM+Helvetica" panose="020B0604020202020204"/>
              </a:rPr>
              <a:t>S4</a:t>
            </a:r>
            <a:endParaRPr sz="1500">
              <a:solidFill>
                <a:srgbClr val="000000"/>
              </a:solidFill>
              <a:latin typeface="WQQPEM+Helvetica" panose="020B0604020202020204"/>
              <a:cs typeface="WQQPEM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375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WEIJDG+Helvetica" panose="020B0604020202020204"/>
                <a:cs typeface="WEIJDG+Helvetica" panose="020B0604020202020204"/>
              </a:rPr>
              <a:t>S6</a:t>
            </a:r>
            <a:endParaRPr sz="1500">
              <a:solidFill>
                <a:srgbClr val="000000"/>
              </a:solidFill>
              <a:latin typeface="WEIJDG+Helvetica" panose="020B0604020202020204"/>
              <a:cs typeface="WEIJDG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14289" y="3719549"/>
            <a:ext cx="402022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8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Ta</a:t>
            </a:r>
            <a:r>
              <a:rPr sz="2050" spc="-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5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ke</a:t>
            </a:r>
            <a:r>
              <a:rPr sz="2050" spc="10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transition</a:t>
            </a:r>
            <a:r>
              <a:rPr sz="2050" spc="9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when</a:t>
            </a:r>
            <a:r>
              <a:rPr sz="2050" spc="9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SSULR+CMSS10" panose="02000500000000000000"/>
                <a:cs typeface="VSSULR+CMSS10" panose="02000500000000000000"/>
              </a:rPr>
              <a:t>g</a:t>
            </a:r>
            <a:r>
              <a:rPr sz="2050" spc="9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3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be-</a:t>
            </a:r>
            <a:endParaRPr sz="2050" spc="43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comes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true,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immediately.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14289" y="4606517"/>
            <a:ext cx="378169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8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Ta</a:t>
            </a:r>
            <a:r>
              <a:rPr sz="2050" spc="-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5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ke</a:t>
            </a:r>
            <a:r>
              <a:rPr sz="205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immediately.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1179" y="5336736"/>
            <a:ext cx="946818" cy="545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OASCOF+Helvetica" panose="020B0604020202020204"/>
                <a:cs typeface="OASCOF+Helvetica" panose="020B0604020202020204"/>
              </a:rPr>
              <a:t>e</a:t>
            </a:r>
            <a:r>
              <a:rPr sz="1650" spc="-18">
                <a:solidFill>
                  <a:srgbClr val="000000"/>
                </a:solidFill>
                <a:latin typeface="OASCOF+Helvetica" panose="020B0604020202020204"/>
                <a:cs typeface="OASCOF+Helvetica" panose="020B0604020202020204"/>
              </a:rPr>
              <a:t> </a:t>
            </a:r>
            <a:r>
              <a:rPr sz="1650">
                <a:solidFill>
                  <a:srgbClr val="000000"/>
                </a:solidFill>
                <a:latin typeface="OASCOF+Helvetica" panose="020B0604020202020204"/>
                <a:cs typeface="OASCOF+Helvetica" panose="020B0604020202020204"/>
              </a:rPr>
              <a:t>[g] /a</a:t>
            </a:r>
            <a:endParaRPr sz="1650">
              <a:solidFill>
                <a:srgbClr val="000000"/>
              </a:solidFill>
              <a:latin typeface="OASCOF+Helvetica" panose="020B0604020202020204"/>
              <a:cs typeface="OASCOF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4289" y="5370041"/>
            <a:ext cx="321265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Transition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ﬁnal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JEVM+CMR10" panose="02000500000000000000"/>
                <a:cs typeface="UQJEVM+CMR10" panose="02000500000000000000"/>
              </a:rPr>
              <a:t>state.</a:t>
            </a:r>
            <a:endParaRPr sz="2050">
              <a:solidFill>
                <a:srgbClr val="000000"/>
              </a:solidFill>
              <a:latin typeface="UQJEVM+CMR10" panose="02000500000000000000"/>
              <a:cs typeface="UQJEVM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2505" y="5543555"/>
            <a:ext cx="567299" cy="545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4">
                <a:solidFill>
                  <a:srgbClr val="000000"/>
                </a:solidFill>
                <a:latin typeface="OASCOF+Helvetica" panose="020B0604020202020204"/>
                <a:cs typeface="OASCOF+Helvetica" panose="020B0604020202020204"/>
              </a:rPr>
              <a:t>S8</a:t>
            </a:r>
            <a:endParaRPr sz="1650" spc="-14">
              <a:solidFill>
                <a:srgbClr val="000000"/>
              </a:solidFill>
              <a:latin typeface="OASCOF+Helvetica" panose="020B0604020202020204"/>
              <a:cs typeface="OASCOF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BAQJS+CMR7" panose="02000500000000000000"/>
                <a:cs typeface="OBAQJS+CMR7" panose="02000500000000000000"/>
              </a:rPr>
              <a:t>168</a:t>
            </a:r>
            <a:endParaRPr sz="1450">
              <a:solidFill>
                <a:srgbClr val="000000"/>
              </a:solidFill>
              <a:latin typeface="OBAQJS+CMR7" panose="02000500000000000000"/>
              <a:cs typeface="OBAQJS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38269"/>
            <a:ext cx="182085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JBWAG+CMBX12~c" panose="02000500000000000000"/>
                <a:cs typeface="BJBWAG+CMBX12~c" panose="02000500000000000000"/>
              </a:rPr>
              <a:t>Example</a:t>
            </a:r>
            <a:endParaRPr sz="2500" spc="-10">
              <a:solidFill>
                <a:srgbClr val="000000"/>
              </a:solidFill>
              <a:latin typeface="BJBWAG+CMBX12~c" panose="02000500000000000000"/>
              <a:cs typeface="BJBWA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3338" y="2991142"/>
            <a:ext cx="2628238" cy="89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check temp [Too low] /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680" y="3539414"/>
            <a:ext cx="1422115" cy="598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/ switch on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6074" y="3630790"/>
            <a:ext cx="1180611" cy="89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NFTLH+Helvetica-Bold" panose="020B0704020202020204"/>
                <a:cs typeface="UNFTLH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UNFTLH+Helvetica-Bold" panose="020B0704020202020204"/>
              <a:cs typeface="UNFTLH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NFTLH+Helvetica-Bold" panose="020B0704020202020204"/>
                <a:cs typeface="UNFTLH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UNFTLH+Helvetica-Bold" panose="020B0704020202020204"/>
              <a:cs typeface="UNFTLH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9231" y="3767861"/>
            <a:ext cx="1180611" cy="598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NFTLH+Helvetica-Bold" panose="020B0704020202020204"/>
                <a:cs typeface="UNFTLH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UNFTLH+Helvetica-Bold" panose="020B0704020202020204"/>
              <a:cs typeface="UNFTLH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6186" y="4247591"/>
            <a:ext cx="2730597" cy="89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check temp [Too high] /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7509" y="4270439"/>
            <a:ext cx="2209341" cy="89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when(4 p.m.) /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switch off, finished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19987" y="4293286"/>
            <a:ext cx="1802862" cy="89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when(4 p.m.) /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FNTSB+Helvetica" panose="020B0604020202020204"/>
                <a:cs typeface="UFNTSB+Helvetica" panose="020B0604020202020204"/>
              </a:rPr>
              <a:t>finished</a:t>
            </a:r>
            <a:endParaRPr sz="1800">
              <a:solidFill>
                <a:srgbClr val="000000"/>
              </a:solidFill>
              <a:latin typeface="UFNTSB+Helvetica" panose="020B0604020202020204"/>
              <a:cs typeface="UFNTSB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WCEOW+CMR7" panose="02000500000000000000"/>
                <a:cs typeface="NWCEOW+CMR7" panose="02000500000000000000"/>
              </a:rPr>
              <a:t>169</a:t>
            </a:r>
            <a:endParaRPr sz="1450">
              <a:solidFill>
                <a:srgbClr val="000000"/>
              </a:solidFill>
              <a:latin typeface="NWCEOW+CMR7" panose="02000500000000000000"/>
              <a:cs typeface="NWCEOW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12717"/>
            <a:ext cx="15308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0">
                <a:solidFill>
                  <a:srgbClr val="000000"/>
                </a:solidFill>
                <a:latin typeface="QNOAFI+CMBX12~c" panose="02000500000000000000"/>
                <a:cs typeface="QNOAFI+CMBX12~c" panose="02000500000000000000"/>
              </a:rPr>
              <a:t>Events</a:t>
            </a:r>
            <a:endParaRPr sz="2500" spc="-40">
              <a:solidFill>
                <a:srgbClr val="000000"/>
              </a:solidFill>
              <a:latin typeface="QNOAFI+CMBX12~c" panose="02000500000000000000"/>
              <a:cs typeface="QNOAF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779241"/>
            <a:ext cx="79322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4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event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discrete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change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condition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world.</a:t>
            </a:r>
            <a:endParaRPr sz="2050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2" y="3297403"/>
            <a:ext cx="55810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DOANK+CMSY10~25" panose="02000500000000000000"/>
                <a:cs typeface="JDOAN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Named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events.</a:t>
            </a:r>
            <a:r>
              <a:rPr sz="2050" spc="4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2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gave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name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9" y="3815563"/>
            <a:ext cx="826661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DOANK+CMSY10~25" panose="02000500000000000000"/>
                <a:cs typeface="JDOAN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Condition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change</a:t>
            </a:r>
            <a:r>
              <a:rPr sz="205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event.</a:t>
            </a:r>
            <a:r>
              <a:rPr sz="2050" spc="4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Boolean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condition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QRRC+CMSS10" panose="02000500000000000000"/>
                <a:cs typeface="WWQRRC+CMSS10" panose="02000500000000000000"/>
              </a:rPr>
              <a:t>g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becomes</a:t>
            </a:r>
            <a:endParaRPr sz="2050" spc="21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14" y="4187421"/>
            <a:ext cx="93083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true.</a:t>
            </a:r>
            <a:endParaRPr sz="2050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5" y="4705583"/>
            <a:ext cx="807468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DOANK+CMSY10~25" panose="02000500000000000000"/>
                <a:cs typeface="JDOAN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1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Temp</a:t>
            </a:r>
            <a:r>
              <a:rPr sz="2050" spc="-4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oral</a:t>
            </a:r>
            <a:r>
              <a:rPr sz="20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ASNIMN+CMBX10" panose="02000500000000000000"/>
                <a:cs typeface="ASNIMN+CMBX10" panose="02000500000000000000"/>
              </a:rPr>
              <a:t>event.</a:t>
            </a:r>
            <a:r>
              <a:rPr sz="20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Signiﬁcant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moment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time.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Relative</a:t>
            </a:r>
            <a:endParaRPr sz="2050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temporal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event: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QRRC+CMSS10" panose="02000500000000000000"/>
                <a:cs typeface="WWQRRC+CMSS10" panose="02000500000000000000"/>
              </a:rPr>
              <a:t>after(t)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,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absolute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temporal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event: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QRRC+CMSS10" panose="02000500000000000000"/>
                <a:cs typeface="WWQRRC+CMSS10" panose="02000500000000000000"/>
              </a:rPr>
              <a:t>when(t)</a:t>
            </a:r>
            <a:r>
              <a:rPr sz="2050">
                <a:solidFill>
                  <a:srgbClr val="000000"/>
                </a:solidFill>
                <a:latin typeface="MJFHGK+CMR10" panose="02000500000000000000"/>
                <a:cs typeface="MJFHGK+CMR10" panose="02000500000000000000"/>
              </a:rPr>
              <a:t>.</a:t>
            </a:r>
            <a:endParaRPr sz="2050">
              <a:solidFill>
                <a:srgbClr val="000000"/>
              </a:solidFill>
              <a:latin typeface="MJFHGK+CMR10" panose="02000500000000000000"/>
              <a:cs typeface="MJFHG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DSTBO+CMR7" panose="02000500000000000000"/>
                <a:cs typeface="PDSTBO+CMR7" panose="02000500000000000000"/>
              </a:rPr>
              <a:t>170</a:t>
            </a:r>
            <a:endParaRPr sz="1450">
              <a:solidFill>
                <a:srgbClr val="000000"/>
              </a:solidFill>
              <a:latin typeface="PDSTBO+CMR7" panose="02000500000000000000"/>
              <a:cs typeface="PDSTBO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34893"/>
            <a:ext cx="278118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RHKGRL+CMBX12~c" panose="02000500000000000000"/>
                <a:cs typeface="RHKGRL+CMBX12~c" panose="02000500000000000000"/>
              </a:rPr>
              <a:t>Decision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RHKGRL+CMBX12~c" panose="02000500000000000000"/>
                <a:cs typeface="RHKGRL+CMBX12~c" panose="02000500000000000000"/>
              </a:rPr>
              <a:t>states</a:t>
            </a:r>
            <a:endParaRPr sz="2500" spc="-11">
              <a:solidFill>
                <a:srgbClr val="000000"/>
              </a:solidFill>
              <a:latin typeface="RHKGRL+CMBX12~c" panose="02000500000000000000"/>
              <a:cs typeface="RHKGR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9414" y="1892712"/>
            <a:ext cx="819316" cy="534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[g] /</a:t>
            </a:r>
            <a:r>
              <a:rPr sz="1600" spc="11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BWATVI+Helvetica" panose="020B0604020202020204"/>
              <a:cs typeface="BWATV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7537" y="2121185"/>
            <a:ext cx="556316" cy="1676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7185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S3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6011" y="2463907"/>
            <a:ext cx="704986" cy="534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BWATVI+Helvetica" panose="020B0604020202020204"/>
              <a:cs typeface="BWATV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0722" y="2692380"/>
            <a:ext cx="556316" cy="534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S0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2768" y="2692380"/>
            <a:ext cx="556316" cy="534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32221" y="3035089"/>
            <a:ext cx="1150759" cy="534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[not </a:t>
            </a:r>
            <a:r>
              <a:rPr sz="1600" spc="1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g]</a:t>
            </a: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 /</a:t>
            </a:r>
            <a:r>
              <a:rPr sz="1600" spc="11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BWATVI+Helvetica" panose="020B0604020202020204"/>
                <a:cs typeface="BWATVI+Helvetica" panose="020B0604020202020204"/>
              </a:rPr>
              <a:t>c</a:t>
            </a:r>
            <a:endParaRPr sz="1600">
              <a:solidFill>
                <a:srgbClr val="000000"/>
              </a:solidFill>
              <a:latin typeface="BWATVI+Helvetica" panose="020B0604020202020204"/>
              <a:cs typeface="BWATV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3954245"/>
            <a:ext cx="63984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KTDUB+CMSS10" panose="02000500000000000000"/>
                <a:cs typeface="KKTDUB+CMSS10" panose="02000500000000000000"/>
              </a:rPr>
              <a:t>g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aﬀected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KTDUB+CMSS10" panose="02000500000000000000"/>
                <a:cs typeface="KKTDUB+CMSS10" panose="02000500000000000000"/>
              </a:rPr>
              <a:t>a</a:t>
            </a:r>
            <a:r>
              <a:rPr sz="205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replaced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TQVNLP+CMR10" panose="02000500000000000000"/>
                <a:cs typeface="TQVNLP+CMR10" panose="02000500000000000000"/>
              </a:rPr>
              <a:t>by:</a:t>
            </a:r>
            <a:endParaRPr sz="2050" spc="-18">
              <a:solidFill>
                <a:srgbClr val="000000"/>
              </a:solidFill>
              <a:latin typeface="TQVNLP+CMR10" panose="02000500000000000000"/>
              <a:cs typeface="TQVNLP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053" y="4482087"/>
            <a:ext cx="127658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[g] /</a:t>
            </a:r>
            <a:r>
              <a:rPr sz="1600" spc="11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a;</a:t>
            </a:r>
            <a:r>
              <a:rPr sz="1600" spc="451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SBQCNW+Helvetica" panose="020B0604020202020204"/>
              <a:cs typeface="SBQCNW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988" y="4710547"/>
            <a:ext cx="55630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5097" y="5281704"/>
            <a:ext cx="55630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S0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7331" y="5624401"/>
            <a:ext cx="1608007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[not </a:t>
            </a:r>
            <a:r>
              <a:rPr sz="1600" spc="1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g]</a:t>
            </a: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/</a:t>
            </a:r>
            <a:r>
              <a:rPr sz="1600" spc="11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a;</a:t>
            </a:r>
            <a:r>
              <a:rPr sz="1600" spc="451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SBQCNW+Helvetica" panose="020B0604020202020204"/>
                <a:cs typeface="SBQCNW+Helvetica" panose="020B0604020202020204"/>
              </a:rPr>
              <a:t>c</a:t>
            </a:r>
            <a:endParaRPr sz="1600">
              <a:solidFill>
                <a:srgbClr val="000000"/>
              </a:solidFill>
              <a:latin typeface="SBQCNW+Helvetica" panose="020B0604020202020204"/>
              <a:cs typeface="SBQCNW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03988" y="5852874"/>
            <a:ext cx="55630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CVOQGD+Helvetica-Bold" panose="020B0704020202020204"/>
                <a:cs typeface="CVOQGD+Helvetica-Bold" panose="020B0704020202020204"/>
              </a:rPr>
              <a:t>S3</a:t>
            </a:r>
            <a:endParaRPr sz="1600" b="1" spc="13">
              <a:solidFill>
                <a:srgbClr val="000000"/>
              </a:solidFill>
              <a:latin typeface="CVOQGD+Helvetica-Bold" panose="020B0704020202020204"/>
              <a:cs typeface="CVOQGD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SPNPP+CMR7" panose="02000500000000000000"/>
                <a:cs typeface="ASPNPP+CMR7" panose="02000500000000000000"/>
              </a:rPr>
              <a:t>171</a:t>
            </a:r>
            <a:endParaRPr sz="1450">
              <a:solidFill>
                <a:srgbClr val="000000"/>
              </a:solidFill>
              <a:latin typeface="ASPNPP+CMR7" panose="02000500000000000000"/>
              <a:cs typeface="ASPNPP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34081"/>
            <a:ext cx="192634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3">
                <a:solidFill>
                  <a:srgbClr val="000000"/>
                </a:solidFill>
                <a:latin typeface="PSJIKR+CMBX12~c" panose="02000500000000000000"/>
                <a:cs typeface="PSJIKR+CMBX12~c" panose="02000500000000000000"/>
              </a:rPr>
              <a:t>Variables</a:t>
            </a:r>
            <a:endParaRPr sz="2500" spc="-33">
              <a:solidFill>
                <a:srgbClr val="000000"/>
              </a:solidFill>
              <a:latin typeface="PSJIKR+CMBX12~c" panose="02000500000000000000"/>
              <a:cs typeface="PSJIK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674" y="1843831"/>
            <a:ext cx="1625393" cy="89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d, t: Rational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e: Time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2549" y="2209337"/>
            <a:ext cx="3015015" cy="89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receive temp(t) [t &lt; d - 5] /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6786" y="2677637"/>
            <a:ext cx="1422079" cy="598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/ switch on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3590" y="2757583"/>
            <a:ext cx="1180583" cy="89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SEGWL+Helvetica-Bold" panose="020B0704020202020204"/>
                <a:cs typeface="BSEGWL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BSEGWL+Helvetica-Bold" panose="020B0704020202020204"/>
              <a:cs typeface="BSEGWL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SEGWL+Helvetica-Bold" panose="020B0704020202020204"/>
                <a:cs typeface="BSEGWL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BSEGWL+Helvetica-Bold" panose="020B0704020202020204"/>
              <a:cs typeface="BSEGWL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2650" y="2894655"/>
            <a:ext cx="1180583" cy="598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SEGWL+Helvetica-Bold" panose="020B0704020202020204"/>
                <a:cs typeface="BSEGWL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BSEGWL+Helvetica-Bold" panose="020B0704020202020204"/>
              <a:cs typeface="BSEGWL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5437" y="3328677"/>
            <a:ext cx="3080954" cy="89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receive temp(t) [t &gt; d + 5] /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90" y="3397219"/>
            <a:ext cx="2209279" cy="89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when(e) /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switch off, finished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2710" y="3488596"/>
            <a:ext cx="2145772" cy="598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when(e) / finished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8" y="4565370"/>
            <a:ext cx="334586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DCDHV+CMR10" panose="02000500000000000000"/>
                <a:cs typeface="BDCDHV+CMR10" panose="02000500000000000000"/>
              </a:rPr>
              <a:t>Interface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DCDHV+CMR10" panose="02000500000000000000"/>
                <a:cs typeface="BDCDH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DCDHV+CMR10" panose="02000500000000000000"/>
                <a:cs typeface="BDCDHV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DCDHV+CMR10" panose="02000500000000000000"/>
                <a:cs typeface="BDCDHV+CMR10" panose="02000500000000000000"/>
              </a:rPr>
              <a:t>machine:</a:t>
            </a:r>
            <a:endParaRPr sz="2050">
              <a:solidFill>
                <a:srgbClr val="000000"/>
              </a:solidFill>
              <a:latin typeface="BDCDHV+CMR10" panose="02000500000000000000"/>
              <a:cs typeface="BDCDHV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9200" y="5043806"/>
            <a:ext cx="1294977" cy="598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5562" y="5112335"/>
            <a:ext cx="1865987" cy="598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receive temp(t)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2884" y="5500638"/>
            <a:ext cx="469934" cy="963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e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31750" marR="0">
              <a:lnSpc>
                <a:spcPts val="2010"/>
              </a:lnSpc>
              <a:spcBef>
                <a:spcPts val="87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t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4882" y="5523485"/>
            <a:ext cx="1294903" cy="1077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151130" marR="0">
              <a:lnSpc>
                <a:spcPts val="2010"/>
              </a:lnSpc>
              <a:spcBef>
                <a:spcPts val="176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finished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3719" y="5614849"/>
            <a:ext cx="1130203" cy="895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Heating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  <a:p>
            <a:pPr marL="508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6442" y="6254418"/>
            <a:ext cx="469934" cy="598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JIRUD+Helvetica" panose="020B0604020202020204"/>
                <a:cs typeface="PJIRUD+Helvetica" panose="020B0604020202020204"/>
              </a:rPr>
              <a:t>d</a:t>
            </a:r>
            <a:endParaRPr sz="1800">
              <a:solidFill>
                <a:srgbClr val="000000"/>
              </a:solidFill>
              <a:latin typeface="PJIRUD+Helvetica" panose="020B0604020202020204"/>
              <a:cs typeface="PJIRUD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KRTDB+CMR7" panose="02000500000000000000"/>
                <a:cs typeface="WKRTDB+CMR7" panose="02000500000000000000"/>
              </a:rPr>
              <a:t>172</a:t>
            </a:r>
            <a:endParaRPr sz="1450">
              <a:solidFill>
                <a:srgbClr val="000000"/>
              </a:solidFill>
              <a:latin typeface="WKRTDB+CMR7" panose="02000500000000000000"/>
              <a:cs typeface="WKRTDB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58693"/>
            <a:ext cx="171631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VKPANG+CMBX12~c" panose="02000500000000000000"/>
                <a:cs typeface="VKPANG+CMBX12~c" panose="02000500000000000000"/>
              </a:rPr>
              <a:t>Locality</a:t>
            </a:r>
            <a:endParaRPr sz="2500">
              <a:solidFill>
                <a:srgbClr val="000000"/>
              </a:solidFill>
              <a:latin typeface="VKPANG+CMBX12~c" panose="02000500000000000000"/>
              <a:cs typeface="VKPAN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195549"/>
            <a:ext cx="893074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2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Variables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are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local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to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a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transition,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except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identiﬁer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variable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of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a</a:t>
            </a:r>
            <a:endParaRPr sz="2050">
              <a:solidFill>
                <a:srgbClr val="000000"/>
              </a:solidFill>
              <a:latin typeface="LCGROK+CMR10" panose="02000500000000000000"/>
              <a:cs typeface="LCGROK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CGROK+CMR10" panose="02000500000000000000"/>
                <a:cs typeface="LCGROK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LCGROK+CMR10" panose="02000500000000000000"/>
              <a:cs typeface="LCGRO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167" y="3407118"/>
            <a:ext cx="1625357" cy="895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d, t: Rational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e: Time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1167" y="4001042"/>
            <a:ext cx="1282444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h: Heater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6719" y="4103840"/>
            <a:ext cx="3014931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receive temp(t) [t &lt; d - 5] /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6719" y="4400802"/>
            <a:ext cx="1574152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switch on(h)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9011" y="4515016"/>
            <a:ext cx="1701160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/ switch on(h)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8061" y="4697768"/>
            <a:ext cx="723471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RKCIF+Helvetica-Bold" panose="020B0704020202020204"/>
                <a:cs typeface="LRKCIF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LRKCIF+Helvetica-Bold" panose="020B0704020202020204"/>
              <a:cs typeface="LRKCIF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3940" y="4834826"/>
            <a:ext cx="5731015" cy="758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RKCIF+Helvetica-Bold" panose="020B0704020202020204"/>
                <a:cs typeface="LRKCIF+Helvetica-Bold" panose="020B0704020202020204"/>
              </a:rPr>
              <a:t>Heating(h)</a:t>
            </a:r>
            <a:endParaRPr sz="1800" b="1">
              <a:solidFill>
                <a:srgbClr val="000000"/>
              </a:solidFill>
              <a:latin typeface="LRKCIF+Helvetica-Bold" panose="020B0704020202020204"/>
              <a:cs typeface="LRKCIF+Helvetica-Bold" panose="020B0704020202020204"/>
            </a:endParaRPr>
          </a:p>
          <a:p>
            <a:pPr marL="3853815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RKCIF+Helvetica-Bold" panose="020B0704020202020204"/>
                <a:cs typeface="LRKCIF+Helvetica-Bold" panose="020B0704020202020204"/>
              </a:rPr>
              <a:t>Heating(h)</a:t>
            </a:r>
            <a:endParaRPr sz="1800" b="1">
              <a:solidFill>
                <a:srgbClr val="000000"/>
              </a:solidFill>
              <a:latin typeface="LRKCIF+Helvetica-Bold" panose="020B0704020202020204"/>
              <a:cs typeface="LRKCIF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39701" y="5291684"/>
            <a:ext cx="1409438" cy="895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when(e) /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finished(h)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6967" y="5348796"/>
            <a:ext cx="1637656" cy="1192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when(e) /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switch off(h),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  <a:p>
            <a:pPr marL="2286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finished(h)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4019" y="5337379"/>
            <a:ext cx="3080868" cy="895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receive temp(t) [t &gt; d + 5] /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GNNVPH+Helvetica" panose="020B0604020202020204"/>
                <a:cs typeface="GNNVPH+Helvetica" panose="020B0604020202020204"/>
              </a:rPr>
              <a:t>switch off(h)</a:t>
            </a:r>
            <a:endParaRPr sz="1800">
              <a:solidFill>
                <a:srgbClr val="000000"/>
              </a:solidFill>
              <a:latin typeface="GNNVPH+Helvetica" panose="020B0604020202020204"/>
              <a:cs typeface="GNNVPH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QDLHL+CMR7" panose="02000500000000000000"/>
                <a:cs typeface="NQDLHL+CMR7" panose="02000500000000000000"/>
              </a:rPr>
              <a:t>173</a:t>
            </a:r>
            <a:endParaRPr sz="1450">
              <a:solidFill>
                <a:srgbClr val="000000"/>
              </a:solidFill>
              <a:latin typeface="NQDLHL+CMR7" panose="02000500000000000000"/>
              <a:cs typeface="NQDLHL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18101"/>
            <a:ext cx="222959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RCBFFJ+CMBX12~c" panose="02000500000000000000"/>
                <a:cs typeface="RCBFFJ+CMBX12~c" panose="02000500000000000000"/>
              </a:rPr>
              <a:t>Statecharts</a:t>
            </a:r>
            <a:endParaRPr sz="2500" spc="-20">
              <a:solidFill>
                <a:srgbClr val="000000"/>
              </a:solidFill>
              <a:latin typeface="RCBFFJ+CMBX12~c" panose="02000500000000000000"/>
              <a:cs typeface="RCBFFJ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184625"/>
            <a:ext cx="2770062" cy="2452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Mealy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plus</a:t>
            </a:r>
            <a:endParaRPr sz="2050" spc="11">
              <a:solidFill>
                <a:srgbClr val="000000"/>
              </a:solidFill>
              <a:latin typeface="MIVRNJ+CMR10" panose="02000500000000000000"/>
              <a:cs typeface="MIVRNJ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MCPMF+CMSY10~25" panose="02000500000000000000"/>
                <a:cs typeface="MMCPM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State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reactions</a:t>
            </a:r>
            <a:endParaRPr sz="2050">
              <a:solidFill>
                <a:srgbClr val="000000"/>
              </a:solidFill>
              <a:latin typeface="MIVRNJ+CMR10" panose="02000500000000000000"/>
              <a:cs typeface="MIVRNJ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MCPMF+CMSY10~25" panose="02000500000000000000"/>
                <a:cs typeface="MMCPM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State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hierarchy</a:t>
            </a:r>
            <a:endParaRPr sz="2050">
              <a:solidFill>
                <a:srgbClr val="000000"/>
              </a:solidFill>
              <a:latin typeface="MIVRNJ+CMR10" panose="02000500000000000000"/>
              <a:cs typeface="MIVRNJ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MCPMF+CMSY10~25" panose="02000500000000000000"/>
                <a:cs typeface="MMCPM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VRNJ+CMR10" panose="02000500000000000000"/>
                <a:cs typeface="MIVRNJ+CMR10" panose="02000500000000000000"/>
              </a:rPr>
              <a:t>Parallelism</a:t>
            </a:r>
            <a:endParaRPr sz="2050">
              <a:solidFill>
                <a:srgbClr val="000000"/>
              </a:solidFill>
              <a:latin typeface="MIVRNJ+CMR10" panose="02000500000000000000"/>
              <a:cs typeface="MIVRN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KLSSU+CMR7" panose="02000500000000000000"/>
                <a:cs typeface="JKLSSU+CMR7" panose="02000500000000000000"/>
              </a:rPr>
              <a:t>174</a:t>
            </a:r>
            <a:endParaRPr sz="1450">
              <a:solidFill>
                <a:srgbClr val="000000"/>
              </a:solidFill>
              <a:latin typeface="JKLSSU+CMR7" panose="02000500000000000000"/>
              <a:cs typeface="JKLSSU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21889"/>
            <a:ext cx="278239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UISCQV+CMBX12~c" panose="02000500000000000000"/>
                <a:cs typeface="UISCQV+CMBX12~c" panose="02000500000000000000"/>
              </a:rPr>
              <a:t>State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ISCQV+CMBX12~c" panose="02000500000000000000"/>
                <a:cs typeface="UISCQV+CMBX12~c" panose="02000500000000000000"/>
              </a:rPr>
              <a:t>reactions</a:t>
            </a:r>
            <a:endParaRPr sz="2500" spc="-11">
              <a:solidFill>
                <a:srgbClr val="000000"/>
              </a:solidFill>
              <a:latin typeface="UISCQV+CMBX12~c" panose="02000500000000000000"/>
              <a:cs typeface="UISCQ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7704" y="2143316"/>
            <a:ext cx="1572980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Ready</a:t>
            </a:r>
            <a:r>
              <a:rPr sz="1600" b="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 to</a:t>
            </a:r>
            <a:r>
              <a:rPr sz="1600" b="1" spc="1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 </a:t>
            </a:r>
            <a:r>
              <a:rPr sz="1600" b="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sell</a:t>
            </a:r>
            <a:endParaRPr sz="1600" b="1">
              <a:solidFill>
                <a:srgbClr val="000000"/>
              </a:solidFill>
              <a:latin typeface="LUKUJQ+Helvetica-Bold" panose="020B0704020202020204"/>
              <a:cs typeface="LUKUJQ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9385" y="2714372"/>
            <a:ext cx="3271714" cy="831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traveller requests to</a:t>
            </a: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buy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ticket /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ask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for information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4229" y="3536684"/>
            <a:ext cx="4295396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Acquiring</a:t>
            </a:r>
            <a:r>
              <a:rPr sz="1600" b="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 route </a:t>
            </a:r>
            <a:r>
              <a:rPr sz="1600" b="1" spc="1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and</a:t>
            </a:r>
            <a:r>
              <a:rPr sz="1600" b="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 ticket information</a:t>
            </a:r>
            <a:endParaRPr sz="1600" b="1">
              <a:solidFill>
                <a:srgbClr val="000000"/>
              </a:solidFill>
              <a:latin typeface="LUKUJQ+Helvetica-Bold" panose="020B0704020202020204"/>
              <a:cs typeface="LUKUJQ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8541" y="4176264"/>
            <a:ext cx="3363756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traveller selects route /</a:t>
            </a:r>
            <a:r>
              <a:rPr sz="1600" spc="11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set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route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8541" y="4473211"/>
            <a:ext cx="4414859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traveller selects ticket type /</a:t>
            </a:r>
            <a:r>
              <a:rPr sz="1600" spc="11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set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ticket type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7700" y="4884357"/>
            <a:ext cx="2772877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[route </a:t>
            </a: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and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ticket type set] /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7700" y="5181303"/>
            <a:ext cx="1847222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offer to</a:t>
            </a:r>
            <a:r>
              <a:rPr sz="1600" spc="1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BINPCA+Helvetica" panose="020B0604020202020204"/>
                <a:cs typeface="BINPCA+Helvetica" panose="020B0604020202020204"/>
              </a:rPr>
              <a:t>sell ticket</a:t>
            </a:r>
            <a:endParaRPr sz="1600">
              <a:solidFill>
                <a:srgbClr val="000000"/>
              </a:solidFill>
              <a:latin typeface="BINPCA+Helvetica" panose="020B0604020202020204"/>
              <a:cs typeface="BINPCA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9213" y="5683835"/>
            <a:ext cx="2109953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Ticket</a:t>
            </a:r>
            <a:r>
              <a:rPr sz="1600" b="1">
                <a:solidFill>
                  <a:srgbClr val="000000"/>
                </a:solidFill>
                <a:latin typeface="LUKUJQ+Helvetica-Bold" panose="020B0704020202020204"/>
                <a:cs typeface="LUKUJQ+Helvetica-Bold" panose="020B0704020202020204"/>
              </a:rPr>
              <a:t> sale offered</a:t>
            </a:r>
            <a:endParaRPr sz="1600" b="1">
              <a:solidFill>
                <a:srgbClr val="000000"/>
              </a:solidFill>
              <a:latin typeface="LUKUJQ+Helvetica-Bold" panose="020B0704020202020204"/>
              <a:cs typeface="LUKUJQ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8" y="6420077"/>
            <a:ext cx="312677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9">
                <a:solidFill>
                  <a:srgbClr val="000000"/>
                </a:solidFill>
                <a:latin typeface="SUWLSO+CMR10" panose="02000500000000000000"/>
                <a:cs typeface="SUWLSO+CMR10" panose="02000500000000000000"/>
              </a:rPr>
              <a:t>Saves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UWLSO+CMR10" panose="02000500000000000000"/>
                <a:cs typeface="SUWLSO+CMR10" panose="02000500000000000000"/>
              </a:rPr>
              <a:t>space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UWLSO+CMR10" panose="02000500000000000000"/>
                <a:cs typeface="SUWLS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UWLSO+CMR10" panose="02000500000000000000"/>
                <a:cs typeface="SUWLSO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SUWLSO+CMR10" panose="02000500000000000000"/>
              <a:cs typeface="SUWLSO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AQLWM+CMR7" panose="02000500000000000000"/>
                <a:cs typeface="EAQLWM+CMR7" panose="02000500000000000000"/>
              </a:rPr>
              <a:t>175</a:t>
            </a:r>
            <a:endParaRPr sz="1450">
              <a:solidFill>
                <a:srgbClr val="000000"/>
              </a:solidFill>
              <a:latin typeface="EAQLWM+CMR7" panose="02000500000000000000"/>
              <a:cs typeface="EAQLWM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46245"/>
            <a:ext cx="42667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QRQNWK+CMBX12~c" panose="02000500000000000000"/>
                <a:cs typeface="QRQNWK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RQNWK+CMBX12~c" panose="02000500000000000000"/>
                <a:cs typeface="QRQNWK+CMBX12~c" panose="02000500000000000000"/>
              </a:rPr>
              <a:t>state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RQNWK+CMBX12~c" panose="02000500000000000000"/>
                <a:cs typeface="QRQNWK+CMBX12~c" panose="02000500000000000000"/>
              </a:rPr>
              <a:t>reactions</a:t>
            </a:r>
            <a:endParaRPr sz="2500" spc="-11">
              <a:solidFill>
                <a:srgbClr val="000000"/>
              </a:solidFill>
              <a:latin typeface="QRQNWK+CMBX12~c" panose="02000500000000000000"/>
              <a:cs typeface="QRQNW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8851" y="3288709"/>
            <a:ext cx="556263" cy="534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GSSJJW+Helvetica-Bold" panose="020B0704020202020204"/>
                <a:cs typeface="GSSJJW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GSSJJW+Helvetica-Bold" panose="020B0704020202020204"/>
              <a:cs typeface="GSSJJW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3444" y="3517144"/>
            <a:ext cx="476224" cy="534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f</a:t>
            </a:r>
            <a:r>
              <a:rPr sz="1600" spc="11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/</a:t>
            </a:r>
            <a:endParaRPr sz="1600">
              <a:solidFill>
                <a:srgbClr val="000000"/>
              </a:solidFill>
              <a:latin typeface="VQQSON+Helvetica" panose="020B0604020202020204"/>
              <a:cs typeface="VQQSO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4219" y="3677050"/>
            <a:ext cx="2529108" cy="625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669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entry /</a:t>
            </a:r>
            <a:r>
              <a:rPr sz="1600" spc="11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VQQSON+Helvetica" panose="020B0604020202020204"/>
              <a:cs typeface="VQQSON+Helvetica" panose="020B0604020202020204"/>
            </a:endParaRPr>
          </a:p>
          <a:p>
            <a:pPr marL="0" marR="0">
              <a:lnSpc>
                <a:spcPts val="72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g</a:t>
            </a:r>
            <a:r>
              <a:rPr sz="1600" spc="16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d</a:t>
            </a:r>
            <a:endParaRPr sz="1600">
              <a:solidFill>
                <a:srgbClr val="000000"/>
              </a:solidFill>
              <a:latin typeface="VQQSON+Helvetica" panose="020B0604020202020204"/>
              <a:cs typeface="VQQSO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8133" y="3745579"/>
            <a:ext cx="556263" cy="534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GSSJJW+Helvetica-Bold" panose="020B0704020202020204"/>
                <a:cs typeface="GSSJJW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GSSJJW+Helvetica-Bold" panose="020B0704020202020204"/>
              <a:cs typeface="GSSJJW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0629" y="3974010"/>
            <a:ext cx="704902" cy="534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VQQSON+Helvetica" panose="020B0604020202020204"/>
              <a:cs typeface="VQQSO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0629" y="4270969"/>
            <a:ext cx="898944" cy="534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exit /</a:t>
            </a:r>
            <a:r>
              <a:rPr sz="1600" spc="11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QQSON+Helvetica" panose="020B0604020202020204"/>
                <a:cs typeface="VQQSON+Helvetica" panose="020B0604020202020204"/>
              </a:rPr>
              <a:t>c</a:t>
            </a:r>
            <a:endParaRPr sz="1600">
              <a:solidFill>
                <a:srgbClr val="000000"/>
              </a:solidFill>
              <a:latin typeface="VQQSON+Helvetica" panose="020B0604020202020204"/>
              <a:cs typeface="VQQSO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5095722"/>
            <a:ext cx="404423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DTRUQD+CMR10" panose="02000500000000000000"/>
                <a:cs typeface="DTRUQD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DTRUQD+CMR10" panose="02000500000000000000"/>
                <a:cs typeface="DTRUQD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TRUQD+CMR10" panose="02000500000000000000"/>
                <a:cs typeface="DTRUQD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WQURQ+CMSS10" panose="02000500000000000000"/>
                <a:cs typeface="LWQURQ+CMSS10" panose="02000500000000000000"/>
              </a:rPr>
              <a:t>g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DTRUQD+CMR10" panose="02000500000000000000"/>
                <a:cs typeface="DTRUQD+CMR10" panose="02000500000000000000"/>
              </a:rPr>
              <a:t>occurs?</a:t>
            </a:r>
            <a:endParaRPr sz="2050" spc="19">
              <a:solidFill>
                <a:srgbClr val="000000"/>
              </a:solidFill>
              <a:latin typeface="DTRUQD+CMR10" panose="02000500000000000000"/>
              <a:cs typeface="DTRUQD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FWRGT+CMR7" panose="02000500000000000000"/>
                <a:cs typeface="TFWRGT+CMR7" panose="02000500000000000000"/>
              </a:rPr>
              <a:t>176</a:t>
            </a:r>
            <a:endParaRPr sz="1450">
              <a:solidFill>
                <a:srgbClr val="000000"/>
              </a:solidFill>
              <a:latin typeface="TFWRGT+CMR7" panose="02000500000000000000"/>
              <a:cs typeface="TFWRGT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71697"/>
            <a:ext cx="819807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Conﬂict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state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reaction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TSOSD+CMBX12~c" panose="02000500000000000000"/>
                <a:cs typeface="CTSOSD+CMBX12~c" panose="02000500000000000000"/>
              </a:rPr>
              <a:t>transition</a:t>
            </a:r>
            <a:endParaRPr sz="2500">
              <a:solidFill>
                <a:srgbClr val="000000"/>
              </a:solidFill>
              <a:latin typeface="CTSOSD+CMBX12~c" panose="02000500000000000000"/>
              <a:cs typeface="CTSOS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7125" y="2602411"/>
            <a:ext cx="990773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[g] /</a:t>
            </a:r>
            <a:r>
              <a:rPr sz="1600" spc="11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NQKRMF+Helvetica" panose="020B0604020202020204"/>
              <a:cs typeface="NQKRM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7007" y="2693800"/>
            <a:ext cx="55630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DUBBQO+Helvetica-Bold" panose="020B0704020202020204"/>
                <a:cs typeface="DUBBQO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DUBBQO+Helvetica-Bold" panose="020B0704020202020204"/>
              <a:cs typeface="DUBBQO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1709" y="2830871"/>
            <a:ext cx="556302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DUBBQO+Helvetica-Bold" panose="020B0704020202020204"/>
                <a:cs typeface="DUBBQO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DUBBQO+Helvetica-Bold" panose="020B0704020202020204"/>
              <a:cs typeface="DUBBQO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8464" y="3059335"/>
            <a:ext cx="704964" cy="53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QKRMF+Helvetica" panose="020B0604020202020204"/>
                <a:cs typeface="NQKRMF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NQKRMF+Helvetica" panose="020B0604020202020204"/>
              <a:cs typeface="NQKRM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8" y="3907001"/>
            <a:ext cx="580429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FDIR+CMSS10" panose="02000500000000000000"/>
                <a:cs typeface="QMFDIR+CMSS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occurs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FDIR+CMSS10" panose="02000500000000000000"/>
                <a:cs typeface="QMFDIR+CMSS10" panose="02000500000000000000"/>
              </a:rPr>
              <a:t>g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true?</a:t>
            </a:r>
            <a:endParaRPr sz="2050">
              <a:solidFill>
                <a:srgbClr val="000000"/>
              </a:solidFill>
              <a:latin typeface="FBLBRF+CMR10" panose="02000500000000000000"/>
              <a:cs typeface="FBLBRF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0" y="4425163"/>
            <a:ext cx="789892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LQLLS+CMSY10~25" panose="02000500000000000000"/>
                <a:cs typeface="JLQLL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Depends</a:t>
            </a:r>
            <a:r>
              <a:rPr sz="20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semantics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given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notation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FBLBRF+CMR10" panose="02000500000000000000"/>
              <a:cs typeface="FBLBRF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2" y="4797021"/>
            <a:ext cx="128824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analyst.</a:t>
            </a:r>
            <a:endParaRPr sz="2050">
              <a:solidFill>
                <a:srgbClr val="000000"/>
              </a:solidFill>
              <a:latin typeface="FBLBRF+CMR10" panose="02000500000000000000"/>
              <a:cs typeface="FBLBRF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3" y="5315183"/>
            <a:ext cx="820138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LQLLS+CMSY10~25" panose="02000500000000000000"/>
                <a:cs typeface="JLQLL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readers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authors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same</a:t>
            </a:r>
            <a:endParaRPr sz="2050">
              <a:solidFill>
                <a:srgbClr val="000000"/>
              </a:solidFill>
              <a:latin typeface="FBLBRF+CMR10" panose="02000500000000000000"/>
              <a:cs typeface="FBLBRF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77" y="5687041"/>
            <a:ext cx="15729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LBRF+CMR10" panose="02000500000000000000"/>
                <a:cs typeface="FBLBRF+CMR10" panose="02000500000000000000"/>
              </a:rPr>
              <a:t>semantics!</a:t>
            </a:r>
            <a:endParaRPr sz="2050">
              <a:solidFill>
                <a:srgbClr val="000000"/>
              </a:solidFill>
              <a:latin typeface="FBLBRF+CMR10" panose="02000500000000000000"/>
              <a:cs typeface="FBLBRF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RTKNG+CMR7" panose="02000500000000000000"/>
                <a:cs typeface="WRTKNG+CMR7" panose="02000500000000000000"/>
              </a:rPr>
              <a:t>177</a:t>
            </a:r>
            <a:endParaRPr sz="1450">
              <a:solidFill>
                <a:srgbClr val="000000"/>
              </a:solidFill>
              <a:latin typeface="WRTKNG+CMR7" panose="02000500000000000000"/>
              <a:cs typeface="WRTKNG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52113"/>
            <a:ext cx="20148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9">
                <a:solidFill>
                  <a:srgbClr val="000000"/>
                </a:solidFill>
                <a:latin typeface="FGCIQV+CMBX12~c" panose="02000500000000000000"/>
                <a:cs typeface="FGCIQV+CMBX12~c" panose="02000500000000000000"/>
              </a:rPr>
              <a:t>Hierarchy</a:t>
            </a:r>
            <a:endParaRPr sz="2500" spc="-29">
              <a:solidFill>
                <a:srgbClr val="000000"/>
              </a:solidFill>
              <a:latin typeface="FGCIQV+CMBX12~c" panose="02000500000000000000"/>
              <a:cs typeface="FGCIQ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5734" y="2861748"/>
            <a:ext cx="1625557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d, t: Rational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e: Time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6842" y="3684225"/>
            <a:ext cx="1523128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SEMDSQ+Helvetica-Bold" panose="020B0704020202020204"/>
                <a:cs typeface="SEMDSQ+Helvetica-Bold" panose="020B0704020202020204"/>
              </a:rPr>
              <a:t>Monitoring</a:t>
            </a:r>
            <a:endParaRPr sz="1800" b="1">
              <a:solidFill>
                <a:srgbClr val="000000"/>
              </a:solidFill>
              <a:latin typeface="SEMDSQ+Helvetica-Bold" panose="020B0704020202020204"/>
              <a:cs typeface="SEMDSQ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0811" y="3707072"/>
            <a:ext cx="3015401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receive temp(t) [t &lt; d - 5] /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0528" y="4004087"/>
            <a:ext cx="1295116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when(e) /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finished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7982" y="4209700"/>
            <a:ext cx="1422217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/ switch on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2773" y="4198283"/>
            <a:ext cx="1249201" cy="860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SEMDSQ+Helvetica-Bold" panose="020B0704020202020204"/>
                <a:cs typeface="SEMDSQ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SEMDSQ+Helvetica-Bold" panose="020B0704020202020204"/>
              <a:cs typeface="SEMDSQ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6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exit /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1063" y="4346784"/>
            <a:ext cx="1180690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SEMDSQ+Helvetica-Bold" panose="020B0704020202020204"/>
                <a:cs typeface="SEMDSQ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SEMDSQ+Helvetica-Bold" panose="020B0704020202020204"/>
              <a:cs typeface="SEMDSQ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SEMDSQ+Helvetica-Bold" panose="020B0704020202020204"/>
                <a:cs typeface="SEMDSQ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SEMDSQ+Helvetica-Bold" panose="020B0704020202020204"/>
              <a:cs typeface="SEMDSQ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2773" y="4758031"/>
            <a:ext cx="1295115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3577" y="4986496"/>
            <a:ext cx="1866325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receive temp(t)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WF+Helvetica" panose="020B0604020202020204"/>
                <a:cs typeface="HQABWF+Helvetica" panose="020B0604020202020204"/>
              </a:rPr>
              <a:t>[t &gt; d + 5] /</a:t>
            </a:r>
            <a:endParaRPr sz="1800">
              <a:solidFill>
                <a:srgbClr val="000000"/>
              </a:solidFill>
              <a:latin typeface="HQABWF+Helvetica" panose="020B0604020202020204"/>
              <a:cs typeface="HQABW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EMBRU+CMR7" panose="02000500000000000000"/>
                <a:cs typeface="JEMBRU+CMR7" panose="02000500000000000000"/>
              </a:rPr>
              <a:t>178</a:t>
            </a:r>
            <a:endParaRPr sz="1450">
              <a:solidFill>
                <a:srgbClr val="000000"/>
              </a:solidFill>
              <a:latin typeface="JEMBRU+CMR7" panose="02000500000000000000"/>
              <a:cs typeface="JEMBRU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14141"/>
            <a:ext cx="838502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Conﬂicts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transitions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at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diﬀerent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LFHQIB+CMBX12~c" panose="02000500000000000000"/>
                <a:cs typeface="LFHQIB+CMBX12~c" panose="02000500000000000000"/>
              </a:rPr>
              <a:t>levels</a:t>
            </a:r>
            <a:endParaRPr sz="2500" spc="-21">
              <a:solidFill>
                <a:srgbClr val="000000"/>
              </a:solidFill>
              <a:latin typeface="LFHQIB+CMBX12~c" panose="02000500000000000000"/>
              <a:cs typeface="LFHQI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2134" y="2322229"/>
            <a:ext cx="556280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JQLWDD+Helvetica-Bold" panose="020B0704020202020204"/>
                <a:cs typeface="JQLWDD+Helvetica-Bold" panose="020B0704020202020204"/>
              </a:rPr>
              <a:t>S0</a:t>
            </a:r>
            <a:endParaRPr sz="1600" b="1" spc="13">
              <a:solidFill>
                <a:srgbClr val="000000"/>
              </a:solidFill>
              <a:latin typeface="JQLWDD+Helvetica-Bold" panose="020B0704020202020204"/>
              <a:cs typeface="JQLWDD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0029" y="2436451"/>
            <a:ext cx="3658576" cy="762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469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PHLGVI+Helvetica" panose="020B0604020202020204"/>
              <a:cs typeface="PHLGVI+Helvetica" panose="020B0604020202020204"/>
            </a:endParaRPr>
          </a:p>
          <a:p>
            <a:pPr marL="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/</a:t>
            </a:r>
            <a:r>
              <a:rPr sz="1600" spc="11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PHLGVI+Helvetica" panose="020B0604020202020204"/>
                <a:cs typeface="PHLGVI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PHLGVI+Helvetica" panose="020B0604020202020204"/>
              <a:cs typeface="PHLGVI+Helvetica" panose="020B0604020202020204"/>
            </a:endParaRPr>
          </a:p>
          <a:p>
            <a:pPr marL="292989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JQLWDD+Helvetica-Bold" panose="020B0704020202020204"/>
                <a:cs typeface="JQLWDD+Helvetica-Bold" panose="020B0704020202020204"/>
              </a:rPr>
              <a:t>S3</a:t>
            </a:r>
            <a:endParaRPr sz="1600" b="1" spc="13">
              <a:solidFill>
                <a:srgbClr val="000000"/>
              </a:solidFill>
              <a:latin typeface="JQLWDD+Helvetica-Bold" panose="020B0704020202020204"/>
              <a:cs typeface="JQLWDD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0572" y="2779109"/>
            <a:ext cx="556280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JQLWDD+Helvetica-Bold" panose="020B0704020202020204"/>
                <a:cs typeface="JQLWDD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JQLWDD+Helvetica-Bold" panose="020B0704020202020204"/>
              <a:cs typeface="JQLWDD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8140" y="2779109"/>
            <a:ext cx="556280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JQLWDD+Helvetica-Bold" panose="020B0704020202020204"/>
                <a:cs typeface="JQLWDD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JQLWDD+Helvetica-Bold" panose="020B0704020202020204"/>
              <a:cs typeface="JQLWDD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8" y="3628110"/>
            <a:ext cx="402679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UJRVC+CMSS10" panose="02000500000000000000"/>
                <a:cs typeface="DUJRVC+CMSS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occurs?</a:t>
            </a:r>
            <a:endParaRPr sz="2050" spc="19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50" y="4147794"/>
            <a:ext cx="8616978" cy="2490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NALKI+CMSY10~25" panose="02000500000000000000"/>
                <a:cs typeface="TNALK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UML: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lower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taken.</a:t>
            </a:r>
            <a:endParaRPr sz="2050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NALKI+CMSY10~25" panose="02000500000000000000"/>
                <a:cs typeface="TNALK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Statemate: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higher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taken.</a:t>
            </a:r>
            <a:endParaRPr sz="2050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1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UML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views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lower-level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specialization.</a:t>
            </a:r>
            <a:r>
              <a:rPr sz="2050" spc="3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Statemate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sees</a:t>
            </a:r>
            <a:endParaRPr sz="2050" spc="11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higher-level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important,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e.g.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describe</a:t>
            </a:r>
            <a:endParaRPr sz="2050" spc="18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interrupts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EBVH+CMR10" panose="02000500000000000000"/>
                <a:cs typeface="IREBVH+CMR10" panose="02000500000000000000"/>
              </a:rPr>
              <a:t>error-handling.</a:t>
            </a:r>
            <a:endParaRPr sz="2050">
              <a:solidFill>
                <a:srgbClr val="000000"/>
              </a:solidFill>
              <a:latin typeface="IREBVH+CMR10" panose="02000500000000000000"/>
              <a:cs typeface="IREBV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UHWEB+CMR7" panose="02000500000000000000"/>
                <a:cs typeface="TUHWEB+CMR7" panose="02000500000000000000"/>
              </a:rPr>
              <a:t>179</a:t>
            </a:r>
            <a:endParaRPr sz="1450">
              <a:solidFill>
                <a:srgbClr val="000000"/>
              </a:solidFill>
              <a:latin typeface="TUHWEB+CMR7" panose="02000500000000000000"/>
              <a:cs typeface="TUHWEB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47085"/>
            <a:ext cx="21955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TKUCFC+CMBX12~c" panose="02000500000000000000"/>
                <a:cs typeface="TKUCFC+CMBX12~c" panose="02000500000000000000"/>
              </a:rPr>
              <a:t>Parallelism</a:t>
            </a:r>
            <a:endParaRPr sz="2500" spc="-14">
              <a:solidFill>
                <a:srgbClr val="000000"/>
              </a:solidFill>
              <a:latin typeface="TKUCFC+CMBX12~c" panose="02000500000000000000"/>
              <a:cs typeface="TKUCF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675" y="2483233"/>
            <a:ext cx="1434899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d: Rational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e: Time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4874" y="2757363"/>
            <a:ext cx="2977599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Monitoring heating tank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8934" y="3214245"/>
            <a:ext cx="2241000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[pressure &gt; max]</a:t>
            </a:r>
            <a:r>
              <a:rPr sz="1800" spc="501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/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  <a:p>
            <a:pPr marL="635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alarm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4510" y="3282783"/>
            <a:ext cx="1523004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Monitoring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  <a:p>
            <a:pPr marL="10731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pressure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5444" y="3511235"/>
            <a:ext cx="1307985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Watch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pressure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638" y="4287942"/>
            <a:ext cx="1422103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/ switch on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6360" y="4333624"/>
            <a:ext cx="2056230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Monitoring heat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6668" y="4447847"/>
            <a:ext cx="3015082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receive temp(t) [t &lt; d - 5] /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6668" y="4744824"/>
            <a:ext cx="1295089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4636" y="4847631"/>
            <a:ext cx="1295015" cy="1157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6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exit /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18932" y="4927590"/>
            <a:ext cx="1295015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when(e) /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finished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2536" y="4996119"/>
            <a:ext cx="1180601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Not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FMPEF+Helvetica-Bold" panose="020B0704020202020204"/>
                <a:cs typeface="WFMPEF+Helvetica-Bold" panose="020B0704020202020204"/>
              </a:rPr>
              <a:t>Heating</a:t>
            </a:r>
            <a:endParaRPr sz="1800" b="1">
              <a:solidFill>
                <a:srgbClr val="000000"/>
              </a:solidFill>
              <a:latin typeface="WFMPEF+Helvetica-Bold" panose="020B0704020202020204"/>
              <a:cs typeface="WFMPEF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5292" y="5590073"/>
            <a:ext cx="1866165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receive temp(t)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PQHML+Helvetica" panose="020B0604020202020204"/>
                <a:cs typeface="DPQHML+Helvetica" panose="020B0604020202020204"/>
              </a:rPr>
              <a:t>[t &gt; d + 5] /</a:t>
            </a:r>
            <a:endParaRPr sz="1800">
              <a:solidFill>
                <a:srgbClr val="000000"/>
              </a:solidFill>
              <a:latin typeface="DPQHML+Helvetica" panose="020B0604020202020204"/>
              <a:cs typeface="DPQHML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WLJFV+CMR7" panose="02000500000000000000"/>
                <a:cs typeface="LWLJFV+CMR7" panose="02000500000000000000"/>
              </a:rPr>
              <a:t>180</a:t>
            </a:r>
            <a:endParaRPr sz="1450">
              <a:solidFill>
                <a:srgbClr val="000000"/>
              </a:solidFill>
              <a:latin typeface="LWLJFV+CMR7" panose="02000500000000000000"/>
              <a:cs typeface="LWLJFV+CMR7" panose="0200050000000000000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24325"/>
            <a:ext cx="228817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ILNCBK+CMBX12~c" panose="02000500000000000000"/>
                <a:cs typeface="ILNCBK+CMBX12~c" panose="02000500000000000000"/>
              </a:rPr>
              <a:t>Hyperedges</a:t>
            </a:r>
            <a:endParaRPr sz="2500">
              <a:solidFill>
                <a:srgbClr val="000000"/>
              </a:solidFill>
              <a:latin typeface="ILNCBK+CMBX12~c" panose="02000500000000000000"/>
              <a:cs typeface="ILNCB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9940" y="3302559"/>
            <a:ext cx="453302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</a:t>
            </a:r>
            <a:endParaRPr sz="1600" b="1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5806" y="3873767"/>
            <a:ext cx="567666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B1</a:t>
            </a:r>
            <a:endParaRPr sz="1600" b="1" spc="14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4087" y="3988016"/>
            <a:ext cx="682031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B11</a:t>
            </a:r>
            <a:endParaRPr sz="1600" b="1" spc="12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6503" y="3988016"/>
            <a:ext cx="682031" cy="1448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B12</a:t>
            </a:r>
            <a:endParaRPr sz="1600" b="1" spc="12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5385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B22</a:t>
            </a:r>
            <a:endParaRPr sz="1600" b="1" spc="12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1805" y="4056558"/>
            <a:ext cx="361931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NGPTO+Helvetica" panose="020B0604020202020204"/>
                <a:cs typeface="WNGPTO+Helvetica" panose="020B0604020202020204"/>
              </a:rPr>
              <a:t>f</a:t>
            </a:r>
            <a:endParaRPr sz="1600">
              <a:solidFill>
                <a:srgbClr val="000000"/>
              </a:solidFill>
              <a:latin typeface="WNGPTO+Helvetica" panose="020B0604020202020204"/>
              <a:cs typeface="WNGPT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3328" y="4216489"/>
            <a:ext cx="419164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NGPTO+Helvetica" panose="020B0604020202020204"/>
                <a:cs typeface="WNGPTO+Helvetica" panose="020B0604020202020204"/>
              </a:rPr>
              <a:t>e</a:t>
            </a:r>
            <a:endParaRPr sz="1600">
              <a:solidFill>
                <a:srgbClr val="000000"/>
              </a:solidFill>
              <a:latin typeface="WNGPTO+Helvetica" panose="020B0604020202020204"/>
              <a:cs typeface="WNGPT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9358" y="4444975"/>
            <a:ext cx="453302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A</a:t>
            </a:r>
            <a:endParaRPr sz="1600" b="1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4147" y="4444975"/>
            <a:ext cx="453302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C</a:t>
            </a:r>
            <a:endParaRPr sz="1600" b="1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4087" y="4901947"/>
            <a:ext cx="682031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B21</a:t>
            </a:r>
            <a:endParaRPr sz="1600" b="1" spc="12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0047" y="5130423"/>
            <a:ext cx="567666" cy="534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MIKITE+Helvetica-Bold" panose="020B0704020202020204"/>
                <a:cs typeface="MIKITE+Helvetica-Bold" panose="020B0704020202020204"/>
              </a:rPr>
              <a:t>B2</a:t>
            </a:r>
            <a:endParaRPr sz="1600" b="1" spc="14">
              <a:solidFill>
                <a:srgbClr val="000000"/>
              </a:solidFill>
              <a:latin typeface="MIKITE+Helvetica-Bold" panose="020B0704020202020204"/>
              <a:cs typeface="MIKITE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NHTPI+CMR7" panose="02000500000000000000"/>
                <a:cs typeface="JNHTPI+CMR7" panose="02000500000000000000"/>
              </a:rPr>
              <a:t>181</a:t>
            </a:r>
            <a:endParaRPr sz="1450">
              <a:solidFill>
                <a:srgbClr val="000000"/>
              </a:solidFill>
              <a:latin typeface="JNHTPI+CMR7" panose="02000500000000000000"/>
              <a:cs typeface="JNHTPI+CMR7" panose="0200050000000000000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40633"/>
            <a:ext cx="88731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Breaking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orthogonality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7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by</a:t>
            </a:r>
            <a:r>
              <a:rPr sz="250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in(State)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JKODCM+CMBX12~c" panose="02000500000000000000"/>
                <a:cs typeface="JKODCM+CMBX12~c" panose="02000500000000000000"/>
              </a:rPr>
              <a:t>predicate</a:t>
            </a:r>
            <a:endParaRPr sz="2500" spc="-12">
              <a:solidFill>
                <a:srgbClr val="000000"/>
              </a:solidFill>
              <a:latin typeface="JKODCM+CMBX12~c" panose="02000500000000000000"/>
              <a:cs typeface="JKODC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409" y="2473023"/>
            <a:ext cx="4415871" cy="1032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468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Channel selection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141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Range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8506" y="3044202"/>
            <a:ext cx="2323256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Button 1 selection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9818" y="3044202"/>
            <a:ext cx="2323257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Button 6 selection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1655" y="3204132"/>
            <a:ext cx="990720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select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5377" y="3626805"/>
            <a:ext cx="622056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Lo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5928" y="3786736"/>
            <a:ext cx="634960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B1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37259" y="3786736"/>
            <a:ext cx="634960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B6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4977" y="4049479"/>
            <a:ext cx="2905972" cy="895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push(1) [in(Hi)] / select 7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push(1) [in(Lo)] / select 1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7748" y="4049479"/>
            <a:ext cx="3007916" cy="895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push(6) [in(Hi)] / select 12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push(6) [in(Lo)] / select 6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6990" y="4072325"/>
            <a:ext cx="533407" cy="59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...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4126" y="4129445"/>
            <a:ext cx="1005432" cy="11236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</a:t>
            </a:r>
            <a:r>
              <a:rPr sz="1800" spc="1017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WAPHSM+Helvetica" panose="020B0604020202020204"/>
                <a:cs typeface="WAPHSM+Helvetica" panose="020B0604020202020204"/>
              </a:rPr>
              <a:t>p</a:t>
            </a:r>
            <a:endParaRPr sz="1800">
              <a:solidFill>
                <a:srgbClr val="000000"/>
              </a:solidFill>
              <a:latin typeface="WAPHSM+Helvetica" panose="020B0604020202020204"/>
              <a:cs typeface="WAPHSM+Helvetica" panose="020B0604020202020204"/>
            </a:endParaRPr>
          </a:p>
          <a:p>
            <a:pPr marL="434340" marR="0">
              <a:lnSpc>
                <a:spcPts val="2010"/>
              </a:lnSpc>
              <a:spcBef>
                <a:spcPts val="2125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FSUIVU+Helvetica-Bold" panose="020B0704020202020204"/>
                <a:cs typeface="FSUIVU+Helvetica-Bold" panose="020B0704020202020204"/>
              </a:rPr>
              <a:t>Hi</a:t>
            </a:r>
            <a:endParaRPr sz="1800" b="1">
              <a:solidFill>
                <a:srgbClr val="000000"/>
              </a:solidFill>
              <a:latin typeface="FSUIVU+Helvetica-Bold" panose="020B0704020202020204"/>
              <a:cs typeface="FSUIVU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59" y="5446241"/>
            <a:ext cx="826513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Now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depends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some</a:t>
            </a:r>
            <a:endParaRPr sz="2050">
              <a:solidFill>
                <a:srgbClr val="000000"/>
              </a:solidFill>
              <a:latin typeface="GBFIEI+CMR10" panose="02000500000000000000"/>
              <a:cs typeface="GBFIEI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parallel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BFIEI+CMR10" panose="02000500000000000000"/>
                <a:cs typeface="GBFIEI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GBFIEI+CMR10" panose="02000500000000000000"/>
              <a:cs typeface="GBFIEI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DTQIK+CMR7" panose="02000500000000000000"/>
                <a:cs typeface="LDTQIK+CMR7" panose="02000500000000000000"/>
              </a:rPr>
              <a:t>182</a:t>
            </a:r>
            <a:endParaRPr sz="1450">
              <a:solidFill>
                <a:srgbClr val="000000"/>
              </a:solidFill>
              <a:latin typeface="LDTQIK+CMR7" panose="02000500000000000000"/>
              <a:cs typeface="LDTQIK+CMR7" panose="0200050000000000000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8361"/>
            <a:ext cx="815385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UHHGWT+CMBX12~c" panose="02000500000000000000"/>
                <a:cs typeface="UHHGWT+CMBX12~c" panose="02000500000000000000"/>
              </a:rPr>
              <a:t>Breaking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UHHGWT+CMBX12~c" panose="02000500000000000000"/>
                <a:cs typeface="UHHGWT+CMBX12~c" panose="02000500000000000000"/>
              </a:rPr>
              <a:t>orthogonality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7">
                <a:solidFill>
                  <a:srgbClr val="000000"/>
                </a:solidFill>
                <a:latin typeface="UHHGWT+CMBX12~c" panose="02000500000000000000"/>
                <a:cs typeface="UHHGWT+CMBX12~c" panose="02000500000000000000"/>
              </a:rPr>
              <a:t>by</a:t>
            </a:r>
            <a:r>
              <a:rPr sz="250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7">
                <a:solidFill>
                  <a:srgbClr val="000000"/>
                </a:solidFill>
                <a:latin typeface="UHHGWT+CMBX12~c" panose="02000500000000000000"/>
                <a:cs typeface="UHHGWT+CMBX12~c" panose="02000500000000000000"/>
              </a:rPr>
              <a:t>event</a:t>
            </a:r>
            <a:r>
              <a:rPr sz="250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HHGWT+CMBX12~c" panose="02000500000000000000"/>
                <a:cs typeface="UHHGWT+CMBX12~c" panose="02000500000000000000"/>
              </a:rPr>
              <a:t>broadcasting</a:t>
            </a:r>
            <a:endParaRPr sz="2500" spc="-11">
              <a:solidFill>
                <a:srgbClr val="000000"/>
              </a:solidFill>
              <a:latin typeface="UHHGWT+CMBX12~c" panose="02000500000000000000"/>
              <a:cs typeface="UHHGW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9733" y="1509619"/>
            <a:ext cx="2602550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Traffic light behavior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4816" y="1966526"/>
            <a:ext cx="660255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NS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5678" y="1966526"/>
            <a:ext cx="710900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EW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8702" y="2263504"/>
            <a:ext cx="837916" cy="89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start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EW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1845" y="2286351"/>
            <a:ext cx="787199" cy="89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start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NS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1679" y="2469117"/>
            <a:ext cx="977727" cy="872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Red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20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entry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7169" y="2629035"/>
            <a:ext cx="1409304" cy="89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Preparing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  <a:p>
            <a:pPr marL="381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for green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83804" y="2629035"/>
            <a:ext cx="1409304" cy="89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Preparing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  <a:p>
            <a:pPr marL="381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for green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2502" y="2766106"/>
            <a:ext cx="774481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Red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1170" y="3040244"/>
            <a:ext cx="1218748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start EW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6805" y="3405767"/>
            <a:ext cx="1739385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after(5 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start NS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0695" y="3565685"/>
            <a:ext cx="2403143" cy="2197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after(5 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1336675" marR="0">
              <a:lnSpc>
                <a:spcPts val="2010"/>
              </a:lnSpc>
              <a:spcBef>
                <a:spcPts val="2485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Yellow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199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after(30 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1368425" marR="0">
              <a:lnSpc>
                <a:spcPts val="2010"/>
              </a:lnSpc>
              <a:spcBef>
                <a:spcPts val="2125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Green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6402" y="4136804"/>
            <a:ext cx="2325716" cy="1626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Yellow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  <a:p>
            <a:pPr marL="522605" marR="0">
              <a:lnSpc>
                <a:spcPts val="2010"/>
              </a:lnSpc>
              <a:spcBef>
                <a:spcPts val="199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after(30secs)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  <a:p>
            <a:pPr marL="31750" marR="0">
              <a:lnSpc>
                <a:spcPts val="2010"/>
              </a:lnSpc>
              <a:spcBef>
                <a:spcPts val="2125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EMAHB+Helvetica-Bold" panose="020B0704020202020204"/>
                <a:cs typeface="GEMAHB+Helvetica-Bold" panose="020B0704020202020204"/>
              </a:rPr>
              <a:t>Green</a:t>
            </a:r>
            <a:endParaRPr sz="1800" b="1">
              <a:solidFill>
                <a:srgbClr val="000000"/>
              </a:solidFill>
              <a:latin typeface="GEMAHB+Helvetica-Bold" panose="020B0704020202020204"/>
              <a:cs typeface="GEMAHB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3400" y="5393292"/>
            <a:ext cx="1739385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after(5 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3239" y="5416139"/>
            <a:ext cx="1739385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QABGU+Helvetica" panose="020B0604020202020204"/>
                <a:cs typeface="HQABGU+Helvetica" panose="020B0604020202020204"/>
              </a:rPr>
              <a:t>after(5 secs) /</a:t>
            </a:r>
            <a:endParaRPr sz="1800">
              <a:solidFill>
                <a:srgbClr val="000000"/>
              </a:solidFill>
              <a:latin typeface="HQABGU+Helvetica" panose="020B0604020202020204"/>
              <a:cs typeface="HQABGU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4268" y="6081749"/>
            <a:ext cx="8542188" cy="1082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Now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depends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in</a:t>
            </a:r>
            <a:endParaRPr sz="2050">
              <a:solidFill>
                <a:srgbClr val="000000"/>
              </a:solidFill>
              <a:latin typeface="OKEQVS+CMR10" panose="02000500000000000000"/>
              <a:cs typeface="OKEQVS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parallel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KEQVS+CMR10" panose="02000500000000000000"/>
                <a:cs typeface="OKEQVS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OKEQVS+CMR10" panose="02000500000000000000"/>
              <a:cs typeface="OKEQVS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OAWTS+CMR7" panose="02000500000000000000"/>
                <a:cs typeface="KOAWTS+CMR7" panose="02000500000000000000"/>
              </a:rPr>
              <a:t>183</a:t>
            </a:r>
            <a:endParaRPr sz="1450">
              <a:solidFill>
                <a:srgbClr val="000000"/>
              </a:solidFill>
              <a:latin typeface="KOAWTS+CMR7" panose="02000500000000000000"/>
              <a:cs typeface="KOAWTS+CMR7" panose="0200050000000000000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07461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RRLVBR+CMBX12~c" panose="02000500000000000000"/>
                <a:cs typeface="RRLVBR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RRLVBR+CMBX12~c" panose="02000500000000000000"/>
                <a:cs typeface="RRLVBR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RRLVBR+CMBX12~c" panose="02000500000000000000"/>
              <a:cs typeface="RRLVB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907513"/>
            <a:ext cx="8642402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graphically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reactive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behavior,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consists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of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discrete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space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SNWA+CMSS10" panose="02000500000000000000"/>
                <a:cs typeface="MISNWA+CMSS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SNWA+CMSS10" panose="02000500000000000000"/>
                <a:cs typeface="MISNWA+CMSS10" panose="02000500000000000000"/>
              </a:rPr>
              <a:t>[g]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SNWA+CMSS10" panose="02000500000000000000"/>
                <a:cs typeface="MISNWA+CMSS10" panose="02000500000000000000"/>
              </a:rPr>
              <a:t>/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SNWA+CMSS10" panose="02000500000000000000"/>
                <a:cs typeface="MISNWA+CMSS10" panose="02000500000000000000"/>
              </a:rPr>
              <a:t>a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transitions.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7" y="2797534"/>
            <a:ext cx="7344118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Events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named,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condition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change,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temporal.</a:t>
            </a:r>
            <a:endParaRPr sz="2050" spc="15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Decision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unstable.</a:t>
            </a:r>
            <a:endParaRPr sz="2050" spc="1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2" y="3833858"/>
            <a:ext cx="832767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local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variables.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Only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identiﬁer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variable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is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31" y="4205716"/>
            <a:ext cx="293912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global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600" y="4723878"/>
            <a:ext cx="848718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Statecharts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extend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Mealy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reactions,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state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22" y="5095733"/>
            <a:ext cx="289890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hierarchy,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parallelism.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94" y="5613895"/>
            <a:ext cx="806478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FTJV+CMSY10~25" panose="02000500000000000000"/>
                <a:cs typeface="FVFTJ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semantics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deﬁned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explicitly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(see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19" y="5985753"/>
            <a:ext cx="176694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chapter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LIAL+CMR10" panose="02000500000000000000"/>
                <a:cs typeface="BBLIAL+CMR10" panose="02000500000000000000"/>
              </a:rPr>
              <a:t>13).</a:t>
            </a:r>
            <a:endParaRPr sz="2050">
              <a:solidFill>
                <a:srgbClr val="000000"/>
              </a:solidFill>
              <a:latin typeface="BBLIAL+CMR10" panose="02000500000000000000"/>
              <a:cs typeface="BBLIA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TGUVI+CMR7" panose="02000500000000000000"/>
                <a:cs typeface="CTGUVI+CMR7" panose="02000500000000000000"/>
              </a:rPr>
              <a:t>184</a:t>
            </a:r>
            <a:endParaRPr sz="1450">
              <a:solidFill>
                <a:srgbClr val="000000"/>
              </a:solidFill>
              <a:latin typeface="CTGUVI+CMR7" panose="02000500000000000000"/>
              <a:cs typeface="CTGUVI+CMR7" panose="0200050000000000000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51529"/>
            <a:ext cx="198932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HUVOQT+CMBX12~c" panose="02000500000000000000"/>
                <a:cs typeface="HUVOQT+CMBX12~c" panose="02000500000000000000"/>
              </a:rPr>
              <a:t>Questions</a:t>
            </a:r>
            <a:endParaRPr sz="2500" spc="-11">
              <a:solidFill>
                <a:srgbClr val="000000"/>
              </a:solidFill>
              <a:latin typeface="HUVOQT+CMBX12~c" panose="02000500000000000000"/>
              <a:cs typeface="HUVOQ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9001" y="2516030"/>
            <a:ext cx="1436567" cy="534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x: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{hot, cold}</a:t>
            </a:r>
            <a:endParaRPr sz="1600">
              <a:solidFill>
                <a:srgbClr val="000000"/>
              </a:solidFill>
              <a:latin typeface="NIOUAV+Helvetica" panose="020B0604020202020204"/>
              <a:cs typeface="NIOUAV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3024" y="2744503"/>
            <a:ext cx="2418661" cy="534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flipx [x</a:t>
            </a:r>
            <a:r>
              <a:rPr sz="1600" spc="1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=</a:t>
            </a:r>
            <a:r>
              <a:rPr sz="1600" spc="17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hot] /</a:t>
            </a:r>
            <a:r>
              <a:rPr sz="1600" spc="11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x</a:t>
            </a:r>
            <a:r>
              <a:rPr sz="1600" spc="15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:=</a:t>
            </a:r>
            <a:r>
              <a:rPr sz="1600" spc="11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cold</a:t>
            </a:r>
            <a:endParaRPr sz="1600">
              <a:solidFill>
                <a:srgbClr val="000000"/>
              </a:solidFill>
              <a:latin typeface="NIOUAV+Helvetica" panose="020B0604020202020204"/>
              <a:cs typeface="NIOUA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4368" y="2950128"/>
            <a:ext cx="1579241" cy="131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flipy [x</a:t>
            </a:r>
            <a:r>
              <a:rPr sz="1600" spc="1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=</a:t>
            </a:r>
            <a:r>
              <a:rPr sz="1600" spc="17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hot] /</a:t>
            </a:r>
            <a:endParaRPr sz="1600">
              <a:solidFill>
                <a:srgbClr val="000000"/>
              </a:solidFill>
              <a:latin typeface="NIOUAV+Helvetica" panose="020B0604020202020204"/>
              <a:cs typeface="NIOUAV+Helvetica" panose="020B0604020202020204"/>
            </a:endParaRPr>
          </a:p>
          <a:p>
            <a:pPr marL="11430" marR="0">
              <a:lnSpc>
                <a:spcPts val="1810"/>
              </a:lnSpc>
              <a:spcBef>
                <a:spcPts val="4305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flipy [</a:t>
            </a:r>
            <a:r>
              <a:rPr sz="1600" spc="11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x</a:t>
            </a:r>
            <a:r>
              <a:rPr sz="1600" spc="15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=</a:t>
            </a:r>
            <a:r>
              <a:rPr sz="1600" spc="17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hot]</a:t>
            </a:r>
            <a:endParaRPr sz="1600">
              <a:solidFill>
                <a:srgbClr val="000000"/>
              </a:solidFill>
              <a:latin typeface="NIOUAV+Helvetica" panose="020B0604020202020204"/>
              <a:cs typeface="NIOUA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6934" y="3315685"/>
            <a:ext cx="510426" cy="534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IBFATC+Helvetica-Bold" panose="020B0704020202020204"/>
                <a:cs typeface="IBFATC+Helvetica-Bold" panose="020B0704020202020204"/>
              </a:rPr>
              <a:t>Hi</a:t>
            </a:r>
            <a:endParaRPr sz="1600" b="1" spc="14">
              <a:solidFill>
                <a:srgbClr val="000000"/>
              </a:solidFill>
              <a:latin typeface="IBFATC+Helvetica-Bold" panose="020B0704020202020204"/>
              <a:cs typeface="IBFATC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77822" y="3315685"/>
            <a:ext cx="556043" cy="534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IBFATC+Helvetica-Bold" panose="020B0704020202020204"/>
                <a:cs typeface="IBFATC+Helvetica-Bold" panose="020B0704020202020204"/>
              </a:rPr>
              <a:t>Lo</a:t>
            </a:r>
            <a:endParaRPr sz="1600" b="1" spc="12">
              <a:solidFill>
                <a:srgbClr val="000000"/>
              </a:solidFill>
              <a:latin typeface="IBFATC+Helvetica-Bold" panose="020B0704020202020204"/>
              <a:cs typeface="IBFATC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765" y="3886868"/>
            <a:ext cx="2352846" cy="534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flipx [x</a:t>
            </a:r>
            <a:r>
              <a:rPr sz="1600" spc="1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=</a:t>
            </a:r>
            <a:r>
              <a:rPr sz="1600" spc="17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cold] /</a:t>
            </a:r>
            <a:r>
              <a:rPr sz="1600" spc="11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x:= </a:t>
            </a:r>
            <a:r>
              <a:rPr sz="1600" spc="10">
                <a:solidFill>
                  <a:srgbClr val="000000"/>
                </a:solidFill>
                <a:latin typeface="NIOUAV+Helvetica" panose="020B0604020202020204"/>
                <a:cs typeface="NIOUAV+Helvetica" panose="020B0604020202020204"/>
              </a:rPr>
              <a:t>hot</a:t>
            </a:r>
            <a:endParaRPr sz="1600" spc="10">
              <a:solidFill>
                <a:srgbClr val="000000"/>
              </a:solidFill>
              <a:latin typeface="NIOUAV+Helvetica" panose="020B0604020202020204"/>
              <a:cs typeface="NIOUAV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4566893"/>
            <a:ext cx="740254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JACEC+CMSY10~25" panose="02000500000000000000"/>
                <a:cs typeface="DJACE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Eliminate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variables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follows: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Deﬁne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two</a:t>
            </a:r>
            <a:r>
              <a:rPr sz="2050" spc="2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parallel</a:t>
            </a:r>
            <a:endParaRPr sz="2050">
              <a:solidFill>
                <a:srgbClr val="000000"/>
              </a:solidFill>
              <a:latin typeface="RQNNAG+CMR10" panose="02000500000000000000"/>
              <a:cs typeface="RQNNAG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17" y="4937227"/>
            <a:ext cx="609186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components,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component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variable.</a:t>
            </a:r>
            <a:endParaRPr sz="2050">
              <a:solidFill>
                <a:srgbClr val="000000"/>
              </a:solidFill>
              <a:latin typeface="RQNNAG+CMR10" panose="02000500000000000000"/>
              <a:cs typeface="RQNNAG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96" y="5456911"/>
            <a:ext cx="6607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JACEC+CMSY10~25" panose="02000500000000000000"/>
                <a:cs typeface="DJACE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Is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resulting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equivalent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QNNAG+CMR10" panose="02000500000000000000"/>
                <a:cs typeface="RQNNAG+CMR10" panose="02000500000000000000"/>
              </a:rPr>
              <a:t>one?</a:t>
            </a:r>
            <a:endParaRPr sz="2050" spc="11">
              <a:solidFill>
                <a:srgbClr val="000000"/>
              </a:solidFill>
              <a:latin typeface="RQNNAG+CMR10" panose="02000500000000000000"/>
              <a:cs typeface="RQNNAG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KPDME+CMR7" panose="02000500000000000000"/>
                <a:cs typeface="IKPDME+CMR7" panose="02000500000000000000"/>
              </a:rPr>
              <a:t>185</a:t>
            </a:r>
            <a:endParaRPr sz="1450">
              <a:solidFill>
                <a:srgbClr val="000000"/>
              </a:solidFill>
              <a:latin typeface="IKPDME+CMR7" panose="02000500000000000000"/>
              <a:cs typeface="IKPDME+CMR7" panose="0200050000000000000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96565"/>
            <a:ext cx="175473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VIDKIT+CMBX12~c" panose="02000500000000000000"/>
                <a:cs typeface="VIDKIT+CMBX12~c" panose="02000500000000000000"/>
              </a:rPr>
              <a:t>Solution</a:t>
            </a:r>
            <a:endParaRPr sz="2500" spc="-11">
              <a:solidFill>
                <a:srgbClr val="000000"/>
              </a:solidFill>
              <a:latin typeface="VIDKIT+CMBX12~c" panose="02000500000000000000"/>
              <a:cs typeface="VIDKI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9203" y="2175883"/>
            <a:ext cx="1664495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Two</a:t>
            </a:r>
            <a:r>
              <a:rPr sz="1600" b="1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 variables</a:t>
            </a:r>
            <a:endParaRPr sz="1600" b="1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084" y="2746922"/>
            <a:ext cx="441916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X</a:t>
            </a:r>
            <a:endParaRPr sz="1600" b="1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8293" y="2746922"/>
            <a:ext cx="441916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Y</a:t>
            </a:r>
            <a:endParaRPr sz="1600" b="1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4684" y="3203745"/>
            <a:ext cx="647288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Hot</a:t>
            </a:r>
            <a:endParaRPr sz="1600" b="1" spc="12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9369" y="3203745"/>
            <a:ext cx="510373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Hi</a:t>
            </a:r>
            <a:endParaRPr sz="1600" b="1" spc="13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8817" y="3706259"/>
            <a:ext cx="1458445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JTMNG+Helvetica" panose="020B0604020202020204"/>
                <a:cs typeface="QJTMNG+Helvetica" panose="020B0604020202020204"/>
              </a:rPr>
              <a:t>flipy [in(Hot)]</a:t>
            </a:r>
            <a:endParaRPr sz="1600">
              <a:solidFill>
                <a:srgbClr val="000000"/>
              </a:solidFill>
              <a:latin typeface="QJTMNG+Helvetica" panose="020B0604020202020204"/>
              <a:cs typeface="QJTMN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6929" y="3729106"/>
            <a:ext cx="1286996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JTMNG+Helvetica" panose="020B0604020202020204"/>
                <a:cs typeface="QJTMNG+Helvetica" panose="020B0604020202020204"/>
              </a:rPr>
              <a:t>flipx(in(Hi)]</a:t>
            </a:r>
            <a:endParaRPr sz="1600">
              <a:solidFill>
                <a:srgbClr val="000000"/>
              </a:solidFill>
              <a:latin typeface="QJTMNG+Helvetica" panose="020B0604020202020204"/>
              <a:cs typeface="QJTMN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3298" y="3729106"/>
            <a:ext cx="1458444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JTMNG+Helvetica" panose="020B0604020202020204"/>
                <a:cs typeface="QJTMNG+Helvetica" panose="020B0604020202020204"/>
              </a:rPr>
              <a:t>flipy [in(Hot)]</a:t>
            </a:r>
            <a:endParaRPr sz="1600">
              <a:solidFill>
                <a:srgbClr val="000000"/>
              </a:solidFill>
              <a:latin typeface="QJTMNG+Helvetica" panose="020B0604020202020204"/>
              <a:cs typeface="QJTMN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1529" y="3751954"/>
            <a:ext cx="1286996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JTMNG+Helvetica" panose="020B0604020202020204"/>
                <a:cs typeface="QJTMNG+Helvetica" panose="020B0604020202020204"/>
              </a:rPr>
              <a:t>flipx(in(Hi)]</a:t>
            </a:r>
            <a:endParaRPr sz="1600">
              <a:solidFill>
                <a:srgbClr val="000000"/>
              </a:solidFill>
              <a:latin typeface="QJTMNG+Helvetica" panose="020B0604020202020204"/>
              <a:cs typeface="QJTMNG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7534" y="4231620"/>
            <a:ext cx="761551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Cold</a:t>
            </a:r>
            <a:endParaRPr sz="1600" b="1" spc="10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6547" y="4231620"/>
            <a:ext cx="555977" cy="534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IFFENW+Helvetica-Bold" panose="020B0704020202020204"/>
                <a:cs typeface="IFFENW+Helvetica-Bold" panose="020B0704020202020204"/>
              </a:rPr>
              <a:t>Lo</a:t>
            </a:r>
            <a:endParaRPr sz="1600" b="1" spc="12">
              <a:solidFill>
                <a:srgbClr val="000000"/>
              </a:solidFill>
              <a:latin typeface="IFFENW+Helvetica-Bold" panose="020B0704020202020204"/>
              <a:cs typeface="IFFENW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49" y="5601690"/>
            <a:ext cx="8820585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important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semantic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diﬀerence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statechart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UHTOWE+CMR10" panose="02000500000000000000"/>
              <a:cs typeface="UHTOWE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Mealy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statechart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respond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UCGCRU+CMSS10" panose="02000500000000000000"/>
                <a:cs typeface="UCGCRU+CMSS10" panose="02000500000000000000"/>
              </a:rPr>
              <a:t>ﬂipx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a</a:t>
            </a:r>
            <a:endParaRPr sz="2050">
              <a:solidFill>
                <a:srgbClr val="000000"/>
              </a:solidFill>
              <a:latin typeface="UHTOWE+CMR10" panose="02000500000000000000"/>
              <a:cs typeface="UHTOWE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UCGCRU+CMSS10" panose="02000500000000000000"/>
                <a:cs typeface="UCGCRU+CMSS10" panose="02000500000000000000"/>
              </a:rPr>
              <a:t>ﬂipy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HTOWE+CMR10" panose="02000500000000000000"/>
                <a:cs typeface="UHTOWE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UHTOWE+CMR10" panose="02000500000000000000"/>
              <a:cs typeface="UHTOWE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SAGNS+CMR7" panose="02000500000000000000"/>
                <a:cs typeface="ISAGNS+CMR7" panose="02000500000000000000"/>
              </a:rPr>
              <a:t>186</a:t>
            </a:r>
            <a:endParaRPr sz="1450">
              <a:solidFill>
                <a:srgbClr val="000000"/>
              </a:solidFill>
              <a:latin typeface="ISAGNS+CMR7" panose="02000500000000000000"/>
              <a:cs typeface="ISAGNS+CMR7" panose="0200050000000000000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009185"/>
            <a:ext cx="185014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GAOCQU+CMBX12~c" panose="02000500000000000000"/>
                <a:cs typeface="GAOCQU+CMBX12~c" panose="02000500000000000000"/>
              </a:rPr>
              <a:t>Question</a:t>
            </a:r>
            <a:endParaRPr sz="2500" spc="-10">
              <a:solidFill>
                <a:srgbClr val="000000"/>
              </a:solidFill>
              <a:latin typeface="GAOCQU+CMBX12~c" panose="02000500000000000000"/>
              <a:cs typeface="GAOCQ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509237"/>
            <a:ext cx="860682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HRFHA+CMSY10~25" panose="02000500000000000000"/>
                <a:cs typeface="AHRF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Encode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variables.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result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be</a:t>
            </a:r>
            <a:endParaRPr sz="2050" spc="73">
              <a:solidFill>
                <a:srgbClr val="000000"/>
              </a:solidFill>
              <a:latin typeface="TDJJCO+CMR10" panose="02000500000000000000"/>
              <a:cs typeface="TDJJC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5" y="3881095"/>
            <a:ext cx="373504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STD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only.</a:t>
            </a:r>
            <a:endParaRPr sz="2050" spc="-26">
              <a:solidFill>
                <a:srgbClr val="000000"/>
              </a:solidFill>
              <a:latin typeface="TDJJCO+CMR10" panose="02000500000000000000"/>
              <a:cs typeface="TDJJC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54" y="4399257"/>
            <a:ext cx="615768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HRFHA+CMSY10~25" panose="02000500000000000000"/>
                <a:cs typeface="AHRF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Is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result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equivalent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original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TDJJCO+CMR10" panose="02000500000000000000"/>
                <a:cs typeface="TDJJCO+CMR10" panose="02000500000000000000"/>
              </a:rPr>
              <a:t>STD?</a:t>
            </a:r>
            <a:endParaRPr sz="2050" spc="13">
              <a:solidFill>
                <a:srgbClr val="000000"/>
              </a:solidFill>
              <a:latin typeface="TDJJCO+CMR10" panose="02000500000000000000"/>
              <a:cs typeface="TDJJC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VOMIK+CMR7" panose="02000500000000000000"/>
                <a:cs typeface="GVOMIK+CMR7" panose="02000500000000000000"/>
              </a:rPr>
              <a:t>187</a:t>
            </a:r>
            <a:endParaRPr sz="1450">
              <a:solidFill>
                <a:srgbClr val="000000"/>
              </a:solidFill>
              <a:latin typeface="GVOMIK+CMR7" panose="02000500000000000000"/>
              <a:cs typeface="GVOMIK+CMR7" panose="0200050000000000000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27857"/>
            <a:ext cx="175473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EWWGUL+CMBX12~c" panose="02000500000000000000"/>
                <a:cs typeface="EWWGUL+CMBX12~c" panose="02000500000000000000"/>
              </a:rPr>
              <a:t>Solution</a:t>
            </a:r>
            <a:endParaRPr sz="2500" spc="-11">
              <a:solidFill>
                <a:srgbClr val="000000"/>
              </a:solidFill>
              <a:latin typeface="EWWGUL+CMBX12~c" panose="02000500000000000000"/>
              <a:cs typeface="EWWGU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7145" y="2214422"/>
            <a:ext cx="1600272" cy="598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x: {hot, cold}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2313" y="2511404"/>
            <a:ext cx="1333445" cy="598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y: {Hi, Lo}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7222" y="2694164"/>
            <a:ext cx="2774222" cy="89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flipx [x=Cold and y=Hi] /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  <a:p>
            <a:pPr marL="85979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x:= hot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6162" y="2968294"/>
            <a:ext cx="1091786" cy="1192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DMSFDU+Helvetica-Bold" panose="020B0704020202020204"/>
                <a:cs typeface="DMSFDU+Helvetica-Bold" panose="020B0704020202020204"/>
              </a:rPr>
              <a:t>Ready</a:t>
            </a:r>
            <a:endParaRPr sz="1800" b="1">
              <a:solidFill>
                <a:srgbClr val="000000"/>
              </a:solidFill>
              <a:latin typeface="DMSFDU+Helvetica-Bold" panose="020B0704020202020204"/>
              <a:cs typeface="DMSFDU+Helvetica-Bold" panose="020B0704020202020204"/>
            </a:endParaRPr>
          </a:p>
          <a:p>
            <a:pPr marL="2667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DMSFDU+Helvetica-Bold" panose="020B0704020202020204"/>
                <a:cs typeface="DMSFDU+Helvetica-Bold" panose="020B0704020202020204"/>
              </a:rPr>
              <a:t>to</a:t>
            </a:r>
            <a:endParaRPr sz="1800" b="1">
              <a:solidFill>
                <a:srgbClr val="000000"/>
              </a:solidFill>
              <a:latin typeface="DMSFDU+Helvetica-Bold" panose="020B0704020202020204"/>
              <a:cs typeface="DMSFDU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DMSFDU+Helvetica-Bold" panose="020B0704020202020204"/>
                <a:cs typeface="DMSFDU+Helvetica-Bold" panose="020B0704020202020204"/>
              </a:rPr>
              <a:t>update</a:t>
            </a:r>
            <a:endParaRPr sz="1800" b="1">
              <a:solidFill>
                <a:srgbClr val="000000"/>
              </a:solidFill>
              <a:latin typeface="DMSFDU+Helvetica-Bold" panose="020B0704020202020204"/>
              <a:cs typeface="DMSFDU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160" y="3219589"/>
            <a:ext cx="2642866" cy="89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flipx [x=Hot and y=Hi] /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  <a:p>
            <a:pPr marL="78422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x:= cold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5835" y="4407521"/>
            <a:ext cx="2687002" cy="89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flipy [x=Hot and y=Lo] /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  <a:p>
            <a:pPr marL="87312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y:= Hi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0819" y="4613122"/>
            <a:ext cx="2642866" cy="89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flipy [x=Hot and y=Hi] /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  <a:p>
            <a:pPr marL="80327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ONNKF+Helvetica" panose="020B0604020202020204"/>
                <a:cs typeface="KONNKF+Helvetica" panose="020B0604020202020204"/>
              </a:rPr>
              <a:t>y := Lo</a:t>
            </a:r>
            <a:endParaRPr sz="1800">
              <a:solidFill>
                <a:srgbClr val="000000"/>
              </a:solidFill>
              <a:latin typeface="KONNKF+Helvetica" panose="020B0604020202020204"/>
              <a:cs typeface="KONNK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68" y="5914110"/>
            <a:ext cx="848283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does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indicate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initial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GNKW+CMR10" panose="02000500000000000000"/>
                <a:cs typeface="ESGNKW+CMR10" panose="02000500000000000000"/>
              </a:rPr>
              <a:t>variables.</a:t>
            </a:r>
            <a:endParaRPr sz="2050">
              <a:solidFill>
                <a:srgbClr val="000000"/>
              </a:solidFill>
              <a:latin typeface="ESGNKW+CMR10" panose="02000500000000000000"/>
              <a:cs typeface="ESGNKW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QQWFG+CMR7" panose="02000500000000000000"/>
                <a:cs typeface="GQQWFG+CMR7" panose="02000500000000000000"/>
              </a:rPr>
              <a:t>188</a:t>
            </a:r>
            <a:endParaRPr sz="1450">
              <a:solidFill>
                <a:srgbClr val="000000"/>
              </a:solidFill>
              <a:latin typeface="GQQWFG+CMR7" panose="02000500000000000000"/>
              <a:cs typeface="GQQWFG+CMR7" panose="0200050000000000000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75661" y="1690925"/>
            <a:ext cx="610029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BTTNKM+CMBX12~c" panose="02000500000000000000"/>
                <a:cs typeface="BTTNKM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TTNKM+CMBX12~c" panose="02000500000000000000"/>
                <a:cs typeface="BTTNKM+CMBX12~c" panose="02000500000000000000"/>
              </a:rPr>
              <a:t>13.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BTTNKM+CMBX12~c" panose="02000500000000000000"/>
                <a:cs typeface="BTTNKM+CMBX12~c" panose="02000500000000000000"/>
              </a:rPr>
              <a:t>Behavioral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BTTNKM+CMBX12~c" panose="02000500000000000000"/>
                <a:cs typeface="BTTNKM+CMBX12~c" panose="02000500000000000000"/>
              </a:rPr>
              <a:t>Semantics</a:t>
            </a:r>
            <a:endParaRPr sz="2500" spc="-21">
              <a:solidFill>
                <a:srgbClr val="000000"/>
              </a:solidFill>
              <a:latin typeface="BTTNKM+CMBX12~c" panose="02000500000000000000"/>
              <a:cs typeface="BTTNK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190978"/>
            <a:ext cx="627027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IKLB+CMSY10~25" panose="02000500000000000000"/>
                <a:cs typeface="FVIKL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STTs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8" y="2709140"/>
            <a:ext cx="857923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VIKLB+CMSY10~25" panose="02000500000000000000"/>
                <a:cs typeface="FVIKL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interpreted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ways!</a:t>
            </a:r>
            <a:r>
              <a:rPr sz="2050" spc="4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problem: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59" y="3154148"/>
            <a:ext cx="6763264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GQETH+CMBX10" panose="02000500000000000000"/>
                <a:cs typeface="HGQET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Designers,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builders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users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think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agree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...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44" y="3599157"/>
            <a:ext cx="699845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GQETH+CMBX10" panose="02000500000000000000"/>
                <a:cs typeface="HGQET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...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nevertheless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expect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be</a:t>
            </a:r>
            <a:endParaRPr sz="2050" spc="73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982" y="3971015"/>
            <a:ext cx="193405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implemented.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2040" y="4416024"/>
            <a:ext cx="7180829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GQETH+CMBX10" panose="02000500000000000000"/>
                <a:cs typeface="HGQET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execute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speciﬁcation,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unambiguous.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2048" y="4861032"/>
            <a:ext cx="801279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GQETH+CMBX10" panose="02000500000000000000"/>
                <a:cs typeface="HGQET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generate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code,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diﬀerent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code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generation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tools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use</a:t>
            </a:r>
            <a:endParaRPr sz="2050" spc="1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3986" y="5232890"/>
            <a:ext cx="267564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6" y="5751052"/>
            <a:ext cx="73480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chapter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review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semantic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UKHK+CMR10" panose="02000500000000000000"/>
                <a:cs typeface="DTUKHK+CMR10" panose="02000500000000000000"/>
              </a:rPr>
              <a:t>choices.</a:t>
            </a:r>
            <a:endParaRPr sz="2050">
              <a:solidFill>
                <a:srgbClr val="000000"/>
              </a:solidFill>
              <a:latin typeface="DTUKHK+CMR10" panose="02000500000000000000"/>
              <a:cs typeface="DTUKHK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WHWSG+CMR7" panose="02000500000000000000"/>
                <a:cs typeface="HWHWSG+CMR7" panose="02000500000000000000"/>
              </a:rPr>
              <a:t>189</a:t>
            </a:r>
            <a:endParaRPr sz="1450">
              <a:solidFill>
                <a:srgbClr val="000000"/>
              </a:solidFill>
              <a:latin typeface="HWHWSG+CMR7" panose="02000500000000000000"/>
              <a:cs typeface="HWHWSG+CMR7" panose="0200050000000000000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62384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KFFRRE+CMBX12~c" panose="02000500000000000000"/>
                <a:cs typeface="KFFRRE+CMBX12~c" panose="02000500000000000000"/>
              </a:rPr>
              <a:t>Discretization</a:t>
            </a:r>
            <a:endParaRPr sz="2500" spc="-10">
              <a:solidFill>
                <a:srgbClr val="000000"/>
              </a:solidFill>
              <a:latin typeface="KFFRRE+CMBX12~c" panose="02000500000000000000"/>
              <a:cs typeface="KFFRR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6035" y="1443595"/>
            <a:ext cx="1485557" cy="1397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BFRFJQ+Helvetica" panose="020B0604020202020204"/>
                <a:cs typeface="BFRFJQ+Helvetica" panose="020B0604020202020204"/>
              </a:rPr>
              <a:t>switch</a:t>
            </a:r>
            <a:r>
              <a:rPr sz="1800" spc="500">
                <a:solidFill>
                  <a:srgbClr val="000000"/>
                </a:solidFill>
                <a:latin typeface="BFRFJQ+Helvetica" panose="020B0604020202020204"/>
                <a:cs typeface="BFRFJQ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BFRFJQ+Helvetica" panose="020B0604020202020204"/>
                <a:cs typeface="BFRFJQ+Helvetica" panose="020B0604020202020204"/>
              </a:rPr>
              <a:t>on /</a:t>
            </a:r>
            <a:endParaRPr sz="1800">
              <a:solidFill>
                <a:srgbClr val="000000"/>
              </a:solidFill>
              <a:latin typeface="BFRFJQ+Helvetica" panose="020B0604020202020204"/>
              <a:cs typeface="BFRFJQ+Helvetica" panose="020B0604020202020204"/>
            </a:endParaRPr>
          </a:p>
          <a:p>
            <a:pPr marL="54610" marR="0">
              <a:lnSpc>
                <a:spcPts val="2010"/>
              </a:lnSpc>
              <a:spcBef>
                <a:spcPts val="42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BFRFJQ+Helvetica" panose="020B0604020202020204"/>
                <a:cs typeface="BFRFJQ+Helvetica" panose="020B0604020202020204"/>
              </a:rPr>
              <a:t>switch off /</a:t>
            </a:r>
            <a:endParaRPr sz="1800">
              <a:solidFill>
                <a:srgbClr val="000000"/>
              </a:solidFill>
              <a:latin typeface="BFRFJQ+Helvetica" panose="020B0604020202020204"/>
              <a:cs typeface="BFRFJQ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1856" y="1877643"/>
            <a:ext cx="672780" cy="598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PGHGP+Helvetica-Bold" panose="020B0704020202020204"/>
                <a:cs typeface="WPGHGP+Helvetica-Bold" panose="020B0704020202020204"/>
              </a:rPr>
              <a:t>Off</a:t>
            </a:r>
            <a:endParaRPr sz="1800" b="1">
              <a:solidFill>
                <a:srgbClr val="000000"/>
              </a:solidFill>
              <a:latin typeface="WPGHGP+Helvetica-Bold" panose="020B0704020202020204"/>
              <a:cs typeface="WPGHGP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7855" y="1877643"/>
            <a:ext cx="660177" cy="598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WPGHGP+Helvetica-Bold" panose="020B0704020202020204"/>
                <a:cs typeface="WPGHGP+Helvetica-Bold" panose="020B0704020202020204"/>
              </a:rPr>
              <a:t>On</a:t>
            </a:r>
            <a:endParaRPr sz="1800" b="1">
              <a:solidFill>
                <a:srgbClr val="000000"/>
              </a:solidFill>
              <a:latin typeface="WPGHGP+Helvetica-Bold" panose="020B0704020202020204"/>
              <a:cs typeface="WPGHGP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8" y="2882873"/>
            <a:ext cx="8872746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abstract,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therefore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necessarily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incomplete,</a:t>
            </a:r>
            <a:endParaRPr sz="2050" spc="1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continuous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601" y="3768319"/>
            <a:ext cx="792904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PWSVG+CMSY10~25" panose="02000500000000000000"/>
                <a:cs typeface="BPWS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PAFCLW+CMBX10" panose="02000500000000000000"/>
                <a:cs typeface="PAFCLW+CMBX10" panose="02000500000000000000"/>
              </a:rPr>
              <a:t>Atomicity.</a:t>
            </a:r>
            <a:r>
              <a:rPr sz="2050" spc="4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Ignore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intermediate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transition.</a:t>
            </a:r>
            <a:endParaRPr sz="205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99" y="4283432"/>
            <a:ext cx="822949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PWSVG+CMSY10~25" panose="02000500000000000000"/>
                <a:cs typeface="BPWS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PAFCLW+CMBX10" panose="02000500000000000000"/>
                <a:cs typeface="PAFCLW+CMBX10" panose="02000500000000000000"/>
              </a:rPr>
              <a:t>Possibility.</a:t>
            </a:r>
            <a:r>
              <a:rPr sz="2050" spc="4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no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slightly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states.</a:t>
            </a:r>
            <a:endParaRPr sz="205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25" y="4653765"/>
            <a:ext cx="449268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switch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possible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Oﬀ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etc.</a:t>
            </a:r>
            <a:endParaRPr sz="2050" spc="12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603" y="5168878"/>
            <a:ext cx="8600737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PWSVG+CMSY10~25" panose="02000500000000000000"/>
                <a:cs typeface="BPWS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AFCLW+CMBX10" panose="02000500000000000000"/>
                <a:cs typeface="PAFCLW+CMBX10" panose="02000500000000000000"/>
              </a:rPr>
              <a:t>Isolation.</a:t>
            </a:r>
            <a:r>
              <a:rPr sz="2050" spc="4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Whatever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else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happens,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switch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Oﬀ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leads</a:t>
            </a:r>
            <a:endParaRPr sz="2050" spc="1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KUSMO+CMSS10" panose="02000500000000000000"/>
                <a:cs typeface="WKUSMO+CMSS10" panose="02000500000000000000"/>
              </a:rPr>
              <a:t>On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etc.</a:t>
            </a:r>
            <a:endParaRPr sz="2050" spc="12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94" y="6054324"/>
            <a:ext cx="771512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PWSVG+CMSY10~25" panose="02000500000000000000"/>
                <a:cs typeface="BPWS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PAFCLW+CMBX10" panose="02000500000000000000"/>
                <a:cs typeface="PAFCLW+CMBX10" panose="02000500000000000000"/>
              </a:rPr>
              <a:t>Durability.</a:t>
            </a:r>
            <a:r>
              <a:rPr sz="2050" spc="4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stable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until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occurs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that</a:t>
            </a:r>
            <a:endParaRPr sz="205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23" y="6424658"/>
            <a:ext cx="41107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triggers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outgoing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OTGE+CMR10" panose="02000500000000000000"/>
                <a:cs typeface="BEOTGE+CMR10" panose="02000500000000000000"/>
              </a:rPr>
              <a:t>transition.</a:t>
            </a:r>
            <a:endParaRPr sz="2050">
              <a:solidFill>
                <a:srgbClr val="000000"/>
              </a:solidFill>
              <a:latin typeface="BEOTGE+CMR10" panose="02000500000000000000"/>
              <a:cs typeface="BEOTGE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KMPOK+CMR7" panose="02000500000000000000"/>
                <a:cs typeface="NKMPOK+CMR7" panose="02000500000000000000"/>
              </a:rPr>
              <a:t>190</a:t>
            </a:r>
            <a:endParaRPr sz="1450">
              <a:solidFill>
                <a:srgbClr val="000000"/>
              </a:solidFill>
              <a:latin typeface="NKMPOK+CMR7" panose="02000500000000000000"/>
              <a:cs typeface="NKMPOK+CMR7" panose="0200050000000000000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44621"/>
            <a:ext cx="892820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67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Wait</a:t>
            </a:r>
            <a:r>
              <a:rPr sz="250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States</a:t>
            </a:r>
            <a:r>
              <a:rPr sz="250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and</a:t>
            </a:r>
            <a:r>
              <a:rPr sz="250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Activity</a:t>
            </a:r>
            <a:r>
              <a:rPr sz="250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States:</a:t>
            </a:r>
            <a:r>
              <a:rPr sz="2500" spc="5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Semantic</a:t>
            </a:r>
            <a:r>
              <a:rPr sz="250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ELMOED+CMBX12~c" panose="02000500000000000000"/>
                <a:cs typeface="ELMOED+CMBX12~c" panose="02000500000000000000"/>
              </a:rPr>
              <a:t>options</a:t>
            </a:r>
            <a:endParaRPr sz="2500" spc="-12">
              <a:solidFill>
                <a:srgbClr val="000000"/>
              </a:solidFill>
              <a:latin typeface="ELMOED+CMBX12~c" panose="02000500000000000000"/>
              <a:cs typeface="ELMOE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11145"/>
            <a:ext cx="784797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internal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activity,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wait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not.</a:t>
            </a:r>
            <a:endParaRPr sz="2050">
              <a:solidFill>
                <a:srgbClr val="000000"/>
              </a:solidFill>
              <a:latin typeface="ESEVJR+CMR10" panose="02000500000000000000"/>
              <a:cs typeface="ESEVJ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226" y="2538314"/>
            <a:ext cx="476293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NCFCLJ+Helvetica" panose="020B0604020202020204"/>
                <a:cs typeface="NCFCLJ+Helvetica" panose="020B0604020202020204"/>
              </a:rPr>
              <a:t>e/</a:t>
            </a:r>
            <a:endParaRPr sz="1600" spc="10">
              <a:solidFill>
                <a:srgbClr val="000000"/>
              </a:solidFill>
              <a:latin typeface="NCFCLJ+Helvetica" panose="020B0604020202020204"/>
              <a:cs typeface="NCFCL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81598" y="2538314"/>
            <a:ext cx="533428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NCFCLJ+Helvetica" panose="020B0604020202020204"/>
                <a:cs typeface="NCFCLJ+Helvetica" panose="020B0604020202020204"/>
              </a:rPr>
              <a:t>e</a:t>
            </a:r>
            <a:r>
              <a:rPr sz="1600" spc="16">
                <a:solidFill>
                  <a:srgbClr val="000000"/>
                </a:solidFill>
                <a:latin typeface="NCFCLJ+Helvetica" panose="020B0604020202020204"/>
                <a:cs typeface="NCFCLJ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NCFCLJ+Helvetica" panose="020B0604020202020204"/>
                <a:cs typeface="NCFCLJ+Helvetica" panose="020B0604020202020204"/>
              </a:rPr>
              <a:t>/</a:t>
            </a:r>
            <a:endParaRPr sz="1600">
              <a:solidFill>
                <a:srgbClr val="000000"/>
              </a:solidFill>
              <a:latin typeface="NCFCLJ+Helvetica" panose="020B0604020202020204"/>
              <a:cs typeface="NCFCL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8744" y="2584008"/>
            <a:ext cx="453300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VLQDFG+Helvetica-Bold" panose="020B0704020202020204"/>
                <a:cs typeface="VLQDFG+Helvetica-Bold" panose="020B0704020202020204"/>
              </a:rPr>
              <a:t>A</a:t>
            </a:r>
            <a:endParaRPr sz="1600" b="1">
              <a:solidFill>
                <a:srgbClr val="000000"/>
              </a:solidFill>
              <a:latin typeface="VLQDFG+Helvetica-Bold" panose="020B0704020202020204"/>
              <a:cs typeface="VLQDFG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4165" y="2766787"/>
            <a:ext cx="567663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VLQDFG+Helvetica-Bold" panose="020B0704020202020204"/>
                <a:cs typeface="VLQDFG+Helvetica-Bold" panose="020B0704020202020204"/>
              </a:rPr>
              <a:t>A1</a:t>
            </a:r>
            <a:endParaRPr sz="1600" b="1" spc="14">
              <a:solidFill>
                <a:srgbClr val="000000"/>
              </a:solidFill>
              <a:latin typeface="VLQDFG+Helvetica-Bold" panose="020B0704020202020204"/>
              <a:cs typeface="VLQDFG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3846" y="2766787"/>
            <a:ext cx="567663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VLQDFG+Helvetica-Bold" panose="020B0704020202020204"/>
                <a:cs typeface="VLQDFG+Helvetica-Bold" panose="020B0704020202020204"/>
              </a:rPr>
              <a:t>A2</a:t>
            </a:r>
            <a:endParaRPr sz="1600" b="1" spc="14">
              <a:solidFill>
                <a:srgbClr val="000000"/>
              </a:solidFill>
              <a:latin typeface="VLQDFG+Helvetica-Bold" panose="020B0704020202020204"/>
              <a:cs typeface="VLQDFG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2762" y="2766787"/>
            <a:ext cx="453300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VLQDFG+Helvetica-Bold" panose="020B0704020202020204"/>
                <a:cs typeface="VLQDFG+Helvetica-Bold" panose="020B0704020202020204"/>
              </a:rPr>
              <a:t>B</a:t>
            </a:r>
            <a:endParaRPr sz="1600" b="1">
              <a:solidFill>
                <a:srgbClr val="000000"/>
              </a:solidFill>
              <a:latin typeface="VLQDFG+Helvetica-Bold" panose="020B0704020202020204"/>
              <a:cs typeface="VLQDFG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68" y="3548861"/>
            <a:ext cx="8234186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creates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possibility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conﬂict: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happens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when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SECT+CMSS10" panose="02000500000000000000"/>
                <a:cs typeface="CCSECT+CMSS10" panose="02000500000000000000"/>
              </a:rPr>
              <a:t>e</a:t>
            </a:r>
            <a:endParaRPr sz="2050">
              <a:solidFill>
                <a:srgbClr val="000000"/>
              </a:solidFill>
              <a:latin typeface="CCSECT+CMSS10" panose="02000500000000000000"/>
              <a:cs typeface="CCSECT+CMSS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occurs?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Options:</a:t>
            </a:r>
            <a:endParaRPr sz="2050" spc="10">
              <a:solidFill>
                <a:srgbClr val="000000"/>
              </a:solidFill>
              <a:latin typeface="ESEVJR+CMR10" panose="02000500000000000000"/>
              <a:cs typeface="ESEVJ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92" y="4444914"/>
            <a:ext cx="3144514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BNVUI+CMSY10~25" panose="02000500000000000000"/>
                <a:cs typeface="IBNV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Deferred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response.</a:t>
            </a:r>
            <a:endParaRPr sz="2050" spc="18">
              <a:solidFill>
                <a:srgbClr val="000000"/>
              </a:solidFill>
              <a:latin typeface="LKEEUG+CMBX10" panose="02000500000000000000"/>
              <a:cs typeface="LKEEUG+CMBX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93" y="4964598"/>
            <a:ext cx="3304225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BNVUI+CMSY10~25" panose="02000500000000000000"/>
                <a:cs typeface="IBNV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5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Forced</a:t>
            </a:r>
            <a:r>
              <a:rPr sz="205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termination.</a:t>
            </a:r>
            <a:endParaRPr sz="2050">
              <a:solidFill>
                <a:srgbClr val="000000"/>
              </a:solidFill>
              <a:latin typeface="LKEEUG+CMBX10" panose="02000500000000000000"/>
              <a:cs typeface="LKEEUG+CMBX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2067" y="5403571"/>
            <a:ext cx="527944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Higher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priority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(Statemate).</a:t>
            </a:r>
            <a:endParaRPr sz="2050">
              <a:solidFill>
                <a:srgbClr val="000000"/>
              </a:solidFill>
              <a:latin typeface="ESEVJR+CMR10" panose="02000500000000000000"/>
              <a:cs typeface="ESEVJR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2065" y="5848580"/>
            <a:ext cx="4542424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EEUG+CMBX10" panose="02000500000000000000"/>
                <a:cs typeface="LKEEU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Lower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priority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ESEVJR+CMR10" panose="02000500000000000000"/>
                <a:cs typeface="ESEVJR+CMR10" panose="02000500000000000000"/>
              </a:rPr>
              <a:t>(UML).</a:t>
            </a:r>
            <a:endParaRPr sz="2050" spc="12">
              <a:solidFill>
                <a:srgbClr val="000000"/>
              </a:solidFill>
              <a:latin typeface="ESEVJR+CMR10" panose="02000500000000000000"/>
              <a:cs typeface="ESEVJR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OGVAG+CMR7" panose="02000500000000000000"/>
                <a:cs typeface="GOGVAG+CMR7" panose="02000500000000000000"/>
              </a:rPr>
              <a:t>191</a:t>
            </a:r>
            <a:endParaRPr sz="1450">
              <a:solidFill>
                <a:srgbClr val="000000"/>
              </a:solidFill>
              <a:latin typeface="GOGVAG+CMR7" panose="02000500000000000000"/>
              <a:cs typeface="GOGVAG+CMR7" panose="0200050000000000000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01465"/>
            <a:ext cx="539784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CRLOV+CMBX12~c" panose="02000500000000000000"/>
                <a:cs typeface="TCRLOV+CMBX12~c" panose="02000500000000000000"/>
              </a:rPr>
              <a:t>Final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CRLOV+CMBX12~c" panose="02000500000000000000"/>
                <a:cs typeface="TCRLOV+CMBX12~c" panose="02000500000000000000"/>
              </a:rPr>
              <a:t>states:</a:t>
            </a:r>
            <a:r>
              <a:rPr sz="2500" spc="6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TCRLOV+CMBX12~c" panose="02000500000000000000"/>
                <a:cs typeface="TCRLOV+CMBX12~c" panose="02000500000000000000"/>
              </a:rPr>
              <a:t>Semantic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TCRLOV+CMBX12~c" panose="02000500000000000000"/>
                <a:cs typeface="TCRLOV+CMBX12~c" panose="02000500000000000000"/>
              </a:rPr>
              <a:t>options</a:t>
            </a:r>
            <a:endParaRPr sz="2500" spc="-12">
              <a:solidFill>
                <a:srgbClr val="000000"/>
              </a:solidFill>
              <a:latin typeface="TCRLOV+CMBX12~c" panose="02000500000000000000"/>
              <a:cs typeface="TCRLO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039845"/>
            <a:ext cx="7795783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states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create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ambiguity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ﬁnal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node.</a:t>
            </a:r>
            <a:r>
              <a:rPr sz="2050" spc="3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What</a:t>
            </a:r>
            <a:endParaRPr sz="2050" spc="12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ﬁnal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state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reached?</a:t>
            </a:r>
            <a:endParaRPr sz="2050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929863"/>
            <a:ext cx="85794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VIIWB+CMSY10~25" panose="02000500000000000000"/>
                <a:cs typeface="HVIIW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JHBJ+CMBX10" panose="02000500000000000000"/>
                <a:cs typeface="EIJHBJ+CMBX10" panose="02000500000000000000"/>
              </a:rPr>
              <a:t>Global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JHBJ+CMBX10" panose="02000500000000000000"/>
                <a:cs typeface="EIJHBJ+CMBX10" panose="02000500000000000000"/>
              </a:rPr>
              <a:t>termination: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bull’s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eye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indicates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overall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process</a:t>
            </a:r>
            <a:endParaRPr sz="2050" spc="19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8" y="4301721"/>
            <a:ext cx="315388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terminates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(Statemate).</a:t>
            </a:r>
            <a:endParaRPr sz="2050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0" y="4819883"/>
            <a:ext cx="843016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VIIWB+CMSY10~25" panose="02000500000000000000"/>
                <a:cs typeface="HVIIW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EIJHBJ+CMBX10" panose="02000500000000000000"/>
                <a:cs typeface="EIJHBJ+CMBX10" panose="02000500000000000000"/>
              </a:rPr>
              <a:t>Local</a:t>
            </a:r>
            <a:r>
              <a:rPr sz="20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IJHBJ+CMBX10" panose="02000500000000000000"/>
                <a:cs typeface="EIJHBJ+CMBX10" panose="02000500000000000000"/>
              </a:rPr>
              <a:t>termination: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terminates;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wait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until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UPWWV+CMSS10" panose="02000500000000000000"/>
                <a:cs typeface="PUPWWV+CMSS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occurs</a:t>
            </a:r>
            <a:endParaRPr sz="2050" spc="22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7" y="5191741"/>
            <a:ext cx="12690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HJKWPP+CMR10" panose="02000500000000000000"/>
                <a:cs typeface="HJKWPP+CMR10" panose="02000500000000000000"/>
              </a:rPr>
              <a:t>(UML).</a:t>
            </a:r>
            <a:endParaRPr sz="2050" spc="12">
              <a:solidFill>
                <a:srgbClr val="000000"/>
              </a:solidFill>
              <a:latin typeface="HJKWPP+CMR10" panose="02000500000000000000"/>
              <a:cs typeface="HJKWPP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RABRE+CMR7" panose="02000500000000000000"/>
                <a:cs typeface="TRABRE+CMR7" panose="02000500000000000000"/>
              </a:rPr>
              <a:t>192</a:t>
            </a:r>
            <a:endParaRPr sz="1450">
              <a:solidFill>
                <a:srgbClr val="000000"/>
              </a:solidFill>
              <a:latin typeface="TRABRE+CMR7" panose="02000500000000000000"/>
              <a:cs typeface="TRABRE+CMR7" panose="0200050000000000000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37357"/>
            <a:ext cx="622661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DOKUID+CMBX12~c" panose="02000500000000000000"/>
                <a:cs typeface="DOKUID+CMBX12~c" panose="02000500000000000000"/>
              </a:rPr>
              <a:t>Pre-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DOKUID+CMBX12~c" panose="02000500000000000000"/>
                <a:cs typeface="DOKUID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OKUID+CMBX12~c" panose="02000500000000000000"/>
                <a:cs typeface="DOKUID+CMBX12~c" panose="02000500000000000000"/>
              </a:rPr>
              <a:t>postconditions:</a:t>
            </a:r>
            <a:r>
              <a:rPr sz="2500" spc="6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DOKUID+CMBX12~c" panose="02000500000000000000"/>
                <a:cs typeface="DOKUID+CMBX12~c" panose="02000500000000000000"/>
              </a:rPr>
              <a:t>Problems</a:t>
            </a:r>
            <a:endParaRPr sz="2500" spc="-12">
              <a:solidFill>
                <a:srgbClr val="000000"/>
              </a:solidFill>
              <a:latin typeface="DOKUID+CMBX12~c" panose="02000500000000000000"/>
              <a:cs typeface="DOKUI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7" y="1938236"/>
            <a:ext cx="5095592" cy="2432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Current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state</a:t>
            </a:r>
            <a:r>
              <a:rPr sz="2050" spc="27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Event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  <a:p>
            <a:pPr marL="495300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P(x)</a:t>
            </a:r>
            <a:r>
              <a:rPr sz="2050" spc="10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e(x,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9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HPPAA+CMSY10~25" panose="02000500000000000000"/>
                <a:cs typeface="NHPPA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Does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P(x)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become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false?</a:t>
            </a:r>
            <a:endParaRPr sz="205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HPPAA+CMSY10~25" panose="02000500000000000000"/>
                <a:cs typeface="NHPPA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Should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Q(x)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false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initial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state?</a:t>
            </a:r>
            <a:endParaRPr sz="205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329" y="1938236"/>
            <a:ext cx="1106130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Action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6632" y="1938236"/>
            <a:ext cx="1529102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Next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state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  <a:p>
            <a:pPr marL="635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Q(x)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4926" y="2432013"/>
            <a:ext cx="1121096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a(x,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2451825"/>
            <a:ext cx="52173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1</a:t>
            </a:r>
            <a:endParaRPr sz="2050">
              <a:solidFill>
                <a:srgbClr val="000000"/>
              </a:solidFill>
              <a:latin typeface="NGSPJT+CMSS10" panose="02000500000000000000"/>
              <a:cs typeface="NGSPJT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1" y="3992350"/>
            <a:ext cx="8412173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HPPAA+CMSY10~25" panose="02000500000000000000"/>
                <a:cs typeface="NHPPA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will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treat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ORVEA+CMBX10" panose="02000500000000000000"/>
                <a:cs typeface="DORVEA+CMBX10" panose="02000500000000000000"/>
              </a:rPr>
              <a:t>preconditions</a:t>
            </a:r>
            <a:endParaRPr sz="2050">
              <a:solidFill>
                <a:srgbClr val="000000"/>
              </a:solidFill>
              <a:latin typeface="DORVEA+CMBX10" panose="02000500000000000000"/>
              <a:cs typeface="DORVEA+CMBX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ORVEA+CMBX10" panose="02000500000000000000"/>
                <a:cs typeface="DORVEA+CMBX10" panose="02000500000000000000"/>
              </a:rPr>
              <a:t>postconditions,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constrain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current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next</a:t>
            </a:r>
            <a:endParaRPr sz="2050" spc="12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state.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So:</a:t>
            </a:r>
            <a:endParaRPr sz="2050" spc="1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2048" y="5181071"/>
            <a:ext cx="5562509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ORVEA+CMBX10" panose="02000500000000000000"/>
                <a:cs typeface="DORVEA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Q(x)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initial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state.</a:t>
            </a:r>
            <a:endParaRPr sz="205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ORVEA+CMBX10" panose="02000500000000000000"/>
                <a:cs typeface="DORVEA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GSPJT+CMSS10" panose="02000500000000000000"/>
                <a:cs typeface="NGSPJT+CMSS10" panose="02000500000000000000"/>
              </a:rPr>
              <a:t>P(x)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any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value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next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state.</a:t>
            </a:r>
            <a:endParaRPr sz="205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5" y="6071089"/>
            <a:ext cx="74697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don’t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1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want</a:t>
            </a:r>
            <a:r>
              <a:rPr sz="20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this,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write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down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truth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GDDR+CMR10" panose="02000500000000000000"/>
                <a:cs typeface="AMGDDR+CMR10" panose="02000500000000000000"/>
              </a:rPr>
              <a:t>explicitly.</a:t>
            </a:r>
            <a:endParaRPr sz="2050">
              <a:solidFill>
                <a:srgbClr val="000000"/>
              </a:solidFill>
              <a:latin typeface="AMGDDR+CMR10" panose="02000500000000000000"/>
              <a:cs typeface="AMGDD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WQNKE+CMR7" panose="02000500000000000000"/>
                <a:cs typeface="PWQNKE+CMR7" panose="02000500000000000000"/>
              </a:rPr>
              <a:t>193</a:t>
            </a:r>
            <a:endParaRPr sz="1450">
              <a:solidFill>
                <a:srgbClr val="000000"/>
              </a:solidFill>
              <a:latin typeface="PWQNKE+CMR7" panose="02000500000000000000"/>
              <a:cs typeface="PWQNKE+CMR7" panose="0200050000000000000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06877"/>
            <a:ext cx="775043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RIGUQQ+CMBX12~c" panose="02000500000000000000"/>
                <a:cs typeface="RIGUQQ+CMBX12~c" panose="02000500000000000000"/>
              </a:rPr>
              <a:t>Pre–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RIGUQQ+CMBX12~c" panose="02000500000000000000"/>
                <a:cs typeface="RIGUQQ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RIGUQQ+CMBX12~c" panose="02000500000000000000"/>
                <a:cs typeface="RIGUQQ+CMBX12~c" panose="02000500000000000000"/>
              </a:rPr>
              <a:t>postconditions:</a:t>
            </a:r>
            <a:r>
              <a:rPr sz="2500" spc="6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RIGUQQ+CMBX12~c" panose="02000500000000000000"/>
                <a:cs typeface="RIGUQQ+CMBX12~c" panose="02000500000000000000"/>
              </a:rPr>
              <a:t>Possible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RIGUQQ+CMBX12~c" panose="02000500000000000000"/>
                <a:cs typeface="RIGUQQ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RIGUQQ+CMBX12~c" panose="02000500000000000000"/>
              <a:cs typeface="RIGUQ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9880" y="1907757"/>
            <a:ext cx="2883764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Current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state</a:t>
            </a:r>
            <a:r>
              <a:rPr sz="2050" spc="27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Event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329" y="1907757"/>
            <a:ext cx="1121693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Action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  <a:p>
            <a:pPr marL="635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a(x,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6632" y="1907757"/>
            <a:ext cx="1529102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Next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state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  <a:p>
            <a:pPr marL="635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Q(x)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9880" y="2401533"/>
            <a:ext cx="882553" cy="1161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P(x)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190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P(x)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9346" y="2401533"/>
            <a:ext cx="1111911" cy="1161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e(x,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190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f(x,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1" y="2421345"/>
            <a:ext cx="521732" cy="1161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1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190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2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4761" y="2907501"/>
            <a:ext cx="2595194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a(x,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y),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b(y)</a:t>
            </a:r>
            <a:r>
              <a:rPr sz="2050" spc="2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R(x)</a:t>
            </a:r>
            <a:endParaRPr sz="2050">
              <a:solidFill>
                <a:srgbClr val="000000"/>
              </a:solidFill>
              <a:latin typeface="WFHCTP+CMSS10" panose="02000500000000000000"/>
              <a:cs typeface="WFHCTP+CMSS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3431513"/>
            <a:ext cx="763977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RRNE+CMSY10~25" panose="02000500000000000000"/>
                <a:cs typeface="JTRRN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R(x)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1?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speciﬁed.</a:t>
            </a:r>
            <a:endParaRPr sz="2050" spc="19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91" y="3949676"/>
            <a:ext cx="803252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RRNE+CMSY10~25" panose="02000500000000000000"/>
                <a:cs typeface="JTRRN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write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down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truth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values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explicitly,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entries</a:t>
            </a:r>
            <a:endParaRPr sz="2050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15" y="4321534"/>
            <a:ext cx="253294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3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become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very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large.</a:t>
            </a:r>
            <a:endParaRPr sz="2050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85" y="4839695"/>
            <a:ext cx="75077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RRNE+CMSY10~25" panose="02000500000000000000"/>
                <a:cs typeface="JTRRN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DUDK+CMBX10" panose="02000500000000000000"/>
                <a:cs typeface="VLDUDK+CMBX10" panose="02000500000000000000"/>
              </a:rPr>
              <a:t>Derivation</a:t>
            </a:r>
            <a:r>
              <a:rPr sz="2050" spc="2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DUDK+CMBX10" panose="02000500000000000000"/>
                <a:cs typeface="VLDUDK+CMBX10" panose="02000500000000000000"/>
              </a:rPr>
              <a:t>rules.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E.g.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Q(x)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TRRNE+CMSY10~25" panose="02000500000000000000"/>
                <a:cs typeface="JTRRNE+CMSY10~25" panose="02000500000000000000"/>
              </a:rPr>
              <a:t>→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R(x)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Part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717" y="5211551"/>
            <a:ext cx="314128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knowledge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spec.</a:t>
            </a:r>
            <a:endParaRPr sz="2050" spc="27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88" y="5729713"/>
            <a:ext cx="856623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RRNE+CMSY10~25" panose="02000500000000000000"/>
                <a:cs typeface="JTRRN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1">
                <a:solidFill>
                  <a:srgbClr val="000000"/>
                </a:solidFill>
                <a:latin typeface="VLDUDK+CMBX10" panose="02000500000000000000"/>
                <a:cs typeface="VLDUDK+CMBX10" panose="02000500000000000000"/>
              </a:rPr>
              <a:t>Frame</a:t>
            </a:r>
            <a:r>
              <a:rPr sz="205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DUDK+CMBX10" panose="02000500000000000000"/>
                <a:cs typeface="VLDUDK+CMBX10" panose="02000500000000000000"/>
              </a:rPr>
              <a:t>rule.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If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rule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derivation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rules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not</a:t>
            </a:r>
            <a:endParaRPr sz="2050" spc="10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imply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CTP+CMSS10" panose="02000500000000000000"/>
                <a:cs typeface="WFHCTP+CMSS10" panose="02000500000000000000"/>
              </a:rPr>
              <a:t>P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changes,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then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does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NRM+CMR10" panose="02000500000000000000"/>
                <a:cs typeface="GKHNRM+CMR10" panose="02000500000000000000"/>
              </a:rPr>
              <a:t>change.</a:t>
            </a:r>
            <a:endParaRPr sz="2050">
              <a:solidFill>
                <a:srgbClr val="000000"/>
              </a:solidFill>
              <a:latin typeface="GKHNRM+CMR10" panose="02000500000000000000"/>
              <a:cs typeface="GKHNRM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EIOWW+CMR7" panose="02000500000000000000"/>
                <a:cs typeface="WEIOWW+CMR7" panose="02000500000000000000"/>
              </a:rPr>
              <a:t>194</a:t>
            </a:r>
            <a:endParaRPr sz="1450">
              <a:solidFill>
                <a:srgbClr val="000000"/>
              </a:solidFill>
              <a:latin typeface="WEIOWW+CMR7" panose="02000500000000000000"/>
              <a:cs typeface="WEIOWW+CMR7" panose="0200050000000000000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04057"/>
            <a:ext cx="779534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Pre–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postconditions</a:t>
            </a:r>
            <a:r>
              <a:rPr sz="2500" spc="3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STTs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OPWSKI+CMBX12~c" panose="02000500000000000000"/>
                <a:cs typeface="OPWSKI+CMBX12~c" panose="02000500000000000000"/>
              </a:rPr>
              <a:t>STDs</a:t>
            </a:r>
            <a:endParaRPr sz="2500" spc="-16">
              <a:solidFill>
                <a:srgbClr val="000000"/>
              </a:solidFill>
              <a:latin typeface="OPWSKI+CMBX12~c" panose="02000500000000000000"/>
              <a:cs typeface="OPWSK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9880" y="2206461"/>
            <a:ext cx="2981377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Current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state</a:t>
            </a:r>
            <a:r>
              <a:rPr sz="2050" spc="27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Event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  <a:p>
            <a:pPr marL="0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P(x)</a:t>
            </a:r>
            <a:r>
              <a:rPr sz="2050" spc="10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e(x,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329" y="2206461"/>
            <a:ext cx="1121693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Action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  <a:p>
            <a:pPr marL="635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a(x,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y)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6632" y="2206461"/>
            <a:ext cx="1529102" cy="1149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Next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state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  <a:p>
            <a:pPr marL="635" marR="0">
              <a:lnSpc>
                <a:spcPts val="2085"/>
              </a:lnSpc>
              <a:spcBef>
                <a:spcPts val="18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Q(x)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241" y="2720049"/>
            <a:ext cx="521732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1</a:t>
            </a:r>
            <a:endParaRPr sz="2050">
              <a:solidFill>
                <a:srgbClr val="000000"/>
              </a:solidFill>
              <a:latin typeface="MRKNUW+CMSS10" panose="02000500000000000000"/>
              <a:cs typeface="MRKNUW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0326" y="3431425"/>
            <a:ext cx="1802949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HKIFS+Helvetica" panose="020B0604020202020204"/>
                <a:cs typeface="DHKIFS+Helvetica" panose="020B0604020202020204"/>
              </a:rPr>
              <a:t>e(x, y) / a(x, y)</a:t>
            </a:r>
            <a:endParaRPr sz="1800">
              <a:solidFill>
                <a:srgbClr val="000000"/>
              </a:solidFill>
              <a:latin typeface="DHKIFS+Helvetica" panose="020B0604020202020204"/>
              <a:cs typeface="DHKIFS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5166" y="3659910"/>
            <a:ext cx="774553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VBJVLU+Helvetica-Bold" panose="020B0704020202020204"/>
                <a:cs typeface="VBJVLU+Helvetica-Bold" panose="020B0704020202020204"/>
              </a:rPr>
              <a:t>P(x)</a:t>
            </a:r>
            <a:endParaRPr sz="1800" b="1">
              <a:solidFill>
                <a:srgbClr val="000000"/>
              </a:solidFill>
              <a:latin typeface="VBJVLU+Helvetica-Bold" panose="020B0704020202020204"/>
              <a:cs typeface="VBJVLU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4091" y="3659910"/>
            <a:ext cx="799881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VBJVLU+Helvetica-Bold" panose="020B0704020202020204"/>
                <a:cs typeface="VBJVLU+Helvetica-Bold" panose="020B0704020202020204"/>
              </a:rPr>
              <a:t>Q(x)</a:t>
            </a:r>
            <a:endParaRPr sz="1800" b="1">
              <a:solidFill>
                <a:srgbClr val="000000"/>
              </a:solidFill>
              <a:latin typeface="VBJVLU+Helvetica-Bold" panose="020B0704020202020204"/>
              <a:cs typeface="VBJVLU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9" y="4380965"/>
            <a:ext cx="8619482" cy="1414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Equivalent?</a:t>
            </a:r>
            <a:endParaRPr sz="2050">
              <a:solidFill>
                <a:srgbClr val="000000"/>
              </a:solidFill>
              <a:latin typeface="RBECBE+CMR10" panose="02000500000000000000"/>
              <a:cs typeface="RBECBE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No:</a:t>
            </a:r>
            <a:r>
              <a:rPr sz="2050" spc="4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STDs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come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interpretation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rule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UVBPN+CMMI10" panose="02000500000000000000"/>
                <a:cs typeface="AUVBPN+CMMI10" panose="02000500000000000000"/>
              </a:rPr>
              <a:t>S</a:t>
            </a:r>
            <a:r>
              <a:rPr sz="2050" spc="7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↔</a:t>
            </a:r>
            <a:r>
              <a:rPr sz="2050" spc="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¬</a:t>
            </a:r>
            <a:r>
              <a:rPr sz="2050">
                <a:solidFill>
                  <a:srgbClr val="000000"/>
                </a:solidFill>
                <a:latin typeface="AUVBPN+CMMI10" panose="02000500000000000000"/>
                <a:cs typeface="AUVBPN+CMMI10" panose="02000500000000000000"/>
              </a:rPr>
              <a:t>S</a:t>
            </a:r>
            <a:r>
              <a:rPr sz="2050" spc="10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for</a:t>
            </a:r>
            <a:endParaRPr sz="2050">
              <a:solidFill>
                <a:srgbClr val="000000"/>
              </a:solidFill>
              <a:latin typeface="RBECBE+CMR10" panose="02000500000000000000"/>
              <a:cs typeface="RBECBE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06969" y="5055263"/>
            <a:ext cx="350435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IKVIH+CMMI7" panose="02000500000000000000"/>
                <a:cs typeface="RIKVIH+CMMI7" panose="02000500000000000000"/>
              </a:rPr>
              <a:t>i</a:t>
            </a:r>
            <a:endParaRPr sz="1450">
              <a:solidFill>
                <a:srgbClr val="000000"/>
              </a:solidFill>
              <a:latin typeface="RIKVIH+CMMI7" panose="02000500000000000000"/>
              <a:cs typeface="RIKVIH+CMMI7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9074" y="5055263"/>
            <a:ext cx="362926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IKVIH+CMMI7" panose="02000500000000000000"/>
                <a:cs typeface="RIKVIH+CMMI7" panose="02000500000000000000"/>
              </a:rPr>
              <a:t>j</a:t>
            </a:r>
            <a:endParaRPr sz="1450">
              <a:solidFill>
                <a:srgbClr val="000000"/>
              </a:solidFill>
              <a:latin typeface="RIKVIH+CMMI7" panose="02000500000000000000"/>
              <a:cs typeface="RIKVIH+CMMI7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703" y="5270983"/>
            <a:ext cx="102677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VBPN+CMMI10" panose="02000500000000000000"/>
                <a:cs typeface="AUVBPN+CMMI10" panose="02000500000000000000"/>
              </a:rPr>
              <a:t>i</a:t>
            </a:r>
            <a:endParaRPr sz="2050">
              <a:solidFill>
                <a:srgbClr val="000000"/>
              </a:solidFill>
              <a:latin typeface="AUVBPN+CMMI10" panose="02000500000000000000"/>
              <a:cs typeface="AUVBPN+CMMI10" panose="02000500000000000000"/>
            </a:endParaRPr>
          </a:p>
          <a:p>
            <a:pPr marL="163195" marR="0">
              <a:lnSpc>
                <a:spcPts val="2520"/>
              </a:lnSpc>
              <a:spcBef>
                <a:spcPts val="5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=</a:t>
            </a:r>
            <a:r>
              <a:rPr sz="2050" spc="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9">
                <a:solidFill>
                  <a:srgbClr val="000000"/>
                </a:solidFill>
                <a:latin typeface="AUVBPN+CMMI10" panose="02000500000000000000"/>
                <a:cs typeface="AUVBPN+CMMI10" panose="02000500000000000000"/>
              </a:rPr>
              <a:t>j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.</a:t>
            </a:r>
            <a:endParaRPr sz="2050">
              <a:solidFill>
                <a:srgbClr val="000000"/>
              </a:solidFill>
              <a:latin typeface="RBECBE+CMR10" panose="02000500000000000000"/>
              <a:cs typeface="RBECBE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79601" y="5321892"/>
            <a:ext cx="39052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6</a:t>
            </a:r>
            <a:endParaRPr sz="2050">
              <a:solidFill>
                <a:srgbClr val="000000"/>
              </a:solidFill>
              <a:latin typeface="MVMJBI+CMSY10~25" panose="02000500000000000000"/>
              <a:cs typeface="MVMJBI+CMSY10~25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73" y="5789145"/>
            <a:ext cx="435690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So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P(x)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↔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MJBI+CMSY10~25" panose="02000500000000000000"/>
                <a:cs typeface="MVMJBI+CMSY10~25" panose="02000500000000000000"/>
              </a:rPr>
              <a:t>¬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RKNUW+CMSS10" panose="02000500000000000000"/>
                <a:cs typeface="MRKNUW+CMSS10" panose="02000500000000000000"/>
              </a:rPr>
              <a:t>Q(x)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BECBE+CMR10" panose="02000500000000000000"/>
                <a:cs typeface="RBECBE+CMR10" panose="02000500000000000000"/>
              </a:rPr>
              <a:t>STD!</a:t>
            </a:r>
            <a:endParaRPr sz="2050" spc="13">
              <a:solidFill>
                <a:srgbClr val="000000"/>
              </a:solidFill>
              <a:latin typeface="RBECBE+CMR10" panose="02000500000000000000"/>
              <a:cs typeface="RBECBE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GKKSC+CMR7" panose="02000500000000000000"/>
                <a:cs typeface="CGKKSC+CMR7" panose="02000500000000000000"/>
              </a:rPr>
              <a:t>195</a:t>
            </a:r>
            <a:endParaRPr sz="1450">
              <a:solidFill>
                <a:srgbClr val="000000"/>
              </a:solidFill>
              <a:latin typeface="CGKKSC+CMR7" panose="02000500000000000000"/>
              <a:cs typeface="CGKKSC+CMR7" panose="0200050000000000000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04413"/>
            <a:ext cx="620314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6">
                <a:solidFill>
                  <a:srgbClr val="000000"/>
                </a:solidFill>
                <a:latin typeface="VDJEPW+CMBX12~c" panose="02000500000000000000"/>
                <a:cs typeface="VDJEPW+CMBX12~c" panose="02000500000000000000"/>
              </a:rPr>
              <a:t>Interpretation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DJEPW+CMBX12~c" panose="02000500000000000000"/>
                <a:cs typeface="VDJEPW+CMBX12~c" panose="02000500000000000000"/>
              </a:rPr>
              <a:t>rules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DJEPW+CMBX12~c" panose="02000500000000000000"/>
                <a:cs typeface="VDJEPW+CMBX12~c" panose="02000500000000000000"/>
              </a:rPr>
              <a:t>for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VDJEPW+CMBX12~c" panose="02000500000000000000"/>
                <a:cs typeface="VDJEPW+CMBX12~c" panose="02000500000000000000"/>
              </a:rPr>
              <a:t>statecharts</a:t>
            </a:r>
            <a:endParaRPr sz="2500" spc="-19">
              <a:solidFill>
                <a:srgbClr val="000000"/>
              </a:solidFill>
              <a:latin typeface="VDJEPW+CMBX12~c" panose="02000500000000000000"/>
              <a:cs typeface="VDJEP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946" y="1924536"/>
            <a:ext cx="693271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TLQUSO+Helvetica-Bold" panose="020B0704020202020204"/>
                <a:cs typeface="TLQUSO+Helvetica-Bold" panose="020B0704020202020204"/>
              </a:rPr>
              <a:t>P(x)</a:t>
            </a:r>
            <a:endParaRPr sz="1600" b="1" spc="10">
              <a:solidFill>
                <a:srgbClr val="000000"/>
              </a:solidFill>
              <a:latin typeface="TLQUSO+Helvetica-Bold" panose="020B0704020202020204"/>
              <a:cs typeface="TLQUSO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7812" y="2427189"/>
            <a:ext cx="807634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TLQUSO+Helvetica-Bold" panose="020B0704020202020204"/>
                <a:cs typeface="TLQUSO+Helvetica-Bold" panose="020B0704020202020204"/>
              </a:rPr>
              <a:t>P1(x)</a:t>
            </a:r>
            <a:endParaRPr sz="1600" b="1" spc="10">
              <a:solidFill>
                <a:srgbClr val="000000"/>
              </a:solidFill>
              <a:latin typeface="TLQUSO+Helvetica-Bold" panose="020B0704020202020204"/>
              <a:cs typeface="TLQUSO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1732" y="2427189"/>
            <a:ext cx="807634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TLQUSO+Helvetica-Bold" panose="020B0704020202020204"/>
                <a:cs typeface="TLQUSO+Helvetica-Bold" panose="020B0704020202020204"/>
              </a:rPr>
              <a:t>P2(x)</a:t>
            </a:r>
            <a:endParaRPr sz="1600" b="1" spc="10">
              <a:solidFill>
                <a:srgbClr val="000000"/>
              </a:solidFill>
              <a:latin typeface="TLQUSO+Helvetica-Bold" panose="020B0704020202020204"/>
              <a:cs typeface="TLQUSO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4034" y="2427189"/>
            <a:ext cx="1618790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e(x, </a:t>
            </a:r>
            <a:r>
              <a:rPr sz="1600" spc="10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y)</a:t>
            </a:r>
            <a:r>
              <a:rPr sz="1600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 /</a:t>
            </a:r>
            <a:r>
              <a:rPr sz="1600" spc="11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a(x, </a:t>
            </a:r>
            <a:r>
              <a:rPr sz="1600" spc="10">
                <a:solidFill>
                  <a:srgbClr val="000000"/>
                </a:solidFill>
                <a:latin typeface="OMWMOI+Helvetica" panose="020B0604020202020204"/>
                <a:cs typeface="OMWMOI+Helvetica" panose="020B0604020202020204"/>
              </a:rPr>
              <a:t>y)</a:t>
            </a:r>
            <a:endParaRPr sz="1600" spc="10">
              <a:solidFill>
                <a:srgbClr val="000000"/>
              </a:solidFill>
              <a:latin typeface="OMWMOI+Helvetica" panose="020B0604020202020204"/>
              <a:cs typeface="OMWMO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0449" y="2655675"/>
            <a:ext cx="1390102" cy="5345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LQUSO+Helvetica-Bold" panose="020B0704020202020204"/>
                <a:cs typeface="TLQUSO+Helvetica-Bold" panose="020B0704020202020204"/>
              </a:rPr>
              <a:t>Q(x)</a:t>
            </a:r>
            <a:r>
              <a:rPr sz="1600" b="1" spc="18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10">
                <a:solidFill>
                  <a:srgbClr val="000000"/>
                </a:solidFill>
                <a:latin typeface="TLQUSO+Helvetica-Bold" panose="020B0704020202020204"/>
                <a:cs typeface="TLQUSO+Helvetica-Bold" panose="020B0704020202020204"/>
              </a:rPr>
              <a:t>S(x)</a:t>
            </a:r>
            <a:endParaRPr sz="1600" b="1" spc="10">
              <a:solidFill>
                <a:srgbClr val="000000"/>
              </a:solidFill>
              <a:latin typeface="TLQUSO+Helvetica-Bold" panose="020B0704020202020204"/>
              <a:cs typeface="TLQUSO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3914622"/>
            <a:ext cx="6996782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following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interpretation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rules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HCOTV+CMR10" panose="02000500000000000000"/>
                <a:cs typeface="CHCOTV+CMR10" panose="02000500000000000000"/>
              </a:rPr>
              <a:t>statecharts:</a:t>
            </a:r>
            <a:endParaRPr sz="2050">
              <a:solidFill>
                <a:srgbClr val="000000"/>
              </a:solidFill>
              <a:latin typeface="CHCOTV+CMR10" panose="02000500000000000000"/>
              <a:cs typeface="CHCOTV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For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all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x,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P(x)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↔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not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S(x).</a:t>
            </a:r>
            <a:endParaRPr sz="2050">
              <a:solidFill>
                <a:srgbClr val="000000"/>
              </a:solidFill>
              <a:latin typeface="FJEOOV+CMSS10" panose="02000500000000000000"/>
              <a:cs typeface="FJEOOV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79" y="5001854"/>
            <a:ext cx="3391662" cy="1883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For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all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x,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Q(x)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→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S(x).</a:t>
            </a:r>
            <a:endParaRPr sz="2050">
              <a:solidFill>
                <a:srgbClr val="000000"/>
              </a:solidFill>
              <a:latin typeface="FJEOOV+CMSS10" panose="02000500000000000000"/>
              <a:cs typeface="FJEOOV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For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all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x,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P1(x)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→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P(x).</a:t>
            </a:r>
            <a:endParaRPr sz="2050">
              <a:solidFill>
                <a:srgbClr val="000000"/>
              </a:solidFill>
              <a:latin typeface="FJEOOV+CMSS10" panose="02000500000000000000"/>
              <a:cs typeface="FJEOOV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For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all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x,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P2(x)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FFGFC+CMSY10~25" panose="02000500000000000000"/>
                <a:cs typeface="KFFGFC+CMSY10~25" panose="02000500000000000000"/>
              </a:rPr>
              <a:t>→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EOOV+CMSS10" panose="02000500000000000000"/>
                <a:cs typeface="FJEOOV+CMSS10" panose="02000500000000000000"/>
              </a:rPr>
              <a:t>P(x).</a:t>
            </a:r>
            <a:endParaRPr sz="2050">
              <a:solidFill>
                <a:srgbClr val="000000"/>
              </a:solidFill>
              <a:latin typeface="FJEOOV+CMSS10" panose="02000500000000000000"/>
              <a:cs typeface="FJEOOV+CMSS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VSCSS+CMR7" panose="02000500000000000000"/>
                <a:cs typeface="IVSCSS+CMR7" panose="02000500000000000000"/>
              </a:rPr>
              <a:t>196</a:t>
            </a:r>
            <a:endParaRPr sz="1450">
              <a:solidFill>
                <a:srgbClr val="000000"/>
              </a:solidFill>
              <a:latin typeface="IVSCSS+CMR7" panose="02000500000000000000"/>
              <a:cs typeface="IVSCSS+CMR7" panose="0200050000000000000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20821"/>
            <a:ext cx="263760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POGULT+CMBX12~c" panose="02000500000000000000"/>
                <a:cs typeface="POGULT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POGULT+CMBX12~c" panose="02000500000000000000"/>
                <a:cs typeface="POGULT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POGULT+CMBX12~c" panose="02000500000000000000"/>
              <a:cs typeface="POGUL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87345"/>
            <a:ext cx="8276183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ﬁrst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problem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triggering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how</a:t>
            </a:r>
            <a:r>
              <a:rPr sz="20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interpret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does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ITTQC+CMTI10" panose="02000500000000000000"/>
                <a:cs typeface="EITTQC+CMTI10" panose="02000500000000000000"/>
              </a:rPr>
              <a:t>not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s</a:t>
            </a:r>
            <a:r>
              <a:rPr sz="2050" spc="-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7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ay.</a:t>
            </a:r>
            <a:endParaRPr sz="2050" spc="-70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8987" y="3330111"/>
            <a:ext cx="1231674" cy="598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LAV+Helvetica" panose="020B0604020202020204"/>
                <a:cs typeface="JFBLAV+Helvetica" panose="020B0604020202020204"/>
              </a:rPr>
              <a:t>Freezing</a:t>
            </a:r>
            <a:endParaRPr sz="1800">
              <a:solidFill>
                <a:srgbClr val="000000"/>
              </a:solidFill>
              <a:latin typeface="JFBLAV+Helvetica" panose="020B0604020202020204"/>
              <a:cs typeface="JFBLA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1309" y="3330111"/>
            <a:ext cx="812718" cy="598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LAV+Helvetica" panose="020B0604020202020204"/>
                <a:cs typeface="JFBLAV+Helvetica" panose="020B0604020202020204"/>
              </a:rPr>
              <a:t>Cool</a:t>
            </a:r>
            <a:endParaRPr sz="1800">
              <a:solidFill>
                <a:srgbClr val="000000"/>
              </a:solidFill>
              <a:latin typeface="JFBLAV+Helvetica" panose="020B0604020202020204"/>
              <a:cs typeface="JFBLA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9142" y="3330111"/>
            <a:ext cx="951924" cy="598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LAV+Helvetica" panose="020B0604020202020204"/>
                <a:cs typeface="JFBLAV+Helvetica" panose="020B0604020202020204"/>
              </a:rPr>
              <a:t>Warm</a:t>
            </a:r>
            <a:endParaRPr sz="1800">
              <a:solidFill>
                <a:srgbClr val="000000"/>
              </a:solidFill>
              <a:latin typeface="JFBLAV+Helvetica" panose="020B0604020202020204"/>
              <a:cs typeface="JFBLAV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9219" y="3330111"/>
            <a:ext cx="698387" cy="598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LAV+Helvetica" panose="020B0604020202020204"/>
                <a:cs typeface="JFBLAV+Helvetica" panose="020B0604020202020204"/>
              </a:rPr>
              <a:t>Hot</a:t>
            </a:r>
            <a:endParaRPr sz="1800">
              <a:solidFill>
                <a:srgbClr val="000000"/>
              </a:solidFill>
              <a:latin typeface="JFBLAV+Helvetica" panose="020B0604020202020204"/>
              <a:cs typeface="JFBLAV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9536" y="3786981"/>
            <a:ext cx="1663317" cy="598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LAV+Helvetica" panose="020B0604020202020204"/>
                <a:cs typeface="JFBLAV+Helvetica" panose="020B0604020202020204"/>
              </a:rPr>
              <a:t>start freezing</a:t>
            </a:r>
            <a:endParaRPr sz="1800">
              <a:solidFill>
                <a:srgbClr val="000000"/>
              </a:solidFill>
              <a:latin typeface="JFBLAV+Helvetica" panose="020B0604020202020204"/>
              <a:cs typeface="JFBLAV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4429734"/>
            <a:ext cx="490248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Can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FLRVH+CMSS10" panose="02000500000000000000"/>
                <a:cs typeface="CFLRVH+CMSS10" panose="02000500000000000000"/>
              </a:rPr>
              <a:t>start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FLRVH+CMSS10" panose="02000500000000000000"/>
                <a:cs typeface="CFLRVH+CMSS10" panose="02000500000000000000"/>
              </a:rPr>
              <a:t>freezing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FLRVH+CMSS10" panose="02000500000000000000"/>
                <a:cs typeface="CFLRVH+CMSS10" panose="02000500000000000000"/>
              </a:rPr>
              <a:t>Hot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?</a:t>
            </a:r>
            <a:endParaRPr sz="2050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81" y="4949418"/>
            <a:ext cx="8643944" cy="122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NFRI+CMSY10~25" panose="02000500000000000000"/>
                <a:cs typeface="KENFR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TNQBD+CMBX10" panose="02000500000000000000"/>
                <a:cs typeface="TTNQBD+CMBX10" panose="02000500000000000000"/>
              </a:rPr>
              <a:t>Physically</a:t>
            </a:r>
            <a:r>
              <a:rPr sz="205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TTNQBD+CMBX10" panose="02000500000000000000"/>
                <a:cs typeface="TTNQBD+CMBX10" panose="02000500000000000000"/>
              </a:rPr>
              <a:t>impossible:</a:t>
            </a:r>
            <a:r>
              <a:rPr sz="2050" spc="3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Contradicts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laws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nature.</a:t>
            </a:r>
            <a:endParaRPr sz="2050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mean,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add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interpretation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rule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to</a:t>
            </a:r>
            <a:endParaRPr sz="2050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8" y="5839438"/>
            <a:ext cx="18474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KVGM+CMR10" panose="02000500000000000000"/>
                <a:cs typeface="KRKVGM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KRKVGM+CMR10" panose="02000500000000000000"/>
              <a:cs typeface="KRKVGM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JJLRW+CMR7" panose="02000500000000000000"/>
                <a:cs typeface="WJJLRW+CMR7" panose="02000500000000000000"/>
              </a:rPr>
              <a:t>197</a:t>
            </a:r>
            <a:endParaRPr sz="1450">
              <a:solidFill>
                <a:srgbClr val="000000"/>
              </a:solidFill>
              <a:latin typeface="WJJLRW+CMR7" panose="02000500000000000000"/>
              <a:cs typeface="WJJLRW+CMR7" panose="0200050000000000000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263760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EWMOTQ+CMBX12~c" panose="02000500000000000000"/>
                <a:cs typeface="EWMOTQ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WMOTQ+CMBX12~c" panose="02000500000000000000"/>
                <a:cs typeface="EWMOTQ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EWMOTQ+CMBX12~c" panose="02000500000000000000"/>
              <a:cs typeface="EWMOT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22185"/>
            <a:ext cx="1531505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Deﬁnition:</a:t>
            </a:r>
            <a:endParaRPr sz="2050">
              <a:solidFill>
                <a:srgbClr val="000000"/>
              </a:solidFill>
              <a:latin typeface="PVKHIA+CMSS10" panose="02000500000000000000"/>
              <a:cs typeface="PVKHIA+CMSS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2037883"/>
            <a:ext cx="8074497" cy="84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GTPLM+CMSY10~25" panose="02000500000000000000"/>
                <a:cs typeface="EGTPL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VETWS+CMSSBX10" panose="02000500000000000000"/>
                <a:cs typeface="NVETWS+CMSSBX10" panose="02000500000000000000"/>
              </a:rPr>
              <a:t>switch</a:t>
            </a:r>
            <a:r>
              <a:rPr sz="20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VETWS+CMSSBX10" panose="02000500000000000000"/>
                <a:cs typeface="NVETWS+CMSSBX10" panose="02000500000000000000"/>
              </a:rPr>
              <a:t>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is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event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that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leads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system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from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Oﬀ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On.</a:t>
            </a:r>
            <a:endParaRPr sz="2050" spc="11">
              <a:solidFill>
                <a:srgbClr val="000000"/>
              </a:solidFill>
              <a:latin typeface="PVKHIA+CMSS10" panose="02000500000000000000"/>
              <a:cs typeface="PVKHIA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0653" y="2552822"/>
            <a:ext cx="1275613" cy="534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VNRTI+Helvetica" panose="020B0604020202020204"/>
                <a:cs typeface="JVNRTI+Helvetica" panose="020B0604020202020204"/>
              </a:rPr>
              <a:t>switch </a:t>
            </a:r>
            <a:r>
              <a:rPr sz="1600" spc="10">
                <a:solidFill>
                  <a:srgbClr val="000000"/>
                </a:solidFill>
                <a:latin typeface="JVNRTI+Helvetica" panose="020B0604020202020204"/>
                <a:cs typeface="JVNRTI+Helvetica" panose="020B0604020202020204"/>
              </a:rPr>
              <a:t>on</a:t>
            </a:r>
            <a:r>
              <a:rPr sz="1600">
                <a:solidFill>
                  <a:srgbClr val="000000"/>
                </a:solidFill>
                <a:latin typeface="JVNRTI+Helvetica" panose="020B0604020202020204"/>
                <a:cs typeface="JVNRTI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JVNRTI+Helvetica" panose="020B0604020202020204"/>
              <a:cs typeface="JVNRT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963" y="2895342"/>
            <a:ext cx="601563" cy="534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UJJHGO+Helvetica-Bold" panose="020B0704020202020204"/>
                <a:cs typeface="UJJHGO+Helvetica-Bold" panose="020B0704020202020204"/>
              </a:rPr>
              <a:t>Off</a:t>
            </a:r>
            <a:endParaRPr sz="1600" b="1" spc="10">
              <a:solidFill>
                <a:srgbClr val="000000"/>
              </a:solidFill>
              <a:latin typeface="UJJHGO+Helvetica-Bold" panose="020B0704020202020204"/>
              <a:cs typeface="UJJHGO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3754" y="2895342"/>
            <a:ext cx="590226" cy="534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UJJHGO+Helvetica-Bold" panose="020B0704020202020204"/>
                <a:cs typeface="UJJHGO+Helvetica-Bold" panose="020B0704020202020204"/>
              </a:rPr>
              <a:t>On</a:t>
            </a:r>
            <a:endParaRPr sz="1600" b="1" spc="14">
              <a:solidFill>
                <a:srgbClr val="000000"/>
              </a:solidFill>
              <a:latin typeface="UJJHGO+Helvetica-Bold" panose="020B0704020202020204"/>
              <a:cs typeface="UJJHGO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9157" y="3237873"/>
            <a:ext cx="1275613" cy="534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VNRTI+Helvetica" panose="020B0604020202020204"/>
                <a:cs typeface="JVNRTI+Helvetica" panose="020B0604020202020204"/>
              </a:rPr>
              <a:t>switch off /</a:t>
            </a:r>
            <a:endParaRPr sz="1600">
              <a:solidFill>
                <a:srgbClr val="000000"/>
              </a:solidFill>
              <a:latin typeface="JVNRTI+Helvetica" panose="020B0604020202020204"/>
              <a:cs typeface="JVNRT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3881093"/>
            <a:ext cx="74556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does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mean?</a:t>
            </a:r>
            <a:r>
              <a:rPr sz="2050" spc="4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switch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?</a:t>
            </a:r>
            <a:endParaRPr sz="2050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5" y="4397731"/>
            <a:ext cx="8517682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GTPLM+CMSY10~25" panose="02000500000000000000"/>
                <a:cs typeface="EGTPL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SMHA+CMBX10" panose="02000500000000000000"/>
                <a:cs typeface="LRSMHA+CMBX10" panose="02000500000000000000"/>
              </a:rPr>
              <a:t>Logically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RSMHA+CMBX10" panose="02000500000000000000"/>
                <a:cs typeface="LRSMHA+CMBX10" panose="02000500000000000000"/>
              </a:rPr>
              <a:t>impossible:</a:t>
            </a:r>
            <a:r>
              <a:rPr sz="2050" spc="3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Contradicts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deﬁnition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dictionary.</a:t>
            </a:r>
            <a:r>
              <a:rPr sz="2050" spc="4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Whatever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switch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</a:t>
            </a:r>
            <a:endParaRPr sz="2050">
              <a:solidFill>
                <a:srgbClr val="000000"/>
              </a:solidFill>
              <a:latin typeface="PVKHIA+CMSS10" panose="02000500000000000000"/>
              <a:cs typeface="PVKHIA+CMSS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12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event.</a:t>
            </a:r>
            <a:endParaRPr sz="2050" spc="-12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7" y="5568165"/>
            <a:ext cx="855668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GTPLM+CMSY10~25" panose="02000500000000000000"/>
                <a:cs typeface="EGTPL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SMHA+CMBX10" panose="02000500000000000000"/>
                <a:cs typeface="LRSMHA+CMBX10" panose="02000500000000000000"/>
              </a:rPr>
              <a:t>Logically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LRSMHA+CMBX10" panose="02000500000000000000"/>
                <a:cs typeface="LRSMHA+CMBX10" panose="02000500000000000000"/>
              </a:rPr>
              <a:t>possible:</a:t>
            </a:r>
            <a:r>
              <a:rPr sz="2050" spc="3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switch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KHIA+CMSS10" panose="02000500000000000000"/>
                <a:cs typeface="PVKHIA+CMSS10" panose="02000500000000000000"/>
              </a:rPr>
              <a:t>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certain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physical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that</a:t>
            </a:r>
            <a:endParaRPr sz="2050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10" y="5940023"/>
            <a:ext cx="77976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states.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Update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dictionary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this.</a:t>
            </a:r>
            <a:endParaRPr sz="2050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269" y="6456660"/>
            <a:ext cx="593298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Whatever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mean,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add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RIVP+CMR10" panose="02000500000000000000"/>
                <a:cs typeface="SRRIVP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SRRIVP+CMR10" panose="02000500000000000000"/>
              <a:cs typeface="SRRIVP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TKDSO+CMR7" panose="02000500000000000000"/>
                <a:cs typeface="TTKDSO+CMR7" panose="02000500000000000000"/>
              </a:rPr>
              <a:t>198</a:t>
            </a:r>
            <a:endParaRPr sz="1450">
              <a:solidFill>
                <a:srgbClr val="000000"/>
              </a:solidFill>
              <a:latin typeface="TTKDSO+CMR7" panose="02000500000000000000"/>
              <a:cs typeface="TTKDSO+CMR7" panose="0200050000000000000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67481"/>
            <a:ext cx="263760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AQFPQP+CMBX12~c" panose="02000500000000000000"/>
                <a:cs typeface="AQFPQP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QFPQP+CMBX12~c" panose="02000500000000000000"/>
                <a:cs typeface="AQFPQP+CMBX12~c" panose="02000500000000000000"/>
              </a:rPr>
              <a:t>(3)</a:t>
            </a:r>
            <a:endParaRPr sz="2500" spc="-14">
              <a:solidFill>
                <a:srgbClr val="000000"/>
              </a:solidFill>
              <a:latin typeface="AQFPQP+CMBX12~c" panose="02000500000000000000"/>
              <a:cs typeface="AQFPQ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34005"/>
            <a:ext cx="6797569" cy="1677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QCUT+CMSS10" panose="02000500000000000000"/>
                <a:cs typeface="VRQCUT+CMSS10" panose="02000500000000000000"/>
              </a:rPr>
              <a:t>switch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QCUT+CMSS10" panose="02000500000000000000"/>
                <a:cs typeface="VRQCUT+CMSS10" panose="02000500000000000000"/>
              </a:rPr>
              <a:t>on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9">
                <a:solidFill>
                  <a:srgbClr val="000000"/>
                </a:solidFill>
                <a:latin typeface="WPMBSS+CMTI10" panose="02000500000000000000"/>
                <a:cs typeface="WPMBSS+CMTI10" panose="02000500000000000000"/>
              </a:rPr>
              <a:t>does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QCUT+CMSS10" panose="02000500000000000000"/>
                <a:cs typeface="VRQCUT+CMSS10" panose="02000500000000000000"/>
              </a:rPr>
              <a:t>On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?</a:t>
            </a:r>
            <a:endParaRPr sz="2050">
              <a:solidFill>
                <a:srgbClr val="000000"/>
              </a:solidFill>
              <a:latin typeface="LRPWKO+CMR10" panose="02000500000000000000"/>
              <a:cs typeface="LRPWKO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LCCTC+CMSY10~25" panose="02000500000000000000"/>
                <a:cs typeface="LLCCT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HUDEH+CMBX10" panose="02000500000000000000"/>
                <a:cs typeface="LHUDEH+CMBX10" panose="02000500000000000000"/>
              </a:rPr>
              <a:t>Ignore: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Respond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did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occur.</a:t>
            </a:r>
            <a:endParaRPr sz="2050" spc="22">
              <a:solidFill>
                <a:srgbClr val="000000"/>
              </a:solidFill>
              <a:latin typeface="LRPWKO+CMR10" panose="02000500000000000000"/>
              <a:cs typeface="LRPWKO+CMR10" panose="02000500000000000000"/>
            </a:endParaRPr>
          </a:p>
          <a:p>
            <a:pPr marL="3729355" marR="0">
              <a:lnSpc>
                <a:spcPts val="2010"/>
              </a:lnSpc>
              <a:spcBef>
                <a:spcPts val="17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4292" y="3378927"/>
            <a:ext cx="672712" cy="598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OAVVW+Helvetica-Bold" panose="020B0704020202020204"/>
                <a:cs typeface="LOAVVW+Helvetica-Bold" panose="020B0704020202020204"/>
              </a:rPr>
              <a:t>Off</a:t>
            </a:r>
            <a:endParaRPr sz="1800" b="1">
              <a:solidFill>
                <a:srgbClr val="000000"/>
              </a:solidFill>
              <a:latin typeface="LOAVVW+Helvetica-Bold" panose="020B0704020202020204"/>
              <a:cs typeface="LOAVVW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1378" y="3378927"/>
            <a:ext cx="660111" cy="598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OAVVW+Helvetica-Bold" panose="020B0704020202020204"/>
                <a:cs typeface="LOAVVW+Helvetica-Bold" panose="020B0704020202020204"/>
              </a:rPr>
              <a:t>On</a:t>
            </a:r>
            <a:endParaRPr sz="1800" b="1">
              <a:solidFill>
                <a:srgbClr val="000000"/>
              </a:solidFill>
              <a:latin typeface="LOAVVW+Helvetica-Bold" panose="020B0704020202020204"/>
              <a:cs typeface="LOAVVW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611" y="3493126"/>
            <a:ext cx="1294835" cy="598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9712" y="3744366"/>
            <a:ext cx="1421826" cy="598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switch off /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0520" y="3744366"/>
            <a:ext cx="1421826" cy="598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switch on /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4399253"/>
            <a:ext cx="654954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LCCTC+CMSY10~25" panose="02000500000000000000"/>
                <a:cs typeface="LLCCT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HUDEH+CMBX10" panose="02000500000000000000"/>
                <a:cs typeface="LHUDEH+CMBX10" panose="02000500000000000000"/>
              </a:rPr>
              <a:t>Inhibit: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Make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physically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RPWKO+CMR10" panose="02000500000000000000"/>
                <a:cs typeface="LRPWKO+CMR10" panose="02000500000000000000"/>
              </a:rPr>
              <a:t>impossible.</a:t>
            </a:r>
            <a:endParaRPr sz="2050" spc="15">
              <a:solidFill>
                <a:srgbClr val="000000"/>
              </a:solidFill>
              <a:latin typeface="LRPWKO+CMR10" panose="02000500000000000000"/>
              <a:cs typeface="LRPWKO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9665" y="4927244"/>
            <a:ext cx="1206429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after(10)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6138" y="5178577"/>
            <a:ext cx="660235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OAVVW+Helvetica-Bold" panose="020B0704020202020204"/>
                <a:cs typeface="LOAVVW+Helvetica-Bold" panose="020B0704020202020204"/>
              </a:rPr>
              <a:t>On</a:t>
            </a:r>
            <a:endParaRPr sz="1800" b="1">
              <a:solidFill>
                <a:srgbClr val="000000"/>
              </a:solidFill>
              <a:latin typeface="LOAVVW+Helvetica-Bold" panose="020B0704020202020204"/>
              <a:cs typeface="LOAVVW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4465" y="5315673"/>
            <a:ext cx="672840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OAVVW+Helvetica-Bold" panose="020B0704020202020204"/>
                <a:cs typeface="LOAVVW+Helvetica-Bold" panose="020B0704020202020204"/>
              </a:rPr>
              <a:t>Off</a:t>
            </a:r>
            <a:endParaRPr sz="1800" b="1">
              <a:solidFill>
                <a:srgbClr val="000000"/>
              </a:solidFill>
              <a:latin typeface="LOAVVW+Helvetica-Bold" panose="020B0704020202020204"/>
              <a:cs typeface="LOAVVW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0009" y="5429922"/>
            <a:ext cx="1892512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push / &lt;inhibit&gt;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6561" y="5749810"/>
            <a:ext cx="838369" cy="598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JJPSP+Helvetica" panose="020B0604020202020204"/>
                <a:cs typeface="JJJPSP+Helvetica" panose="020B0604020202020204"/>
              </a:rPr>
              <a:t>push</a:t>
            </a:r>
            <a:endParaRPr sz="1800">
              <a:solidFill>
                <a:srgbClr val="000000"/>
              </a:solidFill>
              <a:latin typeface="JJJPSP+Helvetica" panose="020B0604020202020204"/>
              <a:cs typeface="JJJPSP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SCOPV+CMR7" panose="02000500000000000000"/>
                <a:cs typeface="USCOPV+CMR7" panose="02000500000000000000"/>
              </a:rPr>
              <a:t>199</a:t>
            </a:r>
            <a:endParaRPr sz="1450">
              <a:solidFill>
                <a:srgbClr val="000000"/>
              </a:solidFill>
              <a:latin typeface="USCOPV+CMR7" panose="02000500000000000000"/>
              <a:cs typeface="USCOPV+CMR7" panose="0200050000000000000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76853"/>
            <a:ext cx="263760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OHMHOG+CMBX12~c" panose="02000500000000000000"/>
                <a:cs typeface="OHMHOG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OHMHOG+CMBX12~c" panose="02000500000000000000"/>
                <a:cs typeface="OHMHOG+CMBX12~c" panose="02000500000000000000"/>
              </a:rPr>
              <a:t>(4)</a:t>
            </a:r>
            <a:endParaRPr sz="2500" spc="-14">
              <a:solidFill>
                <a:srgbClr val="000000"/>
              </a:solidFill>
              <a:latin typeface="OHMHOG+CMBX12~c" panose="02000500000000000000"/>
              <a:cs typeface="OHMHO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376905"/>
            <a:ext cx="868773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IFNTP+CMSY10~25" panose="02000500000000000000"/>
                <a:cs typeface="AIFNT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QBDW+CMBX10" panose="02000500000000000000"/>
                <a:cs typeface="RSQBDW+CMBX10" panose="02000500000000000000"/>
              </a:rPr>
              <a:t>Unknown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SQBDW+CMBX10" panose="02000500000000000000"/>
                <a:cs typeface="RSQBDW+CMBX10" panose="02000500000000000000"/>
              </a:rPr>
              <a:t>eﬀect:</a:t>
            </a:r>
            <a:r>
              <a:rPr sz="2050" spc="3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The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system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breaks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down.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is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fragile</a:t>
            </a:r>
            <a:endParaRPr sz="2050">
              <a:solidFill>
                <a:srgbClr val="000000"/>
              </a:solidFill>
              <a:latin typeface="LKWTOQ+CMR10" panose="02000500000000000000"/>
              <a:cs typeface="LKWTO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23" y="2748763"/>
            <a:ext cx="15729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LKWTOQ+CMR10" panose="02000500000000000000"/>
              <a:cs typeface="LKWTO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6358" y="3409300"/>
            <a:ext cx="1295284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LNMVH+Helvetica" panose="020B0604020202020204"/>
                <a:cs typeface="KLNMVH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KLNMVH+Helvetica" panose="020B0604020202020204"/>
              <a:cs typeface="KLNMVH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4185" y="3546397"/>
            <a:ext cx="1295211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LNMVH+Helvetica" panose="020B0604020202020204"/>
                <a:cs typeface="KLNMVH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KLNMVH+Helvetica" panose="020B0604020202020204"/>
              <a:cs typeface="KLNMVH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4226" y="3546397"/>
            <a:ext cx="1295284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LNMVH+Helvetica" panose="020B0604020202020204"/>
                <a:cs typeface="KLNMVH+Helvetica" panose="020B0604020202020204"/>
              </a:rPr>
              <a:t>switch on</a:t>
            </a:r>
            <a:endParaRPr sz="1800">
              <a:solidFill>
                <a:srgbClr val="000000"/>
              </a:solidFill>
              <a:latin typeface="KLNMVH+Helvetica" panose="020B0604020202020204"/>
              <a:cs typeface="KLNMVH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9353" y="3774882"/>
            <a:ext cx="672842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TVKIM+Helvetica-Bold" panose="020B0704020202020204"/>
                <a:cs typeface="GTVKIM+Helvetica-Bold" panose="020B0704020202020204"/>
              </a:rPr>
              <a:t>Off</a:t>
            </a:r>
            <a:endParaRPr sz="1800" b="1">
              <a:solidFill>
                <a:srgbClr val="000000"/>
              </a:solidFill>
              <a:latin typeface="GTVKIM+Helvetica-Bold" panose="020B0704020202020204"/>
              <a:cs typeface="GTVKIM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2050" y="3774882"/>
            <a:ext cx="660237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GTVKIM+Helvetica-Bold" panose="020B0704020202020204"/>
                <a:cs typeface="GTVKIM+Helvetica-Bold" panose="020B0704020202020204"/>
              </a:rPr>
              <a:t>On</a:t>
            </a:r>
            <a:endParaRPr sz="1800" b="1">
              <a:solidFill>
                <a:srgbClr val="000000"/>
              </a:solidFill>
              <a:latin typeface="GTVKIM+Helvetica-Bold" panose="020B0704020202020204"/>
              <a:cs typeface="GTVKIM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2052" y="4163325"/>
            <a:ext cx="1295211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LNMVH+Helvetica" panose="020B0604020202020204"/>
                <a:cs typeface="KLNMVH+Helvetica" panose="020B0604020202020204"/>
              </a:rPr>
              <a:t>switch off</a:t>
            </a:r>
            <a:endParaRPr sz="1800">
              <a:solidFill>
                <a:srgbClr val="000000"/>
              </a:solidFill>
              <a:latin typeface="KLNMVH+Helvetica" panose="020B0604020202020204"/>
              <a:cs typeface="KLNMVH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8" y="4839690"/>
            <a:ext cx="8398660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Make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clear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whether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you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agree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ignore,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inhibit,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fragile</a:t>
            </a:r>
            <a:endParaRPr sz="2050">
              <a:solidFill>
                <a:srgbClr val="000000"/>
              </a:solidFill>
              <a:latin typeface="LKWTOQ+CMR10" panose="02000500000000000000"/>
              <a:cs typeface="LKWTO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semantics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default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interpretation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STTs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a</a:t>
            </a:r>
            <a:endParaRPr sz="2050">
              <a:solidFill>
                <a:srgbClr val="000000"/>
              </a:solidFill>
              <a:latin typeface="LKWTOQ+CMR10" panose="02000500000000000000"/>
              <a:cs typeface="LKWTO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LKWTOQ+CMR10" panose="02000500000000000000"/>
                <a:cs typeface="LKWTOQ+CMR10" panose="02000500000000000000"/>
              </a:rPr>
              <a:t>speciﬁcation.</a:t>
            </a:r>
            <a:endParaRPr sz="2050" spc="15">
              <a:solidFill>
                <a:srgbClr val="000000"/>
              </a:solidFill>
              <a:latin typeface="LKWTOQ+CMR10" panose="02000500000000000000"/>
              <a:cs typeface="LKWTOQ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CDEJC+CMR7" panose="02000500000000000000"/>
                <a:cs typeface="ACDEJC+CMR7" panose="02000500000000000000"/>
              </a:rPr>
              <a:t>200</a:t>
            </a:r>
            <a:endParaRPr sz="1450">
              <a:solidFill>
                <a:srgbClr val="000000"/>
              </a:solidFill>
              <a:latin typeface="ACDEJC+CMR7" panose="02000500000000000000"/>
              <a:cs typeface="ACDEJC+CMR7" panose="0200050000000000000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41929"/>
            <a:ext cx="803409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DFOGOC+CMBX12~c" panose="02000500000000000000"/>
                <a:cs typeface="DFOGOC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DFOGOC+CMBX12~c" panose="02000500000000000000"/>
                <a:cs typeface="DFOGOC+CMBX12~c" panose="02000500000000000000"/>
              </a:rPr>
              <a:t>multiple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FOGOC+CMBX12~c" panose="02000500000000000000"/>
                <a:cs typeface="DFOGOC+CMBX12~c" panose="02000500000000000000"/>
              </a:rPr>
              <a:t>transitions:</a:t>
            </a:r>
            <a:r>
              <a:rPr sz="2500" spc="6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DFOGOC+CMBX12~c" panose="02000500000000000000"/>
                <a:cs typeface="DFOGOC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DFOGOC+CMBX12~c" panose="02000500000000000000"/>
                <a:cs typeface="DFOGOC+CMBX12~c" panose="02000500000000000000"/>
              </a:rPr>
              <a:t>problem</a:t>
            </a:r>
            <a:endParaRPr sz="2500" spc="-11">
              <a:solidFill>
                <a:srgbClr val="000000"/>
              </a:solidFill>
              <a:latin typeface="DFOGOC+CMBX12~c" panose="02000500000000000000"/>
              <a:cs typeface="DFOGO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5329" y="1935058"/>
            <a:ext cx="264412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Current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state</a:t>
            </a:r>
            <a:r>
              <a:rPr sz="1850" spc="24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Event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939" y="1935058"/>
            <a:ext cx="1029139" cy="1505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Action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635" marR="0">
              <a:lnSpc>
                <a:spcPts val="1880"/>
              </a:lnSpc>
              <a:spcBef>
                <a:spcPts val="16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a(x,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y)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635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b(y)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7674" y="1935058"/>
            <a:ext cx="1407409" cy="1045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Next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state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635" marR="0">
              <a:lnSpc>
                <a:spcPts val="1880"/>
              </a:lnSpc>
              <a:spcBef>
                <a:spcPts val="16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Q(x)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241" y="2407498"/>
            <a:ext cx="473581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1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4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5329" y="2389210"/>
            <a:ext cx="809656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P(x)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R(y)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9625" y="2389210"/>
            <a:ext cx="1019479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e(x,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y)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 spc="-35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e(y,</a:t>
            </a:r>
            <a:r>
              <a:rPr sz="18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z)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8461" y="2849458"/>
            <a:ext cx="803279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R(z)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9122" y="3306658"/>
            <a:ext cx="1751752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P(x)and</a:t>
            </a:r>
            <a:r>
              <a:rPr sz="1850" spc="14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not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Q(x)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3494110"/>
            <a:ext cx="47358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5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5329" y="3477346"/>
            <a:ext cx="80965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R(x)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9625" y="3477346"/>
            <a:ext cx="101937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e(x,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y)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5611" y="3477346"/>
            <a:ext cx="76053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QGPKT+CMSS9" panose="02000500000000000000"/>
                <a:cs typeface="PQGPKT+CMSS9" panose="02000500000000000000"/>
              </a:rPr>
              <a:t>c(x)</a:t>
            </a:r>
            <a:endParaRPr sz="1850">
              <a:solidFill>
                <a:srgbClr val="000000"/>
              </a:solidFill>
              <a:latin typeface="PQGPKT+CMSS9" panose="02000500000000000000"/>
              <a:cs typeface="PQGPKT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268" y="4099025"/>
            <a:ext cx="67480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Suppose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OEWPJ+CMSS10" panose="02000500000000000000"/>
                <a:cs typeface="FOEWPJ+CMSS10" panose="02000500000000000000"/>
              </a:rPr>
              <a:t>e(2,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OEWPJ+CMSS10" panose="02000500000000000000"/>
                <a:cs typeface="FOEWPJ+CMSS10" panose="02000500000000000000"/>
              </a:rPr>
              <a:t>4)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occurs.</a:t>
            </a:r>
            <a:r>
              <a:rPr sz="2050" spc="3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Entries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instantiated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as:</a:t>
            </a:r>
            <a:endParaRPr sz="2050">
              <a:solidFill>
                <a:srgbClr val="000000"/>
              </a:solidFill>
              <a:latin typeface="MQGDHI+CMR10" panose="02000500000000000000"/>
              <a:cs typeface="MQGDHI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1" y="4691896"/>
            <a:ext cx="506411" cy="933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t1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3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t4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5329" y="4675132"/>
            <a:ext cx="743424" cy="934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P(2)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R(2)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9156" y="4675132"/>
            <a:ext cx="944278" cy="934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e(2,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e(2,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84430" y="4675132"/>
            <a:ext cx="952033" cy="934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a(2,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b(4)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96556" y="4675132"/>
            <a:ext cx="763787" cy="934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Q(2)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15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R(4)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99122" y="5490472"/>
            <a:ext cx="1711684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P(2)</a:t>
            </a:r>
            <a:r>
              <a:rPr sz="1650" spc="8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and</a:t>
            </a:r>
            <a:r>
              <a:rPr sz="1650" spc="8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not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Q(2)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1241" y="5653540"/>
            <a:ext cx="50641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t5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5329" y="5636776"/>
            <a:ext cx="74342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R(2)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9156" y="5636776"/>
            <a:ext cx="94421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e(2,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4)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84430" y="5636776"/>
            <a:ext cx="69828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UWJBL+CMSS8" panose="02000500000000000000"/>
                <a:cs typeface="EUWJBL+CMSS8" panose="02000500000000000000"/>
              </a:rPr>
              <a:t>c(2)</a:t>
            </a:r>
            <a:endParaRPr sz="1650">
              <a:solidFill>
                <a:srgbClr val="000000"/>
              </a:solidFill>
              <a:latin typeface="EUWJBL+CMSS8" panose="02000500000000000000"/>
              <a:cs typeface="EUWJBL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4268" y="6084798"/>
            <a:ext cx="646094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Suppose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OEWPJ+CMSS10" panose="02000500000000000000"/>
                <a:cs typeface="FOEWPJ+CMSS10" panose="02000500000000000000"/>
              </a:rPr>
              <a:t>P(2)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OEWPJ+CMSS10" panose="02000500000000000000"/>
                <a:cs typeface="FOEWPJ+CMSS10" panose="02000500000000000000"/>
              </a:rPr>
              <a:t>R(2)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true.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MQGDHI+CMR10" panose="02000500000000000000"/>
                <a:cs typeface="MQGDHI+CMR10" panose="02000500000000000000"/>
              </a:rPr>
              <a:t>happens?</a:t>
            </a:r>
            <a:endParaRPr sz="2050" spc="20">
              <a:solidFill>
                <a:srgbClr val="000000"/>
              </a:solidFill>
              <a:latin typeface="MQGDHI+CMR10" panose="02000500000000000000"/>
              <a:cs typeface="MQGDHI+CMR10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FSVTG+CMR7" panose="02000500000000000000"/>
                <a:cs typeface="TFSVTG+CMR7" panose="02000500000000000000"/>
              </a:rPr>
              <a:t>201</a:t>
            </a:r>
            <a:endParaRPr sz="1450">
              <a:solidFill>
                <a:srgbClr val="000000"/>
              </a:solidFill>
              <a:latin typeface="TFSVTG+CMR7" panose="02000500000000000000"/>
              <a:cs typeface="TFSVTG+CMR7" panose="0200050000000000000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50489"/>
            <a:ext cx="887216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ACTUNB+CMBX12~c" panose="02000500000000000000"/>
                <a:cs typeface="ACTUNB+CMBX12~c" panose="02000500000000000000"/>
              </a:rPr>
              <a:t>Triggering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ACTUNB+CMBX12~c" panose="02000500000000000000"/>
                <a:cs typeface="ACTUNB+CMBX12~c" panose="02000500000000000000"/>
              </a:rPr>
              <a:t>multiple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CTUNB+CMBX12~c" panose="02000500000000000000"/>
                <a:cs typeface="ACTUNB+CMBX12~c" panose="02000500000000000000"/>
              </a:rPr>
              <a:t>transitions:</a:t>
            </a:r>
            <a:r>
              <a:rPr sz="2500" spc="6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ACTUNB+CMBX12~c" panose="02000500000000000000"/>
                <a:cs typeface="ACTUNB+CMBX12~c" panose="02000500000000000000"/>
              </a:rPr>
              <a:t>Possible</a:t>
            </a:r>
            <a:r>
              <a:rPr sz="250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ACTUNB+CMBX12~c" panose="02000500000000000000"/>
                <a:cs typeface="ACTUNB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ACTUNB+CMBX12~c" panose="02000500000000000000"/>
              <a:cs typeface="ACTUN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750541"/>
            <a:ext cx="837748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ODSGB+CMSY10~25" panose="02000500000000000000"/>
                <a:cs typeface="HODSG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PVAQ+CMBX10" panose="02000500000000000000"/>
                <a:cs typeface="PQPVAQ+CMBX10" panose="02000500000000000000"/>
              </a:rPr>
              <a:t>Step</a:t>
            </a:r>
            <a:r>
              <a:rPr sz="20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PVAQ+CMBX10" panose="02000500000000000000"/>
                <a:cs typeface="PQPVAQ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Execute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transitions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possible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in</a:t>
            </a:r>
            <a:endParaRPr sz="2050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2" y="2122399"/>
            <a:ext cx="768440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step.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(Statemate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UML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multi-threaded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semantics)</a:t>
            </a:r>
            <a:endParaRPr sz="2050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58" y="2640561"/>
            <a:ext cx="26113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Two</a:t>
            </a:r>
            <a:r>
              <a:rPr sz="20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possible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steps:</a:t>
            </a:r>
            <a:endParaRPr sz="2050" spc="10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95" y="3170810"/>
            <a:ext cx="2687406" cy="1123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VUQON+Helvetica" panose="020B0604020202020204"/>
                <a:cs typeface="PVUQON+Helvetica" panose="020B0604020202020204"/>
              </a:rPr>
              <a:t>e(2, 4) / a(2, 4)</a:t>
            </a:r>
            <a:endParaRPr sz="1800">
              <a:solidFill>
                <a:srgbClr val="000000"/>
              </a:solidFill>
              <a:latin typeface="PVUQON+Helvetica" panose="020B0604020202020204"/>
              <a:cs typeface="PVUQON+Helvetica" panose="020B0604020202020204"/>
            </a:endParaRPr>
          </a:p>
          <a:p>
            <a:pPr marL="819150" marR="0">
              <a:lnSpc>
                <a:spcPts val="2010"/>
              </a:lnSpc>
              <a:spcBef>
                <a:spcPts val="2125"/>
              </a:spcBef>
              <a:spcAft>
                <a:spcPct val="0"/>
              </a:spcAft>
            </a:pPr>
            <a:r>
              <a:rPr sz="1800" i="1">
                <a:solidFill>
                  <a:srgbClr val="000000"/>
                </a:solidFill>
                <a:latin typeface="PJDQUC+Helvetica-Oblique" panose="020B0604020202090204"/>
                <a:cs typeface="PJDQUC+Helvetica-Oblique" panose="020B0604020202090204"/>
              </a:rPr>
              <a:t>Step 1= {t1, t4}</a:t>
            </a:r>
            <a:endParaRPr sz="1800" i="1">
              <a:solidFill>
                <a:srgbClr val="000000"/>
              </a:solidFill>
              <a:latin typeface="PJDQUC+Helvetica-Oblique" panose="020B0604020202090204"/>
              <a:cs typeface="PJDQUC+Helvetica-Oblique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0074" y="3216492"/>
            <a:ext cx="2374235" cy="598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VUQON+Helvetica" panose="020B0604020202020204"/>
                <a:cs typeface="PVUQON+Helvetica" panose="020B0604020202020204"/>
              </a:rPr>
              <a:t>e(2, 4) / a(2, 4), c(2)</a:t>
            </a:r>
            <a:endParaRPr sz="1800">
              <a:solidFill>
                <a:srgbClr val="000000"/>
              </a:solidFill>
              <a:latin typeface="PVUQON+Helvetica" panose="020B0604020202020204"/>
              <a:cs typeface="PVUQO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7328" y="3467787"/>
            <a:ext cx="1751722" cy="598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OJIBC+Helvetica-Bold" panose="020B0704020202020204"/>
                <a:cs typeface="UOJIBC+Helvetica-Bold" panose="020B0704020202020204"/>
              </a:rPr>
              <a:t>P(2) and R(2)</a:t>
            </a:r>
            <a:endParaRPr sz="1800" b="1">
              <a:solidFill>
                <a:srgbClr val="000000"/>
              </a:solidFill>
              <a:latin typeface="UOJIBC+Helvetica-Bold" panose="020B0704020202020204"/>
              <a:cs typeface="UOJIBC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3866" y="3810449"/>
            <a:ext cx="1924421" cy="598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i="1">
                <a:solidFill>
                  <a:srgbClr val="000000"/>
                </a:solidFill>
                <a:latin typeface="PJDQUC+Helvetica-Oblique" panose="020B0604020202090204"/>
                <a:cs typeface="PJDQUC+Helvetica-Oblique" panose="020B0604020202090204"/>
              </a:rPr>
              <a:t>Step 2 = {t4, t5}</a:t>
            </a:r>
            <a:endParaRPr sz="1800" i="1">
              <a:solidFill>
                <a:srgbClr val="000000"/>
              </a:solidFill>
              <a:latin typeface="PJDQUC+Helvetica-Oblique" panose="020B0604020202090204"/>
              <a:cs typeface="PJDQUC+Helvetica-Oblique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9555" y="4472941"/>
            <a:ext cx="1777079" cy="895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OJIBC+Helvetica-Bold" panose="020B0704020202020204"/>
                <a:cs typeface="UOJIBC+Helvetica-Bold" panose="020B0704020202020204"/>
              </a:rPr>
              <a:t>not P(2) and</a:t>
            </a:r>
            <a:endParaRPr sz="1800" b="1">
              <a:solidFill>
                <a:srgbClr val="000000"/>
              </a:solidFill>
              <a:latin typeface="UOJIBC+Helvetica-Bold" panose="020B0704020202020204"/>
              <a:cs typeface="UOJIBC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OJIBC+Helvetica-Bold" panose="020B0704020202020204"/>
                <a:cs typeface="UOJIBC+Helvetica-Bold" panose="020B0704020202020204"/>
              </a:rPr>
              <a:t>Q(2) and R(2)</a:t>
            </a:r>
            <a:endParaRPr sz="1800" b="1">
              <a:solidFill>
                <a:srgbClr val="000000"/>
              </a:solidFill>
              <a:latin typeface="UOJIBC+Helvetica-Bold" panose="020B0704020202020204"/>
              <a:cs typeface="UOJIBC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2432" y="4610012"/>
            <a:ext cx="1751722" cy="598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UOJIBC+Helvetica-Bold" panose="020B0704020202020204"/>
                <a:cs typeface="UOJIBC+Helvetica-Bold" panose="020B0704020202020204"/>
              </a:rPr>
              <a:t>P(2) and R(2)</a:t>
            </a:r>
            <a:endParaRPr sz="1800" b="1">
              <a:solidFill>
                <a:srgbClr val="000000"/>
              </a:solidFill>
              <a:latin typeface="UOJIBC+Helvetica-Bold" panose="020B0704020202020204"/>
              <a:cs typeface="UOJIBC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5400522"/>
            <a:ext cx="7475743" cy="1452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ODSGB+CMSY10~25" panose="02000500000000000000"/>
                <a:cs typeface="HODSG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PVAQ+CMBX10" panose="02000500000000000000"/>
                <a:cs typeface="PQPVAQ+CMBX10" panose="02000500000000000000"/>
              </a:rPr>
              <a:t>Single-transition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PVAQ+CMBX10" panose="02000500000000000000"/>
                <a:cs typeface="PQPVAQ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Choose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transition</a:t>
            </a:r>
            <a:endParaRPr sz="2050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non-deterministically.</a:t>
            </a:r>
            <a:r>
              <a:rPr sz="2050" spc="3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Forget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others.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(UML</a:t>
            </a:r>
            <a:endParaRPr sz="2050" spc="12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single-threaded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MJWNQ+CMR10" panose="02000500000000000000"/>
                <a:cs typeface="HMJWNQ+CMR10" panose="02000500000000000000"/>
              </a:rPr>
              <a:t>semantics)</a:t>
            </a:r>
            <a:endParaRPr sz="2050">
              <a:solidFill>
                <a:srgbClr val="000000"/>
              </a:solidFill>
              <a:latin typeface="HMJWNQ+CMR10" panose="02000500000000000000"/>
              <a:cs typeface="HMJWNQ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GCRBH+CMR7" panose="02000500000000000000"/>
                <a:cs typeface="VGCRBH+CMR7" panose="02000500000000000000"/>
              </a:rPr>
              <a:t>202</a:t>
            </a:r>
            <a:endParaRPr sz="1450">
              <a:solidFill>
                <a:srgbClr val="000000"/>
              </a:solidFill>
              <a:latin typeface="VGCRBH+CMR7" panose="02000500000000000000"/>
              <a:cs typeface="VGCRBH+CMR7" panose="0200050000000000000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538210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5" y="1884473"/>
            <a:ext cx="8799927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Responding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multiple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4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events:</a:t>
            </a:r>
            <a:r>
              <a:rPr sz="2500" spc="6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problem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and</a:t>
            </a:r>
            <a:endParaRPr sz="2500" spc="-13">
              <a:solidFill>
                <a:srgbClr val="000000"/>
              </a:solidFill>
              <a:latin typeface="TDVLTA+CMBX12~c" panose="02000500000000000000"/>
              <a:cs typeface="TDVLTA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possible</a:t>
            </a:r>
            <a:r>
              <a:rPr sz="250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DVLTA+CMBX12~c" panose="02000500000000000000"/>
                <a:cs typeface="TDVLTA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TDVLTA+CMBX12~c" panose="02000500000000000000"/>
              <a:cs typeface="TDVLT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722854"/>
            <a:ext cx="893534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Suppose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BWOW+CMSS10" panose="02000500000000000000"/>
                <a:cs typeface="QDBWOW+CMSS10" panose="02000500000000000000"/>
              </a:rPr>
              <a:t>e(3,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BWOW+CMSS10" panose="02000500000000000000"/>
                <a:cs typeface="QDBWOW+CMSS10" panose="02000500000000000000"/>
              </a:rPr>
              <a:t>4)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and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BWOW+CMSS10" panose="02000500000000000000"/>
                <a:cs typeface="QDBWOW+CMSS10" panose="02000500000000000000"/>
              </a:rPr>
              <a:t>f(3,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BWOW+CMSS10" panose="02000500000000000000"/>
                <a:cs typeface="QDBWOW+CMSS10" panose="02000500000000000000"/>
              </a:rPr>
              <a:t>4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)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occur</a:t>
            </a:r>
            <a:r>
              <a:rPr sz="20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at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the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same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time.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What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happens?</a:t>
            </a:r>
            <a:endParaRPr sz="2050" spc="20">
              <a:solidFill>
                <a:srgbClr val="000000"/>
              </a:solidFill>
              <a:latin typeface="OFQQHQ+CMR10" panose="02000500000000000000"/>
              <a:cs typeface="OFQQH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3334090"/>
            <a:ext cx="561910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t1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t2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329" y="3315802"/>
            <a:ext cx="818394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P(3)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P(3)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5138" y="3315802"/>
            <a:ext cx="1039109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e(3,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f(3,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6482" y="3315802"/>
            <a:ext cx="1048097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a(3,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a(3,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4335" y="3315802"/>
            <a:ext cx="842733" cy="1051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Q(3)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1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HWKAU+CMSS9" panose="02000500000000000000"/>
                <a:cs typeface="MHWKAU+CMSS9" panose="02000500000000000000"/>
              </a:rPr>
              <a:t>R(3)</a:t>
            </a:r>
            <a:endParaRPr sz="1850">
              <a:solidFill>
                <a:srgbClr val="000000"/>
              </a:solidFill>
              <a:latin typeface="MHWKAU+CMSS9" panose="02000500000000000000"/>
              <a:cs typeface="MHWKAU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4246853"/>
            <a:ext cx="863265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FLKG+CMSY10~25" panose="02000500000000000000"/>
                <a:cs typeface="NAFLK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HBAEJ+CMBX10" panose="02000500000000000000"/>
                <a:cs typeface="THBAEJ+CMBX10" panose="02000500000000000000"/>
              </a:rPr>
              <a:t>Concurrent-event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HBAEJ+CMBX10" panose="02000500000000000000"/>
                <a:cs typeface="THBAEJ+CMBX10" panose="02000500000000000000"/>
              </a:rPr>
              <a:t>semantics.</a:t>
            </a:r>
            <a:r>
              <a:rPr sz="2050" spc="4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Respond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yet</a:t>
            </a:r>
            <a:endParaRPr sz="2050" spc="-18">
              <a:solidFill>
                <a:srgbClr val="000000"/>
              </a:solidFill>
              <a:latin typeface="OFQQHQ+CMR10" panose="02000500000000000000"/>
              <a:cs typeface="OFQQHQ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16" y="4618711"/>
            <a:ext cx="34971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8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responded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to.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(Statemate)</a:t>
            </a:r>
            <a:endParaRPr sz="2050">
              <a:solidFill>
                <a:srgbClr val="000000"/>
              </a:solidFill>
              <a:latin typeface="OFQQHQ+CMR10" panose="02000500000000000000"/>
              <a:cs typeface="OFQQHQ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4" y="5136873"/>
            <a:ext cx="812023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FLKG+CMSY10~25" panose="02000500000000000000"/>
                <a:cs typeface="NAFLK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HBAEJ+CMBX10" panose="02000500000000000000"/>
                <a:cs typeface="THBAEJ+CMBX10" panose="02000500000000000000"/>
              </a:rPr>
              <a:t>Sequential-event</a:t>
            </a:r>
            <a:r>
              <a:rPr sz="205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HBAEJ+CMBX10" panose="02000500000000000000"/>
                <a:cs typeface="THBAEJ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Respond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some</a:t>
            </a:r>
            <a:endParaRPr sz="2050">
              <a:solidFill>
                <a:srgbClr val="000000"/>
              </a:solidFill>
              <a:latin typeface="OFQQHQ+CMR10" panose="02000500000000000000"/>
              <a:cs typeface="OFQQHQ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19" y="5508728"/>
            <a:ext cx="238534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sequence.</a:t>
            </a:r>
            <a:r>
              <a:rPr sz="2050" spc="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OFQQHQ+CMR10" panose="02000500000000000000"/>
                <a:cs typeface="OFQQHQ+CMR10" panose="02000500000000000000"/>
              </a:rPr>
              <a:t>(UML)</a:t>
            </a:r>
            <a:endParaRPr sz="2050" spc="12">
              <a:solidFill>
                <a:srgbClr val="000000"/>
              </a:solidFill>
              <a:latin typeface="OFQQHQ+CMR10" panose="02000500000000000000"/>
              <a:cs typeface="OFQQHQ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BUJRM+CMR7" panose="02000500000000000000"/>
                <a:cs typeface="SBUJRM+CMR7" panose="02000500000000000000"/>
              </a:rPr>
              <a:t>203</a:t>
            </a:r>
            <a:endParaRPr sz="1450">
              <a:solidFill>
                <a:srgbClr val="000000"/>
              </a:solidFill>
              <a:latin typeface="SBUJRM+CMR7" panose="02000500000000000000"/>
              <a:cs typeface="SBUJRM+CMR7" panose="0200050000000000000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70757"/>
            <a:ext cx="615903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WNDOSG+CMBX12~c" panose="02000500000000000000"/>
                <a:cs typeface="WNDOSG+CMBX12~c" panose="02000500000000000000"/>
              </a:rPr>
              <a:t>Multistep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WNDOSG+CMBX12~c" panose="02000500000000000000"/>
                <a:cs typeface="WNDOSG+CMBX12~c" panose="02000500000000000000"/>
              </a:rPr>
              <a:t>semantics:</a:t>
            </a:r>
            <a:r>
              <a:rPr sz="2500" spc="6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WNDOSG+CMBX12~c" panose="02000500000000000000"/>
                <a:cs typeface="WNDOSG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WNDOSG+CMBX12~c" panose="02000500000000000000"/>
                <a:cs typeface="WNDOSG+CMBX12~c" panose="02000500000000000000"/>
              </a:rPr>
              <a:t>problem</a:t>
            </a:r>
            <a:endParaRPr sz="2500" spc="-11">
              <a:solidFill>
                <a:srgbClr val="000000"/>
              </a:solidFill>
              <a:latin typeface="WNDOSG+CMBX12~c" panose="02000500000000000000"/>
              <a:cs typeface="WNDOS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337281"/>
            <a:ext cx="8768562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One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transition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trigger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further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transitions.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E.g.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suppose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DAFLP+CMSS10" panose="02000500000000000000"/>
                <a:cs typeface="HDAFLP+CMSS10" panose="02000500000000000000"/>
              </a:rPr>
              <a:t>f(3,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DAFLP+CMSS10" panose="02000500000000000000"/>
                <a:cs typeface="HDAFLP+CMSS10" panose="02000500000000000000"/>
              </a:rPr>
              <a:t>4)</a:t>
            </a:r>
            <a:endParaRPr sz="2050">
              <a:solidFill>
                <a:srgbClr val="000000"/>
              </a:solidFill>
              <a:latin typeface="HDAFLP+CMSS10" panose="02000500000000000000"/>
              <a:cs typeface="HDAFLP+CMSS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DAFLP+CMSS10" panose="02000500000000000000"/>
                <a:cs typeface="HDAFLP+CMSS10" panose="02000500000000000000"/>
              </a:rPr>
              <a:t>P(3)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:</a:t>
            </a:r>
            <a:endParaRPr sz="2050">
              <a:solidFill>
                <a:srgbClr val="000000"/>
              </a:solidFill>
              <a:latin typeface="ISDLSQ+CMR10" panose="02000500000000000000"/>
              <a:cs typeface="ISDLS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3318850"/>
            <a:ext cx="56191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t2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329" y="3300562"/>
            <a:ext cx="81839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P(3)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9689" y="3300562"/>
            <a:ext cx="100557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f(3,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5586" y="3300562"/>
            <a:ext cx="163143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a(3,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4),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b(4)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7648" y="3300562"/>
            <a:ext cx="81981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R(3)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3978629"/>
            <a:ext cx="702032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DAFLP+CMSS10" panose="02000500000000000000"/>
                <a:cs typeface="HDAFLP+CMSS10" panose="02000500000000000000"/>
              </a:rPr>
              <a:t>a(3,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DAFLP+CMSS10" panose="02000500000000000000"/>
                <a:cs typeface="HDAFLP+CMSS10" panose="02000500000000000000"/>
              </a:rPr>
              <a:t>4)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turn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triggers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entry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3:</a:t>
            </a:r>
            <a:endParaRPr sz="2050">
              <a:solidFill>
                <a:srgbClr val="000000"/>
              </a:solidFill>
              <a:latin typeface="ISDLSQ+CMR10" panose="02000500000000000000"/>
              <a:cs typeface="ISDLSQ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9122" y="4567006"/>
            <a:ext cx="1751711" cy="932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P(3)</a:t>
            </a:r>
            <a:r>
              <a:rPr sz="18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and</a:t>
            </a:r>
            <a:r>
              <a:rPr sz="1850" spc="4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not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R(3)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4755982"/>
            <a:ext cx="56191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t3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5329" y="4737694"/>
            <a:ext cx="81981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R(3)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9587" y="4737694"/>
            <a:ext cx="104808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a(3,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4)</a:t>
            </a:r>
            <a:endParaRPr sz="1850" spc="11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5320" y="4737694"/>
            <a:ext cx="78792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CPWRBR+CMSS9" panose="02000500000000000000"/>
                <a:cs typeface="CPWRBR+CMSS9" panose="02000500000000000000"/>
              </a:rPr>
              <a:t>b(3)</a:t>
            </a:r>
            <a:endParaRPr sz="1850">
              <a:solidFill>
                <a:srgbClr val="000000"/>
              </a:solidFill>
              <a:latin typeface="CPWRBR+CMSS9" panose="02000500000000000000"/>
              <a:cs typeface="CPWRBR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268" y="5571210"/>
            <a:ext cx="219385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ISDLSQ+CMR10" panose="02000500000000000000"/>
                <a:cs typeface="ISDLSQ+CMR10" panose="02000500000000000000"/>
              </a:rPr>
              <a:t>happens?</a:t>
            </a:r>
            <a:endParaRPr sz="2050" spc="20">
              <a:solidFill>
                <a:srgbClr val="000000"/>
              </a:solidFill>
              <a:latin typeface="ISDLSQ+CMR10" panose="02000500000000000000"/>
              <a:cs typeface="ISDLSQ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SVLIF+CMR7" panose="02000500000000000000"/>
                <a:cs typeface="USVLIF+CMR7" panose="02000500000000000000"/>
              </a:rPr>
              <a:t>204</a:t>
            </a:r>
            <a:endParaRPr sz="1450">
              <a:solidFill>
                <a:srgbClr val="000000"/>
              </a:solidFill>
              <a:latin typeface="USVLIF+CMR7" panose="02000500000000000000"/>
              <a:cs typeface="USVLIF+CMR7" panose="0200050000000000000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98773"/>
            <a:ext cx="699886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RWGVNF+CMBX12~c" panose="02000500000000000000"/>
                <a:cs typeface="RWGVNF+CMBX12~c" panose="02000500000000000000"/>
              </a:rPr>
              <a:t>Multistep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RWGVNF+CMBX12~c" panose="02000500000000000000"/>
                <a:cs typeface="RWGVNF+CMBX12~c" panose="02000500000000000000"/>
              </a:rPr>
              <a:t>semantics:</a:t>
            </a:r>
            <a:r>
              <a:rPr sz="2500" spc="6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RWGVNF+CMBX12~c" panose="02000500000000000000"/>
                <a:cs typeface="RWGVNF+CMBX12~c" panose="02000500000000000000"/>
              </a:rPr>
              <a:t>Possible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RWGVNF+CMBX12~c" panose="02000500000000000000"/>
                <a:cs typeface="RWGVNF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RWGVNF+CMBX12~c" panose="02000500000000000000"/>
              <a:cs typeface="RWGVN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98825"/>
            <a:ext cx="8147354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OAQME+CMSY10~25" panose="02000500000000000000"/>
                <a:cs typeface="LOAQ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Single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step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After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step,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can</a:t>
            </a:r>
            <a:endParaRPr sz="2050" spc="1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respond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well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internally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events.</a:t>
            </a:r>
            <a:endParaRPr sz="205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(Statemate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option)</a:t>
            </a:r>
            <a:endParaRPr sz="205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2" y="3760701"/>
            <a:ext cx="8043272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OAQME+CMSY10~25" panose="02000500000000000000"/>
                <a:cs typeface="LOAQ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Superstep</a:t>
            </a:r>
            <a:r>
              <a:rPr sz="20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ﬁrst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performs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complete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multistep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response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before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it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respond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to</a:t>
            </a:r>
            <a:endParaRPr sz="205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events.</a:t>
            </a:r>
            <a:r>
              <a:rPr sz="2050" spc="4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(Statemate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option)</a:t>
            </a:r>
            <a:endParaRPr sz="205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69" y="5022579"/>
            <a:ext cx="853608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OAQME+CMSY10~25" panose="02000500000000000000"/>
                <a:cs typeface="LOAQ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Delayed</a:t>
            </a:r>
            <a:r>
              <a:rPr sz="205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step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IVVDR+CMBX10" panose="02000500000000000000"/>
                <a:cs typeface="UIVVDR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responds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internal</a:t>
            </a:r>
            <a:endParaRPr sz="2050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2" y="5394434"/>
            <a:ext cx="615893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some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later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step.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PFERK+CMR10" panose="02000500000000000000"/>
                <a:cs typeface="GPFERK+CMR10" panose="02000500000000000000"/>
              </a:rPr>
              <a:t>(UML)</a:t>
            </a:r>
            <a:endParaRPr sz="2050" spc="12">
              <a:solidFill>
                <a:srgbClr val="000000"/>
              </a:solidFill>
              <a:latin typeface="GPFERK+CMR10" panose="02000500000000000000"/>
              <a:cs typeface="GPFER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RBSMA+CMR7" panose="02000500000000000000"/>
                <a:cs typeface="PRBSMA+CMR7" panose="02000500000000000000"/>
              </a:rPr>
              <a:t>205</a:t>
            </a:r>
            <a:endParaRPr sz="1450">
              <a:solidFill>
                <a:srgbClr val="000000"/>
              </a:solidFill>
              <a:latin typeface="PRBSMA+CMR7" panose="02000500000000000000"/>
              <a:cs typeface="PRBSMA+CMR7" panose="02000500000000000000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17901"/>
            <a:ext cx="311742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CBTLEU+CMBX12~c" panose="02000500000000000000"/>
                <a:cs typeface="CBTLEU+CMBX12~c" panose="02000500000000000000"/>
              </a:rPr>
              <a:t>Action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CBTLEU+CMBX12~c" panose="02000500000000000000"/>
                <a:cs typeface="CBTLEU+CMBX12~c" panose="02000500000000000000"/>
              </a:rPr>
              <a:t>semantics</a:t>
            </a:r>
            <a:endParaRPr sz="2500" spc="-20">
              <a:solidFill>
                <a:srgbClr val="000000"/>
              </a:solidFill>
              <a:latin typeface="CBTLEU+CMBX12~c" panose="02000500000000000000"/>
              <a:cs typeface="CBTLE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84425"/>
            <a:ext cx="657633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How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complex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such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BOJQ+CMSS10" panose="02000500000000000000"/>
                <a:cs typeface="LLBOJQ+CMSS10" panose="02000500000000000000"/>
              </a:rPr>
              <a:t>a,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BOJQ+CMSS10" panose="02000500000000000000"/>
                <a:cs typeface="LLBOJQ+CMSS10" panose="02000500000000000000"/>
              </a:rPr>
              <a:t>b,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BOJQ+CMSS10" panose="02000500000000000000"/>
                <a:cs typeface="LLBOJQ+CMSS10" panose="02000500000000000000"/>
              </a:rPr>
              <a:t>c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executed?</a:t>
            </a:r>
            <a:endParaRPr sz="2050" spc="12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0" y="2104110"/>
            <a:ext cx="819496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JTBMR+CMSY10~25" panose="02000500000000000000"/>
                <a:cs typeface="NJTBM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Concurrent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action</a:t>
            </a:r>
            <a:r>
              <a:rPr sz="205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actions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complex</a:t>
            </a:r>
            <a:endParaRPr sz="2050" spc="10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1" y="2474443"/>
            <a:ext cx="700931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action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executed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simultaneously.</a:t>
            </a:r>
            <a:r>
              <a:rPr sz="2050" spc="4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(Statemate)</a:t>
            </a:r>
            <a:endParaRPr sz="2050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56" y="2994127"/>
            <a:ext cx="835230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JTBMR+CMSY10~25" panose="02000500000000000000"/>
                <a:cs typeface="NJTBM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Sequential</a:t>
            </a:r>
            <a:r>
              <a:rPr sz="2050" spc="2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action</a:t>
            </a:r>
            <a:r>
              <a:rPr sz="2050" spc="2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OVOA+CMBX10" panose="02000500000000000000"/>
                <a:cs typeface="LQOVOA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actions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executed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in</a:t>
            </a:r>
            <a:endParaRPr sz="2050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68" y="3364460"/>
            <a:ext cx="304879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sequence.</a:t>
            </a:r>
            <a:r>
              <a:rPr sz="2050" spc="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(UML)</a:t>
            </a:r>
            <a:endParaRPr sz="2050" spc="12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27" y="3884144"/>
            <a:ext cx="57371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UML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operation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LGNLW+CMR10" panose="02000500000000000000"/>
                <a:cs typeface="LLGNLW+CMR10" panose="02000500000000000000"/>
              </a:rPr>
              <a:t>call?</a:t>
            </a:r>
            <a:endParaRPr sz="2050">
              <a:solidFill>
                <a:srgbClr val="000000"/>
              </a:solidFill>
              <a:latin typeface="LLGNLW+CMR10" panose="02000500000000000000"/>
              <a:cs typeface="LLGNL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0023" y="4959942"/>
            <a:ext cx="2107701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VHPVO+Helvetica" panose="020B0604020202020204"/>
                <a:cs typeface="MVHPVO+Helvetica" panose="020B0604020202020204"/>
              </a:rPr>
              <a:t>t2: f(3, 4) / a(3, 4)</a:t>
            </a:r>
            <a:endParaRPr sz="1800">
              <a:solidFill>
                <a:srgbClr val="000000"/>
              </a:solidFill>
              <a:latin typeface="MVHPVO+Helvetica" panose="020B0604020202020204"/>
              <a:cs typeface="MVHPV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0228" y="4959942"/>
            <a:ext cx="1066547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VHPVO+Helvetica" panose="020B0604020202020204"/>
                <a:cs typeface="MVHPVO+Helvetica" panose="020B0604020202020204"/>
              </a:rPr>
              <a:t>t2: b(4)</a:t>
            </a:r>
            <a:endParaRPr sz="1800">
              <a:solidFill>
                <a:srgbClr val="000000"/>
              </a:solidFill>
              <a:latin typeface="MVHPVO+Helvetica" panose="020B0604020202020204"/>
              <a:cs typeface="MVHPV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1927" y="5188364"/>
            <a:ext cx="774428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NMPEIW+Helvetica-Bold" panose="020B0704020202020204"/>
                <a:cs typeface="NMPEIW+Helvetica-Bold" panose="020B0704020202020204"/>
              </a:rPr>
              <a:t>P(3)</a:t>
            </a:r>
            <a:endParaRPr sz="1800" b="1">
              <a:solidFill>
                <a:srgbClr val="000000"/>
              </a:solidFill>
              <a:latin typeface="NMPEIW+Helvetica-Bold" panose="020B0704020202020204"/>
              <a:cs typeface="NMPEIW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3496" y="5188366"/>
            <a:ext cx="533366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VHPVO+Helvetica" panose="020B0604020202020204"/>
                <a:cs typeface="MVHPVO+Helvetica" panose="020B0604020202020204"/>
              </a:rPr>
              <a:t>...</a:t>
            </a:r>
            <a:endParaRPr sz="1800">
              <a:solidFill>
                <a:srgbClr val="000000"/>
              </a:solidFill>
              <a:latin typeface="MVHPVO+Helvetica" panose="020B0604020202020204"/>
              <a:cs typeface="MVHPVO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33001" y="5188366"/>
            <a:ext cx="533366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VHPVO+Helvetica" panose="020B0604020202020204"/>
                <a:cs typeface="MVHPVO+Helvetica" panose="020B0604020202020204"/>
              </a:rPr>
              <a:t>...</a:t>
            </a:r>
            <a:endParaRPr sz="1800">
              <a:solidFill>
                <a:srgbClr val="000000"/>
              </a:solidFill>
              <a:latin typeface="MVHPVO+Helvetica" panose="020B0604020202020204"/>
              <a:cs typeface="MVHPVO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19401" y="5188364"/>
            <a:ext cx="787032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NMPEIW+Helvetica-Bold" panose="020B0704020202020204"/>
                <a:cs typeface="NMPEIW+Helvetica-Bold" panose="020B0704020202020204"/>
              </a:rPr>
              <a:t>R(3)</a:t>
            </a:r>
            <a:endParaRPr sz="1800" b="1">
              <a:solidFill>
                <a:srgbClr val="000000"/>
              </a:solidFill>
              <a:latin typeface="NMPEIW+Helvetica-Bold" panose="020B0704020202020204"/>
              <a:cs typeface="NMPEIW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3612" y="5873631"/>
            <a:ext cx="1917196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VHPVO+Helvetica" panose="020B0604020202020204"/>
                <a:cs typeface="MVHPVO+Helvetica" panose="020B0604020202020204"/>
              </a:rPr>
              <a:t>t3: a(3, 4) / b(3)</a:t>
            </a:r>
            <a:endParaRPr sz="1800">
              <a:solidFill>
                <a:srgbClr val="000000"/>
              </a:solidFill>
              <a:latin typeface="MVHPVO+Helvetica" panose="020B0604020202020204"/>
              <a:cs typeface="MVHPVO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63474" y="5965008"/>
            <a:ext cx="1243994" cy="89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NMPEIW+Helvetica-Bold" panose="020B0704020202020204"/>
                <a:cs typeface="NMPEIW+Helvetica-Bold" panose="020B0704020202020204"/>
              </a:rPr>
              <a:t>P(3) and</a:t>
            </a:r>
            <a:endParaRPr sz="1800" b="1">
              <a:solidFill>
                <a:srgbClr val="000000"/>
              </a:solidFill>
              <a:latin typeface="NMPEIW+Helvetica-Bold" panose="020B0704020202020204"/>
              <a:cs typeface="NMPEIW+Helvetica-Bold" panose="020B07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NMPEIW+Helvetica-Bold" panose="020B0704020202020204"/>
                <a:cs typeface="NMPEIW+Helvetica-Bold" panose="020B0704020202020204"/>
              </a:rPr>
              <a:t>not R(3)</a:t>
            </a:r>
            <a:endParaRPr sz="1800" b="1">
              <a:solidFill>
                <a:srgbClr val="000000"/>
              </a:solidFill>
              <a:latin typeface="NMPEIW+Helvetica-Bold" panose="020B0704020202020204"/>
              <a:cs typeface="NMPEIW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6720" y="6102059"/>
            <a:ext cx="787032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NMPEIW+Helvetica-Bold" panose="020B0704020202020204"/>
                <a:cs typeface="NMPEIW+Helvetica-Bold" panose="020B0704020202020204"/>
              </a:rPr>
              <a:t>R(3)</a:t>
            </a:r>
            <a:endParaRPr sz="1800" b="1">
              <a:solidFill>
                <a:srgbClr val="000000"/>
              </a:solidFill>
              <a:latin typeface="NMPEIW+Helvetica-Bold" panose="020B0704020202020204"/>
              <a:cs typeface="NMPEIW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CBJU+CMR7" panose="02000500000000000000"/>
                <a:cs typeface="UECBJU+CMR7" panose="02000500000000000000"/>
              </a:rPr>
              <a:t>206</a:t>
            </a:r>
            <a:endParaRPr sz="1450">
              <a:solidFill>
                <a:srgbClr val="000000"/>
              </a:solidFill>
              <a:latin typeface="UECBJU+CMR7" panose="02000500000000000000"/>
              <a:cs typeface="UECBJU+CMR7" panose="0200050000000000000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87521"/>
            <a:ext cx="127892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TBVIW+CMBX12~c" panose="02000500000000000000"/>
                <a:cs typeface="JTBVIW+CMBX12~c" panose="02000500000000000000"/>
              </a:rPr>
              <a:t>Time</a:t>
            </a:r>
            <a:endParaRPr sz="2500" spc="-10">
              <a:solidFill>
                <a:srgbClr val="000000"/>
              </a:solidFill>
              <a:latin typeface="JTBVIW+CMBX12~c" panose="02000500000000000000"/>
              <a:cs typeface="JTBVI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55" y="2354045"/>
            <a:ext cx="8628808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“</a:t>
            </a:r>
            <a:r>
              <a:rPr sz="2050">
                <a:solidFill>
                  <a:srgbClr val="000000"/>
                </a:solidFill>
                <a:latin typeface="DGEEPE+CMBX10" panose="02000500000000000000"/>
                <a:cs typeface="DGEEPE+CMBX10" panose="02000500000000000000"/>
              </a:rPr>
              <a:t>time</a:t>
            </a:r>
            <a:r>
              <a:rPr sz="2050" spc="2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EEPE+CMBX10" panose="02000500000000000000"/>
                <a:cs typeface="DGEEPE+CMBX10" panose="02000500000000000000"/>
              </a:rPr>
              <a:t>point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”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interval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whose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length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signiﬁcant</a:t>
            </a:r>
            <a:endParaRPr sz="2050">
              <a:solidFill>
                <a:srgbClr val="000000"/>
              </a:solidFill>
              <a:latin typeface="GKQHSJ+CMR10" panose="02000500000000000000"/>
              <a:cs typeface="GKQHS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QHSJ+CMR10" panose="02000500000000000000"/>
                <a:cs typeface="GKQHSJ+CMR10" panose="02000500000000000000"/>
              </a:rPr>
              <a:t>description.</a:t>
            </a:r>
            <a:endParaRPr sz="2050">
              <a:solidFill>
                <a:srgbClr val="000000"/>
              </a:solidFill>
              <a:latin typeface="GKQHSJ+CMR10" panose="02000500000000000000"/>
              <a:cs typeface="GKQHS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5084" y="3755670"/>
            <a:ext cx="2552008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ODKRWF+Helvetica-Bold" panose="020B0704020202020204"/>
                <a:cs typeface="ODKRWF+Helvetica-Bold" panose="020B0704020202020204"/>
              </a:rPr>
              <a:t>Abstract time points</a:t>
            </a:r>
            <a:endParaRPr sz="1800" b="1">
              <a:solidFill>
                <a:srgbClr val="000000"/>
              </a:solidFill>
              <a:latin typeface="ODKRWF+Helvetica-Bold" panose="020B0704020202020204"/>
              <a:cs typeface="ODKRWF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1820" y="4212657"/>
            <a:ext cx="1295450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5:00 p.m.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6734" y="4212657"/>
            <a:ext cx="1231993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5:01p.m.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1147" y="4555396"/>
            <a:ext cx="406382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[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9523" y="4555396"/>
            <a:ext cx="526913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)</a:t>
            </a:r>
            <a:r>
              <a:rPr sz="1800" spc="-15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[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2677" y="4555396"/>
            <a:ext cx="1206080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)</a:t>
            </a:r>
            <a:r>
              <a:rPr sz="1800" spc="1699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Time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0809" y="4898137"/>
            <a:ext cx="3016524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5:00 p.m. &lt;= t &lt; 5:01 p.m.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5469" y="4898137"/>
            <a:ext cx="3016525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KAJSN+Helvetica" panose="020B0604020202020204"/>
                <a:cs typeface="KKAJSN+Helvetica" panose="020B0604020202020204"/>
              </a:rPr>
              <a:t>5:01 p.m. &lt;= t &lt; 5:02 p.m.</a:t>
            </a:r>
            <a:endParaRPr sz="1800">
              <a:solidFill>
                <a:srgbClr val="000000"/>
              </a:solidFill>
              <a:latin typeface="KKAJSN+Helvetica" panose="020B0604020202020204"/>
              <a:cs typeface="KKAJS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0447" y="5469370"/>
            <a:ext cx="1358816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ODKRWF+Helvetica-Bold" panose="020B0704020202020204"/>
                <a:cs typeface="ODKRWF+Helvetica-Bold" panose="020B0704020202020204"/>
              </a:rPr>
              <a:t>Real time</a:t>
            </a:r>
            <a:endParaRPr sz="1800" b="1">
              <a:solidFill>
                <a:srgbClr val="000000"/>
              </a:solidFill>
              <a:latin typeface="ODKRWF+Helvetica-Bold" panose="020B0704020202020204"/>
              <a:cs typeface="ODKRWF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FMSVJ+CMR7" panose="02000500000000000000"/>
                <a:cs typeface="HFMSVJ+CMR7" panose="02000500000000000000"/>
              </a:rPr>
              <a:t>207</a:t>
            </a:r>
            <a:endParaRPr sz="1450">
              <a:solidFill>
                <a:srgbClr val="000000"/>
              </a:solidFill>
              <a:latin typeface="HFMSVJ+CMR7" panose="02000500000000000000"/>
              <a:cs typeface="HFMSVJ+CMR7" panose="0200050000000000000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933617"/>
            <a:ext cx="1289558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8">
                <a:solidFill>
                  <a:srgbClr val="000000"/>
                </a:solidFill>
                <a:latin typeface="IORVKH+CMBX10" panose="02000500000000000000"/>
                <a:cs typeface="IORVKH+CMBX10" panose="02000500000000000000"/>
              </a:rPr>
              <a:t>Events</a:t>
            </a:r>
            <a:endParaRPr sz="2050" spc="-18">
              <a:solidFill>
                <a:srgbClr val="000000"/>
              </a:solidFill>
              <a:latin typeface="IORVKH+CMBX10" panose="02000500000000000000"/>
              <a:cs typeface="IORVKH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6" y="1386306"/>
            <a:ext cx="7025197" cy="1627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Our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events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abstractions: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instantaneous.</a:t>
            </a:r>
            <a:endParaRPr sz="2050">
              <a:solidFill>
                <a:srgbClr val="000000"/>
              </a:solidFill>
              <a:latin typeface="GKHMRW+CMR10" panose="02000500000000000000"/>
              <a:cs typeface="GKHMRW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22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SKTPV+CMSY10~25" panose="02000500000000000000"/>
                <a:cs typeface="WSKTP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RVKH+CMBX10" panose="02000500000000000000"/>
                <a:cs typeface="IORVKH+CMBX10" panose="02000500000000000000"/>
              </a:rPr>
              <a:t>Clock-driven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RVKH+CMBX10" panose="02000500000000000000"/>
                <a:cs typeface="IORVKH+CMBX10" panose="02000500000000000000"/>
              </a:rPr>
              <a:t>semantics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(Statemate)</a:t>
            </a:r>
            <a:endParaRPr sz="2050">
              <a:solidFill>
                <a:srgbClr val="000000"/>
              </a:solidFill>
              <a:latin typeface="GKHMRW+CMR10" panose="02000500000000000000"/>
              <a:cs typeface="GKHMRW+CMR10" panose="02000500000000000000"/>
            </a:endParaRPr>
          </a:p>
          <a:p>
            <a:pPr marL="3590925" marR="0">
              <a:lnSpc>
                <a:spcPts val="2010"/>
              </a:lnSpc>
              <a:spcBef>
                <a:spcPts val="167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e occurs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1856" y="2658194"/>
            <a:ext cx="2400185" cy="895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The response starts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at the next clock tick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9594" y="2681043"/>
            <a:ext cx="1758864" cy="895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at some point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in this interval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9625" y="3480639"/>
            <a:ext cx="406380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[</a:t>
            </a:r>
            <a:endParaRPr sz="1800" strike="sngStrike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3656" y="3480639"/>
            <a:ext cx="526906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)</a:t>
            </a:r>
            <a:r>
              <a:rPr sz="1800" strike="sngStrike" spc="-15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 </a:t>
            </a: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[</a:t>
            </a:r>
            <a:endParaRPr sz="1800" strike="sngStrike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13970" y="3480639"/>
            <a:ext cx="418987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)</a:t>
            </a:r>
            <a:endParaRPr sz="1800" strike="sngStrike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2112" y="3480742"/>
            <a:ext cx="850633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Time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5034" y="3823471"/>
            <a:ext cx="3016423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5:00 p.m. &lt;= t &lt; 5:01 p.m.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9591" y="3823471"/>
            <a:ext cx="3016423" cy="598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5:01 p.m. &lt;= t &lt; 5:02 p.m.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80" y="4441926"/>
            <a:ext cx="687855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SKTPV+CMSY10~25" panose="02000500000000000000"/>
                <a:cs typeface="WSKTP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RVKH+CMBX10" panose="02000500000000000000"/>
                <a:cs typeface="IORVKH+CMBX10" panose="02000500000000000000"/>
              </a:rPr>
              <a:t>Event-driven</a:t>
            </a:r>
            <a:r>
              <a:rPr sz="205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RVKH+CMBX10" panose="02000500000000000000"/>
                <a:cs typeface="IORVKH+CMBX10" panose="02000500000000000000"/>
              </a:rPr>
              <a:t>semantics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(Statemate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GKHMRW+CMR10" panose="02000500000000000000"/>
                <a:cs typeface="GKHMRW+CMR10" panose="02000500000000000000"/>
              </a:rPr>
              <a:t>UML)</a:t>
            </a:r>
            <a:endParaRPr sz="2050" spc="14">
              <a:solidFill>
                <a:srgbClr val="000000"/>
              </a:solidFill>
              <a:latin typeface="GKHMRW+CMR10" panose="02000500000000000000"/>
              <a:cs typeface="GKHMRW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3636" y="4979904"/>
            <a:ext cx="6146185" cy="895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e occurs here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The response starts here and is immediately finished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5260" y="6030449"/>
            <a:ext cx="406361" cy="598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[</a:t>
            </a:r>
            <a:endParaRPr sz="1800" strike="sngStrike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48385" y="6030449"/>
            <a:ext cx="526849" cy="598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)</a:t>
            </a:r>
            <a:r>
              <a:rPr sz="1800" strike="sngStrike" spc="-151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 </a:t>
            </a: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[</a:t>
            </a:r>
            <a:endParaRPr sz="1800" strike="sngStrike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1999" y="6030449"/>
            <a:ext cx="1205772" cy="598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strike="sngStrike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)</a:t>
            </a:r>
            <a:r>
              <a:rPr sz="1800" strike="sngStrike" spc="541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 </a:t>
            </a:r>
            <a:r>
              <a:rPr sz="1800" spc="657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Time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0606" y="6373240"/>
            <a:ext cx="3015502" cy="598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5:00 p.m. &lt;= t &lt; 5:01 p.m.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74220" y="6373240"/>
            <a:ext cx="3015502" cy="598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GDMIW+Helvetica" panose="020B0604020202020204"/>
                <a:cs typeface="WGDMIW+Helvetica" panose="020B0604020202020204"/>
              </a:rPr>
              <a:t>5:01 p.m. &lt;= t &lt; 5:02 p.m.</a:t>
            </a:r>
            <a:endParaRPr sz="1800">
              <a:solidFill>
                <a:srgbClr val="000000"/>
              </a:solidFill>
              <a:latin typeface="WGDMIW+Helvetica" panose="020B0604020202020204"/>
              <a:cs typeface="WGDMIW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VRHBG+CMR7" panose="02000500000000000000"/>
                <a:cs typeface="CVRHBG+CMR7" panose="02000500000000000000"/>
              </a:rPr>
              <a:t>208</a:t>
            </a:r>
            <a:endParaRPr sz="1450">
              <a:solidFill>
                <a:srgbClr val="000000"/>
              </a:solidFill>
              <a:latin typeface="CVRHBG+CMR7" panose="02000500000000000000"/>
              <a:cs typeface="CVRHBG+CMR7" panose="02000500000000000000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82237"/>
            <a:ext cx="56184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3">
                <a:solidFill>
                  <a:srgbClr val="000000"/>
                </a:solidFill>
                <a:latin typeface="KEFEHV+CMBX12~c" panose="02000500000000000000"/>
                <a:cs typeface="KEFEHV+CMBX12~c" panose="02000500000000000000"/>
              </a:rPr>
              <a:t>Perfect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KEFEHV+CMBX12~c" panose="02000500000000000000"/>
                <a:cs typeface="KEFEHV+CMBX12~c" panose="02000500000000000000"/>
              </a:rPr>
              <a:t>technology</a:t>
            </a:r>
            <a:r>
              <a:rPr sz="250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EFEHV+CMBX12~c" panose="02000500000000000000"/>
                <a:cs typeface="KEFEHV+CMBX12~c" panose="02000500000000000000"/>
              </a:rPr>
              <a:t>asssumption</a:t>
            </a:r>
            <a:endParaRPr sz="2500" spc="-10">
              <a:solidFill>
                <a:srgbClr val="000000"/>
              </a:solidFill>
              <a:latin typeface="KEFEHV+CMBX12~c" panose="02000500000000000000"/>
              <a:cs typeface="KEFEH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748761"/>
            <a:ext cx="874948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No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implementation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restrictions.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Inﬁnite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speed,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unlimited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memory.</a:t>
            </a:r>
            <a:endParaRPr sz="2050" spc="-17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92" y="3266923"/>
            <a:ext cx="756624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IDFEP+CMSY10~25" panose="02000500000000000000"/>
                <a:cs typeface="DIDFE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Clock-asynchronous:</a:t>
            </a:r>
            <a:r>
              <a:rPr sz="2050" spc="3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Respond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immediately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event</a:t>
            </a:r>
            <a:endParaRPr sz="2050" spc="-17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3638779"/>
            <a:ext cx="16847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occurrence.</a:t>
            </a:r>
            <a:endParaRPr sz="2050" spc="16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1" y="4156941"/>
            <a:ext cx="7971447" cy="122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IDFEP+CMSY10~25" panose="02000500000000000000"/>
                <a:cs typeface="DIDFE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Perfect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technology:</a:t>
            </a:r>
            <a:r>
              <a:rPr sz="2050" spc="3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Response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takes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no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compute.</a:t>
            </a:r>
            <a:endParaRPr sz="2050" spc="11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 spc="-12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Together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implies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superstep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7" y="5159736"/>
            <a:ext cx="63751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agrees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well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requirements-level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OJHAFG+CMR10" panose="02000500000000000000"/>
                <a:cs typeface="OJHAFG+CMR10" panose="02000500000000000000"/>
              </a:rPr>
              <a:t>models.</a:t>
            </a:r>
            <a:endParaRPr sz="2050" spc="19">
              <a:solidFill>
                <a:srgbClr val="000000"/>
              </a:solidFill>
              <a:latin typeface="OJHAFG+CMR10" panose="02000500000000000000"/>
              <a:cs typeface="OJHAF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ROHDU+CMR7" panose="02000500000000000000"/>
                <a:cs typeface="EROHDU+CMR7" panose="02000500000000000000"/>
              </a:rPr>
              <a:t>209</a:t>
            </a:r>
            <a:endParaRPr sz="1450">
              <a:solidFill>
                <a:srgbClr val="000000"/>
              </a:solidFill>
              <a:latin typeface="EROHDU+CMR7" panose="02000500000000000000"/>
              <a:cs typeface="EROHDU+CMR7" panose="0200050000000000000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LCSFUA+CMBX12~c" panose="02000500000000000000"/>
                <a:cs typeface="LCSFUA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LCSFUA+CMBX12~c" panose="02000500000000000000"/>
                <a:cs typeface="LCSFUA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LCSFUA+CMBX12~c" panose="02000500000000000000"/>
              <a:cs typeface="LCSFU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439645"/>
            <a:ext cx="840248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STTs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describe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discrete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abstracts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2" y="1800833"/>
            <a:ext cx="572389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continuous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real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world.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8" y="2207742"/>
            <a:ext cx="827545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Conﬂict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transitions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inside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out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activity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states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4" y="2568930"/>
            <a:ext cx="351393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resolved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diﬀerently.</a:t>
            </a:r>
            <a:endParaRPr sz="2050" spc="-12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6" y="2974314"/>
            <a:ext cx="485852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Final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global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local.</a:t>
            </a:r>
            <a:endParaRPr sz="2050" spc="2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9" y="3381222"/>
            <a:ext cx="84537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Ambiguity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pre–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postconditions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STTs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STDs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can</a:t>
            </a:r>
            <a:endParaRPr sz="2050" spc="1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7" y="3740886"/>
            <a:ext cx="74978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7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reduced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means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derivation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rules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frame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rules.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9" y="4147794"/>
            <a:ext cx="821691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absence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triggers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interpreted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diﬀerent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5" y="4508982"/>
            <a:ext cx="588519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ways:</a:t>
            </a:r>
            <a:r>
              <a:rPr sz="2050" spc="4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impossible,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ingnore,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inhibit,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unknown.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67" y="4914366"/>
            <a:ext cx="8576518" cy="1709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Triggering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multiple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transitions: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Steps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versus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single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transitions.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  <a:p>
            <a:pPr marL="0" marR="0">
              <a:lnSpc>
                <a:spcPts val="320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Derived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transitions: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Single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steps,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supersteps,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delayed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steps.</a:t>
            </a:r>
            <a:endParaRPr sz="2050" spc="1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  <a:p>
            <a:pPr marL="0" marR="0">
              <a:lnSpc>
                <a:spcPts val="319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semantics:</a:t>
            </a:r>
            <a:r>
              <a:rPr sz="20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Concurrent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sequential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execution.</a:t>
            </a:r>
            <a:endParaRPr sz="2050" spc="11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49" y="6133568"/>
            <a:ext cx="747564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RDRK+CMSY10~25" panose="02000500000000000000"/>
                <a:cs typeface="CFRDR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Time: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Clock-driven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event-driven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semantics.</a:t>
            </a:r>
            <a:r>
              <a:rPr sz="2050" spc="4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Perfect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664" y="6494756"/>
            <a:ext cx="308633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technology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QBBVN+CMR10" panose="02000500000000000000"/>
                <a:cs typeface="UQBBVN+CMR10" panose="02000500000000000000"/>
              </a:rPr>
              <a:t>assumption.</a:t>
            </a:r>
            <a:endParaRPr sz="2050">
              <a:solidFill>
                <a:srgbClr val="000000"/>
              </a:solidFill>
              <a:latin typeface="UQBBVN+CMR10" panose="02000500000000000000"/>
              <a:cs typeface="UQBBVN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JDOSE+CMR7" panose="02000500000000000000"/>
                <a:cs typeface="JJDOSE+CMR7" panose="02000500000000000000"/>
              </a:rPr>
              <a:t>210</a:t>
            </a:r>
            <a:endParaRPr sz="1450">
              <a:solidFill>
                <a:srgbClr val="000000"/>
              </a:solidFill>
              <a:latin typeface="JJDOSE+CMR7" panose="02000500000000000000"/>
              <a:cs typeface="JJDOSE+CMR7" panose="0200050000000000000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34997" y="1131617"/>
            <a:ext cx="780450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14.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Behavior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Modeling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Design</a:t>
            </a:r>
            <a:endParaRPr sz="2500" spc="-10">
              <a:solidFill>
                <a:srgbClr val="000000"/>
              </a:solidFill>
              <a:latin typeface="BOASMW+CMBX12~c" panose="02000500000000000000"/>
              <a:cs typeface="BOASM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648" y="1564433"/>
            <a:ext cx="210363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OASMW+CMBX12~c" panose="02000500000000000000"/>
                <a:cs typeface="BOASMW+CMBX12~c" panose="02000500000000000000"/>
              </a:rPr>
              <a:t>Guidelines</a:t>
            </a:r>
            <a:endParaRPr sz="2500" spc="-10">
              <a:solidFill>
                <a:srgbClr val="000000"/>
              </a:solidFill>
              <a:latin typeface="BOASMW+CMBX12~c" panose="02000500000000000000"/>
              <a:cs typeface="BOASMW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3821" y="2079990"/>
            <a:ext cx="1995857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LWBEHQ+Helvetica" panose="020B0604020202020204"/>
                <a:cs typeface="LWBEHQ+Helvetica" panose="020B0604020202020204"/>
              </a:rPr>
              <a:t>Composite</a:t>
            </a:r>
            <a:r>
              <a:rPr sz="1600">
                <a:solidFill>
                  <a:srgbClr val="000000"/>
                </a:solidFill>
                <a:latin typeface="LWBEHQ+Helvetica" panose="020B0604020202020204"/>
                <a:cs typeface="LWBEHQ+Helvetica" panose="020B0604020202020204"/>
              </a:rPr>
              <a:t> system</a:t>
            </a:r>
            <a:endParaRPr sz="1600">
              <a:solidFill>
                <a:srgbClr val="000000"/>
              </a:solidFill>
              <a:latin typeface="LWBEHQ+Helvetica" panose="020B0604020202020204"/>
              <a:cs typeface="LWBEH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4750" y="3108106"/>
            <a:ext cx="1607636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WBEHQ+Helvetica" panose="020B0604020202020204"/>
                <a:cs typeface="LWBEHQ+Helvetica" panose="020B0604020202020204"/>
              </a:rPr>
              <a:t>External entity</a:t>
            </a:r>
            <a:endParaRPr sz="1600">
              <a:solidFill>
                <a:srgbClr val="000000"/>
              </a:solidFill>
              <a:latin typeface="LWBEHQ+Helvetica" panose="020B0604020202020204"/>
              <a:cs typeface="LWBEH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9375" y="3108106"/>
            <a:ext cx="704803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LWBEHQ+Helvetica" panose="020B0604020202020204"/>
                <a:cs typeface="LWBEHQ+Helvetica" panose="020B0604020202020204"/>
              </a:rPr>
              <a:t>SuD</a:t>
            </a:r>
            <a:endParaRPr sz="1600" spc="12">
              <a:solidFill>
                <a:srgbClr val="000000"/>
              </a:solidFill>
              <a:latin typeface="LWBEHQ+Helvetica" panose="020B0604020202020204"/>
              <a:cs typeface="LWBEH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63815" y="3108106"/>
            <a:ext cx="1607637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WBEHQ+Helvetica" panose="020B0604020202020204"/>
                <a:cs typeface="LWBEHQ+Helvetica" panose="020B0604020202020204"/>
              </a:rPr>
              <a:t>External entity</a:t>
            </a:r>
            <a:endParaRPr sz="1600">
              <a:solidFill>
                <a:srgbClr val="000000"/>
              </a:solidFill>
              <a:latin typeface="LWBEHQ+Helvetica" panose="020B0604020202020204"/>
              <a:cs typeface="LWBEH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3899381"/>
            <a:ext cx="8661443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EHQPO+CMSY10~25" panose="02000500000000000000"/>
                <a:cs typeface="UEHQP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PNBFC+CMBX10" panose="02000500000000000000"/>
                <a:cs typeface="GPNBFC+CMBX10" panose="02000500000000000000"/>
              </a:rPr>
              <a:t>Systems</a:t>
            </a:r>
            <a:r>
              <a:rPr sz="2050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NBFC+CMBX10" panose="02000500000000000000"/>
                <a:cs typeface="GPNBFC+CMBX10" panose="02000500000000000000"/>
              </a:rPr>
              <a:t>engineering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NBFC+CMBX10" panose="02000500000000000000"/>
                <a:cs typeface="GPNBFC+CMBX10" panose="02000500000000000000"/>
              </a:rPr>
              <a:t>argument:</a:t>
            </a:r>
            <a:r>
              <a:rPr sz="2050" spc="4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(System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speciﬁcation)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(Assumptions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about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environment)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entail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(Emergent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properties</a:t>
            </a:r>
            <a:endParaRPr sz="2050" spc="15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system).</a:t>
            </a:r>
            <a:endParaRPr sz="205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5" y="5161260"/>
            <a:ext cx="8376563" cy="1825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EHQPO+CMSY10~25" panose="02000500000000000000"/>
                <a:cs typeface="UEHQP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speciﬁcation,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(1)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describe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emergent</a:t>
            </a:r>
            <a:endParaRPr sz="205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behavior,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(2)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derive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speciﬁcation,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(3)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accumulate</a:t>
            </a:r>
            <a:endParaRPr sz="205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necessary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assumptions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suﬃcient</a:t>
            </a:r>
            <a:endParaRPr sz="205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NRUC+CMR10" panose="02000500000000000000"/>
                <a:cs typeface="RQNRUC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RQNRUC+CMR10" panose="02000500000000000000"/>
              <a:cs typeface="RQNRU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JRKDW+CMR7" panose="02000500000000000000"/>
                <a:cs typeface="FJRKDW+CMR7" panose="02000500000000000000"/>
              </a:rPr>
              <a:t>211</a:t>
            </a:r>
            <a:endParaRPr sz="1450">
              <a:solidFill>
                <a:srgbClr val="000000"/>
              </a:solidFill>
              <a:latin typeface="FJRKDW+CMR7" panose="02000500000000000000"/>
              <a:cs typeface="FJRKDW+CMR7" panose="0200050000000000000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06789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6">
                <a:solidFill>
                  <a:srgbClr val="000000"/>
                </a:solidFill>
                <a:latin typeface="QIBLBD+CMBX12~c" panose="02000500000000000000"/>
                <a:cs typeface="QIBLBD+CMBX12~c" panose="02000500000000000000"/>
              </a:rPr>
              <a:t>Road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QIBLBD+CMBX12~c" panose="02000500000000000000"/>
                <a:cs typeface="QIBLBD+CMBX12~c" panose="02000500000000000000"/>
              </a:rPr>
              <a:t>map</a:t>
            </a:r>
            <a:endParaRPr sz="2500" spc="-14">
              <a:solidFill>
                <a:srgbClr val="000000"/>
              </a:solidFill>
              <a:latin typeface="QIBLBD+CMBX12~c" panose="02000500000000000000"/>
              <a:cs typeface="QIBLB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2622" y="1750218"/>
            <a:ext cx="1765237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Business goal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2505" y="2869774"/>
            <a:ext cx="825523" cy="895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Goal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444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tree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937" y="3006858"/>
            <a:ext cx="1993716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System purpose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6229" y="3692303"/>
            <a:ext cx="1777994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Solution goals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5664" y="4080732"/>
            <a:ext cx="1422387" cy="119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Function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refinement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3429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tree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1117" y="4377760"/>
            <a:ext cx="3870149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Activities to be supported by SuD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0819" y="5154593"/>
            <a:ext cx="1955486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Event-action list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2984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(scenario)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7382" y="5154599"/>
            <a:ext cx="2577414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Stimulus-response list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3768" y="5291677"/>
            <a:ext cx="2006019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System services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6857" y="5451625"/>
            <a:ext cx="1358685" cy="598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(scenario)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0803" y="6182767"/>
            <a:ext cx="1955486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Event-action list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825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(transactional)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17398" y="6182767"/>
            <a:ext cx="2577414" cy="89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Stimulus-response list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  <a:p>
            <a:pPr marL="3937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RKLJFU+Helvetica" panose="020B0604020202020204"/>
                <a:cs typeface="RKLJFU+Helvetica" panose="020B0604020202020204"/>
              </a:rPr>
              <a:t>(transactional)</a:t>
            </a:r>
            <a:endParaRPr sz="1800">
              <a:solidFill>
                <a:srgbClr val="000000"/>
              </a:solidFill>
              <a:latin typeface="RKLJFU+Helvetica" panose="020B0604020202020204"/>
              <a:cs typeface="RKLJFU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EJADL+CMR7" panose="02000500000000000000"/>
                <a:cs typeface="KEJADL+CMR7" panose="02000500000000000000"/>
              </a:rPr>
              <a:t>212</a:t>
            </a:r>
            <a:endParaRPr sz="1450">
              <a:solidFill>
                <a:srgbClr val="000000"/>
              </a:solidFill>
              <a:latin typeface="KEJADL+CMR7" panose="02000500000000000000"/>
              <a:cs typeface="KEJADL+CMR7" panose="02000500000000000000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44393"/>
            <a:ext cx="754469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GBVRSF+CMBX12~c" panose="02000500000000000000"/>
                <a:cs typeface="GBVRSF+CMBX12~c" panose="02000500000000000000"/>
              </a:rPr>
              <a:t>Bringing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BVRSF+CMBX12~c" panose="02000500000000000000"/>
                <a:cs typeface="GBVRSF+CMBX12~c" panose="02000500000000000000"/>
              </a:rPr>
              <a:t>about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BVRSF+CMBX12~c" panose="02000500000000000000"/>
                <a:cs typeface="GBVRSF+CMBX12~c" panose="02000500000000000000"/>
              </a:rPr>
              <a:t>desired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GBVRSF+CMBX12~c" panose="02000500000000000000"/>
                <a:cs typeface="GBVRSF+CMBX12~c" panose="02000500000000000000"/>
              </a:rPr>
              <a:t>emergent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BVRSF+CMBX12~c" panose="02000500000000000000"/>
                <a:cs typeface="GBVRSF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GBVRSF+CMBX12~c" panose="02000500000000000000"/>
              <a:cs typeface="GBVRS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8925" y="1741981"/>
            <a:ext cx="102472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action 1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6882" y="1764842"/>
            <a:ext cx="979087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effect 1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7443" y="2107450"/>
            <a:ext cx="1538778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desired effect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6733" y="2313012"/>
            <a:ext cx="1927363" cy="1059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event</a:t>
            </a: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or</a:t>
            </a: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 condition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  <a:p>
            <a:pPr marL="85725" marR="0">
              <a:lnSpc>
                <a:spcPts val="1810"/>
              </a:lnSpc>
              <a:spcBef>
                <a:spcPts val="23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effect 3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0883" y="2312998"/>
            <a:ext cx="853344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action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0853" y="2518574"/>
            <a:ext cx="979087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effect 2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3128" y="2884015"/>
            <a:ext cx="102472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action 2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8187" y="3455047"/>
            <a:ext cx="2075782" cy="1562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Connection </a:t>
            </a:r>
            <a:r>
              <a:rPr sz="1600" spc="1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domain</a:t>
            </a:r>
            <a:endParaRPr sz="1600" spc="1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  <a:p>
            <a:pPr marL="131445" marR="0">
              <a:lnSpc>
                <a:spcPts val="1810"/>
              </a:lnSpc>
              <a:spcBef>
                <a:spcPts val="6285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Reactive system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7905" y="4026064"/>
            <a:ext cx="1058709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stimulus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7597" y="4140268"/>
            <a:ext cx="1150451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SHLIE+Helvetica" panose="020B0604020202020204"/>
                <a:cs typeface="OSHLIE+Helvetica" panose="020B0604020202020204"/>
              </a:rPr>
              <a:t>response</a:t>
            </a:r>
            <a:endParaRPr sz="1600">
              <a:solidFill>
                <a:srgbClr val="000000"/>
              </a:solidFill>
              <a:latin typeface="OSHLIE+Helvetica" panose="020B0604020202020204"/>
              <a:cs typeface="OSHLIE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80" y="5274029"/>
            <a:ext cx="868866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FGAG+CMSY10~25" panose="02000500000000000000"/>
                <a:cs typeface="MTFGA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The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role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of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a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reactive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system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is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to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bring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about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desired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eﬀects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in</a:t>
            </a:r>
            <a:endParaRPr sz="2050">
              <a:solidFill>
                <a:srgbClr val="000000"/>
              </a:solidFill>
              <a:latin typeface="MPCRME+CMR10" panose="02000500000000000000"/>
              <a:cs typeface="MPCRME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715" y="5645885"/>
            <a:ext cx="233637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MPCRME+CMR10" panose="02000500000000000000"/>
              <a:cs typeface="MPCRME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87" y="6164047"/>
            <a:ext cx="641301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FGAG+CMSY10~25" panose="02000500000000000000"/>
                <a:cs typeface="MTFGA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Informative,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directive,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manipulative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CRME+CMR10" panose="02000500000000000000"/>
                <a:cs typeface="MPCRME+CMR10" panose="02000500000000000000"/>
              </a:rPr>
              <a:t>functions.</a:t>
            </a:r>
            <a:endParaRPr sz="2050" spc="10">
              <a:solidFill>
                <a:srgbClr val="000000"/>
              </a:solidFill>
              <a:latin typeface="MPCRME+CMR10" panose="02000500000000000000"/>
              <a:cs typeface="MPCRME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IFWGF+CMR7" panose="02000500000000000000"/>
                <a:cs typeface="LIFWGF+CMR7" panose="02000500000000000000"/>
              </a:rPr>
              <a:t>213</a:t>
            </a:r>
            <a:endParaRPr sz="1450">
              <a:solidFill>
                <a:srgbClr val="000000"/>
              </a:solidFill>
              <a:latin typeface="LIFWGF+CMR7" panose="02000500000000000000"/>
              <a:cs typeface="LIFWGF+CMR7" panose="02000500000000000000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1587293"/>
            <a:ext cx="5867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MAWUSQ+CMBX12~c" panose="02000500000000000000"/>
                <a:cs typeface="MAWUSQ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AWUSQ+CMBX12~c" panose="02000500000000000000"/>
                <a:cs typeface="MAWUSQ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MAWUSQ+CMBX12~c" panose="02000500000000000000"/>
                <a:cs typeface="MAWUSQ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MAWUSQ+CMBX12~c" panose="02000500000000000000"/>
                <a:cs typeface="MAWUSQ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MAWUSQ+CMBX12~c" panose="02000500000000000000"/>
              <a:cs typeface="MAWUSQ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8" y="2059853"/>
            <a:ext cx="646591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Business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goal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tree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of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Training</a:t>
            </a:r>
            <a:r>
              <a:rPr sz="205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SBJHH+CMBX10" panose="02000500000000000000"/>
                <a:cs typeface="QSBJHH+CMBX10" panose="02000500000000000000"/>
              </a:rPr>
              <a:t>Department</a:t>
            </a:r>
            <a:endParaRPr sz="2050">
              <a:solidFill>
                <a:srgbClr val="000000"/>
              </a:solidFill>
              <a:latin typeface="QSBJHH+CMBX10" panose="02000500000000000000"/>
              <a:cs typeface="QSBJHH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1889" y="3052069"/>
            <a:ext cx="516608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More efficient and effective management of introductory courses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443" y="3560732"/>
            <a:ext cx="1501617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Faster handling of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0390" y="3560732"/>
            <a:ext cx="1431578" cy="642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Less unexpected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  <a:p>
            <a:pPr marL="19304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participants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6254" y="3560732"/>
            <a:ext cx="3157447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Faster handling of</a:t>
            </a:r>
            <a:r>
              <a:rPr sz="1250" spc="1515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Better information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6853" y="3560731"/>
            <a:ext cx="148398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Better information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0390" y="3788754"/>
            <a:ext cx="172975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expected participants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4429" y="3788753"/>
            <a:ext cx="5371473" cy="414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unexpected participants</a:t>
            </a:r>
            <a:r>
              <a:rPr sz="1250" spc="1615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to speakers</a:t>
            </a:r>
            <a:r>
              <a:rPr sz="1250" spc="1443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to personnel department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7282" y="4227256"/>
            <a:ext cx="777920" cy="642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Ad−hoc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  <a:p>
            <a:pPr marL="50165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badge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9945" y="4262338"/>
            <a:ext cx="78663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On−line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8999" y="4262336"/>
            <a:ext cx="77792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Ad−hoc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9720" y="4262336"/>
            <a:ext cx="73837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Upload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26110" y="4297419"/>
            <a:ext cx="940175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Download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6945" y="4350037"/>
            <a:ext cx="799734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Prepare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4839" y="4350036"/>
            <a:ext cx="60233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Self−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3761" y="4490357"/>
            <a:ext cx="1992184" cy="414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registration</a:t>
            </a:r>
            <a:r>
              <a:rPr sz="1250" i="1" spc="1204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 </a:t>
            </a: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list printing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48719" y="4490357"/>
            <a:ext cx="1440261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participation data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4728" y="4525440"/>
            <a:ext cx="1562738" cy="870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5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latest information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  <a:p>
            <a:pPr marL="13589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from personnel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  <a:p>
            <a:pPr marL="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information system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6945" y="4578058"/>
            <a:ext cx="1698526" cy="414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material</a:t>
            </a:r>
            <a:r>
              <a:rPr sz="1250" spc="585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registration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0275" y="4683299"/>
            <a:ext cx="755875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printing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80883" y="4963943"/>
            <a:ext cx="799734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Allocate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80883" y="5191965"/>
            <a:ext cx="104538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participants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33503" y="5525226"/>
            <a:ext cx="1124356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STWKBJ+Helvetica-Oblique" panose="020B0604020202090204"/>
                <a:cs typeface="STWKBJ+Helvetica-Oblique" panose="020B0604020202090204"/>
              </a:rPr>
              <a:t>Print badges</a:t>
            </a:r>
            <a:endParaRPr sz="1250" i="1">
              <a:solidFill>
                <a:srgbClr val="000000"/>
              </a:solidFill>
              <a:latin typeface="STWKBJ+Helvetica-Oblique" panose="020B0604020202090204"/>
              <a:cs typeface="STWKBJ+Helvetica-Oblique" panose="020B060402020209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28263" y="5876029"/>
            <a:ext cx="128205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NECCEW+Helvetica" panose="020B0604020202020204"/>
                <a:cs typeface="NECCEW+Helvetica" panose="020B0604020202020204"/>
              </a:rPr>
              <a:t>Other activities</a:t>
            </a:r>
            <a:endParaRPr sz="1250">
              <a:solidFill>
                <a:srgbClr val="000000"/>
              </a:solidFill>
              <a:latin typeface="NECCEW+Helvetica" panose="020B0604020202020204"/>
              <a:cs typeface="NECCEW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CKPJO+CMR7" panose="02000500000000000000"/>
                <a:cs typeface="OCKPJO+CMR7" panose="02000500000000000000"/>
              </a:rPr>
              <a:t>214</a:t>
            </a:r>
            <a:endParaRPr sz="1450">
              <a:solidFill>
                <a:srgbClr val="000000"/>
              </a:solidFill>
              <a:latin typeface="OCKPJO+CMR7" panose="02000500000000000000"/>
              <a:cs typeface="OCKPJO+CMR7" panose="0200050000000000000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5867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HNBPNU+CMBX12~c" panose="02000500000000000000"/>
                <a:cs typeface="HNBPNU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NBPNU+CMBX12~c" panose="02000500000000000000"/>
                <a:cs typeface="HNBPNU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HNBPNU+CMBX12~c" panose="02000500000000000000"/>
                <a:cs typeface="HNBPNU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HNBPNU+CMBX12~c" panose="02000500000000000000"/>
                <a:cs typeface="HNBPNU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HNBPNU+CMBX12~c" panose="02000500000000000000"/>
              <a:cs typeface="HNBPN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24345"/>
            <a:ext cx="5109938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8">
                <a:solidFill>
                  <a:srgbClr val="000000"/>
                </a:solidFill>
                <a:latin typeface="FKDTDK+CMBX10" panose="02000500000000000000"/>
                <a:cs typeface="FKDTDK+CMBX10" panose="02000500000000000000"/>
              </a:rPr>
              <a:t>Workﬂow</a:t>
            </a:r>
            <a:r>
              <a:rPr sz="205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KDTDK+CMBX10" panose="02000500000000000000"/>
                <a:cs typeface="FKDTDK+CMBX10" panose="02000500000000000000"/>
              </a:rPr>
              <a:t>at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KDTDK+CMBX10" panose="02000500000000000000"/>
                <a:cs typeface="FKDTDK+CMBX10" panose="02000500000000000000"/>
              </a:rPr>
              <a:t>the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KDTDK+CMBX10" panose="02000500000000000000"/>
                <a:cs typeface="FKDTDK+CMBX10" panose="02000500000000000000"/>
              </a:rPr>
              <a:t>registration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KDTDK+CMBX10" panose="02000500000000000000"/>
                <a:cs typeface="FKDTDK+CMBX10" panose="02000500000000000000"/>
              </a:rPr>
              <a:t>desk</a:t>
            </a:r>
            <a:endParaRPr sz="2050">
              <a:solidFill>
                <a:srgbClr val="000000"/>
              </a:solidFill>
              <a:latin typeface="FKDTDK+CMBX10" panose="02000500000000000000"/>
              <a:cs typeface="FKDTDK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1946" y="2728098"/>
            <a:ext cx="1071596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Preparation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7446" y="2744950"/>
            <a:ext cx="2045756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[registration period closed]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786" y="2761804"/>
            <a:ext cx="1147401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Provisioning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2635" y="3132624"/>
            <a:ext cx="869540" cy="836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Making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8255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material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0" marR="0">
              <a:lnSpc>
                <a:spcPts val="1335"/>
              </a:lnSpc>
              <a:spcBef>
                <a:spcPts val="39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available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9534" y="3183190"/>
            <a:ext cx="1417316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Preparing tables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1336" y="3183190"/>
            <a:ext cx="1307639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Collecting lists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9239" y="3183188"/>
            <a:ext cx="1113594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Registration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3661" y="3469727"/>
            <a:ext cx="1467831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Ready to register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1775" y="3688843"/>
            <a:ext cx="1101105" cy="61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unexpected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12700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participants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9230" y="3941671"/>
            <a:ext cx="902891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Wait a bit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5470" y="4177650"/>
            <a:ext cx="1375115" cy="853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813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Ready to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50165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receive badges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0" marR="0">
              <a:lnSpc>
                <a:spcPts val="1335"/>
              </a:lnSpc>
              <a:spcBef>
                <a:spcPts val="52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receive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6261" y="4177650"/>
            <a:ext cx="869189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Ready to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0693" y="4245062"/>
            <a:ext cx="1367104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i="1">
                <a:solidFill>
                  <a:srgbClr val="000000"/>
                </a:solidFill>
                <a:latin typeface="LSHAAG+Helvetica-Oblique" panose="020B0604020202090204"/>
                <a:cs typeface="LSHAAG+Helvetica-Oblique" panose="020B0604020202090204"/>
              </a:rPr>
              <a:t>E10: unexpected</a:t>
            </a:r>
            <a:endParaRPr sz="1200" i="1">
              <a:solidFill>
                <a:srgbClr val="000000"/>
              </a:solidFill>
              <a:latin typeface="LSHAAG+Helvetica-Oblique" panose="020B0604020202090204"/>
              <a:cs typeface="LSHAAG+Helvetica-Oblique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0641" y="4363057"/>
            <a:ext cx="1097188" cy="836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decide to put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  <a:p>
            <a:pPr marL="0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badges and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  <a:p>
            <a:pPr marL="0" marR="0">
              <a:lnSpc>
                <a:spcPts val="1335"/>
              </a:lnSpc>
              <a:spcBef>
                <a:spcPts val="39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material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2262" y="4396767"/>
            <a:ext cx="1097236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receive lists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0693" y="4464178"/>
            <a:ext cx="1509954" cy="836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i="1">
                <a:solidFill>
                  <a:srgbClr val="000000"/>
                </a:solidFill>
                <a:latin typeface="LSHAAG+Helvetica-Oblique" panose="020B0604020202090204"/>
                <a:cs typeface="LSHAAG+Helvetica-Oblique" panose="020B0604020202090204"/>
              </a:rPr>
              <a:t>participant arrives /</a:t>
            </a:r>
            <a:endParaRPr sz="1200" i="1">
              <a:solidFill>
                <a:srgbClr val="000000"/>
              </a:solidFill>
              <a:latin typeface="LSHAAG+Helvetica-Oblique" panose="020B0604020202090204"/>
              <a:cs typeface="LSHAAG+Helvetica-Oblique" panose="020B0604020202090204"/>
            </a:endParaRPr>
          </a:p>
          <a:p>
            <a:pPr marL="0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i="1">
                <a:solidFill>
                  <a:srgbClr val="000000"/>
                </a:solidFill>
                <a:latin typeface="LSHAAG+Helvetica-Oblique" panose="020B0604020202090204"/>
                <a:cs typeface="LSHAAG+Helvetica-Oblique" panose="020B0604020202090204"/>
              </a:rPr>
              <a:t>enter participation</a:t>
            </a:r>
            <a:endParaRPr sz="1200" i="1">
              <a:solidFill>
                <a:srgbClr val="000000"/>
              </a:solidFill>
              <a:latin typeface="LSHAAG+Helvetica-Oblique" panose="020B0604020202090204"/>
              <a:cs typeface="LSHAAG+Helvetica-Oblique" panose="020B0604020202090204"/>
            </a:endParaRPr>
          </a:p>
          <a:p>
            <a:pPr marL="0" marR="0">
              <a:lnSpc>
                <a:spcPts val="1335"/>
              </a:lnSpc>
              <a:spcBef>
                <a:spcPts val="390"/>
              </a:spcBef>
              <a:spcAft>
                <a:spcPct val="0"/>
              </a:spcAft>
            </a:pPr>
            <a:r>
              <a:rPr sz="1200" i="1">
                <a:solidFill>
                  <a:srgbClr val="000000"/>
                </a:solidFill>
                <a:latin typeface="LSHAAG+Helvetica-Oblique" panose="020B0604020202090204"/>
                <a:cs typeface="LSHAAG+Helvetica-Oblique" panose="020B0604020202090204"/>
              </a:rPr>
              <a:t>request</a:t>
            </a:r>
            <a:endParaRPr sz="1200" i="1">
              <a:solidFill>
                <a:srgbClr val="000000"/>
              </a:solidFill>
              <a:latin typeface="LSHAAG+Helvetica-Oblique" panose="020B0604020202090204"/>
              <a:cs typeface="LSHAAG+Helvetica-Oblique" panose="020B060402020209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8728" y="4683301"/>
            <a:ext cx="717613" cy="61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receive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  <a:p>
            <a:pPr marL="71755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lists /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8975" y="4851846"/>
            <a:ext cx="810481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badges /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90641" y="5020407"/>
            <a:ext cx="852653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AHRWVP+Helvetica" panose="020B0604020202020204"/>
                <a:cs typeface="AHRWVP+Helvetica" panose="020B0604020202020204"/>
              </a:rPr>
              <a:t>on table /</a:t>
            </a:r>
            <a:endParaRPr sz="1200">
              <a:solidFill>
                <a:srgbClr val="000000"/>
              </a:solidFill>
              <a:latin typeface="AHRWVP+Helvetica" panose="020B0604020202020204"/>
              <a:cs typeface="AHRWVP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45576" y="5188951"/>
            <a:ext cx="945232" cy="61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Receiving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92710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badges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78263" y="5188951"/>
            <a:ext cx="945232" cy="61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Receiving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206375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lists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0688" y="5323800"/>
            <a:ext cx="1239983" cy="83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Putting badge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80010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and material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214630" marR="0">
              <a:lnSpc>
                <a:spcPts val="1335"/>
              </a:lnSpc>
              <a:spcBef>
                <a:spcPts val="39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on table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96023" y="5357506"/>
            <a:ext cx="1063078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 i="1">
                <a:solidFill>
                  <a:srgbClr val="000000"/>
                </a:solidFill>
                <a:latin typeface="HVVBMV+Helvetica-BoldOblique" panose="020B0704020202090204"/>
                <a:cs typeface="HVVBMV+Helvetica-BoldOblique" panose="020B0704020202090204"/>
              </a:rPr>
              <a:t>Registering</a:t>
            </a:r>
            <a:endParaRPr sz="1200" b="1" i="1">
              <a:solidFill>
                <a:srgbClr val="000000"/>
              </a:solidFill>
              <a:latin typeface="HVVBMV+Helvetica-BoldOblique" panose="020B0704020202090204"/>
              <a:cs typeface="HVVBMV+Helvetica-BoldOblique" panose="020B070402020209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28383" y="5627190"/>
            <a:ext cx="1366952" cy="398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i="1">
                <a:solidFill>
                  <a:srgbClr val="000000"/>
                </a:solidFill>
                <a:latin typeface="LSHAAG+Helvetica-Oblique" panose="020B0604020202090204"/>
                <a:cs typeface="LSHAAG+Helvetica-Oblique" panose="020B0604020202090204"/>
              </a:rPr>
              <a:t>Exit / print badge</a:t>
            </a:r>
            <a:endParaRPr sz="1200" i="1">
              <a:solidFill>
                <a:srgbClr val="000000"/>
              </a:solidFill>
              <a:latin typeface="LSHAAG+Helvetica-Oblique" panose="020B0604020202090204"/>
              <a:cs typeface="LSHAAG+Helvetica-Oblique" panose="020B060402020209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7441" y="6200266"/>
            <a:ext cx="1240286" cy="617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Giving course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  <a:p>
            <a:pPr marL="215265" marR="0">
              <a:lnSpc>
                <a:spcPts val="1335"/>
              </a:lnSpc>
              <a:spcBef>
                <a:spcPts val="44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DUHJGG+Helvetica-Bold" panose="020B0704020202020204"/>
                <a:cs typeface="DUHJGG+Helvetica-Bold" panose="020B0704020202020204"/>
              </a:rPr>
              <a:t>material</a:t>
            </a:r>
            <a:endParaRPr sz="1200" b="1">
              <a:solidFill>
                <a:srgbClr val="000000"/>
              </a:solidFill>
              <a:latin typeface="DUHJGG+Helvetica-Bold" panose="020B0704020202020204"/>
              <a:cs typeface="DUHJGG+Helvetica-Bold" panose="020B07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AGKQM+CMR7" panose="02000500000000000000"/>
                <a:cs typeface="DAGKQM+CMR7" panose="02000500000000000000"/>
              </a:rPr>
              <a:t>215</a:t>
            </a:r>
            <a:endParaRPr sz="1450">
              <a:solidFill>
                <a:srgbClr val="000000"/>
              </a:solidFill>
              <a:latin typeface="DAGKQM+CMR7" panose="02000500000000000000"/>
              <a:cs typeface="DAGKQM+CMR7" panose="02000500000000000000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64561"/>
            <a:ext cx="5867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OCJGPA+CMBX12~c" panose="02000500000000000000"/>
                <a:cs typeface="OCJGPA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OCJGPA+CMBX12~c" panose="02000500000000000000"/>
                <a:cs typeface="OCJGPA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OCJGPA+CMBX12~c" panose="02000500000000000000"/>
                <a:cs typeface="OCJGPA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OCJGPA+CMBX12~c" panose="02000500000000000000"/>
                <a:cs typeface="OCJGPA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OCJGPA+CMBX12~c" panose="02000500000000000000"/>
              <a:cs typeface="OCJGP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37121"/>
            <a:ext cx="4090932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Desired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emergent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behavior</a:t>
            </a:r>
            <a:endParaRPr sz="2050">
              <a:solidFill>
                <a:srgbClr val="000000"/>
              </a:solidFill>
              <a:latin typeface="HECBMJ+CMBX10" panose="02000500000000000000"/>
              <a:cs typeface="HECBMJ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517113"/>
            <a:ext cx="107122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8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Event</a:t>
            </a:r>
            <a:endParaRPr sz="2050" spc="-18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8429" y="2518637"/>
            <a:ext cx="20359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action</a:t>
            </a:r>
            <a:endParaRPr sz="2050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8429" y="2937737"/>
            <a:ext cx="5359998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If</a:t>
            </a:r>
            <a:r>
              <a:rPr sz="2050" spc="7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there</a:t>
            </a:r>
            <a:r>
              <a:rPr sz="2050" spc="7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is</a:t>
            </a:r>
            <a:r>
              <a:rPr sz="2050" spc="7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still</a:t>
            </a:r>
            <a:r>
              <a:rPr sz="2050" spc="7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room,</a:t>
            </a:r>
            <a:r>
              <a:rPr sz="2050" spc="9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the</a:t>
            </a:r>
            <a:r>
              <a:rPr sz="2050" spc="7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participant</a:t>
            </a:r>
            <a:endParaRPr sz="2050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should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be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registered</a:t>
            </a:r>
            <a:r>
              <a:rPr sz="2050" spc="2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and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a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badge</a:t>
            </a:r>
            <a:r>
              <a:rPr sz="20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should</a:t>
            </a:r>
            <a:endParaRPr sz="2050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73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printed.</a:t>
            </a:r>
            <a:endParaRPr sz="2050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3123666"/>
            <a:ext cx="2724719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E10</a:t>
            </a:r>
            <a:r>
              <a:rPr sz="2050" spc="3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Unexpected</a:t>
            </a:r>
            <a:endParaRPr sz="2050" spc="19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participant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TIEA+CMR10" panose="02000500000000000000"/>
                <a:cs typeface="METIEA+CMR10" panose="02000500000000000000"/>
              </a:rPr>
              <a:t>arrives</a:t>
            </a:r>
            <a:endParaRPr sz="2050">
              <a:solidFill>
                <a:srgbClr val="000000"/>
              </a:solidFill>
              <a:latin typeface="METIEA+CMR10" panose="02000500000000000000"/>
              <a:cs typeface="METIEA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4650653"/>
            <a:ext cx="6371423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Embedding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the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system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in</a:t>
            </a:r>
            <a:r>
              <a:rPr sz="20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its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ECBMJ+CMBX10" panose="02000500000000000000"/>
                <a:cs typeface="HECBMJ+CMBX10" panose="02000500000000000000"/>
              </a:rPr>
              <a:t>environment</a:t>
            </a:r>
            <a:endParaRPr sz="2050">
              <a:solidFill>
                <a:srgbClr val="000000"/>
              </a:solidFill>
              <a:latin typeface="HECBMJ+CMBX10" panose="02000500000000000000"/>
              <a:cs typeface="HECBMJ+CMBX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4520" y="5609114"/>
            <a:ext cx="4704754" cy="47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397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participation request,,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Unexpected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1429" y="5841328"/>
            <a:ext cx="1649608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confirm</a:t>
            </a:r>
            <a:r>
              <a:rPr sz="1250" spc="11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registration,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0682" y="5841320"/>
            <a:ext cx="550861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print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02636" y="5894909"/>
            <a:ext cx="979854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participant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8972" y="6073542"/>
            <a:ext cx="1774548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inform</a:t>
            </a:r>
            <a:r>
              <a:rPr sz="1250" spc="12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of impossibility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3563" y="6073534"/>
            <a:ext cx="685172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badge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32292" y="6127125"/>
            <a:ext cx="720496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arrives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5006" y="6144989"/>
            <a:ext cx="1480028" cy="649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Registration desk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  <a:p>
            <a:pPr marL="267970" marR="0">
              <a:lnSpc>
                <a:spcPts val="1415"/>
              </a:lnSpc>
              <a:spcBef>
                <a:spcPts val="41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personnel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37118" y="6252165"/>
            <a:ext cx="953007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Employee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38898" y="6252165"/>
            <a:ext cx="488272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TIS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66950" y="6252165"/>
            <a:ext cx="711625" cy="417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UFCQK+Helvetica" panose="020B0604020202020204"/>
                <a:cs typeface="SUFCQK+Helvetica" panose="020B0604020202020204"/>
              </a:rPr>
              <a:t>Printer</a:t>
            </a:r>
            <a:endParaRPr sz="1250">
              <a:solidFill>
                <a:srgbClr val="000000"/>
              </a:solidFill>
              <a:latin typeface="SUFCQK+Helvetica" panose="020B0604020202020204"/>
              <a:cs typeface="SUFCQK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TNBQ+CMR7" panose="02000500000000000000"/>
                <a:cs typeface="MKTNBQ+CMR7" panose="02000500000000000000"/>
              </a:rPr>
              <a:t>216</a:t>
            </a:r>
            <a:endParaRPr sz="1450">
              <a:solidFill>
                <a:srgbClr val="000000"/>
              </a:solidFill>
              <a:latin typeface="MKTNBQ+CMR7" panose="02000500000000000000"/>
              <a:cs typeface="MKTNBQ+CMR7" panose="0200050000000000000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19425"/>
            <a:ext cx="6923910" cy="161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HPNVJH+CMBX12~c" panose="02000500000000000000"/>
                <a:cs typeface="HPNVJH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PNVJH+CMBX12~c" panose="02000500000000000000"/>
                <a:cs typeface="HPNVJH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HPNVJH+CMBX12~c" panose="02000500000000000000"/>
                <a:cs typeface="HPNVJH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HPNVJH+CMBX12~c" panose="02000500000000000000"/>
                <a:cs typeface="HPNVJH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HPNVJH+CMBX12~c" panose="02000500000000000000"/>
              <a:cs typeface="HPNVJH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134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HBAKA+CMBX10" panose="02000500000000000000"/>
                <a:cs typeface="FHBAKA+CMBX10" panose="02000500000000000000"/>
              </a:rPr>
              <a:t>Desired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BAKA+CMBX10" panose="02000500000000000000"/>
                <a:cs typeface="FHBAKA+CMBX10" panose="02000500000000000000"/>
              </a:rPr>
              <a:t>stimulus-response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BAKA+CMBX10" panose="02000500000000000000"/>
                <a:cs typeface="FHBAKA+CMBX10" panose="02000500000000000000"/>
              </a:rPr>
              <a:t>behavior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BAKA+CMBX10" panose="02000500000000000000"/>
                <a:cs typeface="FHBAKA+CMBX10" panose="02000500000000000000"/>
              </a:rPr>
              <a:t>of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BAKA+CMBX10" panose="02000500000000000000"/>
                <a:cs typeface="FHBAKA+CMBX10" panose="02000500000000000000"/>
              </a:rPr>
              <a:t>system</a:t>
            </a:r>
            <a:endParaRPr sz="2050">
              <a:solidFill>
                <a:srgbClr val="000000"/>
              </a:solidFill>
              <a:latin typeface="FHBAKA+CMBX10" panose="02000500000000000000"/>
              <a:cs typeface="FHBAKA+CMBX10" panose="02000500000000000000"/>
            </a:endParaRPr>
          </a:p>
          <a:p>
            <a:pPr marL="2026920" marR="0">
              <a:lnSpc>
                <a:spcPts val="1655"/>
              </a:lnSpc>
              <a:spcBef>
                <a:spcPts val="185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Current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0993" y="2260377"/>
            <a:ext cx="1217664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Response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283237"/>
            <a:ext cx="1170213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Stimulus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941" y="2281713"/>
            <a:ext cx="1331172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Next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state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1189" y="2428018"/>
            <a:ext cx="786250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state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0993" y="2764821"/>
            <a:ext cx="1866279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Allocate</a:t>
            </a:r>
            <a:r>
              <a:rPr sz="16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partic-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0995" y="3058953"/>
            <a:ext cx="1868654" cy="1112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ipant,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r>
              <a:rPr sz="1650" spc="14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registration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desk</a:t>
            </a:r>
            <a:r>
              <a:rPr sz="1650" spc="28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person-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7799" y="3058953"/>
            <a:ext cx="952305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inform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1189" y="3080289"/>
            <a:ext cx="1298901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According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0941" y="3205257"/>
            <a:ext cx="1015284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System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1189" y="3374422"/>
            <a:ext cx="512499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7313" y="3374422"/>
            <a:ext cx="623973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1" y="3499390"/>
            <a:ext cx="1867772" cy="1112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IEMJW+CMBX8" panose="02000500000000000000"/>
                <a:cs typeface="PIEMJW+CMBX8" panose="02000500000000000000"/>
              </a:rPr>
              <a:t>S10</a:t>
            </a:r>
            <a:r>
              <a:rPr sz="165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Request</a:t>
            </a:r>
            <a:r>
              <a:rPr sz="1650" spc="2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register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partici-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 spc="-18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pant</a:t>
            </a:r>
            <a:r>
              <a:rPr sz="16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is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entered.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0941" y="3499390"/>
            <a:ext cx="1120670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contains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1189" y="3668554"/>
            <a:ext cx="1479860" cy="1406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data</a:t>
            </a:r>
            <a:r>
              <a:rPr sz="1650" spc="5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of</a:t>
            </a:r>
            <a:r>
              <a:rPr sz="1650" spc="5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system,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there</a:t>
            </a:r>
            <a:r>
              <a:rPr sz="16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is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still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room.</a:t>
            </a:r>
            <a:endParaRPr sz="1650" spc="12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0941" y="3793522"/>
            <a:ext cx="1480697" cy="1112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updated</a:t>
            </a:r>
            <a:r>
              <a:rPr sz="16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list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of</a:t>
            </a:r>
            <a:r>
              <a:rPr sz="1650" spc="17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partici-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pants.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0994" y="3942875"/>
            <a:ext cx="1868358" cy="81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nel,</a:t>
            </a:r>
            <a:r>
              <a:rPr sz="1650" spc="13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and</a:t>
            </a:r>
            <a:r>
              <a:rPr sz="1650" spc="1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send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badge</a:t>
            </a:r>
            <a:r>
              <a:rPr sz="1650" spc="12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printing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0994" y="4531139"/>
            <a:ext cx="1255655" cy="81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command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printer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06488" y="4531139"/>
            <a:ext cx="512499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71189" y="5192554"/>
            <a:ext cx="1298901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According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0993" y="5317522"/>
            <a:ext cx="3490217" cy="81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Inform</a:t>
            </a:r>
            <a:r>
              <a:rPr sz="1650" spc="8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r>
              <a:rPr sz="1650" spc="8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reg-</a:t>
            </a:r>
            <a:r>
              <a:rPr sz="1650" spc="20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System</a:t>
            </a:r>
            <a:r>
              <a:rPr sz="16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con-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istration</a:t>
            </a:r>
            <a:r>
              <a:rPr sz="1650" spc="19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desk</a:t>
            </a:r>
            <a:r>
              <a:rPr sz="1650" spc="20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tains</a:t>
            </a:r>
            <a:r>
              <a:rPr sz="1650" spc="1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same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1189" y="5486686"/>
            <a:ext cx="1478900" cy="1406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to</a:t>
            </a:r>
            <a:r>
              <a:rPr sz="1650" spc="4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data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of</a:t>
            </a:r>
            <a:r>
              <a:rPr sz="1650" spc="8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</a:t>
            </a:r>
            <a:r>
              <a:rPr sz="1650" spc="7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sys-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tem,</a:t>
            </a:r>
            <a:r>
              <a:rPr sz="1650" spc="14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there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is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no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room.</a:t>
            </a:r>
            <a:endParaRPr sz="1650" spc="12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0993" y="5907310"/>
            <a:ext cx="1236559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personnel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6276" y="5905786"/>
            <a:ext cx="1973330" cy="81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of</a:t>
            </a:r>
            <a:r>
              <a:rPr sz="1650" spc="20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list</a:t>
            </a:r>
            <a:r>
              <a:rPr sz="1650" spc="7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of</a:t>
            </a:r>
            <a:r>
              <a:rPr sz="1650" spc="7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par-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  <a:p>
            <a:pPr marL="494665" marR="0">
              <a:lnSpc>
                <a:spcPts val="1655"/>
              </a:lnSpc>
              <a:spcBef>
                <a:spcPts val="6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ticipants.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50993" y="6201443"/>
            <a:ext cx="1611068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GMQBG+CMR8" panose="02000500000000000000"/>
                <a:cs typeface="AGMQBG+CMR8" panose="02000500000000000000"/>
              </a:rPr>
              <a:t>impossibility.</a:t>
            </a:r>
            <a:endParaRPr sz="1650">
              <a:solidFill>
                <a:srgbClr val="000000"/>
              </a:solidFill>
              <a:latin typeface="AGMQBG+CMR8" panose="02000500000000000000"/>
              <a:cs typeface="AGMQBG+CMR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WIAJP+CMR7" panose="02000500000000000000"/>
                <a:cs typeface="DWIAJP+CMR7" panose="02000500000000000000"/>
              </a:rPr>
              <a:t>217</a:t>
            </a:r>
            <a:endParaRPr sz="1450">
              <a:solidFill>
                <a:srgbClr val="000000"/>
              </a:solidFill>
              <a:latin typeface="DWIAJP+CMR7" panose="02000500000000000000"/>
              <a:cs typeface="DWIAJP+CMR7" panose="02000500000000000000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211877"/>
            <a:ext cx="5867238" cy="121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MNPSBB+CMBX12~c" panose="02000500000000000000"/>
                <a:cs typeface="MNPSBB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NPSBB+CMBX12~c" panose="02000500000000000000"/>
                <a:cs typeface="MNPSBB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MNPSBB+CMBX12~c" panose="02000500000000000000"/>
                <a:cs typeface="MNPSBB+CMBX12~c" panose="02000500000000000000"/>
              </a:rPr>
              <a:t>Training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MNPSBB+CMBX12~c" panose="02000500000000000000"/>
                <a:cs typeface="MNPSBB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MNPSBB+CMBX12~c" panose="02000500000000000000"/>
              <a:cs typeface="MNPSBB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13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AREPV+CMBX10" panose="02000500000000000000"/>
                <a:cs typeface="GAREPV+CMBX10" panose="02000500000000000000"/>
              </a:rPr>
              <a:t>Question</a:t>
            </a:r>
            <a:endParaRPr sz="2050">
              <a:solidFill>
                <a:srgbClr val="000000"/>
              </a:solidFill>
              <a:latin typeface="GAREPV+CMBX10" panose="02000500000000000000"/>
              <a:cs typeface="GAREPV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4196561"/>
            <a:ext cx="788082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TCCL+CMSY10~25" panose="02000500000000000000"/>
                <a:cs typeface="NPTC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Which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assumptions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did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make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TPPTR+CMR10" panose="02000500000000000000"/>
                <a:cs typeface="UTPPTR+CMR10" panose="02000500000000000000"/>
              </a:rPr>
              <a:t>environment?</a:t>
            </a:r>
            <a:endParaRPr sz="2050">
              <a:solidFill>
                <a:srgbClr val="000000"/>
              </a:solidFill>
              <a:latin typeface="UTPPTR+CMR10" panose="02000500000000000000"/>
              <a:cs typeface="UTPPT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EGKFI+CMR7" panose="02000500000000000000"/>
                <a:cs typeface="QEGKFI+CMR7" panose="02000500000000000000"/>
              </a:rPr>
              <a:t>218</a:t>
            </a:r>
            <a:endParaRPr sz="1450">
              <a:solidFill>
                <a:srgbClr val="000000"/>
              </a:solidFill>
              <a:latin typeface="QEGKFI+CMR7" panose="02000500000000000000"/>
              <a:cs typeface="QEGKFI+CMR7" panose="02000500000000000000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1997249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UVJNME+CMBX12~c" panose="02000500000000000000"/>
                <a:cs typeface="UVJNME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VJNME+CMBX12~c" panose="02000500000000000000"/>
                <a:cs typeface="UVJNME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UVJNME+CMBX12~c" panose="02000500000000000000"/>
                <a:cs typeface="UVJNME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VJNME+CMBX12~c" panose="02000500000000000000"/>
                <a:cs typeface="UVJNME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UVJNME+CMBX12~c" panose="02000500000000000000"/>
              <a:cs typeface="UVJNME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8" y="2469809"/>
            <a:ext cx="7260713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Business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goal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tree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of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pasteurization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MGNFN+CMBX10" panose="02000500000000000000"/>
                <a:cs typeface="UMGNFN+CMBX10" panose="02000500000000000000"/>
              </a:rPr>
              <a:t>department</a:t>
            </a:r>
            <a:endParaRPr sz="2050">
              <a:solidFill>
                <a:srgbClr val="000000"/>
              </a:solidFill>
              <a:latin typeface="UMGNFN+CMBX10" panose="02000500000000000000"/>
              <a:cs typeface="UMGNFN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9419" y="3471286"/>
            <a:ext cx="1790677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Juice pasteurization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377" y="3953309"/>
            <a:ext cx="999757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Efficiency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1100" y="3953309"/>
            <a:ext cx="1289198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Effectiveness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799" y="4512460"/>
            <a:ext cx="1212131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Fast change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678" y="4531741"/>
            <a:ext cx="1622006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Short set−up time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2497" y="4531740"/>
            <a:ext cx="3215651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Pasteurization</a:t>
            </a:r>
            <a:r>
              <a:rPr sz="1350" spc="382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 </a:t>
            </a: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Improved traceability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2261" y="4763112"/>
            <a:ext cx="1009423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of recipes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15335" y="4994483"/>
            <a:ext cx="2140464" cy="70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Initialization of controller</a:t>
            </a:r>
            <a:endParaRPr sz="1350" i="1">
              <a:solidFill>
                <a:srgbClr val="000000"/>
              </a:solidFill>
              <a:latin typeface="KSDPSB+Helvetica-Oblique" panose="020B0604020202090204"/>
              <a:cs typeface="KSDPSB+Helvetica-Oblique" panose="020B0604020202090204"/>
            </a:endParaRPr>
          </a:p>
          <a:p>
            <a:pPr marL="487045" marR="0">
              <a:lnSpc>
                <a:spcPts val="1525"/>
              </a:lnSpc>
              <a:spcBef>
                <a:spcPts val="495"/>
              </a:spcBef>
              <a:spcAft>
                <a:spcPct val="0"/>
              </a:spcAft>
            </a:pP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by</a:t>
            </a:r>
            <a:r>
              <a:rPr sz="1350" i="1" spc="384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 </a:t>
            </a: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software</a:t>
            </a:r>
            <a:endParaRPr sz="1350" i="1">
              <a:solidFill>
                <a:srgbClr val="000000"/>
              </a:solidFill>
              <a:latin typeface="KSDPSB+Helvetica-Oblique" panose="020B0604020202090204"/>
              <a:cs typeface="KSDPSB+Helvetica-Oblique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4548" y="4994483"/>
            <a:ext cx="1472598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Heating a</a:t>
            </a:r>
            <a:r>
              <a:rPr sz="1350" i="1" spc="14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 </a:t>
            </a: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batch</a:t>
            </a:r>
            <a:endParaRPr sz="1350" i="1">
              <a:solidFill>
                <a:srgbClr val="000000"/>
              </a:solidFill>
              <a:latin typeface="KSDPSB+Helvetica-Oblique" panose="020B0604020202090204"/>
              <a:cs typeface="KSDPSB+Helvetica-Oblique" panose="020B06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40574" y="5013764"/>
            <a:ext cx="1192697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Maintain log</a:t>
            </a:r>
            <a:endParaRPr sz="1350" i="1">
              <a:solidFill>
                <a:srgbClr val="000000"/>
              </a:solidFill>
              <a:latin typeface="KSDPSB+Helvetica-Oblique" panose="020B0604020202090204"/>
              <a:cs typeface="KSDPSB+Helvetica-Oblique" panose="020B06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0132" y="5187295"/>
            <a:ext cx="1433728" cy="70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Maintain recipe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  <a:p>
            <a:pPr marL="231140" marR="0">
              <a:lnSpc>
                <a:spcPts val="152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OHCPBE+Helvetica" panose="020B0604020202020204"/>
                <a:cs typeface="OHCPBE+Helvetica" panose="020B0604020202020204"/>
              </a:rPr>
              <a:t>database</a:t>
            </a:r>
            <a:endParaRPr sz="1350">
              <a:solidFill>
                <a:srgbClr val="000000"/>
              </a:solidFill>
              <a:latin typeface="OHCPBE+Helvetica" panose="020B0604020202020204"/>
              <a:cs typeface="OHCPBE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29260" y="5245135"/>
            <a:ext cx="1723174" cy="451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5"/>
              </a:lnSpc>
              <a:spcBef>
                <a:spcPct val="0"/>
              </a:spcBef>
              <a:spcAft>
                <a:spcPct val="0"/>
              </a:spcAft>
            </a:pPr>
            <a:r>
              <a:rPr sz="1350" i="1">
                <a:solidFill>
                  <a:srgbClr val="000000"/>
                </a:solidFill>
                <a:latin typeface="KSDPSB+Helvetica-Oblique" panose="020B0604020202090204"/>
                <a:cs typeface="KSDPSB+Helvetica-Oblique" panose="020B0604020202090204"/>
              </a:rPr>
              <a:t>according to recipe</a:t>
            </a:r>
            <a:endParaRPr sz="1350" i="1">
              <a:solidFill>
                <a:srgbClr val="000000"/>
              </a:solidFill>
              <a:latin typeface="KSDPSB+Helvetica-Oblique" panose="020B0604020202090204"/>
              <a:cs typeface="KSDPSB+Helvetica-Oblique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GRSSB+CMR7" panose="02000500000000000000"/>
                <a:cs typeface="KGRSSB+CMR7" panose="02000500000000000000"/>
              </a:rPr>
              <a:t>219</a:t>
            </a:r>
            <a:endParaRPr sz="1450">
              <a:solidFill>
                <a:srgbClr val="000000"/>
              </a:solidFill>
              <a:latin typeface="KGRSSB+CMR7" panose="02000500000000000000"/>
              <a:cs typeface="KGRSSB+CMR7" panose="02000500000000000000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70173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FWAVSB+CMBX12~c" panose="02000500000000000000"/>
                <a:cs typeface="FWAVSB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WAVSB+CMBX12~c" panose="02000500000000000000"/>
                <a:cs typeface="FWAVSB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FWAVSB+CMBX12~c" panose="02000500000000000000"/>
                <a:cs typeface="FWAVSB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WAVSB+CMBX12~c" panose="02000500000000000000"/>
                <a:cs typeface="FWAVSB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FWAVSB+CMBX12~c" panose="02000500000000000000"/>
              <a:cs typeface="FWAVS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242733"/>
            <a:ext cx="2864792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WJJUOV+CMBX10" panose="02000500000000000000"/>
                <a:cs typeface="WJJUOV+CMBX10" panose="02000500000000000000"/>
              </a:rPr>
              <a:t>Operator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WJJUOV+CMBX10" panose="02000500000000000000"/>
                <a:cs typeface="WJJUOV+CMBX10" panose="02000500000000000000"/>
              </a:rPr>
              <a:t>workﬂow</a:t>
            </a:r>
            <a:endParaRPr sz="2050" spc="-13">
              <a:solidFill>
                <a:srgbClr val="000000"/>
              </a:solidFill>
              <a:latin typeface="WJJUOV+CMBX10" panose="02000500000000000000"/>
              <a:cs typeface="WJJUOV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5057" y="3204061"/>
            <a:ext cx="762902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time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to</a:t>
            </a:r>
            <a:endParaRPr sz="135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7537" y="3316392"/>
            <a:ext cx="819185" cy="688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/</a:t>
            </a:r>
            <a:r>
              <a:rPr sz="1350" spc="-12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</a:t>
            </a: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create</a:t>
            </a:r>
            <a:endParaRPr sz="1350" spc="-1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  <a:p>
            <a:pPr marL="74930" marR="0">
              <a:lnSpc>
                <a:spcPts val="1480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1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batch</a:t>
            </a:r>
            <a:endParaRPr sz="1350" spc="-11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406" y="3447467"/>
            <a:ext cx="1278156" cy="688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start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</a:t>
            </a:r>
            <a:r>
              <a:rPr sz="1350" spc="-11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heating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/</a:t>
            </a:r>
            <a:endParaRPr sz="135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  <a:p>
            <a:pPr marL="46990" marR="0">
              <a:lnSpc>
                <a:spcPts val="1480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start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</a:t>
            </a:r>
            <a:r>
              <a:rPr sz="1350" spc="-11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heating</a:t>
            </a:r>
            <a:endParaRPr sz="1350" spc="-11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0411" y="3709584"/>
            <a:ext cx="837697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3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Wait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 </a:t>
            </a: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for</a:t>
            </a:r>
            <a:endParaRPr sz="1350" spc="-1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8241" y="3765757"/>
            <a:ext cx="594337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3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[OK]</a:t>
            </a:r>
            <a:endParaRPr sz="1350" spc="-13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4567" y="3803201"/>
            <a:ext cx="585146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1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data</a:t>
            </a:r>
            <a:endParaRPr sz="1350" spc="-11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3154" y="3840648"/>
            <a:ext cx="1062853" cy="688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i="1" spc="-12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Batch</a:t>
            </a:r>
            <a:r>
              <a:rPr sz="1350" i="1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 </a:t>
            </a:r>
            <a:r>
              <a:rPr sz="1350" i="1" spc="-11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data</a:t>
            </a:r>
            <a:endParaRPr sz="1350" i="1" spc="-11">
              <a:solidFill>
                <a:srgbClr val="000000"/>
              </a:solidFill>
              <a:latin typeface="LGRWKA+Helvetica-Oblique" panose="020B0604020202090204"/>
              <a:cs typeface="LGRWKA+Helvetica-Oblique" panose="020B0604020202090204"/>
            </a:endParaRPr>
          </a:p>
          <a:p>
            <a:pPr marL="121920" marR="0">
              <a:lnSpc>
                <a:spcPts val="1480"/>
              </a:lnSpc>
              <a:spcBef>
                <a:spcPts val="435"/>
              </a:spcBef>
              <a:spcAft>
                <a:spcPct val="0"/>
              </a:spcAft>
            </a:pPr>
            <a:r>
              <a:rPr sz="1350" i="1" spc="-11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created</a:t>
            </a:r>
            <a:endParaRPr sz="1350" i="1" spc="-11">
              <a:solidFill>
                <a:srgbClr val="000000"/>
              </a:solidFill>
              <a:latin typeface="LGRWKA+Helvetica-Oblique" panose="020B0604020202090204"/>
              <a:cs typeface="LGRWKA+Helvetica-Oblique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1452" y="3840648"/>
            <a:ext cx="734815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4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Check</a:t>
            </a:r>
            <a:endParaRPr sz="1350" spc="-14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9907" y="3840648"/>
            <a:ext cx="837995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i="1" spc="-11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Heating</a:t>
            </a:r>
            <a:endParaRPr sz="1350" i="1" spc="-11">
              <a:solidFill>
                <a:srgbClr val="000000"/>
              </a:solidFill>
              <a:latin typeface="LGRWKA+Helvetica-Oblique" panose="020B0604020202090204"/>
              <a:cs typeface="LGRWKA+Helvetica-Oblique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7282" y="3952989"/>
            <a:ext cx="1044109" cy="688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1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production</a:t>
            </a:r>
            <a:endParaRPr sz="1350" spc="-11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  <a:p>
            <a:pPr marL="229235" marR="0">
              <a:lnSpc>
                <a:spcPts val="1480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start</a:t>
            </a:r>
            <a:endParaRPr sz="1350" spc="-1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96843" y="4084054"/>
            <a:ext cx="1044109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3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equipment</a:t>
            </a:r>
            <a:endParaRPr sz="1350" spc="-13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43624" y="4084054"/>
            <a:ext cx="950456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i="1" spc="-10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the </a:t>
            </a:r>
            <a:r>
              <a:rPr sz="1350" i="1" spc="-11">
                <a:solidFill>
                  <a:srgbClr val="000000"/>
                </a:solidFill>
                <a:latin typeface="LGRWKA+Helvetica-Oblique" panose="020B0604020202090204"/>
                <a:cs typeface="LGRWKA+Helvetica-Oblique" panose="020B0604020202090204"/>
              </a:rPr>
              <a:t>batch</a:t>
            </a:r>
            <a:endParaRPr sz="1350" i="1" spc="-11">
              <a:solidFill>
                <a:srgbClr val="000000"/>
              </a:solidFill>
              <a:latin typeface="LGRWKA+Helvetica-Oblique" panose="020B0604020202090204"/>
              <a:cs typeface="LGRWKA+Helvetica-Oblique" panose="020B06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9309" y="4327465"/>
            <a:ext cx="594337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3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[KO]</a:t>
            </a:r>
            <a:endParaRPr sz="1350" spc="-13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42834" y="4552140"/>
            <a:ext cx="931529" cy="44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finished </a:t>
            </a:r>
            <a:r>
              <a:rPr sz="135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/</a:t>
            </a:r>
            <a:endParaRPr sz="135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3300" y="4683205"/>
            <a:ext cx="1090762" cy="688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" marR="0">
              <a:lnSpc>
                <a:spcPts val="1480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2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Premature</a:t>
            </a:r>
            <a:endParaRPr sz="1350" spc="-12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  <a:p>
            <a:pPr marL="0" marR="0">
              <a:lnSpc>
                <a:spcPts val="1480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KDVMDB+Helvetica" panose="020B0604020202020204"/>
                <a:cs typeface="KDVMDB+Helvetica" panose="020B0604020202020204"/>
              </a:rPr>
              <a:t>termination</a:t>
            </a:r>
            <a:endParaRPr sz="1350" spc="-10">
              <a:solidFill>
                <a:srgbClr val="000000"/>
              </a:solidFill>
              <a:latin typeface="KDVMDB+Helvetica" panose="020B0604020202020204"/>
              <a:cs typeface="KDVMDB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ASSVB+CMR7" panose="02000500000000000000"/>
                <a:cs typeface="RASSVB+CMR7" panose="02000500000000000000"/>
              </a:rPr>
              <a:t>220</a:t>
            </a:r>
            <a:endParaRPr sz="1450">
              <a:solidFill>
                <a:srgbClr val="000000"/>
              </a:solidFill>
              <a:latin typeface="RASSVB+CMR7" panose="02000500000000000000"/>
              <a:cs typeface="RASSVB+CMR7" panose="0200050000000000000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18457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ADHREK+CMBX12~c" panose="02000500000000000000"/>
                <a:cs typeface="ADHREK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DHREK+CMBX12~c" panose="02000500000000000000"/>
                <a:cs typeface="ADHREK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ADHREK+CMBX12~c" panose="02000500000000000000"/>
                <a:cs typeface="ADHREK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ADHREK+CMBX12~c" panose="02000500000000000000"/>
                <a:cs typeface="ADHREK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ADHREK+CMBX12~c" panose="02000500000000000000"/>
              <a:cs typeface="ADHRE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991017"/>
            <a:ext cx="601441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Embedding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the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controller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in</a:t>
            </a:r>
            <a:r>
              <a:rPr sz="20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its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IHVU+CMBX10" panose="02000500000000000000"/>
                <a:cs typeface="QMIHVU+CMBX10" panose="02000500000000000000"/>
              </a:rPr>
              <a:t>context</a:t>
            </a:r>
            <a:endParaRPr sz="2050">
              <a:solidFill>
                <a:srgbClr val="000000"/>
              </a:solidFill>
              <a:latin typeface="QMIHVU+CMBX10" panose="02000500000000000000"/>
              <a:cs typeface="QMIHVU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3235" y="4105257"/>
            <a:ext cx="1538779" cy="53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Thermometer</a:t>
            </a:r>
            <a:endParaRPr sz="1600" spc="11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1958" y="4310870"/>
            <a:ext cx="2844429" cy="671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4665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Heating</a:t>
            </a:r>
            <a:endParaRPr sz="1600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  <a:p>
            <a:pPr marL="0" marR="0">
              <a:lnSpc>
                <a:spcPts val="108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Operator</a:t>
            </a:r>
            <a:endParaRPr sz="1600" spc="10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5045" y="4447954"/>
            <a:ext cx="1459111" cy="53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Heating tank</a:t>
            </a:r>
            <a:endParaRPr sz="1600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8332" y="4607866"/>
            <a:ext cx="1150443" cy="53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controller</a:t>
            </a:r>
            <a:endParaRPr sz="1600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0229" y="4790638"/>
            <a:ext cx="921940" cy="53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LEKIQ+Helvetica" panose="020B0604020202020204"/>
                <a:cs typeface="WLEKIQ+Helvetica" panose="020B0604020202020204"/>
              </a:rPr>
              <a:t>Heater</a:t>
            </a:r>
            <a:endParaRPr sz="1600" spc="10">
              <a:solidFill>
                <a:srgbClr val="000000"/>
              </a:solidFill>
              <a:latin typeface="WLEKIQ+Helvetica" panose="020B0604020202020204"/>
              <a:cs typeface="WLEKI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REDOK+CMR7" panose="02000500000000000000"/>
                <a:cs typeface="UREDOK+CMR7" panose="02000500000000000000"/>
              </a:rPr>
              <a:t>221</a:t>
            </a:r>
            <a:endParaRPr sz="1450">
              <a:solidFill>
                <a:srgbClr val="000000"/>
              </a:solidFill>
              <a:latin typeface="UREDOK+CMR7" panose="02000500000000000000"/>
              <a:cs typeface="UREDOK+CMR7" panose="02000500000000000000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13329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TBPOFK+CMBX12~c" panose="02000500000000000000"/>
                <a:cs typeface="TBPOFK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BPOFK+CMBX12~c" panose="02000500000000000000"/>
                <a:cs typeface="TBPOFK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TBPOFK+CMBX12~c" panose="02000500000000000000"/>
                <a:cs typeface="TBPOFK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BPOFK+CMBX12~c" panose="02000500000000000000"/>
                <a:cs typeface="TBPOFK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TBPOFK+CMBX12~c" panose="02000500000000000000"/>
              <a:cs typeface="TBPOF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85889"/>
            <a:ext cx="4090932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IGKSIR+CMBX10" panose="02000500000000000000"/>
                <a:cs typeface="IGKSIR+CMBX10" panose="02000500000000000000"/>
              </a:rPr>
              <a:t>Desired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GKSIR+CMBX10" panose="02000500000000000000"/>
                <a:cs typeface="IGKSIR+CMBX10" panose="02000500000000000000"/>
              </a:rPr>
              <a:t>emergent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GKSIR+CMBX10" panose="02000500000000000000"/>
                <a:cs typeface="IGKSIR+CMBX10" panose="02000500000000000000"/>
              </a:rPr>
              <a:t>behavior</a:t>
            </a:r>
            <a:endParaRPr sz="2050">
              <a:solidFill>
                <a:srgbClr val="000000"/>
              </a:solidFill>
              <a:latin typeface="IGKSIR+CMBX10" panose="02000500000000000000"/>
              <a:cs typeface="IGKSIR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5917" y="2756494"/>
            <a:ext cx="93057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Event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4074" y="2756494"/>
            <a:ext cx="180263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Desired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action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4312" y="3193882"/>
            <a:ext cx="6255184" cy="365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</a:t>
            </a:r>
            <a:r>
              <a:rPr sz="18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heating</a:t>
            </a:r>
            <a:r>
              <a:rPr sz="1850" spc="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process</a:t>
            </a:r>
            <a:r>
              <a:rPr sz="1850" spc="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for</a:t>
            </a:r>
            <a:r>
              <a:rPr sz="1850" spc="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heating</a:t>
            </a:r>
            <a:r>
              <a:rPr sz="1850" spc="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tanks</a:t>
            </a:r>
            <a:r>
              <a:rPr sz="18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of</a:t>
            </a:r>
            <a:r>
              <a:rPr sz="18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</a:t>
            </a:r>
            <a:r>
              <a:rPr sz="1850" spc="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is</a:t>
            </a:r>
            <a:r>
              <a:rPr sz="1850" spc="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started.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If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at</a:t>
            </a:r>
            <a:r>
              <a:rPr sz="18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start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of</a:t>
            </a:r>
            <a:r>
              <a:rPr sz="18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process,</a:t>
            </a:r>
            <a:r>
              <a:rPr sz="18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temperature</a:t>
            </a:r>
            <a:r>
              <a:rPr sz="18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tank</a:t>
            </a:r>
            <a:r>
              <a:rPr sz="18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is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45"/>
              </a:spcBef>
              <a:spcAft>
                <a:spcPct val="0"/>
              </a:spcAft>
            </a:pPr>
            <a:r>
              <a:rPr sz="1850" spc="34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too</a:t>
            </a:r>
            <a:r>
              <a:rPr sz="1850" spc="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low,</a:t>
            </a:r>
            <a:r>
              <a:rPr sz="18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heater</a:t>
            </a:r>
            <a:r>
              <a:rPr sz="18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of</a:t>
            </a:r>
            <a:r>
              <a:rPr sz="1850" spc="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that</a:t>
            </a:r>
            <a:r>
              <a:rPr sz="18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tank</a:t>
            </a:r>
            <a:r>
              <a:rPr sz="1850" spc="1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is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switched</a:t>
            </a:r>
            <a:r>
              <a:rPr sz="1850" spc="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on.</a:t>
            </a:r>
            <a:r>
              <a:rPr sz="1850" spc="3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When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during</a:t>
            </a:r>
            <a:r>
              <a:rPr sz="18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process,</a:t>
            </a:r>
            <a:r>
              <a:rPr sz="18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</a:t>
            </a:r>
            <a:r>
              <a:rPr sz="1850" spc="2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tank</a:t>
            </a:r>
            <a:r>
              <a:rPr sz="1850" spc="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becomes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5</a:t>
            </a:r>
            <a:r>
              <a:rPr sz="1850" spc="2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degrees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Celsius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-12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warmer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than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desired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temperature,</a:t>
            </a:r>
            <a:r>
              <a:rPr sz="18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its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heater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must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 spc="5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be</a:t>
            </a:r>
            <a:r>
              <a:rPr sz="18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switched</a:t>
            </a:r>
            <a:r>
              <a:rPr sz="185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oﬀ.</a:t>
            </a:r>
            <a:r>
              <a:rPr sz="1850" spc="7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When</a:t>
            </a:r>
            <a:r>
              <a:rPr sz="18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it</a:t>
            </a:r>
            <a:r>
              <a:rPr sz="185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becomes</a:t>
            </a:r>
            <a:r>
              <a:rPr sz="18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5</a:t>
            </a:r>
            <a:r>
              <a:rPr sz="18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degrees</a:t>
            </a:r>
            <a:r>
              <a:rPr sz="185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Celsius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colder</a:t>
            </a:r>
            <a:r>
              <a:rPr sz="185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than</a:t>
            </a:r>
            <a:r>
              <a:rPr sz="18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desired</a:t>
            </a:r>
            <a:r>
              <a:rPr sz="185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temperature,</a:t>
            </a:r>
            <a:r>
              <a:rPr sz="1850" spc="3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its</a:t>
            </a:r>
            <a:r>
              <a:rPr sz="18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heater</a:t>
            </a:r>
            <a:r>
              <a:rPr sz="185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must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 spc="5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be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switched</a:t>
            </a:r>
            <a:r>
              <a:rPr sz="18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on.</a:t>
            </a:r>
            <a:r>
              <a:rPr sz="1850" spc="4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When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heating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process</a:t>
            </a:r>
            <a:r>
              <a:rPr sz="18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has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lasted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45"/>
              </a:spcBef>
              <a:spcAft>
                <a:spcPct val="0"/>
              </a:spcAft>
            </a:pPr>
            <a:r>
              <a:rPr sz="1850" spc="-15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for</a:t>
            </a:r>
            <a:r>
              <a:rPr sz="18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duration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of</a:t>
            </a:r>
            <a:r>
              <a:rPr sz="18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recipe,</a:t>
            </a:r>
            <a:r>
              <a:rPr sz="1850" spc="2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heating</a:t>
            </a:r>
            <a:r>
              <a:rPr sz="18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must</a:t>
            </a:r>
            <a:r>
              <a:rPr sz="18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stop</a:t>
            </a:r>
            <a:r>
              <a:rPr sz="18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and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operator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must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be</a:t>
            </a:r>
            <a:r>
              <a:rPr sz="18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notiﬁed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this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fact.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17" y="4239346"/>
            <a:ext cx="1906658" cy="1612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Operator</a:t>
            </a:r>
            <a:r>
              <a:rPr sz="1850" spc="7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gives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 spc="1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command</a:t>
            </a:r>
            <a:r>
              <a:rPr sz="1850" spc="23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to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start</a:t>
            </a:r>
            <a:r>
              <a:rPr sz="1850" spc="2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heating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batch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PKALWA+CMSS9" panose="02000500000000000000"/>
                <a:cs typeface="PKALWA+CMSS9" panose="02000500000000000000"/>
              </a:rPr>
              <a:t>b.</a:t>
            </a:r>
            <a:endParaRPr sz="1850">
              <a:solidFill>
                <a:srgbClr val="000000"/>
              </a:solidFill>
              <a:latin typeface="PKALWA+CMSS9" panose="02000500000000000000"/>
              <a:cs typeface="PKALWA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GVORL+CMR7" panose="02000500000000000000"/>
                <a:cs typeface="BGVORL+CMR7" panose="02000500000000000000"/>
              </a:rPr>
              <a:t>222</a:t>
            </a:r>
            <a:endParaRPr sz="1450">
              <a:solidFill>
                <a:srgbClr val="000000"/>
              </a:solidFill>
              <a:latin typeface="BGVORL+CMR7" panose="02000500000000000000"/>
              <a:cs typeface="BGVORL+CMR7" panose="0200050000000000000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15793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GJUDAD+CMBX12~c" panose="02000500000000000000"/>
                <a:cs typeface="GJUDAD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JUDAD+CMBX12~c" panose="02000500000000000000"/>
                <a:cs typeface="GJUDAD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GJUDAD+CMBX12~c" panose="02000500000000000000"/>
                <a:cs typeface="GJUDAD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JUDAD+CMBX12~c" panose="02000500000000000000"/>
                <a:cs typeface="GJUDAD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GJUDAD+CMBX12~c" panose="02000500000000000000"/>
              <a:cs typeface="GJUDA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88353"/>
            <a:ext cx="625085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ELHGMW+CMBX10" panose="02000500000000000000"/>
                <a:cs typeface="ELHGMW+CMBX10" panose="02000500000000000000"/>
              </a:rPr>
              <a:t>Desired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LHGMW+CMBX10" panose="02000500000000000000"/>
                <a:cs typeface="ELHGMW+CMBX10" panose="02000500000000000000"/>
              </a:rPr>
              <a:t>emergent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LHGMW+CMBX10" panose="02000500000000000000"/>
                <a:cs typeface="ELHGMW+CMBX10" panose="02000500000000000000"/>
              </a:rPr>
              <a:t>behavior:</a:t>
            </a:r>
            <a:r>
              <a:rPr sz="2050" spc="5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LHGMW+CMBX10" panose="02000500000000000000"/>
                <a:cs typeface="ELHGMW+CMBX10" panose="02000500000000000000"/>
              </a:rPr>
              <a:t>Transactions</a:t>
            </a:r>
            <a:endParaRPr sz="2050">
              <a:solidFill>
                <a:srgbClr val="000000"/>
              </a:solidFill>
              <a:latin typeface="ELHGMW+CMBX10" panose="02000500000000000000"/>
              <a:cs typeface="ELHGMW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8429" y="2023372"/>
            <a:ext cx="186673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Subject</a:t>
            </a:r>
            <a:r>
              <a:rPr sz="1650" spc="10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domain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1241" y="2171200"/>
            <a:ext cx="84524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Event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853" y="2169676"/>
            <a:ext cx="164396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Desired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action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8429" y="2317504"/>
            <a:ext cx="76672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36" y="2721947"/>
            <a:ext cx="2681087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CWTMB+CMSSBX10~2f4" panose="02000500000000000000"/>
                <a:cs typeface="WCWTMB+CMSSBX10~2f4" panose="02000500000000000000"/>
              </a:rPr>
              <a:t>E1</a:t>
            </a:r>
            <a:r>
              <a:rPr sz="16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Operator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gives</a:t>
            </a:r>
            <a:r>
              <a:rPr sz="1650" spc="4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com-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mand</a:t>
            </a:r>
            <a:r>
              <a:rPr sz="1650" spc="9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to</a:t>
            </a:r>
            <a:r>
              <a:rPr sz="1650" spc="9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start</a:t>
            </a:r>
            <a:r>
              <a:rPr sz="1650" spc="9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6851" y="2713744"/>
            <a:ext cx="2679574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Heaters</a:t>
            </a:r>
            <a:r>
              <a:rPr sz="16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tanks</a:t>
            </a:r>
            <a:r>
              <a:rPr sz="16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</a:t>
            </a:r>
            <a:r>
              <a:rPr sz="1650" spc="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that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24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are</a:t>
            </a:r>
            <a:r>
              <a:rPr sz="16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below</a:t>
            </a:r>
            <a:r>
              <a:rPr sz="16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recipe</a:t>
            </a:r>
            <a:r>
              <a:rPr sz="16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temper-</a:t>
            </a:r>
            <a:endParaRPr sz="1650" spc="1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ature,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241" y="3666827"/>
            <a:ext cx="2679441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CWTMB+CMSSBX10~2f4" panose="02000500000000000000"/>
                <a:cs typeface="WCWTMB+CMSSBX10~2f4" panose="02000500000000000000"/>
              </a:rPr>
              <a:t>E2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5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rises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5</a:t>
            </a:r>
            <a:r>
              <a:rPr sz="1650" spc="6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degrees</a:t>
            </a:r>
            <a:r>
              <a:rPr sz="1650" spc="5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above</a:t>
            </a:r>
            <a:endParaRPr sz="1650" spc="12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48428" y="3818644"/>
            <a:ext cx="186746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juice</a:t>
            </a:r>
            <a:r>
              <a:rPr sz="16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in</a:t>
            </a:r>
            <a:r>
              <a:rPr sz="16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being</a:t>
            </a:r>
            <a:r>
              <a:rPr sz="16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16844" y="3838456"/>
            <a:ext cx="267933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1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241" y="4639139"/>
            <a:ext cx="2680190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CWTMB+CMSSBX10~2f4" panose="02000500000000000000"/>
                <a:cs typeface="WCWTMB+CMSSBX10~2f4" panose="02000500000000000000"/>
              </a:rPr>
              <a:t>E3</a:t>
            </a:r>
            <a:r>
              <a:rPr sz="16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Temperature</a:t>
            </a:r>
            <a:r>
              <a:rPr sz="16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in</a:t>
            </a:r>
            <a:r>
              <a:rPr sz="16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tank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6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falls</a:t>
            </a:r>
            <a:r>
              <a:rPr sz="1650" spc="6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5</a:t>
            </a:r>
            <a:r>
              <a:rPr sz="1650" spc="6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degrees</a:t>
            </a:r>
            <a:r>
              <a:rPr sz="1650" spc="6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below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recipe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temperature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48428" y="4790956"/>
            <a:ext cx="186746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juice</a:t>
            </a:r>
            <a:r>
              <a:rPr sz="165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in</a:t>
            </a:r>
            <a:r>
              <a:rPr sz="16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being</a:t>
            </a:r>
            <a:r>
              <a:rPr sz="16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16844" y="4810768"/>
            <a:ext cx="267933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1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heater</a:t>
            </a:r>
            <a:r>
              <a:rPr sz="1650" spc="1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1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</a:t>
            </a:r>
            <a:r>
              <a:rPr sz="1650" spc="15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98565" y="5686338"/>
            <a:ext cx="2699703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DMRSG+CMSY8" panose="02000500000000000000"/>
                <a:cs typeface="GDMRSG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Heaters</a:t>
            </a:r>
            <a:r>
              <a:rPr sz="1650" spc="4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4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</a:t>
            </a:r>
            <a:r>
              <a:rPr sz="16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that</a:t>
            </a:r>
            <a:r>
              <a:rPr sz="1650" spc="4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are</a:t>
            </a:r>
            <a:endParaRPr sz="1650" spc="-24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1239" y="5722704"/>
            <a:ext cx="2680018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CWTMB+CMSSBX10~2f4" panose="02000500000000000000"/>
                <a:cs typeface="WCWTMB+CMSSBX10~2f4" panose="02000500000000000000"/>
              </a:rPr>
              <a:t>E4</a:t>
            </a:r>
            <a:r>
              <a:rPr sz="16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heating</a:t>
            </a:r>
            <a:r>
              <a:rPr sz="16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duration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has</a:t>
            </a:r>
            <a:r>
              <a:rPr sz="1650" spc="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passed,</a:t>
            </a:r>
            <a:r>
              <a:rPr sz="16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counted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since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the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start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heating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8429" y="5894332"/>
            <a:ext cx="4293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63388" y="5894332"/>
            <a:ext cx="45308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2755" y="5894332"/>
            <a:ext cx="81543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6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being</a:t>
            </a:r>
            <a:endParaRPr sz="1650" spc="16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40879" y="5984248"/>
            <a:ext cx="220278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on,</a:t>
            </a:r>
            <a:r>
              <a:rPr sz="16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switched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oﬀ.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8428" y="6188464"/>
            <a:ext cx="99261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heated.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8566" y="6349278"/>
            <a:ext cx="2563996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DMRSG+CMSY8" panose="02000500000000000000"/>
                <a:cs typeface="GDMRSG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Operator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is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CLKAS+CMSS8" panose="02000500000000000000"/>
                <a:cs typeface="QCLKAS+CMSS8" panose="02000500000000000000"/>
              </a:rPr>
              <a:t>informed.</a:t>
            </a:r>
            <a:endParaRPr sz="1650">
              <a:solidFill>
                <a:srgbClr val="000000"/>
              </a:solidFill>
              <a:latin typeface="QCLKAS+CMSS8" panose="02000500000000000000"/>
              <a:cs typeface="QCLKAS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EQNVM+CMR7" panose="02000500000000000000"/>
                <a:cs typeface="OEQNVM+CMR7" panose="02000500000000000000"/>
              </a:rPr>
              <a:t>223</a:t>
            </a:r>
            <a:endParaRPr sz="1450">
              <a:solidFill>
                <a:srgbClr val="000000"/>
              </a:solidFill>
              <a:latin typeface="OEQNVM+CMR7" panose="02000500000000000000"/>
              <a:cs typeface="OEQNVM+CMR7" panose="02000500000000000000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14269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LTJJFT+CMBX12~c" panose="02000500000000000000"/>
                <a:cs typeface="LTJJFT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LTJJFT+CMBX12~c" panose="02000500000000000000"/>
                <a:cs typeface="LTJJFT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LTJJFT+CMBX12~c" panose="02000500000000000000"/>
                <a:cs typeface="LTJJFT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LTJJFT+CMBX12~c" panose="02000500000000000000"/>
                <a:cs typeface="LTJJFT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LTJJFT+CMBX12~c" panose="02000500000000000000"/>
              <a:cs typeface="LTJJF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85305"/>
            <a:ext cx="4381543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DPIVFS+CMBX10" panose="02000500000000000000"/>
                <a:cs typeface="DPIVFS+CMBX10" panose="02000500000000000000"/>
              </a:rPr>
              <a:t>Required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PIVFS+CMBX10" panose="02000500000000000000"/>
                <a:cs typeface="DPIVFS+CMBX10" panose="02000500000000000000"/>
              </a:rPr>
              <a:t>controller</a:t>
            </a:r>
            <a:r>
              <a:rPr sz="205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PIVFS+CMBX10" panose="02000500000000000000"/>
                <a:cs typeface="DPIVFS+CMBX10" panose="02000500000000000000"/>
              </a:rPr>
              <a:t>behavior</a:t>
            </a:r>
            <a:endParaRPr sz="2050">
              <a:solidFill>
                <a:srgbClr val="000000"/>
              </a:solidFill>
              <a:latin typeface="DPIVFS+CMBX10" panose="02000500000000000000"/>
              <a:cs typeface="DPIVFS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9809" y="2021848"/>
            <a:ext cx="1020113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Current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5471" y="2021848"/>
            <a:ext cx="118910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controller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5422" y="2021848"/>
            <a:ext cx="766726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Next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6853" y="2148340"/>
            <a:ext cx="187133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Desired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response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1" y="2168152"/>
            <a:ext cx="111857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Stimulus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38" y="2706707"/>
            <a:ext cx="2255583" cy="11188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GJDSN+CMSSBX10~2f4" panose="02000500000000000000"/>
                <a:cs typeface="GGJDSN+CMSSBX10~2f4" panose="02000500000000000000"/>
              </a:rPr>
              <a:t>S1</a:t>
            </a:r>
            <a:r>
              <a:rPr sz="1650" spc="1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Operator</a:t>
            </a:r>
            <a:r>
              <a:rPr sz="1650" spc="1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gives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command</a:t>
            </a:r>
            <a:r>
              <a:rPr sz="1650" spc="1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to</a:t>
            </a:r>
            <a:r>
              <a:rPr sz="1650" spc="12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6851" y="2710696"/>
            <a:ext cx="2256680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Switch</a:t>
            </a:r>
            <a:r>
              <a:rPr sz="16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on</a:t>
            </a:r>
            <a:r>
              <a:rPr sz="16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heaters</a:t>
            </a:r>
            <a:r>
              <a:rPr sz="16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tanks</a:t>
            </a:r>
            <a:r>
              <a:rPr sz="1650" spc="3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with</a:t>
            </a:r>
            <a:r>
              <a:rPr sz="16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low</a:t>
            </a:r>
            <a:r>
              <a:rPr sz="16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tem-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perature.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9809" y="2858524"/>
            <a:ext cx="2254891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Not</a:t>
            </a:r>
            <a:r>
              <a:rPr sz="1650" spc="8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8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</a:t>
            </a:r>
            <a:r>
              <a:rPr sz="1650" spc="8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and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not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5422" y="2878336"/>
            <a:ext cx="105835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9809" y="3683008"/>
            <a:ext cx="225390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4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</a:t>
            </a:r>
            <a:r>
              <a:rPr sz="1650" spc="4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and</a:t>
            </a:r>
            <a:r>
              <a:rPr sz="1650" spc="4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mea-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6853" y="3850648"/>
            <a:ext cx="3429289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Controller</a:t>
            </a:r>
            <a:r>
              <a:rPr sz="1650" spc="15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switches</a:t>
            </a:r>
            <a:r>
              <a:rPr sz="1650" spc="20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oﬀ</a:t>
            </a:r>
            <a:r>
              <a:rPr sz="16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the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heater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t.</a:t>
            </a:r>
            <a:r>
              <a:rPr sz="1650" spc="37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241" y="3973151"/>
            <a:ext cx="4830131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GJDSN+CMSSBX10~2f4" panose="02000500000000000000"/>
                <a:cs typeface="GGJDSN+CMSSBX10~2f4" panose="02000500000000000000"/>
              </a:rPr>
              <a:t>S2</a:t>
            </a:r>
            <a:r>
              <a:rPr sz="1650" spc="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Every</a:t>
            </a:r>
            <a:r>
              <a:rPr sz="16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60</a:t>
            </a:r>
            <a:r>
              <a:rPr sz="16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seconds.</a:t>
            </a:r>
            <a:r>
              <a:rPr sz="1650" spc="20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sured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temp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JMUCJ+CMMI8" panose="02000500000000000000"/>
                <a:cs typeface="WJMUCJ+CMMI8" panose="02000500000000000000"/>
              </a:rPr>
              <a:t>&gt;</a:t>
            </a:r>
            <a:r>
              <a:rPr sz="1650" spc="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desired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9808" y="4271272"/>
            <a:ext cx="121916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temp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+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5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9808" y="4644652"/>
            <a:ext cx="2255872" cy="1262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4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</a:t>
            </a:r>
            <a:r>
              <a:rPr sz="1650" spc="4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and</a:t>
            </a:r>
            <a:r>
              <a:rPr sz="1650" spc="4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mea-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sured</a:t>
            </a:r>
            <a:r>
              <a:rPr sz="1650" spc="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temp</a:t>
            </a:r>
            <a:r>
              <a:rPr sz="16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JMUCJ+CMMI8" panose="02000500000000000000"/>
                <a:cs typeface="WJMUCJ+CMMI8" panose="02000500000000000000"/>
              </a:rPr>
              <a:t>&lt;</a:t>
            </a:r>
            <a:r>
              <a:rPr sz="1650" spc="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desired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23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temp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DFQNBM+CMSY8" panose="02000500000000000000"/>
                <a:cs typeface="DFQNBM+CMSY8" panose="02000500000000000000"/>
              </a:rPr>
              <a:t>−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5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6853" y="4812292"/>
            <a:ext cx="342928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Controller</a:t>
            </a:r>
            <a:r>
              <a:rPr sz="1650" spc="15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switches</a:t>
            </a:r>
            <a:r>
              <a:rPr sz="1650" spc="20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16853" y="5106424"/>
            <a:ext cx="166226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on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heater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75422" y="5106424"/>
            <a:ext cx="45686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8565" y="5687861"/>
            <a:ext cx="2275295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DFQNBM+CMSY8" panose="02000500000000000000"/>
                <a:cs typeface="DFQNBM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Switch</a:t>
            </a:r>
            <a:r>
              <a:rPr sz="1650" spc="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oﬀ</a:t>
            </a:r>
            <a:r>
              <a:rPr sz="1650" spc="3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heaters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1241" y="5724227"/>
            <a:ext cx="2256957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GGJDSN+CMSSBX10~2f4" panose="02000500000000000000"/>
                <a:cs typeface="GGJDSN+CMSSBX10~2f4" panose="02000500000000000000"/>
              </a:rPr>
              <a:t>S4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2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Recipe</a:t>
            </a:r>
            <a:r>
              <a:rPr sz="16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time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since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75422" y="5749552"/>
            <a:ext cx="66365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Not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40883" y="5985772"/>
            <a:ext cx="185276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that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on.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1241" y="6022348"/>
            <a:ext cx="3718923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the</a:t>
            </a:r>
            <a:r>
              <a:rPr sz="1650" spc="5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start</a:t>
            </a:r>
            <a:r>
              <a:rPr sz="1650" spc="5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r>
              <a:rPr sz="1650" spc="5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20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has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passed.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75422" y="6043684"/>
            <a:ext cx="996601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b.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8566" y="6350802"/>
            <a:ext cx="2071604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DFQNBM+CMSY8" panose="02000500000000000000"/>
                <a:cs typeface="DFQNBM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Inform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PMLCLI+CMSS8" panose="02000500000000000000"/>
                <a:cs typeface="PMLCLI+CMSS8" panose="02000500000000000000"/>
              </a:rPr>
              <a:t>operator.</a:t>
            </a:r>
            <a:endParaRPr sz="1650">
              <a:solidFill>
                <a:srgbClr val="000000"/>
              </a:solidFill>
              <a:latin typeface="PMLCLI+CMSS8" panose="02000500000000000000"/>
              <a:cs typeface="PMLCLI+CMSS8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SJEAP+CMR7" panose="02000500000000000000"/>
                <a:cs typeface="VSJEAP+CMR7" panose="02000500000000000000"/>
              </a:rPr>
              <a:t>224</a:t>
            </a:r>
            <a:endParaRPr sz="1450">
              <a:solidFill>
                <a:srgbClr val="000000"/>
              </a:solidFill>
              <a:latin typeface="VSJEAP+CMR7" panose="02000500000000000000"/>
              <a:cs typeface="VSJEAP+CMR7" panose="02000500000000000000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30549"/>
            <a:ext cx="5742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HGHLCF+CMBX12~c" panose="02000500000000000000"/>
                <a:cs typeface="HGHLCF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GHLCF+CMBX12~c" panose="02000500000000000000"/>
                <a:cs typeface="HGHLCF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HGHLCF+CMBX12~c" panose="02000500000000000000"/>
                <a:cs typeface="HGHLCF+CMBX12~c" panose="02000500000000000000"/>
              </a:rPr>
              <a:t>Juice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HGHLCF+CMBX12~c" panose="02000500000000000000"/>
                <a:cs typeface="HGHLCF+CMBX12~c" panose="02000500000000000000"/>
              </a:rPr>
              <a:t>pasteurization</a:t>
            </a:r>
            <a:endParaRPr sz="2500" spc="-11">
              <a:solidFill>
                <a:srgbClr val="000000"/>
              </a:solidFill>
              <a:latin typeface="HGHLCF+CMBX12~c" panose="02000500000000000000"/>
              <a:cs typeface="HGHLC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203109"/>
            <a:ext cx="4942431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RQADID+CMBX10" panose="02000500000000000000"/>
                <a:cs typeface="RQADID+CMBX10" panose="02000500000000000000"/>
              </a:rPr>
              <a:t>Assumptions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RQADID+CMBX10" panose="02000500000000000000"/>
                <a:cs typeface="RQADID+CMBX10" panose="02000500000000000000"/>
              </a:rPr>
              <a:t>about</a:t>
            </a:r>
            <a:r>
              <a:rPr sz="2050" spc="2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QADID+CMBX10" panose="02000500000000000000"/>
                <a:cs typeface="RQADID+CMBX10" panose="02000500000000000000"/>
              </a:rPr>
              <a:t>environment</a:t>
            </a:r>
            <a:endParaRPr sz="2050">
              <a:solidFill>
                <a:srgbClr val="000000"/>
              </a:solidFill>
              <a:latin typeface="RQADID+CMBX10" panose="02000500000000000000"/>
              <a:cs typeface="RQADID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2889" y="2883490"/>
            <a:ext cx="7342073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operator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works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according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operator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workﬂow.</a:t>
            </a:r>
            <a:endParaRPr sz="2050" spc="-17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2901" y="3346786"/>
            <a:ext cx="8038021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operator</a:t>
            </a:r>
            <a:r>
              <a:rPr sz="2050" spc="1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only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gives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start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command</a:t>
            </a:r>
            <a:r>
              <a:rPr sz="2050" spc="1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when</a:t>
            </a:r>
            <a:r>
              <a:rPr sz="2050" spc="1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batch</a:t>
            </a:r>
            <a:r>
              <a:rPr sz="2050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is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5029" y="3721318"/>
            <a:ext cx="2567756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in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its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heating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tanks.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2897" y="4180416"/>
            <a:ext cx="7288206" cy="1769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heater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tank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never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breaks.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is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connected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heaters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tanks.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thermometer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tank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never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breaks.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2910" y="5565734"/>
            <a:ext cx="8037525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QSLGJ+CMSY10~25" panose="02000500000000000000"/>
                <a:cs typeface="FQSL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controller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is</a:t>
            </a:r>
            <a:r>
              <a:rPr sz="2050" spc="1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connected</a:t>
            </a:r>
            <a:r>
              <a:rPr sz="2050" spc="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to</a:t>
            </a:r>
            <a:r>
              <a:rPr sz="20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thermometers</a:t>
            </a:r>
            <a:r>
              <a:rPr sz="2050" spc="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of</a:t>
            </a:r>
            <a:r>
              <a:rPr sz="20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the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VU+CMSS10" panose="02000500000000000000"/>
                <a:cs typeface="KTVPVU+CMSS10" panose="02000500000000000000"/>
              </a:rPr>
              <a:t>tanks.</a:t>
            </a:r>
            <a:endParaRPr sz="2050">
              <a:solidFill>
                <a:srgbClr val="000000"/>
              </a:solidFill>
              <a:latin typeface="KTVPVU+CMSS10" panose="02000500000000000000"/>
              <a:cs typeface="KTVPVU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DADLC+CMR7" panose="02000500000000000000"/>
                <a:cs typeface="EDADLC+CMR7" panose="02000500000000000000"/>
              </a:rPr>
              <a:t>225</a:t>
            </a:r>
            <a:endParaRPr sz="1450">
              <a:solidFill>
                <a:srgbClr val="000000"/>
              </a:solidFill>
              <a:latin typeface="EDADLC+CMR7" panose="02000500000000000000"/>
              <a:cs typeface="EDADLC+CMR7" panose="02000500000000000000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78277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KPQGJE+CMBX12~c" panose="02000500000000000000"/>
                <a:cs typeface="KPQGJE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PQGJE+CMBX12~c" panose="02000500000000000000"/>
                <a:cs typeface="KPQGJE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PQGJE+CMBX12~c" panose="02000500000000000000"/>
                <a:cs typeface="KPQGJE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KPQGJE+CMBX12~c" panose="02000500000000000000"/>
                <a:cs typeface="KPQGJE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PQGJE+CMBX12~c" panose="02000500000000000000"/>
                <a:cs typeface="KPQGJE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KPQGJE+CMBX12~c" panose="02000500000000000000"/>
              <a:cs typeface="KPQGJ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50837"/>
            <a:ext cx="3435379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9">
                <a:solidFill>
                  <a:srgbClr val="000000"/>
                </a:solidFill>
                <a:latin typeface="KQITDE+CMBX10" panose="02000500000000000000"/>
                <a:cs typeface="KQITDE+CMBX10" panose="02000500000000000000"/>
              </a:rPr>
              <a:t>“Workﬂow”</a:t>
            </a:r>
            <a:r>
              <a:rPr sz="205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ITDE+CMBX10" panose="02000500000000000000"/>
                <a:cs typeface="KQITDE+CMBX10" panose="02000500000000000000"/>
              </a:rPr>
              <a:t>of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ITDE+CMBX10" panose="02000500000000000000"/>
                <a:cs typeface="KQITDE+CMBX10" panose="02000500000000000000"/>
              </a:rPr>
              <a:t>a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KQITDE+CMBX10" panose="02000500000000000000"/>
                <a:cs typeface="KQITDE+CMBX10" panose="02000500000000000000"/>
              </a:rPr>
              <a:t>ticket</a:t>
            </a:r>
            <a:endParaRPr sz="2050" spc="-19">
              <a:solidFill>
                <a:srgbClr val="000000"/>
              </a:solidFill>
              <a:latin typeface="KQITDE+CMBX10" panose="02000500000000000000"/>
              <a:cs typeface="KQITDE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3643" y="3055662"/>
            <a:ext cx="1470248" cy="534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Buying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6148" y="3512532"/>
            <a:ext cx="1904281" cy="831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Traveler requests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  <a:p>
            <a:pPr marL="25146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to</a:t>
            </a: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see</a:t>
            </a: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8383" y="4083613"/>
            <a:ext cx="1561530" cy="534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Viewing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0727" y="4083613"/>
            <a:ext cx="1596069" cy="534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Keeping</a:t>
            </a: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2151" y="4403412"/>
            <a:ext cx="2982863" cy="1585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Conductor</a:t>
            </a: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requests refund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  <a:p>
            <a:pPr marL="753745" marR="0">
              <a:lnSpc>
                <a:spcPts val="1810"/>
              </a:lnSpc>
              <a:spcBef>
                <a:spcPts val="6465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Getting ticket refund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9831" y="4654694"/>
            <a:ext cx="1847333" cy="831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Conductor</a:t>
            </a: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wants</a:t>
            </a:r>
            <a:endParaRPr sz="1600" spc="1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  <a:p>
            <a:pPr marL="21717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to</a:t>
            </a:r>
            <a:r>
              <a:rPr sz="1600" spc="1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stamp</a:t>
            </a: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5141" y="5454209"/>
            <a:ext cx="1367248" cy="534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BLTNE+Helvetica" panose="020B0604020202020204"/>
                <a:cs typeface="IBLTNE+Helvetica" panose="020B0604020202020204"/>
              </a:rPr>
              <a:t>Using ticket</a:t>
            </a:r>
            <a:endParaRPr sz="1600">
              <a:solidFill>
                <a:srgbClr val="000000"/>
              </a:solidFill>
              <a:latin typeface="IBLTNE+Helvetica" panose="020B0604020202020204"/>
              <a:cs typeface="IBLTN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WJUND+CMR7" panose="02000500000000000000"/>
                <a:cs typeface="SWJUND+CMR7" panose="02000500000000000000"/>
              </a:rPr>
              <a:t>226</a:t>
            </a:r>
            <a:endParaRPr sz="1450">
              <a:solidFill>
                <a:srgbClr val="000000"/>
              </a:solidFill>
              <a:latin typeface="SWJUND+CMR7" panose="02000500000000000000"/>
              <a:cs typeface="SWJUND+CMR7" panose="02000500000000000000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09797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VMMPIM+CMBX12~c" panose="02000500000000000000"/>
                <a:cs typeface="VMMPIM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MMPIM+CMBX12~c" panose="02000500000000000000"/>
                <a:cs typeface="VMMPIM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MMPIM+CMBX12~c" panose="02000500000000000000"/>
                <a:cs typeface="VMMPIM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VMMPIM+CMBX12~c" panose="02000500000000000000"/>
                <a:cs typeface="VMMPIM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MMPIM+CMBX12~c" panose="02000500000000000000"/>
                <a:cs typeface="VMMPIM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VMMPIM+CMBX12~c" panose="02000500000000000000"/>
              <a:cs typeface="VMMPI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282357"/>
            <a:ext cx="4570009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The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ETS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in</a:t>
            </a:r>
            <a:r>
              <a:rPr sz="20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its</a:t>
            </a:r>
            <a:r>
              <a:rPr sz="205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logical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AENR+CMBX10" panose="02000500000000000000"/>
                <a:cs typeface="IWAENR+CMBX10" panose="02000500000000000000"/>
              </a:rPr>
              <a:t>context</a:t>
            </a:r>
            <a:endParaRPr sz="2050">
              <a:solidFill>
                <a:srgbClr val="000000"/>
              </a:solidFill>
              <a:latin typeface="IWAENR+CMBX10" panose="02000500000000000000"/>
              <a:cs typeface="IWAENR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1530" y="3854533"/>
            <a:ext cx="1058830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Traveler</a:t>
            </a:r>
            <a:endParaRPr sz="160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0937" y="3854533"/>
            <a:ext cx="1253386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Conductor</a:t>
            </a:r>
            <a:endParaRPr sz="1600" spc="1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1874" y="4402805"/>
            <a:ext cx="704688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ETS</a:t>
            </a:r>
            <a:endParaRPr sz="1600" spc="12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9709" y="4402805"/>
            <a:ext cx="1915668" cy="831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Railway </a:t>
            </a:r>
            <a:r>
              <a:rPr sz="1600" spc="11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company</a:t>
            </a:r>
            <a:endParaRPr sz="1600" spc="11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  <a:p>
            <a:pPr marL="37719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computer</a:t>
            </a:r>
            <a:endParaRPr sz="1600" spc="1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8212" y="4539864"/>
            <a:ext cx="773421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Bank</a:t>
            </a:r>
            <a:endParaRPr sz="1600" spc="11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7167" y="4539864"/>
            <a:ext cx="1687485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Clearing </a:t>
            </a:r>
            <a:r>
              <a:rPr sz="1600" spc="1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house</a:t>
            </a:r>
            <a:endParaRPr sz="1600" spc="1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1785" y="4699781"/>
            <a:ext cx="424866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&gt;</a:t>
            </a:r>
            <a:endParaRPr sz="160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6318" y="5453641"/>
            <a:ext cx="1435800" cy="53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DTMBLO+Helvetica" panose="020B0604020202020204"/>
                <a:cs typeface="DTMBLO+Helvetica" panose="020B0604020202020204"/>
              </a:rPr>
              <a:t>Rail network</a:t>
            </a:r>
            <a:endParaRPr sz="1600">
              <a:solidFill>
                <a:srgbClr val="000000"/>
              </a:solidFill>
              <a:latin typeface="DTMBLO+Helvetica" panose="020B0604020202020204"/>
              <a:cs typeface="DTMBLO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CTJHA+CMR7" panose="02000500000000000000"/>
                <a:cs typeface="TCTJHA+CMR7" panose="02000500000000000000"/>
              </a:rPr>
              <a:t>227</a:t>
            </a:r>
            <a:endParaRPr sz="1450">
              <a:solidFill>
                <a:srgbClr val="000000"/>
              </a:solidFill>
              <a:latin typeface="TCTJHA+CMR7" panose="02000500000000000000"/>
              <a:cs typeface="TCTJHA+CMR7" panose="0200050000000000000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95013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LAOFOM+CMBX12~c" panose="02000500000000000000"/>
                <a:cs typeface="LAOFOM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LAOFOM+CMBX12~c" panose="02000500000000000000"/>
                <a:cs typeface="LAOFOM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LAOFOM+CMBX12~c" panose="02000500000000000000"/>
                <a:cs typeface="LAOFOM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LAOFOM+CMBX12~c" panose="02000500000000000000"/>
                <a:cs typeface="LAOFOM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LAOFOM+CMBX12~c" panose="02000500000000000000"/>
                <a:cs typeface="LAOFOM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LAOFOM+CMBX12~c" panose="02000500000000000000"/>
              <a:cs typeface="LAOFO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867573"/>
            <a:ext cx="365783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ORQECM+CMBX10" panose="02000500000000000000"/>
                <a:cs typeface="ORQECM+CMBX10" panose="02000500000000000000"/>
              </a:rPr>
              <a:t>Required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RQECM+CMBX10" panose="02000500000000000000"/>
                <a:cs typeface="ORQECM+CMBX10" panose="02000500000000000000"/>
              </a:rPr>
              <a:t>ETS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RQECM+CMBX10" panose="02000500000000000000"/>
                <a:cs typeface="ORQECM+CMBX10" panose="02000500000000000000"/>
              </a:rPr>
              <a:t>functions</a:t>
            </a:r>
            <a:endParaRPr sz="2050">
              <a:solidFill>
                <a:srgbClr val="000000"/>
              </a:solidFill>
              <a:latin typeface="ORQECM+CMBX10" panose="02000500000000000000"/>
              <a:cs typeface="ORQECM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4285" y="3876255"/>
            <a:ext cx="3764169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Provide capability to buy and use tickets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7067" y="4387455"/>
            <a:ext cx="1738726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Traveler functions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1862" y="4387455"/>
            <a:ext cx="1912820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Conductor functions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5451" y="5000896"/>
            <a:ext cx="1217149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Sell a ticket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69028" y="5000896"/>
            <a:ext cx="1370631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Show a ticket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1162" y="5000896"/>
            <a:ext cx="2056025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Stamp a ticket for use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05532" y="5000896"/>
            <a:ext cx="1503687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WNSCD+Helvetica" panose="020B0604020202020204"/>
                <a:cs typeface="KWNSCD+Helvetica" panose="020B0604020202020204"/>
              </a:rPr>
              <a:t>Refund a ticket</a:t>
            </a:r>
            <a:endParaRPr sz="1450">
              <a:solidFill>
                <a:srgbClr val="000000"/>
              </a:solidFill>
              <a:latin typeface="KWNSCD+Helvetica" panose="020B0604020202020204"/>
              <a:cs typeface="KWNSC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UQDLK+CMR7" panose="02000500000000000000"/>
                <a:cs typeface="KUQDLK+CMR7" panose="02000500000000000000"/>
              </a:rPr>
              <a:t>228</a:t>
            </a:r>
            <a:endParaRPr sz="1450">
              <a:solidFill>
                <a:srgbClr val="000000"/>
              </a:solidFill>
              <a:latin typeface="KUQDLK+CMR7" panose="02000500000000000000"/>
              <a:cs typeface="KUQDLK+CMR7" panose="02000500000000000000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OJQNJB+CMBX12~c" panose="02000500000000000000"/>
                <a:cs typeface="OJQNJB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OJQNJB+CMBX12~c" panose="02000500000000000000"/>
                <a:cs typeface="OJQNJB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OJQNJB+CMBX12~c" panose="02000500000000000000"/>
                <a:cs typeface="OJQNJB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OJQNJB+CMBX12~c" panose="02000500000000000000"/>
                <a:cs typeface="OJQNJB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OJQNJB+CMBX12~c" panose="02000500000000000000"/>
                <a:cs typeface="OJQNJB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OJQNJB+CMBX12~c" panose="02000500000000000000"/>
              <a:cs typeface="OJQNJ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24345"/>
            <a:ext cx="3447798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GQAOKT+CMBX10" panose="02000500000000000000"/>
                <a:cs typeface="GQAOKT+CMBX10" panose="02000500000000000000"/>
              </a:rPr>
              <a:t>Required</a:t>
            </a:r>
            <a:r>
              <a:rPr sz="2050" spc="2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QAOKT+CMBX10" panose="02000500000000000000"/>
                <a:cs typeface="GQAOKT+CMBX10" panose="02000500000000000000"/>
              </a:rPr>
              <a:t>ETS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QAOKT+CMBX10" panose="02000500000000000000"/>
                <a:cs typeface="GQAOKT+CMBX10" panose="02000500000000000000"/>
              </a:rPr>
              <a:t>services</a:t>
            </a:r>
            <a:endParaRPr sz="2050" spc="10">
              <a:solidFill>
                <a:srgbClr val="000000"/>
              </a:solidFill>
              <a:latin typeface="GQAOKT+CMBX10" panose="02000500000000000000"/>
              <a:cs typeface="GQAOKT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364" y="1999571"/>
            <a:ext cx="5814796" cy="1416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Name:</a:t>
            </a:r>
            <a:r>
              <a:rPr sz="1650" spc="3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Sell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8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Triggering</a:t>
            </a:r>
            <a:r>
              <a:rPr sz="16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event:</a:t>
            </a:r>
            <a:r>
              <a:rPr sz="16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1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Traveler</a:t>
            </a:r>
            <a:r>
              <a:rPr sz="16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requests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buy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Delivered</a:t>
            </a:r>
            <a:r>
              <a:rPr sz="16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service:</a:t>
            </a:r>
            <a:r>
              <a:rPr sz="16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Allow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traveler</a:t>
            </a:r>
            <a:r>
              <a:rPr sz="16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buy</a:t>
            </a:r>
            <a:r>
              <a:rPr sz="16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365" y="3269063"/>
            <a:ext cx="6204081" cy="1416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Name:</a:t>
            </a:r>
            <a:r>
              <a:rPr sz="1650" spc="3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5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Show</a:t>
            </a:r>
            <a:r>
              <a:rPr sz="16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8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Triggering</a:t>
            </a:r>
            <a:r>
              <a:rPr sz="16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event:</a:t>
            </a:r>
            <a:r>
              <a:rPr sz="16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1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Traveler</a:t>
            </a:r>
            <a:r>
              <a:rPr sz="16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requests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view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Delivered</a:t>
            </a:r>
            <a:r>
              <a:rPr sz="16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service:</a:t>
            </a:r>
            <a:r>
              <a:rPr sz="16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Display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attributes</a:t>
            </a:r>
            <a:r>
              <a:rPr sz="16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the</a:t>
            </a:r>
            <a:r>
              <a:rPr sz="16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user.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1365" y="4540080"/>
            <a:ext cx="7250784" cy="1416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Name:</a:t>
            </a:r>
            <a:r>
              <a:rPr sz="1650" spc="3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Stamp</a:t>
            </a:r>
            <a:r>
              <a:rPr sz="16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for</a:t>
            </a:r>
            <a:r>
              <a:rPr sz="16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use.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8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Triggering</a:t>
            </a:r>
            <a:r>
              <a:rPr sz="16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event:</a:t>
            </a:r>
            <a:r>
              <a:rPr sz="16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Request</a:t>
            </a:r>
            <a:r>
              <a:rPr sz="16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stamp</a:t>
            </a:r>
            <a:r>
              <a:rPr sz="16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an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unused</a:t>
            </a:r>
            <a:r>
              <a:rPr sz="16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part.</a:t>
            </a:r>
            <a:endParaRPr sz="1650" spc="-1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Delivered</a:t>
            </a:r>
            <a:r>
              <a:rPr sz="16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service:</a:t>
            </a:r>
            <a:r>
              <a:rPr sz="16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4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Mark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the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requested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4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part</a:t>
            </a:r>
            <a:r>
              <a:rPr sz="16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the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as</a:t>
            </a:r>
            <a:r>
              <a:rPr sz="16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used.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361" y="5811095"/>
            <a:ext cx="6616433" cy="1416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Name:</a:t>
            </a:r>
            <a:r>
              <a:rPr sz="1650" spc="3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Refund</a:t>
            </a:r>
            <a:r>
              <a:rPr sz="16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8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Triggering</a:t>
            </a:r>
            <a:r>
              <a:rPr sz="16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event:</a:t>
            </a:r>
            <a:r>
              <a:rPr sz="16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Request</a:t>
            </a:r>
            <a:r>
              <a:rPr sz="16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to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refund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an</a:t>
            </a:r>
            <a:r>
              <a:rPr sz="16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unused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ticket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part.</a:t>
            </a:r>
            <a:endParaRPr sz="1650" spc="-1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  <a:p>
            <a:pPr marL="0" marR="0">
              <a:lnSpc>
                <a:spcPts val="2865"/>
              </a:lnSpc>
              <a:spcBef>
                <a:spcPts val="3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BDFRW+CMSY8" panose="02000500000000000000"/>
                <a:cs typeface="ABDFRW+CMSY8" panose="02000500000000000000"/>
              </a:rPr>
              <a:t>•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Delivered</a:t>
            </a:r>
            <a:r>
              <a:rPr sz="16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HWCKC+CMSSBX10~2f4" panose="02000500000000000000"/>
                <a:cs typeface="HHWCKC+CMSSBX10~2f4" panose="02000500000000000000"/>
              </a:rPr>
              <a:t>service:</a:t>
            </a:r>
            <a:r>
              <a:rPr sz="16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Cause</a:t>
            </a:r>
            <a:r>
              <a:rPr sz="16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refund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4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make</a:t>
            </a:r>
            <a:r>
              <a:rPr sz="16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HQMBID+CMSS8" panose="02000500000000000000"/>
                <a:cs typeface="HQMBID+CMSS8" panose="02000500000000000000"/>
              </a:rPr>
              <a:t>invalid.</a:t>
            </a:r>
            <a:endParaRPr sz="1650">
              <a:solidFill>
                <a:srgbClr val="000000"/>
              </a:solidFill>
              <a:latin typeface="HQMBID+CMSS8" panose="02000500000000000000"/>
              <a:cs typeface="HQMBID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BWNKU+CMR7" panose="02000500000000000000"/>
                <a:cs typeface="RBWNKU+CMR7" panose="02000500000000000000"/>
              </a:rPr>
              <a:t>229</a:t>
            </a:r>
            <a:endParaRPr sz="1450">
              <a:solidFill>
                <a:srgbClr val="000000"/>
              </a:solidFill>
              <a:latin typeface="RBWNKU+CMR7" panose="02000500000000000000"/>
              <a:cs typeface="RBWNKU+CMR7" panose="02000500000000000000"/>
            </a:endParaRP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21761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RWVEP+CMBX12~c" panose="02000500000000000000"/>
                <a:cs typeface="BRWVEP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RWVEP+CMBX12~c" panose="02000500000000000000"/>
                <a:cs typeface="BRWVEP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RWVEP+CMBX12~c" panose="02000500000000000000"/>
                <a:cs typeface="BRWVEP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BRWVEP+CMBX12~c" panose="02000500000000000000"/>
                <a:cs typeface="BRWVEP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RWVEP+CMBX12~c" panose="02000500000000000000"/>
                <a:cs typeface="BRWVEP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BRWVEP+CMBX12~c" panose="02000500000000000000"/>
              <a:cs typeface="BRWVE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994321"/>
            <a:ext cx="3741986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CKSRCS+CMBX10" panose="02000500000000000000"/>
                <a:cs typeface="CKSRCS+CMBX10" panose="02000500000000000000"/>
              </a:rPr>
              <a:t>Other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KSRCS+CMBX10" panose="02000500000000000000"/>
                <a:cs typeface="CKSRCS+CMBX10" panose="02000500000000000000"/>
              </a:rPr>
              <a:t>desired</a:t>
            </a:r>
            <a:r>
              <a:rPr sz="2050" spc="2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CKSRCS+CMBX10" panose="02000500000000000000"/>
                <a:cs typeface="CKSRCS+CMBX10" panose="02000500000000000000"/>
              </a:rPr>
              <a:t>properties</a:t>
            </a:r>
            <a:endParaRPr sz="2050" spc="18">
              <a:solidFill>
                <a:srgbClr val="000000"/>
              </a:solidFill>
              <a:latin typeface="CKSRCS+CMBX10" panose="02000500000000000000"/>
              <a:cs typeface="CKSRCS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1553" y="3024605"/>
            <a:ext cx="713985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traveler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cannot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get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without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paying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1538" y="3486377"/>
            <a:ext cx="779836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The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price</a:t>
            </a:r>
            <a:r>
              <a:rPr sz="2050" spc="1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of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is</a:t>
            </a:r>
            <a:r>
              <a:rPr sz="20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withdrawn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from</a:t>
            </a:r>
            <a:r>
              <a:rPr sz="2050" spc="1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the</a:t>
            </a:r>
            <a:r>
              <a:rPr sz="2050" spc="1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bank</a:t>
            </a:r>
            <a:r>
              <a:rPr sz="20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account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3654" y="3858235"/>
            <a:ext cx="415340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associated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smart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card.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1499" y="4320009"/>
            <a:ext cx="6101401" cy="2282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traveler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who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paid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gets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refunded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cannot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any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more.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fully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cannot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refunded.</a:t>
            </a:r>
            <a:endParaRPr sz="2050" spc="11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RRRVG+CMSY10~25" panose="02000500000000000000"/>
                <a:cs typeface="NRRR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It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possible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ticket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FFWRN+CMR10" panose="02000500000000000000"/>
                <a:cs typeface="HFFWRN+CMR10" panose="02000500000000000000"/>
              </a:rPr>
              <a:t>twice.</a:t>
            </a:r>
            <a:endParaRPr sz="2050">
              <a:solidFill>
                <a:srgbClr val="000000"/>
              </a:solidFill>
              <a:latin typeface="HFFWRN+CMR10" panose="02000500000000000000"/>
              <a:cs typeface="HFFWR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EGGPT+CMR7" panose="02000500000000000000"/>
                <a:cs typeface="FEGGPT+CMR7" panose="02000500000000000000"/>
              </a:rPr>
              <a:t>230</a:t>
            </a:r>
            <a:endParaRPr sz="1450">
              <a:solidFill>
                <a:srgbClr val="000000"/>
              </a:solidFill>
              <a:latin typeface="FEGGPT+CMR7" panose="02000500000000000000"/>
              <a:cs typeface="FEGGPT+CMR7" panose="02000500000000000000"/>
            </a:endParaRP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35249"/>
            <a:ext cx="6642402" cy="1143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CHVEU+CMBX12~c" panose="02000500000000000000"/>
                <a:cs typeface="JCHVEU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JCHVEU+CMBX12~c" panose="02000500000000000000"/>
                <a:cs typeface="JCHVEU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CHVEU+CMBX12~c" panose="02000500000000000000"/>
                <a:cs typeface="JCHVEU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JCHVEU+CMBX12~c" panose="02000500000000000000"/>
                <a:cs typeface="JCHVEU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CHVEU+CMBX12~c" panose="02000500000000000000"/>
                <a:cs typeface="JCHVEU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JCHVEU+CMBX12~c" panose="02000500000000000000"/>
              <a:cs typeface="JCHVEU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74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BTUCR+CMBX10" panose="02000500000000000000"/>
                <a:cs typeface="UBTUCR+CMBX10" panose="02000500000000000000"/>
              </a:rPr>
              <a:t>Desired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BTUCR+CMBX10" panose="02000500000000000000"/>
                <a:cs typeface="UBTUCR+CMBX10" panose="02000500000000000000"/>
              </a:rPr>
              <a:t>emergent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BTUCR+CMBX10" panose="02000500000000000000"/>
                <a:cs typeface="UBTUCR+CMBX10" panose="02000500000000000000"/>
              </a:rPr>
              <a:t>behavior</a:t>
            </a:r>
            <a:endParaRPr sz="2050">
              <a:solidFill>
                <a:srgbClr val="000000"/>
              </a:solidFill>
              <a:latin typeface="UBTUCR+CMBX10" panose="02000500000000000000"/>
              <a:cs typeface="UBTUCR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8913" y="2053852"/>
            <a:ext cx="194418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Current</a:t>
            </a:r>
            <a:r>
              <a:rPr sz="1650" spc="15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domain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2734" y="2053852"/>
            <a:ext cx="766726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Next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4658" y="2053852"/>
            <a:ext cx="99303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domain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241" y="2200156"/>
            <a:ext cx="84524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Event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6585" y="2200156"/>
            <a:ext cx="164244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Desired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action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8913" y="2347984"/>
            <a:ext cx="76672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state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6585" y="2742700"/>
            <a:ext cx="90717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1249" y="2742700"/>
            <a:ext cx="99009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created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39" y="2764036"/>
            <a:ext cx="1946863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Request</a:t>
            </a:r>
            <a:r>
              <a:rPr sz="1650" spc="10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to</a:t>
            </a:r>
            <a:r>
              <a:rPr sz="1650" spc="10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buy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2734" y="2764036"/>
            <a:ext cx="1944674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8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8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6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pay-</a:t>
            </a:r>
            <a:endParaRPr sz="1650" spc="-16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ment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exist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8913" y="2890528"/>
            <a:ext cx="68191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Any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6585" y="3036832"/>
            <a:ext cx="143931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paid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for</a:t>
            </a:r>
            <a:endParaRPr sz="1650" spc="-23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96583" y="3420880"/>
            <a:ext cx="194438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All</a:t>
            </a:r>
            <a:r>
              <a:rPr sz="1650" spc="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tickets</a:t>
            </a:r>
            <a:r>
              <a:rPr sz="16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are</a:t>
            </a:r>
            <a:r>
              <a:rPr sz="1650" spc="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dis-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18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played</a:t>
            </a:r>
            <a:endParaRPr sz="1650" spc="-18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1" y="3442216"/>
            <a:ext cx="1944829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Request</a:t>
            </a:r>
            <a:r>
              <a:rPr sz="1650" spc="1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to</a:t>
            </a:r>
            <a:r>
              <a:rPr sz="1650" spc="1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see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tickets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8913" y="3568708"/>
            <a:ext cx="68191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Any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2734" y="3568708"/>
            <a:ext cx="134424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Unchanged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42734" y="4099060"/>
            <a:ext cx="90717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68083" y="4099060"/>
            <a:ext cx="82046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exists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1241" y="4373380"/>
            <a:ext cx="517469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Request</a:t>
            </a:r>
            <a:r>
              <a:rPr sz="1650" spc="1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to</a:t>
            </a:r>
            <a:r>
              <a:rPr sz="1650" spc="1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use</a:t>
            </a:r>
            <a:r>
              <a:rPr sz="1650" spc="20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exists</a:t>
            </a:r>
            <a:r>
              <a:rPr sz="165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20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Create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11306" y="4373380"/>
            <a:ext cx="83537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2734" y="4393192"/>
            <a:ext cx="1944876" cy="1408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6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6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usage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stamp</a:t>
            </a:r>
            <a:r>
              <a:rPr sz="1650" spc="8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exists</a:t>
            </a:r>
            <a:r>
              <a:rPr sz="1650" spc="8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for</a:t>
            </a:r>
            <a:endParaRPr sz="1650" spc="-23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this</a:t>
            </a:r>
            <a:r>
              <a:rPr sz="1650" spc="5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rail</a:t>
            </a:r>
            <a:r>
              <a:rPr sz="1650" spc="5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segment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1241" y="4667513"/>
            <a:ext cx="635467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8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for</a:t>
            </a:r>
            <a:r>
              <a:rPr sz="1650" spc="8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</a:t>
            </a:r>
            <a:r>
              <a:rPr sz="1650" spc="8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rail</a:t>
            </a:r>
            <a:r>
              <a:rPr sz="1650" spc="20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is</a:t>
            </a:r>
            <a:r>
              <a:rPr sz="1650" spc="7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valid</a:t>
            </a:r>
            <a:r>
              <a:rPr sz="1650" spc="7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for</a:t>
            </a:r>
            <a:r>
              <a:rPr sz="1650" spc="7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that</a:t>
            </a:r>
            <a:r>
              <a:rPr sz="1650" spc="20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stamp</a:t>
            </a:r>
            <a:r>
              <a:rPr sz="1650" spc="1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for</a:t>
            </a:r>
            <a:r>
              <a:rPr sz="1650" spc="1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that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1239" y="4961645"/>
            <a:ext cx="108183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segment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48914" y="4961645"/>
            <a:ext cx="144516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rail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segment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96586" y="4961645"/>
            <a:ext cx="144363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rail</a:t>
            </a:r>
            <a:r>
              <a:rPr sz="16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segment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42727" y="5618488"/>
            <a:ext cx="1946747" cy="111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14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refunded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r>
              <a:rPr sz="1650" spc="4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4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is</a:t>
            </a:r>
            <a:r>
              <a:rPr sz="1650" spc="4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not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longer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valid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8913" y="5638300"/>
            <a:ext cx="194401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r>
              <a:rPr sz="16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exists</a:t>
            </a:r>
            <a:r>
              <a:rPr sz="165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and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96585" y="5766316"/>
            <a:ext cx="918716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Create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stamp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38154" y="5766316"/>
            <a:ext cx="90402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refund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1239" y="5786128"/>
            <a:ext cx="1946528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Request</a:t>
            </a:r>
            <a:r>
              <a:rPr sz="16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to</a:t>
            </a:r>
            <a:r>
              <a:rPr sz="1650" spc="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refund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48913" y="5932432"/>
            <a:ext cx="62145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not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90006" y="5932432"/>
            <a:ext cx="130435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completely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48913" y="6226565"/>
            <a:ext cx="72914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AHKHUI+CMSS8" panose="02000500000000000000"/>
                <a:cs typeface="AHKHUI+CMSS8" panose="02000500000000000000"/>
              </a:rPr>
              <a:t>used</a:t>
            </a:r>
            <a:endParaRPr sz="1650">
              <a:solidFill>
                <a:srgbClr val="000000"/>
              </a:solidFill>
              <a:latin typeface="AHKHUI+CMSS8" panose="02000500000000000000"/>
              <a:cs typeface="AHKHUI+CMSS8" panose="0200050000000000000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RODDK+CMR7" panose="02000500000000000000"/>
                <a:cs typeface="DRODDK+CMR7" panose="02000500000000000000"/>
              </a:rPr>
              <a:t>231</a:t>
            </a:r>
            <a:endParaRPr sz="1450">
              <a:solidFill>
                <a:srgbClr val="000000"/>
              </a:solidFill>
              <a:latin typeface="DRODDK+CMR7" panose="02000500000000000000"/>
              <a:cs typeface="DRODDK+CMR7" panose="02000500000000000000"/>
            </a:endParaRP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31617"/>
            <a:ext cx="66424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KTFBGP+CMBX12~c" panose="02000500000000000000"/>
                <a:cs typeface="KTFBGP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TFBGP+CMBX12~c" panose="02000500000000000000"/>
                <a:cs typeface="KTFBGP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TFBGP+CMBX12~c" panose="02000500000000000000"/>
                <a:cs typeface="KTFBGP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KTFBGP+CMBX12~c" panose="02000500000000000000"/>
                <a:cs typeface="KTFBGP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TFBGP+CMBX12~c" panose="02000500000000000000"/>
                <a:cs typeface="KTFBGP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KTFBGP+CMBX12~c" panose="02000500000000000000"/>
              <a:cs typeface="KTFBG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602653"/>
            <a:ext cx="243061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IBVNR+CMBX10" panose="02000500000000000000"/>
                <a:cs typeface="QIBVNR+CMBX10" panose="02000500000000000000"/>
              </a:rPr>
              <a:t>Selling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IBVNR+CMBX10" panose="02000500000000000000"/>
                <a:cs typeface="QIBVNR+CMBX10" panose="02000500000000000000"/>
              </a:rPr>
              <a:t>scenario</a:t>
            </a:r>
            <a:endParaRPr sz="2050">
              <a:solidFill>
                <a:srgbClr val="000000"/>
              </a:solidFill>
              <a:latin typeface="QIBVNR+CMBX10" panose="02000500000000000000"/>
              <a:cs typeface="QIBVNR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824" y="2096935"/>
            <a:ext cx="1760339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payment accepted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3393" y="2154352"/>
            <a:ext cx="2961706" cy="69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payment refused or no response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0" marR="0">
              <a:lnSpc>
                <a:spcPts val="151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show abort message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824" y="2345735"/>
            <a:ext cx="3324659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create ticket,</a:t>
            </a:r>
            <a:r>
              <a:rPr sz="1350" spc="379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 </a:t>
            </a: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show success message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652" y="2671090"/>
            <a:ext cx="1252787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Ready to sell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4693" y="3111272"/>
            <a:ext cx="3038627" cy="69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035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requests to buy a ticket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0" marR="0">
              <a:lnSpc>
                <a:spcPts val="151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ask for route and ticket information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7849" y="3245244"/>
            <a:ext cx="2498755" cy="7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aborts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478790" marR="0">
              <a:lnSpc>
                <a:spcPts val="1515"/>
              </a:lnSpc>
              <a:spcBef>
                <a:spcPts val="10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selects route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9012" y="3685426"/>
            <a:ext cx="1501797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Route and ticket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9012" y="3934227"/>
            <a:ext cx="1922995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information requested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3590" y="4144759"/>
            <a:ext cx="2388851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selects ticket type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25084" y="4297858"/>
            <a:ext cx="3071444" cy="69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[traveler has given all information]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0" marR="0">
              <a:lnSpc>
                <a:spcPts val="151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offer to sell ticket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1263" y="4967707"/>
            <a:ext cx="1712338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Ticket</a:t>
            </a:r>
            <a:r>
              <a:rPr sz="1350" spc="378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 </a:t>
            </a: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sale offered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69087" y="5101679"/>
            <a:ext cx="2003578" cy="69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declines offer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0" marR="0">
              <a:lnSpc>
                <a:spcPts val="151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show abort message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94730" y="5427041"/>
            <a:ext cx="3269790" cy="69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19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traveler accepts offer /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  <a:p>
            <a:pPr marL="0" marR="0">
              <a:lnSpc>
                <a:spcPts val="1515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request payment from clearing house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2985" y="6211715"/>
            <a:ext cx="1750749" cy="44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WLFLQ+Helvetica" panose="020B0604020202020204"/>
                <a:cs typeface="EWLFLQ+Helvetica" panose="020B0604020202020204"/>
              </a:rPr>
              <a:t>Payment requested</a:t>
            </a:r>
            <a:endParaRPr sz="1350">
              <a:solidFill>
                <a:srgbClr val="000000"/>
              </a:solidFill>
              <a:latin typeface="EWLFLQ+Helvetica" panose="020B0604020202020204"/>
              <a:cs typeface="EWLFLQ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NMUTK+CMR7" panose="02000500000000000000"/>
                <a:cs typeface="DNMUTK+CMR7" panose="02000500000000000000"/>
              </a:rPr>
              <a:t>232</a:t>
            </a:r>
            <a:endParaRPr sz="1450">
              <a:solidFill>
                <a:srgbClr val="000000"/>
              </a:solidFill>
              <a:latin typeface="DNMUTK+CMR7" panose="02000500000000000000"/>
              <a:cs typeface="DNMUTK+CMR7" panose="0200050000000000000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00169"/>
            <a:ext cx="6642402" cy="2421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SQBMBA+CMBX12~c" panose="02000500000000000000"/>
                <a:cs typeface="SQBMBA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QBMBA+CMBX12~c" panose="02000500000000000000"/>
                <a:cs typeface="SQBMBA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SQBMBA+CMBX12~c" panose="02000500000000000000"/>
                <a:cs typeface="SQBMBA+CMBX12~c" panose="02000500000000000000"/>
              </a:rPr>
              <a:t>Electronic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SQBMBA+CMBX12~c" panose="02000500000000000000"/>
                <a:cs typeface="SQBMBA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SQBMBA+CMBX12~c" panose="02000500000000000000"/>
                <a:cs typeface="SQBMBA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SQBMBA+CMBX12~c" panose="02000500000000000000"/>
              <a:cs typeface="SQBMBA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1345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What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is</a:t>
            </a:r>
            <a:r>
              <a:rPr sz="20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so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special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about</a:t>
            </a:r>
            <a:r>
              <a:rPr sz="2050" spc="2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this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FENVH+CMBX10" panose="02000500000000000000"/>
                <a:cs typeface="OFENVH+CMBX10" panose="02000500000000000000"/>
              </a:rPr>
              <a:t>example?</a:t>
            </a:r>
            <a:endParaRPr sz="2050" spc="10">
              <a:solidFill>
                <a:srgbClr val="000000"/>
              </a:solidFill>
              <a:latin typeface="OFENVH+CMBX10" panose="02000500000000000000"/>
              <a:cs typeface="OFENVH+CMBX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CLRI+CMSY10~25" panose="02000500000000000000"/>
                <a:cs typeface="AUCLR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Some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virtual.</a:t>
            </a:r>
            <a:endParaRPr sz="2050">
              <a:solidFill>
                <a:srgbClr val="000000"/>
              </a:solidFill>
              <a:latin typeface="NFTUFS+CMR10" panose="02000500000000000000"/>
              <a:cs typeface="NFTUFS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CLRI+CMSY10~25" panose="02000500000000000000"/>
                <a:cs typeface="AUCLR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implemented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system</a:t>
            </a:r>
            <a:endParaRPr sz="2050">
              <a:solidFill>
                <a:srgbClr val="000000"/>
              </a:solidFill>
              <a:latin typeface="NFTUFS+CMR10" panose="02000500000000000000"/>
              <a:cs typeface="NFTUFS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604" y="4521180"/>
            <a:ext cx="82503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CLRI+CMSY10~25" panose="02000500000000000000"/>
                <a:cs typeface="AUCLR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some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required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TPTBT+CMTI10" panose="02000500000000000000"/>
                <a:cs typeface="STPTBT+CMTI10" panose="02000500000000000000"/>
              </a:rPr>
              <a:t>is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NFTUFS+CMR10" panose="02000500000000000000"/>
              <a:cs typeface="NFTUFS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6" y="4893038"/>
            <a:ext cx="57869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(rather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than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causing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FTUFS+CMR10" panose="02000500000000000000"/>
                <a:cs typeface="NFTUFS+CMR10" panose="02000500000000000000"/>
              </a:rPr>
              <a:t>indirectly).</a:t>
            </a:r>
            <a:endParaRPr sz="2050">
              <a:solidFill>
                <a:srgbClr val="000000"/>
              </a:solidFill>
              <a:latin typeface="NFTUFS+CMR10" panose="02000500000000000000"/>
              <a:cs typeface="NFTUFS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UOWGA+CMR7" panose="02000500000000000000"/>
                <a:cs typeface="BUOWGA+CMR7" panose="02000500000000000000"/>
              </a:rPr>
              <a:t>233</a:t>
            </a:r>
            <a:endParaRPr sz="1450">
              <a:solidFill>
                <a:srgbClr val="000000"/>
              </a:solidFill>
              <a:latin typeface="BUOWGA+CMR7" panose="02000500000000000000"/>
              <a:cs typeface="BUOWGA+CMR7" panose="02000500000000000000"/>
            </a:endParaRP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39465"/>
            <a:ext cx="471674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BNJAWH+CMBX12~c" panose="02000500000000000000"/>
                <a:cs typeface="BNJAWH+CMBX12~c" panose="02000500000000000000"/>
              </a:rPr>
              <a:t>Summary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NJAWH+CMBX12~c" panose="02000500000000000000"/>
                <a:cs typeface="BNJAWH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NJAWH+CMBX12~c" panose="02000500000000000000"/>
                <a:cs typeface="BNJAWH+CMBX12~c" panose="02000500000000000000"/>
              </a:rPr>
              <a:t>guidelines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NJAWH+CMBX12~c" panose="02000500000000000000"/>
                <a:cs typeface="BNJAWH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BNJAWH+CMBX12~c" panose="02000500000000000000"/>
              <a:cs typeface="BNJAW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905989"/>
            <a:ext cx="20951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Finding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states:</a:t>
            </a:r>
            <a:endParaRPr sz="205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9" y="2289131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EAKH+CMSY10~25" panose="02000500000000000000"/>
                <a:cs typeface="UWEAKH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UWEAKH+CMSY10~25" panose="02000500000000000000"/>
              <a:cs typeface="UWEAKH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2425675"/>
            <a:ext cx="82144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9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states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waiting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something</a:t>
            </a:r>
            <a:endParaRPr sz="205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2" y="2796008"/>
            <a:ext cx="140451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occur.</a:t>
            </a:r>
            <a:endParaRPr sz="2050" spc="22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80" y="3179150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EAKH+CMSY10~25" panose="02000500000000000000"/>
                <a:cs typeface="UWEAKH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UWEAKH+CMSY10~25" panose="02000500000000000000"/>
              <a:cs typeface="UWEAKH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2" y="3315694"/>
            <a:ext cx="79779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9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modes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(e.g.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normal-standby-emergency</a:t>
            </a:r>
            <a:endParaRPr sz="205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3" y="3686027"/>
            <a:ext cx="90197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etc.)</a:t>
            </a:r>
            <a:endParaRPr sz="2050" spc="1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51" y="4205711"/>
            <a:ext cx="21455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Finding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events:</a:t>
            </a:r>
            <a:endParaRPr sz="205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6170" y="4588853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EAKH+CMSY10~25" panose="02000500000000000000"/>
                <a:cs typeface="UWEAKH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UWEAKH+CMSY10~25" panose="02000500000000000000"/>
              <a:cs typeface="UWEAKH+CMSY10~25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691" y="4723873"/>
            <a:ext cx="812914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9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signals,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condition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changes,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temporal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which</a:t>
            </a:r>
            <a:endParaRPr sz="205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85" y="5095728"/>
            <a:ext cx="338446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respond.</a:t>
            </a:r>
            <a:endParaRPr sz="2050" spc="18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6178" y="5478870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EAKH+CMSY10~25" panose="02000500000000000000"/>
                <a:cs typeface="UWEAKH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UWEAKH+CMSY10~25" panose="02000500000000000000"/>
              <a:cs typeface="UWEAKH+CMSY10~25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6699" y="5613890"/>
            <a:ext cx="74958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9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eﬀects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system.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triggers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688" y="5985748"/>
            <a:ext cx="445584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such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DFQC+CMR10" panose="02000500000000000000"/>
                <a:cs typeface="JPDFQC+CMR10" panose="02000500000000000000"/>
              </a:rPr>
              <a:t>eﬀect?</a:t>
            </a:r>
            <a:endParaRPr sz="2050" spc="10">
              <a:solidFill>
                <a:srgbClr val="000000"/>
              </a:solidFill>
              <a:latin typeface="JPDFQC+CMR10" panose="02000500000000000000"/>
              <a:cs typeface="JPDFQC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WSKO+CMR7" panose="02000500000000000000"/>
                <a:cs typeface="MKWSKO+CMR7" panose="02000500000000000000"/>
              </a:rPr>
              <a:t>234</a:t>
            </a:r>
            <a:endParaRPr sz="1450">
              <a:solidFill>
                <a:srgbClr val="000000"/>
              </a:solidFill>
              <a:latin typeface="MKWSKO+CMR7" panose="02000500000000000000"/>
              <a:cs typeface="MKWSKO+CMR7" panose="02000500000000000000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64305"/>
            <a:ext cx="471674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FPNCPK+CMBX12~c" panose="02000500000000000000"/>
                <a:cs typeface="FPNCPK+CMBX12~c" panose="02000500000000000000"/>
              </a:rPr>
              <a:t>Summary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PNCPK+CMBX12~c" panose="02000500000000000000"/>
                <a:cs typeface="FPNCPK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PNCPK+CMBX12~c" panose="02000500000000000000"/>
                <a:cs typeface="FPNCPK+CMBX12~c" panose="02000500000000000000"/>
              </a:rPr>
              <a:t>guidelines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PNCPK+CMBX12~c" panose="02000500000000000000"/>
                <a:cs typeface="FPNCPK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FPNCPK+CMBX12~c" panose="02000500000000000000"/>
              <a:cs typeface="FPNCP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530829"/>
            <a:ext cx="33817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Dealing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parallellism:</a:t>
            </a:r>
            <a:endParaRPr sz="205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90" y="2913971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LUKF+CMSY10~25" panose="02000500000000000000"/>
                <a:cs typeface="LALUKF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ALUKF+CMSY10~25" panose="02000500000000000000"/>
              <a:cs typeface="LALUKF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1" y="3048991"/>
            <a:ext cx="778971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cannot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show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absolute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certainty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events</a:t>
            </a:r>
            <a:endParaRPr sz="2050" spc="-12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6" y="3420849"/>
            <a:ext cx="71283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7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sequence,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assume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occur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parallel.</a:t>
            </a:r>
            <a:endParaRPr sz="205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48" y="3939011"/>
            <a:ext cx="29422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Introducing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hierarchy:</a:t>
            </a:r>
            <a:endParaRPr sz="205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6171" y="4322153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LUKF+CMSY10~25" panose="02000500000000000000"/>
                <a:cs typeface="LALUKF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ALUKF+CMSY10~25" panose="02000500000000000000"/>
              <a:cs typeface="LALUKF+CMSY10~25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2" y="4457173"/>
            <a:ext cx="74630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Introduce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hierarchy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express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commonality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6176" y="484031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LUKF+CMSY10~25" panose="02000500000000000000"/>
                <a:cs typeface="LALUKF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ALUKF+CMSY10~25" panose="02000500000000000000"/>
              <a:cs typeface="LALUKF+CMSY10~25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97" y="4975334"/>
            <a:ext cx="783974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Introduce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hierarchy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introduce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common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response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some</a:t>
            </a:r>
            <a:endParaRPr sz="205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692" y="5347192"/>
            <a:ext cx="61529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7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(e.g.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alarm,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suspend,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mode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change,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QDHWW+CMR10" panose="02000500000000000000"/>
                <a:cs typeface="LQDHWW+CMR10" panose="02000500000000000000"/>
              </a:rPr>
              <a:t>etc.)</a:t>
            </a:r>
            <a:endParaRPr sz="2050" spc="10">
              <a:solidFill>
                <a:srgbClr val="000000"/>
              </a:solidFill>
              <a:latin typeface="LQDHWW+CMR10" panose="02000500000000000000"/>
              <a:cs typeface="LQDHWW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TJVDE+CMR7" panose="02000500000000000000"/>
                <a:cs typeface="MTJVDE+CMR7" panose="02000500000000000000"/>
              </a:rPr>
              <a:t>235</a:t>
            </a:r>
            <a:endParaRPr sz="1450">
              <a:solidFill>
                <a:srgbClr val="000000"/>
              </a:solidFill>
              <a:latin typeface="MTJVDE+CMR7" panose="02000500000000000000"/>
              <a:cs typeface="MTJVDE+CMR7" panose="0200050000000000000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67481"/>
            <a:ext cx="471674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NDLMFR+CMBX12~c" panose="02000500000000000000"/>
                <a:cs typeface="NDLMFR+CMBX12~c" panose="02000500000000000000"/>
              </a:rPr>
              <a:t>Summary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DLMFR+CMBX12~c" panose="02000500000000000000"/>
                <a:cs typeface="NDLMFR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DLMFR+CMBX12~c" panose="02000500000000000000"/>
                <a:cs typeface="NDLMFR+CMBX12~c" panose="02000500000000000000"/>
              </a:rPr>
              <a:t>guidelines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DLMFR+CMBX12~c" panose="02000500000000000000"/>
                <a:cs typeface="NDLMFR+CMBX12~c" panose="02000500000000000000"/>
              </a:rPr>
              <a:t>(3)</a:t>
            </a:r>
            <a:endParaRPr sz="2500" spc="-14">
              <a:solidFill>
                <a:srgbClr val="000000"/>
              </a:solidFill>
              <a:latin typeface="NDLMFR+CMBX12~c" panose="02000500000000000000"/>
              <a:cs typeface="NDLMF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34005"/>
            <a:ext cx="33349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Finding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behavior: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9" y="2417147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GGKHWD+CMSY10~25" panose="02000500000000000000"/>
              <a:cs typeface="GGKHWD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2552167"/>
            <a:ext cx="825621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33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Follow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several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paths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road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map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check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whether</a:t>
            </a:r>
            <a:endParaRPr sz="2050" spc="12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17" y="2924025"/>
            <a:ext cx="589745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lead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speciﬁcation.</a:t>
            </a:r>
            <a:endParaRPr sz="2050" spc="15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84" y="3307166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GGKHWD+CMSY10~25" panose="02000500000000000000"/>
              <a:cs typeface="GGKHWD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5" y="3442186"/>
            <a:ext cx="65709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Through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causality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transactions.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1856" y="3887195"/>
            <a:ext cx="447930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Identify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business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solution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1847" y="4286483"/>
            <a:ext cx="8263960" cy="188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Identify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solution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activities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in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subject</a:t>
            </a:r>
            <a:r>
              <a:rPr sz="20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domain,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user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workﬂow.</a:t>
            </a:r>
            <a:endParaRPr sz="2050" spc="-1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  <a:p>
            <a:pPr marL="0" marR="0">
              <a:lnSpc>
                <a:spcPts val="315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Identify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event-action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  <a:p>
            <a:pPr marL="0" marR="0">
              <a:lnSpc>
                <a:spcPts val="314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Map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pairs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SuD;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introduce</a:t>
            </a:r>
            <a:endParaRPr sz="2050" spc="1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connection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necessary.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1853" y="5857730"/>
            <a:ext cx="682716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KHWD+CMSY10~25" panose="02000500000000000000"/>
                <a:cs typeface="GGKHW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Reﬁne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transactions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introducing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SuD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EIMT+CMR10" panose="02000500000000000000"/>
                <a:cs typeface="BIEIMT+CMR10" panose="02000500000000000000"/>
              </a:rPr>
              <a:t>states.</a:t>
            </a:r>
            <a:endParaRPr sz="2050">
              <a:solidFill>
                <a:srgbClr val="000000"/>
              </a:solidFill>
              <a:latin typeface="BIEIMT+CMR10" panose="02000500000000000000"/>
              <a:cs typeface="BIEIMT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FULPJ+CMR7" panose="02000500000000000000"/>
                <a:cs typeface="LFULPJ+CMR7" panose="02000500000000000000"/>
              </a:rPr>
              <a:t>236</a:t>
            </a:r>
            <a:endParaRPr sz="1450">
              <a:solidFill>
                <a:srgbClr val="000000"/>
              </a:solidFill>
              <a:latin typeface="LFULPJ+CMR7" panose="02000500000000000000"/>
              <a:cs typeface="LFULPJ+CMR7" panose="02000500000000000000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454449"/>
            <a:ext cx="4716742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MNFUVC+CMBX12~c" panose="02000500000000000000"/>
                <a:cs typeface="MNFUVC+CMBX12~c" panose="02000500000000000000"/>
              </a:rPr>
              <a:t>Summary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NFUVC+CMBX12~c" panose="02000500000000000000"/>
                <a:cs typeface="MNFUVC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NFUVC+CMBX12~c" panose="02000500000000000000"/>
                <a:cs typeface="MNFUVC+CMBX12~c" panose="02000500000000000000"/>
              </a:rPr>
              <a:t>guidelines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NFUVC+CMBX12~c" panose="02000500000000000000"/>
                <a:cs typeface="MNFUVC+CMBX12~c" panose="02000500000000000000"/>
              </a:rPr>
              <a:t>(4)</a:t>
            </a:r>
            <a:endParaRPr sz="2500" spc="-14">
              <a:solidFill>
                <a:srgbClr val="000000"/>
              </a:solidFill>
              <a:latin typeface="MNFUVC+CMBX12~c" panose="02000500000000000000"/>
              <a:cs typeface="MNFUVC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PJCN+CMSY10~25" panose="02000500000000000000"/>
                <a:cs typeface="ESPJC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ESPJCN+CMSY10~25" panose="02000500000000000000"/>
              <a:cs typeface="ESPJCN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2954502"/>
            <a:ext cx="741508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Through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transactions.</a:t>
            </a:r>
            <a:endParaRPr sz="2050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1855" y="3399510"/>
            <a:ext cx="447930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PJCN+CMSY10~25" panose="02000500000000000000"/>
                <a:cs typeface="ESPJ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Identify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business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solution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850" y="3800323"/>
            <a:ext cx="7824928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PJCN+CMSY10~25" panose="02000500000000000000"/>
                <a:cs typeface="ESPJ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Derive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services: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triggers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added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value,</a:t>
            </a:r>
            <a:endParaRPr sz="2050" spc="-14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assumptions.</a:t>
            </a:r>
            <a:endParaRPr sz="2050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843" y="4571469"/>
            <a:ext cx="39274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PJCN+CMSY10~25" panose="02000500000000000000"/>
                <a:cs typeface="ESPJ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connection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1844" y="4970757"/>
            <a:ext cx="796185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SPJCN+CMSY10~25" panose="02000500000000000000"/>
                <a:cs typeface="ESPJ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Reﬁne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pairs;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Introduce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MDRLC+CMR10" panose="02000500000000000000"/>
                <a:cs typeface="AMDRLC+CMR10" panose="02000500000000000000"/>
              </a:rPr>
              <a:t>states</a:t>
            </a:r>
            <a:endParaRPr sz="2050">
              <a:solidFill>
                <a:srgbClr val="000000"/>
              </a:solidFill>
              <a:latin typeface="AMDRLC+CMR10" panose="02000500000000000000"/>
              <a:cs typeface="AMDRL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LUNTI+CMR7" panose="02000500000000000000"/>
                <a:cs typeface="TLUNTI+CMR7" panose="02000500000000000000"/>
              </a:rPr>
              <a:t>237</a:t>
            </a:r>
            <a:endParaRPr sz="1450">
              <a:solidFill>
                <a:srgbClr val="000000"/>
              </a:solidFill>
              <a:latin typeface="TLUNTI+CMR7" panose="02000500000000000000"/>
              <a:cs typeface="TLUNTI+CMR7" panose="02000500000000000000"/>
            </a:endParaRP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47889"/>
            <a:ext cx="850868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Behavior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Modeling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and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Design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Guidelines:</a:t>
            </a:r>
            <a:r>
              <a:rPr sz="2050" spc="5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Main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CBSTPK+CMBX10" panose="02000500000000000000"/>
                <a:cs typeface="CBSTPK+CMBX10" panose="02000500000000000000"/>
              </a:rPr>
              <a:t>Points</a:t>
            </a:r>
            <a:endParaRPr sz="2050" spc="-21">
              <a:solidFill>
                <a:srgbClr val="000000"/>
              </a:solidFill>
              <a:latin typeface="CBSTPK+CMBX10" panose="02000500000000000000"/>
              <a:cs typeface="CBSTPK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860013"/>
            <a:ext cx="818473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LDLH+CMSY10~25" panose="02000500000000000000"/>
                <a:cs typeface="AULDL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required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behavior,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look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emergent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5" y="3231871"/>
            <a:ext cx="36328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63" y="3750033"/>
            <a:ext cx="8690471" cy="1972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LDLH+CMSY10~25" panose="02000500000000000000"/>
                <a:cs typeface="AULDL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Reduce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LDLH+CMSY10~25" panose="02000500000000000000"/>
                <a:cs typeface="AULDL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Accumulate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assumptions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about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to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show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that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desired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system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behavior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is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suﬃcient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to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create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desired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MDEL+CMR10" panose="02000500000000000000"/>
                <a:cs typeface="RTMDEL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RTMDEL+CMR10" panose="02000500000000000000"/>
              <a:cs typeface="RTMDE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EKAUQ+CMR7" panose="02000500000000000000"/>
                <a:cs typeface="MEKAUQ+CMR7" panose="02000500000000000000"/>
              </a:rPr>
              <a:t>238</a:t>
            </a:r>
            <a:endParaRPr sz="1450">
              <a:solidFill>
                <a:srgbClr val="000000"/>
              </a:solidFill>
              <a:latin typeface="MEKAUQ+CMR7" panose="02000500000000000000"/>
              <a:cs typeface="MEKAUQ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35102</Words>
  <Application>WPS 演示</Application>
  <PresentationFormat>自定义</PresentationFormat>
  <Paragraphs>3085</Paragraphs>
  <Slides>101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539</vt:i4>
      </vt:variant>
      <vt:variant>
        <vt:lpstr>主题</vt:lpstr>
      </vt:variant>
      <vt:variant>
        <vt:i4>101</vt:i4>
      </vt:variant>
      <vt:variant>
        <vt:lpstr>幻灯片标题</vt:lpstr>
      </vt:variant>
      <vt:variant>
        <vt:i4>101</vt:i4>
      </vt:variant>
    </vt:vector>
  </HeadingPairs>
  <TitlesOfParts>
    <vt:vector size="741" baseType="lpstr">
      <vt:lpstr>Arial</vt:lpstr>
      <vt:lpstr>宋体</vt:lpstr>
      <vt:lpstr>Wingdings</vt:lpstr>
      <vt:lpstr>LFEVQI+CMBX12</vt:lpstr>
      <vt:lpstr>Times New Roman</vt:lpstr>
      <vt:lpstr>CGDCWJ+CMBX12~c</vt:lpstr>
      <vt:lpstr>AKCTOU+CMSY10</vt:lpstr>
      <vt:lpstr>NVKCUG+CMR7</vt:lpstr>
      <vt:lpstr>NOQEBU+CMBX12</vt:lpstr>
      <vt:lpstr>LVTAPM+CMR10</vt:lpstr>
      <vt:lpstr>WINBNS+CMR7</vt:lpstr>
      <vt:lpstr>PITSQT+CMR10</vt:lpstr>
      <vt:lpstr>POBCMG+CMBX12~c</vt:lpstr>
      <vt:lpstr>WGCHPJ+Helvetica</vt:lpstr>
      <vt:lpstr>ITGINB+CMR7</vt:lpstr>
      <vt:lpstr>KGTBTQ+CMBX12~c</vt:lpstr>
      <vt:lpstr>KWKTVN+Helvetica</vt:lpstr>
      <vt:lpstr>HDHFBC+CMR7</vt:lpstr>
      <vt:lpstr>LMVCTM+CMBX12~c</vt:lpstr>
      <vt:lpstr>EILIWW+CMR10</vt:lpstr>
      <vt:lpstr>SHJRHC+CMSSBX10</vt:lpstr>
      <vt:lpstr>FMMPBJ+CMSS10</vt:lpstr>
      <vt:lpstr>BWSUCK+CMSY10~25</vt:lpstr>
      <vt:lpstr>VLWAIV+CMR7</vt:lpstr>
      <vt:lpstr>HICFRN+CMBX12~c</vt:lpstr>
      <vt:lpstr>MGAPKN+CMR10</vt:lpstr>
      <vt:lpstr>OTFJEU+CMSS9</vt:lpstr>
      <vt:lpstr>BPQTHL+CMSSBX10~2a4</vt:lpstr>
      <vt:lpstr>LHGJLN+CMSY10~25</vt:lpstr>
      <vt:lpstr>QKHEQE+CMR7</vt:lpstr>
      <vt:lpstr>CPTFKP+CMBX12~c</vt:lpstr>
      <vt:lpstr>POUHIO+CMSS9</vt:lpstr>
      <vt:lpstr>VDCJQI+CMR7</vt:lpstr>
      <vt:lpstr>TQPTDI+CMBX12~c</vt:lpstr>
      <vt:lpstr>NAHBFQ+CMSY10~25</vt:lpstr>
      <vt:lpstr>WMMRTL+CMR10</vt:lpstr>
      <vt:lpstr>LMONVH+CMBX10</vt:lpstr>
      <vt:lpstr>NFEDAO+CMR7</vt:lpstr>
      <vt:lpstr>SHAOBD+CMBX12~c</vt:lpstr>
      <vt:lpstr>HWSUFD+CMR10</vt:lpstr>
      <vt:lpstr>NRCJTT+CMSS10</vt:lpstr>
      <vt:lpstr>MTFOTJ+CMR7</vt:lpstr>
      <vt:lpstr>HWBMML+CMBX12~c</vt:lpstr>
      <vt:lpstr>WGCLHK+CMSS8</vt:lpstr>
      <vt:lpstr>IJSMQT+CMSSBX10~2f4</vt:lpstr>
      <vt:lpstr>HPGUQL+CMSY8</vt:lpstr>
      <vt:lpstr>HREFPS+CMR7</vt:lpstr>
      <vt:lpstr>微软雅黑</vt:lpstr>
      <vt:lpstr>Arial Unicode MS</vt:lpstr>
      <vt:lpstr>Calibri</vt:lpstr>
      <vt:lpstr>BATQBU+CMBX12~c</vt:lpstr>
      <vt:lpstr>PTLWFG+Helvetica</vt:lpstr>
      <vt:lpstr>TQBTLA+Helvetica-Bold</vt:lpstr>
      <vt:lpstr>ESHLJC+CMR7</vt:lpstr>
      <vt:lpstr>EIQCEA+CMBX12~c</vt:lpstr>
      <vt:lpstr>BIKSIV+CMSY10~25</vt:lpstr>
      <vt:lpstr>GWOSPL+CMSSBX10</vt:lpstr>
      <vt:lpstr>GHURMG+CMSS10</vt:lpstr>
      <vt:lpstr>EILHWJ+CMR10</vt:lpstr>
      <vt:lpstr>JVBGHN+CMR7</vt:lpstr>
      <vt:lpstr>PBNVKI+CMBX12~c</vt:lpstr>
      <vt:lpstr>GLJUOI+CMSS8</vt:lpstr>
      <vt:lpstr>VLHNGT+CMSSBX10~2f4</vt:lpstr>
      <vt:lpstr>JLIHGJ+CMMI8</vt:lpstr>
      <vt:lpstr>UJCKEP+CMSY8</vt:lpstr>
      <vt:lpstr>GHREFF+CMR7</vt:lpstr>
      <vt:lpstr>FAMDPE+CMBX12~c</vt:lpstr>
      <vt:lpstr>VMSPBV+CMR10</vt:lpstr>
      <vt:lpstr>BSAUFF+CMSY10~25</vt:lpstr>
      <vt:lpstr>FRIAGC+CMR7</vt:lpstr>
      <vt:lpstr>FMSOEJ+CMBX12~c</vt:lpstr>
      <vt:lpstr>FLVWJI+CMR10</vt:lpstr>
      <vt:lpstr>BSKUBW+CMSY10~25</vt:lpstr>
      <vt:lpstr>HVUCIT+CMR7</vt:lpstr>
      <vt:lpstr>CCACJD+CMBX12~c</vt:lpstr>
      <vt:lpstr>TSFRHS+CMSY10~25</vt:lpstr>
      <vt:lpstr>UDSSIU+CMR10</vt:lpstr>
      <vt:lpstr>NPQDHT+CMBX10</vt:lpstr>
      <vt:lpstr>QAOCDU+CMR7</vt:lpstr>
      <vt:lpstr>GLFGUM+CMBX12~c</vt:lpstr>
      <vt:lpstr>AUGSUJ+CMSY10~25</vt:lpstr>
      <vt:lpstr>MLMOOA+CMR10</vt:lpstr>
      <vt:lpstr>CESGOR+CMR7</vt:lpstr>
      <vt:lpstr>MSKTSA+CMBX12~c</vt:lpstr>
      <vt:lpstr>AVJOUB+CMSY10~25</vt:lpstr>
      <vt:lpstr>IVIOFJ+CMR10</vt:lpstr>
      <vt:lpstr>UTHQPL+CMBX10</vt:lpstr>
      <vt:lpstr>PAIFEF+CMR7</vt:lpstr>
      <vt:lpstr>GDJINI+CMBX12~c</vt:lpstr>
      <vt:lpstr>BQTDWL+CMR10</vt:lpstr>
      <vt:lpstr>ATDPGC+CMSY10~25</vt:lpstr>
      <vt:lpstr>WKMWMA+CMR7</vt:lpstr>
      <vt:lpstr>GGNGIU+CMBX12~c</vt:lpstr>
      <vt:lpstr>HOPPKL+CMR10</vt:lpstr>
      <vt:lpstr>NGTLRU+CMSS10</vt:lpstr>
      <vt:lpstr>HCKKTV+CMSY10~25</vt:lpstr>
      <vt:lpstr>UPONQK+CMSSBX10</vt:lpstr>
      <vt:lpstr>WGHMBO+CMR7</vt:lpstr>
      <vt:lpstr>GFDCCF+CMBX12~c</vt:lpstr>
      <vt:lpstr>ABCOEQ+CMSS10</vt:lpstr>
      <vt:lpstr>ALLIWV+CMR7</vt:lpstr>
      <vt:lpstr>BUGKSQ+CMBX12~c</vt:lpstr>
      <vt:lpstr>WUPMHF+CMSS8</vt:lpstr>
      <vt:lpstr>SRULLF+CMSSBX10~2f4</vt:lpstr>
      <vt:lpstr>QRTVUQ+CMSY8</vt:lpstr>
      <vt:lpstr>VAHKDJ+CMR7</vt:lpstr>
      <vt:lpstr>IHQRJH+CMBX12~c</vt:lpstr>
      <vt:lpstr>LHLHTG+CMSY10~25</vt:lpstr>
      <vt:lpstr>IQKIDR+CMBX10</vt:lpstr>
      <vt:lpstr>TPSNWW+CMR10</vt:lpstr>
      <vt:lpstr>HSABHS+CMR7</vt:lpstr>
      <vt:lpstr>INSIPW+CMBX12~c</vt:lpstr>
      <vt:lpstr>FTEFUF+CMR10</vt:lpstr>
      <vt:lpstr>RDJMUW+CMSSBX10~2a4</vt:lpstr>
      <vt:lpstr>LTGQQN+CMSS9</vt:lpstr>
      <vt:lpstr>QAFFSK+CMSSBX10~2b1</vt:lpstr>
      <vt:lpstr>VVIWCK+CMR7</vt:lpstr>
      <vt:lpstr>FVTGHW+CMBX12~c</vt:lpstr>
      <vt:lpstr>CADDNK+CMSSBX10~2a4</vt:lpstr>
      <vt:lpstr>JKMGUD+CMSS9</vt:lpstr>
      <vt:lpstr>VWCQFU+CMSSBX10~2b1</vt:lpstr>
      <vt:lpstr>JRJGNB+CMR7</vt:lpstr>
      <vt:lpstr>DTWIBN+CMBX12~c</vt:lpstr>
      <vt:lpstr>KBEUHC+CMSSBX10~2f4</vt:lpstr>
      <vt:lpstr>RDUHSU+CMSY8</vt:lpstr>
      <vt:lpstr>SWCQGQ+CMSS8</vt:lpstr>
      <vt:lpstr>NPONEQ+CMR7</vt:lpstr>
      <vt:lpstr>JVISKV+CMBX12~c</vt:lpstr>
      <vt:lpstr>PJWDNJ+CMSS8</vt:lpstr>
      <vt:lpstr>VAITFS+CMR7</vt:lpstr>
      <vt:lpstr>PQELGB+CMBX12~c</vt:lpstr>
      <vt:lpstr>BSGKLW+CMSSBX10~2a4</vt:lpstr>
      <vt:lpstr>WFGFMC+CMSS9</vt:lpstr>
      <vt:lpstr>UAMSQE+CMR7</vt:lpstr>
      <vt:lpstr>VOJFRB+CMBX12~c</vt:lpstr>
      <vt:lpstr>HNASIV+CMSY10~25</vt:lpstr>
      <vt:lpstr>OOOBAK+CMR10</vt:lpstr>
      <vt:lpstr>VSNQNP+CMR7</vt:lpstr>
      <vt:lpstr>CVVBMM+CMBX12~c</vt:lpstr>
      <vt:lpstr>CMVCFU+CMSY10~25</vt:lpstr>
      <vt:lpstr>QRQTPP+CMR10</vt:lpstr>
      <vt:lpstr>RNNMHS+CMR7</vt:lpstr>
      <vt:lpstr>VNKCRO+CMBX12~c</vt:lpstr>
      <vt:lpstr>UQJEVM+CMR10</vt:lpstr>
      <vt:lpstr>VSSULR+CMSS10</vt:lpstr>
      <vt:lpstr>DBRUTC+Helvetica</vt:lpstr>
      <vt:lpstr>JFCLKB+Helvetica</vt:lpstr>
      <vt:lpstr>WQQPEM+Helvetica</vt:lpstr>
      <vt:lpstr>WEIJDG+Helvetica</vt:lpstr>
      <vt:lpstr>OASCOF+Helvetica</vt:lpstr>
      <vt:lpstr>OBAQJS+CMR7</vt:lpstr>
      <vt:lpstr>BJBWAG+CMBX12~c</vt:lpstr>
      <vt:lpstr>UFNTSB+Helvetica</vt:lpstr>
      <vt:lpstr>UNFTLH+Helvetica-Bold</vt:lpstr>
      <vt:lpstr>NWCEOW+CMR7</vt:lpstr>
      <vt:lpstr>QNOAFI+CMBX12~c</vt:lpstr>
      <vt:lpstr>MJFHGK+CMR10</vt:lpstr>
      <vt:lpstr>ASNIMN+CMBX10</vt:lpstr>
      <vt:lpstr>JDOANK+CMSY10~25</vt:lpstr>
      <vt:lpstr>WWQRRC+CMSS10</vt:lpstr>
      <vt:lpstr>PDSTBO+CMR7</vt:lpstr>
      <vt:lpstr>RHKGRL+CMBX12~c</vt:lpstr>
      <vt:lpstr>BWATVI+Helvetica</vt:lpstr>
      <vt:lpstr>CVOQGD+Helvetica-Bold</vt:lpstr>
      <vt:lpstr>TQVNLP+CMR10</vt:lpstr>
      <vt:lpstr>KKTDUB+CMSS10</vt:lpstr>
      <vt:lpstr>SBQCNW+Helvetica</vt:lpstr>
      <vt:lpstr>ASPNPP+CMR7</vt:lpstr>
      <vt:lpstr>PSJIKR+CMBX12~c</vt:lpstr>
      <vt:lpstr>PJIRUD+Helvetica</vt:lpstr>
      <vt:lpstr>BSEGWL+Helvetica-Bold</vt:lpstr>
      <vt:lpstr>BDCDHV+CMR10</vt:lpstr>
      <vt:lpstr>WKRTDB+CMR7</vt:lpstr>
      <vt:lpstr>VKPANG+CMBX12~c</vt:lpstr>
      <vt:lpstr>LCGROK+CMR10</vt:lpstr>
      <vt:lpstr>GNNVPH+Helvetica</vt:lpstr>
      <vt:lpstr>LRKCIF+Helvetica-Bold</vt:lpstr>
      <vt:lpstr>NQDLHL+CMR7</vt:lpstr>
      <vt:lpstr>RCBFFJ+CMBX12~c</vt:lpstr>
      <vt:lpstr>MIVRNJ+CMR10</vt:lpstr>
      <vt:lpstr>MMCPMF+CMSY10~25</vt:lpstr>
      <vt:lpstr>JKLSSU+CMR7</vt:lpstr>
      <vt:lpstr>UISCQV+CMBX12~c</vt:lpstr>
      <vt:lpstr>LUKUJQ+Helvetica-Bold</vt:lpstr>
      <vt:lpstr>BINPCA+Helvetica</vt:lpstr>
      <vt:lpstr>SUWLSO+CMR10</vt:lpstr>
      <vt:lpstr>EAQLWM+CMR7</vt:lpstr>
      <vt:lpstr>QRQNWK+CMBX12~c</vt:lpstr>
      <vt:lpstr>GSSJJW+Helvetica-Bold</vt:lpstr>
      <vt:lpstr>VQQSON+Helvetica</vt:lpstr>
      <vt:lpstr>DTRUQD+CMR10</vt:lpstr>
      <vt:lpstr>LWQURQ+CMSS10</vt:lpstr>
      <vt:lpstr>TFWRGT+CMR7</vt:lpstr>
      <vt:lpstr>CTSOSD+CMBX12~c</vt:lpstr>
      <vt:lpstr>NQKRMF+Helvetica</vt:lpstr>
      <vt:lpstr>DUBBQO+Helvetica-Bold</vt:lpstr>
      <vt:lpstr>FBLBRF+CMR10</vt:lpstr>
      <vt:lpstr>QMFDIR+CMSS10</vt:lpstr>
      <vt:lpstr>JLQLLS+CMSY10~25</vt:lpstr>
      <vt:lpstr>WRTKNG+CMR7</vt:lpstr>
      <vt:lpstr>FGCIQV+CMBX12~c</vt:lpstr>
      <vt:lpstr>HQABWF+Helvetica</vt:lpstr>
      <vt:lpstr>SEMDSQ+Helvetica-Bold</vt:lpstr>
      <vt:lpstr>JEMBRU+CMR7</vt:lpstr>
      <vt:lpstr>LFHQIB+CMBX12~c</vt:lpstr>
      <vt:lpstr>JQLWDD+Helvetica-Bold</vt:lpstr>
      <vt:lpstr>PHLGVI+Helvetica</vt:lpstr>
      <vt:lpstr>IREBVH+CMR10</vt:lpstr>
      <vt:lpstr>DUJRVC+CMSS10</vt:lpstr>
      <vt:lpstr>TNALKI+CMSY10~25</vt:lpstr>
      <vt:lpstr>TUHWEB+CMR7</vt:lpstr>
      <vt:lpstr>TKUCFC+CMBX12~c</vt:lpstr>
      <vt:lpstr>DPQHML+Helvetica</vt:lpstr>
      <vt:lpstr>WFMPEF+Helvetica-Bold</vt:lpstr>
      <vt:lpstr>LWLJFV+CMR7</vt:lpstr>
      <vt:lpstr>ILNCBK+CMBX12~c</vt:lpstr>
      <vt:lpstr>MIKITE+Helvetica-Bold</vt:lpstr>
      <vt:lpstr>WNGPTO+Helvetica</vt:lpstr>
      <vt:lpstr>JNHTPI+CMR7</vt:lpstr>
      <vt:lpstr>JKODCM+CMBX12~c</vt:lpstr>
      <vt:lpstr>FSUIVU+Helvetica-Bold</vt:lpstr>
      <vt:lpstr>WAPHSM+Helvetica</vt:lpstr>
      <vt:lpstr>GBFIEI+CMR10</vt:lpstr>
      <vt:lpstr>LDTQIK+CMR7</vt:lpstr>
      <vt:lpstr>UHHGWT+CMBX12~c</vt:lpstr>
      <vt:lpstr>GEMAHB+Helvetica-Bold</vt:lpstr>
      <vt:lpstr>HQABGU+Helvetica</vt:lpstr>
      <vt:lpstr>OKEQVS+CMR10</vt:lpstr>
      <vt:lpstr>KOAWTS+CMR7</vt:lpstr>
      <vt:lpstr>RRLVBR+CMBX12~c</vt:lpstr>
      <vt:lpstr>FVFTJV+CMSY10~25</vt:lpstr>
      <vt:lpstr>BBLIAL+CMR10</vt:lpstr>
      <vt:lpstr>MISNWA+CMSS10</vt:lpstr>
      <vt:lpstr>CTGUVI+CMR7</vt:lpstr>
      <vt:lpstr>HUVOQT+CMBX12~c</vt:lpstr>
      <vt:lpstr>NIOUAV+Helvetica</vt:lpstr>
      <vt:lpstr>IBFATC+Helvetica-Bold</vt:lpstr>
      <vt:lpstr>DJACEC+CMSY10~25</vt:lpstr>
      <vt:lpstr>RQNNAG+CMR10</vt:lpstr>
      <vt:lpstr>IKPDME+CMR7</vt:lpstr>
      <vt:lpstr>VIDKIT+CMBX12~c</vt:lpstr>
      <vt:lpstr>IFFENW+Helvetica-Bold</vt:lpstr>
      <vt:lpstr>QJTMNG+Helvetica</vt:lpstr>
      <vt:lpstr>UHTOWE+CMR10</vt:lpstr>
      <vt:lpstr>UCGCRU+CMSS10</vt:lpstr>
      <vt:lpstr>ISAGNS+CMR7</vt:lpstr>
      <vt:lpstr>GAOCQU+CMBX12~c</vt:lpstr>
      <vt:lpstr>AHRFHA+CMSY10~25</vt:lpstr>
      <vt:lpstr>TDJJCO+CMR10</vt:lpstr>
      <vt:lpstr>GVOMIK+CMR7</vt:lpstr>
      <vt:lpstr>EWWGUL+CMBX12~c</vt:lpstr>
      <vt:lpstr>KONNKF+Helvetica</vt:lpstr>
      <vt:lpstr>DMSFDU+Helvetica-Bold</vt:lpstr>
      <vt:lpstr>ESGNKW+CMR10</vt:lpstr>
      <vt:lpstr>GQQWFG+CMR7</vt:lpstr>
      <vt:lpstr>BTTNKM+CMBX12~c</vt:lpstr>
      <vt:lpstr>FVIKLB+CMSY10~25</vt:lpstr>
      <vt:lpstr>DTUKHK+CMR10</vt:lpstr>
      <vt:lpstr>HGQETH+CMBX10</vt:lpstr>
      <vt:lpstr>HWHWSG+CMR7</vt:lpstr>
      <vt:lpstr>KFFRRE+CMBX12~c</vt:lpstr>
      <vt:lpstr>BFRFJQ+Helvetica</vt:lpstr>
      <vt:lpstr>WPGHGP+Helvetica-Bold</vt:lpstr>
      <vt:lpstr>BEOTGE+CMR10</vt:lpstr>
      <vt:lpstr>BPWSVG+CMSY10~25</vt:lpstr>
      <vt:lpstr>PAFCLW+CMBX10</vt:lpstr>
      <vt:lpstr>WKUSMO+CMSS10</vt:lpstr>
      <vt:lpstr>NKMPOK+CMR7</vt:lpstr>
      <vt:lpstr>ELMOED+CMBX12~c</vt:lpstr>
      <vt:lpstr>ESEVJR+CMR10</vt:lpstr>
      <vt:lpstr>NCFCLJ+Helvetica</vt:lpstr>
      <vt:lpstr>VLQDFG+Helvetica-Bold</vt:lpstr>
      <vt:lpstr>CCSECT+CMSS10</vt:lpstr>
      <vt:lpstr>IBNVUI+CMSY10~25</vt:lpstr>
      <vt:lpstr>LKEEUG+CMBX10</vt:lpstr>
      <vt:lpstr>GOGVAG+CMR7</vt:lpstr>
      <vt:lpstr>TCRLOV+CMBX12~c</vt:lpstr>
      <vt:lpstr>HJKWPP+CMR10</vt:lpstr>
      <vt:lpstr>HVIIWB+CMSY10~25</vt:lpstr>
      <vt:lpstr>EIJHBJ+CMBX10</vt:lpstr>
      <vt:lpstr>PUPWWV+CMSS10</vt:lpstr>
      <vt:lpstr>TRABRE+CMR7</vt:lpstr>
      <vt:lpstr>DOKUID+CMBX12~c</vt:lpstr>
      <vt:lpstr>NGSPJT+CMSS10</vt:lpstr>
      <vt:lpstr>NHPPAA+CMSY10~25</vt:lpstr>
      <vt:lpstr>AMGDDR+CMR10</vt:lpstr>
      <vt:lpstr>DORVEA+CMBX10</vt:lpstr>
      <vt:lpstr>PWQNKE+CMR7</vt:lpstr>
      <vt:lpstr>RIGUQQ+CMBX12~c</vt:lpstr>
      <vt:lpstr>WFHCTP+CMSS10</vt:lpstr>
      <vt:lpstr>JTRRNE+CMSY10~25</vt:lpstr>
      <vt:lpstr>GKHNRM+CMR10</vt:lpstr>
      <vt:lpstr>VLDUDK+CMBX10</vt:lpstr>
      <vt:lpstr>WEIOWW+CMR7</vt:lpstr>
      <vt:lpstr>OPWSKI+CMBX12~c</vt:lpstr>
      <vt:lpstr>MRKNUW+CMSS10</vt:lpstr>
      <vt:lpstr>DHKIFS+Helvetica</vt:lpstr>
      <vt:lpstr>VBJVLU+Helvetica-Bold</vt:lpstr>
      <vt:lpstr>MVMJBI+CMSY10~25</vt:lpstr>
      <vt:lpstr>RBECBE+CMR10</vt:lpstr>
      <vt:lpstr>AUVBPN+CMMI10</vt:lpstr>
      <vt:lpstr>RIKVIH+CMMI7</vt:lpstr>
      <vt:lpstr>CGKKSC+CMR7</vt:lpstr>
      <vt:lpstr>VDJEPW+CMBX12~c</vt:lpstr>
      <vt:lpstr>TLQUSO+Helvetica-Bold</vt:lpstr>
      <vt:lpstr>OMWMOI+Helvetica</vt:lpstr>
      <vt:lpstr>CHCOTV+CMR10</vt:lpstr>
      <vt:lpstr>KFFGFC+CMSY10~25</vt:lpstr>
      <vt:lpstr>FJEOOV+CMSS10</vt:lpstr>
      <vt:lpstr>IVSCSS+CMR7</vt:lpstr>
      <vt:lpstr>POGULT+CMBX12~c</vt:lpstr>
      <vt:lpstr>KRKVGM+CMR10</vt:lpstr>
      <vt:lpstr>EITTQC+CMTI10</vt:lpstr>
      <vt:lpstr>JFBLAV+Helvetica</vt:lpstr>
      <vt:lpstr>CFLRVH+CMSS10</vt:lpstr>
      <vt:lpstr>KENFRI+CMSY10~25</vt:lpstr>
      <vt:lpstr>TTNQBD+CMBX10</vt:lpstr>
      <vt:lpstr>WJJLRW+CMR7</vt:lpstr>
      <vt:lpstr>EWMOTQ+CMBX12~c</vt:lpstr>
      <vt:lpstr>PVKHIA+CMSS10</vt:lpstr>
      <vt:lpstr>EGTPLM+CMSY10~25</vt:lpstr>
      <vt:lpstr>NVETWS+CMSSBX10</vt:lpstr>
      <vt:lpstr>JVNRTI+Helvetica</vt:lpstr>
      <vt:lpstr>UJJHGO+Helvetica-Bold</vt:lpstr>
      <vt:lpstr>SRRIVP+CMR10</vt:lpstr>
      <vt:lpstr>LRSMHA+CMBX10</vt:lpstr>
      <vt:lpstr>TTKDSO+CMR7</vt:lpstr>
      <vt:lpstr>AQFPQP+CMBX12~c</vt:lpstr>
      <vt:lpstr>LRPWKO+CMR10</vt:lpstr>
      <vt:lpstr>VRQCUT+CMSS10</vt:lpstr>
      <vt:lpstr>WPMBSS+CMTI10</vt:lpstr>
      <vt:lpstr>LLCCTC+CMSY10~25</vt:lpstr>
      <vt:lpstr>LHUDEH+CMBX10</vt:lpstr>
      <vt:lpstr>JJJPSP+Helvetica</vt:lpstr>
      <vt:lpstr>LOAVVW+Helvetica-Bold</vt:lpstr>
      <vt:lpstr>USCOPV+CMR7</vt:lpstr>
      <vt:lpstr>OHMHOG+CMBX12~c</vt:lpstr>
      <vt:lpstr>AIFNTP+CMSY10~25</vt:lpstr>
      <vt:lpstr>RSQBDW+CMBX10</vt:lpstr>
      <vt:lpstr>LKWTOQ+CMR10</vt:lpstr>
      <vt:lpstr>KLNMVH+Helvetica</vt:lpstr>
      <vt:lpstr>GTVKIM+Helvetica-Bold</vt:lpstr>
      <vt:lpstr>ACDEJC+CMR7</vt:lpstr>
      <vt:lpstr>DFOGOC+CMBX12~c</vt:lpstr>
      <vt:lpstr>PQGPKT+CMSS9</vt:lpstr>
      <vt:lpstr>MQGDHI+CMR10</vt:lpstr>
      <vt:lpstr>FOEWPJ+CMSS10</vt:lpstr>
      <vt:lpstr>EUWJBL+CMSS8</vt:lpstr>
      <vt:lpstr>TFSVTG+CMR7</vt:lpstr>
      <vt:lpstr>ACTUNB+CMBX12~c</vt:lpstr>
      <vt:lpstr>HODSGB+CMSY10~25</vt:lpstr>
      <vt:lpstr>PQPVAQ+CMBX10</vt:lpstr>
      <vt:lpstr>HMJWNQ+CMR10</vt:lpstr>
      <vt:lpstr>PVUQON+Helvetica</vt:lpstr>
      <vt:lpstr>PJDQUC+Helvetica-Oblique</vt:lpstr>
      <vt:lpstr>UOJIBC+Helvetica-Bold</vt:lpstr>
      <vt:lpstr>VGCRBH+CMR7</vt:lpstr>
      <vt:lpstr>TDVLTA+CMBX12~c</vt:lpstr>
      <vt:lpstr>OFQQHQ+CMR10</vt:lpstr>
      <vt:lpstr>QDBWOW+CMSS10</vt:lpstr>
      <vt:lpstr>MHWKAU+CMSS9</vt:lpstr>
      <vt:lpstr>NAFLKG+CMSY10~25</vt:lpstr>
      <vt:lpstr>THBAEJ+CMBX10</vt:lpstr>
      <vt:lpstr>SBUJRM+CMR7</vt:lpstr>
      <vt:lpstr>WNDOSG+CMBX12~c</vt:lpstr>
      <vt:lpstr>ISDLSQ+CMR10</vt:lpstr>
      <vt:lpstr>HDAFLP+CMSS10</vt:lpstr>
      <vt:lpstr>CPWRBR+CMSS9</vt:lpstr>
      <vt:lpstr>USVLIF+CMR7</vt:lpstr>
      <vt:lpstr>RWGVNF+CMBX12~c</vt:lpstr>
      <vt:lpstr>LOAQME+CMSY10~25</vt:lpstr>
      <vt:lpstr>UIVVDR+CMBX10</vt:lpstr>
      <vt:lpstr>GPFERK+CMR10</vt:lpstr>
      <vt:lpstr>PRBSMA+CMR7</vt:lpstr>
      <vt:lpstr>CBTLEU+CMBX12~c</vt:lpstr>
      <vt:lpstr>LLGNLW+CMR10</vt:lpstr>
      <vt:lpstr>LLBOJQ+CMSS10</vt:lpstr>
      <vt:lpstr>NJTBMR+CMSY10~25</vt:lpstr>
      <vt:lpstr>LQOVOA+CMBX10</vt:lpstr>
      <vt:lpstr>MVHPVO+Helvetica</vt:lpstr>
      <vt:lpstr>NMPEIW+Helvetica-Bold</vt:lpstr>
      <vt:lpstr>UECBJU+CMR7</vt:lpstr>
      <vt:lpstr>JTBVIW+CMBX12~c</vt:lpstr>
      <vt:lpstr>GKQHSJ+CMR10</vt:lpstr>
      <vt:lpstr>DGEEPE+CMBX10</vt:lpstr>
      <vt:lpstr>ODKRWF+Helvetica-Bold</vt:lpstr>
      <vt:lpstr>KKAJSN+Helvetica</vt:lpstr>
      <vt:lpstr>HFMSVJ+CMR7</vt:lpstr>
      <vt:lpstr>IORVKH+CMBX10</vt:lpstr>
      <vt:lpstr>GKHMRW+CMR10</vt:lpstr>
      <vt:lpstr>WSKTPV+CMSY10~25</vt:lpstr>
      <vt:lpstr>WGDMIW+Helvetica</vt:lpstr>
      <vt:lpstr>CVRHBG+CMR7</vt:lpstr>
      <vt:lpstr>KEFEHV+CMBX12~c</vt:lpstr>
      <vt:lpstr>OJHAFG+CMR10</vt:lpstr>
      <vt:lpstr>DIDFEP+CMSY10~25</vt:lpstr>
      <vt:lpstr>EROHDU+CMR7</vt:lpstr>
      <vt:lpstr>LCSFUA+CMBX12~c</vt:lpstr>
      <vt:lpstr>CFRDRK+CMSY10~25</vt:lpstr>
      <vt:lpstr>UQBBVN+CMR10</vt:lpstr>
      <vt:lpstr>JJDOSE+CMR7</vt:lpstr>
      <vt:lpstr>BOASMW+CMBX12~c</vt:lpstr>
      <vt:lpstr>LWBEHQ+Helvetica</vt:lpstr>
      <vt:lpstr>UEHQPO+CMSY10~25</vt:lpstr>
      <vt:lpstr>GPNBFC+CMBX10</vt:lpstr>
      <vt:lpstr>RQNRUC+CMR10</vt:lpstr>
      <vt:lpstr>FJRKDW+CMR7</vt:lpstr>
      <vt:lpstr>QIBLBD+CMBX12~c</vt:lpstr>
      <vt:lpstr>RKLJFU+Helvetica</vt:lpstr>
      <vt:lpstr>KEJADL+CMR7</vt:lpstr>
      <vt:lpstr>GBVRSF+CMBX12~c</vt:lpstr>
      <vt:lpstr>OSHLIE+Helvetica</vt:lpstr>
      <vt:lpstr>MTFGAG+CMSY10~25</vt:lpstr>
      <vt:lpstr>MPCRME+CMR10</vt:lpstr>
      <vt:lpstr>LIFWGF+CMR7</vt:lpstr>
      <vt:lpstr>MAWUSQ+CMBX12~c</vt:lpstr>
      <vt:lpstr>QSBJHH+CMBX10</vt:lpstr>
      <vt:lpstr>NECCEW+Helvetica</vt:lpstr>
      <vt:lpstr>STWKBJ+Helvetica-Oblique</vt:lpstr>
      <vt:lpstr>OCKPJO+CMR7</vt:lpstr>
      <vt:lpstr>HNBPNU+CMBX12~c</vt:lpstr>
      <vt:lpstr>FKDTDK+CMBX10</vt:lpstr>
      <vt:lpstr>DUHJGG+Helvetica-Bold</vt:lpstr>
      <vt:lpstr>AHRWVP+Helvetica</vt:lpstr>
      <vt:lpstr>LSHAAG+Helvetica-Oblique</vt:lpstr>
      <vt:lpstr>HVVBMV+Helvetica-BoldOblique</vt:lpstr>
      <vt:lpstr>DAGKQM+CMR7</vt:lpstr>
      <vt:lpstr>OCJGPA+CMBX12~c</vt:lpstr>
      <vt:lpstr>HECBMJ+CMBX10</vt:lpstr>
      <vt:lpstr>METIEA+CMR10</vt:lpstr>
      <vt:lpstr>SUFCQK+Helvetica</vt:lpstr>
      <vt:lpstr>MKTNBQ+CMR7</vt:lpstr>
      <vt:lpstr>HPNVJH+CMBX12~c</vt:lpstr>
      <vt:lpstr>FHBAKA+CMBX10</vt:lpstr>
      <vt:lpstr>AGMQBG+CMR8</vt:lpstr>
      <vt:lpstr>PIEMJW+CMBX8</vt:lpstr>
      <vt:lpstr>DWIAJP+CMR7</vt:lpstr>
      <vt:lpstr>MNPSBB+CMBX12~c</vt:lpstr>
      <vt:lpstr>GAREPV+CMBX10</vt:lpstr>
      <vt:lpstr>NPTCCL+CMSY10~25</vt:lpstr>
      <vt:lpstr>UTPPTR+CMR10</vt:lpstr>
      <vt:lpstr>QEGKFI+CMR7</vt:lpstr>
      <vt:lpstr>UVJNME+CMBX12~c</vt:lpstr>
      <vt:lpstr>UMGNFN+CMBX10</vt:lpstr>
      <vt:lpstr>OHCPBE+Helvetica</vt:lpstr>
      <vt:lpstr>KSDPSB+Helvetica-Oblique</vt:lpstr>
      <vt:lpstr>KGRSSB+CMR7</vt:lpstr>
      <vt:lpstr>FWAVSB+CMBX12~c</vt:lpstr>
      <vt:lpstr>WJJUOV+CMBX10</vt:lpstr>
      <vt:lpstr>KDVMDB+Helvetica</vt:lpstr>
      <vt:lpstr>LGRWKA+Helvetica-Oblique</vt:lpstr>
      <vt:lpstr>RASSVB+CMR7</vt:lpstr>
      <vt:lpstr>ADHREK+CMBX12~c</vt:lpstr>
      <vt:lpstr>QMIHVU+CMBX10</vt:lpstr>
      <vt:lpstr>WLEKIQ+Helvetica</vt:lpstr>
      <vt:lpstr>UREDOK+CMR7</vt:lpstr>
      <vt:lpstr>TBPOFK+CMBX12~c</vt:lpstr>
      <vt:lpstr>IGKSIR+CMBX10</vt:lpstr>
      <vt:lpstr>PKALWA+CMSS9</vt:lpstr>
      <vt:lpstr>BGVORL+CMR7</vt:lpstr>
      <vt:lpstr>GJUDAD+CMBX12~c</vt:lpstr>
      <vt:lpstr>ELHGMW+CMBX10</vt:lpstr>
      <vt:lpstr>QCLKAS+CMSS8</vt:lpstr>
      <vt:lpstr>WCWTMB+CMSSBX10~2f4</vt:lpstr>
      <vt:lpstr>GDMRSG+CMSY8</vt:lpstr>
      <vt:lpstr>OEQNVM+CMR7</vt:lpstr>
      <vt:lpstr>LTJJFT+CMBX12~c</vt:lpstr>
      <vt:lpstr>DPIVFS+CMBX10</vt:lpstr>
      <vt:lpstr>PMLCLI+CMSS8</vt:lpstr>
      <vt:lpstr>GGJDSN+CMSSBX10~2f4</vt:lpstr>
      <vt:lpstr>WJMUCJ+CMMI8</vt:lpstr>
      <vt:lpstr>DFQNBM+CMSY8</vt:lpstr>
      <vt:lpstr>VSJEAP+CMR7</vt:lpstr>
      <vt:lpstr>HGHLCF+CMBX12~c</vt:lpstr>
      <vt:lpstr>RQADID+CMBX10</vt:lpstr>
      <vt:lpstr>FQSLGJ+CMSY10~25</vt:lpstr>
      <vt:lpstr>KTVPVU+CMSS10</vt:lpstr>
      <vt:lpstr>EDADLC+CMR7</vt:lpstr>
      <vt:lpstr>KPQGJE+CMBX12~c</vt:lpstr>
      <vt:lpstr>KQITDE+CMBX10</vt:lpstr>
      <vt:lpstr>IBLTNE+Helvetica</vt:lpstr>
      <vt:lpstr>SWJUND+CMR7</vt:lpstr>
      <vt:lpstr>VMMPIM+CMBX12~c</vt:lpstr>
      <vt:lpstr>IWAENR+CMBX10</vt:lpstr>
      <vt:lpstr>DTMBLO+Helvetica</vt:lpstr>
      <vt:lpstr>TCTJHA+CMR7</vt:lpstr>
      <vt:lpstr>LAOFOM+CMBX12~c</vt:lpstr>
      <vt:lpstr>ORQECM+CMBX10</vt:lpstr>
      <vt:lpstr>KWNSCD+Helvetica</vt:lpstr>
      <vt:lpstr>KUQDLK+CMR7</vt:lpstr>
      <vt:lpstr>OJQNJB+CMBX12~c</vt:lpstr>
      <vt:lpstr>GQAOKT+CMBX10</vt:lpstr>
      <vt:lpstr>ABDFRW+CMSY8</vt:lpstr>
      <vt:lpstr>HHWCKC+CMSSBX10~2f4</vt:lpstr>
      <vt:lpstr>HQMBID+CMSS8</vt:lpstr>
      <vt:lpstr>RBWNKU+CMR7</vt:lpstr>
      <vt:lpstr>BRWVEP+CMBX12~c</vt:lpstr>
      <vt:lpstr>CKSRCS+CMBX10</vt:lpstr>
      <vt:lpstr>NRRRVG+CMSY10~25</vt:lpstr>
      <vt:lpstr>HFFWRN+CMR10</vt:lpstr>
      <vt:lpstr>FEGGPT+CMR7</vt:lpstr>
      <vt:lpstr>JCHVEU+CMBX12~c</vt:lpstr>
      <vt:lpstr>UBTUCR+CMBX10</vt:lpstr>
      <vt:lpstr>AHKHUI+CMSS8</vt:lpstr>
      <vt:lpstr>DRODDK+CMR7</vt:lpstr>
      <vt:lpstr>KTFBGP+CMBX12~c</vt:lpstr>
      <vt:lpstr>QIBVNR+CMBX10</vt:lpstr>
      <vt:lpstr>EWLFLQ+Helvetica</vt:lpstr>
      <vt:lpstr>DNMUTK+CMR7</vt:lpstr>
      <vt:lpstr>SQBMBA+CMBX12~c</vt:lpstr>
      <vt:lpstr>OFENVH+CMBX10</vt:lpstr>
      <vt:lpstr>AUCLRI+CMSY10~25</vt:lpstr>
      <vt:lpstr>NFTUFS+CMR10</vt:lpstr>
      <vt:lpstr>STPTBT+CMTI10</vt:lpstr>
      <vt:lpstr>BUOWGA+CMR7</vt:lpstr>
      <vt:lpstr>BNJAWH+CMBX12~c</vt:lpstr>
      <vt:lpstr>JPDFQC+CMR10</vt:lpstr>
      <vt:lpstr>UWEAKH+CMSY10~25</vt:lpstr>
      <vt:lpstr>MKWSKO+CMR7</vt:lpstr>
      <vt:lpstr>FPNCPK+CMBX12~c</vt:lpstr>
      <vt:lpstr>LQDHWW+CMR10</vt:lpstr>
      <vt:lpstr>LALUKF+CMSY10~25</vt:lpstr>
      <vt:lpstr>MTJVDE+CMR7</vt:lpstr>
      <vt:lpstr>NDLMFR+CMBX12~c</vt:lpstr>
      <vt:lpstr>BIEIMT+CMR10</vt:lpstr>
      <vt:lpstr>GGKHWD+CMSY10~25</vt:lpstr>
      <vt:lpstr>LFULPJ+CMR7</vt:lpstr>
      <vt:lpstr>MNFUVC+CMBX12~c</vt:lpstr>
      <vt:lpstr>ESPJCN+CMSY10~25</vt:lpstr>
      <vt:lpstr>AMDRLC+CMR10</vt:lpstr>
      <vt:lpstr>TLUNTI+CMR7</vt:lpstr>
      <vt:lpstr>CBSTPK+CMBX10</vt:lpstr>
      <vt:lpstr>AULDLH+CMSY10~25</vt:lpstr>
      <vt:lpstr>RTMDEL+CMR10</vt:lpstr>
      <vt:lpstr>MEKAUQ+CMR7</vt:lpstr>
      <vt:lpstr>Times New Roman</vt:lpstr>
      <vt:lpstr>Comic Sans MS</vt:lpstr>
      <vt:lpstr>Verdana</vt:lpstr>
      <vt:lpstr>黑体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6</cp:revision>
  <dcterms:created xsi:type="dcterms:W3CDTF">2026-06-03T03:27:31Z</dcterms:created>
  <dcterms:modified xsi:type="dcterms:W3CDTF">2026-06-03T03:29:48Z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55AEDDA54D1442F5805DAB177DA9C2EB_12</vt:lpwstr>
  </property>
  <property fmtid="{D5CDD505-2E9C-101B-9397-08002B2CF9AE}" pid="3" name="KSOProductBuildVer">
    <vt:lpwstr>2052-12.1.0.23542</vt:lpwstr>
  </property>
</Properties>
</file>