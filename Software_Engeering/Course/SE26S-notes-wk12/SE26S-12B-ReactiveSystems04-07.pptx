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00.fntdata" ContentType="application/x-fontdata"/>
  <Override PartName="/ppt/fonts/font101.fntdata" ContentType="application/x-fontdata"/>
  <Override PartName="/ppt/fonts/font102.fntdata" ContentType="application/x-fontdata"/>
  <Override PartName="/ppt/fonts/font103.fntdata" ContentType="application/x-fontdata"/>
  <Override PartName="/ppt/fonts/font104.fntdata" ContentType="application/x-fontdata"/>
  <Override PartName="/ppt/fonts/font105.fntdata" ContentType="application/x-fontdata"/>
  <Override PartName="/ppt/fonts/font106.fntdata" ContentType="application/x-fontdata"/>
  <Override PartName="/ppt/fonts/font107.fntdata" ContentType="application/x-fontdata"/>
  <Override PartName="/ppt/fonts/font108.fntdata" ContentType="application/x-fontdata"/>
  <Override PartName="/ppt/fonts/font109.fntdata" ContentType="application/x-fontdata"/>
  <Override PartName="/ppt/fonts/font11.fntdata" ContentType="application/x-fontdata"/>
  <Override PartName="/ppt/fonts/font110.fntdata" ContentType="application/x-fontdata"/>
  <Override PartName="/ppt/fonts/font111.fntdata" ContentType="application/x-fontdata"/>
  <Override PartName="/ppt/fonts/font112.fntdata" ContentType="application/x-fontdata"/>
  <Override PartName="/ppt/fonts/font113.fntdata" ContentType="application/x-fontdata"/>
  <Override PartName="/ppt/fonts/font114.fntdata" ContentType="application/x-fontdata"/>
  <Override PartName="/ppt/fonts/font115.fntdata" ContentType="application/x-fontdata"/>
  <Override PartName="/ppt/fonts/font116.fntdata" ContentType="application/x-fontdata"/>
  <Override PartName="/ppt/fonts/font117.fntdata" ContentType="application/x-fontdata"/>
  <Override PartName="/ppt/fonts/font118.fntdata" ContentType="application/x-fontdata"/>
  <Override PartName="/ppt/fonts/font119.fntdata" ContentType="application/x-fontdata"/>
  <Override PartName="/ppt/fonts/font12.fntdata" ContentType="application/x-fontdata"/>
  <Override PartName="/ppt/fonts/font120.fntdata" ContentType="application/x-fontdata"/>
  <Override PartName="/ppt/fonts/font121.fntdata" ContentType="application/x-fontdata"/>
  <Override PartName="/ppt/fonts/font122.fntdata" ContentType="application/x-fontdata"/>
  <Override PartName="/ppt/fonts/font123.fntdata" ContentType="application/x-fontdata"/>
  <Override PartName="/ppt/fonts/font124.fntdata" ContentType="application/x-fontdata"/>
  <Override PartName="/ppt/fonts/font125.fntdata" ContentType="application/x-fontdata"/>
  <Override PartName="/ppt/fonts/font126.fntdata" ContentType="application/x-fontdata"/>
  <Override PartName="/ppt/fonts/font127.fntdata" ContentType="application/x-fontdata"/>
  <Override PartName="/ppt/fonts/font128.fntdata" ContentType="application/x-fontdata"/>
  <Override PartName="/ppt/fonts/font129.fntdata" ContentType="application/x-fontdata"/>
  <Override PartName="/ppt/fonts/font13.fntdata" ContentType="application/x-fontdata"/>
  <Override PartName="/ppt/fonts/font130.fntdata" ContentType="application/x-fontdata"/>
  <Override PartName="/ppt/fonts/font131.fntdata" ContentType="application/x-fontdata"/>
  <Override PartName="/ppt/fonts/font132.fntdata" ContentType="application/x-fontdata"/>
  <Override PartName="/ppt/fonts/font133.fntdata" ContentType="application/x-fontdata"/>
  <Override PartName="/ppt/fonts/font134.fntdata" ContentType="application/x-fontdata"/>
  <Override PartName="/ppt/fonts/font135.fntdata" ContentType="application/x-fontdata"/>
  <Override PartName="/ppt/fonts/font136.fntdata" ContentType="application/x-fontdata"/>
  <Override PartName="/ppt/fonts/font137.fntdata" ContentType="application/x-fontdata"/>
  <Override PartName="/ppt/fonts/font138.fntdata" ContentType="application/x-fontdata"/>
  <Override PartName="/ppt/fonts/font139.fntdata" ContentType="application/x-fontdata"/>
  <Override PartName="/ppt/fonts/font14.fntdata" ContentType="application/x-fontdata"/>
  <Override PartName="/ppt/fonts/font140.fntdata" ContentType="application/x-fontdata"/>
  <Override PartName="/ppt/fonts/font141.fntdata" ContentType="application/x-fontdata"/>
  <Override PartName="/ppt/fonts/font142.fntdata" ContentType="application/x-fontdata"/>
  <Override PartName="/ppt/fonts/font143.fntdata" ContentType="application/x-fontdata"/>
  <Override PartName="/ppt/fonts/font144.fntdata" ContentType="application/x-fontdata"/>
  <Override PartName="/ppt/fonts/font145.fntdata" ContentType="application/x-fontdata"/>
  <Override PartName="/ppt/fonts/font146.fntdata" ContentType="application/x-fontdata"/>
  <Override PartName="/ppt/fonts/font147.fntdata" ContentType="application/x-fontdata"/>
  <Override PartName="/ppt/fonts/font148.fntdata" ContentType="application/x-fontdata"/>
  <Override PartName="/ppt/fonts/font149.fntdata" ContentType="application/x-fontdata"/>
  <Override PartName="/ppt/fonts/font15.fntdata" ContentType="application/x-fontdata"/>
  <Override PartName="/ppt/fonts/font150.fntdata" ContentType="application/x-fontdata"/>
  <Override PartName="/ppt/fonts/font151.fntdata" ContentType="application/x-fontdata"/>
  <Override PartName="/ppt/fonts/font152.fntdata" ContentType="application/x-fontdata"/>
  <Override PartName="/ppt/fonts/font153.fntdata" ContentType="application/x-fontdata"/>
  <Override PartName="/ppt/fonts/font154.fntdata" ContentType="application/x-fontdata"/>
  <Override PartName="/ppt/fonts/font155.fntdata" ContentType="application/x-fontdata"/>
  <Override PartName="/ppt/fonts/font156.fntdata" ContentType="application/x-fontdata"/>
  <Override PartName="/ppt/fonts/font157.fntdata" ContentType="application/x-fontdata"/>
  <Override PartName="/ppt/fonts/font158.fntdata" ContentType="application/x-fontdata"/>
  <Override PartName="/ppt/fonts/font159.fntdata" ContentType="application/x-fontdata"/>
  <Override PartName="/ppt/fonts/font16.fntdata" ContentType="application/x-fontdata"/>
  <Override PartName="/ppt/fonts/font160.fntdata" ContentType="application/x-fontdata"/>
  <Override PartName="/ppt/fonts/font161.fntdata" ContentType="application/x-fontdata"/>
  <Override PartName="/ppt/fonts/font162.fntdata" ContentType="application/x-fontdata"/>
  <Override PartName="/ppt/fonts/font163.fntdata" ContentType="application/x-fontdata"/>
  <Override PartName="/ppt/fonts/font164.fntdata" ContentType="application/x-fontdata"/>
  <Override PartName="/ppt/fonts/font165.fntdata" ContentType="application/x-fontdata"/>
  <Override PartName="/ppt/fonts/font166.fntdata" ContentType="application/x-fontdata"/>
  <Override PartName="/ppt/fonts/font167.fntdata" ContentType="application/x-fontdata"/>
  <Override PartName="/ppt/fonts/font168.fntdata" ContentType="application/x-fontdata"/>
  <Override PartName="/ppt/fonts/font169.fntdata" ContentType="application/x-fontdata"/>
  <Override PartName="/ppt/fonts/font17.fntdata" ContentType="application/x-fontdata"/>
  <Override PartName="/ppt/fonts/font170.fntdata" ContentType="application/x-fontdata"/>
  <Override PartName="/ppt/fonts/font171.fntdata" ContentType="application/x-fontdata"/>
  <Override PartName="/ppt/fonts/font172.fntdata" ContentType="application/x-fontdata"/>
  <Override PartName="/ppt/fonts/font173.fntdata" ContentType="application/x-fontdata"/>
  <Override PartName="/ppt/fonts/font174.fntdata" ContentType="application/x-fontdata"/>
  <Override PartName="/ppt/fonts/font175.fntdata" ContentType="application/x-fontdata"/>
  <Override PartName="/ppt/fonts/font176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37.fntdata" ContentType="application/x-fontdata"/>
  <Override PartName="/ppt/fonts/font38.fntdata" ContentType="application/x-fontdata"/>
  <Override PartName="/ppt/fonts/font39.fntdata" ContentType="application/x-fontdata"/>
  <Override PartName="/ppt/fonts/font4.fntdata" ContentType="application/x-fontdata"/>
  <Override PartName="/ppt/fonts/font40.fntdata" ContentType="application/x-fontdata"/>
  <Override PartName="/ppt/fonts/font41.fntdata" ContentType="application/x-fontdata"/>
  <Override PartName="/ppt/fonts/font42.fntdata" ContentType="application/x-fontdata"/>
  <Override PartName="/ppt/fonts/font43.fntdata" ContentType="application/x-fontdata"/>
  <Override PartName="/ppt/fonts/font44.fntdata" ContentType="application/x-fontdata"/>
  <Override PartName="/ppt/fonts/font45.fntdata" ContentType="application/x-fontdata"/>
  <Override PartName="/ppt/fonts/font46.fntdata" ContentType="application/x-fontdata"/>
  <Override PartName="/ppt/fonts/font47.fntdata" ContentType="application/x-fontdata"/>
  <Override PartName="/ppt/fonts/font48.fntdata" ContentType="application/x-fontdata"/>
  <Override PartName="/ppt/fonts/font49.fntdata" ContentType="application/x-fontdata"/>
  <Override PartName="/ppt/fonts/font5.fntdata" ContentType="application/x-fontdata"/>
  <Override PartName="/ppt/fonts/font50.fntdata" ContentType="application/x-fontdata"/>
  <Override PartName="/ppt/fonts/font51.fntdata" ContentType="application/x-fontdata"/>
  <Override PartName="/ppt/fonts/font52.fntdata" ContentType="application/x-fontdata"/>
  <Override PartName="/ppt/fonts/font53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57.fntdata" ContentType="application/x-fontdata"/>
  <Override PartName="/ppt/fonts/font58.fntdata" ContentType="application/x-fontdata"/>
  <Override PartName="/ppt/fonts/font59.fntdata" ContentType="application/x-fontdata"/>
  <Override PartName="/ppt/fonts/font6.fntdata" ContentType="application/x-fontdata"/>
  <Override PartName="/ppt/fonts/font60.fntdata" ContentType="application/x-fontdata"/>
  <Override PartName="/ppt/fonts/font61.fntdata" ContentType="application/x-fontdata"/>
  <Override PartName="/ppt/fonts/font62.fntdata" ContentType="application/x-fontdata"/>
  <Override PartName="/ppt/fonts/font63.fntdata" ContentType="application/x-fontdata"/>
  <Override PartName="/ppt/fonts/font64.fntdata" ContentType="application/x-fontdata"/>
  <Override PartName="/ppt/fonts/font65.fntdata" ContentType="application/x-fontdata"/>
  <Override PartName="/ppt/fonts/font66.fntdata" ContentType="application/x-fontdata"/>
  <Override PartName="/ppt/fonts/font67.fntdata" ContentType="application/x-fontdata"/>
  <Override PartName="/ppt/fonts/font68.fntdata" ContentType="application/x-fontdata"/>
  <Override PartName="/ppt/fonts/font69.fntdata" ContentType="application/x-fontdata"/>
  <Override PartName="/ppt/fonts/font7.fntdata" ContentType="application/x-fontdata"/>
  <Override PartName="/ppt/fonts/font70.fntdata" ContentType="application/x-fontdata"/>
  <Override PartName="/ppt/fonts/font71.fntdata" ContentType="application/x-fontdata"/>
  <Override PartName="/ppt/fonts/font72.fntdata" ContentType="application/x-fontdata"/>
  <Override PartName="/ppt/fonts/font73.fntdata" ContentType="application/x-fontdata"/>
  <Override PartName="/ppt/fonts/font74.fntdata" ContentType="application/x-fontdata"/>
  <Override PartName="/ppt/fonts/font75.fntdata" ContentType="application/x-fontdata"/>
  <Override PartName="/ppt/fonts/font76.fntdata" ContentType="application/x-fontdata"/>
  <Override PartName="/ppt/fonts/font77.fntdata" ContentType="application/x-fontdata"/>
  <Override PartName="/ppt/fonts/font78.fntdata" ContentType="application/x-fontdata"/>
  <Override PartName="/ppt/fonts/font79.fntdata" ContentType="application/x-fontdata"/>
  <Override PartName="/ppt/fonts/font8.fntdata" ContentType="application/x-fontdata"/>
  <Override PartName="/ppt/fonts/font80.fntdata" ContentType="application/x-fontdata"/>
  <Override PartName="/ppt/fonts/font81.fntdata" ContentType="application/x-fontdata"/>
  <Override PartName="/ppt/fonts/font82.fntdata" ContentType="application/x-fontdata"/>
  <Override PartName="/ppt/fonts/font83.fntdata" ContentType="application/x-fontdata"/>
  <Override PartName="/ppt/fonts/font84.fntdata" ContentType="application/x-fontdata"/>
  <Override PartName="/ppt/fonts/font85.fntdata" ContentType="application/x-fontdata"/>
  <Override PartName="/ppt/fonts/font86.fntdata" ContentType="application/x-fontdata"/>
  <Override PartName="/ppt/fonts/font87.fntdata" ContentType="application/x-fontdata"/>
  <Override PartName="/ppt/fonts/font88.fntdata" ContentType="application/x-fontdata"/>
  <Override PartName="/ppt/fonts/font89.fntdata" ContentType="application/x-fontdata"/>
  <Override PartName="/ppt/fonts/font9.fntdata" ContentType="application/x-fontdata"/>
  <Override PartName="/ppt/fonts/font90.fntdata" ContentType="application/x-fontdata"/>
  <Override PartName="/ppt/fonts/font91.fntdata" ContentType="application/x-fontdata"/>
  <Override PartName="/ppt/fonts/font92.fntdata" ContentType="application/x-fontdata"/>
  <Override PartName="/ppt/fonts/font93.fntdata" ContentType="application/x-fontdata"/>
  <Override PartName="/ppt/fonts/font94.fntdata" ContentType="application/x-fontdata"/>
  <Override PartName="/ppt/fonts/font95.fntdata" ContentType="application/x-fontdata"/>
  <Override PartName="/ppt/fonts/font96.fntdata" ContentType="application/x-fontdata"/>
  <Override PartName="/ppt/fonts/font97.fntdata" ContentType="application/x-fontdata"/>
  <Override PartName="/ppt/fonts/font98.fntdata" ContentType="application/x-fontdata"/>
  <Override PartName="/ppt/fonts/font9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</p:sldMasterIdLst>
  <p:notesMasterIdLst>
    <p:notesMasterId r:id="rId37"/>
  </p:notesMasterIdLst>
  <p:sldIdLst>
    <p:sldId id="486" r:id="rId36"/>
    <p:sldId id="487" r:id="rId38"/>
    <p:sldId id="386" r:id="rId39"/>
    <p:sldId id="389" r:id="rId40"/>
    <p:sldId id="392" r:id="rId41"/>
    <p:sldId id="395" r:id="rId42"/>
    <p:sldId id="398" r:id="rId43"/>
    <p:sldId id="401" r:id="rId44"/>
    <p:sldId id="404" r:id="rId45"/>
    <p:sldId id="407" r:id="rId46"/>
    <p:sldId id="410" r:id="rId47"/>
    <p:sldId id="413" r:id="rId48"/>
    <p:sldId id="416" r:id="rId49"/>
    <p:sldId id="419" r:id="rId50"/>
    <p:sldId id="422" r:id="rId51"/>
    <p:sldId id="425" r:id="rId52"/>
    <p:sldId id="428" r:id="rId53"/>
    <p:sldId id="431" r:id="rId54"/>
    <p:sldId id="434" r:id="rId55"/>
    <p:sldId id="437" r:id="rId56"/>
    <p:sldId id="440" r:id="rId57"/>
    <p:sldId id="443" r:id="rId58"/>
    <p:sldId id="446" r:id="rId59"/>
    <p:sldId id="449" r:id="rId60"/>
    <p:sldId id="452" r:id="rId61"/>
    <p:sldId id="455" r:id="rId62"/>
    <p:sldId id="458" r:id="rId63"/>
    <p:sldId id="461" r:id="rId64"/>
    <p:sldId id="464" r:id="rId65"/>
    <p:sldId id="467" r:id="rId66"/>
    <p:sldId id="470" r:id="rId67"/>
    <p:sldId id="473" r:id="rId68"/>
    <p:sldId id="476" r:id="rId69"/>
    <p:sldId id="479" r:id="rId70"/>
    <p:sldId id="482" r:id="rId71"/>
    <p:sldId id="485" r:id="rId72"/>
  </p:sldIdLst>
  <p:sldSz cx="10693400" cy="7556500"/>
  <p:notesSz cx="10693400" cy="7556500"/>
  <p:embeddedFontLst>
    <p:embeddedFont>
      <p:font typeface="Comic Sans MS" panose="030F0702030302020204" pitchFamily="66" charset="0"/>
      <p:regular r:id="rId76"/>
      <p:bold r:id="rId77"/>
      <p:italic r:id="rId78"/>
      <p:boldItalic r:id="rId79"/>
    </p:embeddedFont>
    <p:embeddedFont>
      <p:font typeface="Verdana" panose="020B0604030504040204" pitchFamily="34" charset="0"/>
      <p:regular r:id="rId80"/>
      <p:bold r:id="rId81"/>
      <p:italic r:id="rId82"/>
      <p:boldItalic r:id="rId83"/>
    </p:embeddedFont>
    <p:embeddedFont>
      <p:font typeface="黑体" panose="02010609060101010101" pitchFamily="49" charset="-122"/>
      <p:regular r:id="rId84"/>
    </p:embeddedFont>
    <p:embeddedFont>
      <p:font typeface="GNBTHS+CMBX12~c" panose="02000500000000000000"/>
      <p:regular r:id="rId85"/>
    </p:embeddedFont>
    <p:embeddedFont>
      <p:font typeface="EIBJOO+CMSY10~25" panose="02000500000000000000"/>
      <p:regular r:id="rId86"/>
    </p:embeddedFont>
    <p:embeddedFont>
      <p:font typeface="BEMJKV+CMR10" panose="02000500000000000000"/>
      <p:regular r:id="rId87"/>
    </p:embeddedFont>
    <p:embeddedFont>
      <p:font typeface="VATOUV+CMBX10" panose="02000500000000000000"/>
      <p:regular r:id="rId88"/>
    </p:embeddedFont>
    <p:embeddedFont>
      <p:font typeface="TTKSJB+CMR7" panose="02000500000000000000"/>
      <p:regular r:id="rId89"/>
    </p:embeddedFont>
    <p:embeddedFont>
      <p:font typeface="KFRUJI+CMBX12~c" panose="02000500000000000000"/>
      <p:regular r:id="rId90"/>
    </p:embeddedFont>
    <p:embeddedFont>
      <p:font typeface="KHWRQL+Helvetica" panose="020B0604020202020204"/>
      <p:regular r:id="rId91"/>
    </p:embeddedFont>
    <p:embeddedFont>
      <p:font typeface="JENNLG+Helvetica-Bold" panose="020B0704020202020204"/>
      <p:bold r:id="rId92"/>
    </p:embeddedFont>
    <p:embeddedFont>
      <p:font typeface="DRTUHM+CMSY10~25" panose="02000500000000000000"/>
      <p:regular r:id="rId93"/>
    </p:embeddedFont>
    <p:embeddedFont>
      <p:font typeface="EUNSPL+CMR10" panose="02000500000000000000"/>
      <p:regular r:id="rId94"/>
    </p:embeddedFont>
    <p:embeddedFont>
      <p:font typeface="CIGCVS+CMR7" panose="02000500000000000000"/>
      <p:regular r:id="rId95"/>
    </p:embeddedFont>
    <p:embeddedFont>
      <p:font typeface="NNEGFF+CMBX12~c" panose="02000500000000000000"/>
      <p:regular r:id="rId96"/>
    </p:embeddedFont>
    <p:embeddedFont>
      <p:font typeface="IHWGGQ+Helvetica" panose="020B0604020202020204"/>
      <p:regular r:id="rId97"/>
    </p:embeddedFont>
    <p:embeddedFont>
      <p:font typeface="BKSNMM+Helvetica-Bold" panose="020B0704020202020204"/>
      <p:bold r:id="rId98"/>
    </p:embeddedFont>
    <p:embeddedFont>
      <p:font typeface="TGSRUU+CMSY10~25" panose="02000500000000000000"/>
      <p:regular r:id="rId99"/>
    </p:embeddedFont>
    <p:embeddedFont>
      <p:font typeface="SHNMWT+CMR10" panose="02000500000000000000"/>
      <p:regular r:id="rId100"/>
    </p:embeddedFont>
    <p:embeddedFont>
      <p:font typeface="KJDEGG+CMR7" panose="02000500000000000000"/>
      <p:regular r:id="rId101"/>
    </p:embeddedFont>
    <p:embeddedFont>
      <p:font typeface="THJKQO+CMBX12~c" panose="02000500000000000000"/>
      <p:regular r:id="rId102"/>
    </p:embeddedFont>
    <p:embeddedFont>
      <p:font typeface="JHOAEE+Helvetica" panose="020B0604020202020204"/>
      <p:regular r:id="rId103"/>
    </p:embeddedFont>
    <p:embeddedFont>
      <p:font typeface="EEVUBK+Helvetica-Bold" panose="020B0704020202020204"/>
      <p:bold r:id="rId104"/>
    </p:embeddedFont>
    <p:embeddedFont>
      <p:font typeface="DUQOLK+CMSY10~25" panose="02000500000000000000"/>
      <p:regular r:id="rId105"/>
    </p:embeddedFont>
    <p:embeddedFont>
      <p:font typeface="SWSICA+CMR10" panose="02000500000000000000"/>
      <p:regular r:id="rId106"/>
    </p:embeddedFont>
    <p:embeddedFont>
      <p:font typeface="VUOFKV+CMR7" panose="02000500000000000000"/>
      <p:regular r:id="rId107"/>
    </p:embeddedFont>
    <p:embeddedFont>
      <p:font typeface="JTRGUK+CMBX12~c" panose="02000500000000000000"/>
      <p:regular r:id="rId108"/>
    </p:embeddedFont>
    <p:embeddedFont>
      <p:font typeface="WSJNOG+Helvetica" panose="020B0604020202020204"/>
      <p:regular r:id="rId109"/>
    </p:embeddedFont>
    <p:embeddedFont>
      <p:font typeface="BMHQWN+CMSY10~25" panose="02000500000000000000"/>
      <p:regular r:id="rId110"/>
    </p:embeddedFont>
    <p:embeddedFont>
      <p:font typeface="WNPGOU+CMR10" panose="02000500000000000000"/>
      <p:regular r:id="rId111"/>
    </p:embeddedFont>
    <p:embeddedFont>
      <p:font typeface="TGEWBF+CMMI10" panose="02000500000000000000"/>
      <p:regular r:id="rId112"/>
    </p:embeddedFont>
    <p:embeddedFont>
      <p:font typeface="SAIARR+CMTI10" panose="02000500000000000000"/>
      <p:regular r:id="rId113"/>
    </p:embeddedFont>
    <p:embeddedFont>
      <p:font typeface="VCCHVP+CMR7" panose="02000500000000000000"/>
      <p:regular r:id="rId114"/>
    </p:embeddedFont>
    <p:embeddedFont>
      <p:font typeface="VSINGA+CMBX12~c" panose="02000500000000000000"/>
      <p:regular r:id="rId115"/>
    </p:embeddedFont>
    <p:embeddedFont>
      <p:font typeface="PDKUOP+CMSY10~25" panose="02000500000000000000"/>
      <p:regular r:id="rId116"/>
    </p:embeddedFont>
    <p:embeddedFont>
      <p:font typeface="LKWODR+CMR10" panose="02000500000000000000"/>
      <p:regular r:id="rId117"/>
    </p:embeddedFont>
    <p:embeddedFont>
      <p:font typeface="DHKAQA+CMSY9" panose="02000500000000000000"/>
      <p:regular r:id="rId118"/>
    </p:embeddedFont>
    <p:embeddedFont>
      <p:font typeface="LQQRMK+CMR9" panose="02000500000000000000"/>
      <p:regular r:id="rId119"/>
    </p:embeddedFont>
    <p:embeddedFont>
      <p:font typeface="QEOLTN+CMR8" panose="02000500000000000000"/>
      <p:regular r:id="rId120"/>
    </p:embeddedFont>
    <p:embeddedFont>
      <p:font typeface="GINRKQ+CMR7" panose="02000500000000000000"/>
      <p:regular r:id="rId121"/>
    </p:embeddedFont>
    <p:embeddedFont>
      <p:font typeface="PVEKFI+CMBX10" panose="02000500000000000000"/>
      <p:regular r:id="rId122"/>
    </p:embeddedFont>
    <p:embeddedFont>
      <p:font typeface="IVWVOO+CMSY10~25" panose="02000500000000000000"/>
      <p:regular r:id="rId123"/>
    </p:embeddedFont>
    <p:embeddedFont>
      <p:font typeface="MPTIPP+CMR10" panose="02000500000000000000"/>
      <p:regular r:id="rId124"/>
    </p:embeddedFont>
    <p:embeddedFont>
      <p:font typeface="REQJGF+CMR7" panose="02000500000000000000"/>
      <p:regular r:id="rId125"/>
    </p:embeddedFont>
    <p:embeddedFont>
      <p:font typeface="AATLNJ+CMBX12~c" panose="02000500000000000000"/>
      <p:regular r:id="rId126"/>
    </p:embeddedFont>
    <p:embeddedFont>
      <p:font typeface="LFPSUE+Helvetica" panose="020B0604020202020204"/>
      <p:regular r:id="rId127"/>
    </p:embeddedFont>
    <p:embeddedFont>
      <p:font typeface="HQLSUG+CMR7" panose="02000500000000000000"/>
      <p:regular r:id="rId128"/>
    </p:embeddedFont>
    <p:embeddedFont>
      <p:font typeface="Calibri" panose="020F0502020204030204" charset="0"/>
      <p:regular r:id="rId129"/>
      <p:bold r:id="rId130"/>
      <p:italic r:id="rId131"/>
      <p:boldItalic r:id="rId132"/>
    </p:embeddedFont>
    <p:embeddedFont>
      <p:font typeface="KANCUH+CMBX12~c" panose="02000500000000000000"/>
      <p:regular r:id="rId133"/>
    </p:embeddedFont>
    <p:embeddedFont>
      <p:font typeface="OIBHKN+Helvetica" panose="020B0604020202020204"/>
      <p:regular r:id="rId134"/>
    </p:embeddedFont>
    <p:embeddedFont>
      <p:font typeface="CEIIER+CMR10" panose="02000500000000000000"/>
      <p:regular r:id="rId135"/>
    </p:embeddedFont>
    <p:embeddedFont>
      <p:font typeface="NWNABU+CMSY10~25" panose="02000500000000000000"/>
      <p:regular r:id="rId136"/>
    </p:embeddedFont>
    <p:embeddedFont>
      <p:font typeface="JNMPHS+CMR7" panose="02000500000000000000"/>
      <p:regular r:id="rId137"/>
    </p:embeddedFont>
    <p:embeddedFont>
      <p:font typeface="QURNCJ+CMBX12~c" panose="02000500000000000000"/>
      <p:regular r:id="rId138"/>
    </p:embeddedFont>
    <p:embeddedFont>
      <p:font typeface="DQBCAD+CMR10" panose="02000500000000000000"/>
      <p:regular r:id="rId139"/>
    </p:embeddedFont>
    <p:embeddedFont>
      <p:font typeface="ABAHOQ+CMSY10~25" panose="02000500000000000000"/>
      <p:regular r:id="rId140"/>
    </p:embeddedFont>
    <p:embeddedFont>
      <p:font typeface="AWJOSJ+CMR7" panose="02000500000000000000"/>
      <p:regular r:id="rId141"/>
    </p:embeddedFont>
    <p:embeddedFont>
      <p:font typeface="HJVLHO+CMBX10" panose="02000500000000000000"/>
      <p:regular r:id="rId142"/>
    </p:embeddedFont>
    <p:embeddedFont>
      <p:font typeface="WECIAM+CMR10" panose="02000500000000000000"/>
      <p:regular r:id="rId143"/>
    </p:embeddedFont>
    <p:embeddedFont>
      <p:font typeface="TETMMA+CMSY10~25" panose="02000500000000000000"/>
      <p:regular r:id="rId144"/>
    </p:embeddedFont>
    <p:embeddedFont>
      <p:font typeface="JWFNRG+CMMI10" panose="02000500000000000000"/>
      <p:regular r:id="rId145"/>
    </p:embeddedFont>
    <p:embeddedFont>
      <p:font typeface="WTSPUJ+CMR7" panose="02000500000000000000"/>
      <p:regular r:id="rId146"/>
    </p:embeddedFont>
    <p:embeddedFont>
      <p:font typeface="BKCDJA+CMBX10" panose="02000500000000000000"/>
      <p:regular r:id="rId147"/>
    </p:embeddedFont>
    <p:embeddedFont>
      <p:font typeface="CEDGCL+CMSY10~25" panose="02000500000000000000"/>
      <p:regular r:id="rId148"/>
    </p:embeddedFont>
    <p:embeddedFont>
      <p:font typeface="UDQSMF+CMR10" panose="02000500000000000000"/>
      <p:regular r:id="rId149"/>
    </p:embeddedFont>
    <p:embeddedFont>
      <p:font typeface="VARJDH+CMR7" panose="02000500000000000000"/>
      <p:regular r:id="rId150"/>
    </p:embeddedFont>
    <p:embeddedFont>
      <p:font typeface="VPNNRL+CMBX12~c" panose="02000500000000000000"/>
      <p:regular r:id="rId151"/>
    </p:embeddedFont>
    <p:embeddedFont>
      <p:font typeface="KBVMHJ+CMSY10~25" panose="02000500000000000000"/>
      <p:regular r:id="rId152"/>
    </p:embeddedFont>
    <p:embeddedFont>
      <p:font typeface="PQHAEM+CMR10" panose="02000500000000000000"/>
      <p:regular r:id="rId153"/>
    </p:embeddedFont>
    <p:embeddedFont>
      <p:font typeface="TUHPAD+CMBX10" panose="02000500000000000000"/>
      <p:regular r:id="rId154"/>
    </p:embeddedFont>
    <p:embeddedFont>
      <p:font typeface="IBMIEA+CMR7" panose="02000500000000000000"/>
      <p:regular r:id="rId155"/>
    </p:embeddedFont>
    <p:embeddedFont>
      <p:font typeface="FGENHR+CMBX12~c" panose="02000500000000000000"/>
      <p:regular r:id="rId156"/>
    </p:embeddedFont>
    <p:embeddedFont>
      <p:font typeface="RPPCLG+Helvetica" panose="020B0604020202020204"/>
      <p:regular r:id="rId157"/>
    </p:embeddedFont>
    <p:embeddedFont>
      <p:font typeface="FJPHPD+Helvetica-Oblique" panose="020B0604020202090204"/>
      <p:italic r:id="rId158"/>
    </p:embeddedFont>
    <p:embeddedFont>
      <p:font typeface="GDTLKT+CMR10" panose="02000500000000000000"/>
      <p:regular r:id="rId159"/>
    </p:embeddedFont>
    <p:embeddedFont>
      <p:font typeface="JAURTK+CMR7" panose="02000500000000000000"/>
      <p:regular r:id="rId160"/>
    </p:embeddedFont>
    <p:embeddedFont>
      <p:font typeface="RETELC+CMBX12~c" panose="02000500000000000000"/>
      <p:regular r:id="rId161"/>
    </p:embeddedFont>
    <p:embeddedFont>
      <p:font typeface="WBEEWK+CMSY9" panose="02000500000000000000"/>
      <p:regular r:id="rId162"/>
    </p:embeddedFont>
    <p:embeddedFont>
      <p:font typeface="VNLMAN+CMBX9" panose="02000500000000000000"/>
      <p:regular r:id="rId163"/>
    </p:embeddedFont>
    <p:embeddedFont>
      <p:font typeface="JAOUSQ+CMR9" panose="02000500000000000000"/>
      <p:regular r:id="rId164"/>
    </p:embeddedFont>
    <p:embeddedFont>
      <p:font typeface="NLSSRE+CMR7" panose="02000500000000000000"/>
      <p:regular r:id="rId165"/>
    </p:embeddedFont>
    <p:embeddedFont>
      <p:font typeface="NDIUOU+CMBX12~c" panose="02000500000000000000"/>
      <p:regular r:id="rId166"/>
    </p:embeddedFont>
    <p:embeddedFont>
      <p:font typeface="PSOVUI+Helvetica" panose="020B0604020202020204"/>
      <p:regular r:id="rId167"/>
    </p:embeddedFont>
    <p:embeddedFont>
      <p:font typeface="RNCLHH+CMR7" panose="02000500000000000000"/>
      <p:regular r:id="rId168"/>
    </p:embeddedFont>
    <p:embeddedFont>
      <p:font typeface="VLQHDQ+CMBX12~c" panose="02000500000000000000"/>
      <p:regular r:id="rId169"/>
    </p:embeddedFont>
    <p:embeddedFont>
      <p:font typeface="HLIPES+CMR10" panose="02000500000000000000"/>
      <p:regular r:id="rId170"/>
    </p:embeddedFont>
    <p:embeddedFont>
      <p:font typeface="UOPRLI+CMBX9" panose="02000500000000000000"/>
      <p:regular r:id="rId171"/>
    </p:embeddedFont>
    <p:embeddedFont>
      <p:font typeface="DHMJOM+CMR9" panose="02000500000000000000"/>
      <p:regular r:id="rId172"/>
    </p:embeddedFont>
    <p:embeddedFont>
      <p:font typeface="QQMCAC+CMR7" panose="02000500000000000000"/>
      <p:regular r:id="rId173"/>
    </p:embeddedFont>
    <p:embeddedFont>
      <p:font typeface="EDRGBD+CMBX12~c" panose="02000500000000000000"/>
      <p:regular r:id="rId174"/>
    </p:embeddedFont>
    <p:embeddedFont>
      <p:font typeface="NNRKCB+CMR10" panose="02000500000000000000"/>
      <p:regular r:id="rId175"/>
    </p:embeddedFont>
    <p:embeddedFont>
      <p:font typeface="BDCUBF+CMBX9" panose="02000500000000000000"/>
      <p:regular r:id="rId176"/>
    </p:embeddedFont>
    <p:embeddedFont>
      <p:font typeface="MAQVQI+CMR9" panose="02000500000000000000"/>
      <p:regular r:id="rId177"/>
    </p:embeddedFont>
    <p:embeddedFont>
      <p:font typeface="GNNKRR+CMR7" panose="02000500000000000000"/>
      <p:regular r:id="rId178"/>
    </p:embeddedFont>
    <p:embeddedFont>
      <p:font typeface="UKSNNS+CMBX12~c" panose="02000500000000000000"/>
      <p:regular r:id="rId179"/>
    </p:embeddedFont>
    <p:embeddedFont>
      <p:font typeface="DBNRVU+Helvetica" panose="020B0604020202020204"/>
      <p:regular r:id="rId180"/>
    </p:embeddedFont>
    <p:embeddedFont>
      <p:font typeface="DWGNHM+CMR7" panose="02000500000000000000"/>
      <p:regular r:id="rId181"/>
    </p:embeddedFont>
    <p:embeddedFont>
      <p:font typeface="GKQQLB+CMBX12~c" panose="02000500000000000000"/>
      <p:regular r:id="rId182"/>
    </p:embeddedFont>
    <p:embeddedFont>
      <p:font typeface="JAGUPI+CMSY10~25" panose="02000500000000000000"/>
      <p:regular r:id="rId183"/>
    </p:embeddedFont>
    <p:embeddedFont>
      <p:font typeface="LHPIUN+CMBX10" panose="02000500000000000000"/>
      <p:regular r:id="rId184"/>
    </p:embeddedFont>
    <p:embeddedFont>
      <p:font typeface="BJQVBR+CMR10" panose="02000500000000000000"/>
      <p:regular r:id="rId185"/>
    </p:embeddedFont>
    <p:embeddedFont>
      <p:font typeface="LLMTPG+CMR7" panose="02000500000000000000"/>
      <p:regular r:id="rId186"/>
    </p:embeddedFont>
    <p:embeddedFont>
      <p:font typeface="BGKAJO+CMBX12~c" panose="02000500000000000000"/>
      <p:regular r:id="rId187"/>
    </p:embeddedFont>
    <p:embeddedFont>
      <p:font typeface="IOMGPC+Helvetica" panose="020B0604020202020204"/>
      <p:regular r:id="rId188"/>
    </p:embeddedFont>
    <p:embeddedFont>
      <p:font typeface="AUVKRV+CMR7" panose="02000500000000000000"/>
      <p:regular r:id="rId189"/>
    </p:embeddedFont>
    <p:embeddedFont>
      <p:font typeface="BWVAQS+CMBX12~c" panose="02000500000000000000"/>
      <p:regular r:id="rId190"/>
    </p:embeddedFont>
    <p:embeddedFont>
      <p:font typeface="ICSPFV+CMSY10~25" panose="02000500000000000000"/>
      <p:regular r:id="rId191"/>
    </p:embeddedFont>
    <p:embeddedFont>
      <p:font typeface="SFOBEV+CMBX10" panose="02000500000000000000"/>
      <p:regular r:id="rId192"/>
    </p:embeddedFont>
    <p:embeddedFont>
      <p:font typeface="WWECKB+CMR10" panose="02000500000000000000"/>
      <p:regular r:id="rId193"/>
    </p:embeddedFont>
    <p:embeddedFont>
      <p:font typeface="ERHPUL+CMR7" panose="02000500000000000000"/>
      <p:regular r:id="rId194"/>
    </p:embeddedFont>
    <p:embeddedFont>
      <p:font typeface="BABFEP+CMBX12~c" panose="02000500000000000000"/>
      <p:regular r:id="rId195"/>
    </p:embeddedFont>
    <p:embeddedFont>
      <p:font typeface="BUJBBR+CMSY10~25" panose="02000500000000000000"/>
      <p:regular r:id="rId196"/>
    </p:embeddedFont>
    <p:embeddedFont>
      <p:font typeface="AKAWBB+CMBX10" panose="02000500000000000000"/>
      <p:regular r:id="rId197"/>
    </p:embeddedFont>
    <p:embeddedFont>
      <p:font typeface="NOUQLB+CMR10" panose="02000500000000000000"/>
      <p:regular r:id="rId198"/>
    </p:embeddedFont>
    <p:embeddedFont>
      <p:font typeface="UONBUL+CMR7" panose="02000500000000000000"/>
      <p:regular r:id="rId199"/>
    </p:embeddedFont>
    <p:embeddedFont>
      <p:font typeface="DLEIVI+CMBX12~c" panose="02000500000000000000"/>
      <p:regular r:id="rId200"/>
    </p:embeddedFont>
    <p:embeddedFont>
      <p:font typeface="EUAQIJ+CMSY9" panose="02000500000000000000"/>
      <p:regular r:id="rId201"/>
    </p:embeddedFont>
    <p:embeddedFont>
      <p:font typeface="STPQGR+CMBX9" panose="02000500000000000000"/>
      <p:regular r:id="rId202"/>
    </p:embeddedFont>
    <p:embeddedFont>
      <p:font typeface="RCJIDK+CMR9" panose="02000500000000000000"/>
      <p:regular r:id="rId203"/>
    </p:embeddedFont>
    <p:embeddedFont>
      <p:font typeface="JALMEU+CMR7" panose="02000500000000000000"/>
      <p:regular r:id="rId204"/>
    </p:embeddedFont>
    <p:embeddedFont>
      <p:font typeface="SPWOTB+CMBX12~c" panose="02000500000000000000"/>
      <p:regular r:id="rId205"/>
    </p:embeddedFont>
    <p:embeddedFont>
      <p:font typeface="BEIDMU+Helvetica" panose="020B0604020202020204"/>
      <p:regular r:id="rId206"/>
    </p:embeddedFont>
    <p:embeddedFont>
      <p:font typeface="BDJBJP+CMR7" panose="02000500000000000000"/>
      <p:regular r:id="rId207"/>
    </p:embeddedFont>
    <p:embeddedFont>
      <p:font typeface="QAVFDV+CMBX12~c" panose="02000500000000000000"/>
      <p:regular r:id="rId208"/>
    </p:embeddedFont>
    <p:embeddedFont>
      <p:font typeface="IWRJAL+CMSY10~25" panose="02000500000000000000"/>
      <p:regular r:id="rId209"/>
    </p:embeddedFont>
    <p:embeddedFont>
      <p:font typeface="HBISTQ+CMBX10" panose="02000500000000000000"/>
      <p:regular r:id="rId210"/>
    </p:embeddedFont>
    <p:embeddedFont>
      <p:font typeface="KIBWVW+CMR10" panose="02000500000000000000"/>
      <p:regular r:id="rId211"/>
    </p:embeddedFont>
    <p:embeddedFont>
      <p:font typeface="SNVNLA+CMR7" panose="02000500000000000000"/>
      <p:regular r:id="rId212"/>
    </p:embeddedFont>
    <p:embeddedFont>
      <p:font typeface="VITNTH+CMBX12~c" panose="02000500000000000000"/>
      <p:regular r:id="rId213"/>
    </p:embeddedFont>
    <p:embeddedFont>
      <p:font typeface="NFPEGG+Helvetica" panose="020B0604020202020204"/>
      <p:regular r:id="rId214"/>
    </p:embeddedFont>
    <p:embeddedFont>
      <p:font typeface="WTBSJC+Helvetica-Bold" panose="020B0704020202020204"/>
      <p:bold r:id="rId215"/>
    </p:embeddedFont>
    <p:embeddedFont>
      <p:font typeface="FNIRIH+CMSY10~25" panose="02000500000000000000"/>
      <p:regular r:id="rId216"/>
    </p:embeddedFont>
    <p:embeddedFont>
      <p:font typeface="CRFRIT+CMR10" panose="02000500000000000000"/>
      <p:regular r:id="rId217"/>
    </p:embeddedFont>
    <p:embeddedFont>
      <p:font typeface="CNEVEF+CMR7" panose="02000500000000000000"/>
      <p:regular r:id="rId218"/>
    </p:embeddedFont>
    <p:embeddedFont>
      <p:font typeface="KVTBPD+CMBX12~c" panose="02000500000000000000"/>
      <p:regular r:id="rId219"/>
    </p:embeddedFont>
    <p:embeddedFont>
      <p:font typeface="RQWWLG+CMSY10~25" panose="02000500000000000000"/>
      <p:regular r:id="rId220"/>
    </p:embeddedFont>
    <p:embeddedFont>
      <p:font typeface="KTVPUG+CMR10" panose="02000500000000000000"/>
      <p:regular r:id="rId221"/>
    </p:embeddedFont>
    <p:embeddedFont>
      <p:font typeface="VOCQRQ+CMBX10" panose="02000500000000000000"/>
      <p:regular r:id="rId222"/>
    </p:embeddedFont>
    <p:embeddedFont>
      <p:font typeface="CVUAFW+CMR7" panose="02000500000000000000"/>
      <p:regular r:id="rId223"/>
    </p:embeddedFont>
    <p:embeddedFont>
      <p:font typeface="STGNVW+CMBX12~c" panose="02000500000000000000"/>
      <p:regular r:id="rId224"/>
    </p:embeddedFont>
    <p:embeddedFont>
      <p:font typeface="NPDAIJ+CMR10" panose="02000500000000000000"/>
      <p:regular r:id="rId225"/>
    </p:embeddedFont>
    <p:embeddedFont>
      <p:font typeface="HKCEIP+CMSY10~25" panose="02000500000000000000"/>
      <p:regular r:id="rId226"/>
    </p:embeddedFont>
    <p:embeddedFont>
      <p:font typeface="QOLVLW+CMMI10" panose="02000500000000000000"/>
      <p:regular r:id="rId227"/>
    </p:embeddedFont>
    <p:embeddedFont>
      <p:font typeface="DMTJNG+CMR7" panose="02000500000000000000"/>
      <p:regular r:id="rId228"/>
    </p:embeddedFont>
    <p:embeddedFont>
      <p:font typeface="LOWPWA+CMBX12~c" panose="02000500000000000000"/>
      <p:regular r:id="rId229"/>
    </p:embeddedFont>
    <p:embeddedFont>
      <p:font typeface="TFSUMV+CMR10" panose="02000500000000000000"/>
      <p:regular r:id="rId230"/>
    </p:embeddedFont>
    <p:embeddedFont>
      <p:font typeface="KHBDNA+CMSY10~25" panose="02000500000000000000"/>
      <p:regular r:id="rId231"/>
    </p:embeddedFont>
    <p:embeddedFont>
      <p:font typeface="EEPTAB+CMR7" panose="02000500000000000000"/>
      <p:regular r:id="rId232"/>
    </p:embeddedFont>
    <p:embeddedFont>
      <p:font typeface="SFCVNQ+CMBX12~c" panose="02000500000000000000"/>
      <p:regular r:id="rId233"/>
    </p:embeddedFont>
    <p:embeddedFont>
      <p:font typeface="ULEJDI+Helvetica" panose="020B0604020202020204"/>
      <p:regular r:id="rId234"/>
    </p:embeddedFont>
    <p:embeddedFont>
      <p:font typeface="CNRWFT+CMBX10" panose="02000500000000000000"/>
      <p:regular r:id="rId235"/>
    </p:embeddedFont>
    <p:embeddedFont>
      <p:font typeface="KRCOUI+CMR10" panose="02000500000000000000"/>
      <p:regular r:id="rId236"/>
    </p:embeddedFont>
    <p:embeddedFont>
      <p:font typeface="MATTNO+CMSY10~25" panose="02000500000000000000"/>
      <p:regular r:id="rId237"/>
    </p:embeddedFont>
    <p:embeddedFont>
      <p:font typeface="CCRSDC+CMR7" panose="02000500000000000000"/>
      <p:regular r:id="rId238"/>
    </p:embeddedFont>
    <p:embeddedFont>
      <p:font typeface="JCUSBS+CMBX12~c" panose="02000500000000000000"/>
      <p:regular r:id="rId239"/>
    </p:embeddedFont>
    <p:embeddedFont>
      <p:font typeface="LWOBBF+CMSY10~25" panose="02000500000000000000"/>
      <p:regular r:id="rId240"/>
    </p:embeddedFont>
    <p:embeddedFont>
      <p:font typeface="JCUWSA+CMR10" panose="02000500000000000000"/>
      <p:regular r:id="rId241"/>
    </p:embeddedFont>
    <p:embeddedFont>
      <p:font typeface="RSPIAO+CMR7" panose="02000500000000000000"/>
      <p:regular r:id="rId242"/>
    </p:embeddedFont>
    <p:embeddedFont>
      <p:font typeface="CTVDWQ+CMBX12~c" panose="02000500000000000000"/>
      <p:regular r:id="rId243"/>
    </p:embeddedFont>
    <p:embeddedFont>
      <p:font typeface="NFGLMQ+CMSY10~25" panose="02000500000000000000"/>
      <p:regular r:id="rId244"/>
    </p:embeddedFont>
    <p:embeddedFont>
      <p:font typeface="CGTPTB+CMR10" panose="02000500000000000000"/>
      <p:regular r:id="rId245"/>
    </p:embeddedFont>
    <p:embeddedFont>
      <p:font typeface="MCJRNF+CMTI10" panose="02000500000000000000"/>
      <p:regular r:id="rId246"/>
    </p:embeddedFont>
    <p:embeddedFont>
      <p:font typeface="JBJRDS+CMR7" panose="02000500000000000000"/>
      <p:regular r:id="rId247"/>
    </p:embeddedFont>
    <p:embeddedFont>
      <p:font typeface="PHEOUB+CMBX12~c" panose="02000500000000000000"/>
      <p:regular r:id="rId248"/>
    </p:embeddedFont>
    <p:embeddedFont>
      <p:font typeface="FIPHTI+CMSY10~25" panose="02000500000000000000"/>
      <p:regular r:id="rId249"/>
    </p:embeddedFont>
    <p:embeddedFont>
      <p:font typeface="GKPGTI+CMR10" panose="02000500000000000000"/>
      <p:regular r:id="rId250"/>
    </p:embeddedFont>
    <p:embeddedFont>
      <p:font typeface="AVMQGL+CMR7" panose="02000500000000000000"/>
      <p:regular r:id="rId251"/>
    </p:embeddedFont>
  </p:embeddedFontLst>
  <p:custDataLst>
    <p:tags r:id="rId252"/>
  </p:custDataLst>
  <p:defaultTextStyle/>
  <p:extLst>
    <p:ext uri="{EFAFB233-063F-42B5-8137-9DF3F51BA10A}">
      <p15:sldGuideLst xmlns:p15="http://schemas.microsoft.com/office/powerpoint/2012/main">
        <p15:guide id="1" orient="horz" pos="3181" userDrawn="1">
          <p15:clr>
            <a:srgbClr val="A4A3A4"/>
          </p15:clr>
        </p15:guide>
        <p15:guide id="2" pos="24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8" d="100"/>
          <a:sy n="98" d="100"/>
        </p:scale>
        <p:origin x="-1500" y="-18"/>
      </p:cViewPr>
      <p:guideLst>
        <p:guide orient="horz" pos="3181"/>
        <p:guide pos="242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font" Target="fonts/font24.fntdata"/><Relationship Id="rId98" Type="http://schemas.openxmlformats.org/officeDocument/2006/relationships/font" Target="fonts/font23.fntdata"/><Relationship Id="rId97" Type="http://schemas.openxmlformats.org/officeDocument/2006/relationships/font" Target="fonts/font22.fntdata"/><Relationship Id="rId96" Type="http://schemas.openxmlformats.org/officeDocument/2006/relationships/font" Target="fonts/font21.fntdata"/><Relationship Id="rId95" Type="http://schemas.openxmlformats.org/officeDocument/2006/relationships/font" Target="fonts/font20.fntdata"/><Relationship Id="rId94" Type="http://schemas.openxmlformats.org/officeDocument/2006/relationships/font" Target="fonts/font19.fntdata"/><Relationship Id="rId93" Type="http://schemas.openxmlformats.org/officeDocument/2006/relationships/font" Target="fonts/font18.fntdata"/><Relationship Id="rId92" Type="http://schemas.openxmlformats.org/officeDocument/2006/relationships/font" Target="fonts/font17.fntdata"/><Relationship Id="rId91" Type="http://schemas.openxmlformats.org/officeDocument/2006/relationships/font" Target="fonts/font16.fntdata"/><Relationship Id="rId90" Type="http://schemas.openxmlformats.org/officeDocument/2006/relationships/font" Target="fonts/font15.fntdata"/><Relationship Id="rId9" Type="http://schemas.openxmlformats.org/officeDocument/2006/relationships/slideMaster" Target="slideMasters/slideMaster8.xml"/><Relationship Id="rId89" Type="http://schemas.openxmlformats.org/officeDocument/2006/relationships/font" Target="fonts/font14.fntdata"/><Relationship Id="rId88" Type="http://schemas.openxmlformats.org/officeDocument/2006/relationships/font" Target="fonts/font13.fntdata"/><Relationship Id="rId87" Type="http://schemas.openxmlformats.org/officeDocument/2006/relationships/font" Target="fonts/font12.fntdata"/><Relationship Id="rId86" Type="http://schemas.openxmlformats.org/officeDocument/2006/relationships/font" Target="fonts/font11.fntdata"/><Relationship Id="rId85" Type="http://schemas.openxmlformats.org/officeDocument/2006/relationships/font" Target="fonts/font10.fntdata"/><Relationship Id="rId84" Type="http://schemas.openxmlformats.org/officeDocument/2006/relationships/font" Target="fonts/font9.fntdata"/><Relationship Id="rId83" Type="http://schemas.openxmlformats.org/officeDocument/2006/relationships/font" Target="fonts/font8.fntdata"/><Relationship Id="rId82" Type="http://schemas.openxmlformats.org/officeDocument/2006/relationships/font" Target="fonts/font7.fntdata"/><Relationship Id="rId81" Type="http://schemas.openxmlformats.org/officeDocument/2006/relationships/font" Target="fonts/font6.fntdata"/><Relationship Id="rId80" Type="http://schemas.openxmlformats.org/officeDocument/2006/relationships/font" Target="fonts/font5.fntdata"/><Relationship Id="rId8" Type="http://schemas.openxmlformats.org/officeDocument/2006/relationships/slideMaster" Target="slideMasters/slideMaster7.xml"/><Relationship Id="rId79" Type="http://schemas.openxmlformats.org/officeDocument/2006/relationships/font" Target="fonts/font4.fntdata"/><Relationship Id="rId78" Type="http://schemas.openxmlformats.org/officeDocument/2006/relationships/font" Target="fonts/font3.fntdata"/><Relationship Id="rId77" Type="http://schemas.openxmlformats.org/officeDocument/2006/relationships/font" Target="fonts/font2.fntdata"/><Relationship Id="rId76" Type="http://schemas.openxmlformats.org/officeDocument/2006/relationships/font" Target="fonts/font1.fntdata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slide" Target="slides/slide36.xml"/><Relationship Id="rId71" Type="http://schemas.openxmlformats.org/officeDocument/2006/relationships/slide" Target="slides/slide35.xml"/><Relationship Id="rId70" Type="http://schemas.openxmlformats.org/officeDocument/2006/relationships/slide" Target="slides/slide34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3.xml"/><Relationship Id="rId68" Type="http://schemas.openxmlformats.org/officeDocument/2006/relationships/slide" Target="slides/slide32.xml"/><Relationship Id="rId67" Type="http://schemas.openxmlformats.org/officeDocument/2006/relationships/slide" Target="slides/slide31.xml"/><Relationship Id="rId66" Type="http://schemas.openxmlformats.org/officeDocument/2006/relationships/slide" Target="slides/slide30.xml"/><Relationship Id="rId65" Type="http://schemas.openxmlformats.org/officeDocument/2006/relationships/slide" Target="slides/slide29.xml"/><Relationship Id="rId64" Type="http://schemas.openxmlformats.org/officeDocument/2006/relationships/slide" Target="slides/slide28.xml"/><Relationship Id="rId63" Type="http://schemas.openxmlformats.org/officeDocument/2006/relationships/slide" Target="slides/slide27.xml"/><Relationship Id="rId62" Type="http://schemas.openxmlformats.org/officeDocument/2006/relationships/slide" Target="slides/slide26.xml"/><Relationship Id="rId61" Type="http://schemas.openxmlformats.org/officeDocument/2006/relationships/slide" Target="slides/slide25.xml"/><Relationship Id="rId60" Type="http://schemas.openxmlformats.org/officeDocument/2006/relationships/slide" Target="slides/slide24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3.xml"/><Relationship Id="rId58" Type="http://schemas.openxmlformats.org/officeDocument/2006/relationships/slide" Target="slides/slide22.xml"/><Relationship Id="rId57" Type="http://schemas.openxmlformats.org/officeDocument/2006/relationships/slide" Target="slides/slide21.xml"/><Relationship Id="rId56" Type="http://schemas.openxmlformats.org/officeDocument/2006/relationships/slide" Target="slides/slide20.xml"/><Relationship Id="rId55" Type="http://schemas.openxmlformats.org/officeDocument/2006/relationships/slide" Target="slides/slide19.xml"/><Relationship Id="rId54" Type="http://schemas.openxmlformats.org/officeDocument/2006/relationships/slide" Target="slides/slide18.xml"/><Relationship Id="rId53" Type="http://schemas.openxmlformats.org/officeDocument/2006/relationships/slide" Target="slides/slide17.xml"/><Relationship Id="rId52" Type="http://schemas.openxmlformats.org/officeDocument/2006/relationships/slide" Target="slides/slide16.xml"/><Relationship Id="rId51" Type="http://schemas.openxmlformats.org/officeDocument/2006/relationships/slide" Target="slides/slide15.xml"/><Relationship Id="rId50" Type="http://schemas.openxmlformats.org/officeDocument/2006/relationships/slide" Target="slides/slide1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3.xml"/><Relationship Id="rId48" Type="http://schemas.openxmlformats.org/officeDocument/2006/relationships/slide" Target="slides/slide12.xml"/><Relationship Id="rId47" Type="http://schemas.openxmlformats.org/officeDocument/2006/relationships/slide" Target="slides/slide11.xml"/><Relationship Id="rId46" Type="http://schemas.openxmlformats.org/officeDocument/2006/relationships/slide" Target="slides/slide10.xml"/><Relationship Id="rId45" Type="http://schemas.openxmlformats.org/officeDocument/2006/relationships/slide" Target="slides/slide9.xml"/><Relationship Id="rId44" Type="http://schemas.openxmlformats.org/officeDocument/2006/relationships/slide" Target="slides/slide8.xml"/><Relationship Id="rId43" Type="http://schemas.openxmlformats.org/officeDocument/2006/relationships/slide" Target="slides/slide7.xml"/><Relationship Id="rId42" Type="http://schemas.openxmlformats.org/officeDocument/2006/relationships/slide" Target="slides/slide6.xml"/><Relationship Id="rId41" Type="http://schemas.openxmlformats.org/officeDocument/2006/relationships/slide" Target="slides/slide5.xml"/><Relationship Id="rId40" Type="http://schemas.openxmlformats.org/officeDocument/2006/relationships/slide" Target="slides/slide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.xml"/><Relationship Id="rId38" Type="http://schemas.openxmlformats.org/officeDocument/2006/relationships/slide" Target="slides/slide2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1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2" Type="http://schemas.openxmlformats.org/officeDocument/2006/relationships/tags" Target="tags/tag1.xml"/><Relationship Id="rId251" Type="http://schemas.openxmlformats.org/officeDocument/2006/relationships/font" Target="fonts/font176.fntdata"/><Relationship Id="rId250" Type="http://schemas.openxmlformats.org/officeDocument/2006/relationships/font" Target="fonts/font175.fntdata"/><Relationship Id="rId25" Type="http://schemas.openxmlformats.org/officeDocument/2006/relationships/slideMaster" Target="slideMasters/slideMaster24.xml"/><Relationship Id="rId249" Type="http://schemas.openxmlformats.org/officeDocument/2006/relationships/font" Target="fonts/font174.fntdata"/><Relationship Id="rId248" Type="http://schemas.openxmlformats.org/officeDocument/2006/relationships/font" Target="fonts/font173.fntdata"/><Relationship Id="rId247" Type="http://schemas.openxmlformats.org/officeDocument/2006/relationships/font" Target="fonts/font172.fntdata"/><Relationship Id="rId246" Type="http://schemas.openxmlformats.org/officeDocument/2006/relationships/font" Target="fonts/font171.fntdata"/><Relationship Id="rId245" Type="http://schemas.openxmlformats.org/officeDocument/2006/relationships/font" Target="fonts/font170.fntdata"/><Relationship Id="rId244" Type="http://schemas.openxmlformats.org/officeDocument/2006/relationships/font" Target="fonts/font169.fntdata"/><Relationship Id="rId243" Type="http://schemas.openxmlformats.org/officeDocument/2006/relationships/font" Target="fonts/font168.fntdata"/><Relationship Id="rId242" Type="http://schemas.openxmlformats.org/officeDocument/2006/relationships/font" Target="fonts/font167.fntdata"/><Relationship Id="rId241" Type="http://schemas.openxmlformats.org/officeDocument/2006/relationships/font" Target="fonts/font166.fntdata"/><Relationship Id="rId240" Type="http://schemas.openxmlformats.org/officeDocument/2006/relationships/font" Target="fonts/font165.fntdata"/><Relationship Id="rId24" Type="http://schemas.openxmlformats.org/officeDocument/2006/relationships/slideMaster" Target="slideMasters/slideMaster23.xml"/><Relationship Id="rId239" Type="http://schemas.openxmlformats.org/officeDocument/2006/relationships/font" Target="fonts/font164.fntdata"/><Relationship Id="rId238" Type="http://schemas.openxmlformats.org/officeDocument/2006/relationships/font" Target="fonts/font163.fntdata"/><Relationship Id="rId237" Type="http://schemas.openxmlformats.org/officeDocument/2006/relationships/font" Target="fonts/font162.fntdata"/><Relationship Id="rId236" Type="http://schemas.openxmlformats.org/officeDocument/2006/relationships/font" Target="fonts/font161.fntdata"/><Relationship Id="rId235" Type="http://schemas.openxmlformats.org/officeDocument/2006/relationships/font" Target="fonts/font160.fntdata"/><Relationship Id="rId234" Type="http://schemas.openxmlformats.org/officeDocument/2006/relationships/font" Target="fonts/font159.fntdata"/><Relationship Id="rId233" Type="http://schemas.openxmlformats.org/officeDocument/2006/relationships/font" Target="fonts/font158.fntdata"/><Relationship Id="rId232" Type="http://schemas.openxmlformats.org/officeDocument/2006/relationships/font" Target="fonts/font157.fntdata"/><Relationship Id="rId231" Type="http://schemas.openxmlformats.org/officeDocument/2006/relationships/font" Target="fonts/font156.fntdata"/><Relationship Id="rId230" Type="http://schemas.openxmlformats.org/officeDocument/2006/relationships/font" Target="fonts/font155.fntdata"/><Relationship Id="rId23" Type="http://schemas.openxmlformats.org/officeDocument/2006/relationships/slideMaster" Target="slideMasters/slideMaster22.xml"/><Relationship Id="rId229" Type="http://schemas.openxmlformats.org/officeDocument/2006/relationships/font" Target="fonts/font154.fntdata"/><Relationship Id="rId228" Type="http://schemas.openxmlformats.org/officeDocument/2006/relationships/font" Target="fonts/font153.fntdata"/><Relationship Id="rId227" Type="http://schemas.openxmlformats.org/officeDocument/2006/relationships/font" Target="fonts/font152.fntdata"/><Relationship Id="rId226" Type="http://schemas.openxmlformats.org/officeDocument/2006/relationships/font" Target="fonts/font151.fntdata"/><Relationship Id="rId225" Type="http://schemas.openxmlformats.org/officeDocument/2006/relationships/font" Target="fonts/font150.fntdata"/><Relationship Id="rId224" Type="http://schemas.openxmlformats.org/officeDocument/2006/relationships/font" Target="fonts/font149.fntdata"/><Relationship Id="rId223" Type="http://schemas.openxmlformats.org/officeDocument/2006/relationships/font" Target="fonts/font148.fntdata"/><Relationship Id="rId222" Type="http://schemas.openxmlformats.org/officeDocument/2006/relationships/font" Target="fonts/font147.fntdata"/><Relationship Id="rId221" Type="http://schemas.openxmlformats.org/officeDocument/2006/relationships/font" Target="fonts/font146.fntdata"/><Relationship Id="rId220" Type="http://schemas.openxmlformats.org/officeDocument/2006/relationships/font" Target="fonts/font145.fntdata"/><Relationship Id="rId22" Type="http://schemas.openxmlformats.org/officeDocument/2006/relationships/slideMaster" Target="slideMasters/slideMaster21.xml"/><Relationship Id="rId219" Type="http://schemas.openxmlformats.org/officeDocument/2006/relationships/font" Target="fonts/font144.fntdata"/><Relationship Id="rId218" Type="http://schemas.openxmlformats.org/officeDocument/2006/relationships/font" Target="fonts/font143.fntdata"/><Relationship Id="rId217" Type="http://schemas.openxmlformats.org/officeDocument/2006/relationships/font" Target="fonts/font142.fntdata"/><Relationship Id="rId216" Type="http://schemas.openxmlformats.org/officeDocument/2006/relationships/font" Target="fonts/font141.fntdata"/><Relationship Id="rId215" Type="http://schemas.openxmlformats.org/officeDocument/2006/relationships/font" Target="fonts/font140.fntdata"/><Relationship Id="rId214" Type="http://schemas.openxmlformats.org/officeDocument/2006/relationships/font" Target="fonts/font139.fntdata"/><Relationship Id="rId213" Type="http://schemas.openxmlformats.org/officeDocument/2006/relationships/font" Target="fonts/font138.fntdata"/><Relationship Id="rId212" Type="http://schemas.openxmlformats.org/officeDocument/2006/relationships/font" Target="fonts/font137.fntdata"/><Relationship Id="rId211" Type="http://schemas.openxmlformats.org/officeDocument/2006/relationships/font" Target="fonts/font136.fntdata"/><Relationship Id="rId210" Type="http://schemas.openxmlformats.org/officeDocument/2006/relationships/font" Target="fonts/font135.fntdata"/><Relationship Id="rId21" Type="http://schemas.openxmlformats.org/officeDocument/2006/relationships/slideMaster" Target="slideMasters/slideMaster20.xml"/><Relationship Id="rId209" Type="http://schemas.openxmlformats.org/officeDocument/2006/relationships/font" Target="fonts/font134.fntdata"/><Relationship Id="rId208" Type="http://schemas.openxmlformats.org/officeDocument/2006/relationships/font" Target="fonts/font133.fntdata"/><Relationship Id="rId207" Type="http://schemas.openxmlformats.org/officeDocument/2006/relationships/font" Target="fonts/font132.fntdata"/><Relationship Id="rId206" Type="http://schemas.openxmlformats.org/officeDocument/2006/relationships/font" Target="fonts/font131.fntdata"/><Relationship Id="rId205" Type="http://schemas.openxmlformats.org/officeDocument/2006/relationships/font" Target="fonts/font130.fntdata"/><Relationship Id="rId204" Type="http://schemas.openxmlformats.org/officeDocument/2006/relationships/font" Target="fonts/font129.fntdata"/><Relationship Id="rId203" Type="http://schemas.openxmlformats.org/officeDocument/2006/relationships/font" Target="fonts/font128.fntdata"/><Relationship Id="rId202" Type="http://schemas.openxmlformats.org/officeDocument/2006/relationships/font" Target="fonts/font127.fntdata"/><Relationship Id="rId201" Type="http://schemas.openxmlformats.org/officeDocument/2006/relationships/font" Target="fonts/font126.fntdata"/><Relationship Id="rId200" Type="http://schemas.openxmlformats.org/officeDocument/2006/relationships/font" Target="fonts/font125.fntdata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9" Type="http://schemas.openxmlformats.org/officeDocument/2006/relationships/font" Target="fonts/font124.fntdata"/><Relationship Id="rId198" Type="http://schemas.openxmlformats.org/officeDocument/2006/relationships/font" Target="fonts/font123.fntdata"/><Relationship Id="rId197" Type="http://schemas.openxmlformats.org/officeDocument/2006/relationships/font" Target="fonts/font122.fntdata"/><Relationship Id="rId196" Type="http://schemas.openxmlformats.org/officeDocument/2006/relationships/font" Target="fonts/font121.fntdata"/><Relationship Id="rId195" Type="http://schemas.openxmlformats.org/officeDocument/2006/relationships/font" Target="fonts/font120.fntdata"/><Relationship Id="rId194" Type="http://schemas.openxmlformats.org/officeDocument/2006/relationships/font" Target="fonts/font119.fntdata"/><Relationship Id="rId193" Type="http://schemas.openxmlformats.org/officeDocument/2006/relationships/font" Target="fonts/font118.fntdata"/><Relationship Id="rId192" Type="http://schemas.openxmlformats.org/officeDocument/2006/relationships/font" Target="fonts/font117.fntdata"/><Relationship Id="rId191" Type="http://schemas.openxmlformats.org/officeDocument/2006/relationships/font" Target="fonts/font116.fntdata"/><Relationship Id="rId190" Type="http://schemas.openxmlformats.org/officeDocument/2006/relationships/font" Target="fonts/font115.fntdata"/><Relationship Id="rId19" Type="http://schemas.openxmlformats.org/officeDocument/2006/relationships/slideMaster" Target="slideMasters/slideMaster18.xml"/><Relationship Id="rId189" Type="http://schemas.openxmlformats.org/officeDocument/2006/relationships/font" Target="fonts/font114.fntdata"/><Relationship Id="rId188" Type="http://schemas.openxmlformats.org/officeDocument/2006/relationships/font" Target="fonts/font113.fntdata"/><Relationship Id="rId187" Type="http://schemas.openxmlformats.org/officeDocument/2006/relationships/font" Target="fonts/font112.fntdata"/><Relationship Id="rId186" Type="http://schemas.openxmlformats.org/officeDocument/2006/relationships/font" Target="fonts/font111.fntdata"/><Relationship Id="rId185" Type="http://schemas.openxmlformats.org/officeDocument/2006/relationships/font" Target="fonts/font110.fntdata"/><Relationship Id="rId184" Type="http://schemas.openxmlformats.org/officeDocument/2006/relationships/font" Target="fonts/font109.fntdata"/><Relationship Id="rId183" Type="http://schemas.openxmlformats.org/officeDocument/2006/relationships/font" Target="fonts/font108.fntdata"/><Relationship Id="rId182" Type="http://schemas.openxmlformats.org/officeDocument/2006/relationships/font" Target="fonts/font107.fntdata"/><Relationship Id="rId181" Type="http://schemas.openxmlformats.org/officeDocument/2006/relationships/font" Target="fonts/font106.fntdata"/><Relationship Id="rId180" Type="http://schemas.openxmlformats.org/officeDocument/2006/relationships/font" Target="fonts/font105.fntdata"/><Relationship Id="rId18" Type="http://schemas.openxmlformats.org/officeDocument/2006/relationships/slideMaster" Target="slideMasters/slideMaster17.xml"/><Relationship Id="rId179" Type="http://schemas.openxmlformats.org/officeDocument/2006/relationships/font" Target="fonts/font104.fntdata"/><Relationship Id="rId178" Type="http://schemas.openxmlformats.org/officeDocument/2006/relationships/font" Target="fonts/font103.fntdata"/><Relationship Id="rId177" Type="http://schemas.openxmlformats.org/officeDocument/2006/relationships/font" Target="fonts/font102.fntdata"/><Relationship Id="rId176" Type="http://schemas.openxmlformats.org/officeDocument/2006/relationships/font" Target="fonts/font101.fntdata"/><Relationship Id="rId175" Type="http://schemas.openxmlformats.org/officeDocument/2006/relationships/font" Target="fonts/font100.fntdata"/><Relationship Id="rId174" Type="http://schemas.openxmlformats.org/officeDocument/2006/relationships/font" Target="fonts/font99.fntdata"/><Relationship Id="rId173" Type="http://schemas.openxmlformats.org/officeDocument/2006/relationships/font" Target="fonts/font98.fntdata"/><Relationship Id="rId172" Type="http://schemas.openxmlformats.org/officeDocument/2006/relationships/font" Target="fonts/font97.fntdata"/><Relationship Id="rId171" Type="http://schemas.openxmlformats.org/officeDocument/2006/relationships/font" Target="fonts/font96.fntdata"/><Relationship Id="rId170" Type="http://schemas.openxmlformats.org/officeDocument/2006/relationships/font" Target="fonts/font95.fntdata"/><Relationship Id="rId17" Type="http://schemas.openxmlformats.org/officeDocument/2006/relationships/slideMaster" Target="slideMasters/slideMaster16.xml"/><Relationship Id="rId169" Type="http://schemas.openxmlformats.org/officeDocument/2006/relationships/font" Target="fonts/font94.fntdata"/><Relationship Id="rId168" Type="http://schemas.openxmlformats.org/officeDocument/2006/relationships/font" Target="fonts/font93.fntdata"/><Relationship Id="rId167" Type="http://schemas.openxmlformats.org/officeDocument/2006/relationships/font" Target="fonts/font92.fntdata"/><Relationship Id="rId166" Type="http://schemas.openxmlformats.org/officeDocument/2006/relationships/font" Target="fonts/font91.fntdata"/><Relationship Id="rId165" Type="http://schemas.openxmlformats.org/officeDocument/2006/relationships/font" Target="fonts/font90.fntdata"/><Relationship Id="rId164" Type="http://schemas.openxmlformats.org/officeDocument/2006/relationships/font" Target="fonts/font89.fntdata"/><Relationship Id="rId163" Type="http://schemas.openxmlformats.org/officeDocument/2006/relationships/font" Target="fonts/font88.fntdata"/><Relationship Id="rId162" Type="http://schemas.openxmlformats.org/officeDocument/2006/relationships/font" Target="fonts/font87.fntdata"/><Relationship Id="rId161" Type="http://schemas.openxmlformats.org/officeDocument/2006/relationships/font" Target="fonts/font86.fntdata"/><Relationship Id="rId160" Type="http://schemas.openxmlformats.org/officeDocument/2006/relationships/font" Target="fonts/font85.fntdata"/><Relationship Id="rId16" Type="http://schemas.openxmlformats.org/officeDocument/2006/relationships/slideMaster" Target="slideMasters/slideMaster15.xml"/><Relationship Id="rId159" Type="http://schemas.openxmlformats.org/officeDocument/2006/relationships/font" Target="fonts/font84.fntdata"/><Relationship Id="rId158" Type="http://schemas.openxmlformats.org/officeDocument/2006/relationships/font" Target="fonts/font83.fntdata"/><Relationship Id="rId157" Type="http://schemas.openxmlformats.org/officeDocument/2006/relationships/font" Target="fonts/font82.fntdata"/><Relationship Id="rId156" Type="http://schemas.openxmlformats.org/officeDocument/2006/relationships/font" Target="fonts/font81.fntdata"/><Relationship Id="rId155" Type="http://schemas.openxmlformats.org/officeDocument/2006/relationships/font" Target="fonts/font80.fntdata"/><Relationship Id="rId154" Type="http://schemas.openxmlformats.org/officeDocument/2006/relationships/font" Target="fonts/font79.fntdata"/><Relationship Id="rId153" Type="http://schemas.openxmlformats.org/officeDocument/2006/relationships/font" Target="fonts/font78.fntdata"/><Relationship Id="rId152" Type="http://schemas.openxmlformats.org/officeDocument/2006/relationships/font" Target="fonts/font77.fntdata"/><Relationship Id="rId151" Type="http://schemas.openxmlformats.org/officeDocument/2006/relationships/font" Target="fonts/font76.fntdata"/><Relationship Id="rId150" Type="http://schemas.openxmlformats.org/officeDocument/2006/relationships/font" Target="fonts/font75.fntdata"/><Relationship Id="rId15" Type="http://schemas.openxmlformats.org/officeDocument/2006/relationships/slideMaster" Target="slideMasters/slideMaster14.xml"/><Relationship Id="rId149" Type="http://schemas.openxmlformats.org/officeDocument/2006/relationships/font" Target="fonts/font74.fntdata"/><Relationship Id="rId148" Type="http://schemas.openxmlformats.org/officeDocument/2006/relationships/font" Target="fonts/font73.fntdata"/><Relationship Id="rId147" Type="http://schemas.openxmlformats.org/officeDocument/2006/relationships/font" Target="fonts/font72.fntdata"/><Relationship Id="rId146" Type="http://schemas.openxmlformats.org/officeDocument/2006/relationships/font" Target="fonts/font71.fntdata"/><Relationship Id="rId145" Type="http://schemas.openxmlformats.org/officeDocument/2006/relationships/font" Target="fonts/font70.fntdata"/><Relationship Id="rId144" Type="http://schemas.openxmlformats.org/officeDocument/2006/relationships/font" Target="fonts/font69.fntdata"/><Relationship Id="rId143" Type="http://schemas.openxmlformats.org/officeDocument/2006/relationships/font" Target="fonts/font68.fntdata"/><Relationship Id="rId142" Type="http://schemas.openxmlformats.org/officeDocument/2006/relationships/font" Target="fonts/font67.fntdata"/><Relationship Id="rId141" Type="http://schemas.openxmlformats.org/officeDocument/2006/relationships/font" Target="fonts/font66.fntdata"/><Relationship Id="rId140" Type="http://schemas.openxmlformats.org/officeDocument/2006/relationships/font" Target="fonts/font65.fntdata"/><Relationship Id="rId14" Type="http://schemas.openxmlformats.org/officeDocument/2006/relationships/slideMaster" Target="slideMasters/slideMaster13.xml"/><Relationship Id="rId139" Type="http://schemas.openxmlformats.org/officeDocument/2006/relationships/font" Target="fonts/font64.fntdata"/><Relationship Id="rId138" Type="http://schemas.openxmlformats.org/officeDocument/2006/relationships/font" Target="fonts/font63.fntdata"/><Relationship Id="rId137" Type="http://schemas.openxmlformats.org/officeDocument/2006/relationships/font" Target="fonts/font62.fntdata"/><Relationship Id="rId136" Type="http://schemas.openxmlformats.org/officeDocument/2006/relationships/font" Target="fonts/font61.fntdata"/><Relationship Id="rId135" Type="http://schemas.openxmlformats.org/officeDocument/2006/relationships/font" Target="fonts/font60.fntdata"/><Relationship Id="rId134" Type="http://schemas.openxmlformats.org/officeDocument/2006/relationships/font" Target="fonts/font59.fntdata"/><Relationship Id="rId133" Type="http://schemas.openxmlformats.org/officeDocument/2006/relationships/font" Target="fonts/font58.fntdata"/><Relationship Id="rId132" Type="http://schemas.openxmlformats.org/officeDocument/2006/relationships/font" Target="fonts/font57.fntdata"/><Relationship Id="rId131" Type="http://schemas.openxmlformats.org/officeDocument/2006/relationships/font" Target="fonts/font56.fntdata"/><Relationship Id="rId130" Type="http://schemas.openxmlformats.org/officeDocument/2006/relationships/font" Target="fonts/font55.fntdata"/><Relationship Id="rId13" Type="http://schemas.openxmlformats.org/officeDocument/2006/relationships/slideMaster" Target="slideMasters/slideMaster12.xml"/><Relationship Id="rId129" Type="http://schemas.openxmlformats.org/officeDocument/2006/relationships/font" Target="fonts/font54.fntdata"/><Relationship Id="rId128" Type="http://schemas.openxmlformats.org/officeDocument/2006/relationships/font" Target="fonts/font53.fntdata"/><Relationship Id="rId127" Type="http://schemas.openxmlformats.org/officeDocument/2006/relationships/font" Target="fonts/font52.fntdata"/><Relationship Id="rId126" Type="http://schemas.openxmlformats.org/officeDocument/2006/relationships/font" Target="fonts/font51.fntdata"/><Relationship Id="rId125" Type="http://schemas.openxmlformats.org/officeDocument/2006/relationships/font" Target="fonts/font50.fntdata"/><Relationship Id="rId124" Type="http://schemas.openxmlformats.org/officeDocument/2006/relationships/font" Target="fonts/font49.fntdata"/><Relationship Id="rId123" Type="http://schemas.openxmlformats.org/officeDocument/2006/relationships/font" Target="fonts/font48.fntdata"/><Relationship Id="rId122" Type="http://schemas.openxmlformats.org/officeDocument/2006/relationships/font" Target="fonts/font47.fntdata"/><Relationship Id="rId121" Type="http://schemas.openxmlformats.org/officeDocument/2006/relationships/font" Target="fonts/font46.fntdata"/><Relationship Id="rId120" Type="http://schemas.openxmlformats.org/officeDocument/2006/relationships/font" Target="fonts/font45.fntdata"/><Relationship Id="rId12" Type="http://schemas.openxmlformats.org/officeDocument/2006/relationships/slideMaster" Target="slideMasters/slideMaster11.xml"/><Relationship Id="rId119" Type="http://schemas.openxmlformats.org/officeDocument/2006/relationships/font" Target="fonts/font44.fntdata"/><Relationship Id="rId118" Type="http://schemas.openxmlformats.org/officeDocument/2006/relationships/font" Target="fonts/font43.fntdata"/><Relationship Id="rId117" Type="http://schemas.openxmlformats.org/officeDocument/2006/relationships/font" Target="fonts/font42.fntdata"/><Relationship Id="rId116" Type="http://schemas.openxmlformats.org/officeDocument/2006/relationships/font" Target="fonts/font41.fntdata"/><Relationship Id="rId115" Type="http://schemas.openxmlformats.org/officeDocument/2006/relationships/font" Target="fonts/font40.fntdata"/><Relationship Id="rId114" Type="http://schemas.openxmlformats.org/officeDocument/2006/relationships/font" Target="fonts/font39.fntdata"/><Relationship Id="rId113" Type="http://schemas.openxmlformats.org/officeDocument/2006/relationships/font" Target="fonts/font38.fntdata"/><Relationship Id="rId112" Type="http://schemas.openxmlformats.org/officeDocument/2006/relationships/font" Target="fonts/font37.fntdata"/><Relationship Id="rId111" Type="http://schemas.openxmlformats.org/officeDocument/2006/relationships/font" Target="fonts/font36.fntdata"/><Relationship Id="rId110" Type="http://schemas.openxmlformats.org/officeDocument/2006/relationships/font" Target="fonts/font35.fntdata"/><Relationship Id="rId11" Type="http://schemas.openxmlformats.org/officeDocument/2006/relationships/slideMaster" Target="slideMasters/slideMaster10.xml"/><Relationship Id="rId109" Type="http://schemas.openxmlformats.org/officeDocument/2006/relationships/font" Target="fonts/font34.fntdata"/><Relationship Id="rId108" Type="http://schemas.openxmlformats.org/officeDocument/2006/relationships/font" Target="fonts/font33.fntdata"/><Relationship Id="rId107" Type="http://schemas.openxmlformats.org/officeDocument/2006/relationships/font" Target="fonts/font32.fntdata"/><Relationship Id="rId106" Type="http://schemas.openxmlformats.org/officeDocument/2006/relationships/font" Target="fonts/font31.fntdata"/><Relationship Id="rId105" Type="http://schemas.openxmlformats.org/officeDocument/2006/relationships/font" Target="fonts/font30.fntdata"/><Relationship Id="rId104" Type="http://schemas.openxmlformats.org/officeDocument/2006/relationships/font" Target="fonts/font29.fntdata"/><Relationship Id="rId103" Type="http://schemas.openxmlformats.org/officeDocument/2006/relationships/font" Target="fonts/font28.fntdata"/><Relationship Id="rId102" Type="http://schemas.openxmlformats.org/officeDocument/2006/relationships/font" Target="fonts/font27.fntdata"/><Relationship Id="rId101" Type="http://schemas.openxmlformats.org/officeDocument/2006/relationships/font" Target="fonts/font26.fntdata"/><Relationship Id="rId100" Type="http://schemas.openxmlformats.org/officeDocument/2006/relationships/font" Target="fonts/font25.fntdata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9444619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463509" y="780576"/>
            <a:ext cx="3746765" cy="210755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667378" y="3005217"/>
            <a:ext cx="13339026" cy="24588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9444619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2005" y="2347413"/>
            <a:ext cx="9089390" cy="16197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4010" y="4282017"/>
            <a:ext cx="7485380" cy="1931106"/>
          </a:xfrm>
        </p:spPr>
        <p:txBody>
          <a:bodyPr/>
          <a:lstStyle>
            <a:lvl1pPr marL="0" indent="0" algn="ctr">
              <a:buNone/>
              <a:defRPr/>
            </a:lvl1pPr>
            <a:lvl2pPr marL="503555" indent="0" algn="ctr">
              <a:buNone/>
              <a:defRPr/>
            </a:lvl2pPr>
            <a:lvl3pPr marL="1007745" indent="0" algn="ctr">
              <a:buNone/>
              <a:defRPr/>
            </a:lvl3pPr>
            <a:lvl4pPr marL="1511300" indent="0" algn="ctr">
              <a:buNone/>
              <a:defRPr/>
            </a:lvl4pPr>
            <a:lvl5pPr marL="2014855" indent="0" algn="ctr">
              <a:buNone/>
              <a:defRPr/>
            </a:lvl5pPr>
            <a:lvl6pPr marL="2519045" indent="0" algn="ctr">
              <a:buNone/>
              <a:defRPr/>
            </a:lvl6pPr>
            <a:lvl7pPr marL="3022600" indent="0" algn="ctr">
              <a:buNone/>
              <a:defRPr/>
            </a:lvl7pPr>
            <a:lvl8pPr marL="3526155" indent="0" algn="ctr">
              <a:buNone/>
              <a:defRPr/>
            </a:lvl8pPr>
            <a:lvl9pPr marL="4030345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2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3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4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5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6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7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8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9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0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1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2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3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4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0.jpeg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0.jpeg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20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3" y="603471"/>
            <a:ext cx="3326959" cy="19800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" name="Rectangle 5"/>
          <p:cNvSpPr/>
          <p:nvPr/>
        </p:nvSpPr>
        <p:spPr>
          <a:xfrm>
            <a:off x="1746524" y="2986420"/>
            <a:ext cx="8069012" cy="70167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lIns="201506" rIns="201506" anchor="t" anchorCtr="0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Reactive Systems I, ch 04~07</a:t>
            </a:r>
            <a:endParaRPr lang="zh-CN" altLang="en-US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099" name="Line 6"/>
          <p:cNvSpPr/>
          <p:nvPr/>
        </p:nvSpPr>
        <p:spPr>
          <a:xfrm>
            <a:off x="309033" y="1511300"/>
            <a:ext cx="10075333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矩形 5"/>
          <p:cNvSpPr/>
          <p:nvPr/>
        </p:nvSpPr>
        <p:spPr>
          <a:xfrm>
            <a:off x="1745933" y="4210685"/>
            <a:ext cx="7467600" cy="3046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sz="240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sz="240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sz="240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40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114" name="object 1"/>
          <p:cNvSpPr/>
          <p:nvPr/>
        </p:nvSpPr>
        <p:spPr>
          <a:xfrm>
            <a:off x="882015" y="7540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1075"/>
            <a:ext cx="2968625" cy="949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980"/>
              </a:lnSpc>
              <a:buClrTx/>
              <a:buSzTx/>
              <a:buFontTx/>
              <a:buNone/>
              <a:defRPr/>
            </a:pPr>
            <a:r>
              <a:rPr kumimoji="0" sz="3000" kern="0" cap="none" spc="-12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List</a:t>
            </a:r>
            <a:r>
              <a:rPr kumimoji="0" sz="3000" kern="0" cap="none" spc="3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20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of</a:t>
            </a:r>
            <a:r>
              <a:rPr kumimoji="0" sz="3000" kern="0" cap="none" spc="3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5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Slides</a:t>
            </a:r>
            <a:endParaRPr kumimoji="0" sz="3000" kern="0" cap="none" spc="-15" normalizeH="0" baseline="0" noProof="0">
              <a:solidFill>
                <a:srgbClr val="000000"/>
              </a:solidFill>
              <a:latin typeface="NOQEBU+CMBX12" panose="02000500000000000000"/>
              <a:cs typeface="NOQEBU+CMBX12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7838" y="1720850"/>
            <a:ext cx="4291013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3</a:t>
            </a:r>
            <a:r>
              <a:rPr kumimoji="0" sz="2050" kern="0" cap="none" spc="15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Reactive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Systems</a:t>
            </a:r>
            <a:endParaRPr kumimoji="0" sz="2050" kern="0" cap="none" spc="1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173288"/>
            <a:ext cx="4471988" cy="7096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11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2.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Environment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2624455"/>
            <a:ext cx="5888355" cy="35433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28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3.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Stimulus-Response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Behavior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  <a:p>
            <a:pPr>
              <a:lnSpc>
                <a:spcPts val="2515"/>
              </a:lnSpc>
              <a:spcBef>
                <a:spcPts val="109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43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4.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Software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Speciﬁcations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525838"/>
            <a:ext cx="7950200" cy="1071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55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5–7.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Mission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Statement,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Function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Reﬁnement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  <a:p>
            <a:pPr>
              <a:lnSpc>
                <a:spcPts val="2515"/>
              </a:lnSpc>
              <a:spcBef>
                <a:spcPts val="37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Tree,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Service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Description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5900" y="4338638"/>
            <a:ext cx="6230938" cy="1614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810"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77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8.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Entity-Relationship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Diagrams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L="130810" marR="0" defTabSz="914400" fontAlgn="auto">
              <a:lnSpc>
                <a:spcPts val="2520"/>
              </a:lnSpc>
              <a:spcBef>
                <a:spcPts val="10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99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9.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ERD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Modeling</a:t>
            </a:r>
            <a:r>
              <a:rPr kumimoji="0" sz="2050" kern="0" cap="none" spc="1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03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125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10.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Dictionary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5900" y="5692775"/>
            <a:ext cx="45100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139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Part</a:t>
            </a:r>
            <a:r>
              <a:rPr kumimoji="0" sz="2050" kern="0" cap="none" spc="2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IV.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Behavior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Notations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5900" y="6143625"/>
            <a:ext cx="6848475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154</a:t>
            </a:r>
            <a:r>
              <a:rPr kumimoji="0" sz="2050" kern="0" cap="none" spc="155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11.</a:t>
            </a:r>
            <a:r>
              <a:rPr kumimoji="0" sz="2050" kern="0" cap="none" spc="41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State</a:t>
            </a:r>
            <a:r>
              <a:rPr kumimoji="0" sz="2050" kern="0" cap="none" spc="17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Transition</a:t>
            </a:r>
            <a:r>
              <a:rPr kumimoji="0" sz="2050" kern="0" cap="none" spc="18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Lists</a:t>
            </a:r>
            <a:r>
              <a:rPr kumimoji="0" sz="2050" kern="0" cap="none" spc="169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and</a:t>
            </a:r>
            <a:r>
              <a:rPr kumimoji="0" sz="2050" kern="0" cap="none" spc="175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Tables</a:t>
            </a:r>
            <a:endParaRPr kumimoji="0" sz="2050" kern="0" cap="none" spc="-20" normalizeH="0" baseline="0" noProof="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08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166</a:t>
            </a:r>
            <a:r>
              <a:rPr kumimoji="0" sz="2050" kern="0" cap="none" spc="155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12.</a:t>
            </a:r>
            <a:r>
              <a:rPr kumimoji="0" sz="2050" kern="0" cap="none" spc="41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State</a:t>
            </a:r>
            <a:r>
              <a:rPr kumimoji="0" sz="2050" kern="0" cap="none" spc="17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Transition</a:t>
            </a:r>
            <a:r>
              <a:rPr kumimoji="0" sz="2050" kern="0" cap="none" spc="18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Diagrams</a:t>
            </a:r>
            <a:endParaRPr kumimoji="0" sz="2050" kern="0" cap="none" spc="0" normalizeH="0" baseline="0" noProof="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WINBNS+CMR7" panose="02000500000000000000"/>
                <a:ea typeface="WINBNS+CMR7" panose="02000500000000000000"/>
              </a:rPr>
              <a:t>2</a:t>
            </a:r>
            <a:endParaRPr lang="en-US" altLang="zh-CN" sz="1400">
              <a:solidFill>
                <a:srgbClr val="000000"/>
              </a:solidFill>
              <a:latin typeface="WINBNS+CMR7" panose="02000500000000000000"/>
              <a:ea typeface="WINBNS+CMR7" panose="0200050000000000000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30350" y="3130550"/>
            <a:ext cx="6624320" cy="1151890"/>
          </a:xfrm>
          <a:prstGeom prst="rect">
            <a:avLst/>
          </a:prstGeom>
          <a:solidFill>
            <a:srgbClr val="FFC000">
              <a:alpha val="32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54580" y="1378505"/>
            <a:ext cx="8621478" cy="2454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187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GNBTHS+CMBX12~c" panose="02000500000000000000"/>
                <a:cs typeface="GNBTHS+CMBX12~c" panose="02000500000000000000"/>
              </a:rPr>
              <a:t>Chapter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NBTHS+CMBX12~c" panose="02000500000000000000"/>
                <a:cs typeface="GNBTHS+CMBX12~c" panose="02000500000000000000"/>
              </a:rPr>
              <a:t>4.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33">
                <a:solidFill>
                  <a:srgbClr val="000000"/>
                </a:solidFill>
                <a:latin typeface="GNBTHS+CMBX12~c" panose="02000500000000000000"/>
                <a:cs typeface="GNBTHS+CMBX12~c" panose="02000500000000000000"/>
              </a:rPr>
              <a:t>Software</a:t>
            </a:r>
            <a:r>
              <a:rPr sz="250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NBTHS+CMBX12~c" panose="02000500000000000000"/>
                <a:cs typeface="GNBTHS+CMBX12~c" panose="02000500000000000000"/>
              </a:rPr>
              <a:t>Speciﬁcations</a:t>
            </a:r>
            <a:endParaRPr sz="2500">
              <a:solidFill>
                <a:srgbClr val="000000"/>
              </a:solidFill>
              <a:latin typeface="GNBTHS+CMBX12~c" panose="02000500000000000000"/>
              <a:cs typeface="GNBTHS+CMBX12~c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IBJOO+CMSY10~25" panose="02000500000000000000"/>
                <a:cs typeface="EIBJ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call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creative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decision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design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decision.</a:t>
            </a:r>
            <a:endParaRPr sz="2050" spc="10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IBJOO+CMSY10~25" panose="02000500000000000000"/>
                <a:cs typeface="EIBJ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design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make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plan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how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will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built.</a:t>
            </a:r>
            <a:endParaRPr sz="2050" spc="10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IBJOO+CMSY10~25" panose="02000500000000000000"/>
                <a:cs typeface="EIBJ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speciﬁcation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design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decisions.</a:t>
            </a:r>
            <a:endParaRPr sz="2050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7" y="3433041"/>
            <a:ext cx="628571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IBJOO+CMSY10~25" panose="02000500000000000000"/>
                <a:cs typeface="EIBJ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reactive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speciﬁcation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describe</a:t>
            </a:r>
            <a:endParaRPr sz="2050" spc="18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2050" y="3878050"/>
            <a:ext cx="6289910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ATOUV+CMBX10" panose="02000500000000000000"/>
                <a:cs typeface="VATOUV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place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hierarchy,</a:t>
            </a:r>
            <a:endParaRPr sz="2050" spc="-21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2047" y="4323059"/>
            <a:ext cx="8085341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ATOUV+CMBX10" panose="02000500000000000000"/>
                <a:cs typeface="VATOUV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describe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functions,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of</a:t>
            </a:r>
            <a:endParaRPr sz="2050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3988" y="4694916"/>
            <a:ext cx="191732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SuD,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and</a:t>
            </a:r>
            <a:endParaRPr sz="2050" spc="10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49" y="5139925"/>
            <a:ext cx="4628904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ATOUV+CMBX10" panose="02000500000000000000"/>
                <a:cs typeface="VATOUV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describe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composition.</a:t>
            </a:r>
            <a:endParaRPr sz="2050" spc="14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87" y="5658087"/>
            <a:ext cx="804704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EIBJOO+CMSY10~25" panose="02000500000000000000"/>
                <a:cs typeface="EIBJ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speciﬁcation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must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used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motivate</a:t>
            </a:r>
            <a:r>
              <a:rPr sz="20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design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</a:t>
            </a:r>
            <a:endParaRPr sz="2050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712" y="6029945"/>
            <a:ext cx="404272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systems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engineering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EMJKV+CMR10" panose="02000500000000000000"/>
                <a:cs typeface="BEMJKV+CMR10" panose="02000500000000000000"/>
              </a:rPr>
              <a:t>argument.</a:t>
            </a:r>
            <a:endParaRPr sz="2050">
              <a:solidFill>
                <a:srgbClr val="000000"/>
              </a:solidFill>
              <a:latin typeface="BEMJKV+CMR10" panose="02000500000000000000"/>
              <a:cs typeface="BEMJKV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TTKSJB+CMR7" panose="02000500000000000000"/>
                <a:cs typeface="TTKSJB+CMR7" panose="02000500000000000000"/>
              </a:rPr>
              <a:t>44</a:t>
            </a:r>
            <a:endParaRPr sz="1450">
              <a:solidFill>
                <a:srgbClr val="000000"/>
              </a:solidFill>
              <a:latin typeface="TTKSJB+CMR7" panose="02000500000000000000"/>
              <a:cs typeface="TTKSJB+CMR7" panose="0200050000000000000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5313"/>
            <a:ext cx="738255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KFRUJI+CMBX12~c" panose="02000500000000000000"/>
                <a:cs typeface="KFRUJI+CMBX12~c" panose="02000500000000000000"/>
              </a:rPr>
              <a:t>Systems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FRUJI+CMBX12~c" panose="02000500000000000000"/>
                <a:cs typeface="KFRUJI+CMBX12~c" panose="02000500000000000000"/>
              </a:rPr>
              <a:t>engineering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KFRUJI+CMBX12~c" panose="02000500000000000000"/>
                <a:cs typeface="KFRUJI+CMBX12~c" panose="02000500000000000000"/>
              </a:rPr>
              <a:t>argument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KFRUJI+CMBX12~c" panose="02000500000000000000"/>
                <a:cs typeface="KFRUJI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KFRUJI+CMBX12~c" panose="02000500000000000000"/>
                <a:cs typeface="KFRUJI+CMBX12~c" panose="02000500000000000000"/>
              </a:rPr>
              <a:t>1</a:t>
            </a:r>
            <a:endParaRPr sz="2500">
              <a:solidFill>
                <a:srgbClr val="000000"/>
              </a:solidFill>
              <a:latin typeface="KFRUJI+CMBX12~c" panose="02000500000000000000"/>
              <a:cs typeface="KFRUJ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6186" y="1735917"/>
            <a:ext cx="2387204" cy="598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Training department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6184" y="2923951"/>
            <a:ext cx="1599444" cy="1192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JENNLG+Helvetica-Bold" panose="020B0704020202020204"/>
                <a:cs typeface="JENNLG+Helvetica-Bold" panose="020B0704020202020204"/>
              </a:rPr>
              <a:t>Training</a:t>
            </a:r>
            <a:endParaRPr sz="1800" b="1">
              <a:solidFill>
                <a:srgbClr val="000000"/>
              </a:solidFill>
              <a:latin typeface="JENNLG+Helvetica-Bold" panose="020B0704020202020204"/>
              <a:cs typeface="JENNLG+Helvetica-Bold" panose="020B07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JENNLG+Helvetica-Bold" panose="020B0704020202020204"/>
                <a:cs typeface="JENNLG+Helvetica-Bold" panose="020B0704020202020204"/>
              </a:rPr>
              <a:t>Information</a:t>
            </a:r>
            <a:endParaRPr sz="1800" b="1">
              <a:solidFill>
                <a:srgbClr val="000000"/>
              </a:solidFill>
              <a:latin typeface="JENNLG+Helvetica-Bold" panose="020B0704020202020204"/>
              <a:cs typeface="JENNLG+Helvetica-Bold" panose="020B0704020202020204"/>
            </a:endParaRPr>
          </a:p>
          <a:p>
            <a:pPr marL="22225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 b="1">
                <a:solidFill>
                  <a:srgbClr val="000000"/>
                </a:solidFill>
                <a:latin typeface="JENNLG+Helvetica-Bold" panose="020B0704020202020204"/>
                <a:cs typeface="JENNLG+Helvetica-Bold" panose="020B0704020202020204"/>
              </a:rPr>
              <a:t>System</a:t>
            </a:r>
            <a:endParaRPr sz="1800" b="1">
              <a:solidFill>
                <a:srgbClr val="000000"/>
              </a:solidFill>
              <a:latin typeface="JENNLG+Helvetica-Bold" panose="020B0704020202020204"/>
              <a:cs typeface="JENNLG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9560" y="3083882"/>
            <a:ext cx="1485915" cy="895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2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Course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coordinator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83427" y="3220966"/>
            <a:ext cx="1320587" cy="598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Secretary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50772" y="3220966"/>
            <a:ext cx="812822" cy="598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Staff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6137" y="4294764"/>
            <a:ext cx="1130382" cy="598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Upload/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0866" y="4591774"/>
            <a:ext cx="1321033" cy="895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download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  <a:p>
            <a:pPr marL="1143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module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9624" y="4591779"/>
            <a:ext cx="1333528" cy="598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Allocation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42637" y="4591779"/>
            <a:ext cx="1117553" cy="598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Printing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05499" y="4591779"/>
            <a:ext cx="1561997" cy="598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KHWRQL+Helvetica" panose="020B0604020202020204"/>
                <a:cs typeface="KHWRQL+Helvetica" panose="020B0604020202020204"/>
              </a:rPr>
              <a:t>Registration</a:t>
            </a:r>
            <a:endParaRPr sz="1800">
              <a:solidFill>
                <a:srgbClr val="000000"/>
              </a:solidFill>
              <a:latin typeface="KHWRQL+Helvetica" panose="020B0604020202020204"/>
              <a:cs typeface="KHWRQL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580" y="5565114"/>
            <a:ext cx="7212718" cy="1324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RTUHM+CMSY10~25" panose="02000500000000000000"/>
                <a:cs typeface="DRTUH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TIS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allows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registration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unexpected</a:t>
            </a:r>
            <a:r>
              <a:rPr sz="2050" spc="1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participants</a:t>
            </a:r>
            <a:endParaRPr sz="2050">
              <a:solidFill>
                <a:srgbClr val="000000"/>
              </a:solidFill>
              <a:latin typeface="EUNSPL+CMR10" panose="02000500000000000000"/>
              <a:cs typeface="EUNSPL+CMR10" panose="02000500000000000000"/>
            </a:endParaRPr>
          </a:p>
          <a:p>
            <a:pPr marL="0" marR="0">
              <a:lnSpc>
                <a:spcPts val="33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RTUHM+CMSY10~25" panose="02000500000000000000"/>
                <a:cs typeface="DRTUH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department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keeps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extra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staﬀ,</a:t>
            </a:r>
            <a:endParaRPr sz="2050">
              <a:solidFill>
                <a:srgbClr val="000000"/>
              </a:solidFill>
              <a:latin typeface="EUNSPL+CMR10" panose="02000500000000000000"/>
              <a:cs typeface="EUNSPL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586" y="6421605"/>
            <a:ext cx="772266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RTUHM+CMSY10~25" panose="02000500000000000000"/>
                <a:cs typeface="DRTUHM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department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handle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newcomers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EUNSPL+CMR10" panose="02000500000000000000"/>
                <a:cs typeface="EUNSPL+CMR10" panose="02000500000000000000"/>
              </a:rPr>
              <a:t>eﬃciently.</a:t>
            </a:r>
            <a:endParaRPr sz="2050" spc="-14">
              <a:solidFill>
                <a:srgbClr val="000000"/>
              </a:solidFill>
              <a:latin typeface="EUNSPL+CMR10" panose="02000500000000000000"/>
              <a:cs typeface="EUNSPL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IGCVS+CMR7" panose="02000500000000000000"/>
                <a:cs typeface="CIGCVS+CMR7" panose="02000500000000000000"/>
              </a:rPr>
              <a:t>45</a:t>
            </a:r>
            <a:endParaRPr sz="1450">
              <a:solidFill>
                <a:srgbClr val="000000"/>
              </a:solidFill>
              <a:latin typeface="CIGCVS+CMR7" panose="02000500000000000000"/>
              <a:cs typeface="CIGCVS+CMR7" panose="0200050000000000000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221533"/>
            <a:ext cx="738255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NNEGFF+CMBX12~c" panose="02000500000000000000"/>
                <a:cs typeface="NNEGFF+CMBX12~c" panose="02000500000000000000"/>
              </a:rPr>
              <a:t>Systems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NNEGFF+CMBX12~c" panose="02000500000000000000"/>
                <a:cs typeface="NNEGFF+CMBX12~c" panose="02000500000000000000"/>
              </a:rPr>
              <a:t>engineering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NNEGFF+CMBX12~c" panose="02000500000000000000"/>
                <a:cs typeface="NNEGFF+CMBX12~c" panose="02000500000000000000"/>
              </a:rPr>
              <a:t>argument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NNEGFF+CMBX12~c" panose="02000500000000000000"/>
                <a:cs typeface="NNEGFF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NEGFF+CMBX12~c" panose="02000500000000000000"/>
                <a:cs typeface="NNEGFF+CMBX12~c" panose="02000500000000000000"/>
              </a:rPr>
              <a:t>2</a:t>
            </a:r>
            <a:endParaRPr sz="2500">
              <a:solidFill>
                <a:srgbClr val="000000"/>
              </a:solidFill>
              <a:latin typeface="NNEGFF+CMBX12~c" panose="02000500000000000000"/>
              <a:cs typeface="NNEGF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9236" y="1796917"/>
            <a:ext cx="2024913" cy="768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Juice pasteurization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  <a:p>
            <a:pPr marL="706755" marR="0">
              <a:lnSpc>
                <a:spcPts val="1720"/>
              </a:lnSpc>
              <a:spcBef>
                <a:spcPts val="28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unit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6916" y="3166980"/>
            <a:ext cx="1197982" cy="768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 b="1">
                <a:solidFill>
                  <a:srgbClr val="000000"/>
                </a:solidFill>
                <a:latin typeface="BKSNMM+Helvetica-Bold" panose="020B0704020202020204"/>
                <a:cs typeface="BKSNMM+Helvetica-Bold" panose="020B0704020202020204"/>
              </a:rPr>
              <a:t>Heating</a:t>
            </a:r>
            <a:endParaRPr sz="1550" b="1">
              <a:solidFill>
                <a:srgbClr val="000000"/>
              </a:solidFill>
              <a:latin typeface="BKSNMM+Helvetica-Bold" panose="020B0704020202020204"/>
              <a:cs typeface="BKSNMM+Helvetica-Bold" panose="020B0704020202020204"/>
            </a:endParaRPr>
          </a:p>
          <a:p>
            <a:pPr marL="0" marR="0">
              <a:lnSpc>
                <a:spcPts val="1720"/>
              </a:lnSpc>
              <a:spcBef>
                <a:spcPts val="280"/>
              </a:spcBef>
              <a:spcAft>
                <a:spcPct val="0"/>
              </a:spcAft>
            </a:pPr>
            <a:r>
              <a:rPr sz="1550" b="1">
                <a:solidFill>
                  <a:srgbClr val="000000"/>
                </a:solidFill>
                <a:latin typeface="BKSNMM+Helvetica-Bold" panose="020B0704020202020204"/>
                <a:cs typeface="BKSNMM+Helvetica-Bold" panose="020B0704020202020204"/>
              </a:rPr>
              <a:t>controller</a:t>
            </a:r>
            <a:endParaRPr sz="1550" b="1">
              <a:solidFill>
                <a:srgbClr val="000000"/>
              </a:solidFill>
              <a:latin typeface="BKSNMM+Helvetica-Bold" panose="020B0704020202020204"/>
              <a:cs typeface="BKSNMM+Helvetica-Bold" panose="020B07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4161" y="3284417"/>
            <a:ext cx="1067656" cy="513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Operator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80355" y="3284417"/>
            <a:ext cx="882732" cy="513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Heater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4711" y="3284417"/>
            <a:ext cx="1469902" cy="513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Thermometer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60512" y="3284417"/>
            <a:ext cx="1394066" cy="513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Heating tank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6466" y="4341324"/>
            <a:ext cx="904521" cy="768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Recipe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  <a:p>
            <a:pPr marL="114300" marR="0">
              <a:lnSpc>
                <a:spcPts val="1720"/>
              </a:lnSpc>
              <a:spcBef>
                <a:spcPts val="28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data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4149" y="4341324"/>
            <a:ext cx="893531" cy="768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Device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  <a:p>
            <a:pPr marL="108585" marR="0">
              <a:lnSpc>
                <a:spcPts val="1720"/>
              </a:lnSpc>
              <a:spcBef>
                <a:spcPts val="28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data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01740" y="4341324"/>
            <a:ext cx="882732" cy="768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Batch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  <a:p>
            <a:pPr marL="0" marR="0">
              <a:lnSpc>
                <a:spcPts val="1720"/>
              </a:lnSpc>
              <a:spcBef>
                <a:spcPts val="28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control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73953" y="4341324"/>
            <a:ext cx="882732" cy="768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 marR="0">
              <a:lnSpc>
                <a:spcPts val="1720"/>
              </a:lnSpc>
              <a:spcBef>
                <a:spcPct val="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Tank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  <a:p>
            <a:pPr marL="0" marR="0">
              <a:lnSpc>
                <a:spcPts val="1720"/>
              </a:lnSpc>
              <a:spcBef>
                <a:spcPts val="280"/>
              </a:spcBef>
              <a:spcAft>
                <a:spcPct val="0"/>
              </a:spcAft>
            </a:pPr>
            <a:r>
              <a:rPr sz="1550">
                <a:solidFill>
                  <a:srgbClr val="000000"/>
                </a:solidFill>
                <a:latin typeface="IHWGGQ+Helvetica" panose="020B0604020202020204"/>
                <a:cs typeface="IHWGGQ+Helvetica" panose="020B0604020202020204"/>
              </a:rPr>
              <a:t>control</a:t>
            </a:r>
            <a:endParaRPr sz="1550">
              <a:solidFill>
                <a:srgbClr val="000000"/>
              </a:solidFill>
              <a:latin typeface="IHWGGQ+Helvetica" panose="020B0604020202020204"/>
              <a:cs typeface="IHWGGQ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571" y="5330417"/>
            <a:ext cx="7345803" cy="1324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GSRUU+CMSY10~25" panose="02000500000000000000"/>
                <a:cs typeface="TGSRU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controller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controls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heater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according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batch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recipe</a:t>
            </a:r>
            <a:endParaRPr sz="2050" spc="22">
              <a:solidFill>
                <a:srgbClr val="000000"/>
              </a:solidFill>
              <a:latin typeface="SHNMWT+CMR10" panose="02000500000000000000"/>
              <a:cs typeface="SHNMWT+CMR10" panose="02000500000000000000"/>
            </a:endParaRPr>
          </a:p>
          <a:p>
            <a:pPr marL="0" marR="0">
              <a:lnSpc>
                <a:spcPts val="33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GSRUU+CMSY10~25" panose="02000500000000000000"/>
                <a:cs typeface="TGSRU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thermometer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functioning,</a:t>
            </a:r>
            <a:endParaRPr sz="2050" spc="10">
              <a:solidFill>
                <a:srgbClr val="000000"/>
              </a:solidFill>
              <a:latin typeface="SHNMWT+CMR10" panose="02000500000000000000"/>
              <a:cs typeface="SHNMWT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570" y="6186909"/>
            <a:ext cx="779775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GSRUU+CMSY10~25" panose="02000500000000000000"/>
                <a:cs typeface="TGSRU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pasteurization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unit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heats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batch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according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SHNMWT+CMR10" panose="02000500000000000000"/>
                <a:cs typeface="SHNMWT+CMR10" panose="02000500000000000000"/>
              </a:rPr>
              <a:t>recipe.</a:t>
            </a:r>
            <a:endParaRPr sz="2050" spc="20">
              <a:solidFill>
                <a:srgbClr val="000000"/>
              </a:solidFill>
              <a:latin typeface="SHNMWT+CMR10" panose="02000500000000000000"/>
              <a:cs typeface="SHNMWT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KJDEGG+CMR7" panose="02000500000000000000"/>
                <a:cs typeface="KJDEGG+CMR7" panose="02000500000000000000"/>
              </a:rPr>
              <a:t>46</a:t>
            </a:r>
            <a:endParaRPr sz="1450">
              <a:solidFill>
                <a:srgbClr val="000000"/>
              </a:solidFill>
              <a:latin typeface="KJDEGG+CMR7" panose="02000500000000000000"/>
              <a:cs typeface="KJDEGG+CMR7" panose="0200050000000000000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17773"/>
            <a:ext cx="7382554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1">
                <a:solidFill>
                  <a:srgbClr val="000000"/>
                </a:solidFill>
                <a:latin typeface="THJKQO+CMBX12~c" panose="02000500000000000000"/>
                <a:cs typeface="THJKQO+CMBX12~c" panose="02000500000000000000"/>
              </a:rPr>
              <a:t>Systems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THJKQO+CMBX12~c" panose="02000500000000000000"/>
                <a:cs typeface="THJKQO+CMBX12~c" panose="02000500000000000000"/>
              </a:rPr>
              <a:t>engineering</a:t>
            </a:r>
            <a:r>
              <a:rPr sz="250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THJKQO+CMBX12~c" panose="02000500000000000000"/>
                <a:cs typeface="THJKQO+CMBX12~c" panose="02000500000000000000"/>
              </a:rPr>
              <a:t>argument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THJKQO+CMBX12~c" panose="02000500000000000000"/>
                <a:cs typeface="THJKQO+CMBX12~c" panose="02000500000000000000"/>
              </a:rPr>
              <a:t>example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THJKQO+CMBX12~c" panose="02000500000000000000"/>
                <a:cs typeface="THJKQO+CMBX12~c" panose="02000500000000000000"/>
              </a:rPr>
              <a:t>3</a:t>
            </a:r>
            <a:endParaRPr sz="2500">
              <a:solidFill>
                <a:srgbClr val="000000"/>
              </a:solidFill>
              <a:latin typeface="THJKQO+CMBX12~c" panose="02000500000000000000"/>
              <a:cs typeface="THJKQ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3630" y="2373617"/>
            <a:ext cx="924365" cy="69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Clearing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88265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house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77983" y="2373617"/>
            <a:ext cx="983259" cy="69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Railway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0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company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2403" y="2479573"/>
            <a:ext cx="914362" cy="46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Traveler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45608" y="2479573"/>
            <a:ext cx="669214" cy="46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Bank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8531" y="3132975"/>
            <a:ext cx="1041894" cy="46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Traveler’s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97893" y="3221278"/>
            <a:ext cx="1228469" cy="923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215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Central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0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ticket selling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113030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computer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8945" y="3256597"/>
            <a:ext cx="1041894" cy="69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Traveler’s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205740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PDA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6004" y="3256597"/>
            <a:ext cx="885045" cy="69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6845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Rail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0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network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1602" y="3256597"/>
            <a:ext cx="1209005" cy="69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Conductor’s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289560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PDA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5237" y="3362550"/>
            <a:ext cx="708190" cy="69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smart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48895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card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03815" y="3362553"/>
            <a:ext cx="610177" cy="46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EEVUBK+Helvetica-Bold" panose="020B0704020202020204"/>
                <a:cs typeface="EEVUBK+Helvetica-Bold" panose="020B0704020202020204"/>
              </a:rPr>
              <a:t>ETS</a:t>
            </a:r>
            <a:endParaRPr sz="1400" b="1">
              <a:solidFill>
                <a:srgbClr val="000000"/>
              </a:solidFill>
              <a:latin typeface="EEVUBK+Helvetica-Bold" panose="020B0704020202020204"/>
              <a:cs typeface="EEVUBK+Helvetica-Bold" panose="020B07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87390" y="3362553"/>
            <a:ext cx="1081473" cy="46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Conductor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76207" y="4139577"/>
            <a:ext cx="2397842" cy="69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Tickets and</a:t>
            </a:r>
            <a:r>
              <a:rPr sz="1400" spc="127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 </a:t>
            </a: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Rail network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167005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stamps</a:t>
            </a:r>
            <a:r>
              <a:rPr sz="1400" spc="3549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 </a:t>
            </a: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database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0176" y="4139577"/>
            <a:ext cx="993347" cy="69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1925" marR="0">
              <a:lnSpc>
                <a:spcPts val="155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Bank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  <a:p>
            <a:pPr marL="0" marR="0">
              <a:lnSpc>
                <a:spcPts val="155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JHOAEE+Helvetica" panose="020B0604020202020204"/>
                <a:cs typeface="JHOAEE+Helvetica" panose="020B0604020202020204"/>
              </a:rPr>
              <a:t>database</a:t>
            </a:r>
            <a:endParaRPr sz="1400">
              <a:solidFill>
                <a:srgbClr val="000000"/>
              </a:solidFill>
              <a:latin typeface="JHOAEE+Helvetica" panose="020B0604020202020204"/>
              <a:cs typeface="JHOAEE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4580" y="4934177"/>
            <a:ext cx="7835439" cy="1324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UQOLK+CMSY10~25" panose="02000500000000000000"/>
                <a:cs typeface="DUQOL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ETS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allows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travelers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buy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tickets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through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their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PDA</a:t>
            </a:r>
            <a:endParaRPr sz="2050" spc="-16">
              <a:solidFill>
                <a:srgbClr val="000000"/>
              </a:solidFill>
              <a:latin typeface="SWSICA+CMR10" panose="02000500000000000000"/>
              <a:cs typeface="SWSICA+CMR10" panose="02000500000000000000"/>
            </a:endParaRPr>
          </a:p>
          <a:p>
            <a:pPr marL="0" marR="0">
              <a:lnSpc>
                <a:spcPts val="33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UQOLK+CMSY10~25" panose="02000500000000000000"/>
                <a:cs typeface="DUQOL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traveler’s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PDA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interfaces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ETS,</a:t>
            </a:r>
            <a:endParaRPr sz="2050" spc="10">
              <a:solidFill>
                <a:srgbClr val="000000"/>
              </a:solidFill>
              <a:latin typeface="SWSICA+CMR10" panose="02000500000000000000"/>
              <a:cs typeface="SWSICA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4567" y="5790668"/>
            <a:ext cx="645795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DUQOLK+CMSY10~25" panose="02000500000000000000"/>
                <a:cs typeface="DUQOLK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railway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company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reduces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operating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WSICA+CMR10" panose="02000500000000000000"/>
                <a:cs typeface="SWSICA+CMR10" panose="02000500000000000000"/>
              </a:rPr>
              <a:t>costs.</a:t>
            </a:r>
            <a:endParaRPr sz="2050">
              <a:solidFill>
                <a:srgbClr val="000000"/>
              </a:solidFill>
              <a:latin typeface="SWSICA+CMR10" panose="02000500000000000000"/>
              <a:cs typeface="SWSICA+CMR10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UOFKV+CMR7" panose="02000500000000000000"/>
                <a:cs typeface="VUOFKV+CMR7" panose="02000500000000000000"/>
              </a:rPr>
              <a:t>47</a:t>
            </a:r>
            <a:endParaRPr sz="1450">
              <a:solidFill>
                <a:srgbClr val="000000"/>
              </a:solidFill>
              <a:latin typeface="VUOFKV+CMR7" panose="02000500000000000000"/>
              <a:cs typeface="VUOFKV+CMR7" panose="0200050000000000000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97505"/>
            <a:ext cx="528461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JTRGUK+CMBX12~c" panose="02000500000000000000"/>
                <a:cs typeface="JTRGUK+CMBX12~c" panose="02000500000000000000"/>
              </a:rPr>
              <a:t>System</a:t>
            </a:r>
            <a:r>
              <a:rPr sz="2500" spc="2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JTRGUK+CMBX12~c" panose="02000500000000000000"/>
                <a:cs typeface="JTRGUK+CMBX12~c" panose="02000500000000000000"/>
              </a:rPr>
              <a:t>engineering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3">
                <a:solidFill>
                  <a:srgbClr val="000000"/>
                </a:solidFill>
                <a:latin typeface="JTRGUK+CMBX12~c" panose="02000500000000000000"/>
                <a:cs typeface="JTRGUK+CMBX12~c" panose="02000500000000000000"/>
              </a:rPr>
              <a:t>argument</a:t>
            </a:r>
            <a:endParaRPr sz="2500" spc="-23">
              <a:solidFill>
                <a:srgbClr val="000000"/>
              </a:solidFill>
              <a:latin typeface="JTRGUK+CMBX12~c" panose="02000500000000000000"/>
              <a:cs typeface="JTRGU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3821" y="2077463"/>
            <a:ext cx="1995857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Composite</a:t>
            </a:r>
            <a:r>
              <a:rPr sz="1600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 system</a:t>
            </a:r>
            <a:endParaRPr sz="1600">
              <a:solidFill>
                <a:srgbClr val="000000"/>
              </a:solidFill>
              <a:latin typeface="WSJNOG+Helvetica" panose="020B0604020202020204"/>
              <a:cs typeface="WSJNOG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4750" y="3105579"/>
            <a:ext cx="1607636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External entity</a:t>
            </a:r>
            <a:endParaRPr sz="1600">
              <a:solidFill>
                <a:srgbClr val="000000"/>
              </a:solidFill>
              <a:latin typeface="WSJNOG+Helvetica" panose="020B0604020202020204"/>
              <a:cs typeface="WSJNO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9375" y="3105579"/>
            <a:ext cx="704803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2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SuD</a:t>
            </a:r>
            <a:endParaRPr sz="1600" spc="12">
              <a:solidFill>
                <a:srgbClr val="000000"/>
              </a:solidFill>
              <a:latin typeface="WSJNOG+Helvetica" panose="020B0604020202020204"/>
              <a:cs typeface="WSJNO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3815" y="3105579"/>
            <a:ext cx="1607637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External entity</a:t>
            </a:r>
            <a:endParaRPr sz="1600">
              <a:solidFill>
                <a:srgbClr val="000000"/>
              </a:solidFill>
              <a:latin typeface="WSJNOG+Helvetica" panose="020B0604020202020204"/>
              <a:cs typeface="WSJNOG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0029" y="4019458"/>
            <a:ext cx="1493340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Subsystem</a:t>
            </a:r>
            <a:r>
              <a:rPr sz="1600" spc="12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1</a:t>
            </a:r>
            <a:endParaRPr sz="1600">
              <a:solidFill>
                <a:srgbClr val="000000"/>
              </a:solidFill>
              <a:latin typeface="WSJNOG+Helvetica" panose="020B0604020202020204"/>
              <a:cs typeface="WSJNOG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0153" y="4019458"/>
            <a:ext cx="1493341" cy="53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10"/>
              </a:lnSpc>
              <a:spcBef>
                <a:spcPct val="0"/>
              </a:spcBef>
              <a:spcAft>
                <a:spcPct val="0"/>
              </a:spcAft>
            </a:pPr>
            <a:r>
              <a:rPr sz="1600" spc="10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Subsystem</a:t>
            </a:r>
            <a:r>
              <a:rPr sz="1600" spc="12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 </a:t>
            </a:r>
            <a:r>
              <a:rPr sz="1600">
                <a:solidFill>
                  <a:srgbClr val="000000"/>
                </a:solidFill>
                <a:latin typeface="WSJNOG+Helvetica" panose="020B0604020202020204"/>
                <a:cs typeface="WSJNOG+Helvetica" panose="020B0604020202020204"/>
              </a:rPr>
              <a:t>n</a:t>
            </a:r>
            <a:endParaRPr sz="1600">
              <a:solidFill>
                <a:srgbClr val="000000"/>
              </a:solidFill>
              <a:latin typeface="WSJNOG+Helvetica" panose="020B0604020202020204"/>
              <a:cs typeface="WSJNOG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80" y="4697958"/>
            <a:ext cx="428203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MHQWN+CMSY10~25" panose="02000500000000000000"/>
                <a:cs typeface="BMHQW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satisﬁes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speciﬁcation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GEWBF+CMMI10" panose="02000500000000000000"/>
                <a:cs typeface="TGEWBF+CMMI10" panose="02000500000000000000"/>
              </a:rPr>
              <a:t>S</a:t>
            </a:r>
            <a:endParaRPr sz="2050">
              <a:solidFill>
                <a:srgbClr val="000000"/>
              </a:solidFill>
              <a:latin typeface="TGEWBF+CMMI10" panose="02000500000000000000"/>
              <a:cs typeface="TGEWBF+CMMI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77" y="5126203"/>
            <a:ext cx="567157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MHQWN+CMSY10~25" panose="02000500000000000000"/>
                <a:cs typeface="BMHQW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environment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satisﬁes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assumptions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GEWBF+CMMI10" panose="02000500000000000000"/>
                <a:cs typeface="TGEWBF+CMMI10" panose="02000500000000000000"/>
              </a:rPr>
              <a:t>A</a:t>
            </a:r>
            <a:endParaRPr sz="2050">
              <a:solidFill>
                <a:srgbClr val="000000"/>
              </a:solidFill>
              <a:latin typeface="TGEWBF+CMMI10" panose="02000500000000000000"/>
              <a:cs typeface="TGEWBF+CMMI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575" y="5554449"/>
            <a:ext cx="698528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MHQWN+CMSY10~25" panose="02000500000000000000"/>
                <a:cs typeface="BMHQWN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composite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system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emergent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properties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0">
                <a:solidFill>
                  <a:srgbClr val="000000"/>
                </a:solidFill>
                <a:latin typeface="TGEWBF+CMMI10" panose="02000500000000000000"/>
                <a:cs typeface="TGEWBF+CMMI10" panose="02000500000000000000"/>
              </a:rPr>
              <a:t>E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.</a:t>
            </a:r>
            <a:endParaRPr sz="2050">
              <a:solidFill>
                <a:srgbClr val="000000"/>
              </a:solidFill>
              <a:latin typeface="WNPGOU+CMR10" panose="02000500000000000000"/>
              <a:cs typeface="WNPGOU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4261" y="6072611"/>
            <a:ext cx="8417330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Emergent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properties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arise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interaction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component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systems.</a:t>
            </a:r>
            <a:endParaRPr sz="2050">
              <a:solidFill>
                <a:srgbClr val="000000"/>
              </a:solidFill>
              <a:latin typeface="WNPGOU+CMR10" panose="02000500000000000000"/>
              <a:cs typeface="WNPGOU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They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satisfy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SAIARR+CMTI10" panose="02000500000000000000"/>
                <a:cs typeface="SAIARR+CMTI10" panose="02000500000000000000"/>
              </a:rPr>
              <a:t>goals</a:t>
            </a:r>
            <a:r>
              <a:rPr sz="20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composite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NPGOU+CMR10" panose="02000500000000000000"/>
                <a:cs typeface="WNPGOU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WNPGOU+CMR10" panose="02000500000000000000"/>
              <a:cs typeface="WNPGOU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CCHVP+CMR7" panose="02000500000000000000"/>
                <a:cs typeface="VCCHVP+CMR7" panose="02000500000000000000"/>
              </a:rPr>
              <a:t>48</a:t>
            </a:r>
            <a:endParaRPr sz="1450">
              <a:solidFill>
                <a:srgbClr val="000000"/>
              </a:solidFill>
              <a:latin typeface="VCCHVP+CMR7" panose="02000500000000000000"/>
              <a:cs typeface="VCCHVP+CMR7" panose="0200050000000000000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08629"/>
            <a:ext cx="427089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VSINGA+CMBX12~c" panose="02000500000000000000"/>
                <a:cs typeface="VSINGA+CMBX12~c" panose="02000500000000000000"/>
              </a:rPr>
              <a:t>The</a:t>
            </a:r>
            <a:r>
              <a:rPr sz="2500" spc="3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SINGA+CMBX12~c" panose="02000500000000000000"/>
                <a:cs typeface="VSINGA+CMBX12~c" panose="02000500000000000000"/>
              </a:rPr>
              <a:t>role</a:t>
            </a:r>
            <a:r>
              <a:rPr sz="2500" spc="30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SINGA+CMBX12~c" panose="02000500000000000000"/>
                <a:cs typeface="VSINGA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VSINGA+CMBX12~c" panose="02000500000000000000"/>
                <a:cs typeface="VSINGA+CMBX12~c" panose="02000500000000000000"/>
              </a:rPr>
              <a:t>assumptions</a:t>
            </a:r>
            <a:endParaRPr sz="2500" spc="-11">
              <a:solidFill>
                <a:srgbClr val="000000"/>
              </a:solidFill>
              <a:latin typeface="VSINGA+CMBX12~c" panose="02000500000000000000"/>
              <a:cs typeface="VSING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110205"/>
            <a:ext cx="858798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DKUOP+CMSY10~25" panose="02000500000000000000"/>
                <a:cs typeface="PDKUO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assumptions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satisﬁed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environment,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composite</a:t>
            </a:r>
            <a:endParaRPr sz="2050" spc="16">
              <a:solidFill>
                <a:srgbClr val="000000"/>
              </a:solidFill>
              <a:latin typeface="LKWODR+CMR10" panose="02000500000000000000"/>
              <a:cs typeface="LKWOD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2" y="2480539"/>
            <a:ext cx="431991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goal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reached.</a:t>
            </a:r>
            <a:endParaRPr sz="2050">
              <a:solidFill>
                <a:srgbClr val="000000"/>
              </a:solidFill>
              <a:latin typeface="LKWODR+CMR10" panose="02000500000000000000"/>
              <a:cs typeface="LKWODR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273" y="3000223"/>
            <a:ext cx="6179613" cy="12285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DKUOP+CMSY10~25" panose="02000500000000000000"/>
                <a:cs typeface="PDKUOP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System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cannot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guarantee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assumptions.</a:t>
            </a:r>
            <a:endParaRPr sz="2050">
              <a:solidFill>
                <a:srgbClr val="000000"/>
              </a:solidFill>
              <a:latin typeface="LKWODR+CMR10" panose="02000500000000000000"/>
              <a:cs typeface="LKWODR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156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KWODR+CMR10" panose="02000500000000000000"/>
                <a:cs typeface="LKWODR+CMR10" panose="02000500000000000000"/>
              </a:rPr>
              <a:t>Examples:</a:t>
            </a:r>
            <a:endParaRPr sz="2050">
              <a:solidFill>
                <a:srgbClr val="000000"/>
              </a:solidFill>
              <a:latin typeface="LKWODR+CMR10" panose="02000500000000000000"/>
              <a:cs typeface="LKWODR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725" y="4076835"/>
            <a:ext cx="7462195" cy="1724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DHKAQA+CMSY9" panose="02000500000000000000"/>
                <a:cs typeface="DHKAQA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Heat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will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rise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when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“switch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on”</a:t>
            </a:r>
            <a:r>
              <a:rPr sz="18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2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sent</a:t>
            </a:r>
            <a:r>
              <a:rPr sz="18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to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heater.</a:t>
            </a:r>
            <a:endParaRPr sz="1850">
              <a:solidFill>
                <a:srgbClr val="000000"/>
              </a:solidFill>
              <a:latin typeface="LQQRMK+CMR9" panose="02000500000000000000"/>
              <a:cs typeface="LQQRMK+CMR9" panose="02000500000000000000"/>
            </a:endParaRPr>
          </a:p>
          <a:p>
            <a:pPr marL="252730" marR="0">
              <a:lnSpc>
                <a:spcPts val="1655"/>
              </a:lnSpc>
              <a:spcBef>
                <a:spcPts val="218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Assume</a:t>
            </a:r>
            <a:r>
              <a:rPr sz="16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3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laws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of</a:t>
            </a:r>
            <a:r>
              <a:rPr sz="16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thermodynamics</a:t>
            </a:r>
            <a:r>
              <a:rPr sz="16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and</a:t>
            </a:r>
            <a:r>
              <a:rPr sz="16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assume</a:t>
            </a:r>
            <a:r>
              <a:rPr sz="16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that</a:t>
            </a:r>
            <a:r>
              <a:rPr sz="16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devices</a:t>
            </a:r>
            <a:r>
              <a:rPr sz="16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2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work.</a:t>
            </a:r>
            <a:endParaRPr sz="1650" spc="-12">
              <a:solidFill>
                <a:srgbClr val="000000"/>
              </a:solidFill>
              <a:latin typeface="QEOLTN+CMR8" panose="02000500000000000000"/>
              <a:cs typeface="QEOLTN+CMR8" panose="02000500000000000000"/>
            </a:endParaRPr>
          </a:p>
          <a:p>
            <a:pPr marL="0" marR="0">
              <a:lnSpc>
                <a:spcPts val="3225"/>
              </a:lnSpc>
              <a:spcBef>
                <a:spcPts val="61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DHKAQA+CMSY9" panose="02000500000000000000"/>
                <a:cs typeface="DHKAQA+CMSY9" panose="02000500000000000000"/>
              </a:rPr>
              <a:t>•</a:t>
            </a:r>
            <a:r>
              <a:rPr sz="1850" spc="5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Ticket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is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stamped</a:t>
            </a:r>
            <a:r>
              <a:rPr sz="18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for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segment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the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current</a:t>
            </a:r>
            <a:r>
              <a:rPr sz="18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LQQRMK+CMR9" panose="02000500000000000000"/>
                <a:cs typeface="LQQRMK+CMR9" panose="02000500000000000000"/>
              </a:rPr>
              <a:t>route.</a:t>
            </a:r>
            <a:endParaRPr sz="1850">
              <a:solidFill>
                <a:srgbClr val="000000"/>
              </a:solidFill>
              <a:latin typeface="LQQRMK+CMR9" panose="02000500000000000000"/>
              <a:cs typeface="LQQRMK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5" y="5564409"/>
            <a:ext cx="8361387" cy="8656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55"/>
              </a:lnSpc>
              <a:spcBef>
                <a:spcPct val="0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Assume</a:t>
            </a:r>
            <a:r>
              <a:rPr sz="16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that</a:t>
            </a:r>
            <a:r>
              <a:rPr sz="16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the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conductor,</a:t>
            </a:r>
            <a:r>
              <a:rPr sz="16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4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traveler</a:t>
            </a:r>
            <a:r>
              <a:rPr sz="16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and</a:t>
            </a:r>
            <a:r>
              <a:rPr sz="16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smart</a:t>
            </a:r>
            <a:r>
              <a:rPr sz="16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card</a:t>
            </a:r>
            <a:r>
              <a:rPr sz="16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are</a:t>
            </a:r>
            <a:r>
              <a:rPr sz="16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physically</a:t>
            </a:r>
            <a:r>
              <a:rPr sz="16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located</a:t>
            </a:r>
            <a:endParaRPr sz="1650">
              <a:solidFill>
                <a:srgbClr val="000000"/>
              </a:solidFill>
              <a:latin typeface="QEOLTN+CMR8" panose="02000500000000000000"/>
              <a:cs typeface="QEOLTN+CMR8" panose="02000500000000000000"/>
            </a:endParaRPr>
          </a:p>
          <a:p>
            <a:pPr marL="0" marR="0">
              <a:lnSpc>
                <a:spcPts val="1655"/>
              </a:lnSpc>
              <a:spcBef>
                <a:spcPts val="985"/>
              </a:spcBef>
              <a:spcAft>
                <a:spcPct val="0"/>
              </a:spcAft>
            </a:pP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in</a:t>
            </a:r>
            <a:r>
              <a:rPr sz="16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the</a:t>
            </a:r>
            <a:r>
              <a:rPr sz="16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segment</a:t>
            </a:r>
            <a:r>
              <a:rPr sz="16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for</a:t>
            </a:r>
            <a:r>
              <a:rPr sz="16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which</a:t>
            </a:r>
            <a:r>
              <a:rPr sz="16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 spc="-19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ticket</a:t>
            </a:r>
            <a:r>
              <a:rPr sz="16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is</a:t>
            </a:r>
            <a:r>
              <a:rPr sz="16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50">
                <a:solidFill>
                  <a:srgbClr val="000000"/>
                </a:solidFill>
                <a:latin typeface="QEOLTN+CMR8" panose="02000500000000000000"/>
                <a:cs typeface="QEOLTN+CMR8" panose="02000500000000000000"/>
              </a:rPr>
              <a:t>stamped.</a:t>
            </a:r>
            <a:endParaRPr sz="1650">
              <a:solidFill>
                <a:srgbClr val="000000"/>
              </a:solidFill>
              <a:latin typeface="QEOLTN+CMR8" panose="02000500000000000000"/>
              <a:cs typeface="QEOLTN+CMR8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INRKQ+CMR7" panose="02000500000000000000"/>
                <a:cs typeface="GINRKQ+CMR7" panose="02000500000000000000"/>
              </a:rPr>
              <a:t>49</a:t>
            </a:r>
            <a:endParaRPr sz="1450">
              <a:solidFill>
                <a:srgbClr val="000000"/>
              </a:solidFill>
              <a:latin typeface="GINRKQ+CMR7" panose="02000500000000000000"/>
              <a:cs typeface="GINRKQ+CMR7" panose="0200050000000000000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032421"/>
            <a:ext cx="3249417" cy="1408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VEKFI+CMBX10" panose="02000500000000000000"/>
                <a:cs typeface="PVEKFI+CMBX10" panose="02000500000000000000"/>
              </a:rPr>
              <a:t>Kinds</a:t>
            </a:r>
            <a:r>
              <a:rPr sz="205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EKFI+CMBX10" panose="02000500000000000000"/>
                <a:cs typeface="PVEKFI+CMBX10" panose="02000500000000000000"/>
              </a:rPr>
              <a:t>of</a:t>
            </a:r>
            <a:r>
              <a:rPr sz="2050" spc="2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VEKFI+CMBX10" panose="02000500000000000000"/>
                <a:cs typeface="PVEKFI+CMBX10" panose="02000500000000000000"/>
              </a:rPr>
              <a:t>assumptions</a:t>
            </a:r>
            <a:endParaRPr sz="2050">
              <a:solidFill>
                <a:srgbClr val="000000"/>
              </a:solidFill>
              <a:latin typeface="PVEKFI+CMBX10" panose="02000500000000000000"/>
              <a:cs typeface="PVEKFI+CMBX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VWVOO+CMSY10~25" panose="02000500000000000000"/>
                <a:cs typeface="IVWV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laws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nature</a:t>
            </a:r>
            <a:endParaRPr sz="2050">
              <a:solidFill>
                <a:srgbClr val="000000"/>
              </a:solidFill>
              <a:latin typeface="MPTIPP+CMR10" panose="02000500000000000000"/>
              <a:cs typeface="MPTIPP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1" y="3062710"/>
            <a:ext cx="4834414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VWVOO+CMSY10~25" panose="02000500000000000000"/>
                <a:cs typeface="IVWV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speciﬁcations</a:t>
            </a:r>
            <a:r>
              <a:rPr sz="2050" spc="1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devices</a:t>
            </a:r>
            <a:endParaRPr sz="2050" spc="12">
              <a:solidFill>
                <a:srgbClr val="000000"/>
              </a:solidFill>
              <a:latin typeface="MPTIPP+CMR10" panose="02000500000000000000"/>
              <a:cs typeface="MPTIPP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VWVOO+CMSY10~25" panose="02000500000000000000"/>
                <a:cs typeface="IVWV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rules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people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(laws,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procedures)</a:t>
            </a:r>
            <a:endParaRPr sz="2050" spc="16">
              <a:solidFill>
                <a:srgbClr val="000000"/>
              </a:solidFill>
              <a:latin typeface="MPTIPP+CMR10" panose="02000500000000000000"/>
              <a:cs typeface="MPTIPP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4" y="4099034"/>
            <a:ext cx="819988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VWVOO+CMSY10~25" panose="02000500000000000000"/>
                <a:cs typeface="IVWVO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deﬁnitions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conceptual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structures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(e.g.</a:t>
            </a:r>
            <a:r>
              <a:rPr sz="2050" spc="3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meaning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stamps</a:t>
            </a:r>
            <a:endParaRPr sz="2050">
              <a:solidFill>
                <a:srgbClr val="000000"/>
              </a:solidFill>
              <a:latin typeface="MPTIPP+CMR10" panose="02000500000000000000"/>
              <a:cs typeface="MPTIPP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7" y="4470889"/>
            <a:ext cx="174089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tickets)</a:t>
            </a:r>
            <a:endParaRPr sz="2050">
              <a:solidFill>
                <a:srgbClr val="000000"/>
              </a:solidFill>
              <a:latin typeface="MPTIPP+CMR10" panose="02000500000000000000"/>
              <a:cs typeface="MPTIPP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65" y="4989051"/>
            <a:ext cx="8888881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Only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laws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nature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infallible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...</a:t>
            </a:r>
            <a:r>
              <a:rPr sz="2050" spc="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assume.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Many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assumptions</a:t>
            </a:r>
            <a:endParaRPr sz="2050">
              <a:solidFill>
                <a:srgbClr val="000000"/>
              </a:solidFill>
              <a:latin typeface="MPTIPP+CMR10" panose="02000500000000000000"/>
              <a:cs typeface="MPTIPP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1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subject</a:t>
            </a:r>
            <a:r>
              <a:rPr sz="20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domain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about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connection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MPTIPP+CMR10" panose="02000500000000000000"/>
                <a:cs typeface="MPTIPP+CMR10" panose="02000500000000000000"/>
              </a:rPr>
              <a:t>domain.</a:t>
            </a:r>
            <a:endParaRPr sz="2050">
              <a:solidFill>
                <a:srgbClr val="000000"/>
              </a:solidFill>
              <a:latin typeface="MPTIPP+CMR10" panose="02000500000000000000"/>
              <a:cs typeface="MPTIPP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EQJGF+CMR7" panose="02000500000000000000"/>
                <a:cs typeface="REQJGF+CMR7" panose="02000500000000000000"/>
              </a:rPr>
              <a:t>50</a:t>
            </a:r>
            <a:endParaRPr sz="1450">
              <a:solidFill>
                <a:srgbClr val="000000"/>
              </a:solidFill>
              <a:latin typeface="REQJGF+CMR7" panose="02000500000000000000"/>
              <a:cs typeface="REQJGF+CMR7" panose="0200050000000000000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133141"/>
            <a:ext cx="347254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AATLNJ+CMBX12~c" panose="02000500000000000000"/>
                <a:cs typeface="AATLNJ+CMBX12~c" panose="02000500000000000000"/>
              </a:rPr>
              <a:t>Kinds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AATLNJ+CMBX12~c" panose="02000500000000000000"/>
                <a:cs typeface="AATLNJ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AATLNJ+CMBX12~c" panose="02000500000000000000"/>
                <a:cs typeface="AATLNJ+CMBX12~c" panose="02000500000000000000"/>
              </a:rPr>
              <a:t>properties</a:t>
            </a:r>
            <a:endParaRPr sz="2500">
              <a:solidFill>
                <a:srgbClr val="000000"/>
              </a:solidFill>
              <a:latin typeface="AATLNJ+CMBX12~c" panose="02000500000000000000"/>
              <a:cs typeface="AATLNJ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8389" y="1631534"/>
            <a:ext cx="1053969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Quality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4040" y="1928546"/>
            <a:ext cx="12826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attributes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3441" y="1997091"/>
            <a:ext cx="4174994" cy="1055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661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Functional properties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Services</a:t>
            </a:r>
            <a:r>
              <a:rPr sz="1800" spc="597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Behavior</a:t>
            </a:r>
            <a:r>
              <a:rPr sz="1800" spc="496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67857" y="2225562"/>
            <a:ext cx="711156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etc.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29527" y="2545421"/>
            <a:ext cx="1358857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properties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2653" y="2773891"/>
            <a:ext cx="1434939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Composite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  <a:p>
            <a:pPr marL="3683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system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4393" y="3459303"/>
            <a:ext cx="1244510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Software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  <a:p>
            <a:pPr marL="1778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system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4079" y="4144714"/>
            <a:ext cx="1434828" cy="89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Software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subsystem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5696" y="4830125"/>
            <a:ext cx="1473315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Software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component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4394" y="5515532"/>
            <a:ext cx="1244510" cy="89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Software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  <a:p>
            <a:pPr marL="2921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object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9041" y="6223795"/>
            <a:ext cx="1854062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LFPSUE+Helvetica" panose="020B0604020202020204"/>
                <a:cs typeface="LFPSUE+Helvetica" panose="020B0604020202020204"/>
              </a:rPr>
              <a:t>Decomposition</a:t>
            </a:r>
            <a:endParaRPr sz="1800">
              <a:solidFill>
                <a:srgbClr val="000000"/>
              </a:solidFill>
              <a:latin typeface="LFPSUE+Helvetica" panose="020B0604020202020204"/>
              <a:cs typeface="LFPSUE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HQLSUG+CMR7" panose="02000500000000000000"/>
                <a:cs typeface="HQLSUG+CMR7" panose="02000500000000000000"/>
              </a:rPr>
              <a:t>51</a:t>
            </a:r>
            <a:endParaRPr sz="1450">
              <a:solidFill>
                <a:srgbClr val="000000"/>
              </a:solidFill>
              <a:latin typeface="HQLSUG+CMR7" panose="02000500000000000000"/>
              <a:cs typeface="HQLSUG+CMR7" panose="0200050000000000000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5482717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KANCUH+CMBX12~c" panose="02000500000000000000"/>
                <a:cs typeface="KANCUH+CMBX12~c" panose="02000500000000000000"/>
              </a:rPr>
              <a:t>Properties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KANCUH+CMBX12~c" panose="02000500000000000000"/>
                <a:cs typeface="KANCUH+CMBX12~c" panose="02000500000000000000"/>
              </a:rPr>
              <a:t>occur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KANCUH+CMBX12~c" panose="02000500000000000000"/>
                <a:cs typeface="KANCUH+CMBX12~c" panose="02000500000000000000"/>
              </a:rPr>
              <a:t>at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7">
                <a:solidFill>
                  <a:srgbClr val="000000"/>
                </a:solidFill>
                <a:latin typeface="KANCUH+CMBX12~c" panose="02000500000000000000"/>
                <a:cs typeface="KANCUH+CMBX12~c" panose="02000500000000000000"/>
              </a:rPr>
              <a:t>every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5">
                <a:solidFill>
                  <a:srgbClr val="000000"/>
                </a:solidFill>
                <a:latin typeface="KANCUH+CMBX12~c" panose="02000500000000000000"/>
                <a:cs typeface="KANCUH+CMBX12~c" panose="02000500000000000000"/>
              </a:rPr>
              <a:t>level</a:t>
            </a:r>
            <a:endParaRPr sz="2500" spc="-25">
              <a:solidFill>
                <a:srgbClr val="000000"/>
              </a:solidFill>
              <a:latin typeface="KANCUH+CMBX12~c" panose="02000500000000000000"/>
              <a:cs typeface="KANCU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4856" y="1466722"/>
            <a:ext cx="2552998" cy="7466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413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0" marR="0">
              <a:lnSpc>
                <a:spcPts val="117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Composite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8999" y="1763734"/>
            <a:ext cx="1930145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9002" y="1912239"/>
            <a:ext cx="1066467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system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8882" y="2609074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8592" y="2609079"/>
            <a:ext cx="2724268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685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2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SuD</a:t>
            </a:r>
            <a:r>
              <a:rPr sz="1800" spc="2158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78168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2174" y="2609075"/>
            <a:ext cx="1930145" cy="1192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8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0116" y="2757580"/>
            <a:ext cx="1181034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3418" y="2757580"/>
            <a:ext cx="1181034" cy="895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External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1460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entity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5826" y="3751431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2176" y="3751431"/>
            <a:ext cx="1218963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Services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7327" y="4037016"/>
            <a:ext cx="3490812" cy="906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Subsystem 1</a:t>
            </a:r>
            <a:r>
              <a:rPr sz="1800" spc="506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31410" y="4037019"/>
            <a:ext cx="723950" cy="59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......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03683" y="4037016"/>
            <a:ext cx="3490806" cy="906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Subsystem n</a:t>
            </a:r>
            <a:r>
              <a:rPr sz="1800" spc="506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Behavior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  <a:p>
            <a:pPr marL="1448435" marR="0">
              <a:lnSpc>
                <a:spcPts val="2010"/>
              </a:lnSpc>
              <a:spcBef>
                <a:spcPts val="42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OIBHKN+Helvetica" panose="020B0604020202020204"/>
                <a:cs typeface="OIBHKN+Helvetica" panose="020B0604020202020204"/>
              </a:rPr>
              <a:t>Communication</a:t>
            </a:r>
            <a:endParaRPr sz="1800">
              <a:solidFill>
                <a:srgbClr val="000000"/>
              </a:solidFill>
              <a:latin typeface="OIBHKN+Helvetica" panose="020B0604020202020204"/>
              <a:cs typeface="OIBHKN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4268" y="4938749"/>
            <a:ext cx="574862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Functional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appear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every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level.</a:t>
            </a:r>
            <a:endParaRPr sz="2050">
              <a:solidFill>
                <a:srgbClr val="000000"/>
              </a:solidFill>
              <a:latin typeface="CEIIER+CMR10" panose="02000500000000000000"/>
              <a:cs typeface="CEIIER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4556" y="5435575"/>
            <a:ext cx="7920580" cy="18903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WNABU+CMSY10~25" panose="02000500000000000000"/>
                <a:cs typeface="NWNAB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Service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Interaction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delivers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eﬀect.</a:t>
            </a:r>
            <a:endParaRPr sz="2050" spc="10">
              <a:solidFill>
                <a:srgbClr val="000000"/>
              </a:solidFill>
              <a:latin typeface="CEIIER+CMR10" panose="02000500000000000000"/>
              <a:cs typeface="CEIIE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32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WNABU+CMSY10~25" panose="02000500000000000000"/>
                <a:cs typeface="NWNAB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Behavior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Ordering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interactions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over</a:t>
            </a:r>
            <a:r>
              <a:rPr sz="2050" spc="2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time.</a:t>
            </a:r>
            <a:endParaRPr sz="2050">
              <a:solidFill>
                <a:srgbClr val="000000"/>
              </a:solidFill>
              <a:latin typeface="CEIIER+CMR10" panose="02000500000000000000"/>
              <a:cs typeface="CEIIER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32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WNABU+CMSY10~25" panose="02000500000000000000"/>
                <a:cs typeface="NWNABU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Communication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=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Symbol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ﬂow</a:t>
            </a:r>
            <a:r>
              <a:rPr sz="2050" spc="1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between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diﬀerent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EIIER+CMR10" panose="02000500000000000000"/>
                <a:cs typeface="CEIIER+CMR10" panose="02000500000000000000"/>
              </a:rPr>
              <a:t>entities.</a:t>
            </a:r>
            <a:endParaRPr sz="2050">
              <a:solidFill>
                <a:srgbClr val="000000"/>
              </a:solidFill>
              <a:latin typeface="CEIIER+CMR10" panose="02000500000000000000"/>
              <a:cs typeface="CEIIER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NMPHS+CMR7" panose="02000500000000000000"/>
                <a:cs typeface="JNMPHS+CMR7" panose="02000500000000000000"/>
              </a:rPr>
              <a:t>52</a:t>
            </a:r>
            <a:endParaRPr sz="1450">
              <a:solidFill>
                <a:srgbClr val="000000"/>
              </a:solidFill>
              <a:latin typeface="JNMPHS+CMR7" panose="02000500000000000000"/>
              <a:cs typeface="JNMPHS+CMR7" panose="0200050000000000000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507789"/>
            <a:ext cx="243459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QURNCJ+CMBX12~c" panose="02000500000000000000"/>
                <a:cs typeface="QURNCJ+CMBX12~c" panose="02000500000000000000"/>
              </a:rPr>
              <a:t>Terminology</a:t>
            </a:r>
            <a:endParaRPr sz="2500" spc="-31">
              <a:solidFill>
                <a:srgbClr val="000000"/>
              </a:solidFill>
              <a:latin typeface="QURNCJ+CMBX12~c" panose="02000500000000000000"/>
              <a:cs typeface="QURNCJ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3344645"/>
            <a:ext cx="5351611" cy="2452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With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respect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SuD,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we</a:t>
            </a:r>
            <a:r>
              <a:rPr sz="2050" spc="2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talk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about:</a:t>
            </a:r>
            <a:endParaRPr sz="2050" spc="21">
              <a:solidFill>
                <a:srgbClr val="000000"/>
              </a:solidFill>
              <a:latin typeface="DQBCAD+CMR10" panose="02000500000000000000"/>
              <a:cs typeface="DQBCAD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50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AHOQ+CMSY10~25" panose="02000500000000000000"/>
                <a:cs typeface="ABAHO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Requirement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prop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9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erty.</a:t>
            </a:r>
            <a:endParaRPr sz="2050" spc="-39">
              <a:solidFill>
                <a:srgbClr val="000000"/>
              </a:solidFill>
              <a:latin typeface="DQBCAD+CMR10" panose="02000500000000000000"/>
              <a:cs typeface="DQBCAD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AHOQ+CMSY10~25" panose="02000500000000000000"/>
                <a:cs typeface="ABAHO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Constraint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imposed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prop</a:t>
            </a:r>
            <a:r>
              <a:rPr sz="2050" spc="-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9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erty.</a:t>
            </a:r>
            <a:endParaRPr sz="2050" spc="-39">
              <a:solidFill>
                <a:srgbClr val="000000"/>
              </a:solidFill>
              <a:latin typeface="DQBCAD+CMR10" panose="02000500000000000000"/>
              <a:cs typeface="DQBCAD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ABAHOQ+CMSY10~25" panose="02000500000000000000"/>
                <a:cs typeface="ABAHO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3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Aspect</a:t>
            </a:r>
            <a:r>
              <a:rPr sz="2050" spc="1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group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DQBCAD+CMR10" panose="02000500000000000000"/>
                <a:cs typeface="DQBCAD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DQBCAD+CMR10" panose="02000500000000000000"/>
              <a:cs typeface="DQBCA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WJOSJ+CMR7" panose="02000500000000000000"/>
                <a:cs typeface="AWJOSJ+CMR7" panose="02000500000000000000"/>
              </a:rPr>
              <a:t>53</a:t>
            </a:r>
            <a:endParaRPr sz="1450">
              <a:solidFill>
                <a:srgbClr val="000000"/>
              </a:solidFill>
              <a:latin typeface="AWJOSJ+CMR7" panose="02000500000000000000"/>
              <a:cs typeface="AWJOSJ+CMR7" panose="0200050000000000000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99249"/>
            <a:ext cx="3771361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7">
                <a:solidFill>
                  <a:srgbClr val="000000"/>
                </a:solidFill>
                <a:latin typeface="HJVLHO+CMBX10" panose="02000500000000000000"/>
                <a:cs typeface="HJVLHO+CMBX10" panose="02000500000000000000"/>
              </a:rPr>
              <a:t>Operational</a:t>
            </a:r>
            <a:r>
              <a:rPr sz="2050" spc="2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HJVLHO+CMBX10" panose="02000500000000000000"/>
                <a:cs typeface="HJVLHO+CMBX10" panose="02000500000000000000"/>
              </a:rPr>
              <a:t>speciﬁcation</a:t>
            </a:r>
            <a:endParaRPr sz="2050" spc="14">
              <a:solidFill>
                <a:srgbClr val="000000"/>
              </a:solidFill>
              <a:latin typeface="HJVLHO+CMBX10" panose="02000500000000000000"/>
              <a:cs typeface="HJVLHO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5" y="2277847"/>
            <a:ext cx="8931389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Speciﬁcation</a:t>
            </a:r>
            <a:r>
              <a:rPr sz="2050" spc="1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set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of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reproducible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operations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ﬁnd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out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whether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a</a:t>
            </a:r>
            <a:endParaRPr sz="2050">
              <a:solidFill>
                <a:srgbClr val="000000"/>
              </a:solidFill>
              <a:latin typeface="WECIAM+CMR10" panose="02000500000000000000"/>
              <a:cs typeface="WECIA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property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present.</a:t>
            </a:r>
            <a:endParaRPr sz="2050">
              <a:solidFill>
                <a:srgbClr val="000000"/>
              </a:solidFill>
              <a:latin typeface="WECIAM+CMR10" panose="02000500000000000000"/>
              <a:cs typeface="WECIA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282" y="3134338"/>
            <a:ext cx="653573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Important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class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operational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specs</a:t>
            </a:r>
            <a:r>
              <a:rPr sz="20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has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form</a:t>
            </a:r>
            <a:endParaRPr sz="2050">
              <a:solidFill>
                <a:srgbClr val="000000"/>
              </a:solidFill>
              <a:latin typeface="WECIAM+CMR10" panose="02000500000000000000"/>
              <a:cs typeface="WECIA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603" y="3652500"/>
            <a:ext cx="3584280" cy="1933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ETMMA+CMSY10~25" panose="02000500000000000000"/>
                <a:cs typeface="TETMM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If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stimulus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WFNRG+CMMI10" panose="02000500000000000000"/>
                <a:cs typeface="JWFNRG+CMMI10" panose="02000500000000000000"/>
              </a:rPr>
              <a:t>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occurs</a:t>
            </a:r>
            <a:endParaRPr sz="2050" spc="22">
              <a:solidFill>
                <a:srgbClr val="000000"/>
              </a:solidFill>
              <a:latin typeface="WECIAM+CMR10" panose="02000500000000000000"/>
              <a:cs typeface="WECIAM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ETMMA+CMSY10~25" panose="02000500000000000000"/>
                <a:cs typeface="TETMM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state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WFNRG+CMMI10" panose="02000500000000000000"/>
                <a:cs typeface="JWFNRG+CMMI10" panose="02000500000000000000"/>
              </a:rPr>
              <a:t>C</a:t>
            </a:r>
            <a:endParaRPr sz="2050">
              <a:solidFill>
                <a:srgbClr val="000000"/>
              </a:solidFill>
              <a:latin typeface="JWFNRG+CMMI10" panose="02000500000000000000"/>
              <a:cs typeface="JWFNRG+CMMI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ETMMA+CMSY10~25" panose="02000500000000000000"/>
                <a:cs typeface="TETMM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then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produce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response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69">
                <a:solidFill>
                  <a:srgbClr val="000000"/>
                </a:solidFill>
                <a:latin typeface="JWFNRG+CMMI10" panose="02000500000000000000"/>
                <a:cs typeface="JWFNRG+CMMI10" panose="02000500000000000000"/>
              </a:rPr>
              <a:t>r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.</a:t>
            </a:r>
            <a:endParaRPr sz="2050">
              <a:solidFill>
                <a:srgbClr val="000000"/>
              </a:solidFill>
              <a:latin typeface="WECIAM+CMR10" panose="02000500000000000000"/>
              <a:cs typeface="WECIA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287" y="5208508"/>
            <a:ext cx="8676313" cy="1080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Also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called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Event-Condition-Action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(ECA)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rule.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Appears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state</a:t>
            </a:r>
            <a:endParaRPr sz="2050">
              <a:solidFill>
                <a:srgbClr val="000000"/>
              </a:solidFill>
              <a:latin typeface="WECIAM+CMR10" panose="02000500000000000000"/>
              <a:cs typeface="WECIA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3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transition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table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(see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chapter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ECIAM+CMR10" panose="02000500000000000000"/>
                <a:cs typeface="WECIAM+CMR10" panose="02000500000000000000"/>
              </a:rPr>
              <a:t>12).</a:t>
            </a:r>
            <a:endParaRPr sz="2050">
              <a:solidFill>
                <a:srgbClr val="000000"/>
              </a:solidFill>
              <a:latin typeface="WECIAM+CMR10" panose="02000500000000000000"/>
              <a:cs typeface="WECIAM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WTSPUJ+CMR7" panose="02000500000000000000"/>
                <a:cs typeface="WTSPUJ+CMR7" panose="02000500000000000000"/>
              </a:rPr>
              <a:t>54</a:t>
            </a:r>
            <a:endParaRPr sz="1450">
              <a:solidFill>
                <a:srgbClr val="000000"/>
              </a:solidFill>
              <a:latin typeface="WTSPUJ+CMR7" panose="02000500000000000000"/>
              <a:cs typeface="WTSPUJ+CMR7" panose="0200050000000000000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200061"/>
            <a:ext cx="1980050" cy="704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KCDJA+CMBX10" panose="02000500000000000000"/>
                <a:cs typeface="BKCDJA+CMBX10" panose="02000500000000000000"/>
              </a:rPr>
              <a:t>Main</a:t>
            </a:r>
            <a:r>
              <a:rPr sz="2050" spc="2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KCDJA+CMBX10" panose="02000500000000000000"/>
                <a:cs typeface="BKCDJA+CMBX10" panose="02000500000000000000"/>
              </a:rPr>
              <a:t>points</a:t>
            </a:r>
            <a:endParaRPr sz="2050">
              <a:solidFill>
                <a:srgbClr val="000000"/>
              </a:solidFill>
              <a:latin typeface="BKCDJA+CMBX10" panose="02000500000000000000"/>
              <a:cs typeface="BKCDJA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60" y="2713710"/>
            <a:ext cx="8306406" cy="2451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EDGCL+CMSY10~25" panose="02000500000000000000"/>
                <a:cs typeface="CEDGC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Systems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functional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quality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properties.</a:t>
            </a:r>
            <a:endParaRPr sz="2050" spc="15">
              <a:solidFill>
                <a:srgbClr val="000000"/>
              </a:solidFill>
              <a:latin typeface="UDQSMF+CMR10" panose="02000500000000000000"/>
              <a:cs typeface="UDQSMF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EDGCL+CMSY10~25" panose="02000500000000000000"/>
                <a:cs typeface="CEDGC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Functional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services,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behavior,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communication.</a:t>
            </a:r>
            <a:endParaRPr sz="2050">
              <a:solidFill>
                <a:srgbClr val="000000"/>
              </a:solidFill>
              <a:latin typeface="UDQSMF+CMR10" panose="02000500000000000000"/>
              <a:cs typeface="UDQSMF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EDGCL+CMSY10~25" panose="02000500000000000000"/>
                <a:cs typeface="CEDGC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reappear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at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every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level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aggregation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hierarchy.</a:t>
            </a:r>
            <a:endParaRPr sz="2050" spc="-21">
              <a:solidFill>
                <a:srgbClr val="000000"/>
              </a:solidFill>
              <a:latin typeface="UDQSMF+CMR10" panose="02000500000000000000"/>
              <a:cs typeface="UDQSMF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EDGCL+CMSY10~25" panose="02000500000000000000"/>
                <a:cs typeface="CEDGC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(There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are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really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three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aggregation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hierarchies.)</a:t>
            </a:r>
            <a:endParaRPr sz="2050">
              <a:solidFill>
                <a:srgbClr val="000000"/>
              </a:solidFill>
              <a:latin typeface="UDQSMF+CMR10" panose="02000500000000000000"/>
              <a:cs typeface="UDQSMF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50" y="4786358"/>
            <a:ext cx="868906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EDGCL+CMSY10~25" panose="02000500000000000000"/>
                <a:cs typeface="CEDGC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needs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external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entities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jointly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produce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emergent</a:t>
            </a:r>
            <a:endParaRPr sz="2050">
              <a:solidFill>
                <a:srgbClr val="000000"/>
              </a:solidFill>
              <a:latin typeface="UDQSMF+CMR10" panose="02000500000000000000"/>
              <a:cs typeface="UDQSMF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671" y="5158213"/>
            <a:ext cx="826995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6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composite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system.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System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engineering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UDQSMF+CMR10" panose="02000500000000000000"/>
                <a:cs typeface="UDQSMF+CMR10" panose="02000500000000000000"/>
              </a:rPr>
              <a:t>argument.</a:t>
            </a:r>
            <a:endParaRPr sz="2050">
              <a:solidFill>
                <a:srgbClr val="000000"/>
              </a:solidFill>
              <a:latin typeface="UDQSMF+CMR10" panose="02000500000000000000"/>
              <a:cs typeface="UDQSMF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VARJDH+CMR7" panose="02000500000000000000"/>
                <a:cs typeface="VARJDH+CMR7" panose="02000500000000000000"/>
              </a:rPr>
              <a:t>55</a:t>
            </a:r>
            <a:endParaRPr sz="1450">
              <a:solidFill>
                <a:srgbClr val="000000"/>
              </a:solidFill>
              <a:latin typeface="VARJDH+CMR7" panose="02000500000000000000"/>
              <a:cs typeface="VARJDH+CMR7" panose="0200050000000000000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44141" y="1530905"/>
            <a:ext cx="7782974" cy="1224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3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Chapters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5–7.</a:t>
            </a:r>
            <a:r>
              <a:rPr sz="2500" spc="6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Mission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Statement,</a:t>
            </a:r>
            <a:r>
              <a:rPr sz="2500" spc="3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0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Function</a:t>
            </a:r>
            <a:endParaRPr sz="2500" spc="-40">
              <a:solidFill>
                <a:srgbClr val="000000"/>
              </a:solidFill>
              <a:latin typeface="VPNNRL+CMBX12~c" panose="02000500000000000000"/>
              <a:cs typeface="VPNNRL+CMBX12~c" panose="02000500000000000000"/>
            </a:endParaRPr>
          </a:p>
          <a:p>
            <a:pPr marL="492125" marR="0">
              <a:lnSpc>
                <a:spcPts val="2480"/>
              </a:lnSpc>
              <a:spcBef>
                <a:spcPts val="925"/>
              </a:spcBef>
              <a:spcAft>
                <a:spcPct val="0"/>
              </a:spcAft>
            </a:pPr>
            <a:r>
              <a:rPr sz="2500" spc="-24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Reﬁnement</a:t>
            </a:r>
            <a:r>
              <a:rPr sz="2500" spc="3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54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Tree,</a:t>
            </a:r>
            <a:r>
              <a:rPr sz="2500" spc="3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Service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VPNNRL+CMBX12~c" panose="02000500000000000000"/>
                <a:cs typeface="VPNNRL+CMBX12~c" panose="02000500000000000000"/>
              </a:rPr>
              <a:t>Description</a:t>
            </a:r>
            <a:endParaRPr sz="2500" spc="-11">
              <a:solidFill>
                <a:srgbClr val="000000"/>
              </a:solidFill>
              <a:latin typeface="VPNNRL+CMBX12~c" panose="02000500000000000000"/>
              <a:cs typeface="VPNNRL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463773"/>
            <a:ext cx="8208922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BVMHJ+CMSY10~25" panose="02000500000000000000"/>
                <a:cs typeface="KBVMH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5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We</a:t>
            </a:r>
            <a:r>
              <a:rPr sz="2050" spc="3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describe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utility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by</a:t>
            </a:r>
            <a:endParaRPr sz="2050" spc="-47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713" y="2835631"/>
            <a:ext cx="584592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describing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its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functions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for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5" y="3353793"/>
            <a:ext cx="8657037" cy="1454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BVMHJ+CMSY10~25" panose="02000500000000000000"/>
                <a:cs typeface="KBVMHJ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But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function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component;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program;</a:t>
            </a:r>
            <a:r>
              <a:rPr sz="2050" spc="1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is</a:t>
            </a:r>
            <a:endParaRPr sz="2050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part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program.</a:t>
            </a:r>
            <a:r>
              <a:rPr sz="2050" spc="4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It</a:t>
            </a:r>
            <a:r>
              <a:rPr sz="20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added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value,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utility,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3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SuD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for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its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657" y="4542515"/>
            <a:ext cx="8176701" cy="204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09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UHPAD+CMBX10" panose="02000500000000000000"/>
                <a:cs typeface="TUHPA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“The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function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coﬀee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machine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brew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coﬀee.”</a:t>
            </a:r>
            <a:endParaRPr sz="2050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  <a:p>
            <a:pPr marL="8509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UHPAD+CMBX10" panose="02000500000000000000"/>
                <a:cs typeface="TUHPA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“The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added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value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coﬀee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machine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brew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coﬀee.”</a:t>
            </a:r>
            <a:endParaRPr sz="2050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  <a:p>
            <a:pPr marL="8509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UHPAD+CMBX10" panose="02000500000000000000"/>
                <a:cs typeface="TUHPAD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“The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utility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this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coﬀee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machine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brew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coﬀee.”</a:t>
            </a:r>
            <a:endParaRPr sz="2050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course,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these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three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sentences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mean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same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PQHAEM+CMR10" panose="02000500000000000000"/>
                <a:cs typeface="PQHAEM+CMR10" panose="02000500000000000000"/>
              </a:rPr>
              <a:t>thing.</a:t>
            </a:r>
            <a:endParaRPr sz="2050">
              <a:solidFill>
                <a:srgbClr val="000000"/>
              </a:solidFill>
              <a:latin typeface="PQHAEM+CMR10" panose="02000500000000000000"/>
              <a:cs typeface="PQHAEM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IBMIEA+CMR7" panose="02000500000000000000"/>
                <a:cs typeface="IBMIEA+CMR7" panose="02000500000000000000"/>
              </a:rPr>
              <a:t>56</a:t>
            </a:r>
            <a:endParaRPr sz="1450">
              <a:solidFill>
                <a:srgbClr val="000000"/>
              </a:solidFill>
              <a:latin typeface="IBMIEA+CMR7" panose="02000500000000000000"/>
              <a:cs typeface="IBMIEA+CMR7" panose="0200050000000000000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4268" y="1506521"/>
            <a:ext cx="874795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FGENHR+CMBX12~c" panose="02000500000000000000"/>
                <a:cs typeface="FGENHR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GENHR+CMBX12~c" panose="02000500000000000000"/>
                <a:cs typeface="FGENHR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GENHR+CMBX12~c" panose="02000500000000000000"/>
                <a:cs typeface="FGENHR+CMBX12~c" panose="02000500000000000000"/>
              </a:rPr>
              <a:t>Goal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FGENHR+CMBX12~c" panose="02000500000000000000"/>
                <a:cs typeface="FGENHR+CMBX12~c" panose="02000500000000000000"/>
              </a:rPr>
              <a:t>tree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FGENHR+CMBX12~c" panose="02000500000000000000"/>
                <a:cs typeface="FGENHR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FGENHR+CMBX12~c" panose="02000500000000000000"/>
                <a:cs typeface="FGENHR+CMBX12~c" panose="02000500000000000000"/>
              </a:rPr>
              <a:t>the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FGENHR+CMBX12~c" panose="02000500000000000000"/>
                <a:cs typeface="FGENHR+CMBX12~c" panose="02000500000000000000"/>
              </a:rPr>
              <a:t>training</a:t>
            </a:r>
            <a:r>
              <a:rPr sz="250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FGENHR+CMBX12~c" panose="02000500000000000000"/>
                <a:cs typeface="FGENHR+CMBX12~c" panose="02000500000000000000"/>
              </a:rPr>
              <a:t>department</a:t>
            </a:r>
            <a:endParaRPr sz="2500" spc="-21">
              <a:solidFill>
                <a:srgbClr val="000000"/>
              </a:solidFill>
              <a:latin typeface="FGENHR+CMBX12~c" panose="02000500000000000000"/>
              <a:cs typeface="FGENHR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1889" y="2485142"/>
            <a:ext cx="516608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More efficient and effective management of introductory courses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443" y="2993804"/>
            <a:ext cx="1501617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Faster handling of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0390" y="2993804"/>
            <a:ext cx="1431578" cy="642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Less unexpected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  <a:p>
            <a:pPr marL="19304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participants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6254" y="2993804"/>
            <a:ext cx="3157447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Faster handling of</a:t>
            </a:r>
            <a:r>
              <a:rPr sz="1250" spc="1515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Better information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6853" y="2993803"/>
            <a:ext cx="148398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Better information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0390" y="3221826"/>
            <a:ext cx="1729753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expected participants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4429" y="3221826"/>
            <a:ext cx="5371473" cy="414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unexpected participants</a:t>
            </a:r>
            <a:r>
              <a:rPr sz="1250" spc="1615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to speakers</a:t>
            </a:r>
            <a:r>
              <a:rPr sz="1250" spc="1443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to personnel department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47282" y="3660328"/>
            <a:ext cx="777920" cy="642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Ad−hoc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  <a:p>
            <a:pPr marL="50165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badge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19945" y="3695410"/>
            <a:ext cx="786630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On−line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8999" y="3695408"/>
            <a:ext cx="777920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Ad−hoc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99720" y="3695409"/>
            <a:ext cx="738378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Upload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6110" y="3730491"/>
            <a:ext cx="940175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Download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6945" y="3783109"/>
            <a:ext cx="799734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Prepare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4839" y="3783108"/>
            <a:ext cx="602330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Self−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03761" y="3923429"/>
            <a:ext cx="1992184" cy="414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registration</a:t>
            </a:r>
            <a:r>
              <a:rPr sz="1250" i="1" spc="1204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 </a:t>
            </a: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list printing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48719" y="3923429"/>
            <a:ext cx="1440261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participation data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4728" y="3958512"/>
            <a:ext cx="1562738" cy="8705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5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latest information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  <a:p>
            <a:pPr marL="13589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from personnel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  <a:p>
            <a:pPr marL="0" marR="0">
              <a:lnSpc>
                <a:spcPts val="1390"/>
              </a:lnSpc>
              <a:spcBef>
                <a:spcPts val="405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information system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66945" y="4011131"/>
            <a:ext cx="1698526" cy="4144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material</a:t>
            </a:r>
            <a:r>
              <a:rPr sz="1250" spc="585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registration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80275" y="4116371"/>
            <a:ext cx="755875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printing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80883" y="4397015"/>
            <a:ext cx="799734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Allocate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80883" y="4625038"/>
            <a:ext cx="1045389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participants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33503" y="4958298"/>
            <a:ext cx="1124356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 i="1">
                <a:solidFill>
                  <a:srgbClr val="000000"/>
                </a:solidFill>
                <a:latin typeface="FJPHPD+Helvetica-Oblique" panose="020B0604020202090204"/>
                <a:cs typeface="FJPHPD+Helvetica-Oblique" panose="020B0604020202090204"/>
              </a:rPr>
              <a:t>Print badges</a:t>
            </a:r>
            <a:endParaRPr sz="1250" i="1">
              <a:solidFill>
                <a:srgbClr val="000000"/>
              </a:solidFill>
              <a:latin typeface="FJPHPD+Helvetica-Oblique" panose="020B0604020202090204"/>
              <a:cs typeface="FJPHPD+Helvetica-Oblique" panose="020B060402020209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28263" y="5309101"/>
            <a:ext cx="1282059" cy="41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0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RPPCLG+Helvetica" panose="020B0604020202020204"/>
                <a:cs typeface="RPPCLG+Helvetica" panose="020B0604020202020204"/>
              </a:rPr>
              <a:t>Other activities</a:t>
            </a:r>
            <a:endParaRPr sz="1250">
              <a:solidFill>
                <a:srgbClr val="000000"/>
              </a:solidFill>
              <a:latin typeface="RPPCLG+Helvetica" panose="020B0604020202020204"/>
              <a:cs typeface="RPPCLG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44268" y="5935446"/>
            <a:ext cx="533456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GDTLKT+CMR10" panose="02000500000000000000"/>
                <a:cs typeface="GDTLKT+CMR10" panose="02000500000000000000"/>
              </a:rPr>
              <a:t>TIS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DTLKT+CMR10" panose="02000500000000000000"/>
                <a:cs typeface="GDTLKT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DTLKT+CMR10" panose="02000500000000000000"/>
                <a:cs typeface="GDTLKT+CMR10" panose="02000500000000000000"/>
              </a:rPr>
              <a:t>contribute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DTLKT+CMR10" panose="02000500000000000000"/>
                <a:cs typeface="GDTLKT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DTLKT+CMR10" panose="02000500000000000000"/>
                <a:cs typeface="GDTLKT+CMR10" panose="02000500000000000000"/>
              </a:rPr>
              <a:t>goals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DTLKT+CMR10" panose="02000500000000000000"/>
                <a:cs typeface="GDTLKT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DTLKT+CMR10" panose="02000500000000000000"/>
                <a:cs typeface="GDTLKT+CMR10" panose="02000500000000000000"/>
              </a:rPr>
              <a:t>italics.</a:t>
            </a:r>
            <a:endParaRPr sz="2050">
              <a:solidFill>
                <a:srgbClr val="000000"/>
              </a:solidFill>
              <a:latin typeface="GDTLKT+CMR10" panose="02000500000000000000"/>
              <a:cs typeface="GDTLKT+CMR10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AURTK+CMR7" panose="02000500000000000000"/>
                <a:cs typeface="JAURTK+CMR7" panose="02000500000000000000"/>
              </a:rPr>
              <a:t>57</a:t>
            </a:r>
            <a:endParaRPr sz="1450">
              <a:solidFill>
                <a:srgbClr val="000000"/>
              </a:solidFill>
              <a:latin typeface="JAURTK+CMR7" panose="02000500000000000000"/>
              <a:cs typeface="JAURTK+CMR7" panose="0200050000000000000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4802748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RETELC+CMBX12~c" panose="02000500000000000000"/>
                <a:cs typeface="RETELC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RETELC+CMBX12~c" panose="02000500000000000000"/>
                <a:cs typeface="RETELC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RETELC+CMBX12~c" panose="02000500000000000000"/>
                <a:cs typeface="RETELC+CMBX12~c" panose="02000500000000000000"/>
              </a:rPr>
              <a:t>Mission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RETELC+CMBX12~c" panose="02000500000000000000"/>
                <a:cs typeface="RETELC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RETELC+CMBX12~c" panose="02000500000000000000"/>
                <a:cs typeface="RETELC+CMBX12~c" panose="02000500000000000000"/>
              </a:rPr>
              <a:t>TIS</a:t>
            </a:r>
            <a:endParaRPr sz="2500">
              <a:solidFill>
                <a:srgbClr val="000000"/>
              </a:solidFill>
              <a:latin typeface="RETELC+CMBX12~c" panose="02000500000000000000"/>
              <a:cs typeface="RETELC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2215" y="1682631"/>
            <a:ext cx="4861268" cy="1184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BEEWK+CMSY9" panose="02000500000000000000"/>
                <a:cs typeface="WBEEWK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Name:</a:t>
            </a:r>
            <a:r>
              <a:rPr sz="1850" spc="3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8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Training</a:t>
            </a:r>
            <a:r>
              <a:rPr sz="18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Information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System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  <a:p>
            <a:pPr marL="0" marR="0">
              <a:lnSpc>
                <a:spcPts val="3225"/>
              </a:lnSpc>
              <a:spcBef>
                <a:spcPts val="14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BEEWK+CMSY9" panose="02000500000000000000"/>
                <a:cs typeface="WBEEWK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Acronym:</a:t>
            </a:r>
            <a:r>
              <a:rPr sz="1850" spc="3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TIS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2218" y="2526926"/>
            <a:ext cx="7783415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BEEWK+CMSY9" panose="02000500000000000000"/>
                <a:cs typeface="WBEEWK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Purpose:</a:t>
            </a:r>
            <a:r>
              <a:rPr sz="1850" spc="44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9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To</a:t>
            </a:r>
            <a:r>
              <a:rPr sz="1850" spc="3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support</a:t>
            </a:r>
            <a:r>
              <a:rPr sz="18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the</a:t>
            </a:r>
            <a:r>
              <a:rPr sz="1850" spc="2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management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of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monthly</a:t>
            </a:r>
            <a:r>
              <a:rPr sz="1850" spc="2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introduc-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3683" y="2873156"/>
            <a:ext cx="2614126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tory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training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courses.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2222" y="3288926"/>
            <a:ext cx="2585384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BEEWK+CMSY9" panose="02000500000000000000"/>
                <a:cs typeface="WBEEWK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Responsibilities:</a:t>
            </a:r>
            <a:endParaRPr sz="1850">
              <a:solidFill>
                <a:srgbClr val="000000"/>
              </a:solidFill>
              <a:latin typeface="VNLMAN+CMBX9" panose="02000500000000000000"/>
              <a:cs typeface="VNLMAN+CMBX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1219" y="3676305"/>
            <a:ext cx="7382179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9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To</a:t>
            </a:r>
            <a:r>
              <a:rPr sz="1850" spc="2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support</a:t>
            </a:r>
            <a:r>
              <a:rPr sz="1850" spc="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course</a:t>
            </a:r>
            <a:r>
              <a:rPr sz="1850" spc="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preparation,</a:t>
            </a:r>
            <a:r>
              <a:rPr sz="1850" spc="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including</a:t>
            </a:r>
            <a:r>
              <a:rPr sz="1850" spc="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allocation</a:t>
            </a:r>
            <a:r>
              <a:rPr sz="1850" spc="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of</a:t>
            </a:r>
            <a:r>
              <a:rPr sz="1850" spc="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par-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0962" y="4017681"/>
            <a:ext cx="4809403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ticipants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to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groups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and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printing</a:t>
            </a:r>
            <a:r>
              <a:rPr sz="1850" spc="2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badges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1213" y="4398683"/>
            <a:ext cx="6664415" cy="969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9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To</a:t>
            </a:r>
            <a:r>
              <a:rPr sz="185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support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course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handling</a:t>
            </a:r>
            <a:r>
              <a:rPr sz="1850" spc="2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(unexpected,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absentees)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114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9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To</a:t>
            </a:r>
            <a:r>
              <a:rPr sz="185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support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course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wrap-up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2215" y="5195455"/>
            <a:ext cx="1962062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WBEEWK+CMSY9" panose="02000500000000000000"/>
                <a:cs typeface="WBEEWK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Exclusions:</a:t>
            </a:r>
            <a:endParaRPr sz="1850">
              <a:solidFill>
                <a:srgbClr val="000000"/>
              </a:solidFill>
              <a:latin typeface="VNLMAN+CMBX9" panose="02000500000000000000"/>
              <a:cs typeface="VNLMAN+CMBX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1212" y="5582833"/>
            <a:ext cx="6145635" cy="135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Data</a:t>
            </a:r>
            <a:r>
              <a:rPr sz="18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of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unexpected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participants</a:t>
            </a:r>
            <a:r>
              <a:rPr sz="18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is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not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6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checked.</a:t>
            </a:r>
            <a:endParaRPr sz="1850" spc="-16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110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No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support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for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allocation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speakers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to</a:t>
            </a:r>
            <a:r>
              <a:rPr sz="18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groups.</a:t>
            </a:r>
            <a:endParaRPr sz="1850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  <a:p>
            <a:pPr marL="0" marR="0">
              <a:lnSpc>
                <a:spcPts val="1860"/>
              </a:lnSpc>
              <a:spcBef>
                <a:spcPts val="114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VNLMAN+CMBX9" panose="02000500000000000000"/>
                <a:cs typeface="VNLMAN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No</a:t>
            </a:r>
            <a:r>
              <a:rPr sz="18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support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for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allocation</a:t>
            </a:r>
            <a:r>
              <a:rPr sz="18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groups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to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7">
                <a:solidFill>
                  <a:srgbClr val="000000"/>
                </a:solidFill>
                <a:latin typeface="JAOUSQ+CMR9" panose="02000500000000000000"/>
                <a:cs typeface="JAOUSQ+CMR9" panose="02000500000000000000"/>
              </a:rPr>
              <a:t>rooms.</a:t>
            </a:r>
            <a:endParaRPr sz="1850" spc="17">
              <a:solidFill>
                <a:srgbClr val="000000"/>
              </a:solidFill>
              <a:latin typeface="JAOUSQ+CMR9" panose="02000500000000000000"/>
              <a:cs typeface="JAOUSQ+CMR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NLSSRE+CMR7" panose="02000500000000000000"/>
                <a:cs typeface="NLSSRE+CMR7" panose="02000500000000000000"/>
              </a:rPr>
              <a:t>58</a:t>
            </a:r>
            <a:endParaRPr sz="1450">
              <a:solidFill>
                <a:srgbClr val="000000"/>
              </a:solidFill>
              <a:latin typeface="NLSSRE+CMR7" panose="02000500000000000000"/>
              <a:cs typeface="NLSSRE+CMR7" panose="0200050000000000000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4268" y="2387393"/>
            <a:ext cx="785218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NDIUOU+CMBX12~c" panose="02000500000000000000"/>
                <a:cs typeface="NDIUOU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DIUOU+CMBX12~c" panose="02000500000000000000"/>
                <a:cs typeface="NDIUOU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0">
                <a:solidFill>
                  <a:srgbClr val="000000"/>
                </a:solidFill>
                <a:latin typeface="NDIUOU+CMBX12~c" panose="02000500000000000000"/>
                <a:cs typeface="NDIUOU+CMBX12~c" panose="02000500000000000000"/>
              </a:rPr>
              <a:t>Function</a:t>
            </a:r>
            <a:r>
              <a:rPr sz="250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NDIUOU+CMBX12~c" panose="02000500000000000000"/>
                <a:cs typeface="NDIUOU+CMBX12~c" panose="02000500000000000000"/>
              </a:rPr>
              <a:t>reﬁnement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NDIUOU+CMBX12~c" panose="02000500000000000000"/>
                <a:cs typeface="NDIUOU+CMBX12~c" panose="02000500000000000000"/>
              </a:rPr>
              <a:t>tree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NDIUOU+CMBX12~c" panose="02000500000000000000"/>
                <a:cs typeface="NDIUOU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NDIUOU+CMBX12~c" panose="02000500000000000000"/>
                <a:cs typeface="NDIUOU+CMBX12~c" panose="02000500000000000000"/>
              </a:rPr>
              <a:t>TIS</a:t>
            </a:r>
            <a:endParaRPr sz="2500">
              <a:solidFill>
                <a:srgbClr val="000000"/>
              </a:solidFill>
              <a:latin typeface="NDIUOU+CMBX12~c" panose="02000500000000000000"/>
              <a:cs typeface="NDIUOU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1112" y="3387092"/>
            <a:ext cx="4655389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Support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the coordination </a:t>
            </a: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of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introductory training</a:t>
            </a:r>
            <a:r>
              <a:rPr sz="1250" spc="361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courses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2988" y="3888393"/>
            <a:ext cx="1097925" cy="650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Registration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  <a:p>
            <a:pPr marL="0" marR="0">
              <a:lnSpc>
                <a:spcPts val="1415"/>
              </a:lnSpc>
              <a:spcBef>
                <a:spcPts val="46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support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9656" y="3888393"/>
            <a:ext cx="1424738" cy="650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Course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</a:t>
            </a: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wrap−up</a:t>
            </a:r>
            <a:endParaRPr sz="1250" spc="1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  <a:p>
            <a:pPr marL="0" marR="0">
              <a:lnSpc>
                <a:spcPts val="1415"/>
              </a:lnSpc>
              <a:spcBef>
                <a:spcPts val="46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support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0142" y="3924201"/>
            <a:ext cx="2255487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Course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preparation support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3801" y="4604548"/>
            <a:ext cx="3397459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Download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list</a:t>
            </a:r>
            <a:r>
              <a:rPr sz="1250" spc="285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Allocate joiners</a:t>
            </a:r>
            <a:r>
              <a:rPr sz="1250" spc="216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Print list </a:t>
            </a: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of</a:t>
            </a:r>
            <a:endParaRPr sz="1250" spc="1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7623" y="4604545"/>
            <a:ext cx="569440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Print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1668" y="4604548"/>
            <a:ext cx="838128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Register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0739" y="4604548"/>
            <a:ext cx="838128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Register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32872" y="4604547"/>
            <a:ext cx="748749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Upload</a:t>
            </a:r>
            <a:endParaRPr sz="1250" spc="1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3801" y="4837296"/>
            <a:ext cx="936640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of</a:t>
            </a:r>
            <a:r>
              <a:rPr sz="1250" spc="353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joiners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2224" y="4837296"/>
            <a:ext cx="909891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to</a:t>
            </a: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</a:t>
            </a: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groups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5968" y="4837293"/>
            <a:ext cx="3161105" cy="6508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group </a:t>
            </a:r>
            <a:r>
              <a:rPr sz="1250" spc="11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members</a:t>
            </a:r>
            <a:r>
              <a:rPr sz="1250" spc="71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</a:t>
            </a: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badges</a:t>
            </a:r>
            <a:r>
              <a:rPr sz="1250" spc="127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 </a:t>
            </a:r>
            <a:r>
              <a:rPr sz="1250" spc="1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unexpected</a:t>
            </a:r>
            <a:endParaRPr sz="1250" spc="1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  <a:p>
            <a:pPr marL="1915795" marR="0">
              <a:lnSpc>
                <a:spcPts val="1415"/>
              </a:lnSpc>
              <a:spcBef>
                <a:spcPts val="46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participant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40739" y="4837296"/>
            <a:ext cx="901149" cy="418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absentee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32872" y="4837294"/>
            <a:ext cx="1106973" cy="650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5"/>
              </a:lnSpc>
              <a:spcBef>
                <a:spcPct val="0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participation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  <a:p>
            <a:pPr marL="0" marR="0">
              <a:lnSpc>
                <a:spcPts val="1415"/>
              </a:lnSpc>
              <a:spcBef>
                <a:spcPts val="465"/>
              </a:spcBef>
              <a:spcAft>
                <a:spcPct val="0"/>
              </a:spcAft>
            </a:pPr>
            <a:r>
              <a:rPr sz="1250">
                <a:solidFill>
                  <a:srgbClr val="000000"/>
                </a:solidFill>
                <a:latin typeface="PSOVUI+Helvetica" panose="020B0604020202020204"/>
                <a:cs typeface="PSOVUI+Helvetica" panose="020B0604020202020204"/>
              </a:rPr>
              <a:t>record</a:t>
            </a:r>
            <a:endParaRPr sz="1250">
              <a:solidFill>
                <a:srgbClr val="000000"/>
              </a:solidFill>
              <a:latin typeface="PSOVUI+Helvetica" panose="020B0604020202020204"/>
              <a:cs typeface="PSOVUI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NCLHH+CMR7" panose="02000500000000000000"/>
                <a:cs typeface="RNCLHH+CMR7" panose="02000500000000000000"/>
              </a:rPr>
              <a:t>59</a:t>
            </a:r>
            <a:endParaRPr sz="1450">
              <a:solidFill>
                <a:srgbClr val="000000"/>
              </a:solidFill>
              <a:latin typeface="RNCLHH+CMR7" panose="02000500000000000000"/>
              <a:cs typeface="RNCLHH+CMR7" panose="0200050000000000000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620821"/>
            <a:ext cx="716136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VLQHDQ+CMBX12~c" panose="02000500000000000000"/>
                <a:cs typeface="VLQHDQ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LQHDQ+CMBX12~c" panose="02000500000000000000"/>
                <a:cs typeface="VLQHDQ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VLQHDQ+CMBX12~c" panose="02000500000000000000"/>
                <a:cs typeface="VLQHDQ+CMBX12~c" panose="02000500000000000000"/>
              </a:rPr>
              <a:t>Description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LQHDQ+CMBX12~c" panose="02000500000000000000"/>
                <a:cs typeface="VLQHDQ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LQHDQ+CMBX12~c" panose="02000500000000000000"/>
                <a:cs typeface="VLQHDQ+CMBX12~c" panose="02000500000000000000"/>
              </a:rPr>
              <a:t>a</a:t>
            </a:r>
            <a:r>
              <a:rPr sz="2500" spc="2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LQHDQ+CMBX12~c" panose="02000500000000000000"/>
                <a:cs typeface="VLQHDQ+CMBX12~c" panose="02000500000000000000"/>
              </a:rPr>
              <a:t>TIS</a:t>
            </a:r>
            <a:r>
              <a:rPr sz="250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LQHDQ+CMBX12~c" panose="02000500000000000000"/>
                <a:cs typeface="VLQHDQ+CMBX12~c" panose="02000500000000000000"/>
              </a:rPr>
              <a:t>service</a:t>
            </a:r>
            <a:endParaRPr sz="2500">
              <a:solidFill>
                <a:srgbClr val="000000"/>
              </a:solidFill>
              <a:latin typeface="VLQHDQ+CMBX12~c" panose="02000500000000000000"/>
              <a:cs typeface="VLQHD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185" y="2741141"/>
            <a:ext cx="236970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LIPES+CMR10" panose="02000500000000000000"/>
                <a:cs typeface="HLIPES+CMR10" panose="02000500000000000000"/>
              </a:rPr>
              <a:t>Download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LIPES+CMR10" panose="02000500000000000000"/>
                <a:cs typeface="HLIPES+CMR10" panose="02000500000000000000"/>
              </a:rPr>
              <a:t>joiners</a:t>
            </a:r>
            <a:endParaRPr sz="2050">
              <a:solidFill>
                <a:srgbClr val="000000"/>
              </a:solidFill>
              <a:latin typeface="HLIPES+CMR10" panose="02000500000000000000"/>
              <a:cs typeface="HLIPES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2637" y="3248060"/>
            <a:ext cx="7383327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UOPRLI+CMBX9" panose="02000500000000000000"/>
                <a:cs typeface="UOPRLI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1">
                <a:solidFill>
                  <a:srgbClr val="000000"/>
                </a:solidFill>
                <a:latin typeface="UOPRLI+CMBX9" panose="02000500000000000000"/>
                <a:cs typeface="UOPRLI+CMBX9" panose="02000500000000000000"/>
              </a:rPr>
              <a:t>Triggering</a:t>
            </a:r>
            <a:r>
              <a:rPr sz="18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9">
                <a:solidFill>
                  <a:srgbClr val="000000"/>
                </a:solidFill>
                <a:latin typeface="UOPRLI+CMBX9" panose="02000500000000000000"/>
                <a:cs typeface="UOPRLI+CMBX9" panose="02000500000000000000"/>
              </a:rPr>
              <a:t>event:</a:t>
            </a:r>
            <a:r>
              <a:rPr sz="1850" spc="3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Coordinator</a:t>
            </a:r>
            <a:r>
              <a:rPr sz="1850" spc="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requests</a:t>
            </a:r>
            <a:r>
              <a:rPr sz="18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to</a:t>
            </a:r>
            <a:r>
              <a:rPr sz="1850" spc="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download</a:t>
            </a:r>
            <a:r>
              <a:rPr sz="1850" spc="1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list</a:t>
            </a:r>
            <a:endParaRPr sz="1850">
              <a:solidFill>
                <a:srgbClr val="000000"/>
              </a:solidFill>
              <a:latin typeface="DHMJOM+CMR9" panose="02000500000000000000"/>
              <a:cs typeface="DHMJOM+CMR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3920" y="3589436"/>
            <a:ext cx="6023052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joiners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from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personnel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information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system.</a:t>
            </a:r>
            <a:endParaRPr sz="1850">
              <a:solidFill>
                <a:srgbClr val="000000"/>
              </a:solidFill>
              <a:latin typeface="DHMJOM+CMR9" panose="02000500000000000000"/>
              <a:cs typeface="DHMJOM+CMR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2645" y="3975007"/>
            <a:ext cx="7385627" cy="1269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UOPRLI+CMBX9" panose="02000500000000000000"/>
                <a:cs typeface="UOPRLI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UOPRLI+CMBX9" panose="02000500000000000000"/>
                <a:cs typeface="UOPRLI+CMBX9" panose="02000500000000000000"/>
              </a:rPr>
              <a:t>Delivered</a:t>
            </a:r>
            <a:r>
              <a:rPr sz="1850" spc="2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UOPRLI+CMBX9" panose="02000500000000000000"/>
                <a:cs typeface="UOPRLI+CMBX9" panose="02000500000000000000"/>
              </a:rPr>
              <a:t>service:</a:t>
            </a:r>
            <a:r>
              <a:rPr sz="1850" spc="3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Download</a:t>
            </a:r>
            <a:r>
              <a:rPr sz="1850" spc="1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the</a:t>
            </a:r>
            <a:r>
              <a:rPr sz="18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list</a:t>
            </a:r>
            <a:r>
              <a:rPr sz="18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of</a:t>
            </a:r>
            <a:r>
              <a:rPr sz="18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people</a:t>
            </a:r>
            <a:r>
              <a:rPr sz="18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from</a:t>
            </a:r>
            <a:r>
              <a:rPr sz="18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the</a:t>
            </a:r>
            <a:endParaRPr sz="1850">
              <a:solidFill>
                <a:srgbClr val="000000"/>
              </a:solidFill>
              <a:latin typeface="DHMJOM+CMR9" panose="02000500000000000000"/>
              <a:cs typeface="DHMJOM+CMR9" panose="02000500000000000000"/>
            </a:endParaRPr>
          </a:p>
          <a:p>
            <a:pPr marL="271145" marR="0">
              <a:lnSpc>
                <a:spcPts val="1860"/>
              </a:lnSpc>
              <a:spcBef>
                <a:spcPts val="78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Personnel</a:t>
            </a:r>
            <a:r>
              <a:rPr sz="1850" spc="3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Information</a:t>
            </a:r>
            <a:r>
              <a:rPr sz="185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System</a:t>
            </a:r>
            <a:r>
              <a:rPr sz="1850" spc="3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who</a:t>
            </a:r>
            <a:r>
              <a:rPr sz="1850" spc="3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7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have</a:t>
            </a:r>
            <a:r>
              <a:rPr sz="1850" spc="3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joined</a:t>
            </a:r>
            <a:r>
              <a:rPr sz="1850" spc="3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the</a:t>
            </a:r>
            <a:r>
              <a:rPr sz="1850" spc="34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com-</a:t>
            </a:r>
            <a:endParaRPr sz="1850" spc="10">
              <a:solidFill>
                <a:srgbClr val="000000"/>
              </a:solidFill>
              <a:latin typeface="DHMJOM+CMR9" panose="02000500000000000000"/>
              <a:cs typeface="DHMJOM+CMR9" panose="02000500000000000000"/>
            </a:endParaRPr>
          </a:p>
          <a:p>
            <a:pPr marL="271145" marR="0">
              <a:lnSpc>
                <a:spcPts val="1860"/>
              </a:lnSpc>
              <a:spcBef>
                <a:spcPts val="815"/>
              </a:spcBef>
              <a:spcAft>
                <a:spcPct val="0"/>
              </a:spcAft>
            </a:pPr>
            <a:r>
              <a:rPr sz="1850" spc="-13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pany</a:t>
            </a:r>
            <a:r>
              <a:rPr sz="18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since</a:t>
            </a:r>
            <a:r>
              <a:rPr sz="18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the</a:t>
            </a:r>
            <a:r>
              <a:rPr sz="18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previous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training.</a:t>
            </a:r>
            <a:endParaRPr sz="1850">
              <a:solidFill>
                <a:srgbClr val="000000"/>
              </a:solidFill>
              <a:latin typeface="DHMJOM+CMR9" panose="02000500000000000000"/>
              <a:cs typeface="DHMJOM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2640" y="5041808"/>
            <a:ext cx="7385126" cy="1269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UOPRLI+CMBX9" panose="02000500000000000000"/>
                <a:cs typeface="UOPRLI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UOPRLI+CMBX9" panose="02000500000000000000"/>
                <a:cs typeface="UOPRLI+CMBX9" panose="02000500000000000000"/>
              </a:rPr>
              <a:t>Assumptions:</a:t>
            </a:r>
            <a:r>
              <a:rPr sz="1850" spc="10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The</a:t>
            </a:r>
            <a:r>
              <a:rPr sz="1850" spc="5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data</a:t>
            </a:r>
            <a:r>
              <a:rPr sz="1850" spc="5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in</a:t>
            </a:r>
            <a:r>
              <a:rPr sz="1850" spc="5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the</a:t>
            </a:r>
            <a:r>
              <a:rPr sz="1850" spc="5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Personnel</a:t>
            </a:r>
            <a:r>
              <a:rPr sz="1850" spc="5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Information</a:t>
            </a:r>
            <a:endParaRPr sz="1850">
              <a:solidFill>
                <a:srgbClr val="000000"/>
              </a:solidFill>
              <a:latin typeface="DHMJOM+CMR9" panose="02000500000000000000"/>
              <a:cs typeface="DHMJOM+CMR9" panose="02000500000000000000"/>
            </a:endParaRPr>
          </a:p>
          <a:p>
            <a:pPr marL="271145" marR="0">
              <a:lnSpc>
                <a:spcPts val="1860"/>
              </a:lnSpc>
              <a:spcBef>
                <a:spcPts val="78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System</a:t>
            </a:r>
            <a:r>
              <a:rPr sz="1850" spc="4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reﬂects</a:t>
            </a:r>
            <a:r>
              <a:rPr sz="1850" spc="4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the</a:t>
            </a:r>
            <a:r>
              <a:rPr sz="1850" spc="4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situation</a:t>
            </a:r>
            <a:r>
              <a:rPr sz="1850" spc="4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accurately</a:t>
            </a:r>
            <a:r>
              <a:rPr sz="1850" spc="4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with</a:t>
            </a:r>
            <a:r>
              <a:rPr sz="1850" spc="4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a</a:t>
            </a:r>
            <a:r>
              <a:rPr sz="1850" spc="4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time</a:t>
            </a:r>
            <a:r>
              <a:rPr sz="1850" spc="4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lag</a:t>
            </a:r>
            <a:endParaRPr sz="1850">
              <a:solidFill>
                <a:srgbClr val="000000"/>
              </a:solidFill>
              <a:latin typeface="DHMJOM+CMR9" panose="02000500000000000000"/>
              <a:cs typeface="DHMJOM+CMR9" panose="02000500000000000000"/>
            </a:endParaRPr>
          </a:p>
          <a:p>
            <a:pPr marL="271145" marR="0">
              <a:lnSpc>
                <a:spcPts val="1860"/>
              </a:lnSpc>
              <a:spcBef>
                <a:spcPts val="815"/>
              </a:spcBef>
              <a:spcAft>
                <a:spcPct val="0"/>
              </a:spcAft>
            </a:pPr>
            <a:r>
              <a:rPr sz="1850" spc="11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of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not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more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than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one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working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47">
                <a:solidFill>
                  <a:srgbClr val="000000"/>
                </a:solidFill>
                <a:latin typeface="DHMJOM+CMR9" panose="02000500000000000000"/>
                <a:cs typeface="DHMJOM+CMR9" panose="02000500000000000000"/>
              </a:rPr>
              <a:t>day.</a:t>
            </a:r>
            <a:endParaRPr sz="1850" spc="-47">
              <a:solidFill>
                <a:srgbClr val="000000"/>
              </a:solidFill>
              <a:latin typeface="DHMJOM+CMR9" panose="02000500000000000000"/>
              <a:cs typeface="DHMJOM+CMR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QQMCAC+CMR7" panose="02000500000000000000"/>
                <a:cs typeface="QQMCAC+CMR7" panose="02000500000000000000"/>
              </a:rPr>
              <a:t>60</a:t>
            </a:r>
            <a:endParaRPr sz="1450">
              <a:solidFill>
                <a:srgbClr val="000000"/>
              </a:solidFill>
              <a:latin typeface="QQMCAC+CMR7" panose="02000500000000000000"/>
              <a:cs typeface="QQMCAC+CMR7" panose="02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791509"/>
            <a:ext cx="8327732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EDRGBD+CMBX12~c" panose="02000500000000000000"/>
                <a:cs typeface="EDRGBD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DRGBD+CMBX12~c" panose="02000500000000000000"/>
                <a:cs typeface="EDRGBD+CMBX12~c" panose="02000500000000000000"/>
              </a:rPr>
              <a:t>1: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EDRGBD+CMBX12~c" panose="02000500000000000000"/>
                <a:cs typeface="EDRGBD+CMBX12~c" panose="02000500000000000000"/>
              </a:rPr>
              <a:t>Description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EDRGBD+CMBX12~c" panose="02000500000000000000"/>
                <a:cs typeface="EDRGBD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3">
                <a:solidFill>
                  <a:srgbClr val="000000"/>
                </a:solidFill>
                <a:latin typeface="EDRGBD+CMBX12~c" panose="02000500000000000000"/>
                <a:cs typeface="EDRGBD+CMBX12~c" panose="02000500000000000000"/>
              </a:rPr>
              <a:t>another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EDRGBD+CMBX12~c" panose="02000500000000000000"/>
                <a:cs typeface="EDRGBD+CMBX12~c" panose="02000500000000000000"/>
              </a:rPr>
              <a:t>TIS</a:t>
            </a:r>
            <a:r>
              <a:rPr sz="250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EDRGBD+CMBX12~c" panose="02000500000000000000"/>
                <a:cs typeface="EDRGBD+CMBX12~c" panose="02000500000000000000"/>
              </a:rPr>
              <a:t>service</a:t>
            </a:r>
            <a:endParaRPr sz="2500">
              <a:solidFill>
                <a:srgbClr val="000000"/>
              </a:solidFill>
              <a:latin typeface="EDRGBD+CMBX12~c" panose="02000500000000000000"/>
              <a:cs typeface="EDRGB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185" y="2910305"/>
            <a:ext cx="341950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NRKCB+CMR10" panose="02000500000000000000"/>
                <a:cs typeface="NNRKCB+CMR10" panose="02000500000000000000"/>
              </a:rPr>
              <a:t>Upload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RKCB+CMR10" panose="02000500000000000000"/>
                <a:cs typeface="NNRKCB+CMR10" panose="02000500000000000000"/>
              </a:rPr>
              <a:t>participant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NRKCB+CMR10" panose="02000500000000000000"/>
                <a:cs typeface="NNRKCB+CMR10" panose="02000500000000000000"/>
              </a:rPr>
              <a:t>record</a:t>
            </a:r>
            <a:endParaRPr sz="2050">
              <a:solidFill>
                <a:srgbClr val="000000"/>
              </a:solidFill>
              <a:latin typeface="NNRKCB+CMR10" panose="02000500000000000000"/>
              <a:cs typeface="NNRKC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2637" y="3418748"/>
            <a:ext cx="7384778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DCUBF+CMBX9" panose="02000500000000000000"/>
                <a:cs typeface="BDCUBF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1">
                <a:solidFill>
                  <a:srgbClr val="000000"/>
                </a:solidFill>
                <a:latin typeface="BDCUBF+CMBX9" panose="02000500000000000000"/>
                <a:cs typeface="BDCUBF+CMBX9" panose="02000500000000000000"/>
              </a:rPr>
              <a:t>Triggering</a:t>
            </a:r>
            <a:r>
              <a:rPr sz="18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9">
                <a:solidFill>
                  <a:srgbClr val="000000"/>
                </a:solidFill>
                <a:latin typeface="BDCUBF+CMBX9" panose="02000500000000000000"/>
                <a:cs typeface="BDCUBF+CMBX9" panose="02000500000000000000"/>
              </a:rPr>
              <a:t>event:</a:t>
            </a:r>
            <a:r>
              <a:rPr sz="1850" spc="3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Coordinator</a:t>
            </a:r>
            <a:r>
              <a:rPr sz="18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requests</a:t>
            </a:r>
            <a:r>
              <a:rPr sz="1850" spc="13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to</a:t>
            </a:r>
            <a:r>
              <a:rPr sz="1850" spc="1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upload</a:t>
            </a:r>
            <a:r>
              <a:rPr sz="18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list</a:t>
            </a:r>
            <a:r>
              <a:rPr sz="1850" spc="13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of</a:t>
            </a:r>
            <a:endParaRPr sz="1850" spc="11">
              <a:solidFill>
                <a:srgbClr val="000000"/>
              </a:solidFill>
              <a:latin typeface="MAQVQI+CMR9" panose="02000500000000000000"/>
              <a:cs typeface="MAQVQI+CMR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3906" y="3760124"/>
            <a:ext cx="4905422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joiners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to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personnel</a:t>
            </a:r>
            <a:r>
              <a:rPr sz="18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information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system.</a:t>
            </a:r>
            <a:endParaRPr sz="1850">
              <a:solidFill>
                <a:srgbClr val="000000"/>
              </a:solidFill>
              <a:latin typeface="MAQVQI+CMR9" panose="02000500000000000000"/>
              <a:cs typeface="MAQVQI+CMR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2630" y="4145698"/>
            <a:ext cx="7383284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DCUBF+CMBX9" panose="02000500000000000000"/>
                <a:cs typeface="BDCUBF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BDCUBF+CMBX9" panose="02000500000000000000"/>
                <a:cs typeface="BDCUBF+CMBX9" panose="02000500000000000000"/>
              </a:rPr>
              <a:t>Delivered</a:t>
            </a:r>
            <a:r>
              <a:rPr sz="18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BDCUBF+CMBX9" panose="02000500000000000000"/>
                <a:cs typeface="BDCUBF+CMBX9" panose="02000500000000000000"/>
              </a:rPr>
              <a:t>service:</a:t>
            </a:r>
            <a:r>
              <a:rPr sz="1850" spc="3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Upload</a:t>
            </a:r>
            <a:r>
              <a:rPr sz="1850" spc="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the</a:t>
            </a:r>
            <a:r>
              <a:rPr sz="1850" spc="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list</a:t>
            </a:r>
            <a:r>
              <a:rPr sz="1850" spc="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of</a:t>
            </a:r>
            <a:r>
              <a:rPr sz="1850" spc="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3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people</a:t>
            </a:r>
            <a:r>
              <a:rPr sz="1850" spc="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who</a:t>
            </a:r>
            <a:r>
              <a:rPr sz="1850" spc="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partici-</a:t>
            </a:r>
            <a:endParaRPr sz="1850">
              <a:solidFill>
                <a:srgbClr val="000000"/>
              </a:solidFill>
              <a:latin typeface="MAQVQI+CMR9" panose="02000500000000000000"/>
              <a:cs typeface="MAQVQI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3900" y="4485551"/>
            <a:ext cx="7071319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pated</a:t>
            </a:r>
            <a:r>
              <a:rPr sz="1850" spc="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in</a:t>
            </a:r>
            <a:r>
              <a:rPr sz="1850" spc="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the</a:t>
            </a:r>
            <a:r>
              <a:rPr sz="1850" spc="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training</a:t>
            </a:r>
            <a:r>
              <a:rPr sz="1850" spc="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to</a:t>
            </a:r>
            <a:r>
              <a:rPr sz="1850" spc="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the</a:t>
            </a:r>
            <a:r>
              <a:rPr sz="1850" spc="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Personnel</a:t>
            </a:r>
            <a:r>
              <a:rPr sz="1850" spc="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Information</a:t>
            </a:r>
            <a:r>
              <a:rPr sz="1850" spc="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System.</a:t>
            </a:r>
            <a:endParaRPr sz="1850">
              <a:solidFill>
                <a:srgbClr val="000000"/>
              </a:solidFill>
              <a:latin typeface="MAQVQI+CMR9" panose="02000500000000000000"/>
              <a:cs typeface="MAQVQI+CMR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2627" y="4871125"/>
            <a:ext cx="7383444" cy="1269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BDCUBF+CMBX9" panose="02000500000000000000"/>
                <a:cs typeface="BDCUBF+CMBX9" panose="02000500000000000000"/>
              </a:rPr>
              <a:t>–</a:t>
            </a:r>
            <a:r>
              <a:rPr sz="1850" spc="5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BDCUBF+CMBX9" panose="02000500000000000000"/>
                <a:cs typeface="BDCUBF+CMBX9" panose="02000500000000000000"/>
              </a:rPr>
              <a:t>Assumptions:</a:t>
            </a:r>
            <a:r>
              <a:rPr sz="1850" spc="13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The</a:t>
            </a:r>
            <a:r>
              <a:rPr sz="1850" spc="6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Personnel</a:t>
            </a:r>
            <a:r>
              <a:rPr sz="1850" spc="6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Information</a:t>
            </a:r>
            <a:r>
              <a:rPr sz="1850" spc="6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Systems</a:t>
            </a:r>
            <a:r>
              <a:rPr sz="1850" spc="6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is</a:t>
            </a:r>
            <a:endParaRPr sz="1850">
              <a:solidFill>
                <a:srgbClr val="000000"/>
              </a:solidFill>
              <a:latin typeface="MAQVQI+CMR9" panose="02000500000000000000"/>
              <a:cs typeface="MAQVQI+CMR9" panose="02000500000000000000"/>
            </a:endParaRPr>
          </a:p>
          <a:p>
            <a:pPr marL="271145" marR="0">
              <a:lnSpc>
                <a:spcPts val="1860"/>
              </a:lnSpc>
              <a:spcBef>
                <a:spcPts val="78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able</a:t>
            </a:r>
            <a:r>
              <a:rPr sz="1850" spc="2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to</a:t>
            </a:r>
            <a:r>
              <a:rPr sz="1850" spc="2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deal</a:t>
            </a:r>
            <a:r>
              <a:rPr sz="18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with</a:t>
            </a:r>
            <a:r>
              <a:rPr sz="18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data</a:t>
            </a:r>
            <a:r>
              <a:rPr sz="1850" spc="2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7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about</a:t>
            </a:r>
            <a:r>
              <a:rPr sz="1850" spc="2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unexpected</a:t>
            </a:r>
            <a:r>
              <a:rPr sz="1850" spc="2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participants,</a:t>
            </a:r>
            <a:r>
              <a:rPr sz="1850" spc="2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in-</a:t>
            </a:r>
            <a:endParaRPr sz="1850">
              <a:solidFill>
                <a:srgbClr val="000000"/>
              </a:solidFill>
              <a:latin typeface="MAQVQI+CMR9" panose="02000500000000000000"/>
              <a:cs typeface="MAQVQI+CMR9" panose="02000500000000000000"/>
            </a:endParaRPr>
          </a:p>
          <a:p>
            <a:pPr marL="271145" marR="0">
              <a:lnSpc>
                <a:spcPts val="1860"/>
              </a:lnSpc>
              <a:spcBef>
                <a:spcPts val="815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cluding</a:t>
            </a:r>
            <a:r>
              <a:rPr sz="18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9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any</a:t>
            </a:r>
            <a:r>
              <a:rPr sz="18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remaining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errors</a:t>
            </a:r>
            <a:r>
              <a:rPr sz="18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in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that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MAQVQI+CMR9" panose="02000500000000000000"/>
                <a:cs typeface="MAQVQI+CMR9" panose="02000500000000000000"/>
              </a:rPr>
              <a:t>data.</a:t>
            </a:r>
            <a:endParaRPr sz="1850">
              <a:solidFill>
                <a:srgbClr val="000000"/>
              </a:solidFill>
              <a:latin typeface="MAQVQI+CMR9" panose="02000500000000000000"/>
              <a:cs typeface="MAQVQI+CMR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GNNKRR+CMR7" panose="02000500000000000000"/>
                <a:cs typeface="GNNKRR+CMR7" panose="02000500000000000000"/>
              </a:rPr>
              <a:t>61</a:t>
            </a:r>
            <a:endParaRPr sz="1450">
              <a:solidFill>
                <a:srgbClr val="000000"/>
              </a:solidFill>
              <a:latin typeface="GNNKRR+CMR7" panose="02000500000000000000"/>
              <a:cs typeface="GNNKRR+CMR7" panose="0200050000000000000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4268" y="2018585"/>
            <a:ext cx="893139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UKSNNS+CMBX12~c" panose="02000500000000000000"/>
                <a:cs typeface="UKSNNS+CMBX12~c" panose="02000500000000000000"/>
              </a:rPr>
              <a:t>Example</a:t>
            </a:r>
            <a:r>
              <a:rPr sz="2500" spc="2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KSNNS+CMBX12~c" panose="02000500000000000000"/>
                <a:cs typeface="UKSNNS+CMBX12~c" panose="02000500000000000000"/>
              </a:rPr>
              <a:t>2:</a:t>
            </a:r>
            <a:r>
              <a:rPr sz="2500" spc="6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KSNNS+CMBX12~c" panose="02000500000000000000"/>
                <a:cs typeface="UKSNNS+CMBX12~c" panose="02000500000000000000"/>
              </a:rPr>
              <a:t>Goal</a:t>
            </a:r>
            <a:r>
              <a:rPr sz="2500" spc="2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UKSNNS+CMBX12~c" panose="02000500000000000000"/>
                <a:cs typeface="UKSNNS+CMBX12~c" panose="02000500000000000000"/>
              </a:rPr>
              <a:t>tree</a:t>
            </a:r>
            <a:r>
              <a:rPr sz="250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UKSNNS+CMBX12~c" panose="02000500000000000000"/>
                <a:cs typeface="UKSNNS+CMBX12~c" panose="02000500000000000000"/>
              </a:rPr>
              <a:t>of</a:t>
            </a:r>
            <a:r>
              <a:rPr sz="250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UKSNNS+CMBX12~c" panose="02000500000000000000"/>
                <a:cs typeface="UKSNNS+CMBX12~c" panose="02000500000000000000"/>
              </a:rPr>
              <a:t>juice</a:t>
            </a:r>
            <a:r>
              <a:rPr sz="2500" spc="2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UKSNNS+CMBX12~c" panose="02000500000000000000"/>
                <a:cs typeface="UKSNNS+CMBX12~c" panose="02000500000000000000"/>
              </a:rPr>
              <a:t>pasteurization</a:t>
            </a:r>
            <a:r>
              <a:rPr sz="250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9">
                <a:solidFill>
                  <a:srgbClr val="000000"/>
                </a:solidFill>
                <a:latin typeface="UKSNNS+CMBX12~c" panose="02000500000000000000"/>
                <a:cs typeface="UKSNNS+CMBX12~c" panose="02000500000000000000"/>
              </a:rPr>
              <a:t>plant</a:t>
            </a:r>
            <a:endParaRPr sz="2500" spc="-29">
              <a:solidFill>
                <a:srgbClr val="000000"/>
              </a:solidFill>
              <a:latin typeface="UKSNNS+CMBX12~c" panose="02000500000000000000"/>
              <a:cs typeface="UKSNNS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9424" y="3031304"/>
            <a:ext cx="2361546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Juice pasteurization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7311" y="3602372"/>
            <a:ext cx="1320408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Efficiency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25349" y="3602372"/>
            <a:ext cx="1701417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Effectiveness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2052" y="4264811"/>
            <a:ext cx="1599970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Fast change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2242" y="4264811"/>
            <a:ext cx="1295089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Improved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2757" y="4287654"/>
            <a:ext cx="2082180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Short set-up time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67209" y="4287654"/>
            <a:ext cx="1790424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Pasteurization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27204" y="4561767"/>
            <a:ext cx="1333132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of recipes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72458" y="4561767"/>
            <a:ext cx="1434733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traceability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35575" y="4835879"/>
            <a:ext cx="2817630" cy="895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Initialization of controller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  <a:p>
            <a:pPr marL="64135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by</a:t>
            </a:r>
            <a:r>
              <a:rPr sz="1800" spc="5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 </a:t>
            </a: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software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25992" y="4835879"/>
            <a:ext cx="2272688" cy="895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Heating a batch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according to recipe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7952" y="5064307"/>
            <a:ext cx="1891672" cy="895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Maintain recipe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  <a:p>
            <a:pPr marL="304800" marR="0">
              <a:lnSpc>
                <a:spcPts val="2010"/>
              </a:lnSpc>
              <a:spcBef>
                <a:spcPts val="33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database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02561" y="5087150"/>
            <a:ext cx="1574386" cy="59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DBNRVU+Helvetica" panose="020B0604020202020204"/>
                <a:cs typeface="DBNRVU+Helvetica" panose="020B0604020202020204"/>
              </a:rPr>
              <a:t>Maintain log</a:t>
            </a:r>
            <a:endParaRPr sz="1800">
              <a:solidFill>
                <a:srgbClr val="000000"/>
              </a:solidFill>
              <a:latin typeface="DBNRVU+Helvetica" panose="020B0604020202020204"/>
              <a:cs typeface="DBNRVU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WGNHM+CMR7" panose="02000500000000000000"/>
                <a:cs typeface="DWGNHM+CMR7" panose="02000500000000000000"/>
              </a:rPr>
              <a:t>62</a:t>
            </a:r>
            <a:endParaRPr sz="1450">
              <a:solidFill>
                <a:srgbClr val="000000"/>
              </a:solidFill>
              <a:latin typeface="DWGNHM+CMR7" panose="02000500000000000000"/>
              <a:cs typeface="DWGNHM+CMR7" panose="0200050000000000000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729184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GKQQLB+CMBX12~c" panose="02000500000000000000"/>
                <a:cs typeface="GKQQLB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KQQLB+CMBX12~c" panose="02000500000000000000"/>
                <a:cs typeface="GKQQLB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GKQQLB+CMBX12~c" panose="02000500000000000000"/>
                <a:cs typeface="GKQQLB+CMBX12~c" panose="02000500000000000000"/>
              </a:rPr>
              <a:t>Mission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GKQQLB+CMBX12~c" panose="02000500000000000000"/>
                <a:cs typeface="GKQQLB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GKQQLB+CMBX12~c" panose="02000500000000000000"/>
                <a:cs typeface="GKQQLB+CMBX12~c" panose="02000500000000000000"/>
              </a:rPr>
              <a:t>heating</a:t>
            </a:r>
            <a:r>
              <a:rPr sz="2500" spc="3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9">
                <a:solidFill>
                  <a:srgbClr val="000000"/>
                </a:solidFill>
                <a:latin typeface="GKQQLB+CMBX12~c" panose="02000500000000000000"/>
                <a:cs typeface="GKQQLB+CMBX12~c" panose="02000500000000000000"/>
              </a:rPr>
              <a:t>controller</a:t>
            </a:r>
            <a:endParaRPr sz="2500" spc="-19">
              <a:solidFill>
                <a:srgbClr val="000000"/>
              </a:solidFill>
              <a:latin typeface="GKQQLB+CMBX12~c" panose="02000500000000000000"/>
              <a:cs typeface="GKQQL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3201" y="2094965"/>
            <a:ext cx="4600309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AGUPI+CMSY10~25" panose="02000500000000000000"/>
                <a:cs typeface="JAGUP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Name: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Juice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heating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controller.</a:t>
            </a:r>
            <a:endParaRPr sz="2050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3189" y="2556740"/>
            <a:ext cx="779929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AGUPI+CMSY10~25" panose="02000500000000000000"/>
                <a:cs typeface="JAGUP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Purpose:</a:t>
            </a:r>
            <a:r>
              <a:rPr sz="2050" spc="6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To</a:t>
            </a:r>
            <a:r>
              <a:rPr sz="2050" spc="4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control</a:t>
            </a:r>
            <a:r>
              <a:rPr sz="205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the</a:t>
            </a:r>
            <a:r>
              <a:rPr sz="2050" spc="2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heating</a:t>
            </a:r>
            <a:r>
              <a:rPr sz="205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process</a:t>
            </a:r>
            <a:r>
              <a:rPr sz="2050" spc="2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of</a:t>
            </a:r>
            <a:r>
              <a:rPr sz="2050" spc="2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fruit</a:t>
            </a:r>
            <a:r>
              <a:rPr sz="2050" spc="30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juices</a:t>
            </a:r>
            <a:endParaRPr sz="2050" spc="11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5324" y="2928595"/>
            <a:ext cx="2438173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heating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tank.</a:t>
            </a:r>
            <a:endParaRPr sz="2050" spc="10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3193" y="3396405"/>
            <a:ext cx="2794064" cy="890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AGUPI+CMSY10~25" panose="02000500000000000000"/>
                <a:cs typeface="JAGUP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Responsibilities:</a:t>
            </a:r>
            <a:endParaRPr sz="2050" spc="13">
              <a:solidFill>
                <a:srgbClr val="000000"/>
              </a:solidFill>
              <a:latin typeface="LHPIUN+CMBX10" panose="02000500000000000000"/>
              <a:cs typeface="LHPIUN+CMBX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0667" y="3806423"/>
            <a:ext cx="7397892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To</a:t>
            </a:r>
            <a:r>
              <a:rPr sz="2050" spc="31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initialize</a:t>
            </a:r>
            <a:r>
              <a:rPr sz="2050" spc="1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itself</a:t>
            </a:r>
            <a:r>
              <a:rPr sz="2050" spc="1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with</a:t>
            </a:r>
            <a:r>
              <a:rPr sz="2050" spc="1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batch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data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and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heat</a:t>
            </a:r>
            <a:r>
              <a:rPr sz="2050" spc="1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the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batch</a:t>
            </a:r>
            <a:endParaRPr sz="2050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2608" y="4178281"/>
            <a:ext cx="264548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according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recipe.</a:t>
            </a:r>
            <a:endParaRPr sz="2050" spc="20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0663" y="4594335"/>
            <a:ext cx="4729866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To</a:t>
            </a:r>
            <a:r>
              <a:rPr sz="2050" spc="3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report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heating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process.</a:t>
            </a:r>
            <a:endParaRPr sz="2050" spc="17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0656" y="5011911"/>
            <a:ext cx="5352165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6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To</a:t>
            </a:r>
            <a:r>
              <a:rPr sz="2050" spc="3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maintain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safe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conditions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tank.</a:t>
            </a:r>
            <a:endParaRPr sz="2050" spc="10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3187" y="5479721"/>
            <a:ext cx="2118122" cy="890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AGUPI+CMSY10~25" panose="02000500000000000000"/>
                <a:cs typeface="JAGUP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Exclusions:</a:t>
            </a:r>
            <a:endParaRPr sz="2050">
              <a:solidFill>
                <a:srgbClr val="000000"/>
              </a:solidFill>
              <a:latin typeface="LHPIUN+CMBX10" panose="02000500000000000000"/>
              <a:cs typeface="LHPIUN+CMBX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90660" y="5889739"/>
            <a:ext cx="6907415" cy="1127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Filling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storage</a:t>
            </a:r>
            <a:r>
              <a:rPr sz="2050" spc="19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tanks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juice.</a:t>
            </a:r>
            <a:endParaRPr sz="2050" spc="11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77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HPIUN+CMBX10" panose="02000500000000000000"/>
                <a:cs typeface="LHPIUN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Transferring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pasteurized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juice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canning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BJQVBR+CMR10" panose="02000500000000000000"/>
                <a:cs typeface="BJQVBR+CMR10" panose="02000500000000000000"/>
              </a:rPr>
              <a:t>line.</a:t>
            </a:r>
            <a:endParaRPr sz="2050" spc="10">
              <a:solidFill>
                <a:srgbClr val="000000"/>
              </a:solidFill>
              <a:latin typeface="BJQVBR+CMR10" panose="02000500000000000000"/>
              <a:cs typeface="BJQVBR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LLMTPG+CMR7" panose="02000500000000000000"/>
                <a:cs typeface="LLMTPG+CMR7" panose="02000500000000000000"/>
              </a:rPr>
              <a:t>63</a:t>
            </a:r>
            <a:endParaRPr sz="1450">
              <a:solidFill>
                <a:srgbClr val="000000"/>
              </a:solidFill>
              <a:latin typeface="LLMTPG+CMR7" panose="02000500000000000000"/>
              <a:cs typeface="LLMTPG+CMR7" panose="0200050000000000000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5" y="1523285"/>
            <a:ext cx="7667690" cy="1163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GKAJO+CMBX12~c" panose="02000500000000000000"/>
                <a:cs typeface="BGKAJO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GKAJO+CMBX12~c" panose="02000500000000000000"/>
                <a:cs typeface="BGKAJO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0">
                <a:solidFill>
                  <a:srgbClr val="000000"/>
                </a:solidFill>
                <a:latin typeface="BGKAJO+CMBX12~c" panose="02000500000000000000"/>
                <a:cs typeface="BGKAJO+CMBX12~c" panose="02000500000000000000"/>
              </a:rPr>
              <a:t>Function</a:t>
            </a:r>
            <a:r>
              <a:rPr sz="250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BGKAJO+CMBX12~c" panose="02000500000000000000"/>
                <a:cs typeface="BGKAJO+CMBX12~c" panose="02000500000000000000"/>
              </a:rPr>
              <a:t>reﬁnement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GKAJO+CMBX12~c" panose="02000500000000000000"/>
                <a:cs typeface="BGKAJO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BGKAJO+CMBX12~c" panose="02000500000000000000"/>
                <a:cs typeface="BGKAJO+CMBX12~c" panose="02000500000000000000"/>
              </a:rPr>
              <a:t>heating</a:t>
            </a:r>
            <a:endParaRPr sz="2500" spc="-11">
              <a:solidFill>
                <a:srgbClr val="000000"/>
              </a:solidFill>
              <a:latin typeface="BGKAJO+CMBX12~c" panose="02000500000000000000"/>
              <a:cs typeface="BGKAJO+CMBX12~c" panose="02000500000000000000"/>
            </a:endParaRPr>
          </a:p>
          <a:p>
            <a:pPr marL="0" marR="0">
              <a:lnSpc>
                <a:spcPts val="2480"/>
              </a:lnSpc>
              <a:spcBef>
                <a:spcPts val="445"/>
              </a:spcBef>
              <a:spcAft>
                <a:spcPct val="0"/>
              </a:spcAft>
            </a:pPr>
            <a:r>
              <a:rPr sz="2500" spc="-19">
                <a:solidFill>
                  <a:srgbClr val="000000"/>
                </a:solidFill>
                <a:latin typeface="BGKAJO+CMBX12~c" panose="02000500000000000000"/>
                <a:cs typeface="BGKAJO+CMBX12~c" panose="02000500000000000000"/>
              </a:rPr>
              <a:t>controller</a:t>
            </a:r>
            <a:endParaRPr sz="2500" spc="-19">
              <a:solidFill>
                <a:srgbClr val="000000"/>
              </a:solidFill>
              <a:latin typeface="BGKAJO+CMBX12~c" panose="02000500000000000000"/>
              <a:cs typeface="BGKAJ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1443" y="2680839"/>
            <a:ext cx="6630121" cy="598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Control the heating process of fruit juice in a heating tank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7106" y="3411928"/>
            <a:ext cx="2196931" cy="598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Reporting function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9921" y="3434774"/>
            <a:ext cx="1993825" cy="598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Heating function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7491" y="3434775"/>
            <a:ext cx="1854233" cy="598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Safety function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73795" y="4017361"/>
            <a:ext cx="2159006" cy="598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Create batch data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96921" y="4005938"/>
            <a:ext cx="2019185" cy="1055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Provide a report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Log temperature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53452" y="4005938"/>
            <a:ext cx="1561535" cy="1055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Raise alarm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  <a:p>
            <a:pPr marL="6985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Shut down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73792" y="4474292"/>
            <a:ext cx="1638333" cy="598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Start heating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62370" y="4931223"/>
            <a:ext cx="2078780" cy="151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Switch on heater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  <a:p>
            <a:pPr marL="3429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Switch off heater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  <a:p>
            <a:pPr marL="0" marR="0">
              <a:lnSpc>
                <a:spcPts val="2010"/>
              </a:lnSpc>
              <a:spcBef>
                <a:spcPts val="159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Finish heating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35586" y="4919799"/>
            <a:ext cx="1625768" cy="598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solidFill>
                  <a:srgbClr val="000000"/>
                </a:solidFill>
                <a:latin typeface="IOMGPC+Helvetica" panose="020B0604020202020204"/>
                <a:cs typeface="IOMGPC+Helvetica" panose="020B0604020202020204"/>
              </a:rPr>
              <a:t>Stop heating</a:t>
            </a:r>
            <a:endParaRPr sz="1800">
              <a:solidFill>
                <a:srgbClr val="000000"/>
              </a:solidFill>
              <a:latin typeface="IOMGPC+Helvetica" panose="020B0604020202020204"/>
              <a:cs typeface="IOMGPC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UVKRV+CMR7" panose="02000500000000000000"/>
                <a:cs typeface="AUVKRV+CMR7" panose="02000500000000000000"/>
              </a:rPr>
              <a:t>64</a:t>
            </a:r>
            <a:endParaRPr sz="1450">
              <a:solidFill>
                <a:srgbClr val="000000"/>
              </a:solidFill>
              <a:latin typeface="AUVKRV+CMR7" panose="02000500000000000000"/>
              <a:cs typeface="AUVKRV+CMR7" panose="0200050000000000000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820465"/>
            <a:ext cx="5923239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WVAQS+CMBX12~c" panose="02000500000000000000"/>
                <a:cs typeface="BWVAQS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WVAQS+CMBX12~c" panose="02000500000000000000"/>
                <a:cs typeface="BWVAQS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WVAQS+CMBX12~c" panose="02000500000000000000"/>
                <a:cs typeface="BWVAQS+CMBX12~c" panose="02000500000000000000"/>
              </a:rPr>
              <a:t>A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WVAQS+CMBX12~c" panose="02000500000000000000"/>
                <a:cs typeface="BWVAQS+CMBX12~c" panose="02000500000000000000"/>
              </a:rPr>
              <a:t>service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BWVAQS+CMBX12~c" panose="02000500000000000000"/>
                <a:cs typeface="BWVAQS+CMBX12~c" panose="02000500000000000000"/>
              </a:rPr>
              <a:t>description</a:t>
            </a:r>
            <a:endParaRPr sz="2500" spc="-10">
              <a:solidFill>
                <a:srgbClr val="000000"/>
              </a:solidFill>
              <a:latin typeface="BWVAQS+CMBX12~c" panose="02000500000000000000"/>
              <a:cs typeface="BWVAQ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2917925"/>
            <a:ext cx="614543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SPFV+CMSY10~25" panose="02000500000000000000"/>
                <a:cs typeface="ICSPF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SFOBEV+CMBX10" panose="02000500000000000000"/>
                <a:cs typeface="SFOBEV+CMBX10" panose="02000500000000000000"/>
              </a:rPr>
              <a:t>Name: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P1.</a:t>
            </a:r>
            <a:r>
              <a:rPr sz="2050" spc="4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Heat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batch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according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recipe.</a:t>
            </a:r>
            <a:endParaRPr sz="2050" spc="20">
              <a:solidFill>
                <a:srgbClr val="000000"/>
              </a:solidFill>
              <a:latin typeface="WWECKB+CMR10" panose="02000500000000000000"/>
              <a:cs typeface="WWECK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94" y="3436088"/>
            <a:ext cx="8634710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SPFV+CMSY10~25" panose="02000500000000000000"/>
                <a:cs typeface="ICSPF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SFOBEV+CMBX10" panose="02000500000000000000"/>
                <a:cs typeface="SFOBEV+CMBX10" panose="02000500000000000000"/>
              </a:rPr>
              <a:t>Triggering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SFOBEV+CMBX10" panose="02000500000000000000"/>
                <a:cs typeface="SFOBEV+CMBX10" panose="02000500000000000000"/>
              </a:rPr>
              <a:t>event:</a:t>
            </a:r>
            <a:r>
              <a:rPr sz="2050" spc="4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Operator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command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“start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heating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batch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b</a:t>
            </a:r>
            <a:endParaRPr sz="2050">
              <a:solidFill>
                <a:srgbClr val="000000"/>
              </a:solidFill>
              <a:latin typeface="WWECKB+CMR10" panose="02000500000000000000"/>
              <a:cs typeface="WWECKB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09" y="3807943"/>
            <a:ext cx="277642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according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recipe”.</a:t>
            </a:r>
            <a:endParaRPr sz="2050" spc="18">
              <a:solidFill>
                <a:srgbClr val="000000"/>
              </a:solidFill>
              <a:latin typeface="WWECKB+CMR10" panose="02000500000000000000"/>
              <a:cs typeface="WWECKB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7" y="4326105"/>
            <a:ext cx="8685422" cy="145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SPFV+CMSY10~25" panose="02000500000000000000"/>
                <a:cs typeface="ICSPF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OBEV+CMBX10" panose="02000500000000000000"/>
                <a:cs typeface="SFOBEV+CMBX10" panose="02000500000000000000"/>
              </a:rPr>
              <a:t>Delivered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SFOBEV+CMBX10" panose="02000500000000000000"/>
                <a:cs typeface="SFOBEV+CMBX10" panose="02000500000000000000"/>
              </a:rPr>
              <a:t>service: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3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Upon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reception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command,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WWECKB+CMR10" panose="02000500000000000000"/>
              <a:cs typeface="WWECKB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controller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ensures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heating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process</a:t>
            </a:r>
            <a:r>
              <a:rPr sz="2050" spc="14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takes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place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WWECKB+CMR10" panose="02000500000000000000"/>
              <a:cs typeface="WWECKB+CMR10" panose="02000500000000000000"/>
            </a:endParaRPr>
          </a:p>
          <a:p>
            <a:pPr marL="262255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heating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tanks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which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b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stored,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according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2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recipe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b.</a:t>
            </a:r>
            <a:endParaRPr sz="2050" spc="13">
              <a:solidFill>
                <a:srgbClr val="000000"/>
              </a:solidFill>
              <a:latin typeface="WWECKB+CMR10" panose="02000500000000000000"/>
              <a:cs typeface="WWECKB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77" y="5587982"/>
            <a:ext cx="735256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CSPFV+CMSY10~25" panose="02000500000000000000"/>
                <a:cs typeface="ICSPFV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SFOBEV+CMBX10" panose="02000500000000000000"/>
                <a:cs typeface="SFOBEV+CMBX10" panose="02000500000000000000"/>
              </a:rPr>
              <a:t>Assumptions:</a:t>
            </a:r>
            <a:r>
              <a:rPr sz="2050" spc="4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There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batch</a:t>
            </a:r>
            <a:r>
              <a:rPr sz="2050" spc="1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in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heating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WWECKB+CMR10" panose="02000500000000000000"/>
                <a:cs typeface="WWECKB+CMR10" panose="02000500000000000000"/>
              </a:rPr>
              <a:t>tank.</a:t>
            </a:r>
            <a:endParaRPr sz="2050" spc="10">
              <a:solidFill>
                <a:srgbClr val="000000"/>
              </a:solidFill>
              <a:latin typeface="WWECKB+CMR10" panose="02000500000000000000"/>
              <a:cs typeface="WWECKB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RHPUL+CMR7" panose="02000500000000000000"/>
                <a:cs typeface="ERHPUL+CMR7" panose="02000500000000000000"/>
              </a:rPr>
              <a:t>65</a:t>
            </a:r>
            <a:endParaRPr sz="1450">
              <a:solidFill>
                <a:srgbClr val="000000"/>
              </a:solidFill>
              <a:latin typeface="ERHPUL+CMR7" panose="02000500000000000000"/>
              <a:cs typeface="ERHPUL+CMR7" panose="0200050000000000000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265473"/>
            <a:ext cx="708960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BABFEP+CMBX12~c" panose="02000500000000000000"/>
                <a:cs typeface="BABFEP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ABFEP+CMBX12~c" panose="02000500000000000000"/>
                <a:cs typeface="BABFEP+CMBX12~c" panose="02000500000000000000"/>
              </a:rPr>
              <a:t>2: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BABFEP+CMBX12~c" panose="02000500000000000000"/>
                <a:cs typeface="BABFEP+CMBX12~c" panose="02000500000000000000"/>
              </a:rPr>
              <a:t>Another</a:t>
            </a:r>
            <a:r>
              <a:rPr sz="2500" spc="3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BABFEP+CMBX12~c" panose="02000500000000000000"/>
                <a:cs typeface="BABFEP+CMBX12~c" panose="02000500000000000000"/>
              </a:rPr>
              <a:t>service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BABFEP+CMBX12~c" panose="02000500000000000000"/>
                <a:cs typeface="BABFEP+CMBX12~c" panose="02000500000000000000"/>
              </a:rPr>
              <a:t>description</a:t>
            </a:r>
            <a:endParaRPr sz="2500" spc="-10">
              <a:solidFill>
                <a:srgbClr val="000000"/>
              </a:solidFill>
              <a:latin typeface="BABFEP+CMBX12~c" panose="02000500000000000000"/>
              <a:cs typeface="BABFE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362934"/>
            <a:ext cx="371479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UJBBR+CMSY10~25" panose="02000500000000000000"/>
                <a:cs typeface="BUJBB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AKAWBB+CMBX10" panose="02000500000000000000"/>
                <a:cs typeface="AKAWBB+CMBX10" panose="02000500000000000000"/>
              </a:rPr>
              <a:t>Name: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Log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temperature.</a:t>
            </a:r>
            <a:endParaRPr sz="2050" spc="15">
              <a:solidFill>
                <a:srgbClr val="000000"/>
              </a:solidFill>
              <a:latin typeface="NOUQLB+CMR10" panose="02000500000000000000"/>
              <a:cs typeface="NOUQL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83" y="3881096"/>
            <a:ext cx="856392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UJBBR+CMSY10~25" panose="02000500000000000000"/>
                <a:cs typeface="BUJBB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AKAWBB+CMBX10" panose="02000500000000000000"/>
                <a:cs typeface="AKAWBB+CMBX10" panose="02000500000000000000"/>
              </a:rPr>
              <a:t>Triggering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AKAWBB+CMBX10" panose="02000500000000000000"/>
                <a:cs typeface="AKAWBB+CMBX10" panose="02000500000000000000"/>
              </a:rPr>
              <a:t>event:</a:t>
            </a:r>
            <a:r>
              <a:rPr sz="2050" spc="4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When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execution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P1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starts,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then</a:t>
            </a:r>
            <a:endParaRPr sz="2050" spc="12">
              <a:solidFill>
                <a:srgbClr val="000000"/>
              </a:solidFill>
              <a:latin typeface="NOUQLB+CMR10" panose="02000500000000000000"/>
              <a:cs typeface="NOUQLB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10" y="4252954"/>
            <a:ext cx="596546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every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10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seconds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during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execution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P1.</a:t>
            </a:r>
            <a:endParaRPr sz="2050">
              <a:solidFill>
                <a:srgbClr val="000000"/>
              </a:solidFill>
              <a:latin typeface="NOUQLB+CMR10" panose="02000500000000000000"/>
              <a:cs typeface="NOUQLB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3" y="4771116"/>
            <a:ext cx="789567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BUJBBR+CMSY10~25" panose="02000500000000000000"/>
                <a:cs typeface="BUJBBR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AKAWBB+CMBX10" panose="02000500000000000000"/>
                <a:cs typeface="AKAWBB+CMBX10" panose="02000500000000000000"/>
              </a:rPr>
              <a:t>Delivered</a:t>
            </a:r>
            <a:r>
              <a:rPr sz="2050" spc="2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AKAWBB+CMBX10" panose="02000500000000000000"/>
                <a:cs typeface="AKAWBB+CMBX10" panose="02000500000000000000"/>
              </a:rPr>
              <a:t>service:</a:t>
            </a:r>
            <a:r>
              <a:rPr sz="2050" spc="3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controller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records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measured</a:t>
            </a:r>
            <a:endParaRPr sz="2050">
              <a:solidFill>
                <a:srgbClr val="000000"/>
              </a:solidFill>
              <a:latin typeface="NOUQLB+CMR10" panose="02000500000000000000"/>
              <a:cs typeface="NOUQLB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3" y="5142971"/>
            <a:ext cx="612022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5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temperature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each</a:t>
            </a:r>
            <a:r>
              <a:rPr sz="20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tank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which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b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OUQLB+CMR10" panose="02000500000000000000"/>
                <a:cs typeface="NOUQLB+CMR10" panose="02000500000000000000"/>
              </a:rPr>
              <a:t>stored.</a:t>
            </a:r>
            <a:endParaRPr sz="2050">
              <a:solidFill>
                <a:srgbClr val="000000"/>
              </a:solidFill>
              <a:latin typeface="NOUQLB+CMR10" panose="02000500000000000000"/>
              <a:cs typeface="NOUQLB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ONBUL+CMR7" panose="02000500000000000000"/>
                <a:cs typeface="UONBUL+CMR7" panose="02000500000000000000"/>
              </a:rPr>
              <a:t>66</a:t>
            </a:r>
            <a:endParaRPr sz="1450">
              <a:solidFill>
                <a:srgbClr val="000000"/>
              </a:solidFill>
              <a:latin typeface="UONBUL+CMR7" panose="02000500000000000000"/>
              <a:cs typeface="UONBUL+CMR7" panose="0200050000000000000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681310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DLEIVI+CMBX12~c" panose="02000500000000000000"/>
                <a:cs typeface="DLEIVI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DLEIVI+CMBX12~c" panose="02000500000000000000"/>
                <a:cs typeface="DLEIVI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DLEIVI+CMBX12~c" panose="02000500000000000000"/>
                <a:cs typeface="DLEIVI+CMBX12~c" panose="02000500000000000000"/>
              </a:rPr>
              <a:t>Mission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DLEIVI+CMBX12~c" panose="02000500000000000000"/>
                <a:cs typeface="DLEIVI+CMBX12~c" panose="02000500000000000000"/>
              </a:rPr>
              <a:t>statement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DLEIVI+CMBX12~c" panose="02000500000000000000"/>
                <a:cs typeface="DLEIVI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DLEIVI+CMBX12~c" panose="02000500000000000000"/>
                <a:cs typeface="DLEIVI+CMBX12~c" panose="02000500000000000000"/>
              </a:rPr>
              <a:t>ETS</a:t>
            </a:r>
            <a:endParaRPr sz="2500" spc="-11">
              <a:solidFill>
                <a:srgbClr val="000000"/>
              </a:solidFill>
              <a:latin typeface="DLEIVI+CMBX12~c" panose="02000500000000000000"/>
              <a:cs typeface="DLEIV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2221" y="2103255"/>
            <a:ext cx="7309644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UAQIJ+CMSY9" panose="02000500000000000000"/>
                <a:cs typeface="EUAQIJ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Name</a:t>
            </a:r>
            <a:r>
              <a:rPr sz="1850" spc="2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of</a:t>
            </a:r>
            <a:r>
              <a:rPr sz="185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the</a:t>
            </a:r>
            <a:r>
              <a:rPr sz="1850" spc="2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system:</a:t>
            </a:r>
            <a:r>
              <a:rPr sz="1850" spc="3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Electronic</a:t>
            </a:r>
            <a:r>
              <a:rPr sz="18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Ticket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System</a:t>
            </a:r>
            <a:r>
              <a:rPr sz="18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(ETS).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2214" y="2525405"/>
            <a:ext cx="7784368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UAQIJ+CMSY9" panose="02000500000000000000"/>
                <a:cs typeface="EUAQIJ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5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Purpose:</a:t>
            </a:r>
            <a:r>
              <a:rPr sz="1850" spc="3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Provide</a:t>
            </a:r>
            <a:r>
              <a:rPr sz="18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capability</a:t>
            </a:r>
            <a:r>
              <a:rPr sz="18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to</a:t>
            </a:r>
            <a:r>
              <a:rPr sz="18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buy</a:t>
            </a:r>
            <a:r>
              <a:rPr sz="18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and</a:t>
            </a:r>
            <a:r>
              <a:rPr sz="18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use</a:t>
            </a:r>
            <a:r>
              <a:rPr sz="18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1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tickets</a:t>
            </a:r>
            <a:r>
              <a:rPr sz="18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of</a:t>
            </a:r>
            <a:r>
              <a:rPr sz="18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a</a:t>
            </a:r>
            <a:r>
              <a:rPr sz="18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rail-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3681" y="2871635"/>
            <a:ext cx="5575198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 spc="-39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way</a:t>
            </a:r>
            <a:r>
              <a:rPr sz="1850" spc="2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company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using</a:t>
            </a:r>
            <a:r>
              <a:rPr sz="18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8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PDA</a:t>
            </a:r>
            <a:r>
              <a:rPr sz="18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and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a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smart</a:t>
            </a:r>
            <a:r>
              <a:rPr sz="18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card.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2208" y="3287405"/>
            <a:ext cx="7785294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UAQIJ+CMSY9" panose="02000500000000000000"/>
                <a:cs typeface="EUAQIJ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2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Composition:</a:t>
            </a:r>
            <a:r>
              <a:rPr sz="1850" spc="43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Software</a:t>
            </a:r>
            <a:r>
              <a:rPr sz="18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distributed</a:t>
            </a:r>
            <a:r>
              <a:rPr sz="1850" spc="2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25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over</a:t>
            </a:r>
            <a:r>
              <a:rPr sz="1850" spc="22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smart</a:t>
            </a:r>
            <a:r>
              <a:rPr sz="18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cart,</a:t>
            </a:r>
            <a:r>
              <a:rPr sz="18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PDA’s,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3678" y="3635158"/>
            <a:ext cx="2219889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central</a:t>
            </a:r>
            <a:r>
              <a:rPr sz="18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computer.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2218" y="4050929"/>
            <a:ext cx="4563012" cy="975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UAQIJ+CMSY9" panose="02000500000000000000"/>
                <a:cs typeface="EUAQIJ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Responsibilities</a:t>
            </a:r>
            <a:r>
              <a:rPr sz="1850" spc="2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of</a:t>
            </a:r>
            <a:r>
              <a:rPr sz="1850" spc="2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the</a:t>
            </a:r>
            <a:r>
              <a:rPr sz="1850" spc="2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system:</a:t>
            </a:r>
            <a:endParaRPr sz="1850">
              <a:solidFill>
                <a:srgbClr val="000000"/>
              </a:solidFill>
              <a:latin typeface="STPQGR+CMBX9" panose="02000500000000000000"/>
              <a:cs typeface="STPQGR+CMBX9" panose="02000500000000000000"/>
            </a:endParaRPr>
          </a:p>
          <a:p>
            <a:pPr marL="349250" marR="0">
              <a:lnSpc>
                <a:spcPts val="1860"/>
              </a:lnSpc>
              <a:spcBef>
                <a:spcPts val="114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9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To</a:t>
            </a:r>
            <a:r>
              <a:rPr sz="185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support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ticket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buying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1221" y="4819308"/>
            <a:ext cx="3190813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9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To</a:t>
            </a:r>
            <a:r>
              <a:rPr sz="185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support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ticket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usage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1219" y="5200310"/>
            <a:ext cx="3673173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9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To</a:t>
            </a:r>
            <a:r>
              <a:rPr sz="1850" spc="33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support</a:t>
            </a:r>
            <a:r>
              <a:rPr sz="18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ticket</a:t>
            </a:r>
            <a:r>
              <a:rPr sz="1850" spc="19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refunding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22215" y="5616080"/>
            <a:ext cx="1962062" cy="76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25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EUAQIJ+CMSY9" panose="02000500000000000000"/>
                <a:cs typeface="EUAQIJ+CMSY9" panose="02000500000000000000"/>
              </a:rPr>
              <a:t>•</a:t>
            </a:r>
            <a:r>
              <a:rPr sz="1850" spc="5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Exclusions:</a:t>
            </a:r>
            <a:endParaRPr sz="1850">
              <a:solidFill>
                <a:srgbClr val="000000"/>
              </a:solidFill>
              <a:latin typeface="STPQGR+CMBX9" panose="02000500000000000000"/>
              <a:cs typeface="STPQGR+CMBX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1212" y="6003458"/>
            <a:ext cx="5822405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The</a:t>
            </a:r>
            <a:r>
              <a:rPr sz="1850" spc="18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system</a:t>
            </a:r>
            <a:r>
              <a:rPr sz="18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22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does</a:t>
            </a:r>
            <a:r>
              <a:rPr sz="18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not</a:t>
            </a:r>
            <a:r>
              <a:rPr sz="18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2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perform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4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travel</a:t>
            </a:r>
            <a:r>
              <a:rPr sz="18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planning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71214" y="6384460"/>
            <a:ext cx="7381956" cy="5885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60"/>
              </a:lnSpc>
              <a:spcBef>
                <a:spcPct val="0"/>
              </a:spcBef>
              <a:spcAft>
                <a:spcPct val="0"/>
              </a:spcAft>
            </a:pPr>
            <a:r>
              <a:rPr sz="1850">
                <a:solidFill>
                  <a:srgbClr val="000000"/>
                </a:solidFill>
                <a:latin typeface="STPQGR+CMBX9" panose="02000500000000000000"/>
                <a:cs typeface="STPQGR+CMBX9" panose="02000500000000000000"/>
              </a:rPr>
              <a:t>–</a:t>
            </a:r>
            <a:r>
              <a:rPr sz="1850" spc="5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Only</a:t>
            </a:r>
            <a:r>
              <a:rPr sz="1850" spc="12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-11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tickets</a:t>
            </a:r>
            <a:r>
              <a:rPr sz="1850" spc="1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for</a:t>
            </a:r>
            <a:r>
              <a:rPr sz="1850" spc="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one</a:t>
            </a:r>
            <a:r>
              <a:rPr sz="18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4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person</a:t>
            </a:r>
            <a:r>
              <a:rPr sz="1850" spc="1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and</a:t>
            </a:r>
            <a:r>
              <a:rPr sz="1850" spc="1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one</a:t>
            </a:r>
            <a:r>
              <a:rPr sz="1850" spc="1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trip</a:t>
            </a:r>
            <a:r>
              <a:rPr sz="1850" spc="1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(single</a:t>
            </a:r>
            <a:r>
              <a:rPr sz="1850" spc="11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 spc="11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or</a:t>
            </a:r>
            <a:r>
              <a:rPr sz="1850" spc="1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50">
                <a:solidFill>
                  <a:srgbClr val="000000"/>
                </a:solidFill>
                <a:latin typeface="RCJIDK+CMR9" panose="02000500000000000000"/>
                <a:cs typeface="RCJIDK+CMR9" panose="02000500000000000000"/>
              </a:rPr>
              <a:t>return).</a:t>
            </a:r>
            <a:endParaRPr sz="1850">
              <a:solidFill>
                <a:srgbClr val="000000"/>
              </a:solidFill>
              <a:latin typeface="RCJIDK+CMR9" panose="02000500000000000000"/>
              <a:cs typeface="RCJIDK+CMR9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ALMEU+CMR7" panose="02000500000000000000"/>
                <a:cs typeface="JALMEU+CMR7" panose="02000500000000000000"/>
              </a:rPr>
              <a:t>67</a:t>
            </a:r>
            <a:endParaRPr sz="1450">
              <a:solidFill>
                <a:srgbClr val="000000"/>
              </a:solidFill>
              <a:latin typeface="JALMEU+CMR7" panose="02000500000000000000"/>
              <a:cs typeface="JALMEU+CMR7" panose="0200050000000000000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637329"/>
            <a:ext cx="7135715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SPWOTB+CMBX12~c" panose="02000500000000000000"/>
                <a:cs typeface="SPWOTB+CMBX12~c" panose="02000500000000000000"/>
              </a:rPr>
              <a:t>Example</a:t>
            </a:r>
            <a:r>
              <a:rPr sz="2500" spc="2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SPWOTB+CMBX12~c" panose="02000500000000000000"/>
                <a:cs typeface="SPWOTB+CMBX12~c" panose="02000500000000000000"/>
              </a:rPr>
              <a:t>3:</a:t>
            </a:r>
            <a:r>
              <a:rPr sz="2500" spc="6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40">
                <a:solidFill>
                  <a:srgbClr val="000000"/>
                </a:solidFill>
                <a:latin typeface="SPWOTB+CMBX12~c" panose="02000500000000000000"/>
                <a:cs typeface="SPWOTB+CMBX12~c" panose="02000500000000000000"/>
              </a:rPr>
              <a:t>Function</a:t>
            </a:r>
            <a:r>
              <a:rPr sz="250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SPWOTB+CMBX12~c" panose="02000500000000000000"/>
                <a:cs typeface="SPWOTB+CMBX12~c" panose="02000500000000000000"/>
              </a:rPr>
              <a:t>reﬁnement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SPWOTB+CMBX12~c" panose="02000500000000000000"/>
                <a:cs typeface="SPWOTB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SPWOTB+CMBX12~c" panose="02000500000000000000"/>
                <a:cs typeface="SPWOTB+CMBX12~c" panose="02000500000000000000"/>
              </a:rPr>
              <a:t>ETS</a:t>
            </a:r>
            <a:endParaRPr sz="2500" spc="-11">
              <a:solidFill>
                <a:srgbClr val="000000"/>
              </a:solidFill>
              <a:latin typeface="SPWOTB+CMBX12~c" panose="02000500000000000000"/>
              <a:cs typeface="SPWOT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4285" y="3633939"/>
            <a:ext cx="3764169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EIDMU+Helvetica" panose="020B0604020202020204"/>
                <a:cs typeface="BEIDMU+Helvetica" panose="020B0604020202020204"/>
              </a:rPr>
              <a:t>Provide capability to buy and use tickets</a:t>
            </a:r>
            <a:endParaRPr sz="1450">
              <a:solidFill>
                <a:srgbClr val="000000"/>
              </a:solidFill>
              <a:latin typeface="BEIDMU+Helvetica" panose="020B0604020202020204"/>
              <a:cs typeface="BEIDMU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7067" y="4145139"/>
            <a:ext cx="1738726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EIDMU+Helvetica" panose="020B0604020202020204"/>
                <a:cs typeface="BEIDMU+Helvetica" panose="020B0604020202020204"/>
              </a:rPr>
              <a:t>Traveler functions</a:t>
            </a:r>
            <a:endParaRPr sz="1450">
              <a:solidFill>
                <a:srgbClr val="000000"/>
              </a:solidFill>
              <a:latin typeface="BEIDMU+Helvetica" panose="020B0604020202020204"/>
              <a:cs typeface="BEIDMU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1862" y="4145139"/>
            <a:ext cx="1912820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EIDMU+Helvetica" panose="020B0604020202020204"/>
                <a:cs typeface="BEIDMU+Helvetica" panose="020B0604020202020204"/>
              </a:rPr>
              <a:t>Conductor functions</a:t>
            </a:r>
            <a:endParaRPr sz="1450">
              <a:solidFill>
                <a:srgbClr val="000000"/>
              </a:solidFill>
              <a:latin typeface="BEIDMU+Helvetica" panose="020B0604020202020204"/>
              <a:cs typeface="BEIDMU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5451" y="4758580"/>
            <a:ext cx="1217149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EIDMU+Helvetica" panose="020B0604020202020204"/>
                <a:cs typeface="BEIDMU+Helvetica" panose="020B0604020202020204"/>
              </a:rPr>
              <a:t>Sell a ticket</a:t>
            </a:r>
            <a:endParaRPr sz="1450">
              <a:solidFill>
                <a:srgbClr val="000000"/>
              </a:solidFill>
              <a:latin typeface="BEIDMU+Helvetica" panose="020B0604020202020204"/>
              <a:cs typeface="BEIDMU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9028" y="4758580"/>
            <a:ext cx="1370631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EIDMU+Helvetica" panose="020B0604020202020204"/>
                <a:cs typeface="BEIDMU+Helvetica" panose="020B0604020202020204"/>
              </a:rPr>
              <a:t>Show a ticket</a:t>
            </a:r>
            <a:endParaRPr sz="1450">
              <a:solidFill>
                <a:srgbClr val="000000"/>
              </a:solidFill>
              <a:latin typeface="BEIDMU+Helvetica" panose="020B0604020202020204"/>
              <a:cs typeface="BEIDMU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1162" y="4758580"/>
            <a:ext cx="2056025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EIDMU+Helvetica" panose="020B0604020202020204"/>
                <a:cs typeface="BEIDMU+Helvetica" panose="020B0604020202020204"/>
              </a:rPr>
              <a:t>Stamp a ticket for use</a:t>
            </a:r>
            <a:endParaRPr sz="1450">
              <a:solidFill>
                <a:srgbClr val="000000"/>
              </a:solidFill>
              <a:latin typeface="BEIDMU+Helvetica" panose="020B0604020202020204"/>
              <a:cs typeface="BEIDMU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05532" y="4758580"/>
            <a:ext cx="1503687" cy="481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EIDMU+Helvetica" panose="020B0604020202020204"/>
                <a:cs typeface="BEIDMU+Helvetica" panose="020B0604020202020204"/>
              </a:rPr>
              <a:t>Refund a ticket</a:t>
            </a:r>
            <a:endParaRPr sz="1450">
              <a:solidFill>
                <a:srgbClr val="000000"/>
              </a:solidFill>
              <a:latin typeface="BEIDMU+Helvetica" panose="020B0604020202020204"/>
              <a:cs typeface="BEIDMU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BDJBJP+CMR7" panose="02000500000000000000"/>
                <a:cs typeface="BDJBJP+CMR7" panose="02000500000000000000"/>
              </a:rPr>
              <a:t>68</a:t>
            </a:r>
            <a:endParaRPr sz="1450">
              <a:solidFill>
                <a:srgbClr val="000000"/>
              </a:solidFill>
              <a:latin typeface="BDJBJP+CMR7" panose="02000500000000000000"/>
              <a:cs typeface="BDJBJP+CMR7" panose="0200050000000000000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79673"/>
            <a:ext cx="574717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9">
                <a:solidFill>
                  <a:srgbClr val="000000"/>
                </a:solidFill>
                <a:latin typeface="QAVFDV+CMBX12~c" panose="02000500000000000000"/>
                <a:cs typeface="QAVFDV+CMBX12~c" panose="02000500000000000000"/>
              </a:rPr>
              <a:t>Two</a:t>
            </a:r>
            <a:r>
              <a:rPr sz="2500" spc="3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QAVFDV+CMBX12~c" panose="02000500000000000000"/>
                <a:cs typeface="QAVFDV+CMBX12~c" panose="02000500000000000000"/>
              </a:rPr>
              <a:t>service</a:t>
            </a:r>
            <a:r>
              <a:rPr sz="2500" spc="2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QAVFDV+CMBX12~c" panose="02000500000000000000"/>
                <a:cs typeface="QAVFDV+CMBX12~c" panose="02000500000000000000"/>
              </a:rPr>
              <a:t>descriptions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QAVFDV+CMBX12~c" panose="02000500000000000000"/>
                <a:cs typeface="QAVFDV+CMBX12~c" panose="02000500000000000000"/>
              </a:rPr>
              <a:t>of</a:t>
            </a:r>
            <a:r>
              <a:rPr sz="2500" spc="3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QAVFDV+CMBX12~c" panose="02000500000000000000"/>
                <a:cs typeface="QAVFDV+CMBX12~c" panose="02000500000000000000"/>
              </a:rPr>
              <a:t>ETS</a:t>
            </a:r>
            <a:endParaRPr sz="2500" spc="-11">
              <a:solidFill>
                <a:srgbClr val="000000"/>
              </a:solidFill>
              <a:latin typeface="QAVFDV+CMBX12~c" panose="02000500000000000000"/>
              <a:cs typeface="QAVFD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3201" y="2744189"/>
            <a:ext cx="305393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WRJAL+CMSY10~25" panose="02000500000000000000"/>
                <a:cs typeface="IWRJA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Name: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Sell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ticket.</a:t>
            </a:r>
            <a:endParaRPr sz="2050" spc="-10">
              <a:solidFill>
                <a:srgbClr val="000000"/>
              </a:solidFill>
              <a:latin typeface="KIBWVW+CMR10" panose="02000500000000000000"/>
              <a:cs typeface="KIBWVW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3204" y="3205964"/>
            <a:ext cx="738944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WRJAL+CMSY10~25" panose="02000500000000000000"/>
                <a:cs typeface="IWRJA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Triggering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event:</a:t>
            </a:r>
            <a:r>
              <a:rPr sz="2050" spc="4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9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Traveler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requests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buy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ticket.</a:t>
            </a:r>
            <a:endParaRPr sz="2050" spc="-10">
              <a:solidFill>
                <a:srgbClr val="000000"/>
              </a:solidFill>
              <a:latin typeface="KIBWVW+CMR10" panose="02000500000000000000"/>
              <a:cs typeface="KIBWVW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3206" y="3667736"/>
            <a:ext cx="779641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WRJAL+CMSY10~25" panose="02000500000000000000"/>
                <a:cs typeface="IWRJA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Delivered</a:t>
            </a:r>
            <a:r>
              <a:rPr sz="2050" spc="3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service:</a:t>
            </a:r>
            <a:r>
              <a:rPr sz="2050" spc="5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Allow</a:t>
            </a:r>
            <a:r>
              <a:rPr sz="2050" spc="30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traveler</a:t>
            </a:r>
            <a:r>
              <a:rPr sz="205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to</a:t>
            </a:r>
            <a:r>
              <a:rPr sz="2050" spc="28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buy</a:t>
            </a:r>
            <a:r>
              <a:rPr sz="2050" spc="2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ticket</a:t>
            </a:r>
            <a:r>
              <a:rPr sz="2050" spc="3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at</a:t>
            </a:r>
            <a:endParaRPr sz="2050">
              <a:solidFill>
                <a:srgbClr val="000000"/>
              </a:solidFill>
              <a:latin typeface="KIBWVW+CMR10" panose="02000500000000000000"/>
              <a:cs typeface="KIBWVW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5331" y="4039594"/>
            <a:ext cx="559839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2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any</a:t>
            </a:r>
            <a:r>
              <a:rPr sz="2050" spc="20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time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place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chosen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traveler.</a:t>
            </a:r>
            <a:endParaRPr sz="2050">
              <a:solidFill>
                <a:srgbClr val="000000"/>
              </a:solidFill>
              <a:latin typeface="KIBWVW+CMR10" panose="02000500000000000000"/>
              <a:cs typeface="KIBWVW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3201" y="4690337"/>
            <a:ext cx="7795231" cy="1820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WRJAL+CMSY10~25" panose="02000500000000000000"/>
                <a:cs typeface="IWRJA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Name:</a:t>
            </a:r>
            <a:r>
              <a:rPr sz="2050" spc="3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Show</a:t>
            </a:r>
            <a:r>
              <a:rPr sz="2050" spc="2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ticket.</a:t>
            </a:r>
            <a:endParaRPr sz="2050" spc="-10">
              <a:solidFill>
                <a:srgbClr val="000000"/>
              </a:solidFill>
              <a:latin typeface="KIBWVW+CMR10" panose="02000500000000000000"/>
              <a:cs typeface="KIBWVW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WRJAL+CMSY10~25" panose="02000500000000000000"/>
                <a:cs typeface="IWRJA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Triggering</a:t>
            </a:r>
            <a:r>
              <a:rPr sz="2050" spc="2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8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event:</a:t>
            </a:r>
            <a:r>
              <a:rPr sz="2050" spc="4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9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Traveler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requests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view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ticket.</a:t>
            </a:r>
            <a:endParaRPr sz="2050" spc="-10">
              <a:solidFill>
                <a:srgbClr val="000000"/>
              </a:solidFill>
              <a:latin typeface="KIBWVW+CMR10" panose="02000500000000000000"/>
              <a:cs typeface="KIBWVW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5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IWRJAL+CMSY10~25" panose="02000500000000000000"/>
                <a:cs typeface="IWRJAL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Delivered</a:t>
            </a:r>
            <a:r>
              <a:rPr sz="2050" spc="9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HBISTQ+CMBX10" panose="02000500000000000000"/>
                <a:cs typeface="HBISTQ+CMBX10" panose="02000500000000000000"/>
              </a:rPr>
              <a:t>service:</a:t>
            </a:r>
            <a:r>
              <a:rPr sz="205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Display</a:t>
            </a:r>
            <a:r>
              <a:rPr sz="2050" spc="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ticket</a:t>
            </a:r>
            <a:r>
              <a:rPr sz="2050" spc="3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attributes</a:t>
            </a:r>
            <a:r>
              <a:rPr sz="2050" spc="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to</a:t>
            </a:r>
            <a:r>
              <a:rPr sz="2050" spc="2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the</a:t>
            </a:r>
            <a:r>
              <a:rPr sz="2050" spc="1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IBWVW+CMR10" panose="02000500000000000000"/>
                <a:cs typeface="KIBWVW+CMR10" panose="02000500000000000000"/>
              </a:rPr>
              <a:t>user.</a:t>
            </a:r>
            <a:endParaRPr sz="2050">
              <a:solidFill>
                <a:srgbClr val="000000"/>
              </a:solidFill>
              <a:latin typeface="KIBWVW+CMR10" panose="02000500000000000000"/>
              <a:cs typeface="KIBWVW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SNVNLA+CMR7" panose="02000500000000000000"/>
                <a:cs typeface="SNVNLA+CMR7" panose="02000500000000000000"/>
              </a:rPr>
              <a:t>69</a:t>
            </a:r>
            <a:endParaRPr sz="1450">
              <a:solidFill>
                <a:srgbClr val="000000"/>
              </a:solidFill>
              <a:latin typeface="SNVNLA+CMR7" panose="02000500000000000000"/>
              <a:cs typeface="SNVNLA+CMR7" panose="0200050000000000000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291809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22">
                <a:solidFill>
                  <a:srgbClr val="000000"/>
                </a:solidFill>
                <a:latin typeface="VITNTH+CMBX12~c" panose="02000500000000000000"/>
                <a:cs typeface="VITNTH+CMBX12~c" panose="02000500000000000000"/>
              </a:rPr>
              <a:t>Levels</a:t>
            </a:r>
            <a:r>
              <a:rPr sz="2500" spc="3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VITNTH+CMBX12~c" panose="02000500000000000000"/>
                <a:cs typeface="VITNTH+CMBX12~c" panose="02000500000000000000"/>
              </a:rPr>
              <a:t>of</a:t>
            </a:r>
            <a:r>
              <a:rPr sz="2500" spc="30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VITNTH+CMBX12~c" panose="02000500000000000000"/>
                <a:cs typeface="VITNTH+CMBX12~c" panose="02000500000000000000"/>
              </a:rPr>
              <a:t>design</a:t>
            </a:r>
            <a:endParaRPr sz="2500">
              <a:solidFill>
                <a:srgbClr val="000000"/>
              </a:solidFill>
              <a:latin typeface="VITNTH+CMBX12~c" panose="02000500000000000000"/>
              <a:cs typeface="VITNT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100" y="1946934"/>
            <a:ext cx="2379530" cy="5920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302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9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2029" y="1946921"/>
            <a:ext cx="1132517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10922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description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4454" y="1946934"/>
            <a:ext cx="993168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9969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design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4953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process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7414" y="1946921"/>
            <a:ext cx="1251935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954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Business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15938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solution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specification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96504" y="2072257"/>
            <a:ext cx="1142046" cy="69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WTBSJC+Helvetica-Bold" panose="020B0704020202020204"/>
                <a:cs typeface="WTBSJC+Helvetica-Bold" panose="020B0704020202020204"/>
              </a:rPr>
              <a:t>Decompo-</a:t>
            </a:r>
            <a:endParaRPr sz="1400" b="1">
              <a:solidFill>
                <a:srgbClr val="000000"/>
              </a:solidFill>
              <a:latin typeface="WTBSJC+Helvetica-Bold" panose="020B0704020202020204"/>
              <a:cs typeface="WTBSJC+Helvetica-Bold" panose="020B0704020202020204"/>
            </a:endParaRPr>
          </a:p>
          <a:p>
            <a:pPr marL="19875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WTBSJC+Helvetica-Bold" panose="020B0704020202020204"/>
                <a:cs typeface="WTBSJC+Helvetica-Bold" panose="020B0704020202020204"/>
              </a:rPr>
              <a:t>sition</a:t>
            </a:r>
            <a:endParaRPr sz="1400" b="1">
              <a:solidFill>
                <a:srgbClr val="000000"/>
              </a:solidFill>
              <a:latin typeface="WTBSJC+Helvetica-Bold" panose="020B0704020202020204"/>
              <a:cs typeface="WTBSJC+Helvetica-Bold" panose="020B07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8734" y="2179683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5937" y="2304998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18734" y="2412433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analysis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6046" y="3021151"/>
            <a:ext cx="2356690" cy="592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302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98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2030" y="3021151"/>
            <a:ext cx="1132517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10922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description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74398" y="3021151"/>
            <a:ext cx="973236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8953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design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4000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process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37605" y="3021151"/>
            <a:ext cx="2184931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91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requirements</a:t>
            </a:r>
            <a:r>
              <a:rPr sz="1400" spc="1568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 </a:t>
            </a:r>
            <a:r>
              <a:rPr sz="1400" b="1">
                <a:solidFill>
                  <a:srgbClr val="000000"/>
                </a:solidFill>
                <a:latin typeface="WTBSJC+Helvetica-Bold" panose="020B0704020202020204"/>
                <a:cs typeface="WTBSJC+Helvetica-Bold" panose="020B0704020202020204"/>
              </a:rPr>
              <a:t>Refine-</a:t>
            </a:r>
            <a:endParaRPr sz="1400" b="1">
              <a:solidFill>
                <a:srgbClr val="000000"/>
              </a:solidFill>
              <a:latin typeface="WTBSJC+Helvetica-Bold" panose="020B0704020202020204"/>
              <a:cs typeface="WTBSJC+Helvetica-Bold" panose="020B0704020202020204"/>
            </a:endParaRPr>
          </a:p>
          <a:p>
            <a:pPr marL="2984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specification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18730" y="3253901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5946" y="3379237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18730" y="3486650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analysis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20302" y="3468756"/>
            <a:ext cx="694451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WTBSJC+Helvetica-Bold" panose="020B0704020202020204"/>
                <a:cs typeface="WTBSJC+Helvetica-Bold" panose="020B0704020202020204"/>
              </a:rPr>
              <a:t>ment</a:t>
            </a:r>
            <a:endParaRPr sz="1400" b="1">
              <a:solidFill>
                <a:srgbClr val="000000"/>
              </a:solidFill>
              <a:latin typeface="WTBSJC+Helvetica-Bold" panose="020B0704020202020204"/>
              <a:cs typeface="WTBSJC+Helvetica-Bold" panose="020B07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52030" y="3952147"/>
            <a:ext cx="1132517" cy="1397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3492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decompo-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22415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sition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109220" marR="0">
              <a:lnSpc>
                <a:spcPts val="1575"/>
              </a:lnSpc>
              <a:spcBef>
                <a:spcPts val="25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description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1279" y="4077473"/>
            <a:ext cx="1062843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decompo-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18923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sition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64943" y="4077473"/>
            <a:ext cx="1421182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15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decomposition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25400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50512" y="4077473"/>
            <a:ext cx="1421182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155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decomposition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31369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design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61946" y="4077474"/>
            <a:ext cx="1062843" cy="932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Software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decompo-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  <a:p>
            <a:pPr marL="189230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sition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86024" y="4399755"/>
            <a:ext cx="1142046" cy="699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WTBSJC+Helvetica-Bold" panose="020B0704020202020204"/>
                <a:cs typeface="WTBSJC+Helvetica-Bold" panose="020B0704020202020204"/>
              </a:rPr>
              <a:t>Decompo-</a:t>
            </a:r>
            <a:endParaRPr sz="1400" b="1">
              <a:solidFill>
                <a:srgbClr val="000000"/>
              </a:solidFill>
              <a:latin typeface="WTBSJC+Helvetica-Bold" panose="020B0704020202020204"/>
              <a:cs typeface="WTBSJC+Helvetica-Bold" panose="020B0704020202020204"/>
            </a:endParaRPr>
          </a:p>
          <a:p>
            <a:pPr marL="198755" marR="0">
              <a:lnSpc>
                <a:spcPts val="1575"/>
              </a:lnSpc>
              <a:spcBef>
                <a:spcPts val="205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WTBSJC+Helvetica-Bold" panose="020B0704020202020204"/>
                <a:cs typeface="WTBSJC+Helvetica-Bold" panose="020B0704020202020204"/>
              </a:rPr>
              <a:t>sition</a:t>
            </a:r>
            <a:endParaRPr sz="1400" b="1">
              <a:solidFill>
                <a:srgbClr val="000000"/>
              </a:solidFill>
              <a:latin typeface="WTBSJC+Helvetica-Bold" panose="020B0704020202020204"/>
              <a:cs typeface="WTBSJC+Helvetica-Bold" panose="020B07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5938" y="4775723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problem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18730" y="4775723"/>
            <a:ext cx="913528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analysis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14234" y="4775723"/>
            <a:ext cx="893596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process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67414" y="4775723"/>
            <a:ext cx="1251935" cy="466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5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NFPEGG+Helvetica" panose="020B0604020202020204"/>
                <a:cs typeface="NFPEGG+Helvetica" panose="020B0604020202020204"/>
              </a:rPr>
              <a:t>specification</a:t>
            </a:r>
            <a:endParaRPr sz="1400">
              <a:solidFill>
                <a:srgbClr val="000000"/>
              </a:solidFill>
              <a:latin typeface="NFPEGG+Helvetica" panose="020B0604020202020204"/>
              <a:cs typeface="NFPEGG+Helvetica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4580" y="5408141"/>
            <a:ext cx="8596171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NIRIH+CMSY10~25" panose="02000500000000000000"/>
                <a:cs typeface="FNIRI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business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solutution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speciﬁcation</a:t>
            </a:r>
            <a:r>
              <a:rPr sz="2050" spc="13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describe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4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decomposition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of</a:t>
            </a:r>
            <a:endParaRPr sz="2050">
              <a:solidFill>
                <a:srgbClr val="000000"/>
              </a:solidFill>
              <a:latin typeface="CRFRIT+CMR10" panose="02000500000000000000"/>
              <a:cs typeface="CRFRIT+CMR10" panose="0200050000000000000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16720" y="5769329"/>
            <a:ext cx="579283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1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business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solves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business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problem.</a:t>
            </a:r>
            <a:endParaRPr sz="2050">
              <a:solidFill>
                <a:srgbClr val="000000"/>
              </a:solidFill>
              <a:latin typeface="CRFRIT+CMR10" panose="02000500000000000000"/>
              <a:cs typeface="CRFRIT+CMR10" panose="0200050000000000000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4603" y="6243296"/>
            <a:ext cx="850161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NIRIH+CMSY10~25" panose="02000500000000000000"/>
                <a:cs typeface="FNIRIH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speciﬁcation</a:t>
            </a:r>
            <a:r>
              <a:rPr sz="2050" spc="14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reﬁnes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part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business</a:t>
            </a:r>
            <a:endParaRPr sz="2050" spc="10">
              <a:solidFill>
                <a:srgbClr val="000000"/>
              </a:solidFill>
              <a:latin typeface="CRFRIT+CMR10" panose="02000500000000000000"/>
              <a:cs typeface="CRFRIT+CMR10" panose="0200050000000000000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16734" y="6604484"/>
            <a:ext cx="1368808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CRFRIT+CMR10" panose="02000500000000000000"/>
                <a:cs typeface="CRFRIT+CMR10" panose="02000500000000000000"/>
              </a:rPr>
              <a:t>solution.</a:t>
            </a:r>
            <a:endParaRPr sz="2050">
              <a:solidFill>
                <a:srgbClr val="000000"/>
              </a:solidFill>
              <a:latin typeface="CRFRIT+CMR10" panose="02000500000000000000"/>
              <a:cs typeface="CRFRIT+CMR10" panose="0200050000000000000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NEVEF+CMR7" panose="02000500000000000000"/>
                <a:cs typeface="CNEVEF+CMR7" panose="02000500000000000000"/>
              </a:rPr>
              <a:t>70</a:t>
            </a:r>
            <a:endParaRPr sz="1450">
              <a:solidFill>
                <a:srgbClr val="000000"/>
              </a:solidFill>
              <a:latin typeface="CNEVEF+CMR7" panose="02000500000000000000"/>
              <a:cs typeface="CNEVEF+CMR7" panose="0200050000000000000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14141"/>
            <a:ext cx="252485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KVTBPD+CMBX12~c" panose="02000500000000000000"/>
                <a:cs typeface="KVTBPD+CMBX12~c" panose="02000500000000000000"/>
              </a:rPr>
              <a:t>Goal</a:t>
            </a:r>
            <a:r>
              <a:rPr sz="2500" spc="31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KVTBPD+CMBX12~c" panose="02000500000000000000"/>
                <a:cs typeface="KVTBPD+CMBX12~c" panose="02000500000000000000"/>
              </a:rPr>
              <a:t>analysis</a:t>
            </a:r>
            <a:endParaRPr sz="2500">
              <a:solidFill>
                <a:srgbClr val="000000"/>
              </a:solidFill>
              <a:latin typeface="KVTBPD+CMBX12~c" panose="02000500000000000000"/>
              <a:cs typeface="KVTBP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70" y="2014193"/>
            <a:ext cx="7256868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WWLG+CMSY10~25" panose="02000500000000000000"/>
                <a:cs typeface="RQWWL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First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separate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design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levels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previous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slides.</a:t>
            </a:r>
            <a:endParaRPr sz="2050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WWLG+CMSY10~25" panose="02000500000000000000"/>
                <a:cs typeface="RQWWL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Next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identify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business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goals.</a:t>
            </a:r>
            <a:endParaRPr sz="2050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2043" y="2977364"/>
            <a:ext cx="8069211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OCQRQ+CMBX10" panose="02000500000000000000"/>
                <a:cs typeface="VOCQRQ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In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goal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tree,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achievement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children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goals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suﬃcient</a:t>
            </a:r>
            <a:r>
              <a:rPr sz="2050" spc="16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to</a:t>
            </a:r>
            <a:endParaRPr sz="2050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71" y="3349219"/>
            <a:ext cx="266360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achieve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parent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goal.</a:t>
            </a:r>
            <a:endParaRPr sz="2050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029" y="3794228"/>
            <a:ext cx="8177938" cy="71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VOCQRQ+CMBX10" panose="02000500000000000000"/>
                <a:cs typeface="VOCQRQ+CMBX10" panose="02000500000000000000"/>
              </a:rPr>
              <a:t>–</a:t>
            </a:r>
            <a:r>
              <a:rPr sz="2050" spc="52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Leaves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business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goal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tree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usually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are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desirable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business</a:t>
            </a:r>
            <a:endParaRPr sz="2050" spc="10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3981" y="4166083"/>
            <a:ext cx="149371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activities.</a:t>
            </a:r>
            <a:endParaRPr sz="2050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68" y="4684245"/>
            <a:ext cx="7652647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WWLG+CMSY10~25" panose="02000500000000000000"/>
                <a:cs typeface="RQWWL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8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From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goals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business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solution,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derive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2" y="5056103"/>
            <a:ext cx="2061784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1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goals.</a:t>
            </a:r>
            <a:endParaRPr sz="2050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64" y="5574265"/>
            <a:ext cx="840237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RQWWLG+CMSY10~25" panose="02000500000000000000"/>
                <a:cs typeface="RQWWLG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gives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us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statement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purpose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ma</a:t>
            </a:r>
            <a:r>
              <a:rPr sz="2050" spc="-3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jor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responsibilities</a:t>
            </a:r>
            <a:endParaRPr sz="2050" spc="13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681" y="5946122"/>
            <a:ext cx="215499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TVPUG+CMR10" panose="02000500000000000000"/>
                <a:cs typeface="KTVPUG+CMR10" panose="02000500000000000000"/>
              </a:rPr>
              <a:t>software.</a:t>
            </a:r>
            <a:endParaRPr sz="2050">
              <a:solidFill>
                <a:srgbClr val="000000"/>
              </a:solidFill>
              <a:latin typeface="KTVPUG+CMR10" panose="02000500000000000000"/>
              <a:cs typeface="KTVPUG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VUAFW+CMR7" panose="02000500000000000000"/>
                <a:cs typeface="CVUAFW+CMR7" panose="02000500000000000000"/>
              </a:rPr>
              <a:t>71</a:t>
            </a:r>
            <a:endParaRPr sz="1450">
              <a:solidFill>
                <a:srgbClr val="000000"/>
              </a:solidFill>
              <a:latin typeface="CVUAFW+CMR7" panose="02000500000000000000"/>
              <a:cs typeface="CVUAFW+CMR7" panose="0200050000000000000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21761"/>
            <a:ext cx="330925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>
                <a:solidFill>
                  <a:srgbClr val="000000"/>
                </a:solidFill>
                <a:latin typeface="STGNVW+CMBX12~c" panose="02000500000000000000"/>
                <a:cs typeface="STGNVW+CMBX12~c" panose="02000500000000000000"/>
              </a:rPr>
              <a:t>Mission</a:t>
            </a:r>
            <a:r>
              <a:rPr sz="2500" spc="2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1">
                <a:solidFill>
                  <a:srgbClr val="000000"/>
                </a:solidFill>
                <a:latin typeface="STGNVW+CMBX12~c" panose="02000500000000000000"/>
                <a:cs typeface="STGNVW+CMBX12~c" panose="02000500000000000000"/>
              </a:rPr>
              <a:t>statement</a:t>
            </a:r>
            <a:endParaRPr sz="2500" spc="-21">
              <a:solidFill>
                <a:srgbClr val="000000"/>
              </a:solidFill>
              <a:latin typeface="STGNVW+CMBX12~c" panose="02000500000000000000"/>
              <a:cs typeface="STGNV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1988285"/>
            <a:ext cx="8817487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Highest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level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speciﬁcation.</a:t>
            </a:r>
            <a:r>
              <a:rPr sz="2050" spc="3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7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Talks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solutions</a:t>
            </a:r>
            <a:endParaRPr sz="205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instead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business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solutions.</a:t>
            </a:r>
            <a:endParaRPr sz="205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6196" y="2743285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CEIP+CMSY10~25" panose="02000500000000000000"/>
                <a:cs typeface="HKCEI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HKCEIP+CMSY10~25" panose="02000500000000000000"/>
              <a:cs typeface="HKCEIP+CMSY10~25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717" y="2878305"/>
            <a:ext cx="638445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mission,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analyze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business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goals.</a:t>
            </a:r>
            <a:endParaRPr sz="205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6206" y="3261447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CEIP+CMSY10~25" panose="02000500000000000000"/>
                <a:cs typeface="HKCEI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HKCEIP+CMSY10~25" panose="02000500000000000000"/>
              <a:cs typeface="HKCEIP+CMSY10~25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26" y="3396467"/>
            <a:ext cx="713504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6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To</a:t>
            </a:r>
            <a:r>
              <a:rPr sz="2050" spc="3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ﬁnd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mission,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ﬁnd</a:t>
            </a:r>
            <a:r>
              <a:rPr sz="2050" spc="16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emergent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5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properties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QOLVLW+CMMI10" panose="02000500000000000000"/>
                <a:cs typeface="QOLVLW+CMMI10" panose="02000500000000000000"/>
              </a:rPr>
              <a:t>E</a:t>
            </a:r>
            <a:r>
              <a:rPr sz="2050" spc="31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of</a:t>
            </a:r>
            <a:endParaRPr sz="205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731" y="3768322"/>
            <a:ext cx="2477579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16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composite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6210" y="4151464"/>
            <a:ext cx="609116" cy="84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HKCEIP+CMSY10~25" panose="02000500000000000000"/>
                <a:cs typeface="HKCEIP+CMSY10~25" panose="02000500000000000000"/>
              </a:rPr>
              <a:t>√</a:t>
            </a:r>
            <a:endParaRPr sz="2050">
              <a:solidFill>
                <a:srgbClr val="000000"/>
              </a:solidFill>
              <a:latin typeface="HKCEIP+CMSY10~25" panose="02000500000000000000"/>
              <a:cs typeface="HKCEIP+CMSY10~25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731" y="4286483"/>
            <a:ext cx="760863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Justify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mission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responsibilities</a:t>
            </a:r>
            <a:r>
              <a:rPr sz="2050" spc="1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engineering</a:t>
            </a:r>
            <a:endParaRPr sz="2050" spc="1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706" y="4658341"/>
            <a:ext cx="7651985" cy="1082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argument:</a:t>
            </a:r>
            <a:r>
              <a:rPr sz="2050" spc="4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Mission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statement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+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assumptions</a:t>
            </a:r>
            <a:endParaRPr sz="205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entail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business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goals.</a:t>
            </a:r>
            <a:endParaRPr sz="205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4265" y="5548361"/>
            <a:ext cx="8036849" cy="1082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Mission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statement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1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updated</a:t>
            </a:r>
            <a:r>
              <a:rPr sz="2050" spc="15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as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our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understanding</a:t>
            </a:r>
            <a:r>
              <a:rPr sz="2050" spc="14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improves</a:t>
            </a:r>
            <a:endParaRPr sz="2050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  <a:p>
            <a:pPr marL="0" marR="0">
              <a:lnSpc>
                <a:spcPts val="2520"/>
              </a:lnSpc>
              <a:spcBef>
                <a:spcPts val="410"/>
              </a:spcBef>
              <a:spcAft>
                <a:spcPct val="0"/>
              </a:spcAft>
            </a:pPr>
            <a:r>
              <a:rPr sz="2050" spc="10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during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7">
                <a:solidFill>
                  <a:srgbClr val="000000"/>
                </a:solidFill>
                <a:latin typeface="NPDAIJ+CMR10" panose="02000500000000000000"/>
                <a:cs typeface="NPDAIJ+CMR10" panose="02000500000000000000"/>
              </a:rPr>
              <a:t>project.</a:t>
            </a:r>
            <a:endParaRPr sz="2050" spc="27">
              <a:solidFill>
                <a:srgbClr val="000000"/>
              </a:solidFill>
              <a:latin typeface="NPDAIJ+CMR10" panose="02000500000000000000"/>
              <a:cs typeface="NPDAIJ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DMTJNG+CMR7" panose="02000500000000000000"/>
                <a:cs typeface="DMTJNG+CMR7" panose="02000500000000000000"/>
              </a:rPr>
              <a:t>72</a:t>
            </a:r>
            <a:endParaRPr sz="1450">
              <a:solidFill>
                <a:srgbClr val="000000"/>
              </a:solidFill>
              <a:latin typeface="DMTJNG+CMR7" panose="02000500000000000000"/>
              <a:cs typeface="DMTJNG+CMR7" panose="0200050000000000000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543097"/>
            <a:ext cx="452482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40">
                <a:solidFill>
                  <a:srgbClr val="000000"/>
                </a:solidFill>
                <a:latin typeface="LOWPWA+CMBX12~c" panose="02000500000000000000"/>
                <a:cs typeface="LOWPWA+CMBX12~c" panose="02000500000000000000"/>
              </a:rPr>
              <a:t>Function</a:t>
            </a:r>
            <a:r>
              <a:rPr sz="2500" spc="33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22">
                <a:solidFill>
                  <a:srgbClr val="000000"/>
                </a:solidFill>
                <a:latin typeface="LOWPWA+CMBX12~c" panose="02000500000000000000"/>
                <a:cs typeface="LOWPWA+CMBX12~c" panose="02000500000000000000"/>
              </a:rPr>
              <a:t>reﬁnement</a:t>
            </a:r>
            <a:r>
              <a:rPr sz="2500" spc="31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LOWPWA+CMBX12~c" panose="02000500000000000000"/>
                <a:cs typeface="LOWPWA+CMBX12~c" panose="02000500000000000000"/>
              </a:rPr>
              <a:t>tree.</a:t>
            </a:r>
            <a:endParaRPr sz="2500" spc="-11">
              <a:solidFill>
                <a:srgbClr val="000000"/>
              </a:solidFill>
              <a:latin typeface="LOWPWA+CMBX12~c" panose="02000500000000000000"/>
              <a:cs typeface="LOWPW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268" y="2009621"/>
            <a:ext cx="476159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Makes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3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responsibilities</a:t>
            </a:r>
            <a:r>
              <a:rPr sz="2050" spc="1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more</a:t>
            </a:r>
            <a:r>
              <a:rPr sz="2050" spc="19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speciﬁc.</a:t>
            </a:r>
            <a:endParaRPr sz="2050" spc="20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572" y="2529306"/>
            <a:ext cx="762905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HBDNA+CMSY10~25" panose="02000500000000000000"/>
                <a:cs typeface="KHBDN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Not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structure:</a:t>
            </a:r>
            <a:r>
              <a:rPr sz="2050" spc="3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Just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an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indented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shopping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list.</a:t>
            </a:r>
            <a:endParaRPr sz="2050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5" y="3047468"/>
            <a:ext cx="826741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HBDNA+CMSY10~25" panose="02000500000000000000"/>
                <a:cs typeface="KHBDN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Organization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tree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7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subjective:</a:t>
            </a:r>
            <a:r>
              <a:rPr sz="2050" spc="35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Determined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discussion</a:t>
            </a:r>
            <a:endParaRPr sz="2050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691" y="3419326"/>
            <a:ext cx="2097280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customer.</a:t>
            </a:r>
            <a:endParaRPr sz="2050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62" y="3937485"/>
            <a:ext cx="6186253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HBDNA+CMSY10~25" panose="02000500000000000000"/>
                <a:cs typeface="KHBDN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The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tree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4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bounds</a:t>
            </a:r>
            <a:r>
              <a:rPr sz="2050" spc="14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functionality</a:t>
            </a:r>
            <a:r>
              <a:rPr sz="2050" spc="15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62" y="4455648"/>
            <a:ext cx="8357245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HBDNA+CMSY10~25" panose="02000500000000000000"/>
                <a:cs typeface="KHBDN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It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is</a:t>
            </a:r>
            <a:r>
              <a:rPr sz="2050" spc="18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most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implementation-independent</a:t>
            </a:r>
            <a:r>
              <a:rPr sz="2050" spc="12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of</a:t>
            </a:r>
            <a:r>
              <a:rPr sz="2050" spc="18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the</a:t>
            </a:r>
            <a:endParaRPr sz="2050" spc="11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94" y="4827505"/>
            <a:ext cx="124573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61" y="5345667"/>
            <a:ext cx="6657613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HBDNA+CMSY10~25" panose="02000500000000000000"/>
                <a:cs typeface="KHBDN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It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justiﬁes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presence</a:t>
            </a:r>
            <a:r>
              <a:rPr sz="2050" spc="15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services.</a:t>
            </a:r>
            <a:endParaRPr sz="2050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KHBDNA+CMSY10~25" panose="02000500000000000000"/>
                <a:cs typeface="KHBDNA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It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prevents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presence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unnecessary</a:t>
            </a:r>
            <a:r>
              <a:rPr sz="2050" spc="14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TFSUMV+CMR10" panose="02000500000000000000"/>
                <a:cs typeface="TFSUMV+CMR10" panose="02000500000000000000"/>
              </a:rPr>
              <a:t>services.</a:t>
            </a:r>
            <a:endParaRPr sz="2050">
              <a:solidFill>
                <a:srgbClr val="000000"/>
              </a:solidFill>
              <a:latin typeface="TFSUMV+CMR10" panose="02000500000000000000"/>
              <a:cs typeface="TFSUMV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EEPTAB+CMR7" panose="02000500000000000000"/>
                <a:cs typeface="EEPTAB+CMR7" panose="02000500000000000000"/>
              </a:rPr>
              <a:t>73</a:t>
            </a:r>
            <a:endParaRPr sz="1450">
              <a:solidFill>
                <a:srgbClr val="000000"/>
              </a:solidFill>
              <a:latin typeface="EEPTAB+CMR7" panose="02000500000000000000"/>
              <a:cs typeface="EEPTAB+CMR7" panose="0200050000000000000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983789"/>
            <a:ext cx="2434591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31">
                <a:solidFill>
                  <a:srgbClr val="000000"/>
                </a:solidFill>
                <a:latin typeface="SFCVNQ+CMBX12~c" panose="02000500000000000000"/>
                <a:cs typeface="SFCVNQ+CMBX12~c" panose="02000500000000000000"/>
              </a:rPr>
              <a:t>Terminology</a:t>
            </a:r>
            <a:endParaRPr sz="2500" spc="-31">
              <a:solidFill>
                <a:srgbClr val="000000"/>
              </a:solidFill>
              <a:latin typeface="SFCVNQ+CMBX12~c" panose="02000500000000000000"/>
              <a:cs typeface="SFCVN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0742" y="2009767"/>
            <a:ext cx="900712" cy="482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LEJDI+Helvetica" panose="020B0604020202020204"/>
                <a:cs typeface="ULEJDI+Helvetica" panose="020B0604020202020204"/>
              </a:rPr>
              <a:t>Mission</a:t>
            </a:r>
            <a:endParaRPr sz="1450">
              <a:solidFill>
                <a:srgbClr val="000000"/>
              </a:solidFill>
              <a:latin typeface="ULEJDI+Helvetica" panose="020B0604020202020204"/>
              <a:cs typeface="ULEJDI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5938" y="3135649"/>
            <a:ext cx="1074961" cy="482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LEJDI+Helvetica" panose="020B0604020202020204"/>
                <a:cs typeface="ULEJDI+Helvetica" panose="020B0604020202020204"/>
              </a:rPr>
              <a:t>Functions</a:t>
            </a:r>
            <a:endParaRPr sz="1450">
              <a:solidFill>
                <a:srgbClr val="000000"/>
              </a:solidFill>
              <a:latin typeface="ULEJDI+Helvetica" panose="020B0604020202020204"/>
              <a:cs typeface="ULEJDI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3082" y="3442697"/>
            <a:ext cx="1556236" cy="482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LEJDI+Helvetica" panose="020B0604020202020204"/>
                <a:cs typeface="ULEJDI+Helvetica" panose="020B0604020202020204"/>
              </a:rPr>
              <a:t>Responsibilities</a:t>
            </a:r>
            <a:endParaRPr sz="1450">
              <a:solidFill>
                <a:srgbClr val="000000"/>
              </a:solidFill>
              <a:latin typeface="ULEJDI+Helvetica" panose="020B0604020202020204"/>
              <a:cs typeface="ULEJD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9750" y="3954465"/>
            <a:ext cx="982664" cy="482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LEJDI+Helvetica" panose="020B0604020202020204"/>
                <a:cs typeface="ULEJDI+Helvetica" panose="020B0604020202020204"/>
              </a:rPr>
              <a:t>Services</a:t>
            </a:r>
            <a:endParaRPr sz="1450">
              <a:solidFill>
                <a:srgbClr val="000000"/>
              </a:solidFill>
              <a:latin typeface="ULEJDI+Helvetica" panose="020B0604020202020204"/>
              <a:cs typeface="ULEJD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5655" y="4261517"/>
            <a:ext cx="1330891" cy="482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20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ULEJDI+Helvetica" panose="020B0604020202020204"/>
                <a:cs typeface="ULEJDI+Helvetica" panose="020B0604020202020204"/>
              </a:rPr>
              <a:t>Transactions</a:t>
            </a:r>
            <a:endParaRPr sz="1450">
              <a:solidFill>
                <a:srgbClr val="000000"/>
              </a:solidFill>
              <a:latin typeface="ULEJDI+Helvetica" panose="020B0604020202020204"/>
              <a:cs typeface="ULEJD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268" y="4957037"/>
            <a:ext cx="8366723" cy="2417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7">
                <a:solidFill>
                  <a:srgbClr val="000000"/>
                </a:solidFill>
                <a:latin typeface="CNRWFT+CMBX10" panose="02000500000000000000"/>
                <a:cs typeface="CNRWFT+CMBX10" panose="02000500000000000000"/>
              </a:rPr>
              <a:t>Function</a:t>
            </a:r>
            <a:r>
              <a:rPr sz="2050" spc="2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ability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create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desired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eﬀect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in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KRCOUI+CMR10" panose="02000500000000000000"/>
              <a:cs typeface="KRCOUI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ATTNO+CMSY10~25" panose="02000500000000000000"/>
                <a:cs typeface="MATTN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NRWFT+CMBX10" panose="02000500000000000000"/>
                <a:cs typeface="CNRWFT+CMBX10" panose="02000500000000000000"/>
              </a:rPr>
              <a:t>Responsibility</a:t>
            </a:r>
            <a:r>
              <a:rPr sz="2050" spc="16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=</a:t>
            </a:r>
            <a:r>
              <a:rPr sz="2050" spc="1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Contribution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environment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goal.</a:t>
            </a:r>
            <a:endParaRPr sz="2050">
              <a:solidFill>
                <a:srgbClr val="000000"/>
              </a:solidFill>
              <a:latin typeface="KRCOUI+CMR10" panose="02000500000000000000"/>
              <a:cs typeface="KRCOUI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0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ATTNO+CMSY10~25" panose="02000500000000000000"/>
                <a:cs typeface="MATTN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NRWFT+CMBX10" panose="02000500000000000000"/>
                <a:cs typeface="CNRWFT+CMBX10" panose="02000500000000000000"/>
              </a:rPr>
              <a:t>Service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Useful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interaction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triggered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by</a:t>
            </a:r>
            <a:r>
              <a:rPr sz="2050" spc="24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event.</a:t>
            </a:r>
            <a:endParaRPr sz="2050" spc="-12">
              <a:solidFill>
                <a:srgbClr val="000000"/>
              </a:solidFill>
              <a:latin typeface="KRCOUI+CMR10" panose="02000500000000000000"/>
              <a:cs typeface="KRCOUI+CMR10" panose="02000500000000000000"/>
            </a:endParaRPr>
          </a:p>
          <a:p>
            <a:pPr marL="210185" marR="0">
              <a:lnSpc>
                <a:spcPts val="3585"/>
              </a:lnSpc>
              <a:spcBef>
                <a:spcPts val="41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MATTNO+CMSY10~25" panose="02000500000000000000"/>
                <a:cs typeface="MATTNO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CNRWFT+CMBX10" panose="02000500000000000000"/>
                <a:cs typeface="CNRWFT+CMBX10" panose="02000500000000000000"/>
              </a:rPr>
              <a:t>Transaction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=</a:t>
            </a:r>
            <a:r>
              <a:rPr sz="2050" spc="18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Atomic</a:t>
            </a:r>
            <a:r>
              <a:rPr sz="2050" spc="20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KRCOUI+CMR10" panose="02000500000000000000"/>
                <a:cs typeface="KRCOUI+CMR10" panose="02000500000000000000"/>
              </a:rPr>
              <a:t>interaction.</a:t>
            </a:r>
            <a:endParaRPr sz="2050">
              <a:solidFill>
                <a:srgbClr val="000000"/>
              </a:solidFill>
              <a:latin typeface="KRCOUI+CMR10" panose="02000500000000000000"/>
              <a:cs typeface="KRCOUI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CCRSDC+CMR7" panose="02000500000000000000"/>
                <a:cs typeface="CCRSDC+CMR7" panose="02000500000000000000"/>
              </a:rPr>
              <a:t>74</a:t>
            </a:r>
            <a:endParaRPr sz="1450">
              <a:solidFill>
                <a:srgbClr val="000000"/>
              </a:solidFill>
              <a:latin typeface="CCRSDC+CMR7" panose="02000500000000000000"/>
              <a:cs typeface="CCRSDC+CMR7" panose="0200050000000000000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1415081"/>
            <a:ext cx="3544176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JCUSBS+CMBX12~c" panose="02000500000000000000"/>
                <a:cs typeface="JCUSBS+CMBX12~c" panose="02000500000000000000"/>
              </a:rPr>
              <a:t>Service</a:t>
            </a:r>
            <a:r>
              <a:rPr sz="250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JCUSBS+CMBX12~c" panose="02000500000000000000"/>
                <a:cs typeface="JCUSBS+CMBX12~c" panose="02000500000000000000"/>
              </a:rPr>
              <a:t>descriptions</a:t>
            </a:r>
            <a:endParaRPr sz="2500" spc="-11">
              <a:solidFill>
                <a:srgbClr val="000000"/>
              </a:solidFill>
              <a:latin typeface="JCUSBS+CMBX12~c" panose="02000500000000000000"/>
              <a:cs typeface="JCUSB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1915133"/>
            <a:ext cx="4220378" cy="11554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WOBBF+CMSY10~25" panose="02000500000000000000"/>
                <a:cs typeface="LWOBB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identiﬁed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</a:t>
            </a:r>
            <a:endParaRPr sz="2050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  <a:p>
            <a:pPr marL="163195" marR="0">
              <a:lnSpc>
                <a:spcPts val="2520"/>
              </a:lnSpc>
              <a:spcBef>
                <a:spcPts val="98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(1)</a:t>
            </a:r>
            <a:r>
              <a:rPr sz="20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triggering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event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</a:t>
            </a:r>
            <a:endParaRPr sz="2050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630" y="2805150"/>
            <a:ext cx="3806866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(2)</a:t>
            </a:r>
            <a:r>
              <a:rPr sz="2050" spc="52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delivered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7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value</a:t>
            </a:r>
            <a:r>
              <a:rPr sz="2050" spc="20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(beneﬁt).</a:t>
            </a:r>
            <a:endParaRPr sz="2050" spc="19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1" y="3323313"/>
            <a:ext cx="8289676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WOBBF+CMSY10~25" panose="02000500000000000000"/>
                <a:cs typeface="LWOBB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Each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service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make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assumptions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577" y="3841475"/>
            <a:ext cx="728970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WOBBF+CMSY10~25" panose="02000500000000000000"/>
                <a:cs typeface="LWOBB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9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Do</a:t>
            </a:r>
            <a:r>
              <a:rPr sz="2050" spc="15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2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give</a:t>
            </a:r>
            <a:r>
              <a:rPr sz="2050" spc="19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details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about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behavior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nor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25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about</a:t>
            </a:r>
            <a:endParaRPr sz="2050" spc="25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709" y="4213333"/>
            <a:ext cx="5508467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communication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channels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with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system.</a:t>
            </a:r>
            <a:endParaRPr sz="2050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62" y="4731495"/>
            <a:ext cx="8346974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WOBBF+CMSY10~25" panose="02000500000000000000"/>
                <a:cs typeface="LWOBB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Just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describe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the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valuable</a:t>
            </a:r>
            <a:r>
              <a:rPr sz="2050" spc="19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eﬀect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that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should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have</a:t>
            </a:r>
            <a:endParaRPr sz="2050" spc="-30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685" y="5103350"/>
            <a:ext cx="2701872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on</a:t>
            </a:r>
            <a:r>
              <a:rPr sz="2050" spc="17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environment.</a:t>
            </a:r>
            <a:endParaRPr sz="2050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554" y="5621512"/>
            <a:ext cx="833644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LWOBBF+CMSY10~25" panose="02000500000000000000"/>
                <a:cs typeface="LWOBBF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service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simple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or</a:t>
            </a:r>
            <a:r>
              <a:rPr sz="2050" spc="18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complex</a:t>
            </a:r>
            <a:r>
              <a:rPr sz="2050" spc="17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behavior;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describe</a:t>
            </a:r>
            <a:endParaRPr sz="2050" spc="18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682" y="5993370"/>
            <a:ext cx="6926561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this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later,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using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techniques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from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chapters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11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JCUWSA+CMR10" panose="02000500000000000000"/>
                <a:cs typeface="JCUWSA+CMR10" panose="02000500000000000000"/>
              </a:rPr>
              <a:t>12.</a:t>
            </a:r>
            <a:endParaRPr sz="2050">
              <a:solidFill>
                <a:srgbClr val="000000"/>
              </a:solidFill>
              <a:latin typeface="JCUWSA+CMR10" panose="02000500000000000000"/>
              <a:cs typeface="JCUWSA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RSPIAO+CMR7" panose="02000500000000000000"/>
                <a:cs typeface="RSPIAO+CMR7" panose="02000500000000000000"/>
              </a:rPr>
              <a:t>75</a:t>
            </a:r>
            <a:endParaRPr sz="1450">
              <a:solidFill>
                <a:srgbClr val="000000"/>
              </a:solidFill>
              <a:latin typeface="RSPIAO+CMR7" panose="02000500000000000000"/>
              <a:cs typeface="RSPIAO+CMR7" panose="0200050000000000000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750105"/>
            <a:ext cx="8537223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0">
                <a:solidFill>
                  <a:srgbClr val="000000"/>
                </a:solidFill>
                <a:latin typeface="CTVDWQ+CMBX12~c" panose="02000500000000000000"/>
                <a:cs typeface="CTVDWQ+CMBX12~c" panose="02000500000000000000"/>
              </a:rPr>
              <a:t>Service</a:t>
            </a:r>
            <a:r>
              <a:rPr sz="2500" spc="29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">
                <a:solidFill>
                  <a:srgbClr val="000000"/>
                </a:solidFill>
                <a:latin typeface="CTVDWQ+CMBX12~c" panose="02000500000000000000"/>
                <a:cs typeface="CTVDWQ+CMBX12~c" panose="02000500000000000000"/>
              </a:rPr>
              <a:t>descriptions</a:t>
            </a:r>
            <a:r>
              <a:rPr sz="2500" spc="3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>
                <a:solidFill>
                  <a:srgbClr val="000000"/>
                </a:solidFill>
                <a:latin typeface="CTVDWQ+CMBX12~c" panose="02000500000000000000"/>
                <a:cs typeface="CTVDWQ+CMBX12~c" panose="02000500000000000000"/>
              </a:rPr>
              <a:t>are</a:t>
            </a:r>
            <a:r>
              <a:rPr sz="2500" spc="29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5">
                <a:solidFill>
                  <a:srgbClr val="000000"/>
                </a:solidFill>
                <a:latin typeface="CTVDWQ+CMBX12~c" panose="02000500000000000000"/>
                <a:cs typeface="CTVDWQ+CMBX12~c" panose="02000500000000000000"/>
              </a:rPr>
              <a:t>not</a:t>
            </a:r>
            <a:r>
              <a:rPr sz="2500" spc="31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>
                <a:solidFill>
                  <a:srgbClr val="000000"/>
                </a:solidFill>
                <a:latin typeface="CTVDWQ+CMBX12~c" panose="02000500000000000000"/>
                <a:cs typeface="CTVDWQ+CMBX12~c" panose="02000500000000000000"/>
              </a:rPr>
              <a:t>system</a:t>
            </a:r>
            <a:r>
              <a:rPr sz="2500" spc="2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4">
                <a:solidFill>
                  <a:srgbClr val="000000"/>
                </a:solidFill>
                <a:latin typeface="CTVDWQ+CMBX12~c" panose="02000500000000000000"/>
                <a:cs typeface="CTVDWQ+CMBX12~c" panose="02000500000000000000"/>
              </a:rPr>
              <a:t>components</a:t>
            </a:r>
            <a:endParaRPr sz="2500" spc="-14">
              <a:solidFill>
                <a:srgbClr val="000000"/>
              </a:solidFill>
              <a:latin typeface="CTVDWQ+CMBX12~c" panose="02000500000000000000"/>
              <a:cs typeface="CTVDW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250157"/>
            <a:ext cx="7944278" cy="896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FGLMQ+CMSY10~25" panose="02000500000000000000"/>
                <a:cs typeface="NFGLM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52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For</a:t>
            </a:r>
            <a:r>
              <a:rPr sz="2050" spc="23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programmers,</a:t>
            </a:r>
            <a:r>
              <a:rPr sz="2050" spc="19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hard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see</a:t>
            </a:r>
            <a:r>
              <a:rPr sz="2050" spc="16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2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piece</a:t>
            </a:r>
            <a:r>
              <a:rPr sz="2050" spc="14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text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MCJRNF+CMTI10" panose="02000500000000000000"/>
                <a:cs typeface="MCJRNF+CMTI10" panose="02000500000000000000"/>
              </a:rPr>
              <a:t>not</a:t>
            </a:r>
            <a:r>
              <a:rPr sz="2050" spc="16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as</a:t>
            </a:r>
            <a:r>
              <a:rPr sz="2050" spc="18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a</a:t>
            </a:r>
            <a:endParaRPr sz="2050">
              <a:solidFill>
                <a:srgbClr val="000000"/>
              </a:solidFill>
              <a:latin typeface="CGTPTB+CMR10" panose="02000500000000000000"/>
              <a:cs typeface="CGTPT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699" y="3622015"/>
            <a:ext cx="2747475" cy="710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20"/>
              </a:lnSpc>
              <a:spcBef>
                <a:spcPct val="0"/>
              </a:spcBef>
              <a:spcAft>
                <a:spcPct val="0"/>
              </a:spcAft>
            </a:pPr>
            <a:r>
              <a:rPr sz="2050" spc="-11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component.</a:t>
            </a:r>
            <a:endParaRPr sz="2050" spc="10">
              <a:solidFill>
                <a:srgbClr val="000000"/>
              </a:solidFill>
              <a:latin typeface="CGTPTB+CMR10" panose="02000500000000000000"/>
              <a:cs typeface="CGTPTB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570" y="4140178"/>
            <a:ext cx="8174919" cy="141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FGLMQ+CMSY10~25" panose="02000500000000000000"/>
                <a:cs typeface="NFGLM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A</a:t>
            </a:r>
            <a:r>
              <a:rPr sz="2050" spc="18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service</a:t>
            </a:r>
            <a:r>
              <a:rPr sz="2050" spc="17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not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software</a:t>
            </a:r>
            <a:r>
              <a:rPr sz="2050" spc="20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component;</a:t>
            </a:r>
            <a:endParaRPr sz="2050" spc="10">
              <a:solidFill>
                <a:srgbClr val="000000"/>
              </a:solidFill>
              <a:latin typeface="CGTPTB+CMR10" panose="02000500000000000000"/>
              <a:cs typeface="CGTPTB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NFGLMQ+CMSY10~25" panose="02000500000000000000"/>
                <a:cs typeface="NFGLMQ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it</a:t>
            </a:r>
            <a:r>
              <a:rPr sz="2050" spc="173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is</a:t>
            </a:r>
            <a:r>
              <a:rPr sz="2050" spc="17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description</a:t>
            </a:r>
            <a:r>
              <a:rPr sz="2050" spc="15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something</a:t>
            </a:r>
            <a:r>
              <a:rPr sz="2050" spc="16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useful</a:t>
            </a:r>
            <a:r>
              <a:rPr sz="2050" spc="15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done</a:t>
            </a:r>
            <a:r>
              <a:rPr sz="2050" spc="162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47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by</a:t>
            </a:r>
            <a:r>
              <a:rPr sz="2050" spc="22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1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the</a:t>
            </a:r>
            <a:r>
              <a:rPr sz="2050" spc="17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CGTPTB+CMR10" panose="02000500000000000000"/>
                <a:cs typeface="CGTPTB+CMR10" panose="02000500000000000000"/>
              </a:rPr>
              <a:t>software.</a:t>
            </a:r>
            <a:endParaRPr sz="2050">
              <a:solidFill>
                <a:srgbClr val="000000"/>
              </a:solidFill>
              <a:latin typeface="CGTPTB+CMR10" panose="02000500000000000000"/>
              <a:cs typeface="CGTPTB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JBJRDS+CMR7" panose="02000500000000000000"/>
                <a:cs typeface="JBJRDS+CMR7" panose="02000500000000000000"/>
              </a:rPr>
              <a:t>76</a:t>
            </a:r>
            <a:endParaRPr sz="1450">
              <a:solidFill>
                <a:srgbClr val="000000"/>
              </a:solidFill>
              <a:latin typeface="JBJRDS+CMR7" panose="02000500000000000000"/>
              <a:cs typeface="JBJRDS+CMR7" panose="0200050000000000000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844651" y="702564"/>
            <a:ext cx="8371434" cy="635980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68" y="2675429"/>
            <a:ext cx="2342480" cy="791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80"/>
              </a:lnSpc>
              <a:spcBef>
                <a:spcPct val="0"/>
              </a:spcBef>
              <a:spcAft>
                <a:spcPct val="0"/>
              </a:spcAft>
            </a:pPr>
            <a:r>
              <a:rPr sz="2500" spc="-14">
                <a:solidFill>
                  <a:srgbClr val="000000"/>
                </a:solidFill>
                <a:latin typeface="PHEOUB+CMBX12~c" panose="02000500000000000000"/>
                <a:cs typeface="PHEOUB+CMBX12~c" panose="02000500000000000000"/>
              </a:rPr>
              <a:t>Main</a:t>
            </a:r>
            <a:r>
              <a:rPr sz="2500" spc="31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2">
                <a:solidFill>
                  <a:srgbClr val="000000"/>
                </a:solidFill>
                <a:latin typeface="PHEOUB+CMBX12~c" panose="02000500000000000000"/>
                <a:cs typeface="PHEOUB+CMBX12~c" panose="02000500000000000000"/>
              </a:rPr>
              <a:t>points</a:t>
            </a:r>
            <a:endParaRPr sz="2500" spc="-12">
              <a:solidFill>
                <a:srgbClr val="000000"/>
              </a:solidFill>
              <a:latin typeface="PHEOUB+CMBX12~c" panose="02000500000000000000"/>
              <a:cs typeface="PHEOUB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580" y="3177005"/>
            <a:ext cx="8411400" cy="2451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5"/>
              </a:lnSpc>
              <a:spcBef>
                <a:spcPct val="0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PHTI+CMSY10~25" panose="02000500000000000000"/>
                <a:cs typeface="FIPHT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Mission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relates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system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functions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to</a:t>
            </a:r>
            <a:r>
              <a:rPr sz="2050" spc="169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business</a:t>
            </a:r>
            <a:r>
              <a:rPr sz="2050" spc="14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goals.</a:t>
            </a:r>
            <a:endParaRPr sz="2050">
              <a:solidFill>
                <a:srgbClr val="000000"/>
              </a:solidFill>
              <a:latin typeface="GKPGTI+CMR10" panose="02000500000000000000"/>
              <a:cs typeface="GKPGTI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PHTI+CMSY10~25" panose="02000500000000000000"/>
                <a:cs typeface="FIPHT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3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Function</a:t>
            </a:r>
            <a:r>
              <a:rPr sz="2050" spc="18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reﬁnement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tree</a:t>
            </a:r>
            <a:r>
              <a:rPr sz="2050" spc="17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relates</a:t>
            </a:r>
            <a:r>
              <a:rPr sz="2050" spc="15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to</a:t>
            </a:r>
            <a:r>
              <a:rPr sz="2050" spc="18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mission.</a:t>
            </a:r>
            <a:endParaRPr sz="2050">
              <a:solidFill>
                <a:srgbClr val="000000"/>
              </a:solidFill>
              <a:latin typeface="GKPGTI+CMR10" panose="02000500000000000000"/>
              <a:cs typeface="GKPGTI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4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PHTI+CMSY10~25" panose="02000500000000000000"/>
                <a:cs typeface="FIPHT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3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have</a:t>
            </a:r>
            <a:r>
              <a:rPr sz="2050" spc="21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a</a:t>
            </a:r>
            <a:r>
              <a:rPr sz="2050" spc="178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discrete</a:t>
            </a:r>
            <a:r>
              <a:rPr sz="2050" spc="164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8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beginning</a:t>
            </a:r>
            <a:r>
              <a:rPr sz="2050" spc="13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and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deliver</a:t>
            </a:r>
            <a:r>
              <a:rPr sz="2050" spc="16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a</a:t>
            </a:r>
            <a:r>
              <a:rPr sz="2050" spc="19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4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value.</a:t>
            </a:r>
            <a:endParaRPr sz="2050" spc="-14">
              <a:solidFill>
                <a:srgbClr val="000000"/>
              </a:solidFill>
              <a:latin typeface="GKPGTI+CMR10" panose="02000500000000000000"/>
              <a:cs typeface="GKPGTI+CMR10" panose="02000500000000000000"/>
            </a:endParaRPr>
          </a:p>
          <a:p>
            <a:pPr marL="0" marR="0">
              <a:lnSpc>
                <a:spcPts val="3585"/>
              </a:lnSpc>
              <a:spcBef>
                <a:spcPts val="495"/>
              </a:spcBef>
              <a:spcAft>
                <a:spcPct val="0"/>
              </a:spcAft>
            </a:pPr>
            <a:r>
              <a:rPr sz="2050">
                <a:solidFill>
                  <a:srgbClr val="000000"/>
                </a:solidFill>
                <a:latin typeface="FIPHTI+CMSY10~25" panose="02000500000000000000"/>
                <a:cs typeface="FIPHTI+CMSY10~25" panose="02000500000000000000"/>
              </a:rPr>
              <a:t>•</a:t>
            </a:r>
            <a:r>
              <a:rPr sz="2050" spc="52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1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Services</a:t>
            </a:r>
            <a:r>
              <a:rPr sz="2050" spc="156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23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may</a:t>
            </a:r>
            <a:r>
              <a:rPr sz="2050" spc="21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73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be</a:t>
            </a:r>
            <a:r>
              <a:rPr sz="2050" spc="1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non-atomic,</a:t>
            </a:r>
            <a:r>
              <a:rPr sz="2050" spc="17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consisting</a:t>
            </a:r>
            <a:r>
              <a:rPr sz="2050" spc="157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of</a:t>
            </a:r>
            <a:r>
              <a:rPr sz="2050" spc="17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11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many</a:t>
            </a:r>
            <a:r>
              <a:rPr sz="2050" spc="205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>
                <a:solidFill>
                  <a:srgbClr val="000000"/>
                </a:solidFill>
                <a:latin typeface="GKPGTI+CMR10" panose="02000500000000000000"/>
                <a:cs typeface="GKPGTI+CMR10" panose="02000500000000000000"/>
              </a:rPr>
              <a:t>transactions.</a:t>
            </a:r>
            <a:endParaRPr sz="2050">
              <a:solidFill>
                <a:srgbClr val="000000"/>
              </a:solidFill>
              <a:latin typeface="GKPGTI+CMR10" panose="02000500000000000000"/>
              <a:cs typeface="GKPGTI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5313" y="7228486"/>
            <a:ext cx="485814" cy="459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45"/>
              </a:lnSpc>
              <a:spcBef>
                <a:spcPct val="0"/>
              </a:spcBef>
              <a:spcAft>
                <a:spcPct val="0"/>
              </a:spcAft>
            </a:pPr>
            <a:r>
              <a:rPr sz="1450">
                <a:solidFill>
                  <a:srgbClr val="000000"/>
                </a:solidFill>
                <a:latin typeface="AVMQGL+CMR7" panose="02000500000000000000"/>
                <a:cs typeface="AVMQGL+CMR7" panose="02000500000000000000"/>
              </a:rPr>
              <a:t>77</a:t>
            </a:r>
            <a:endParaRPr sz="1450">
              <a:solidFill>
                <a:srgbClr val="000000"/>
              </a:solidFill>
              <a:latin typeface="AVMQGL+CMR7" panose="02000500000000000000"/>
              <a:cs typeface="AVMQGL+CMR7" panose="0200050000000000000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13392</Words>
  <Application>WPS 演示</Application>
  <PresentationFormat>自定义</PresentationFormat>
  <Paragraphs>920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181</vt:i4>
      </vt:variant>
      <vt:variant>
        <vt:lpstr>主题</vt:lpstr>
      </vt:variant>
      <vt:variant>
        <vt:i4>34</vt:i4>
      </vt:variant>
      <vt:variant>
        <vt:lpstr>幻灯片标题</vt:lpstr>
      </vt:variant>
      <vt:variant>
        <vt:i4>36</vt:i4>
      </vt:variant>
    </vt:vector>
  </HeadingPairs>
  <TitlesOfParts>
    <vt:vector size="251" baseType="lpstr">
      <vt:lpstr>Arial</vt:lpstr>
      <vt:lpstr>宋体</vt:lpstr>
      <vt:lpstr>Wingdings</vt:lpstr>
      <vt:lpstr>Times New Roman</vt:lpstr>
      <vt:lpstr>Comic Sans MS</vt:lpstr>
      <vt:lpstr>Verdana</vt:lpstr>
      <vt:lpstr>黑体</vt:lpstr>
      <vt:lpstr>NOQEBU+CMBX12</vt:lpstr>
      <vt:lpstr>Segoe UI Symbol</vt:lpstr>
      <vt:lpstr>Times New Roman</vt:lpstr>
      <vt:lpstr>LVTAPM+CMR10</vt:lpstr>
      <vt:lpstr>WINBNS+CMR7</vt:lpstr>
      <vt:lpstr>GNBTHS+CMBX12~c</vt:lpstr>
      <vt:lpstr>EIBJOO+CMSY10~25</vt:lpstr>
      <vt:lpstr>BEMJKV+CMR10</vt:lpstr>
      <vt:lpstr>VATOUV+CMBX10</vt:lpstr>
      <vt:lpstr>TTKSJB+CMR7</vt:lpstr>
      <vt:lpstr>KFRUJI+CMBX12~c</vt:lpstr>
      <vt:lpstr>KHWRQL+Helvetica</vt:lpstr>
      <vt:lpstr>JENNLG+Helvetica-Bold</vt:lpstr>
      <vt:lpstr>DRTUHM+CMSY10~25</vt:lpstr>
      <vt:lpstr>EUNSPL+CMR10</vt:lpstr>
      <vt:lpstr>CIGCVS+CMR7</vt:lpstr>
      <vt:lpstr>NNEGFF+CMBX12~c</vt:lpstr>
      <vt:lpstr>IHWGGQ+Helvetica</vt:lpstr>
      <vt:lpstr>BKSNMM+Helvetica-Bold</vt:lpstr>
      <vt:lpstr>TGSRUU+CMSY10~25</vt:lpstr>
      <vt:lpstr>SHNMWT+CMR10</vt:lpstr>
      <vt:lpstr>KJDEGG+CMR7</vt:lpstr>
      <vt:lpstr>THJKQO+CMBX12~c</vt:lpstr>
      <vt:lpstr>JHOAEE+Helvetica</vt:lpstr>
      <vt:lpstr>EEVUBK+Helvetica-Bold</vt:lpstr>
      <vt:lpstr>DUQOLK+CMSY10~25</vt:lpstr>
      <vt:lpstr>SWSICA+CMR10</vt:lpstr>
      <vt:lpstr>VUOFKV+CMR7</vt:lpstr>
      <vt:lpstr>JTRGUK+CMBX12~c</vt:lpstr>
      <vt:lpstr>WSJNOG+Helvetica</vt:lpstr>
      <vt:lpstr>BMHQWN+CMSY10~25</vt:lpstr>
      <vt:lpstr>WNPGOU+CMR10</vt:lpstr>
      <vt:lpstr>TGEWBF+CMMI10</vt:lpstr>
      <vt:lpstr>SAIARR+CMTI10</vt:lpstr>
      <vt:lpstr>VCCHVP+CMR7</vt:lpstr>
      <vt:lpstr>VSINGA+CMBX12~c</vt:lpstr>
      <vt:lpstr>PDKUOP+CMSY10~25</vt:lpstr>
      <vt:lpstr>LKWODR+CMR10</vt:lpstr>
      <vt:lpstr>DHKAQA+CMSY9</vt:lpstr>
      <vt:lpstr>LQQRMK+CMR9</vt:lpstr>
      <vt:lpstr>QEOLTN+CMR8</vt:lpstr>
      <vt:lpstr>GINRKQ+CMR7</vt:lpstr>
      <vt:lpstr>PVEKFI+CMBX10</vt:lpstr>
      <vt:lpstr>IVWVOO+CMSY10~25</vt:lpstr>
      <vt:lpstr>MPTIPP+CMR10</vt:lpstr>
      <vt:lpstr>REQJGF+CMR7</vt:lpstr>
      <vt:lpstr>AATLNJ+CMBX12~c</vt:lpstr>
      <vt:lpstr>LFPSUE+Helvetica</vt:lpstr>
      <vt:lpstr>HQLSUG+CMR7</vt:lpstr>
      <vt:lpstr>微软雅黑</vt:lpstr>
      <vt:lpstr>Arial Unicode MS</vt:lpstr>
      <vt:lpstr>Calibri</vt:lpstr>
      <vt:lpstr>KANCUH+CMBX12~c</vt:lpstr>
      <vt:lpstr>OIBHKN+Helvetica</vt:lpstr>
      <vt:lpstr>CEIIER+CMR10</vt:lpstr>
      <vt:lpstr>NWNABU+CMSY10~25</vt:lpstr>
      <vt:lpstr>JNMPHS+CMR7</vt:lpstr>
      <vt:lpstr>QURNCJ+CMBX12~c</vt:lpstr>
      <vt:lpstr>DQBCAD+CMR10</vt:lpstr>
      <vt:lpstr>ABAHOQ+CMSY10~25</vt:lpstr>
      <vt:lpstr>AWJOSJ+CMR7</vt:lpstr>
      <vt:lpstr>HJVLHO+CMBX10</vt:lpstr>
      <vt:lpstr>WECIAM+CMR10</vt:lpstr>
      <vt:lpstr>TETMMA+CMSY10~25</vt:lpstr>
      <vt:lpstr>JWFNRG+CMMI10</vt:lpstr>
      <vt:lpstr>WTSPUJ+CMR7</vt:lpstr>
      <vt:lpstr>BKCDJA+CMBX10</vt:lpstr>
      <vt:lpstr>CEDGCL+CMSY10~25</vt:lpstr>
      <vt:lpstr>UDQSMF+CMR10</vt:lpstr>
      <vt:lpstr>VARJDH+CMR7</vt:lpstr>
      <vt:lpstr>VPNNRL+CMBX12~c</vt:lpstr>
      <vt:lpstr>KBVMHJ+CMSY10~25</vt:lpstr>
      <vt:lpstr>PQHAEM+CMR10</vt:lpstr>
      <vt:lpstr>TUHPAD+CMBX10</vt:lpstr>
      <vt:lpstr>IBMIEA+CMR7</vt:lpstr>
      <vt:lpstr>FGENHR+CMBX12~c</vt:lpstr>
      <vt:lpstr>RPPCLG+Helvetica</vt:lpstr>
      <vt:lpstr>FJPHPD+Helvetica-Oblique</vt:lpstr>
      <vt:lpstr>GDTLKT+CMR10</vt:lpstr>
      <vt:lpstr>JAURTK+CMR7</vt:lpstr>
      <vt:lpstr>RETELC+CMBX12~c</vt:lpstr>
      <vt:lpstr>WBEEWK+CMSY9</vt:lpstr>
      <vt:lpstr>VNLMAN+CMBX9</vt:lpstr>
      <vt:lpstr>JAOUSQ+CMR9</vt:lpstr>
      <vt:lpstr>NLSSRE+CMR7</vt:lpstr>
      <vt:lpstr>NDIUOU+CMBX12~c</vt:lpstr>
      <vt:lpstr>PSOVUI+Helvetica</vt:lpstr>
      <vt:lpstr>RNCLHH+CMR7</vt:lpstr>
      <vt:lpstr>VLQHDQ+CMBX12~c</vt:lpstr>
      <vt:lpstr>HLIPES+CMR10</vt:lpstr>
      <vt:lpstr>UOPRLI+CMBX9</vt:lpstr>
      <vt:lpstr>DHMJOM+CMR9</vt:lpstr>
      <vt:lpstr>QQMCAC+CMR7</vt:lpstr>
      <vt:lpstr>EDRGBD+CMBX12~c</vt:lpstr>
      <vt:lpstr>NNRKCB+CMR10</vt:lpstr>
      <vt:lpstr>BDCUBF+CMBX9</vt:lpstr>
      <vt:lpstr>MAQVQI+CMR9</vt:lpstr>
      <vt:lpstr>GNNKRR+CMR7</vt:lpstr>
      <vt:lpstr>UKSNNS+CMBX12~c</vt:lpstr>
      <vt:lpstr>DBNRVU+Helvetica</vt:lpstr>
      <vt:lpstr>DWGNHM+CMR7</vt:lpstr>
      <vt:lpstr>GKQQLB+CMBX12~c</vt:lpstr>
      <vt:lpstr>JAGUPI+CMSY10~25</vt:lpstr>
      <vt:lpstr>LHPIUN+CMBX10</vt:lpstr>
      <vt:lpstr>BJQVBR+CMR10</vt:lpstr>
      <vt:lpstr>LLMTPG+CMR7</vt:lpstr>
      <vt:lpstr>BGKAJO+CMBX12~c</vt:lpstr>
      <vt:lpstr>IOMGPC+Helvetica</vt:lpstr>
      <vt:lpstr>AUVKRV+CMR7</vt:lpstr>
      <vt:lpstr>BWVAQS+CMBX12~c</vt:lpstr>
      <vt:lpstr>ICSPFV+CMSY10~25</vt:lpstr>
      <vt:lpstr>SFOBEV+CMBX10</vt:lpstr>
      <vt:lpstr>WWECKB+CMR10</vt:lpstr>
      <vt:lpstr>ERHPUL+CMR7</vt:lpstr>
      <vt:lpstr>BABFEP+CMBX12~c</vt:lpstr>
      <vt:lpstr>BUJBBR+CMSY10~25</vt:lpstr>
      <vt:lpstr>AKAWBB+CMBX10</vt:lpstr>
      <vt:lpstr>NOUQLB+CMR10</vt:lpstr>
      <vt:lpstr>UONBUL+CMR7</vt:lpstr>
      <vt:lpstr>DLEIVI+CMBX12~c</vt:lpstr>
      <vt:lpstr>EUAQIJ+CMSY9</vt:lpstr>
      <vt:lpstr>STPQGR+CMBX9</vt:lpstr>
      <vt:lpstr>RCJIDK+CMR9</vt:lpstr>
      <vt:lpstr>JALMEU+CMR7</vt:lpstr>
      <vt:lpstr>SPWOTB+CMBX12~c</vt:lpstr>
      <vt:lpstr>BEIDMU+Helvetica</vt:lpstr>
      <vt:lpstr>BDJBJP+CMR7</vt:lpstr>
      <vt:lpstr>QAVFDV+CMBX12~c</vt:lpstr>
      <vt:lpstr>IWRJAL+CMSY10~25</vt:lpstr>
      <vt:lpstr>HBISTQ+CMBX10</vt:lpstr>
      <vt:lpstr>KIBWVW+CMR10</vt:lpstr>
      <vt:lpstr>SNVNLA+CMR7</vt:lpstr>
      <vt:lpstr>VITNTH+CMBX12~c</vt:lpstr>
      <vt:lpstr>NFPEGG+Helvetica</vt:lpstr>
      <vt:lpstr>WTBSJC+Helvetica-Bold</vt:lpstr>
      <vt:lpstr>FNIRIH+CMSY10~25</vt:lpstr>
      <vt:lpstr>CRFRIT+CMR10</vt:lpstr>
      <vt:lpstr>CNEVEF+CMR7</vt:lpstr>
      <vt:lpstr>KVTBPD+CMBX12~c</vt:lpstr>
      <vt:lpstr>RQWWLG+CMSY10~25</vt:lpstr>
      <vt:lpstr>KTVPUG+CMR10</vt:lpstr>
      <vt:lpstr>VOCQRQ+CMBX10</vt:lpstr>
      <vt:lpstr>CVUAFW+CMR7</vt:lpstr>
      <vt:lpstr>STGNVW+CMBX12~c</vt:lpstr>
      <vt:lpstr>NPDAIJ+CMR10</vt:lpstr>
      <vt:lpstr>HKCEIP+CMSY10~25</vt:lpstr>
      <vt:lpstr>QOLVLW+CMMI10</vt:lpstr>
      <vt:lpstr>DMTJNG+CMR7</vt:lpstr>
      <vt:lpstr>LOWPWA+CMBX12~c</vt:lpstr>
      <vt:lpstr>TFSUMV+CMR10</vt:lpstr>
      <vt:lpstr>KHBDNA+CMSY10~25</vt:lpstr>
      <vt:lpstr>EEPTAB+CMR7</vt:lpstr>
      <vt:lpstr>SFCVNQ+CMBX12~c</vt:lpstr>
      <vt:lpstr>ULEJDI+Helvetica</vt:lpstr>
      <vt:lpstr>CNRWFT+CMBX10</vt:lpstr>
      <vt:lpstr>KRCOUI+CMR10</vt:lpstr>
      <vt:lpstr>MATTNO+CMSY10~25</vt:lpstr>
      <vt:lpstr>CCRSDC+CMR7</vt:lpstr>
      <vt:lpstr>JCUSBS+CMBX12~c</vt:lpstr>
      <vt:lpstr>LWOBBF+CMSY10~25</vt:lpstr>
      <vt:lpstr>JCUWSA+CMR10</vt:lpstr>
      <vt:lpstr>RSPIAO+CMR7</vt:lpstr>
      <vt:lpstr>CTVDWQ+CMBX12~c</vt:lpstr>
      <vt:lpstr>NFGLMQ+CMSY10~25</vt:lpstr>
      <vt:lpstr>CGTPTB+CMR10</vt:lpstr>
      <vt:lpstr>MCJRNF+CMTI10</vt:lpstr>
      <vt:lpstr>JBJRDS+CMR7</vt:lpstr>
      <vt:lpstr>PHEOUB+CMBX12~c</vt:lpstr>
      <vt:lpstr>FIPHTI+CMSY10~25</vt:lpstr>
      <vt:lpstr>GKPGTI+CMR10</vt:lpstr>
      <vt:lpstr>AVMQGL+CMR7</vt:lpstr>
      <vt:lpstr>MingLiU_HKSCS-ExtB</vt:lpstr>
      <vt:lpstr>Lucida Console</vt:lpstr>
      <vt:lpstr>Bell MT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4</cp:revision>
  <dcterms:created xsi:type="dcterms:W3CDTF">2026-05-27T00:30:00Z</dcterms:created>
  <dcterms:modified xsi:type="dcterms:W3CDTF">2026-05-27T00:39:54Z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0AE1107297164C879CD05AA5ECFB0CCA_13</vt:lpwstr>
  </property>
  <property fmtid="{D5CDD505-2E9C-101B-9397-08002B2CF9AE}" pid="3" name="KSOProductBuildVer">
    <vt:lpwstr>2052-12.1.0.23542</vt:lpwstr>
  </property>
</Properties>
</file>