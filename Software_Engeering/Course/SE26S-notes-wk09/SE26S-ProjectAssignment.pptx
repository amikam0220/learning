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672" r:id="rId3"/>
    <p:sldId id="674" r:id="rId4"/>
    <p:sldId id="673" r:id="rId5"/>
  </p:sldIdLst>
  <p:sldSz cx="10693400" cy="7556500"/>
  <p:notesSz cx="10693400" cy="7556500"/>
  <p:embeddedFontLst>
    <p:embeddedFont>
      <p:font typeface="Calibri" panose="020F0502020204030204" charset="0"/>
      <p:regular r:id="rId9"/>
      <p:bold r:id="rId10"/>
      <p:italic r:id="rId11"/>
      <p:boldItalic r:id="rId12"/>
    </p:embeddedFont>
  </p:embeddedFontLst>
  <p:custDataLst>
    <p:tags r:id="rId13"/>
  </p:custDataLst>
  <p:defaultTextStyle/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97" d="100"/>
          <a:sy n="97" d="100"/>
        </p:scale>
        <p:origin x="-1524" y="-9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160" y="1257935"/>
            <a:ext cx="8871585" cy="43757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015" y="898525"/>
            <a:ext cx="9133205" cy="55162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915" y="1186180"/>
            <a:ext cx="8783320" cy="331597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17.08.21"/>
  <p:tag name="AS_TITLE" val="Aspose.Slides for .NET 2.0"/>
  <p:tag name="AS_VERSION" val="17.8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</vt:lpstr>
      <vt:lpstr>Theme Office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HeMa</dc:creator>
  <cp:lastModifiedBy>MX</cp:lastModifiedBy>
  <cp:revision>11</cp:revision>
  <dcterms:created xsi:type="dcterms:W3CDTF">2025-05-08T23:42:00Z</dcterms:created>
  <dcterms:modified xsi:type="dcterms:W3CDTF">2026-05-05T04:04:34Z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DD17240C20A24944AD1F70AA91699AE8_12</vt:lpwstr>
  </property>
  <property fmtid="{D5CDD505-2E9C-101B-9397-08002B2CF9AE}" pid="3" name="KSOProductBuildVer">
    <vt:lpwstr>2052-12.1.0.23542</vt:lpwstr>
  </property>
</Properties>
</file>