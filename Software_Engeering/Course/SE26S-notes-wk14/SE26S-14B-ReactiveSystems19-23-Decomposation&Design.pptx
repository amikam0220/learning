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29.fntdata" ContentType="application/x-fontdata"/>
  <Override PartName="/ppt/fonts/font23.fntdata" ContentType="application/x-fontdata"/>
  <Override PartName="/ppt/fonts/font230.fntdata" ContentType="application/x-fontdata"/>
  <Override PartName="/ppt/fonts/font231.fntdata" ContentType="application/x-fontdata"/>
  <Override PartName="/ppt/fonts/font232.fntdata" ContentType="application/x-fontdata"/>
  <Override PartName="/ppt/fonts/font233.fntdata" ContentType="application/x-fontdata"/>
  <Override PartName="/ppt/fonts/font234.fntdata" ContentType="application/x-fontdata"/>
  <Override PartName="/ppt/fonts/font235.fntdata" ContentType="application/x-fontdata"/>
  <Override PartName="/ppt/fonts/font236.fntdata" ContentType="application/x-fontdata"/>
  <Override PartName="/ppt/fonts/font237.fntdata" ContentType="application/x-fontdata"/>
  <Override PartName="/ppt/fonts/font238.fntdata" ContentType="application/x-fontdata"/>
  <Override PartName="/ppt/fonts/font239.fntdata" ContentType="application/x-fontdata"/>
  <Override PartName="/ppt/fonts/font24.fntdata" ContentType="application/x-fontdata"/>
  <Override PartName="/ppt/fonts/font240.fntdata" ContentType="application/x-fontdata"/>
  <Override PartName="/ppt/fonts/font241.fntdata" ContentType="application/x-fontdata"/>
  <Override PartName="/ppt/fonts/font242.fntdata" ContentType="application/x-fontdata"/>
  <Override PartName="/ppt/fonts/font243.fntdata" ContentType="application/x-fontdata"/>
  <Override PartName="/ppt/fonts/font244.fntdata" ContentType="application/x-fontdata"/>
  <Override PartName="/ppt/fonts/font245.fntdata" ContentType="application/x-fontdata"/>
  <Override PartName="/ppt/fonts/font246.fntdata" ContentType="application/x-fontdata"/>
  <Override PartName="/ppt/fonts/font247.fntdata" ContentType="application/x-fontdata"/>
  <Override PartName="/ppt/fonts/font248.fntdata" ContentType="application/x-fontdata"/>
  <Override PartName="/ppt/fonts/font249.fntdata" ContentType="application/x-fontdata"/>
  <Override PartName="/ppt/fonts/font25.fntdata" ContentType="application/x-fontdata"/>
  <Override PartName="/ppt/fonts/font250.fntdata" ContentType="application/x-fontdata"/>
  <Override PartName="/ppt/fonts/font251.fntdata" ContentType="application/x-fontdata"/>
  <Override PartName="/ppt/fonts/font252.fntdata" ContentType="application/x-fontdata"/>
  <Override PartName="/ppt/fonts/font253.fntdata" ContentType="application/x-fontdata"/>
  <Override PartName="/ppt/fonts/font254.fntdata" ContentType="application/x-fontdata"/>
  <Override PartName="/ppt/fonts/font255.fntdata" ContentType="application/x-fontdata"/>
  <Override PartName="/ppt/fonts/font256.fntdata" ContentType="application/x-fontdata"/>
  <Override PartName="/ppt/fonts/font257.fntdata" ContentType="application/x-fontdata"/>
  <Override PartName="/ppt/fonts/font258.fntdata" ContentType="application/x-fontdata"/>
  <Override PartName="/ppt/fonts/font259.fntdata" ContentType="application/x-fontdata"/>
  <Override PartName="/ppt/fonts/font26.fntdata" ContentType="application/x-fontdata"/>
  <Override PartName="/ppt/fonts/font260.fntdata" ContentType="application/x-fontdata"/>
  <Override PartName="/ppt/fonts/font261.fntdata" ContentType="application/x-fontdata"/>
  <Override PartName="/ppt/fonts/font262.fntdata" ContentType="application/x-fontdata"/>
  <Override PartName="/ppt/fonts/font263.fntdata" ContentType="application/x-fontdata"/>
  <Override PartName="/ppt/fonts/font264.fntdata" ContentType="application/x-fontdata"/>
  <Override PartName="/ppt/fonts/font265.fntdata" ContentType="application/x-fontdata"/>
  <Override PartName="/ppt/fonts/font266.fntdata" ContentType="application/x-fontdata"/>
  <Override PartName="/ppt/fonts/font267.fntdata" ContentType="application/x-fontdata"/>
  <Override PartName="/ppt/fonts/font268.fntdata" ContentType="application/x-fontdata"/>
  <Override PartName="/ppt/fonts/font269.fntdata" ContentType="application/x-fontdata"/>
  <Override PartName="/ppt/fonts/font27.fntdata" ContentType="application/x-fontdata"/>
  <Override PartName="/ppt/fonts/font270.fntdata" ContentType="application/x-fontdata"/>
  <Override PartName="/ppt/fonts/font271.fntdata" ContentType="application/x-fontdata"/>
  <Override PartName="/ppt/fonts/font272.fntdata" ContentType="application/x-fontdata"/>
  <Override PartName="/ppt/fonts/font273.fntdata" ContentType="application/x-fontdata"/>
  <Override PartName="/ppt/fonts/font274.fntdata" ContentType="application/x-fontdata"/>
  <Override PartName="/ppt/fonts/font275.fntdata" ContentType="application/x-fontdata"/>
  <Override PartName="/ppt/fonts/font276.fntdata" ContentType="application/x-fontdata"/>
  <Override PartName="/ppt/fonts/font277.fntdata" ContentType="application/x-fontdata"/>
  <Override PartName="/ppt/fonts/font278.fntdata" ContentType="application/x-fontdata"/>
  <Override PartName="/ppt/fonts/font279.fntdata" ContentType="application/x-fontdata"/>
  <Override PartName="/ppt/fonts/font28.fntdata" ContentType="application/x-fontdata"/>
  <Override PartName="/ppt/fonts/font280.fntdata" ContentType="application/x-fontdata"/>
  <Override PartName="/ppt/fonts/font281.fntdata" ContentType="application/x-fontdata"/>
  <Override PartName="/ppt/fonts/font282.fntdata" ContentType="application/x-fontdata"/>
  <Override PartName="/ppt/fonts/font283.fntdata" ContentType="application/x-fontdata"/>
  <Override PartName="/ppt/fonts/font284.fntdata" ContentType="application/x-fontdata"/>
  <Override PartName="/ppt/fonts/font285.fntdata" ContentType="application/x-fontdata"/>
  <Override PartName="/ppt/fonts/font286.fntdata" ContentType="application/x-fontdata"/>
  <Override PartName="/ppt/fonts/font287.fntdata" ContentType="application/x-fontdata"/>
  <Override PartName="/ppt/fonts/font288.fntdata" ContentType="application/x-fontdata"/>
  <Override PartName="/ppt/fonts/font289.fntdata" ContentType="application/x-fontdata"/>
  <Override PartName="/ppt/fonts/font29.fntdata" ContentType="application/x-fontdata"/>
  <Override PartName="/ppt/fonts/font290.fntdata" ContentType="application/x-fontdata"/>
  <Override PartName="/ppt/fonts/font291.fntdata" ContentType="application/x-fontdata"/>
  <Override PartName="/ppt/fonts/font292.fntdata" ContentType="application/x-fontdata"/>
  <Override PartName="/ppt/fonts/font293.fntdata" ContentType="application/x-fontdata"/>
  <Override PartName="/ppt/fonts/font294.fntdata" ContentType="application/x-fontdata"/>
  <Override PartName="/ppt/fonts/font295.fntdata" ContentType="application/x-fontdata"/>
  <Override PartName="/ppt/fonts/font296.fntdata" ContentType="application/x-fontdata"/>
  <Override PartName="/ppt/fonts/font297.fntdata" ContentType="application/x-fontdata"/>
  <Override PartName="/ppt/fonts/font298.fntdata" ContentType="application/x-fontdata"/>
  <Override PartName="/ppt/fonts/font299.fntdata" ContentType="application/x-fontdata"/>
  <Override PartName="/ppt/fonts/font3.fntdata" ContentType="application/x-fontdata"/>
  <Override PartName="/ppt/fonts/font30.fntdata" ContentType="application/x-fontdata"/>
  <Override PartName="/ppt/fonts/font300.fntdata" ContentType="application/x-fontdata"/>
  <Override PartName="/ppt/fonts/font301.fntdata" ContentType="application/x-fontdata"/>
  <Override PartName="/ppt/fonts/font302.fntdata" ContentType="application/x-fontdata"/>
  <Override PartName="/ppt/fonts/font303.fntdata" ContentType="application/x-fontdata"/>
  <Override PartName="/ppt/fonts/font304.fntdata" ContentType="application/x-fontdata"/>
  <Override PartName="/ppt/fonts/font305.fntdata" ContentType="application/x-fontdata"/>
  <Override PartName="/ppt/fonts/font306.fntdata" ContentType="application/x-fontdata"/>
  <Override PartName="/ppt/fonts/font307.fntdata" ContentType="application/x-fontdata"/>
  <Override PartName="/ppt/fonts/font308.fntdata" ContentType="application/x-fontdata"/>
  <Override PartName="/ppt/fonts/font309.fntdata" ContentType="application/x-fontdata"/>
  <Override PartName="/ppt/fonts/font31.fntdata" ContentType="application/x-fontdata"/>
  <Override PartName="/ppt/fonts/font310.fntdata" ContentType="application/x-fontdata"/>
  <Override PartName="/ppt/fonts/font311.fntdata" ContentType="application/x-fontdata"/>
  <Override PartName="/ppt/fonts/font312.fntdata" ContentType="application/x-fontdata"/>
  <Override PartName="/ppt/fonts/font313.fntdata" ContentType="application/x-fontdata"/>
  <Override PartName="/ppt/fonts/font314.fntdata" ContentType="application/x-fontdata"/>
  <Override PartName="/ppt/fonts/font315.fntdata" ContentType="application/x-fontdata"/>
  <Override PartName="/ppt/fonts/font316.fntdata" ContentType="application/x-fontdata"/>
  <Override PartName="/ppt/fonts/font317.fntdata" ContentType="application/x-fontdata"/>
  <Override PartName="/ppt/fonts/font318.fntdata" ContentType="application/x-fontdata"/>
  <Override PartName="/ppt/fonts/font319.fntdata" ContentType="application/x-fontdata"/>
  <Override PartName="/ppt/fonts/font32.fntdata" ContentType="application/x-fontdata"/>
  <Override PartName="/ppt/fonts/font320.fntdata" ContentType="application/x-fontdata"/>
  <Override PartName="/ppt/fonts/font321.fntdata" ContentType="application/x-fontdata"/>
  <Override PartName="/ppt/fonts/font322.fntdata" ContentType="application/x-fontdata"/>
  <Override PartName="/ppt/fonts/font323.fntdata" ContentType="application/x-fontdata"/>
  <Override PartName="/ppt/fonts/font324.fntdata" ContentType="application/x-fontdata"/>
  <Override PartName="/ppt/fonts/font325.fntdata" ContentType="application/x-fontdata"/>
  <Override PartName="/ppt/fonts/font326.fntdata" ContentType="application/x-fontdata"/>
  <Override PartName="/ppt/fonts/font327.fntdata" ContentType="application/x-fontdata"/>
  <Override PartName="/ppt/fonts/font328.fntdata" ContentType="application/x-fontdata"/>
  <Override PartName="/ppt/fonts/font329.fntdata" ContentType="application/x-fontdata"/>
  <Override PartName="/ppt/fonts/font33.fntdata" ContentType="application/x-fontdata"/>
  <Override PartName="/ppt/fonts/font330.fntdata" ContentType="application/x-fontdata"/>
  <Override PartName="/ppt/fonts/font331.fntdata" ContentType="application/x-fontdata"/>
  <Override PartName="/ppt/fonts/font332.fntdata" ContentType="application/x-fontdata"/>
  <Override PartName="/ppt/fonts/font333.fntdata" ContentType="application/x-fontdata"/>
  <Override PartName="/ppt/fonts/font334.fntdata" ContentType="application/x-fontdata"/>
  <Override PartName="/ppt/fonts/font335.fntdata" ContentType="application/x-fontdata"/>
  <Override PartName="/ppt/fonts/font336.fntdata" ContentType="application/x-fontdata"/>
  <Override PartName="/ppt/fonts/font337.fntdata" ContentType="application/x-fontdata"/>
  <Override PartName="/ppt/fonts/font338.fntdata" ContentType="application/x-fontdata"/>
  <Override PartName="/ppt/fonts/font339.fntdata" ContentType="application/x-fontdata"/>
  <Override PartName="/ppt/fonts/font34.fntdata" ContentType="application/x-fontdata"/>
  <Override PartName="/ppt/fonts/font340.fntdata" ContentType="application/x-fontdata"/>
  <Override PartName="/ppt/fonts/font341.fntdata" ContentType="application/x-fontdata"/>
  <Override PartName="/ppt/fonts/font342.fntdata" ContentType="application/x-fontdata"/>
  <Override PartName="/ppt/fonts/font343.fntdata" ContentType="application/x-fontdata"/>
  <Override PartName="/ppt/fonts/font344.fntdata" ContentType="application/x-fontdata"/>
  <Override PartName="/ppt/fonts/font345.fntdata" ContentType="application/x-fontdata"/>
  <Override PartName="/ppt/fonts/font346.fntdata" ContentType="application/x-fontdata"/>
  <Override PartName="/ppt/fonts/font347.fntdata" ContentType="application/x-fontdata"/>
  <Override PartName="/ppt/fonts/font348.fntdata" ContentType="application/x-fontdata"/>
  <Override PartName="/ppt/fonts/font349.fntdata" ContentType="application/x-fontdata"/>
  <Override PartName="/ppt/fonts/font35.fntdata" ContentType="application/x-fontdata"/>
  <Override PartName="/ppt/fonts/font350.fntdata" ContentType="application/x-fontdata"/>
  <Override PartName="/ppt/fonts/font351.fntdata" ContentType="application/x-fontdata"/>
  <Override PartName="/ppt/fonts/font352.fntdata" ContentType="application/x-fontdata"/>
  <Override PartName="/ppt/fonts/font353.fntdata" ContentType="application/x-fontdata"/>
  <Override PartName="/ppt/fonts/font354.fntdata" ContentType="application/x-fontdata"/>
  <Override PartName="/ppt/fonts/font355.fntdata" ContentType="application/x-fontdata"/>
  <Override PartName="/ppt/fonts/font356.fntdata" ContentType="application/x-fontdata"/>
  <Override PartName="/ppt/fonts/font357.fntdata" ContentType="application/x-fontdata"/>
  <Override PartName="/ppt/fonts/font358.fntdata" ContentType="application/x-fontdata"/>
  <Override PartName="/ppt/fonts/font359.fntdata" ContentType="application/x-fontdata"/>
  <Override PartName="/ppt/fonts/font36.fntdata" ContentType="application/x-fontdata"/>
  <Override PartName="/ppt/fonts/font360.fntdata" ContentType="application/x-fontdata"/>
  <Override PartName="/ppt/fonts/font361.fntdata" ContentType="application/x-fontdata"/>
  <Override PartName="/ppt/fonts/font362.fntdata" ContentType="application/x-fontdata"/>
  <Override PartName="/ppt/fonts/font363.fntdata" ContentType="application/x-fontdata"/>
  <Override PartName="/ppt/fonts/font364.fntdata" ContentType="application/x-fontdata"/>
  <Override PartName="/ppt/fonts/font365.fntdata" ContentType="application/x-fontdata"/>
  <Override PartName="/ppt/fonts/font366.fntdata" ContentType="application/x-fontdata"/>
  <Override PartName="/ppt/fonts/font367.fntdata" ContentType="application/x-fontdata"/>
  <Override PartName="/ppt/fonts/font368.fntdata" ContentType="application/x-fontdata"/>
  <Override PartName="/ppt/fonts/font369.fntdata" ContentType="application/x-fontdata"/>
  <Override PartName="/ppt/fonts/font37.fntdata" ContentType="application/x-fontdata"/>
  <Override PartName="/ppt/fonts/font370.fntdata" ContentType="application/x-fontdata"/>
  <Override PartName="/ppt/fonts/font371.fntdata" ContentType="application/x-fontdata"/>
  <Override PartName="/ppt/fonts/font372.fntdata" ContentType="application/x-fontdata"/>
  <Override PartName="/ppt/fonts/font373.fntdata" ContentType="application/x-fontdata"/>
  <Override PartName="/ppt/fonts/font374.fntdata" ContentType="application/x-fontdata"/>
  <Override PartName="/ppt/fonts/font375.fntdata" ContentType="application/x-fontdata"/>
  <Override PartName="/ppt/fonts/font376.fntdata" ContentType="application/x-fontdata"/>
  <Override PartName="/ppt/fonts/font377.fntdata" ContentType="application/x-fontdata"/>
  <Override PartName="/ppt/fonts/font378.fntdata" ContentType="application/x-fontdata"/>
  <Override PartName="/ppt/fonts/font379.fntdata" ContentType="application/x-fontdata"/>
  <Override PartName="/ppt/fonts/font38.fntdata" ContentType="application/x-fontdata"/>
  <Override PartName="/ppt/fonts/font380.fntdata" ContentType="application/x-fontdata"/>
  <Override PartName="/ppt/fonts/font381.fntdata" ContentType="application/x-fontdata"/>
  <Override PartName="/ppt/fonts/font382.fntdata" ContentType="application/x-fontdata"/>
  <Override PartName="/ppt/fonts/font383.fntdata" ContentType="application/x-fontdata"/>
  <Override PartName="/ppt/fonts/font384.fntdata" ContentType="application/x-fontdata"/>
  <Override PartName="/ppt/fonts/font385.fntdata" ContentType="application/x-fontdata"/>
  <Override PartName="/ppt/fonts/font386.fntdata" ContentType="application/x-fontdata"/>
  <Override PartName="/ppt/fonts/font387.fntdata" ContentType="application/x-fontdata"/>
  <Override PartName="/ppt/fonts/font388.fntdata" ContentType="application/x-fontdata"/>
  <Override PartName="/ppt/fonts/font389.fntdata" ContentType="application/x-fontdata"/>
  <Override PartName="/ppt/fonts/font39.fntdata" ContentType="application/x-fontdata"/>
  <Override PartName="/ppt/fonts/font390.fntdata" ContentType="application/x-fontdata"/>
  <Override PartName="/ppt/fonts/font391.fntdata" ContentType="application/x-fontdata"/>
  <Override PartName="/ppt/fonts/font392.fntdata" ContentType="application/x-fontdata"/>
  <Override PartName="/ppt/fonts/font393.fntdata" ContentType="application/x-fontdata"/>
  <Override PartName="/ppt/fonts/font394.fntdata" ContentType="application/x-fontdata"/>
  <Override PartName="/ppt/fonts/font395.fntdata" ContentType="application/x-fontdata"/>
  <Override PartName="/ppt/fonts/font396.fntdata" ContentType="application/x-fontdata"/>
  <Override PartName="/ppt/fonts/font397.fntdata" ContentType="application/x-fontdata"/>
  <Override PartName="/ppt/fonts/font398.fntdata" ContentType="application/x-fontdata"/>
  <Override PartName="/ppt/fonts/font399.fntdata" ContentType="application/x-fontdata"/>
  <Override PartName="/ppt/fonts/font4.fntdata" ContentType="application/x-fontdata"/>
  <Override PartName="/ppt/fonts/font40.fntdata" ContentType="application/x-fontdata"/>
  <Override PartName="/ppt/fonts/font400.fntdata" ContentType="application/x-fontdata"/>
  <Override PartName="/ppt/fonts/font401.fntdata" ContentType="application/x-fontdata"/>
  <Override PartName="/ppt/fonts/font402.fntdata" ContentType="application/x-fontdata"/>
  <Override PartName="/ppt/fonts/font403.fntdata" ContentType="application/x-fontdata"/>
  <Override PartName="/ppt/fonts/font404.fntdata" ContentType="application/x-fontdata"/>
  <Override PartName="/ppt/fonts/font405.fntdata" ContentType="application/x-fontdata"/>
  <Override PartName="/ppt/fonts/font406.fntdata" ContentType="application/x-fontdata"/>
  <Override PartName="/ppt/fonts/font407.fntdata" ContentType="application/x-fontdata"/>
  <Override PartName="/ppt/fonts/font408.fntdata" ContentType="application/x-fontdata"/>
  <Override PartName="/ppt/fonts/font409.fntdata" ContentType="application/x-fontdata"/>
  <Override PartName="/ppt/fonts/font41.fntdata" ContentType="application/x-fontdata"/>
  <Override PartName="/ppt/fonts/font410.fntdata" ContentType="application/x-fontdata"/>
  <Override PartName="/ppt/fonts/font411.fntdata" ContentType="application/x-fontdata"/>
  <Override PartName="/ppt/fonts/font412.fntdata" ContentType="application/x-fontdata"/>
  <Override PartName="/ppt/fonts/font413.fntdata" ContentType="application/x-fontdata"/>
  <Override PartName="/ppt/fonts/font414.fntdata" ContentType="application/x-fontdata"/>
  <Override PartName="/ppt/fonts/font415.fntdata" ContentType="application/x-fontdata"/>
  <Override PartName="/ppt/fonts/font416.fntdata" ContentType="application/x-fontdata"/>
  <Override PartName="/ppt/fonts/font417.fntdata" ContentType="application/x-fontdata"/>
  <Override PartName="/ppt/fonts/font418.fntdata" ContentType="application/x-fontdata"/>
  <Override PartName="/ppt/fonts/font419.fntdata" ContentType="application/x-fontdata"/>
  <Override PartName="/ppt/fonts/font42.fntdata" ContentType="application/x-fontdata"/>
  <Override PartName="/ppt/fonts/font420.fntdata" ContentType="application/x-fontdata"/>
  <Override PartName="/ppt/fonts/font421.fntdata" ContentType="application/x-fontdata"/>
  <Override PartName="/ppt/fonts/font422.fntdata" ContentType="application/x-fontdata"/>
  <Override PartName="/ppt/fonts/font423.fntdata" ContentType="application/x-fontdata"/>
  <Override PartName="/ppt/fonts/font424.fntdata" ContentType="application/x-fontdata"/>
  <Override PartName="/ppt/fonts/font425.fntdata" ContentType="application/x-fontdata"/>
  <Override PartName="/ppt/fonts/font426.fntdata" ContentType="application/x-fontdata"/>
  <Override PartName="/ppt/fonts/font427.fntdata" ContentType="application/x-fontdata"/>
  <Override PartName="/ppt/fonts/font428.fntdata" ContentType="application/x-fontdata"/>
  <Override PartName="/ppt/fonts/font429.fntdata" ContentType="application/x-fontdata"/>
  <Override PartName="/ppt/fonts/font43.fntdata" ContentType="application/x-fontdata"/>
  <Override PartName="/ppt/fonts/font430.fntdata" ContentType="application/x-fontdata"/>
  <Override PartName="/ppt/fonts/font431.fntdata" ContentType="application/x-fontdata"/>
  <Override PartName="/ppt/fonts/font432.fntdata" ContentType="application/x-fontdata"/>
  <Override PartName="/ppt/fonts/font433.fntdata" ContentType="application/x-fontdata"/>
  <Override PartName="/ppt/fonts/font434.fntdata" ContentType="application/x-fontdata"/>
  <Override PartName="/ppt/fonts/font435.fntdata" ContentType="application/x-fontdata"/>
  <Override PartName="/ppt/fonts/font436.fntdata" ContentType="application/x-fontdata"/>
  <Override PartName="/ppt/fonts/font437.fntdata" ContentType="application/x-fontdata"/>
  <Override PartName="/ppt/fonts/font438.fntdata" ContentType="application/x-fontdata"/>
  <Override PartName="/ppt/fonts/font439.fntdata" ContentType="application/x-fontdata"/>
  <Override PartName="/ppt/fonts/font44.fntdata" ContentType="application/x-fontdata"/>
  <Override PartName="/ppt/fonts/font440.fntdata" ContentType="application/x-fontdata"/>
  <Override PartName="/ppt/fonts/font441.fntdata" ContentType="application/x-fontdata"/>
  <Override PartName="/ppt/fonts/font442.fntdata" ContentType="application/x-fontdata"/>
  <Override PartName="/ppt/fonts/font443.fntdata" ContentType="application/x-fontdata"/>
  <Override PartName="/ppt/fonts/font444.fntdata" ContentType="application/x-fontdata"/>
  <Override PartName="/ppt/fonts/font445.fntdata" ContentType="application/x-fontdata"/>
  <Override PartName="/ppt/fonts/font446.fntdata" ContentType="application/x-fontdata"/>
  <Override PartName="/ppt/fonts/font447.fntdata" ContentType="application/x-fontdata"/>
  <Override PartName="/ppt/fonts/font448.fntdata" ContentType="application/x-fontdata"/>
  <Override PartName="/ppt/fonts/font449.fntdata" ContentType="application/x-fontdata"/>
  <Override PartName="/ppt/fonts/font45.fntdata" ContentType="application/x-fontdata"/>
  <Override PartName="/ppt/fonts/font450.fntdata" ContentType="application/x-fontdata"/>
  <Override PartName="/ppt/fonts/font451.fntdata" ContentType="application/x-fontdata"/>
  <Override PartName="/ppt/fonts/font452.fntdata" ContentType="application/x-fontdata"/>
  <Override PartName="/ppt/fonts/font453.fntdata" ContentType="application/x-fontdata"/>
  <Override PartName="/ppt/fonts/font454.fntdata" ContentType="application/x-fontdata"/>
  <Override PartName="/ppt/fonts/font455.fntdata" ContentType="application/x-fontdata"/>
  <Override PartName="/ppt/fonts/font456.fntdata" ContentType="application/x-fontdata"/>
  <Override PartName="/ppt/fonts/font457.fntdata" ContentType="application/x-fontdata"/>
  <Override PartName="/ppt/fonts/font458.fntdata" ContentType="application/x-fontdata"/>
  <Override PartName="/ppt/fonts/font459.fntdata" ContentType="application/x-fontdata"/>
  <Override PartName="/ppt/fonts/font46.fntdata" ContentType="application/x-fontdata"/>
  <Override PartName="/ppt/fonts/font460.fntdata" ContentType="application/x-fontdata"/>
  <Override PartName="/ppt/fonts/font461.fntdata" ContentType="application/x-fontdata"/>
  <Override PartName="/ppt/fonts/font462.fntdata" ContentType="application/x-fontdata"/>
  <Override PartName="/ppt/fonts/font463.fntdata" ContentType="application/x-fontdata"/>
  <Override PartName="/ppt/fonts/font464.fntdata" ContentType="application/x-fontdata"/>
  <Override PartName="/ppt/fonts/font465.fntdata" ContentType="application/x-fontdata"/>
  <Override PartName="/ppt/fonts/font466.fntdata" ContentType="application/x-fontdata"/>
  <Override PartName="/ppt/fonts/font467.fntdata" ContentType="application/x-fontdata"/>
  <Override PartName="/ppt/fonts/font468.fntdata" ContentType="application/x-fontdata"/>
  <Override PartName="/ppt/fonts/font469.fntdata" ContentType="application/x-fontdata"/>
  <Override PartName="/ppt/fonts/font47.fntdata" ContentType="application/x-fontdata"/>
  <Override PartName="/ppt/fonts/font470.fntdata" ContentType="application/x-fontdata"/>
  <Override PartName="/ppt/fonts/font471.fntdata" ContentType="application/x-fontdata"/>
  <Override PartName="/ppt/fonts/font472.fntdata" ContentType="application/x-fontdata"/>
  <Override PartName="/ppt/fonts/font473.fntdata" ContentType="application/x-fontdata"/>
  <Override PartName="/ppt/fonts/font474.fntdata" ContentType="application/x-fontdata"/>
  <Override PartName="/ppt/fonts/font475.fntdata" ContentType="application/x-fontdata"/>
  <Override PartName="/ppt/fonts/font476.fntdata" ContentType="application/x-fontdata"/>
  <Override PartName="/ppt/fonts/font477.fntdata" ContentType="application/x-fontdata"/>
  <Override PartName="/ppt/fonts/font478.fntdata" ContentType="application/x-fontdata"/>
  <Override PartName="/ppt/fonts/font479.fntdata" ContentType="application/x-fontdata"/>
  <Override PartName="/ppt/fonts/font48.fntdata" ContentType="application/x-fontdata"/>
  <Override PartName="/ppt/fonts/font480.fntdata" ContentType="application/x-fontdata"/>
  <Override PartName="/ppt/fonts/font481.fntdata" ContentType="application/x-fontdata"/>
  <Override PartName="/ppt/fonts/font482.fntdata" ContentType="application/x-fontdata"/>
  <Override PartName="/ppt/fonts/font483.fntdata" ContentType="application/x-fontdata"/>
  <Override PartName="/ppt/fonts/font484.fntdata" ContentType="application/x-fontdata"/>
  <Override PartName="/ppt/fonts/font485.fntdata" ContentType="application/x-fontdata"/>
  <Override PartName="/ppt/fonts/font486.fntdata" ContentType="application/x-fontdata"/>
  <Override PartName="/ppt/fonts/font487.fntdata" ContentType="application/x-fontdata"/>
  <Override PartName="/ppt/fonts/font488.fntdata" ContentType="application/x-fontdata"/>
  <Override PartName="/ppt/fonts/font489.fntdata" ContentType="application/x-fontdata"/>
  <Override PartName="/ppt/fonts/font49.fntdata" ContentType="application/x-fontdata"/>
  <Override PartName="/ppt/fonts/font490.fntdata" ContentType="application/x-fontdata"/>
  <Override PartName="/ppt/fonts/font491.fntdata" ContentType="application/x-fontdata"/>
  <Override PartName="/ppt/fonts/font492.fntdata" ContentType="application/x-fontdata"/>
  <Override PartName="/ppt/fonts/font493.fntdata" ContentType="application/x-fontdata"/>
  <Override PartName="/ppt/fonts/font494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00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86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9.xml" ContentType="application/vnd.openxmlformats-officedocument.theme+xml"/>
  <Override PartName="/ppt/theme/theme90.xml" ContentType="application/vnd.openxmlformats-officedocument.theme+xml"/>
  <Override PartName="/ppt/theme/theme91.xml" ContentType="application/vnd.openxmlformats-officedocument.theme+xml"/>
  <Override PartName="/ppt/theme/theme92.xml" ContentType="application/vnd.openxmlformats-officedocument.theme+xml"/>
  <Override PartName="/ppt/theme/theme93.xml" ContentType="application/vnd.openxmlformats-officedocument.theme+xml"/>
  <Override PartName="/ppt/theme/theme94.xml" ContentType="application/vnd.openxmlformats-officedocument.theme+xml"/>
  <Override PartName="/ppt/theme/theme95.xml" ContentType="application/vnd.openxmlformats-officedocument.theme+xml"/>
  <Override PartName="/ppt/theme/theme96.xml" ContentType="application/vnd.openxmlformats-officedocument.theme+xml"/>
  <Override PartName="/ppt/theme/theme97.xml" ContentType="application/vnd.openxmlformats-officedocument.theme+xml"/>
  <Override PartName="/ppt/theme/theme98.xml" ContentType="application/vnd.openxmlformats-officedocument.theme+xml"/>
  <Override PartName="/ppt/theme/theme9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  <p:sldMasterId id="2147483745" r:id="rId50"/>
    <p:sldMasterId id="2147483747" r:id="rId51"/>
    <p:sldMasterId id="2147483749" r:id="rId52"/>
    <p:sldMasterId id="2147483751" r:id="rId53"/>
    <p:sldMasterId id="2147483753" r:id="rId54"/>
    <p:sldMasterId id="2147483755" r:id="rId55"/>
    <p:sldMasterId id="2147483757" r:id="rId56"/>
    <p:sldMasterId id="2147483759" r:id="rId57"/>
    <p:sldMasterId id="2147483761" r:id="rId58"/>
    <p:sldMasterId id="2147483763" r:id="rId59"/>
    <p:sldMasterId id="2147483765" r:id="rId60"/>
    <p:sldMasterId id="2147483767" r:id="rId61"/>
    <p:sldMasterId id="2147483769" r:id="rId62"/>
    <p:sldMasterId id="2147483771" r:id="rId63"/>
    <p:sldMasterId id="2147483773" r:id="rId64"/>
    <p:sldMasterId id="2147483775" r:id="rId65"/>
    <p:sldMasterId id="2147483777" r:id="rId66"/>
    <p:sldMasterId id="2147483779" r:id="rId67"/>
    <p:sldMasterId id="2147483781" r:id="rId68"/>
    <p:sldMasterId id="2147483783" r:id="rId69"/>
    <p:sldMasterId id="2147483785" r:id="rId70"/>
    <p:sldMasterId id="2147483787" r:id="rId71"/>
    <p:sldMasterId id="2147483789" r:id="rId72"/>
    <p:sldMasterId id="2147483791" r:id="rId73"/>
    <p:sldMasterId id="2147483793" r:id="rId74"/>
    <p:sldMasterId id="2147483795" r:id="rId75"/>
    <p:sldMasterId id="2147483797" r:id="rId76"/>
    <p:sldMasterId id="2147483799" r:id="rId77"/>
    <p:sldMasterId id="2147483801" r:id="rId78"/>
    <p:sldMasterId id="2147483803" r:id="rId79"/>
    <p:sldMasterId id="2147483805" r:id="rId80"/>
    <p:sldMasterId id="2147483807" r:id="rId81"/>
    <p:sldMasterId id="2147483809" r:id="rId82"/>
    <p:sldMasterId id="2147483811" r:id="rId83"/>
    <p:sldMasterId id="2147483813" r:id="rId84"/>
    <p:sldMasterId id="2147483815" r:id="rId85"/>
    <p:sldMasterId id="2147483817" r:id="rId86"/>
    <p:sldMasterId id="2147483819" r:id="rId87"/>
    <p:sldMasterId id="2147483821" r:id="rId88"/>
    <p:sldMasterId id="2147483823" r:id="rId89"/>
    <p:sldMasterId id="2147483825" r:id="rId90"/>
    <p:sldMasterId id="2147483827" r:id="rId91"/>
    <p:sldMasterId id="2147483829" r:id="rId92"/>
    <p:sldMasterId id="2147483831" r:id="rId93"/>
    <p:sldMasterId id="2147483833" r:id="rId94"/>
    <p:sldMasterId id="2147483835" r:id="rId95"/>
    <p:sldMasterId id="2147483837" r:id="rId96"/>
    <p:sldMasterId id="2147483839" r:id="rId97"/>
    <p:sldMasterId id="2147483841" r:id="rId98"/>
    <p:sldMasterId id="2147483843" r:id="rId99"/>
    <p:sldMasterId id="2147483845" r:id="rId100"/>
    <p:sldMasterId id="2147483847" r:id="rId101"/>
    <p:sldMasterId id="2147483849" r:id="rId102"/>
  </p:sldMasterIdLst>
  <p:notesMasterIdLst>
    <p:notesMasterId r:id="rId104"/>
  </p:notesMasterIdLst>
  <p:sldIdLst>
    <p:sldId id="1456" r:id="rId103"/>
    <p:sldId id="263" r:id="rId105"/>
    <p:sldId id="1157" r:id="rId106"/>
    <p:sldId id="1160" r:id="rId107"/>
    <p:sldId id="1163" r:id="rId108"/>
    <p:sldId id="1166" r:id="rId109"/>
    <p:sldId id="1169" r:id="rId110"/>
    <p:sldId id="1172" r:id="rId111"/>
    <p:sldId id="1175" r:id="rId112"/>
    <p:sldId id="1178" r:id="rId113"/>
    <p:sldId id="1181" r:id="rId114"/>
    <p:sldId id="1184" r:id="rId115"/>
    <p:sldId id="1187" r:id="rId116"/>
    <p:sldId id="1190" r:id="rId117"/>
    <p:sldId id="1193" r:id="rId118"/>
    <p:sldId id="1196" r:id="rId119"/>
    <p:sldId id="1199" r:id="rId120"/>
    <p:sldId id="1202" r:id="rId121"/>
    <p:sldId id="1205" r:id="rId122"/>
    <p:sldId id="1208" r:id="rId123"/>
    <p:sldId id="1211" r:id="rId124"/>
    <p:sldId id="1214" r:id="rId125"/>
    <p:sldId id="1217" r:id="rId126"/>
    <p:sldId id="1220" r:id="rId127"/>
    <p:sldId id="1223" r:id="rId128"/>
    <p:sldId id="1226" r:id="rId129"/>
    <p:sldId id="1229" r:id="rId130"/>
    <p:sldId id="1455" r:id="rId131"/>
    <p:sldId id="1235" r:id="rId132"/>
    <p:sldId id="1238" r:id="rId133"/>
    <p:sldId id="1241" r:id="rId134"/>
    <p:sldId id="1244" r:id="rId135"/>
    <p:sldId id="1247" r:id="rId136"/>
    <p:sldId id="1250" r:id="rId137"/>
    <p:sldId id="1253" r:id="rId138"/>
    <p:sldId id="1256" r:id="rId139"/>
    <p:sldId id="1259" r:id="rId140"/>
    <p:sldId id="1262" r:id="rId141"/>
    <p:sldId id="1265" r:id="rId142"/>
    <p:sldId id="1268" r:id="rId143"/>
    <p:sldId id="1271" r:id="rId144"/>
    <p:sldId id="1274" r:id="rId145"/>
    <p:sldId id="1277" r:id="rId146"/>
    <p:sldId id="1280" r:id="rId147"/>
    <p:sldId id="1283" r:id="rId148"/>
    <p:sldId id="1286" r:id="rId149"/>
    <p:sldId id="1289" r:id="rId150"/>
    <p:sldId id="1292" r:id="rId151"/>
    <p:sldId id="1295" r:id="rId152"/>
    <p:sldId id="1298" r:id="rId153"/>
    <p:sldId id="1301" r:id="rId154"/>
    <p:sldId id="1304" r:id="rId155"/>
    <p:sldId id="1307" r:id="rId156"/>
    <p:sldId id="1310" r:id="rId157"/>
    <p:sldId id="1313" r:id="rId158"/>
    <p:sldId id="1316" r:id="rId159"/>
    <p:sldId id="1319" r:id="rId160"/>
    <p:sldId id="1322" r:id="rId161"/>
    <p:sldId id="1325" r:id="rId162"/>
    <p:sldId id="1328" r:id="rId163"/>
    <p:sldId id="1331" r:id="rId164"/>
    <p:sldId id="1334" r:id="rId165"/>
    <p:sldId id="1337" r:id="rId166"/>
    <p:sldId id="1340" r:id="rId167"/>
    <p:sldId id="1343" r:id="rId168"/>
    <p:sldId id="1346" r:id="rId169"/>
    <p:sldId id="1349" r:id="rId170"/>
    <p:sldId id="1352" r:id="rId171"/>
    <p:sldId id="1355" r:id="rId172"/>
    <p:sldId id="1358" r:id="rId173"/>
    <p:sldId id="1361" r:id="rId174"/>
    <p:sldId id="1364" r:id="rId175"/>
    <p:sldId id="1367" r:id="rId176"/>
    <p:sldId id="1370" r:id="rId177"/>
    <p:sldId id="1373" r:id="rId178"/>
    <p:sldId id="1376" r:id="rId179"/>
    <p:sldId id="1379" r:id="rId180"/>
    <p:sldId id="1382" r:id="rId181"/>
    <p:sldId id="1385" r:id="rId182"/>
    <p:sldId id="1388" r:id="rId183"/>
    <p:sldId id="1391" r:id="rId184"/>
    <p:sldId id="1394" r:id="rId185"/>
    <p:sldId id="1397" r:id="rId186"/>
    <p:sldId id="1400" r:id="rId187"/>
    <p:sldId id="1403" r:id="rId188"/>
    <p:sldId id="1406" r:id="rId189"/>
    <p:sldId id="1409" r:id="rId190"/>
    <p:sldId id="1412" r:id="rId191"/>
    <p:sldId id="1415" r:id="rId192"/>
    <p:sldId id="1418" r:id="rId193"/>
    <p:sldId id="1421" r:id="rId194"/>
    <p:sldId id="1424" r:id="rId195"/>
    <p:sldId id="1427" r:id="rId196"/>
    <p:sldId id="1430" r:id="rId197"/>
    <p:sldId id="1433" r:id="rId198"/>
    <p:sldId id="1436" r:id="rId199"/>
    <p:sldId id="1439" r:id="rId200"/>
    <p:sldId id="1442" r:id="rId201"/>
    <p:sldId id="1445" r:id="rId202"/>
    <p:sldId id="1448" r:id="rId203"/>
    <p:sldId id="1451" r:id="rId204"/>
    <p:sldId id="1454" r:id="rId205"/>
  </p:sldIdLst>
  <p:sldSz cx="10693400" cy="7556500"/>
  <p:notesSz cx="10693400" cy="7556500"/>
  <p:embeddedFontLst>
    <p:embeddedFont>
      <p:font typeface="PITSQT+CMR10" panose="02000500000000000000"/>
      <p:regular r:id="rId209"/>
    </p:embeddedFont>
    <p:embeddedFont>
      <p:font typeface="BFUIBT+CMR7" panose="02000500000000000000"/>
      <p:regular r:id="rId210"/>
    </p:embeddedFont>
    <p:embeddedFont>
      <p:font typeface="NOQEBU+CMBX12" panose="02000500000000000000"/>
      <p:regular r:id="rId211"/>
    </p:embeddedFont>
    <p:embeddedFont>
      <p:font typeface="UHRVTS+CMBX12~c" panose="02000500000000000000"/>
      <p:regular r:id="rId212"/>
    </p:embeddedFont>
    <p:embeddedFont>
      <p:font typeface="DSETNV+CMR10" panose="02000500000000000000"/>
      <p:regular r:id="rId213"/>
    </p:embeddedFont>
    <p:embeddedFont>
      <p:font typeface="FMQWCK+Helvetica" panose="020B0604020202020204"/>
      <p:regular r:id="rId214"/>
    </p:embeddedFont>
    <p:embeddedFont>
      <p:font typeface="CEUALJ+Helvetica-Bold" panose="020B0704020202020204"/>
      <p:bold r:id="rId215"/>
    </p:embeddedFont>
    <p:embeddedFont>
      <p:font typeface="QWGQKW+CMR7" panose="02000500000000000000"/>
      <p:regular r:id="rId216"/>
    </p:embeddedFont>
    <p:embeddedFont>
      <p:font typeface="TLMKIU+CMBX12~c" panose="02000500000000000000"/>
      <p:regular r:id="rId217"/>
    </p:embeddedFont>
    <p:embeddedFont>
      <p:font typeface="KLLQTB+CMBX10" panose="02000500000000000000"/>
      <p:regular r:id="rId218"/>
    </p:embeddedFont>
    <p:embeddedFont>
      <p:font typeface="OEBFFW+CMR10" panose="02000500000000000000"/>
      <p:regular r:id="rId219"/>
    </p:embeddedFont>
    <p:embeddedFont>
      <p:font typeface="WVIDMA+CMSY10~25" panose="02000500000000000000"/>
      <p:regular r:id="rId220"/>
    </p:embeddedFont>
    <p:embeddedFont>
      <p:font typeface="OCQIVU+CMR7" panose="02000500000000000000"/>
      <p:regular r:id="rId221"/>
    </p:embeddedFont>
    <p:embeddedFont>
      <p:font typeface="MCFJVI+CMBX12~c" panose="02000500000000000000"/>
      <p:regular r:id="rId222"/>
    </p:embeddedFont>
    <p:embeddedFont>
      <p:font typeface="GULMNC+Helvetica" panose="020B0604020202020204"/>
      <p:regular r:id="rId223"/>
    </p:embeddedFont>
    <p:embeddedFont>
      <p:font typeface="UTPFKC+Helvetica" panose="020B0604020202020204"/>
      <p:regular r:id="rId224"/>
    </p:embeddedFont>
    <p:embeddedFont>
      <p:font typeface="KLIHEB+CMSY10~25" panose="02000500000000000000"/>
      <p:regular r:id="rId225"/>
    </p:embeddedFont>
    <p:embeddedFont>
      <p:font typeface="NMWOBH+CMSS10" panose="02000500000000000000"/>
      <p:regular r:id="rId226"/>
    </p:embeddedFont>
    <p:embeddedFont>
      <p:font typeface="QDEBCT+CMR10" panose="02000500000000000000"/>
      <p:regular r:id="rId227"/>
    </p:embeddedFont>
    <p:embeddedFont>
      <p:font typeface="IOGCEF+CMTI10" panose="02000500000000000000"/>
      <p:regular r:id="rId228"/>
    </p:embeddedFont>
    <p:embeddedFont>
      <p:font typeface="IGPOLR+CMR7" panose="02000500000000000000"/>
      <p:regular r:id="rId229"/>
    </p:embeddedFont>
    <p:embeddedFont>
      <p:font typeface="GFGIIW+CMBX12~c" panose="02000500000000000000"/>
      <p:regular r:id="rId230"/>
    </p:embeddedFont>
    <p:embeddedFont>
      <p:font typeface="MKUEEB+Helvetica" panose="020B0604020202020204"/>
      <p:regular r:id="rId231"/>
    </p:embeddedFont>
    <p:embeddedFont>
      <p:font typeface="AECWID+Helvetica" panose="020B0604020202020204"/>
      <p:regular r:id="rId232"/>
    </p:embeddedFont>
    <p:embeddedFont>
      <p:font typeface="SODWFP+Helvetica" panose="020B0604020202020204"/>
      <p:regular r:id="rId233"/>
    </p:embeddedFont>
    <p:embeddedFont>
      <p:font typeface="CQHFPH+CMSS8" panose="02000500000000000000"/>
      <p:regular r:id="rId234"/>
    </p:embeddedFont>
    <p:embeddedFont>
      <p:font typeface="BWOHMR+CMR7" panose="02000500000000000000"/>
      <p:regular r:id="rId235"/>
    </p:embeddedFont>
    <p:embeddedFont>
      <p:font typeface="TTIPEM+CMBX12~c" panose="02000500000000000000"/>
      <p:regular r:id="rId236"/>
    </p:embeddedFont>
    <p:embeddedFont>
      <p:font typeface="TOWMCC+Helvetica" panose="020B0604020202020204"/>
      <p:regular r:id="rId237"/>
    </p:embeddedFont>
    <p:embeddedFont>
      <p:font typeface="SRGCOH+CMR7" panose="02000500000000000000"/>
      <p:regular r:id="rId238"/>
    </p:embeddedFont>
    <p:embeddedFont>
      <p:font typeface="UTVKTK+CMBX12~c" panose="02000500000000000000"/>
      <p:regular r:id="rId239"/>
    </p:embeddedFont>
    <p:embeddedFont>
      <p:font typeface="OFKMEM+CMSY10~25" panose="02000500000000000000"/>
      <p:regular r:id="rId240"/>
    </p:embeddedFont>
    <p:embeddedFont>
      <p:font typeface="ABINME+CMR10" panose="02000500000000000000"/>
      <p:regular r:id="rId241"/>
    </p:embeddedFont>
    <p:embeddedFont>
      <p:font typeface="CFCFAO+CMR7" panose="02000500000000000000"/>
      <p:regular r:id="rId242"/>
    </p:embeddedFont>
    <p:embeddedFont>
      <p:font typeface="WGTJJL+CMBX12~c" panose="02000500000000000000"/>
      <p:regular r:id="rId243"/>
    </p:embeddedFont>
    <p:embeddedFont>
      <p:font typeface="AKBHIU+CMBX10" panose="02000500000000000000"/>
      <p:regular r:id="rId244"/>
    </p:embeddedFont>
    <p:embeddedFont>
      <p:font typeface="EPKVLU+CMSY10~25" panose="02000500000000000000"/>
      <p:regular r:id="rId245"/>
    </p:embeddedFont>
    <p:embeddedFont>
      <p:font typeface="GGQQEI+CMR10" panose="02000500000000000000"/>
      <p:regular r:id="rId246"/>
    </p:embeddedFont>
    <p:embeddedFont>
      <p:font typeface="KSWHPH+CMR7" panose="02000500000000000000"/>
      <p:regular r:id="rId247"/>
    </p:embeddedFont>
    <p:embeddedFont>
      <p:font typeface="OBRMPQ+CMBX12~c" panose="02000500000000000000"/>
      <p:regular r:id="rId248"/>
    </p:embeddedFont>
    <p:embeddedFont>
      <p:font typeface="IWRPMD+CMBX10" panose="02000500000000000000"/>
      <p:regular r:id="rId249"/>
    </p:embeddedFont>
    <p:embeddedFont>
      <p:font typeface="UJFKQM+Helvetica" panose="020B0604020202020204"/>
      <p:regular r:id="rId250"/>
    </p:embeddedFont>
    <p:embeddedFont>
      <p:font typeface="IPDHPH+CMSY10~25" panose="02000500000000000000"/>
      <p:regular r:id="rId251"/>
    </p:embeddedFont>
    <p:embeddedFont>
      <p:font typeface="ONPGJB+CMR10" panose="02000500000000000000"/>
      <p:regular r:id="rId252"/>
    </p:embeddedFont>
    <p:embeddedFont>
      <p:font typeface="OFDUIQ+CMTI10" panose="02000500000000000000"/>
      <p:regular r:id="rId253"/>
    </p:embeddedFont>
    <p:embeddedFont>
      <p:font typeface="WSHPEG+CMR7" panose="02000500000000000000"/>
      <p:regular r:id="rId254"/>
    </p:embeddedFont>
    <p:embeddedFont>
      <p:font typeface="Calibri" panose="020F0502020204030204" charset="0"/>
      <p:regular r:id="rId255"/>
      <p:bold r:id="rId256"/>
      <p:italic r:id="rId257"/>
      <p:boldItalic r:id="rId258"/>
    </p:embeddedFont>
    <p:embeddedFont>
      <p:font typeface="DOEQFL+CMBX12~c" panose="02000500000000000000"/>
      <p:regular r:id="rId259"/>
    </p:embeddedFont>
    <p:embeddedFont>
      <p:font typeface="MNSNOG+CMBX10" panose="02000500000000000000"/>
      <p:regular r:id="rId260"/>
    </p:embeddedFont>
    <p:embeddedFont>
      <p:font typeface="NASLIU+CMSY10~25" panose="02000500000000000000"/>
      <p:regular r:id="rId261"/>
    </p:embeddedFont>
    <p:embeddedFont>
      <p:font typeface="SFVOLB+CMR10" panose="02000500000000000000"/>
      <p:regular r:id="rId262"/>
    </p:embeddedFont>
    <p:embeddedFont>
      <p:font typeface="KEALCA+CMTI10" panose="02000500000000000000"/>
      <p:regular r:id="rId263"/>
    </p:embeddedFont>
    <p:embeddedFont>
      <p:font typeface="DMTQWC+CMR7" panose="02000500000000000000"/>
      <p:regular r:id="rId264"/>
    </p:embeddedFont>
    <p:embeddedFont>
      <p:font typeface="EGUJNK+CMBX12~c" panose="02000500000000000000"/>
      <p:regular r:id="rId265"/>
    </p:embeddedFont>
    <p:embeddedFont>
      <p:font typeface="BWPINV+CMSY10~25" panose="02000500000000000000"/>
      <p:regular r:id="rId266"/>
    </p:embeddedFont>
    <p:embeddedFont>
      <p:font typeface="SCDWDV+CMBX10" panose="02000500000000000000"/>
      <p:regular r:id="rId267"/>
    </p:embeddedFont>
    <p:embeddedFont>
      <p:font typeface="MTRDMA+CMR10" panose="02000500000000000000"/>
      <p:regular r:id="rId268"/>
    </p:embeddedFont>
    <p:embeddedFont>
      <p:font typeface="PRQUAC+CMR7" panose="02000500000000000000"/>
      <p:regular r:id="rId269"/>
    </p:embeddedFont>
    <p:embeddedFont>
      <p:font typeface="ETTOKI+CMBX12~c" panose="02000500000000000000"/>
      <p:regular r:id="rId270"/>
    </p:embeddedFont>
    <p:embeddedFont>
      <p:font typeface="LBDLCK+Helvetica-Bold" panose="020B0704020202020204"/>
      <p:bold r:id="rId271"/>
    </p:embeddedFont>
    <p:embeddedFont>
      <p:font typeface="JOCDTI+Helvetica" panose="020B0604020202020204"/>
      <p:regular r:id="rId272"/>
    </p:embeddedFont>
    <p:embeddedFont>
      <p:font typeface="CMCWKS+CMR7" panose="02000500000000000000"/>
      <p:regular r:id="rId273"/>
    </p:embeddedFont>
    <p:embeddedFont>
      <p:font typeface="ROCQTV+CMBX12~c" panose="02000500000000000000"/>
      <p:regular r:id="rId274"/>
    </p:embeddedFont>
    <p:embeddedFont>
      <p:font typeface="IHUMJA+CMR10" panose="02000500000000000000"/>
      <p:regular r:id="rId275"/>
    </p:embeddedFont>
    <p:embeddedFont>
      <p:font typeface="TFTDHA+CMSY10~25" panose="02000500000000000000"/>
      <p:regular r:id="rId276"/>
    </p:embeddedFont>
    <p:embeddedFont>
      <p:font typeface="ASULWC+CMR7" panose="02000500000000000000"/>
      <p:regular r:id="rId277"/>
    </p:embeddedFont>
    <p:embeddedFont>
      <p:font typeface="VQLTGE+CMBX12~c" panose="02000500000000000000"/>
      <p:regular r:id="rId278"/>
    </p:embeddedFont>
    <p:embeddedFont>
      <p:font typeface="NVCASW+CMSY10~25" panose="02000500000000000000"/>
      <p:regular r:id="rId279"/>
    </p:embeddedFont>
    <p:embeddedFont>
      <p:font typeface="LBPTLB+CMR10" panose="02000500000000000000"/>
      <p:regular r:id="rId280"/>
    </p:embeddedFont>
    <p:embeddedFont>
      <p:font typeface="QTTRJT+CMBX10" panose="02000500000000000000"/>
      <p:regular r:id="rId281"/>
    </p:embeddedFont>
    <p:embeddedFont>
      <p:font typeface="ISQWFK+CMR7" panose="02000500000000000000"/>
      <p:regular r:id="rId282"/>
    </p:embeddedFont>
    <p:embeddedFont>
      <p:font typeface="PPTURE+CMBX12~c" panose="02000500000000000000"/>
      <p:regular r:id="rId283"/>
    </p:embeddedFont>
    <p:embeddedFont>
      <p:font typeface="FTUJAT+Helvetica" panose="020B0604020202020204"/>
      <p:regular r:id="rId284"/>
    </p:embeddedFont>
    <p:embeddedFont>
      <p:font typeface="PMFURQ+CMSY10~25" panose="02000500000000000000"/>
      <p:regular r:id="rId285"/>
    </p:embeddedFont>
    <p:embeddedFont>
      <p:font typeface="HKEHML+CMR10" panose="02000500000000000000"/>
      <p:regular r:id="rId286"/>
    </p:embeddedFont>
    <p:embeddedFont>
      <p:font typeface="MQIWFS+CMR7" panose="02000500000000000000"/>
      <p:regular r:id="rId287"/>
    </p:embeddedFont>
    <p:embeddedFont>
      <p:font typeface="IRQDNU+CMBX12~c" panose="02000500000000000000"/>
      <p:regular r:id="rId288"/>
    </p:embeddedFont>
    <p:embeddedFont>
      <p:font typeface="SWDPNW+Helvetica" panose="020B0604020202020204"/>
      <p:regular r:id="rId289"/>
    </p:embeddedFont>
    <p:embeddedFont>
      <p:font typeface="JUQHKV+CMSY10~25" panose="02000500000000000000"/>
      <p:regular r:id="rId290"/>
    </p:embeddedFont>
    <p:embeddedFont>
      <p:font typeface="BWNTEN+CMR10" panose="02000500000000000000"/>
      <p:regular r:id="rId291"/>
    </p:embeddedFont>
    <p:embeddedFont>
      <p:font typeface="HJGKJC+CMR7" panose="02000500000000000000"/>
      <p:regular r:id="rId292"/>
    </p:embeddedFont>
    <p:embeddedFont>
      <p:font typeface="GLBDNL+CMBX12~c" panose="02000500000000000000"/>
      <p:regular r:id="rId293"/>
    </p:embeddedFont>
    <p:embeddedFont>
      <p:font typeface="UNDKMB+Helvetica" panose="020B0604020202020204"/>
      <p:regular r:id="rId294"/>
    </p:embeddedFont>
    <p:embeddedFont>
      <p:font typeface="GWSGKJ+CMR10" panose="02000500000000000000"/>
      <p:regular r:id="rId295"/>
    </p:embeddedFont>
    <p:embeddedFont>
      <p:font typeface="KCMGJS+CMSY10~25" panose="02000500000000000000"/>
      <p:regular r:id="rId296"/>
    </p:embeddedFont>
    <p:embeddedFont>
      <p:font typeface="QQOHEL+CMR7" panose="02000500000000000000"/>
      <p:regular r:id="rId297"/>
    </p:embeddedFont>
    <p:embeddedFont>
      <p:font typeface="KOBQDR+CMSY10~25" panose="02000500000000000000"/>
      <p:regular r:id="rId298"/>
    </p:embeddedFont>
    <p:embeddedFont>
      <p:font typeface="WLSMSS+CMR10" panose="02000500000000000000"/>
      <p:regular r:id="rId299"/>
    </p:embeddedFont>
    <p:embeddedFont>
      <p:font typeface="HANOWK+CMR7" panose="02000500000000000000"/>
      <p:regular r:id="rId300"/>
    </p:embeddedFont>
    <p:embeddedFont>
      <p:font typeface="WWJBWE+CMBX12~c" panose="02000500000000000000"/>
      <p:regular r:id="rId301"/>
    </p:embeddedFont>
    <p:embeddedFont>
      <p:font typeface="AHAPJW+CMSY10~25" panose="02000500000000000000"/>
      <p:regular r:id="rId302"/>
    </p:embeddedFont>
    <p:embeddedFont>
      <p:font typeface="BBCCNE+CMR10" panose="02000500000000000000"/>
      <p:regular r:id="rId303"/>
    </p:embeddedFont>
    <p:embeddedFont>
      <p:font typeface="WVBBVD+CMBX10" panose="02000500000000000000"/>
      <p:regular r:id="rId304"/>
    </p:embeddedFont>
    <p:embeddedFont>
      <p:font typeface="GLQRRN+Helvetica" panose="020B0604020202020204"/>
      <p:regular r:id="rId305"/>
    </p:embeddedFont>
    <p:embeddedFont>
      <p:font typeface="SRPEKQ+CMR7" panose="02000500000000000000"/>
      <p:regular r:id="rId306"/>
    </p:embeddedFont>
    <p:embeddedFont>
      <p:font typeface="OGTWEO+CMBX12~c" panose="02000500000000000000"/>
      <p:regular r:id="rId307"/>
    </p:embeddedFont>
    <p:embeddedFont>
      <p:font typeface="GKINIP+CMSY10~25" panose="02000500000000000000"/>
      <p:regular r:id="rId308"/>
    </p:embeddedFont>
    <p:embeddedFont>
      <p:font typeface="AKHSJA+CMR10" panose="02000500000000000000"/>
      <p:regular r:id="rId309"/>
    </p:embeddedFont>
    <p:embeddedFont>
      <p:font typeface="WWNSQL+CMBX10" panose="02000500000000000000"/>
      <p:regular r:id="rId310"/>
    </p:embeddedFont>
    <p:embeddedFont>
      <p:font typeface="EWGCNE+CMR7" panose="02000500000000000000"/>
      <p:regular r:id="rId311"/>
    </p:embeddedFont>
    <p:embeddedFont>
      <p:font typeface="HOLTQP+CMBX12~c" panose="02000500000000000000"/>
      <p:regular r:id="rId312"/>
    </p:embeddedFont>
    <p:embeddedFont>
      <p:font typeface="GVHTAB+Helvetica" panose="020B0604020202020204"/>
      <p:regular r:id="rId313"/>
    </p:embeddedFont>
    <p:embeddedFont>
      <p:font typeface="CNRBKO+Helvetica-Bold" panose="020B0704020202020204"/>
      <p:bold r:id="rId314"/>
    </p:embeddedFont>
    <p:embeddedFont>
      <p:font typeface="HHTKBW+CMR10" panose="02000500000000000000"/>
      <p:regular r:id="rId315"/>
    </p:embeddedFont>
    <p:embeddedFont>
      <p:font typeface="NNUCAD+CMSY10~25" panose="02000500000000000000"/>
      <p:regular r:id="rId316"/>
    </p:embeddedFont>
    <p:embeddedFont>
      <p:font typeface="JENJVC+CMR7" panose="02000500000000000000"/>
      <p:regular r:id="rId317"/>
    </p:embeddedFont>
    <p:embeddedFont>
      <p:font typeface="CSBINO+CMBX12~c" panose="02000500000000000000"/>
      <p:regular r:id="rId318"/>
    </p:embeddedFont>
    <p:embeddedFont>
      <p:font typeface="NRDOGE+Helvetica" panose="020B0604020202020204"/>
      <p:regular r:id="rId319"/>
    </p:embeddedFont>
    <p:embeddedFont>
      <p:font typeface="QKDEHB+Helvetica-Bold" panose="020B0704020202020204"/>
      <p:bold r:id="rId320"/>
    </p:embeddedFont>
    <p:embeddedFont>
      <p:font typeface="ULWDPV+CMR10" panose="02000500000000000000"/>
      <p:regular r:id="rId321"/>
    </p:embeddedFont>
    <p:embeddedFont>
      <p:font typeface="KRQMJT+CMSY10~25" panose="02000500000000000000"/>
      <p:regular r:id="rId322"/>
    </p:embeddedFont>
    <p:embeddedFont>
      <p:font typeface="OCTQKB+CMR7" panose="02000500000000000000"/>
      <p:regular r:id="rId323"/>
    </p:embeddedFont>
    <p:embeddedFont>
      <p:font typeface="GCSCFP+CMBX12~c" panose="02000500000000000000"/>
      <p:regular r:id="rId324"/>
    </p:embeddedFont>
    <p:embeddedFont>
      <p:font typeface="LVBJET+CMSY10~25" panose="02000500000000000000"/>
      <p:regular r:id="rId325"/>
    </p:embeddedFont>
    <p:embeddedFont>
      <p:font typeface="PNVRJV+CMR10" panose="02000500000000000000"/>
      <p:regular r:id="rId326"/>
    </p:embeddedFont>
    <p:embeddedFont>
      <p:font typeface="UPRLLP+CMMI10" panose="02000500000000000000"/>
      <p:regular r:id="rId327"/>
    </p:embeddedFont>
    <p:embeddedFont>
      <p:font typeface="BMKBEB+CMR7" panose="02000500000000000000"/>
      <p:regular r:id="rId328"/>
    </p:embeddedFont>
    <p:embeddedFont>
      <p:font typeface="DNMIVO+CMMI7" panose="02000500000000000000"/>
      <p:regular r:id="rId329"/>
    </p:embeddedFont>
    <p:embeddedFont>
      <p:font typeface="PIEPTN+CMBX12~c" panose="02000500000000000000"/>
      <p:regular r:id="rId330"/>
    </p:embeddedFont>
    <p:embeddedFont>
      <p:font typeface="UWQTHL+CMSY10~25" panose="02000500000000000000"/>
      <p:regular r:id="rId331"/>
    </p:embeddedFont>
    <p:embeddedFont>
      <p:font typeface="KIQNMD+CMR10" panose="02000500000000000000"/>
      <p:regular r:id="rId332"/>
    </p:embeddedFont>
    <p:embeddedFont>
      <p:font typeface="DNKKND+CMBX10" panose="02000500000000000000"/>
      <p:regular r:id="rId333"/>
    </p:embeddedFont>
    <p:embeddedFont>
      <p:font typeface="FQPDQK+CMR7" panose="02000500000000000000"/>
      <p:regular r:id="rId334"/>
    </p:embeddedFont>
    <p:embeddedFont>
      <p:font typeface="MSDRNV+CMBX12~c" panose="02000500000000000000"/>
      <p:regular r:id="rId335"/>
    </p:embeddedFont>
    <p:embeddedFont>
      <p:font typeface="BFOJHN+CMR10" panose="02000500000000000000"/>
      <p:regular r:id="rId336"/>
    </p:embeddedFont>
    <p:embeddedFont>
      <p:font typeface="SVVFIB+CMSY10~25" panose="02000500000000000000"/>
      <p:regular r:id="rId337"/>
    </p:embeddedFont>
    <p:embeddedFont>
      <p:font typeface="TAQMCJ+CMR9" panose="02000500000000000000"/>
      <p:regular r:id="rId338"/>
    </p:embeddedFont>
    <p:embeddedFont>
      <p:font typeface="EWRPHR+CMBX9" panose="02000500000000000000"/>
      <p:regular r:id="rId339"/>
    </p:embeddedFont>
    <p:embeddedFont>
      <p:font typeface="OLLAAU+CMR7" panose="02000500000000000000"/>
      <p:regular r:id="rId340"/>
    </p:embeddedFont>
    <p:embeddedFont>
      <p:font typeface="AMEUQA+CMBX12~c" panose="02000500000000000000"/>
      <p:regular r:id="rId341"/>
    </p:embeddedFont>
    <p:embeddedFont>
      <p:font typeface="BRQSTR+CMR10" panose="02000500000000000000"/>
      <p:regular r:id="rId342"/>
    </p:embeddedFont>
    <p:embeddedFont>
      <p:font typeface="LEMFUW+CMSY10~25" panose="02000500000000000000"/>
      <p:regular r:id="rId343"/>
    </p:embeddedFont>
    <p:embeddedFont>
      <p:font typeface="LHBUWF+CMR7" panose="02000500000000000000"/>
      <p:regular r:id="rId344"/>
    </p:embeddedFont>
    <p:embeddedFont>
      <p:font typeface="VISKTT+CMBX12~c" panose="02000500000000000000"/>
      <p:regular r:id="rId345"/>
    </p:embeddedFont>
    <p:embeddedFont>
      <p:font typeface="VVKEWC+CMSY10~25" panose="02000500000000000000"/>
      <p:regular r:id="rId346"/>
    </p:embeddedFont>
    <p:embeddedFont>
      <p:font typeface="GBVWRS+CMTI10" panose="02000500000000000000"/>
      <p:regular r:id="rId347"/>
    </p:embeddedFont>
    <p:embeddedFont>
      <p:font typeface="JTPKCG+CMBX10" panose="02000500000000000000"/>
      <p:regular r:id="rId348"/>
    </p:embeddedFont>
    <p:embeddedFont>
      <p:font typeface="GFVPPU+CMR10" panose="02000500000000000000"/>
      <p:regular r:id="rId349"/>
    </p:embeddedFont>
    <p:embeddedFont>
      <p:font typeface="RBWQLW+CMR7" panose="02000500000000000000"/>
      <p:regular r:id="rId350"/>
    </p:embeddedFont>
    <p:embeddedFont>
      <p:font typeface="FPLIHB+CMBX12~c" panose="02000500000000000000"/>
      <p:regular r:id="rId351"/>
    </p:embeddedFont>
    <p:embeddedFont>
      <p:font typeface="WBUIOW+Helvetica" panose="020B0604020202020204"/>
      <p:regular r:id="rId352"/>
    </p:embeddedFont>
    <p:embeddedFont>
      <p:font typeface="LPAGEG+Helvetica" panose="020B0604020202020204"/>
      <p:regular r:id="rId353"/>
    </p:embeddedFont>
    <p:embeddedFont>
      <p:font typeface="EARSSF+CMSS8" panose="02000500000000000000"/>
      <p:regular r:id="rId354"/>
    </p:embeddedFont>
    <p:embeddedFont>
      <p:font typeface="EWWWWN+CMR7" panose="02000500000000000000"/>
      <p:regular r:id="rId355"/>
    </p:embeddedFont>
    <p:embeddedFont>
      <p:font typeface="QOSGCA+CMBX12~c" panose="02000500000000000000"/>
      <p:regular r:id="rId356"/>
    </p:embeddedFont>
    <p:embeddedFont>
      <p:font typeface="HSLHVU+CMSY10~25" panose="02000500000000000000"/>
      <p:regular r:id="rId357"/>
    </p:embeddedFont>
    <p:embeddedFont>
      <p:font typeface="WAKSMP+CMTI10" panose="02000500000000000000"/>
      <p:regular r:id="rId358"/>
    </p:embeddedFont>
    <p:embeddedFont>
      <p:font typeface="BHBNJU+CMBX10" panose="02000500000000000000"/>
      <p:regular r:id="rId359"/>
    </p:embeddedFont>
    <p:embeddedFont>
      <p:font typeface="ENSAVJ+CMR10" panose="02000500000000000000"/>
      <p:regular r:id="rId360"/>
    </p:embeddedFont>
    <p:embeddedFont>
      <p:font typeface="KKFDAL+CMR7" panose="02000500000000000000"/>
      <p:regular r:id="rId361"/>
    </p:embeddedFont>
    <p:embeddedFont>
      <p:font typeface="VBWQNN+CMBX12~c" panose="02000500000000000000"/>
      <p:regular r:id="rId362"/>
    </p:embeddedFont>
    <p:embeddedFont>
      <p:font typeface="JQQVFH+CMR10" panose="02000500000000000000"/>
      <p:regular r:id="rId363"/>
    </p:embeddedFont>
    <p:embeddedFont>
      <p:font typeface="GBHHGN+CMSY10~25" panose="02000500000000000000"/>
      <p:regular r:id="rId364"/>
    </p:embeddedFont>
    <p:embeddedFont>
      <p:font typeface="VMRIHG+CMMI10" panose="02000500000000000000"/>
      <p:regular r:id="rId365"/>
    </p:embeddedFont>
    <p:embeddedFont>
      <p:font typeface="VNDNLH+CMR7" panose="02000500000000000000"/>
      <p:regular r:id="rId366"/>
    </p:embeddedFont>
    <p:embeddedFont>
      <p:font typeface="TLTBUE+CMBX12~c" panose="02000500000000000000"/>
      <p:regular r:id="rId367"/>
    </p:embeddedFont>
    <p:embeddedFont>
      <p:font typeface="LPRWJV+CMR9" panose="02000500000000000000"/>
      <p:regular r:id="rId368"/>
    </p:embeddedFont>
    <p:embeddedFont>
      <p:font typeface="VSBUFT+CMR7" panose="02000500000000000000"/>
      <p:regular r:id="rId369"/>
    </p:embeddedFont>
    <p:embeddedFont>
      <p:font typeface="PCJLIA+CMBX12~c" panose="02000500000000000000"/>
      <p:regular r:id="rId370"/>
    </p:embeddedFont>
    <p:embeddedFont>
      <p:font typeface="WLQAVI+CMSY10~25" panose="02000500000000000000"/>
      <p:regular r:id="rId371"/>
    </p:embeddedFont>
    <p:embeddedFont>
      <p:font typeface="JHQLWR+CMR10" panose="02000500000000000000"/>
      <p:regular r:id="rId372"/>
    </p:embeddedFont>
    <p:embeddedFont>
      <p:font typeface="IURUNV+CMR7" panose="02000500000000000000"/>
      <p:regular r:id="rId373"/>
    </p:embeddedFont>
    <p:embeddedFont>
      <p:font typeface="IAJMWM+CMBX12~c" panose="02000500000000000000"/>
      <p:regular r:id="rId374"/>
    </p:embeddedFont>
    <p:embeddedFont>
      <p:font typeface="LNMMVG+CMSY10~25" panose="02000500000000000000"/>
      <p:regular r:id="rId375"/>
    </p:embeddedFont>
    <p:embeddedFont>
      <p:font typeface="VRISDL+CMR10" panose="02000500000000000000"/>
      <p:regular r:id="rId376"/>
    </p:embeddedFont>
    <p:embeddedFont>
      <p:font typeface="EJBDCR+CMBX10" panose="02000500000000000000"/>
      <p:regular r:id="rId377"/>
    </p:embeddedFont>
    <p:embeddedFont>
      <p:font typeface="GJMKFU+CMR7" panose="02000500000000000000"/>
      <p:regular r:id="rId378"/>
    </p:embeddedFont>
    <p:embeddedFont>
      <p:font typeface="KKCJCI+CMBX12~c" panose="02000500000000000000"/>
      <p:regular r:id="rId379"/>
    </p:embeddedFont>
    <p:embeddedFont>
      <p:font typeface="OANFNO+CMR10" panose="02000500000000000000"/>
      <p:regular r:id="rId380"/>
    </p:embeddedFont>
    <p:embeddedFont>
      <p:font typeface="ATDLML+Helvetica" panose="020B0604020202020204"/>
      <p:regular r:id="rId381"/>
    </p:embeddedFont>
    <p:embeddedFont>
      <p:font typeface="SNASPF+Helvetica-Bold" panose="020B0704020202020204"/>
      <p:bold r:id="rId382"/>
    </p:embeddedFont>
    <p:embeddedFont>
      <p:font typeface="BRPPPM+CMR7" panose="02000500000000000000"/>
      <p:regular r:id="rId383"/>
    </p:embeddedFont>
    <p:embeddedFont>
      <p:font typeface="NFNLIJ+CMBX12~c" panose="02000500000000000000"/>
      <p:regular r:id="rId384"/>
    </p:embeddedFont>
    <p:embeddedFont>
      <p:font typeface="SSFIMF+Helvetica" panose="020B0604020202020204"/>
      <p:regular r:id="rId385"/>
    </p:embeddedFont>
    <p:embeddedFont>
      <p:font typeface="CTMOKG+Helvetica-Bold" panose="020B0704020202020204"/>
      <p:bold r:id="rId386"/>
    </p:embeddedFont>
    <p:embeddedFont>
      <p:font typeface="WFINCP+CMR7" panose="02000500000000000000"/>
      <p:regular r:id="rId387"/>
    </p:embeddedFont>
    <p:embeddedFont>
      <p:font typeface="TBUNHP+CMBX12~c" panose="02000500000000000000"/>
      <p:regular r:id="rId388"/>
    </p:embeddedFont>
    <p:embeddedFont>
      <p:font typeface="SKRGVL+Helvetica" panose="020B0604020202020204"/>
      <p:regular r:id="rId389"/>
    </p:embeddedFont>
    <p:embeddedFont>
      <p:font typeface="LLNUDR+Helvetica-Bold" panose="020B0704020202020204"/>
      <p:bold r:id="rId390"/>
    </p:embeddedFont>
    <p:embeddedFont>
      <p:font typeface="EMLHGM+CMR7" panose="02000500000000000000"/>
      <p:regular r:id="rId391"/>
    </p:embeddedFont>
    <p:embeddedFont>
      <p:font typeface="MQUEQI+CMBX12~c" panose="02000500000000000000"/>
      <p:regular r:id="rId392"/>
    </p:embeddedFont>
    <p:embeddedFont>
      <p:font typeface="BIISGJ+CMBX10" panose="02000500000000000000"/>
      <p:regular r:id="rId393"/>
    </p:embeddedFont>
    <p:embeddedFont>
      <p:font typeface="PFCLGO+CMSY10~25" panose="02000500000000000000"/>
      <p:regular r:id="rId394"/>
    </p:embeddedFont>
    <p:embeddedFont>
      <p:font typeface="BOVBWQ+CMR10" panose="02000500000000000000"/>
      <p:regular r:id="rId395"/>
    </p:embeddedFont>
    <p:embeddedFont>
      <p:font typeface="GQJRSO+CMSS10" panose="02000500000000000000"/>
      <p:regular r:id="rId396"/>
    </p:embeddedFont>
    <p:embeddedFont>
      <p:font typeface="IUUHSM+CMR7" panose="02000500000000000000"/>
      <p:regular r:id="rId397"/>
    </p:embeddedFont>
    <p:embeddedFont>
      <p:font typeface="JDLKAB+CMBX12~c" panose="02000500000000000000"/>
      <p:regular r:id="rId398"/>
    </p:embeddedFont>
    <p:embeddedFont>
      <p:font typeface="TPBHGC+Helvetica-Bold" panose="020B0704020202020204"/>
      <p:bold r:id="rId399"/>
    </p:embeddedFont>
    <p:embeddedFont>
      <p:font typeface="ICWORI+Helvetica" panose="020B0604020202020204"/>
      <p:regular r:id="rId400"/>
    </p:embeddedFont>
    <p:embeddedFont>
      <p:font typeface="FRACUG+CMR7" panose="02000500000000000000"/>
      <p:regular r:id="rId401"/>
    </p:embeddedFont>
    <p:embeddedFont>
      <p:font typeface="PRHKIR+CMBX12~c" panose="02000500000000000000"/>
      <p:regular r:id="rId402"/>
    </p:embeddedFont>
    <p:embeddedFont>
      <p:font typeface="SIJSQJ+CMR10" panose="02000500000000000000"/>
      <p:regular r:id="rId403"/>
    </p:embeddedFont>
    <p:embeddedFont>
      <p:font typeface="ONBBSL+CMR7" panose="02000500000000000000"/>
      <p:regular r:id="rId404"/>
    </p:embeddedFont>
    <p:embeddedFont>
      <p:font typeface="TMGSFV+CMBX12~c" panose="02000500000000000000"/>
      <p:regular r:id="rId405"/>
    </p:embeddedFont>
    <p:embeddedFont>
      <p:font typeface="RECQCE+Helvetica" panose="020B0604020202020204"/>
      <p:regular r:id="rId406"/>
    </p:embeddedFont>
    <p:embeddedFont>
      <p:font typeface="SHWVOP+CMR10" panose="02000500000000000000"/>
      <p:regular r:id="rId407"/>
    </p:embeddedFont>
    <p:embeddedFont>
      <p:font typeface="BVCUDP+CMR7" panose="02000500000000000000"/>
      <p:regular r:id="rId408"/>
    </p:embeddedFont>
    <p:embeddedFont>
      <p:font typeface="AVRESB+CMBX12~c" panose="02000500000000000000"/>
      <p:regular r:id="rId409"/>
    </p:embeddedFont>
    <p:embeddedFont>
      <p:font typeface="PFSKAN+Helvetica-Bold" panose="020B0704020202020204"/>
      <p:bold r:id="rId410"/>
    </p:embeddedFont>
    <p:embeddedFont>
      <p:font typeface="KTSAPO+Helvetica" panose="020B0604020202020204"/>
      <p:regular r:id="rId411"/>
    </p:embeddedFont>
    <p:embeddedFont>
      <p:font typeface="GLGNKT+CMR10" panose="02000500000000000000"/>
      <p:regular r:id="rId412"/>
    </p:embeddedFont>
    <p:embeddedFont>
      <p:font typeface="AVHGWH+Helvetica" panose="020B0604020202020204"/>
      <p:regular r:id="rId413"/>
    </p:embeddedFont>
    <p:embeddedFont>
      <p:font typeface="CVQQOK+CMR7" panose="02000500000000000000"/>
      <p:regular r:id="rId414"/>
    </p:embeddedFont>
    <p:embeddedFont>
      <p:font typeface="NSMUDO+CMBX12~c" panose="02000500000000000000"/>
      <p:regular r:id="rId415"/>
    </p:embeddedFont>
    <p:embeddedFont>
      <p:font typeface="FWMESL+CMR10" panose="02000500000000000000"/>
      <p:regular r:id="rId416"/>
    </p:embeddedFont>
    <p:embeddedFont>
      <p:font typeface="PBAUSQ+Helvetica" panose="020B0604020202020204"/>
      <p:regular r:id="rId417"/>
    </p:embeddedFont>
    <p:embeddedFont>
      <p:font typeface="GHCFEP+Helvetica-Bold" panose="020B0704020202020204"/>
      <p:bold r:id="rId418"/>
    </p:embeddedFont>
    <p:embeddedFont>
      <p:font typeface="VBPEKM+Helvetica" panose="020B0604020202020204"/>
      <p:regular r:id="rId419"/>
    </p:embeddedFont>
    <p:embeddedFont>
      <p:font typeface="NTBSGR+CMR7" panose="02000500000000000000"/>
      <p:regular r:id="rId420"/>
    </p:embeddedFont>
    <p:embeddedFont>
      <p:font typeface="FKAHTS+CMBX12~c" panose="02000500000000000000"/>
      <p:regular r:id="rId421"/>
    </p:embeddedFont>
    <p:embeddedFont>
      <p:font typeface="OUMHUK+CMR10" panose="02000500000000000000"/>
      <p:regular r:id="rId422"/>
    </p:embeddedFont>
    <p:embeddedFont>
      <p:font typeface="FFBKNA+Helvetica" panose="020B0604020202020204"/>
      <p:regular r:id="rId423"/>
    </p:embeddedFont>
    <p:embeddedFont>
      <p:font typeface="HJLVOK+Helvetica-Bold" panose="020B0704020202020204"/>
      <p:bold r:id="rId424"/>
    </p:embeddedFont>
    <p:embeddedFont>
      <p:font typeface="ITHLWF+Helvetica" panose="020B0604020202020204"/>
      <p:regular r:id="rId425"/>
    </p:embeddedFont>
    <p:embeddedFont>
      <p:font typeface="LBNUOH+CMR7" panose="02000500000000000000"/>
      <p:regular r:id="rId426"/>
    </p:embeddedFont>
    <p:embeddedFont>
      <p:font typeface="JUHSMN+CMBX12~c" panose="02000500000000000000"/>
      <p:regular r:id="rId427"/>
    </p:embeddedFont>
    <p:embeddedFont>
      <p:font typeface="TQDFEN+Helvetica-Bold" panose="020B0704020202020204"/>
      <p:bold r:id="rId428"/>
    </p:embeddedFont>
    <p:embeddedFont>
      <p:font typeface="JLGLHC+Helvetica" panose="020B0604020202020204"/>
      <p:regular r:id="rId429"/>
    </p:embeddedFont>
    <p:embeddedFont>
      <p:font typeface="MBVROU+CMR7" panose="02000500000000000000"/>
      <p:regular r:id="rId430"/>
    </p:embeddedFont>
    <p:embeddedFont>
      <p:font typeface="LWHFFW+CMBX12~c" panose="02000500000000000000"/>
      <p:regular r:id="rId431"/>
    </p:embeddedFont>
    <p:embeddedFont>
      <p:font typeface="APGQBG+Helvetica" panose="020B0604020202020204"/>
      <p:regular r:id="rId432"/>
    </p:embeddedFont>
    <p:embeddedFont>
      <p:font typeface="SGMQGS+Helvetica-Bold" panose="020B0704020202020204"/>
      <p:bold r:id="rId433"/>
    </p:embeddedFont>
    <p:embeddedFont>
      <p:font typeface="PGAORH+Helvetica-Bold" panose="020B0704020202020204"/>
      <p:bold r:id="rId434"/>
    </p:embeddedFont>
    <p:embeddedFont>
      <p:font typeface="LKLKRE+Helvetica-Bold" panose="020B0704020202020204"/>
      <p:bold r:id="rId435"/>
    </p:embeddedFont>
    <p:embeddedFont>
      <p:font typeface="FFQLPV+Helvetica" panose="020B0604020202020204"/>
      <p:regular r:id="rId436"/>
    </p:embeddedFont>
    <p:embeddedFont>
      <p:font typeface="FUGJDU+Helvetica" panose="020B0604020202020204"/>
      <p:regular r:id="rId437"/>
    </p:embeddedFont>
    <p:embeddedFont>
      <p:font typeface="PNNVAA+Helvetica" panose="020B0604020202020204"/>
      <p:regular r:id="rId438"/>
    </p:embeddedFont>
    <p:embeddedFont>
      <p:font typeface="OLHMOH+Helvetica" panose="020B0604020202020204"/>
      <p:regular r:id="rId439"/>
    </p:embeddedFont>
    <p:embeddedFont>
      <p:font typeface="GGQDTR+CMR7" panose="02000500000000000000"/>
      <p:regular r:id="rId440"/>
    </p:embeddedFont>
    <p:embeddedFont>
      <p:font typeface="VLUUQT+CMBX12~c" panose="02000500000000000000"/>
      <p:regular r:id="rId441"/>
    </p:embeddedFont>
    <p:embeddedFont>
      <p:font typeface="LMLNRF+CMSY10~25" panose="02000500000000000000"/>
      <p:regular r:id="rId442"/>
    </p:embeddedFont>
    <p:embeddedFont>
      <p:font typeface="USUPHW+CMTI10" panose="02000500000000000000"/>
      <p:regular r:id="rId443"/>
    </p:embeddedFont>
    <p:embeddedFont>
      <p:font typeface="WWGUHR+CMR10" panose="02000500000000000000"/>
      <p:regular r:id="rId444"/>
    </p:embeddedFont>
    <p:embeddedFont>
      <p:font typeface="ITKFAW+CMR7" panose="02000500000000000000"/>
      <p:regular r:id="rId445"/>
    </p:embeddedFont>
    <p:embeddedFont>
      <p:font typeface="KEQQJV+CMBX12~c" panose="02000500000000000000"/>
      <p:regular r:id="rId446"/>
    </p:embeddedFont>
    <p:embeddedFont>
      <p:font typeface="BLIUTP+CMSY10~25" panose="02000500000000000000"/>
      <p:regular r:id="rId447"/>
    </p:embeddedFont>
    <p:embeddedFont>
      <p:font typeface="OLLBWL+CMR10" panose="02000500000000000000"/>
      <p:regular r:id="rId448"/>
    </p:embeddedFont>
    <p:embeddedFont>
      <p:font typeface="FBWTHL+CMBX10" panose="02000500000000000000"/>
      <p:regular r:id="rId449"/>
    </p:embeddedFont>
    <p:embeddedFont>
      <p:font typeface="TFQVQH+CMR7" panose="02000500000000000000"/>
      <p:regular r:id="rId450"/>
    </p:embeddedFont>
    <p:embeddedFont>
      <p:font typeface="WHKFUK+CMBX12~c" panose="02000500000000000000"/>
      <p:regular r:id="rId451"/>
    </p:embeddedFont>
    <p:embeddedFont>
      <p:font typeface="APNBWF+CMR10" panose="02000500000000000000"/>
      <p:regular r:id="rId452"/>
    </p:embeddedFont>
    <p:embeddedFont>
      <p:font typeface="GLKKRP+CMR9" panose="02000500000000000000"/>
      <p:regular r:id="rId453"/>
    </p:embeddedFont>
    <p:embeddedFont>
      <p:font typeface="AIVQSD+CMMI9" panose="02000500000000000000"/>
      <p:regular r:id="rId454"/>
    </p:embeddedFont>
    <p:embeddedFont>
      <p:font typeface="DOUOCI+CMSS9" panose="02000500000000000000"/>
      <p:regular r:id="rId455"/>
    </p:embeddedFont>
    <p:embeddedFont>
      <p:font typeface="KDVKUG+CMSY9" panose="02000500000000000000"/>
      <p:regular r:id="rId456"/>
    </p:embeddedFont>
    <p:embeddedFont>
      <p:font typeface="LRHVHO+CMR7" panose="02000500000000000000"/>
      <p:regular r:id="rId457"/>
    </p:embeddedFont>
    <p:embeddedFont>
      <p:font typeface="HNTSGW+CMR9" panose="02000500000000000000"/>
      <p:regular r:id="rId458"/>
    </p:embeddedFont>
    <p:embeddedFont>
      <p:font typeface="JFIDTH+CMMI9" panose="02000500000000000000"/>
      <p:regular r:id="rId459"/>
    </p:embeddedFont>
    <p:embeddedFont>
      <p:font typeface="EBGUTU+CMTI9" panose="02000500000000000000"/>
      <p:regular r:id="rId460"/>
    </p:embeddedFont>
    <p:embeddedFont>
      <p:font typeface="OMHKJS+CMR7" panose="02000500000000000000"/>
      <p:regular r:id="rId461"/>
    </p:embeddedFont>
    <p:embeddedFont>
      <p:font typeface="QDGPWA+CMBX12~c" panose="02000500000000000000"/>
      <p:regular r:id="rId462"/>
    </p:embeddedFont>
    <p:embeddedFont>
      <p:font typeface="NPOCUO+CMR10" panose="02000500000000000000"/>
      <p:regular r:id="rId463"/>
    </p:embeddedFont>
    <p:embeddedFont>
      <p:font typeface="FEHSKM+CMMI10" panose="02000500000000000000"/>
      <p:regular r:id="rId464"/>
    </p:embeddedFont>
    <p:embeddedFont>
      <p:font typeface="JASNIH+CMSY10~25" panose="02000500000000000000"/>
      <p:regular r:id="rId465"/>
    </p:embeddedFont>
    <p:embeddedFont>
      <p:font typeface="NFTONK+CMR7" panose="02000500000000000000"/>
      <p:regular r:id="rId466"/>
    </p:embeddedFont>
    <p:embeddedFont>
      <p:font typeface="MMLCQK+CMBX12~c" panose="02000500000000000000"/>
      <p:regular r:id="rId467"/>
    </p:embeddedFont>
    <p:embeddedFont>
      <p:font typeface="JTDETO+CMSY10~25" panose="02000500000000000000"/>
      <p:regular r:id="rId468"/>
    </p:embeddedFont>
    <p:embeddedFont>
      <p:font typeface="OBSJUT+CMR10" panose="02000500000000000000"/>
      <p:regular r:id="rId469"/>
    </p:embeddedFont>
    <p:embeddedFont>
      <p:font typeface="FFMEWF+CMR7" panose="02000500000000000000"/>
      <p:regular r:id="rId470"/>
    </p:embeddedFont>
    <p:embeddedFont>
      <p:font typeface="RMHOIN+CMBX12~c" panose="02000500000000000000"/>
      <p:regular r:id="rId471"/>
    </p:embeddedFont>
    <p:embeddedFont>
      <p:font typeface="ETMORC+CMSY10~25" panose="02000500000000000000"/>
      <p:regular r:id="rId472"/>
    </p:embeddedFont>
    <p:embeddedFont>
      <p:font typeface="ROJMJD+CMR10" panose="02000500000000000000"/>
      <p:regular r:id="rId473"/>
    </p:embeddedFont>
    <p:embeddedFont>
      <p:font typeface="JWIFES+CMR7" panose="02000500000000000000"/>
      <p:regular r:id="rId474"/>
    </p:embeddedFont>
    <p:embeddedFont>
      <p:font typeface="WWVRJE+CMBX12~c" panose="02000500000000000000"/>
      <p:regular r:id="rId475"/>
    </p:embeddedFont>
    <p:embeddedFont>
      <p:font typeface="HODRPM+CMR10" panose="02000500000000000000"/>
      <p:regular r:id="rId476"/>
    </p:embeddedFont>
    <p:embeddedFont>
      <p:font typeface="AUFVKK+CMSY10~25" panose="02000500000000000000"/>
      <p:regular r:id="rId477"/>
    </p:embeddedFont>
    <p:embeddedFont>
      <p:font typeface="CCADHB+CMBX10" panose="02000500000000000000"/>
      <p:regular r:id="rId478"/>
    </p:embeddedFont>
    <p:embeddedFont>
      <p:font typeface="QBUBBD+CMR7" panose="02000500000000000000"/>
      <p:regular r:id="rId479"/>
    </p:embeddedFont>
    <p:embeddedFont>
      <p:font typeface="KPJWJE+CMBX12~c" panose="02000500000000000000"/>
      <p:regular r:id="rId480"/>
    </p:embeddedFont>
    <p:embeddedFont>
      <p:font typeface="FFAABJ+Helvetica" panose="020B0604020202020204"/>
      <p:regular r:id="rId481"/>
    </p:embeddedFont>
    <p:embeddedFont>
      <p:font typeface="DNUJLE+CMSY10~25" panose="02000500000000000000"/>
      <p:regular r:id="rId482"/>
    </p:embeddedFont>
    <p:embeddedFont>
      <p:font typeface="NNTKNH+CMR10" panose="02000500000000000000"/>
      <p:regular r:id="rId483"/>
    </p:embeddedFont>
    <p:embeddedFont>
      <p:font typeface="DPGNUH+CMBX10" panose="02000500000000000000"/>
      <p:regular r:id="rId484"/>
    </p:embeddedFont>
    <p:embeddedFont>
      <p:font typeface="UMBOKK+Helvetica" panose="020B0604020202020204"/>
      <p:regular r:id="rId485"/>
    </p:embeddedFont>
    <p:embeddedFont>
      <p:font typeface="JHODUN+CMR7" panose="02000500000000000000"/>
      <p:regular r:id="rId486"/>
    </p:embeddedFont>
    <p:embeddedFont>
      <p:font typeface="PSOCWR+CMBX12~c" panose="02000500000000000000"/>
      <p:regular r:id="rId487"/>
    </p:embeddedFont>
    <p:embeddedFont>
      <p:font typeface="KQDUUR+CMSY10~25" panose="02000500000000000000"/>
      <p:regular r:id="rId488"/>
    </p:embeddedFont>
    <p:embeddedFont>
      <p:font typeface="IRFHTJ+CMR10" panose="02000500000000000000"/>
      <p:regular r:id="rId489"/>
    </p:embeddedFont>
    <p:embeddedFont>
      <p:font typeface="GJJMEC+CMR7" panose="02000500000000000000"/>
      <p:regular r:id="rId490"/>
    </p:embeddedFont>
    <p:embeddedFont>
      <p:font typeface="JNBBVO+CMBX12~c" panose="02000500000000000000"/>
      <p:regular r:id="rId491"/>
    </p:embeddedFont>
    <p:embeddedFont>
      <p:font typeface="FAQOKJ+Helvetica" panose="020B0604020202020204"/>
      <p:regular r:id="rId492"/>
    </p:embeddedFont>
    <p:embeddedFont>
      <p:font typeface="BKHORT+CMSS8" panose="02000500000000000000"/>
      <p:regular r:id="rId493"/>
    </p:embeddedFont>
    <p:embeddedFont>
      <p:font typeface="GKFEIU+CMR7" panose="02000500000000000000"/>
      <p:regular r:id="rId494"/>
    </p:embeddedFont>
    <p:embeddedFont>
      <p:font typeface="NGVDJR+CMBX12~c" panose="02000500000000000000"/>
      <p:regular r:id="rId495"/>
    </p:embeddedFont>
    <p:embeddedFont>
      <p:font typeface="ODFMGA+Helvetica" panose="020B0604020202020204"/>
      <p:regular r:id="rId496"/>
    </p:embeddedFont>
    <p:embeddedFont>
      <p:font typeface="HEPCKC+Helvetica" panose="020B0604020202020204"/>
      <p:regular r:id="rId497"/>
    </p:embeddedFont>
    <p:embeddedFont>
      <p:font typeface="LRDKKU+CMSS8" panose="02000500000000000000"/>
      <p:regular r:id="rId498"/>
    </p:embeddedFont>
    <p:embeddedFont>
      <p:font typeface="TOQWCS+CMR10" panose="02000500000000000000"/>
      <p:regular r:id="rId499"/>
    </p:embeddedFont>
    <p:embeddedFont>
      <p:font typeface="EQQCIR+CMR7" panose="02000500000000000000"/>
      <p:regular r:id="rId500"/>
    </p:embeddedFont>
    <p:embeddedFont>
      <p:font typeface="DPDVEF+CMBX12~c" panose="02000500000000000000"/>
      <p:regular r:id="rId501"/>
    </p:embeddedFont>
    <p:embeddedFont>
      <p:font typeface="JFBMIK+Helvetica" panose="020B0604020202020204"/>
      <p:regular r:id="rId502"/>
    </p:embeddedFont>
    <p:embeddedFont>
      <p:font typeface="KCLHSD+CMSS8" panose="02000500000000000000"/>
      <p:regular r:id="rId503"/>
    </p:embeddedFont>
    <p:embeddedFont>
      <p:font typeface="OWMSBE+CMR7" panose="02000500000000000000"/>
      <p:regular r:id="rId504"/>
    </p:embeddedFont>
    <p:embeddedFont>
      <p:font typeface="RHKBQD+CMBX12~c" panose="02000500000000000000"/>
      <p:regular r:id="rId505"/>
    </p:embeddedFont>
    <p:embeddedFont>
      <p:font typeface="UAHIPH+Helvetica-BoldOblique" panose="020B0704020202090204"/>
      <p:boldItalic r:id="rId506"/>
    </p:embeddedFont>
    <p:embeddedFont>
      <p:font typeface="HHKIDQ+Helvetica-Bold" panose="020B0704020202020204"/>
      <p:bold r:id="rId507"/>
    </p:embeddedFont>
    <p:embeddedFont>
      <p:font typeface="BUUJMC+Helvetica" panose="020B0604020202020204"/>
      <p:regular r:id="rId508"/>
    </p:embeddedFont>
    <p:embeddedFont>
      <p:font typeface="IGBFBM+CMR10" panose="02000500000000000000"/>
      <p:regular r:id="rId509"/>
    </p:embeddedFont>
    <p:embeddedFont>
      <p:font typeface="BFIAII+CMBX12~c" panose="02000500000000000000"/>
      <p:regular r:id="rId510"/>
    </p:embeddedFont>
    <p:embeddedFont>
      <p:font typeface="BDKOWV+Helvetica-Bold" panose="020B0704020202020204"/>
      <p:bold r:id="rId511"/>
    </p:embeddedFont>
    <p:embeddedFont>
      <p:font typeface="NWOKJI+Helvetica" panose="020B0604020202020204"/>
      <p:regular r:id="rId512"/>
    </p:embeddedFont>
    <p:embeddedFont>
      <p:font typeface="EQLOIO+Helvetica-BoldOblique" panose="020B0704020202090204"/>
      <p:boldItalic r:id="rId513"/>
    </p:embeddedFont>
    <p:embeddedFont>
      <p:font typeface="AAKNBD+Helvetica-Oblique" panose="020B0604020202090204"/>
      <p:italic r:id="rId514"/>
    </p:embeddedFont>
    <p:embeddedFont>
      <p:font typeface="HWOQJV+CMR10" panose="02000500000000000000"/>
      <p:regular r:id="rId515"/>
    </p:embeddedFont>
    <p:embeddedFont>
      <p:font typeface="JDGUOA+CMBX12~c" panose="02000500000000000000"/>
      <p:regular r:id="rId516"/>
    </p:embeddedFont>
    <p:embeddedFont>
      <p:font typeface="IFOBLU+CMSY10~25" panose="02000500000000000000"/>
      <p:regular r:id="rId517"/>
    </p:embeddedFont>
    <p:embeddedFont>
      <p:font typeface="JACMTW+CMR10" panose="02000500000000000000"/>
      <p:regular r:id="rId518"/>
    </p:embeddedFont>
    <p:embeddedFont>
      <p:font typeface="ELCAHT+CMTI10" panose="02000500000000000000"/>
      <p:regular r:id="rId519"/>
    </p:embeddedFont>
    <p:embeddedFont>
      <p:font typeface="TFOJSL+CMBX10" panose="02000500000000000000"/>
      <p:regular r:id="rId520"/>
    </p:embeddedFont>
    <p:embeddedFont>
      <p:font typeface="TEGMGA+CMR7" panose="02000500000000000000"/>
      <p:regular r:id="rId521"/>
    </p:embeddedFont>
    <p:embeddedFont>
      <p:font typeface="BMPEOU+Helvetica-Bold" panose="020B0704020202020204"/>
      <p:bold r:id="rId522"/>
    </p:embeddedFont>
    <p:embeddedFont>
      <p:font typeface="SGJFIF+Helvetica" panose="020B0604020202020204"/>
      <p:regular r:id="rId523"/>
    </p:embeddedFont>
    <p:embeddedFont>
      <p:font typeface="NUJBJV+CMR7" panose="02000500000000000000"/>
      <p:regular r:id="rId524"/>
    </p:embeddedFont>
    <p:embeddedFont>
      <p:font typeface="RWJBCV+CMBX12~c" panose="02000500000000000000"/>
      <p:regular r:id="rId525"/>
    </p:embeddedFont>
    <p:embeddedFont>
      <p:font typeface="JSEOPT+CMSY10~25" panose="02000500000000000000"/>
      <p:regular r:id="rId526"/>
    </p:embeddedFont>
    <p:embeddedFont>
      <p:font typeface="UVQWHP+CMR10" panose="02000500000000000000"/>
      <p:regular r:id="rId527"/>
    </p:embeddedFont>
    <p:embeddedFont>
      <p:font typeface="RTBUFL+CMBX10" panose="02000500000000000000"/>
      <p:regular r:id="rId528"/>
    </p:embeddedFont>
    <p:embeddedFont>
      <p:font typeface="MWIJJN+CMR7" panose="02000500000000000000"/>
      <p:regular r:id="rId529"/>
    </p:embeddedFont>
    <p:embeddedFont>
      <p:font typeface="NNBHNA+CMBX12~c" panose="02000500000000000000"/>
      <p:regular r:id="rId530"/>
    </p:embeddedFont>
    <p:embeddedFont>
      <p:font typeface="FHTAKG+CMR10" panose="02000500000000000000"/>
      <p:regular r:id="rId531"/>
    </p:embeddedFont>
    <p:embeddedFont>
      <p:font typeface="WPWSMJ+CMSY10~25" panose="02000500000000000000"/>
      <p:regular r:id="rId532"/>
    </p:embeddedFont>
    <p:embeddedFont>
      <p:font typeface="HAFTFC+CMR7" panose="02000500000000000000"/>
      <p:regular r:id="rId533"/>
    </p:embeddedFont>
    <p:embeddedFont>
      <p:font typeface="VFHFSW+CMBX12~c" panose="02000500000000000000"/>
      <p:regular r:id="rId534"/>
    </p:embeddedFont>
    <p:embeddedFont>
      <p:font typeface="APPBKT+Helvetica" panose="020B0604020202020204"/>
      <p:regular r:id="rId535"/>
    </p:embeddedFont>
    <p:embeddedFont>
      <p:font typeface="WUKLHU+CMR10" panose="02000500000000000000"/>
      <p:regular r:id="rId536"/>
    </p:embeddedFont>
    <p:embeddedFont>
      <p:font typeface="NFJFQD+CMSY10~25" panose="02000500000000000000"/>
      <p:regular r:id="rId537"/>
    </p:embeddedFont>
    <p:embeddedFont>
      <p:font typeface="DMGHIF+CMR7" panose="02000500000000000000"/>
      <p:regular r:id="rId538"/>
    </p:embeddedFont>
    <p:embeddedFont>
      <p:font typeface="WESOUN+Helvetica-Bold" panose="020B0704020202020204"/>
      <p:bold r:id="rId539"/>
    </p:embeddedFont>
    <p:embeddedFont>
      <p:font typeface="QCUAPN+Helvetica" panose="020B0604020202020204"/>
      <p:regular r:id="rId540"/>
    </p:embeddedFont>
    <p:embeddedFont>
      <p:font typeface="TNQPHM+CMR7" panose="02000500000000000000"/>
      <p:regular r:id="rId541"/>
    </p:embeddedFont>
    <p:embeddedFont>
      <p:font typeface="NTAVTS+CMBX12~c" panose="02000500000000000000"/>
      <p:regular r:id="rId542"/>
    </p:embeddedFont>
    <p:embeddedFont>
      <p:font typeface="HCEQKP+Helvetica" panose="020B0604020202020204"/>
      <p:regular r:id="rId543"/>
    </p:embeddedFont>
    <p:embeddedFont>
      <p:font typeface="RGRIIS+Helvetica-Bold" panose="020B0704020202020204"/>
      <p:bold r:id="rId544"/>
    </p:embeddedFont>
    <p:embeddedFont>
      <p:font typeface="PFEPTL+CMR7" panose="02000500000000000000"/>
      <p:regular r:id="rId545"/>
    </p:embeddedFont>
    <p:embeddedFont>
      <p:font typeface="CCLURS+CMBX12~c" panose="02000500000000000000"/>
      <p:regular r:id="rId546"/>
    </p:embeddedFont>
    <p:embeddedFont>
      <p:font typeface="CPSQOL+CMBX10" panose="02000500000000000000"/>
      <p:regular r:id="rId547"/>
    </p:embeddedFont>
    <p:embeddedFont>
      <p:font typeface="PNSGCV+Helvetica" panose="020B0604020202020204"/>
      <p:regular r:id="rId548"/>
    </p:embeddedFont>
    <p:embeddedFont>
      <p:font typeface="VFCBAS+CMSS9" panose="02000500000000000000"/>
      <p:regular r:id="rId549"/>
    </p:embeddedFont>
    <p:embeddedFont>
      <p:font typeface="JMSRQD+CMSY9" panose="02000500000000000000"/>
      <p:regular r:id="rId550"/>
    </p:embeddedFont>
    <p:embeddedFont>
      <p:font typeface="CMNTBB+CMSSBX10~2a4" panose="02000500000000000000"/>
      <p:regular r:id="rId551"/>
    </p:embeddedFont>
    <p:embeddedFont>
      <p:font typeface="HHWQMW+CMBX9" panose="02000500000000000000"/>
      <p:regular r:id="rId552"/>
    </p:embeddedFont>
    <p:embeddedFont>
      <p:font typeface="AUHRDQ+CMSSBX10~2b1" panose="02000500000000000000"/>
      <p:regular r:id="rId553"/>
    </p:embeddedFont>
    <p:embeddedFont>
      <p:font typeface="JEAINH+CMR7" panose="02000500000000000000"/>
      <p:regular r:id="rId554"/>
    </p:embeddedFont>
    <p:embeddedFont>
      <p:font typeface="HJEMAQ+CMBX12~c" panose="02000500000000000000"/>
      <p:regular r:id="rId555"/>
    </p:embeddedFont>
    <p:embeddedFont>
      <p:font typeface="TDMPQM+CMSY10~25" panose="02000500000000000000"/>
      <p:regular r:id="rId556"/>
    </p:embeddedFont>
    <p:embeddedFont>
      <p:font typeface="ENNGUD+CMR10" panose="02000500000000000000"/>
      <p:regular r:id="rId557"/>
    </p:embeddedFont>
    <p:embeddedFont>
      <p:font typeface="QTMENV+Helvetica" panose="020B0604020202020204"/>
      <p:regular r:id="rId558"/>
    </p:embeddedFont>
    <p:embeddedFont>
      <p:font typeface="LMRGON+Helvetica-Bold" panose="020B0704020202020204"/>
      <p:bold r:id="rId559"/>
    </p:embeddedFont>
    <p:embeddedFont>
      <p:font typeface="WCEWQT+CMR7" panose="02000500000000000000"/>
      <p:regular r:id="rId560"/>
    </p:embeddedFont>
    <p:embeddedFont>
      <p:font typeface="FOTSIA+CMBX12~c" panose="02000500000000000000"/>
      <p:regular r:id="rId561"/>
    </p:embeddedFont>
    <p:embeddedFont>
      <p:font typeface="KHVWHF+Helvetica" panose="020B0604020202020204"/>
      <p:regular r:id="rId562"/>
    </p:embeddedFont>
    <p:embeddedFont>
      <p:font typeface="NARWTQ+Helvetica" panose="020B0604020202020204"/>
      <p:regular r:id="rId563"/>
    </p:embeddedFont>
    <p:embeddedFont>
      <p:font typeface="GBKSEO+CMR10" panose="02000500000000000000"/>
      <p:regular r:id="rId564"/>
    </p:embeddedFont>
    <p:embeddedFont>
      <p:font typeface="KOTKDD+CMSS10" panose="02000500000000000000"/>
      <p:regular r:id="rId565"/>
    </p:embeddedFont>
    <p:embeddedFont>
      <p:font typeface="LDMROU+CMR7" panose="02000500000000000000"/>
      <p:regular r:id="rId566"/>
    </p:embeddedFont>
    <p:embeddedFont>
      <p:font typeface="DGONOP+CMBX10" panose="02000500000000000000"/>
      <p:regular r:id="rId567"/>
    </p:embeddedFont>
    <p:embeddedFont>
      <p:font typeface="WRIRKU+Helvetica" panose="020B0604020202020204"/>
      <p:regular r:id="rId568"/>
    </p:embeddedFont>
    <p:embeddedFont>
      <p:font typeface="HSNKLU+Helvetica" panose="020B0604020202020204"/>
      <p:regular r:id="rId569"/>
    </p:embeddedFont>
    <p:embeddedFont>
      <p:font typeface="LOSTWF+CMR10" panose="02000500000000000000"/>
      <p:regular r:id="rId570"/>
    </p:embeddedFont>
    <p:embeddedFont>
      <p:font typeface="SOHQEJ+CMSS10" panose="02000500000000000000"/>
      <p:regular r:id="rId571"/>
    </p:embeddedFont>
    <p:embeddedFont>
      <p:font typeface="UAQHWJ+CMR7" panose="02000500000000000000"/>
      <p:regular r:id="rId572"/>
    </p:embeddedFont>
    <p:embeddedFont>
      <p:font typeface="SEWNMV+CMBX12~c" panose="02000500000000000000"/>
      <p:regular r:id="rId573"/>
    </p:embeddedFont>
    <p:embeddedFont>
      <p:font typeface="QCBRRL+CMR10" panose="02000500000000000000"/>
      <p:regular r:id="rId574"/>
    </p:embeddedFont>
    <p:embeddedFont>
      <p:font typeface="CJOWHT+CMSY10~25" panose="02000500000000000000"/>
      <p:regular r:id="rId575"/>
    </p:embeddedFont>
    <p:embeddedFont>
      <p:font typeface="AUHOVB+CMR7" panose="02000500000000000000"/>
      <p:regular r:id="rId576"/>
    </p:embeddedFont>
    <p:embeddedFont>
      <p:font typeface="IMEEAT+CMBX12~c" panose="02000500000000000000"/>
      <p:regular r:id="rId577"/>
    </p:embeddedFont>
    <p:embeddedFont>
      <p:font typeface="KEGWFP+CMSY10~25" panose="02000500000000000000"/>
      <p:regular r:id="rId578"/>
    </p:embeddedFont>
    <p:embeddedFont>
      <p:font typeface="FJROPT+CMR10" panose="02000500000000000000"/>
      <p:regular r:id="rId579"/>
    </p:embeddedFont>
    <p:embeddedFont>
      <p:font typeface="TIOUPL+CMBX10" panose="02000500000000000000"/>
      <p:regular r:id="rId580"/>
    </p:embeddedFont>
    <p:embeddedFont>
      <p:font typeface="OUMOGP+CMR7" panose="02000500000000000000"/>
      <p:regular r:id="rId581"/>
    </p:embeddedFont>
    <p:embeddedFont>
      <p:font typeface="KWVSAV+Helvetica-Bold" panose="020B0704020202020204"/>
      <p:bold r:id="rId582"/>
    </p:embeddedFont>
    <p:embeddedFont>
      <p:font typeface="UNTBWH+Helvetica" panose="020B0604020202020204"/>
      <p:regular r:id="rId583"/>
    </p:embeddedFont>
    <p:embeddedFont>
      <p:font typeface="LQSNNA+CMR7" panose="02000500000000000000"/>
      <p:regular r:id="rId584"/>
    </p:embeddedFont>
    <p:embeddedFont>
      <p:font typeface="LDFJJE+CMR10" panose="02000500000000000000"/>
      <p:regular r:id="rId585"/>
    </p:embeddedFont>
    <p:embeddedFont>
      <p:font typeface="KAGRBF+CMSSBX10" panose="02000500000000000000"/>
      <p:regular r:id="rId586"/>
    </p:embeddedFont>
    <p:embeddedFont>
      <p:font typeface="FEIDKW+CMSS10" panose="02000500000000000000"/>
      <p:regular r:id="rId587"/>
    </p:embeddedFont>
    <p:embeddedFont>
      <p:font typeface="RANHRB+CMSSBX10~2b1" panose="02000500000000000000"/>
      <p:regular r:id="rId588"/>
    </p:embeddedFont>
    <p:embeddedFont>
      <p:font typeface="FPAIPN+Helvetica" panose="020B0604020202020204"/>
      <p:regular r:id="rId589"/>
    </p:embeddedFont>
    <p:embeddedFont>
      <p:font typeface="OMNVMW+CMR7" panose="02000500000000000000"/>
      <p:regular r:id="rId590"/>
    </p:embeddedFont>
    <p:embeddedFont>
      <p:font typeface="FWREKQ+CMR10" panose="02000500000000000000"/>
      <p:regular r:id="rId591"/>
    </p:embeddedFont>
    <p:embeddedFont>
      <p:font typeface="WFHFWI+CMSSBX10" panose="02000500000000000000"/>
      <p:regular r:id="rId592"/>
    </p:embeddedFont>
    <p:embeddedFont>
      <p:font typeface="EGKMJM+CMSY10~25" panose="02000500000000000000"/>
      <p:regular r:id="rId593"/>
    </p:embeddedFont>
    <p:embeddedFont>
      <p:font typeface="OENUVF+CMSS10" panose="02000500000000000000"/>
      <p:regular r:id="rId594"/>
    </p:embeddedFont>
    <p:embeddedFont>
      <p:font typeface="TBWNVD+CMSSBX10~2b1" panose="02000500000000000000"/>
      <p:regular r:id="rId595"/>
    </p:embeddedFont>
    <p:embeddedFont>
      <p:font typeface="WRALJK+CMR7" panose="02000500000000000000"/>
      <p:regular r:id="rId596"/>
    </p:embeddedFont>
    <p:embeddedFont>
      <p:font typeface="MEUWHE+CMR10" panose="02000500000000000000"/>
      <p:regular r:id="rId597"/>
    </p:embeddedFont>
    <p:embeddedFont>
      <p:font typeface="ULMCVQ+Helvetica" panose="020B0604020202020204"/>
      <p:regular r:id="rId598"/>
    </p:embeddedFont>
    <p:embeddedFont>
      <p:font typeface="CGSTEE+CMR7" panose="02000500000000000000"/>
      <p:regular r:id="rId599"/>
    </p:embeddedFont>
    <p:embeddedFont>
      <p:font typeface="JLQPNU+CMBX12~c" panose="02000500000000000000"/>
      <p:regular r:id="rId600"/>
    </p:embeddedFont>
    <p:embeddedFont>
      <p:font typeface="QKFQSA+Helvetica" panose="020B0604020202020204"/>
      <p:regular r:id="rId601"/>
    </p:embeddedFont>
    <p:embeddedFont>
      <p:font typeface="AHUMKF+CMR7" panose="02000500000000000000"/>
      <p:regular r:id="rId602"/>
    </p:embeddedFont>
    <p:embeddedFont>
      <p:font typeface="DLRPGI+CMBX12~c" panose="02000500000000000000"/>
      <p:regular r:id="rId603"/>
    </p:embeddedFont>
    <p:embeddedFont>
      <p:font typeface="CMBWUM+Helvetica" panose="020B0604020202020204"/>
      <p:regular r:id="rId604"/>
    </p:embeddedFont>
    <p:embeddedFont>
      <p:font typeface="VHBWUS+CMR7" panose="02000500000000000000"/>
      <p:regular r:id="rId605"/>
    </p:embeddedFont>
    <p:embeddedFont>
      <p:font typeface="NQMHWL+CMBX12~c" panose="02000500000000000000"/>
      <p:regular r:id="rId606"/>
    </p:embeddedFont>
    <p:embeddedFont>
      <p:font typeface="MOBITC+CMSY10~25" panose="02000500000000000000"/>
      <p:regular r:id="rId607"/>
    </p:embeddedFont>
    <p:embeddedFont>
      <p:font typeface="SCIPIO+CMR10" panose="02000500000000000000"/>
      <p:regular r:id="rId608"/>
    </p:embeddedFont>
    <p:embeddedFont>
      <p:font typeface="WVNLMI+CMR7" panose="02000500000000000000"/>
      <p:regular r:id="rId609"/>
    </p:embeddedFont>
    <p:embeddedFont>
      <p:font typeface="DHQARL+CMBX12~c" panose="02000500000000000000"/>
      <p:regular r:id="rId610"/>
    </p:embeddedFont>
    <p:embeddedFont>
      <p:font typeface="EHIVGJ+CMSY10~25" panose="02000500000000000000"/>
      <p:regular r:id="rId611"/>
    </p:embeddedFont>
    <p:embeddedFont>
      <p:font typeface="GOIFSA+CMR10" panose="02000500000000000000"/>
      <p:regular r:id="rId612"/>
    </p:embeddedFont>
    <p:embeddedFont>
      <p:font typeface="CRSWDM+CMR7" panose="02000500000000000000"/>
      <p:regular r:id="rId613"/>
    </p:embeddedFont>
    <p:embeddedFont>
      <p:font typeface="UKVFUF+CMBX12~c" panose="02000500000000000000"/>
      <p:regular r:id="rId614"/>
    </p:embeddedFont>
    <p:embeddedFont>
      <p:font typeface="NIUFRQ+CMR10" panose="02000500000000000000"/>
      <p:regular r:id="rId615"/>
    </p:embeddedFont>
    <p:embeddedFont>
      <p:font typeface="UDTBIT+CMSY10~25" panose="02000500000000000000"/>
      <p:regular r:id="rId616"/>
    </p:embeddedFont>
    <p:embeddedFont>
      <p:font typeface="HCVEJH+CMMI10" panose="02000500000000000000"/>
      <p:regular r:id="rId617"/>
    </p:embeddedFont>
    <p:embeddedFont>
      <p:font typeface="KNHWOT+CMR7" panose="02000500000000000000"/>
      <p:regular r:id="rId618"/>
    </p:embeddedFont>
    <p:embeddedFont>
      <p:font typeface="WREQGF+CMR10" panose="02000500000000000000"/>
      <p:regular r:id="rId619"/>
    </p:embeddedFont>
    <p:embeddedFont>
      <p:font typeface="BEIHOR+CMR7" panose="02000500000000000000"/>
      <p:regular r:id="rId620"/>
    </p:embeddedFont>
    <p:embeddedFont>
      <p:font typeface="EJLKWS+CMBX10" panose="02000500000000000000"/>
      <p:regular r:id="rId621"/>
    </p:embeddedFont>
    <p:embeddedFont>
      <p:font typeface="VVPMEB+Helvetica" panose="020B0604020202020204"/>
      <p:regular r:id="rId622"/>
    </p:embeddedFont>
    <p:embeddedFont>
      <p:font typeface="NMJWSS+Helvetica-Bold" panose="020B0704020202020204"/>
      <p:bold r:id="rId623"/>
    </p:embeddedFont>
    <p:embeddedFont>
      <p:font typeface="WDVAVW+CMR7" panose="02000500000000000000"/>
      <p:regular r:id="rId624"/>
    </p:embeddedFont>
    <p:embeddedFont>
      <p:font typeface="LIDDMN+CMBX12~c" panose="02000500000000000000"/>
      <p:regular r:id="rId625"/>
    </p:embeddedFont>
    <p:embeddedFont>
      <p:font typeface="JSLDBG+Helvetica" panose="02000500000000000000"/>
      <p:regular r:id="rId626"/>
    </p:embeddedFont>
    <p:embeddedFont>
      <p:font typeface="BUFGOI+CMR7" panose="02000500000000000000"/>
      <p:regular r:id="rId627"/>
    </p:embeddedFont>
    <p:embeddedFont>
      <p:font typeface="UKUUWV+CMBX12~c" panose="02000500000000000000"/>
      <p:regular r:id="rId628"/>
    </p:embeddedFont>
    <p:embeddedFont>
      <p:font typeface="BGAACM+Helvetica-Bold" panose="020B0704020202020204"/>
      <p:bold r:id="rId629"/>
    </p:embeddedFont>
    <p:embeddedFont>
      <p:font typeface="OCHROM+Helvetica" panose="020B0604020202020204"/>
      <p:regular r:id="rId630"/>
    </p:embeddedFont>
    <p:embeddedFont>
      <p:font typeface="RFMJEB+CMSY10~25" panose="02000500000000000000"/>
      <p:regular r:id="rId631"/>
    </p:embeddedFont>
    <p:embeddedFont>
      <p:font typeface="PINGMH+CMR10" panose="02000500000000000000"/>
      <p:regular r:id="rId632"/>
    </p:embeddedFont>
    <p:embeddedFont>
      <p:font typeface="IESGKC+CMR7" panose="02000500000000000000"/>
      <p:regular r:id="rId633"/>
    </p:embeddedFont>
    <p:embeddedFont>
      <p:font typeface="ABENTN+CMBX10" panose="02000500000000000000"/>
      <p:regular r:id="rId634"/>
    </p:embeddedFont>
    <p:embeddedFont>
      <p:font typeface="EMNUVF+CMR8" panose="02000500000000000000"/>
      <p:regular r:id="rId635"/>
    </p:embeddedFont>
    <p:embeddedFont>
      <p:font typeface="MSHUBQ+CMBX10" panose="02000500000000000000"/>
      <p:regular r:id="rId636"/>
    </p:embeddedFont>
    <p:embeddedFont>
      <p:font typeface="BHJAHI+CMSY8" panose="02000500000000000000"/>
      <p:regular r:id="rId637"/>
    </p:embeddedFont>
    <p:embeddedFont>
      <p:font typeface="KJNPGN+CMR8" panose="02000500000000000000"/>
      <p:regular r:id="rId638"/>
    </p:embeddedFont>
    <p:embeddedFont>
      <p:font typeface="UWWPUC+CMR7" panose="02000500000000000000"/>
      <p:regular r:id="rId639"/>
    </p:embeddedFont>
    <p:embeddedFont>
      <p:font typeface="QENFWT+CMBX10" panose="02000500000000000000"/>
      <p:regular r:id="rId640"/>
    </p:embeddedFont>
    <p:embeddedFont>
      <p:font typeface="CLHMBL+Helvetica" panose="020B0604020202020204"/>
      <p:regular r:id="rId641"/>
    </p:embeddedFont>
    <p:embeddedFont>
      <p:font typeface="DTOEVN+Helvetica-Bold" panose="020B0704020202020204"/>
      <p:bold r:id="rId642"/>
    </p:embeddedFont>
    <p:embeddedFont>
      <p:font typeface="ITKHQB+CMR10" panose="02000500000000000000"/>
      <p:regular r:id="rId643"/>
    </p:embeddedFont>
    <p:embeddedFont>
      <p:font typeface="MEFOKN+CMR7" panose="02000500000000000000"/>
      <p:regular r:id="rId644"/>
    </p:embeddedFont>
    <p:embeddedFont>
      <p:font typeface="TRNVQE+CMSY10~25" panose="02000500000000000000"/>
      <p:regular r:id="rId645"/>
    </p:embeddedFont>
    <p:embeddedFont>
      <p:font typeface="GJOVRL+CMTI10" panose="02000500000000000000"/>
      <p:regular r:id="rId646"/>
    </p:embeddedFont>
    <p:embeddedFont>
      <p:font typeface="KQEJKO+CMR10" panose="02000500000000000000"/>
      <p:regular r:id="rId647"/>
    </p:embeddedFont>
    <p:embeddedFont>
      <p:font typeface="NOULNK+CMR7" panose="02000500000000000000"/>
      <p:regular r:id="rId648"/>
    </p:embeddedFont>
    <p:embeddedFont>
      <p:font typeface="GCNOLR+CMBX10" panose="02000500000000000000"/>
      <p:regular r:id="rId649"/>
    </p:embeddedFont>
    <p:embeddedFont>
      <p:font typeface="FUCEEC+CMSY10~25" panose="02000500000000000000"/>
      <p:regular r:id="rId650"/>
    </p:embeddedFont>
    <p:embeddedFont>
      <p:font typeface="KQCVGC+CMR10" panose="02000500000000000000"/>
      <p:regular r:id="rId651"/>
    </p:embeddedFont>
    <p:embeddedFont>
      <p:font typeface="JIKJFJ+CMR7" panose="02000500000000000000"/>
      <p:regular r:id="rId652"/>
    </p:embeddedFont>
    <p:embeddedFont>
      <p:font typeface="PDJOPC+CMBX10" panose="02000500000000000000"/>
      <p:regular r:id="rId653"/>
    </p:embeddedFont>
    <p:embeddedFont>
      <p:font typeface="EJEAKJ+CMSY10~25" panose="02000500000000000000"/>
      <p:regular r:id="rId654"/>
    </p:embeddedFont>
    <p:embeddedFont>
      <p:font typeface="TFGNNP+CMR10" panose="02000500000000000000"/>
      <p:regular r:id="rId655"/>
    </p:embeddedFont>
    <p:embeddedFont>
      <p:font typeface="NBCTGR+CMMI10" panose="02000500000000000000"/>
      <p:regular r:id="rId656"/>
    </p:embeddedFont>
    <p:embeddedFont>
      <p:font typeface="HATTAS+CMR7" panose="02000500000000000000"/>
      <p:regular r:id="rId657"/>
    </p:embeddedFont>
    <p:embeddedFont>
      <p:font typeface="RKMPGN+CMBX10" panose="02000500000000000000"/>
      <p:regular r:id="rId658"/>
    </p:embeddedFont>
    <p:embeddedFont>
      <p:font typeface="GOBVUC+CMSY10~25" panose="02000500000000000000"/>
      <p:regular r:id="rId659"/>
    </p:embeddedFont>
    <p:embeddedFont>
      <p:font typeface="MVKKAA+CMR10" panose="02000500000000000000"/>
      <p:regular r:id="rId660"/>
    </p:embeddedFont>
    <p:embeddedFont>
      <p:font typeface="EDSIPO+CMMI10" panose="02000500000000000000"/>
      <p:regular r:id="rId661"/>
    </p:embeddedFont>
    <p:embeddedFont>
      <p:font typeface="BQNRBV+CMR7" panose="02000500000000000000"/>
      <p:regular r:id="rId662"/>
    </p:embeddedFont>
    <p:embeddedFont>
      <p:font typeface="SOJTJO+CMBX10" panose="02000500000000000000"/>
      <p:regular r:id="rId663"/>
    </p:embeddedFont>
    <p:embeddedFont>
      <p:font typeface="LQIKFV+CMSY10~25" panose="02000500000000000000"/>
      <p:regular r:id="rId664"/>
    </p:embeddedFont>
    <p:embeddedFont>
      <p:font typeface="NCVMIQ+CMR10" panose="02000500000000000000"/>
      <p:regular r:id="rId665"/>
    </p:embeddedFont>
    <p:embeddedFont>
      <p:font typeface="AWDDBS+CMMI10" panose="02000500000000000000"/>
      <p:regular r:id="rId666"/>
    </p:embeddedFont>
    <p:embeddedFont>
      <p:font typeface="MKGWLI+CMR7" panose="02000500000000000000"/>
      <p:regular r:id="rId667"/>
    </p:embeddedFont>
    <p:embeddedFont>
      <p:font typeface="JEWIKD+CMBX10" panose="02000500000000000000"/>
      <p:regular r:id="rId668"/>
    </p:embeddedFont>
    <p:embeddedFont>
      <p:font typeface="SAGKME+CMSY10~25" panose="02000500000000000000"/>
      <p:regular r:id="rId669"/>
    </p:embeddedFont>
    <p:embeddedFont>
      <p:font typeface="CWPDTQ+CMR10" panose="02000500000000000000"/>
      <p:regular r:id="rId670"/>
    </p:embeddedFont>
    <p:embeddedFont>
      <p:font typeface="TKVIFQ+CMMI10" panose="02000500000000000000"/>
      <p:regular r:id="rId671"/>
    </p:embeddedFont>
    <p:embeddedFont>
      <p:font typeface="RWNUED+CMR7" panose="02000500000000000000"/>
      <p:regular r:id="rId672"/>
    </p:embeddedFont>
    <p:embeddedFont>
      <p:font typeface="DJJKUA+CMBX10" panose="02000500000000000000"/>
      <p:regular r:id="rId673"/>
    </p:embeddedFont>
    <p:embeddedFont>
      <p:font typeface="VLTJFO+CMSY10~25" panose="02000500000000000000"/>
      <p:regular r:id="rId674"/>
    </p:embeddedFont>
    <p:embeddedFont>
      <p:font typeface="LADIUE+CMR10" panose="02000500000000000000"/>
      <p:regular r:id="rId675"/>
    </p:embeddedFont>
    <p:embeddedFont>
      <p:font typeface="KEIETS+CMMI10" panose="02000500000000000000"/>
      <p:regular r:id="rId676"/>
    </p:embeddedFont>
    <p:embeddedFont>
      <p:font typeface="WALFNF+CMR7" panose="02000500000000000000"/>
      <p:regular r:id="rId677"/>
    </p:embeddedFont>
    <p:embeddedFont>
      <p:font typeface="NEJMUK+CMBX10" panose="02000500000000000000"/>
      <p:regular r:id="rId678"/>
    </p:embeddedFont>
    <p:embeddedFont>
      <p:font typeface="NIEJDC+CMSY10~25" panose="02000500000000000000"/>
      <p:regular r:id="rId679"/>
    </p:embeddedFont>
    <p:embeddedFont>
      <p:font typeface="OQUJWT+CMR10" panose="02000500000000000000"/>
      <p:regular r:id="rId680"/>
    </p:embeddedFont>
    <p:embeddedFont>
      <p:font typeface="NPMLBT+CMR7" panose="02000500000000000000"/>
      <p:regular r:id="rId681"/>
    </p:embeddedFont>
    <p:embeddedFont>
      <p:font typeface="FIQJJL+CMR10" panose="02000500000000000000"/>
      <p:regular r:id="rId682"/>
    </p:embeddedFont>
    <p:embeddedFont>
      <p:font typeface="WOVTRS+CMTI10" panose="02000500000000000000"/>
      <p:regular r:id="rId683"/>
    </p:embeddedFont>
    <p:embeddedFont>
      <p:font typeface="IEUPUF+CMSY10~25" panose="02000500000000000000"/>
      <p:regular r:id="rId684"/>
    </p:embeddedFont>
    <p:embeddedFont>
      <p:font typeface="EKFHNI+CMCSC10" panose="02000500000000000000"/>
      <p:regular r:id="rId685"/>
    </p:embeddedFont>
    <p:embeddedFont>
      <p:font typeface="QDLRGJ+CMR7" panose="02000500000000000000"/>
      <p:regular r:id="rId686"/>
    </p:embeddedFont>
    <p:embeddedFont>
      <p:font typeface="GFSBSN+CMR10" panose="02000500000000000000"/>
      <p:regular r:id="rId687"/>
    </p:embeddedFont>
    <p:embeddedFont>
      <p:font typeface="HHLADE+CMTI10" panose="02000500000000000000"/>
      <p:regular r:id="rId688"/>
    </p:embeddedFont>
    <p:embeddedFont>
      <p:font typeface="GKJPCH+CMR7" panose="02000500000000000000"/>
      <p:regular r:id="rId689"/>
    </p:embeddedFont>
    <p:embeddedFont>
      <p:font typeface="MDFGDI+CMBX10" panose="02000500000000000000"/>
      <p:regular r:id="rId690"/>
    </p:embeddedFont>
    <p:embeddedFont>
      <p:font typeface="PCKPCD+CMR10" panose="02000500000000000000"/>
      <p:regular r:id="rId691"/>
    </p:embeddedFont>
    <p:embeddedFont>
      <p:font typeface="IJDVDK+CMTI10" panose="02000500000000000000"/>
      <p:regular r:id="rId692"/>
    </p:embeddedFont>
    <p:embeddedFont>
      <p:font typeface="MNIDIA+CMR7" panose="02000500000000000000"/>
      <p:regular r:id="rId693"/>
    </p:embeddedFont>
    <p:embeddedFont>
      <p:font typeface="Comic Sans MS" panose="030F0702030302020204" pitchFamily="66" charset="0"/>
      <p:regular r:id="rId694"/>
      <p:bold r:id="rId695"/>
      <p:italic r:id="rId696"/>
      <p:boldItalic r:id="rId697"/>
    </p:embeddedFont>
    <p:embeddedFont>
      <p:font typeface="Verdana" panose="020B0604030504040204" pitchFamily="34" charset="0"/>
      <p:regular r:id="rId698"/>
      <p:bold r:id="rId699"/>
      <p:italic r:id="rId700"/>
      <p:boldItalic r:id="rId701"/>
    </p:embeddedFont>
    <p:embeddedFont>
      <p:font typeface="黑体" panose="02010609060101010101" pitchFamily="49" charset="-122"/>
      <p:regular r:id="rId702"/>
    </p:embeddedFont>
  </p:embeddedFontLst>
  <p:custDataLst>
    <p:tags r:id="rId703"/>
  </p:custDataLst>
  <p:defaultTextStyle/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428" y="-7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Master" Target="slideMasters/slideMaster98.xml"/><Relationship Id="rId98" Type="http://schemas.openxmlformats.org/officeDocument/2006/relationships/slideMaster" Target="slideMasters/slideMaster97.xml"/><Relationship Id="rId97" Type="http://schemas.openxmlformats.org/officeDocument/2006/relationships/slideMaster" Target="slideMasters/slideMaster96.xml"/><Relationship Id="rId96" Type="http://schemas.openxmlformats.org/officeDocument/2006/relationships/slideMaster" Target="slideMasters/slideMaster95.xml"/><Relationship Id="rId95" Type="http://schemas.openxmlformats.org/officeDocument/2006/relationships/slideMaster" Target="slideMasters/slideMaster94.xml"/><Relationship Id="rId94" Type="http://schemas.openxmlformats.org/officeDocument/2006/relationships/slideMaster" Target="slideMasters/slideMaster93.xml"/><Relationship Id="rId93" Type="http://schemas.openxmlformats.org/officeDocument/2006/relationships/slideMaster" Target="slideMasters/slideMaster92.xml"/><Relationship Id="rId92" Type="http://schemas.openxmlformats.org/officeDocument/2006/relationships/slideMaster" Target="slideMasters/slideMaster91.xml"/><Relationship Id="rId91" Type="http://schemas.openxmlformats.org/officeDocument/2006/relationships/slideMaster" Target="slideMasters/slideMaster90.xml"/><Relationship Id="rId90" Type="http://schemas.openxmlformats.org/officeDocument/2006/relationships/slideMaster" Target="slideMasters/slideMaster89.xml"/><Relationship Id="rId9" Type="http://schemas.openxmlformats.org/officeDocument/2006/relationships/slideMaster" Target="slideMasters/slideMaster8.xml"/><Relationship Id="rId89" Type="http://schemas.openxmlformats.org/officeDocument/2006/relationships/slideMaster" Target="slideMasters/slideMaster88.xml"/><Relationship Id="rId88" Type="http://schemas.openxmlformats.org/officeDocument/2006/relationships/slideMaster" Target="slideMasters/slideMaster87.xml"/><Relationship Id="rId87" Type="http://schemas.openxmlformats.org/officeDocument/2006/relationships/slideMaster" Target="slideMasters/slideMaster86.xml"/><Relationship Id="rId86" Type="http://schemas.openxmlformats.org/officeDocument/2006/relationships/slideMaster" Target="slideMasters/slideMaster85.xml"/><Relationship Id="rId85" Type="http://schemas.openxmlformats.org/officeDocument/2006/relationships/slideMaster" Target="slideMasters/slideMaster84.xml"/><Relationship Id="rId84" Type="http://schemas.openxmlformats.org/officeDocument/2006/relationships/slideMaster" Target="slideMasters/slideMaster83.xml"/><Relationship Id="rId83" Type="http://schemas.openxmlformats.org/officeDocument/2006/relationships/slideMaster" Target="slideMasters/slideMaster82.xml"/><Relationship Id="rId82" Type="http://schemas.openxmlformats.org/officeDocument/2006/relationships/slideMaster" Target="slideMasters/slideMaster81.xml"/><Relationship Id="rId81" Type="http://schemas.openxmlformats.org/officeDocument/2006/relationships/slideMaster" Target="slideMasters/slideMaster80.xml"/><Relationship Id="rId80" Type="http://schemas.openxmlformats.org/officeDocument/2006/relationships/slideMaster" Target="slideMasters/slideMaster79.xml"/><Relationship Id="rId8" Type="http://schemas.openxmlformats.org/officeDocument/2006/relationships/slideMaster" Target="slideMasters/slideMaster7.xml"/><Relationship Id="rId79" Type="http://schemas.openxmlformats.org/officeDocument/2006/relationships/slideMaster" Target="slideMasters/slideMaster78.xml"/><Relationship Id="rId78" Type="http://schemas.openxmlformats.org/officeDocument/2006/relationships/slideMaster" Target="slideMasters/slideMaster77.xml"/><Relationship Id="rId77" Type="http://schemas.openxmlformats.org/officeDocument/2006/relationships/slideMaster" Target="slideMasters/slideMaster76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" Type="http://schemas.openxmlformats.org/officeDocument/2006/relationships/slideMaster" Target="slideMasters/slideMaster73.xml"/><Relationship Id="rId73" Type="http://schemas.openxmlformats.org/officeDocument/2006/relationships/slideMaster" Target="slideMasters/slideMaster72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3" Type="http://schemas.openxmlformats.org/officeDocument/2006/relationships/tags" Target="tags/tag1.xml"/><Relationship Id="rId702" Type="http://schemas.openxmlformats.org/officeDocument/2006/relationships/font" Target="fonts/font494.fntdata"/><Relationship Id="rId701" Type="http://schemas.openxmlformats.org/officeDocument/2006/relationships/font" Target="fonts/font493.fntdata"/><Relationship Id="rId700" Type="http://schemas.openxmlformats.org/officeDocument/2006/relationships/font" Target="fonts/font492.fntdata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9" Type="http://schemas.openxmlformats.org/officeDocument/2006/relationships/font" Target="fonts/font491.fntdata"/><Relationship Id="rId698" Type="http://schemas.openxmlformats.org/officeDocument/2006/relationships/font" Target="fonts/font490.fntdata"/><Relationship Id="rId697" Type="http://schemas.openxmlformats.org/officeDocument/2006/relationships/font" Target="fonts/font489.fntdata"/><Relationship Id="rId696" Type="http://schemas.openxmlformats.org/officeDocument/2006/relationships/font" Target="fonts/font488.fntdata"/><Relationship Id="rId695" Type="http://schemas.openxmlformats.org/officeDocument/2006/relationships/font" Target="fonts/font487.fntdata"/><Relationship Id="rId694" Type="http://schemas.openxmlformats.org/officeDocument/2006/relationships/font" Target="fonts/font486.fntdata"/><Relationship Id="rId693" Type="http://schemas.openxmlformats.org/officeDocument/2006/relationships/font" Target="fonts/font485.fntdata"/><Relationship Id="rId692" Type="http://schemas.openxmlformats.org/officeDocument/2006/relationships/font" Target="fonts/font484.fntdata"/><Relationship Id="rId691" Type="http://schemas.openxmlformats.org/officeDocument/2006/relationships/font" Target="fonts/font483.fntdata"/><Relationship Id="rId690" Type="http://schemas.openxmlformats.org/officeDocument/2006/relationships/font" Target="fonts/font482.fntdata"/><Relationship Id="rId69" Type="http://schemas.openxmlformats.org/officeDocument/2006/relationships/slideMaster" Target="slideMasters/slideMaster68.xml"/><Relationship Id="rId689" Type="http://schemas.openxmlformats.org/officeDocument/2006/relationships/font" Target="fonts/font481.fntdata"/><Relationship Id="rId688" Type="http://schemas.openxmlformats.org/officeDocument/2006/relationships/font" Target="fonts/font480.fntdata"/><Relationship Id="rId687" Type="http://schemas.openxmlformats.org/officeDocument/2006/relationships/font" Target="fonts/font479.fntdata"/><Relationship Id="rId686" Type="http://schemas.openxmlformats.org/officeDocument/2006/relationships/font" Target="fonts/font478.fntdata"/><Relationship Id="rId685" Type="http://schemas.openxmlformats.org/officeDocument/2006/relationships/font" Target="fonts/font477.fntdata"/><Relationship Id="rId684" Type="http://schemas.openxmlformats.org/officeDocument/2006/relationships/font" Target="fonts/font476.fntdata"/><Relationship Id="rId683" Type="http://schemas.openxmlformats.org/officeDocument/2006/relationships/font" Target="fonts/font475.fntdata"/><Relationship Id="rId682" Type="http://schemas.openxmlformats.org/officeDocument/2006/relationships/font" Target="fonts/font474.fntdata"/><Relationship Id="rId681" Type="http://schemas.openxmlformats.org/officeDocument/2006/relationships/font" Target="fonts/font473.fntdata"/><Relationship Id="rId680" Type="http://schemas.openxmlformats.org/officeDocument/2006/relationships/font" Target="fonts/font472.fntdata"/><Relationship Id="rId68" Type="http://schemas.openxmlformats.org/officeDocument/2006/relationships/slideMaster" Target="slideMasters/slideMaster67.xml"/><Relationship Id="rId679" Type="http://schemas.openxmlformats.org/officeDocument/2006/relationships/font" Target="fonts/font471.fntdata"/><Relationship Id="rId678" Type="http://schemas.openxmlformats.org/officeDocument/2006/relationships/font" Target="fonts/font470.fntdata"/><Relationship Id="rId677" Type="http://schemas.openxmlformats.org/officeDocument/2006/relationships/font" Target="fonts/font469.fntdata"/><Relationship Id="rId676" Type="http://schemas.openxmlformats.org/officeDocument/2006/relationships/font" Target="fonts/font468.fntdata"/><Relationship Id="rId675" Type="http://schemas.openxmlformats.org/officeDocument/2006/relationships/font" Target="fonts/font467.fntdata"/><Relationship Id="rId674" Type="http://schemas.openxmlformats.org/officeDocument/2006/relationships/font" Target="fonts/font466.fntdata"/><Relationship Id="rId673" Type="http://schemas.openxmlformats.org/officeDocument/2006/relationships/font" Target="fonts/font465.fntdata"/><Relationship Id="rId672" Type="http://schemas.openxmlformats.org/officeDocument/2006/relationships/font" Target="fonts/font464.fntdata"/><Relationship Id="rId671" Type="http://schemas.openxmlformats.org/officeDocument/2006/relationships/font" Target="fonts/font463.fntdata"/><Relationship Id="rId670" Type="http://schemas.openxmlformats.org/officeDocument/2006/relationships/font" Target="fonts/font462.fntdata"/><Relationship Id="rId67" Type="http://schemas.openxmlformats.org/officeDocument/2006/relationships/slideMaster" Target="slideMasters/slideMaster66.xml"/><Relationship Id="rId669" Type="http://schemas.openxmlformats.org/officeDocument/2006/relationships/font" Target="fonts/font461.fntdata"/><Relationship Id="rId668" Type="http://schemas.openxmlformats.org/officeDocument/2006/relationships/font" Target="fonts/font460.fntdata"/><Relationship Id="rId667" Type="http://schemas.openxmlformats.org/officeDocument/2006/relationships/font" Target="fonts/font459.fntdata"/><Relationship Id="rId666" Type="http://schemas.openxmlformats.org/officeDocument/2006/relationships/font" Target="fonts/font458.fntdata"/><Relationship Id="rId665" Type="http://schemas.openxmlformats.org/officeDocument/2006/relationships/font" Target="fonts/font457.fntdata"/><Relationship Id="rId664" Type="http://schemas.openxmlformats.org/officeDocument/2006/relationships/font" Target="fonts/font456.fntdata"/><Relationship Id="rId663" Type="http://schemas.openxmlformats.org/officeDocument/2006/relationships/font" Target="fonts/font455.fntdata"/><Relationship Id="rId662" Type="http://schemas.openxmlformats.org/officeDocument/2006/relationships/font" Target="fonts/font454.fntdata"/><Relationship Id="rId661" Type="http://schemas.openxmlformats.org/officeDocument/2006/relationships/font" Target="fonts/font453.fntdata"/><Relationship Id="rId660" Type="http://schemas.openxmlformats.org/officeDocument/2006/relationships/font" Target="fonts/font452.fntdata"/><Relationship Id="rId66" Type="http://schemas.openxmlformats.org/officeDocument/2006/relationships/slideMaster" Target="slideMasters/slideMaster65.xml"/><Relationship Id="rId659" Type="http://schemas.openxmlformats.org/officeDocument/2006/relationships/font" Target="fonts/font451.fntdata"/><Relationship Id="rId658" Type="http://schemas.openxmlformats.org/officeDocument/2006/relationships/font" Target="fonts/font450.fntdata"/><Relationship Id="rId657" Type="http://schemas.openxmlformats.org/officeDocument/2006/relationships/font" Target="fonts/font449.fntdata"/><Relationship Id="rId656" Type="http://schemas.openxmlformats.org/officeDocument/2006/relationships/font" Target="fonts/font448.fntdata"/><Relationship Id="rId655" Type="http://schemas.openxmlformats.org/officeDocument/2006/relationships/font" Target="fonts/font447.fntdata"/><Relationship Id="rId654" Type="http://schemas.openxmlformats.org/officeDocument/2006/relationships/font" Target="fonts/font446.fntdata"/><Relationship Id="rId653" Type="http://schemas.openxmlformats.org/officeDocument/2006/relationships/font" Target="fonts/font445.fntdata"/><Relationship Id="rId652" Type="http://schemas.openxmlformats.org/officeDocument/2006/relationships/font" Target="fonts/font444.fntdata"/><Relationship Id="rId651" Type="http://schemas.openxmlformats.org/officeDocument/2006/relationships/font" Target="fonts/font443.fntdata"/><Relationship Id="rId650" Type="http://schemas.openxmlformats.org/officeDocument/2006/relationships/font" Target="fonts/font442.fntdata"/><Relationship Id="rId65" Type="http://schemas.openxmlformats.org/officeDocument/2006/relationships/slideMaster" Target="slideMasters/slideMaster64.xml"/><Relationship Id="rId649" Type="http://schemas.openxmlformats.org/officeDocument/2006/relationships/font" Target="fonts/font441.fntdata"/><Relationship Id="rId648" Type="http://schemas.openxmlformats.org/officeDocument/2006/relationships/font" Target="fonts/font440.fntdata"/><Relationship Id="rId647" Type="http://schemas.openxmlformats.org/officeDocument/2006/relationships/font" Target="fonts/font439.fntdata"/><Relationship Id="rId646" Type="http://schemas.openxmlformats.org/officeDocument/2006/relationships/font" Target="fonts/font438.fntdata"/><Relationship Id="rId645" Type="http://schemas.openxmlformats.org/officeDocument/2006/relationships/font" Target="fonts/font437.fntdata"/><Relationship Id="rId644" Type="http://schemas.openxmlformats.org/officeDocument/2006/relationships/font" Target="fonts/font436.fntdata"/><Relationship Id="rId643" Type="http://schemas.openxmlformats.org/officeDocument/2006/relationships/font" Target="fonts/font435.fntdata"/><Relationship Id="rId642" Type="http://schemas.openxmlformats.org/officeDocument/2006/relationships/font" Target="fonts/font434.fntdata"/><Relationship Id="rId641" Type="http://schemas.openxmlformats.org/officeDocument/2006/relationships/font" Target="fonts/font433.fntdata"/><Relationship Id="rId640" Type="http://schemas.openxmlformats.org/officeDocument/2006/relationships/font" Target="fonts/font432.fntdata"/><Relationship Id="rId64" Type="http://schemas.openxmlformats.org/officeDocument/2006/relationships/slideMaster" Target="slideMasters/slideMaster63.xml"/><Relationship Id="rId639" Type="http://schemas.openxmlformats.org/officeDocument/2006/relationships/font" Target="fonts/font431.fntdata"/><Relationship Id="rId638" Type="http://schemas.openxmlformats.org/officeDocument/2006/relationships/font" Target="fonts/font430.fntdata"/><Relationship Id="rId637" Type="http://schemas.openxmlformats.org/officeDocument/2006/relationships/font" Target="fonts/font429.fntdata"/><Relationship Id="rId636" Type="http://schemas.openxmlformats.org/officeDocument/2006/relationships/font" Target="fonts/font428.fntdata"/><Relationship Id="rId635" Type="http://schemas.openxmlformats.org/officeDocument/2006/relationships/font" Target="fonts/font427.fntdata"/><Relationship Id="rId634" Type="http://schemas.openxmlformats.org/officeDocument/2006/relationships/font" Target="fonts/font426.fntdata"/><Relationship Id="rId633" Type="http://schemas.openxmlformats.org/officeDocument/2006/relationships/font" Target="fonts/font425.fntdata"/><Relationship Id="rId632" Type="http://schemas.openxmlformats.org/officeDocument/2006/relationships/font" Target="fonts/font424.fntdata"/><Relationship Id="rId631" Type="http://schemas.openxmlformats.org/officeDocument/2006/relationships/font" Target="fonts/font423.fntdata"/><Relationship Id="rId630" Type="http://schemas.openxmlformats.org/officeDocument/2006/relationships/font" Target="fonts/font422.fntdata"/><Relationship Id="rId63" Type="http://schemas.openxmlformats.org/officeDocument/2006/relationships/slideMaster" Target="slideMasters/slideMaster62.xml"/><Relationship Id="rId629" Type="http://schemas.openxmlformats.org/officeDocument/2006/relationships/font" Target="fonts/font421.fntdata"/><Relationship Id="rId628" Type="http://schemas.openxmlformats.org/officeDocument/2006/relationships/font" Target="fonts/font420.fntdata"/><Relationship Id="rId627" Type="http://schemas.openxmlformats.org/officeDocument/2006/relationships/font" Target="fonts/font419.fntdata"/><Relationship Id="rId626" Type="http://schemas.openxmlformats.org/officeDocument/2006/relationships/font" Target="fonts/font418.fntdata"/><Relationship Id="rId625" Type="http://schemas.openxmlformats.org/officeDocument/2006/relationships/font" Target="fonts/font417.fntdata"/><Relationship Id="rId624" Type="http://schemas.openxmlformats.org/officeDocument/2006/relationships/font" Target="fonts/font416.fntdata"/><Relationship Id="rId623" Type="http://schemas.openxmlformats.org/officeDocument/2006/relationships/font" Target="fonts/font415.fntdata"/><Relationship Id="rId622" Type="http://schemas.openxmlformats.org/officeDocument/2006/relationships/font" Target="fonts/font414.fntdata"/><Relationship Id="rId621" Type="http://schemas.openxmlformats.org/officeDocument/2006/relationships/font" Target="fonts/font413.fntdata"/><Relationship Id="rId620" Type="http://schemas.openxmlformats.org/officeDocument/2006/relationships/font" Target="fonts/font412.fntdata"/><Relationship Id="rId62" Type="http://schemas.openxmlformats.org/officeDocument/2006/relationships/slideMaster" Target="slideMasters/slideMaster61.xml"/><Relationship Id="rId619" Type="http://schemas.openxmlformats.org/officeDocument/2006/relationships/font" Target="fonts/font411.fntdata"/><Relationship Id="rId618" Type="http://schemas.openxmlformats.org/officeDocument/2006/relationships/font" Target="fonts/font410.fntdata"/><Relationship Id="rId617" Type="http://schemas.openxmlformats.org/officeDocument/2006/relationships/font" Target="fonts/font409.fntdata"/><Relationship Id="rId616" Type="http://schemas.openxmlformats.org/officeDocument/2006/relationships/font" Target="fonts/font408.fntdata"/><Relationship Id="rId615" Type="http://schemas.openxmlformats.org/officeDocument/2006/relationships/font" Target="fonts/font407.fntdata"/><Relationship Id="rId614" Type="http://schemas.openxmlformats.org/officeDocument/2006/relationships/font" Target="fonts/font406.fntdata"/><Relationship Id="rId613" Type="http://schemas.openxmlformats.org/officeDocument/2006/relationships/font" Target="fonts/font405.fntdata"/><Relationship Id="rId612" Type="http://schemas.openxmlformats.org/officeDocument/2006/relationships/font" Target="fonts/font404.fntdata"/><Relationship Id="rId611" Type="http://schemas.openxmlformats.org/officeDocument/2006/relationships/font" Target="fonts/font403.fntdata"/><Relationship Id="rId610" Type="http://schemas.openxmlformats.org/officeDocument/2006/relationships/font" Target="fonts/font402.fntdata"/><Relationship Id="rId61" Type="http://schemas.openxmlformats.org/officeDocument/2006/relationships/slideMaster" Target="slideMasters/slideMaster60.xml"/><Relationship Id="rId609" Type="http://schemas.openxmlformats.org/officeDocument/2006/relationships/font" Target="fonts/font401.fntdata"/><Relationship Id="rId608" Type="http://schemas.openxmlformats.org/officeDocument/2006/relationships/font" Target="fonts/font400.fntdata"/><Relationship Id="rId607" Type="http://schemas.openxmlformats.org/officeDocument/2006/relationships/font" Target="fonts/font399.fntdata"/><Relationship Id="rId606" Type="http://schemas.openxmlformats.org/officeDocument/2006/relationships/font" Target="fonts/font398.fntdata"/><Relationship Id="rId605" Type="http://schemas.openxmlformats.org/officeDocument/2006/relationships/font" Target="fonts/font397.fntdata"/><Relationship Id="rId604" Type="http://schemas.openxmlformats.org/officeDocument/2006/relationships/font" Target="fonts/font396.fntdata"/><Relationship Id="rId603" Type="http://schemas.openxmlformats.org/officeDocument/2006/relationships/font" Target="fonts/font395.fntdata"/><Relationship Id="rId602" Type="http://schemas.openxmlformats.org/officeDocument/2006/relationships/font" Target="fonts/font394.fntdata"/><Relationship Id="rId601" Type="http://schemas.openxmlformats.org/officeDocument/2006/relationships/font" Target="fonts/font393.fntdata"/><Relationship Id="rId600" Type="http://schemas.openxmlformats.org/officeDocument/2006/relationships/font" Target="fonts/font392.fntdata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9" Type="http://schemas.openxmlformats.org/officeDocument/2006/relationships/font" Target="fonts/font391.fntdata"/><Relationship Id="rId598" Type="http://schemas.openxmlformats.org/officeDocument/2006/relationships/font" Target="fonts/font390.fntdata"/><Relationship Id="rId597" Type="http://schemas.openxmlformats.org/officeDocument/2006/relationships/font" Target="fonts/font389.fntdata"/><Relationship Id="rId596" Type="http://schemas.openxmlformats.org/officeDocument/2006/relationships/font" Target="fonts/font388.fntdata"/><Relationship Id="rId595" Type="http://schemas.openxmlformats.org/officeDocument/2006/relationships/font" Target="fonts/font387.fntdata"/><Relationship Id="rId594" Type="http://schemas.openxmlformats.org/officeDocument/2006/relationships/font" Target="fonts/font386.fntdata"/><Relationship Id="rId593" Type="http://schemas.openxmlformats.org/officeDocument/2006/relationships/font" Target="fonts/font385.fntdata"/><Relationship Id="rId592" Type="http://schemas.openxmlformats.org/officeDocument/2006/relationships/font" Target="fonts/font384.fntdata"/><Relationship Id="rId591" Type="http://schemas.openxmlformats.org/officeDocument/2006/relationships/font" Target="fonts/font383.fntdata"/><Relationship Id="rId590" Type="http://schemas.openxmlformats.org/officeDocument/2006/relationships/font" Target="fonts/font382.fntdata"/><Relationship Id="rId59" Type="http://schemas.openxmlformats.org/officeDocument/2006/relationships/slideMaster" Target="slideMasters/slideMaster58.xml"/><Relationship Id="rId589" Type="http://schemas.openxmlformats.org/officeDocument/2006/relationships/font" Target="fonts/font381.fntdata"/><Relationship Id="rId588" Type="http://schemas.openxmlformats.org/officeDocument/2006/relationships/font" Target="fonts/font380.fntdata"/><Relationship Id="rId587" Type="http://schemas.openxmlformats.org/officeDocument/2006/relationships/font" Target="fonts/font379.fntdata"/><Relationship Id="rId586" Type="http://schemas.openxmlformats.org/officeDocument/2006/relationships/font" Target="fonts/font378.fntdata"/><Relationship Id="rId585" Type="http://schemas.openxmlformats.org/officeDocument/2006/relationships/font" Target="fonts/font377.fntdata"/><Relationship Id="rId584" Type="http://schemas.openxmlformats.org/officeDocument/2006/relationships/font" Target="fonts/font376.fntdata"/><Relationship Id="rId583" Type="http://schemas.openxmlformats.org/officeDocument/2006/relationships/font" Target="fonts/font375.fntdata"/><Relationship Id="rId582" Type="http://schemas.openxmlformats.org/officeDocument/2006/relationships/font" Target="fonts/font374.fntdata"/><Relationship Id="rId581" Type="http://schemas.openxmlformats.org/officeDocument/2006/relationships/font" Target="fonts/font373.fntdata"/><Relationship Id="rId580" Type="http://schemas.openxmlformats.org/officeDocument/2006/relationships/font" Target="fonts/font372.fntdata"/><Relationship Id="rId58" Type="http://schemas.openxmlformats.org/officeDocument/2006/relationships/slideMaster" Target="slideMasters/slideMaster57.xml"/><Relationship Id="rId579" Type="http://schemas.openxmlformats.org/officeDocument/2006/relationships/font" Target="fonts/font371.fntdata"/><Relationship Id="rId578" Type="http://schemas.openxmlformats.org/officeDocument/2006/relationships/font" Target="fonts/font370.fntdata"/><Relationship Id="rId577" Type="http://schemas.openxmlformats.org/officeDocument/2006/relationships/font" Target="fonts/font369.fntdata"/><Relationship Id="rId576" Type="http://schemas.openxmlformats.org/officeDocument/2006/relationships/font" Target="fonts/font368.fntdata"/><Relationship Id="rId575" Type="http://schemas.openxmlformats.org/officeDocument/2006/relationships/font" Target="fonts/font367.fntdata"/><Relationship Id="rId574" Type="http://schemas.openxmlformats.org/officeDocument/2006/relationships/font" Target="fonts/font366.fntdata"/><Relationship Id="rId573" Type="http://schemas.openxmlformats.org/officeDocument/2006/relationships/font" Target="fonts/font365.fntdata"/><Relationship Id="rId572" Type="http://schemas.openxmlformats.org/officeDocument/2006/relationships/font" Target="fonts/font364.fntdata"/><Relationship Id="rId571" Type="http://schemas.openxmlformats.org/officeDocument/2006/relationships/font" Target="fonts/font363.fntdata"/><Relationship Id="rId570" Type="http://schemas.openxmlformats.org/officeDocument/2006/relationships/font" Target="fonts/font362.fntdata"/><Relationship Id="rId57" Type="http://schemas.openxmlformats.org/officeDocument/2006/relationships/slideMaster" Target="slideMasters/slideMaster56.xml"/><Relationship Id="rId569" Type="http://schemas.openxmlformats.org/officeDocument/2006/relationships/font" Target="fonts/font361.fntdata"/><Relationship Id="rId568" Type="http://schemas.openxmlformats.org/officeDocument/2006/relationships/font" Target="fonts/font360.fntdata"/><Relationship Id="rId567" Type="http://schemas.openxmlformats.org/officeDocument/2006/relationships/font" Target="fonts/font359.fntdata"/><Relationship Id="rId566" Type="http://schemas.openxmlformats.org/officeDocument/2006/relationships/font" Target="fonts/font358.fntdata"/><Relationship Id="rId565" Type="http://schemas.openxmlformats.org/officeDocument/2006/relationships/font" Target="fonts/font357.fntdata"/><Relationship Id="rId564" Type="http://schemas.openxmlformats.org/officeDocument/2006/relationships/font" Target="fonts/font356.fntdata"/><Relationship Id="rId563" Type="http://schemas.openxmlformats.org/officeDocument/2006/relationships/font" Target="fonts/font355.fntdata"/><Relationship Id="rId562" Type="http://schemas.openxmlformats.org/officeDocument/2006/relationships/font" Target="fonts/font354.fntdata"/><Relationship Id="rId561" Type="http://schemas.openxmlformats.org/officeDocument/2006/relationships/font" Target="fonts/font353.fntdata"/><Relationship Id="rId560" Type="http://schemas.openxmlformats.org/officeDocument/2006/relationships/font" Target="fonts/font352.fntdata"/><Relationship Id="rId56" Type="http://schemas.openxmlformats.org/officeDocument/2006/relationships/slideMaster" Target="slideMasters/slideMaster55.xml"/><Relationship Id="rId559" Type="http://schemas.openxmlformats.org/officeDocument/2006/relationships/font" Target="fonts/font351.fntdata"/><Relationship Id="rId558" Type="http://schemas.openxmlformats.org/officeDocument/2006/relationships/font" Target="fonts/font350.fntdata"/><Relationship Id="rId557" Type="http://schemas.openxmlformats.org/officeDocument/2006/relationships/font" Target="fonts/font349.fntdata"/><Relationship Id="rId556" Type="http://schemas.openxmlformats.org/officeDocument/2006/relationships/font" Target="fonts/font348.fntdata"/><Relationship Id="rId555" Type="http://schemas.openxmlformats.org/officeDocument/2006/relationships/font" Target="fonts/font347.fntdata"/><Relationship Id="rId554" Type="http://schemas.openxmlformats.org/officeDocument/2006/relationships/font" Target="fonts/font346.fntdata"/><Relationship Id="rId553" Type="http://schemas.openxmlformats.org/officeDocument/2006/relationships/font" Target="fonts/font345.fntdata"/><Relationship Id="rId552" Type="http://schemas.openxmlformats.org/officeDocument/2006/relationships/font" Target="fonts/font344.fntdata"/><Relationship Id="rId551" Type="http://schemas.openxmlformats.org/officeDocument/2006/relationships/font" Target="fonts/font343.fntdata"/><Relationship Id="rId550" Type="http://schemas.openxmlformats.org/officeDocument/2006/relationships/font" Target="fonts/font342.fntdata"/><Relationship Id="rId55" Type="http://schemas.openxmlformats.org/officeDocument/2006/relationships/slideMaster" Target="slideMasters/slideMaster54.xml"/><Relationship Id="rId549" Type="http://schemas.openxmlformats.org/officeDocument/2006/relationships/font" Target="fonts/font341.fntdata"/><Relationship Id="rId548" Type="http://schemas.openxmlformats.org/officeDocument/2006/relationships/font" Target="fonts/font340.fntdata"/><Relationship Id="rId547" Type="http://schemas.openxmlformats.org/officeDocument/2006/relationships/font" Target="fonts/font339.fntdata"/><Relationship Id="rId546" Type="http://schemas.openxmlformats.org/officeDocument/2006/relationships/font" Target="fonts/font338.fntdata"/><Relationship Id="rId545" Type="http://schemas.openxmlformats.org/officeDocument/2006/relationships/font" Target="fonts/font337.fntdata"/><Relationship Id="rId544" Type="http://schemas.openxmlformats.org/officeDocument/2006/relationships/font" Target="fonts/font336.fntdata"/><Relationship Id="rId543" Type="http://schemas.openxmlformats.org/officeDocument/2006/relationships/font" Target="fonts/font335.fntdata"/><Relationship Id="rId542" Type="http://schemas.openxmlformats.org/officeDocument/2006/relationships/font" Target="fonts/font334.fntdata"/><Relationship Id="rId541" Type="http://schemas.openxmlformats.org/officeDocument/2006/relationships/font" Target="fonts/font333.fntdata"/><Relationship Id="rId540" Type="http://schemas.openxmlformats.org/officeDocument/2006/relationships/font" Target="fonts/font332.fntdata"/><Relationship Id="rId54" Type="http://schemas.openxmlformats.org/officeDocument/2006/relationships/slideMaster" Target="slideMasters/slideMaster53.xml"/><Relationship Id="rId539" Type="http://schemas.openxmlformats.org/officeDocument/2006/relationships/font" Target="fonts/font331.fntdata"/><Relationship Id="rId538" Type="http://schemas.openxmlformats.org/officeDocument/2006/relationships/font" Target="fonts/font330.fntdata"/><Relationship Id="rId537" Type="http://schemas.openxmlformats.org/officeDocument/2006/relationships/font" Target="fonts/font329.fntdata"/><Relationship Id="rId536" Type="http://schemas.openxmlformats.org/officeDocument/2006/relationships/font" Target="fonts/font328.fntdata"/><Relationship Id="rId535" Type="http://schemas.openxmlformats.org/officeDocument/2006/relationships/font" Target="fonts/font327.fntdata"/><Relationship Id="rId534" Type="http://schemas.openxmlformats.org/officeDocument/2006/relationships/font" Target="fonts/font326.fntdata"/><Relationship Id="rId533" Type="http://schemas.openxmlformats.org/officeDocument/2006/relationships/font" Target="fonts/font325.fntdata"/><Relationship Id="rId532" Type="http://schemas.openxmlformats.org/officeDocument/2006/relationships/font" Target="fonts/font324.fntdata"/><Relationship Id="rId531" Type="http://schemas.openxmlformats.org/officeDocument/2006/relationships/font" Target="fonts/font323.fntdata"/><Relationship Id="rId530" Type="http://schemas.openxmlformats.org/officeDocument/2006/relationships/font" Target="fonts/font322.fntdata"/><Relationship Id="rId53" Type="http://schemas.openxmlformats.org/officeDocument/2006/relationships/slideMaster" Target="slideMasters/slideMaster52.xml"/><Relationship Id="rId529" Type="http://schemas.openxmlformats.org/officeDocument/2006/relationships/font" Target="fonts/font321.fntdata"/><Relationship Id="rId528" Type="http://schemas.openxmlformats.org/officeDocument/2006/relationships/font" Target="fonts/font320.fntdata"/><Relationship Id="rId527" Type="http://schemas.openxmlformats.org/officeDocument/2006/relationships/font" Target="fonts/font319.fntdata"/><Relationship Id="rId526" Type="http://schemas.openxmlformats.org/officeDocument/2006/relationships/font" Target="fonts/font318.fntdata"/><Relationship Id="rId525" Type="http://schemas.openxmlformats.org/officeDocument/2006/relationships/font" Target="fonts/font317.fntdata"/><Relationship Id="rId524" Type="http://schemas.openxmlformats.org/officeDocument/2006/relationships/font" Target="fonts/font316.fntdata"/><Relationship Id="rId523" Type="http://schemas.openxmlformats.org/officeDocument/2006/relationships/font" Target="fonts/font315.fntdata"/><Relationship Id="rId522" Type="http://schemas.openxmlformats.org/officeDocument/2006/relationships/font" Target="fonts/font314.fntdata"/><Relationship Id="rId521" Type="http://schemas.openxmlformats.org/officeDocument/2006/relationships/font" Target="fonts/font313.fntdata"/><Relationship Id="rId520" Type="http://schemas.openxmlformats.org/officeDocument/2006/relationships/font" Target="fonts/font312.fntdata"/><Relationship Id="rId52" Type="http://schemas.openxmlformats.org/officeDocument/2006/relationships/slideMaster" Target="slideMasters/slideMaster51.xml"/><Relationship Id="rId519" Type="http://schemas.openxmlformats.org/officeDocument/2006/relationships/font" Target="fonts/font311.fntdata"/><Relationship Id="rId518" Type="http://schemas.openxmlformats.org/officeDocument/2006/relationships/font" Target="fonts/font310.fntdata"/><Relationship Id="rId517" Type="http://schemas.openxmlformats.org/officeDocument/2006/relationships/font" Target="fonts/font309.fntdata"/><Relationship Id="rId516" Type="http://schemas.openxmlformats.org/officeDocument/2006/relationships/font" Target="fonts/font308.fntdata"/><Relationship Id="rId515" Type="http://schemas.openxmlformats.org/officeDocument/2006/relationships/font" Target="fonts/font307.fntdata"/><Relationship Id="rId514" Type="http://schemas.openxmlformats.org/officeDocument/2006/relationships/font" Target="fonts/font306.fntdata"/><Relationship Id="rId513" Type="http://schemas.openxmlformats.org/officeDocument/2006/relationships/font" Target="fonts/font305.fntdata"/><Relationship Id="rId512" Type="http://schemas.openxmlformats.org/officeDocument/2006/relationships/font" Target="fonts/font304.fntdata"/><Relationship Id="rId511" Type="http://schemas.openxmlformats.org/officeDocument/2006/relationships/font" Target="fonts/font303.fntdata"/><Relationship Id="rId510" Type="http://schemas.openxmlformats.org/officeDocument/2006/relationships/font" Target="fonts/font302.fntdata"/><Relationship Id="rId51" Type="http://schemas.openxmlformats.org/officeDocument/2006/relationships/slideMaster" Target="slideMasters/slideMaster50.xml"/><Relationship Id="rId509" Type="http://schemas.openxmlformats.org/officeDocument/2006/relationships/font" Target="fonts/font301.fntdata"/><Relationship Id="rId508" Type="http://schemas.openxmlformats.org/officeDocument/2006/relationships/font" Target="fonts/font300.fntdata"/><Relationship Id="rId507" Type="http://schemas.openxmlformats.org/officeDocument/2006/relationships/font" Target="fonts/font299.fntdata"/><Relationship Id="rId506" Type="http://schemas.openxmlformats.org/officeDocument/2006/relationships/font" Target="fonts/font298.fntdata"/><Relationship Id="rId505" Type="http://schemas.openxmlformats.org/officeDocument/2006/relationships/font" Target="fonts/font297.fntdata"/><Relationship Id="rId504" Type="http://schemas.openxmlformats.org/officeDocument/2006/relationships/font" Target="fonts/font296.fntdata"/><Relationship Id="rId503" Type="http://schemas.openxmlformats.org/officeDocument/2006/relationships/font" Target="fonts/font295.fntdata"/><Relationship Id="rId502" Type="http://schemas.openxmlformats.org/officeDocument/2006/relationships/font" Target="fonts/font294.fntdata"/><Relationship Id="rId501" Type="http://schemas.openxmlformats.org/officeDocument/2006/relationships/font" Target="fonts/font293.fntdata"/><Relationship Id="rId500" Type="http://schemas.openxmlformats.org/officeDocument/2006/relationships/font" Target="fonts/font292.fntdata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9" Type="http://schemas.openxmlformats.org/officeDocument/2006/relationships/font" Target="fonts/font291.fntdata"/><Relationship Id="rId498" Type="http://schemas.openxmlformats.org/officeDocument/2006/relationships/font" Target="fonts/font290.fntdata"/><Relationship Id="rId497" Type="http://schemas.openxmlformats.org/officeDocument/2006/relationships/font" Target="fonts/font289.fntdata"/><Relationship Id="rId496" Type="http://schemas.openxmlformats.org/officeDocument/2006/relationships/font" Target="fonts/font288.fntdata"/><Relationship Id="rId495" Type="http://schemas.openxmlformats.org/officeDocument/2006/relationships/font" Target="fonts/font287.fntdata"/><Relationship Id="rId494" Type="http://schemas.openxmlformats.org/officeDocument/2006/relationships/font" Target="fonts/font286.fntdata"/><Relationship Id="rId493" Type="http://schemas.openxmlformats.org/officeDocument/2006/relationships/font" Target="fonts/font285.fntdata"/><Relationship Id="rId492" Type="http://schemas.openxmlformats.org/officeDocument/2006/relationships/font" Target="fonts/font284.fntdata"/><Relationship Id="rId491" Type="http://schemas.openxmlformats.org/officeDocument/2006/relationships/font" Target="fonts/font283.fntdata"/><Relationship Id="rId490" Type="http://schemas.openxmlformats.org/officeDocument/2006/relationships/font" Target="fonts/font282.fntdata"/><Relationship Id="rId49" Type="http://schemas.openxmlformats.org/officeDocument/2006/relationships/slideMaster" Target="slideMasters/slideMaster48.xml"/><Relationship Id="rId489" Type="http://schemas.openxmlformats.org/officeDocument/2006/relationships/font" Target="fonts/font281.fntdata"/><Relationship Id="rId488" Type="http://schemas.openxmlformats.org/officeDocument/2006/relationships/font" Target="fonts/font280.fntdata"/><Relationship Id="rId487" Type="http://schemas.openxmlformats.org/officeDocument/2006/relationships/font" Target="fonts/font279.fntdata"/><Relationship Id="rId486" Type="http://schemas.openxmlformats.org/officeDocument/2006/relationships/font" Target="fonts/font278.fntdata"/><Relationship Id="rId485" Type="http://schemas.openxmlformats.org/officeDocument/2006/relationships/font" Target="fonts/font277.fntdata"/><Relationship Id="rId484" Type="http://schemas.openxmlformats.org/officeDocument/2006/relationships/font" Target="fonts/font276.fntdata"/><Relationship Id="rId483" Type="http://schemas.openxmlformats.org/officeDocument/2006/relationships/font" Target="fonts/font275.fntdata"/><Relationship Id="rId482" Type="http://schemas.openxmlformats.org/officeDocument/2006/relationships/font" Target="fonts/font274.fntdata"/><Relationship Id="rId481" Type="http://schemas.openxmlformats.org/officeDocument/2006/relationships/font" Target="fonts/font273.fntdata"/><Relationship Id="rId480" Type="http://schemas.openxmlformats.org/officeDocument/2006/relationships/font" Target="fonts/font272.fntdata"/><Relationship Id="rId48" Type="http://schemas.openxmlformats.org/officeDocument/2006/relationships/slideMaster" Target="slideMasters/slideMaster47.xml"/><Relationship Id="rId479" Type="http://schemas.openxmlformats.org/officeDocument/2006/relationships/font" Target="fonts/font271.fntdata"/><Relationship Id="rId478" Type="http://schemas.openxmlformats.org/officeDocument/2006/relationships/font" Target="fonts/font270.fntdata"/><Relationship Id="rId477" Type="http://schemas.openxmlformats.org/officeDocument/2006/relationships/font" Target="fonts/font269.fntdata"/><Relationship Id="rId476" Type="http://schemas.openxmlformats.org/officeDocument/2006/relationships/font" Target="fonts/font268.fntdata"/><Relationship Id="rId475" Type="http://schemas.openxmlformats.org/officeDocument/2006/relationships/font" Target="fonts/font267.fntdata"/><Relationship Id="rId474" Type="http://schemas.openxmlformats.org/officeDocument/2006/relationships/font" Target="fonts/font266.fntdata"/><Relationship Id="rId473" Type="http://schemas.openxmlformats.org/officeDocument/2006/relationships/font" Target="fonts/font265.fntdata"/><Relationship Id="rId472" Type="http://schemas.openxmlformats.org/officeDocument/2006/relationships/font" Target="fonts/font264.fntdata"/><Relationship Id="rId471" Type="http://schemas.openxmlformats.org/officeDocument/2006/relationships/font" Target="fonts/font263.fntdata"/><Relationship Id="rId470" Type="http://schemas.openxmlformats.org/officeDocument/2006/relationships/font" Target="fonts/font262.fntdata"/><Relationship Id="rId47" Type="http://schemas.openxmlformats.org/officeDocument/2006/relationships/slideMaster" Target="slideMasters/slideMaster46.xml"/><Relationship Id="rId469" Type="http://schemas.openxmlformats.org/officeDocument/2006/relationships/font" Target="fonts/font261.fntdata"/><Relationship Id="rId468" Type="http://schemas.openxmlformats.org/officeDocument/2006/relationships/font" Target="fonts/font260.fntdata"/><Relationship Id="rId467" Type="http://schemas.openxmlformats.org/officeDocument/2006/relationships/font" Target="fonts/font259.fntdata"/><Relationship Id="rId466" Type="http://schemas.openxmlformats.org/officeDocument/2006/relationships/font" Target="fonts/font258.fntdata"/><Relationship Id="rId465" Type="http://schemas.openxmlformats.org/officeDocument/2006/relationships/font" Target="fonts/font257.fntdata"/><Relationship Id="rId464" Type="http://schemas.openxmlformats.org/officeDocument/2006/relationships/font" Target="fonts/font256.fntdata"/><Relationship Id="rId463" Type="http://schemas.openxmlformats.org/officeDocument/2006/relationships/font" Target="fonts/font255.fntdata"/><Relationship Id="rId462" Type="http://schemas.openxmlformats.org/officeDocument/2006/relationships/font" Target="fonts/font254.fntdata"/><Relationship Id="rId461" Type="http://schemas.openxmlformats.org/officeDocument/2006/relationships/font" Target="fonts/font253.fntdata"/><Relationship Id="rId460" Type="http://schemas.openxmlformats.org/officeDocument/2006/relationships/font" Target="fonts/font252.fntdata"/><Relationship Id="rId46" Type="http://schemas.openxmlformats.org/officeDocument/2006/relationships/slideMaster" Target="slideMasters/slideMaster45.xml"/><Relationship Id="rId459" Type="http://schemas.openxmlformats.org/officeDocument/2006/relationships/font" Target="fonts/font251.fntdata"/><Relationship Id="rId458" Type="http://schemas.openxmlformats.org/officeDocument/2006/relationships/font" Target="fonts/font250.fntdata"/><Relationship Id="rId457" Type="http://schemas.openxmlformats.org/officeDocument/2006/relationships/font" Target="fonts/font249.fntdata"/><Relationship Id="rId456" Type="http://schemas.openxmlformats.org/officeDocument/2006/relationships/font" Target="fonts/font248.fntdata"/><Relationship Id="rId455" Type="http://schemas.openxmlformats.org/officeDocument/2006/relationships/font" Target="fonts/font247.fntdata"/><Relationship Id="rId454" Type="http://schemas.openxmlformats.org/officeDocument/2006/relationships/font" Target="fonts/font246.fntdata"/><Relationship Id="rId453" Type="http://schemas.openxmlformats.org/officeDocument/2006/relationships/font" Target="fonts/font245.fntdata"/><Relationship Id="rId452" Type="http://schemas.openxmlformats.org/officeDocument/2006/relationships/font" Target="fonts/font244.fntdata"/><Relationship Id="rId451" Type="http://schemas.openxmlformats.org/officeDocument/2006/relationships/font" Target="fonts/font243.fntdata"/><Relationship Id="rId450" Type="http://schemas.openxmlformats.org/officeDocument/2006/relationships/font" Target="fonts/font242.fntdata"/><Relationship Id="rId45" Type="http://schemas.openxmlformats.org/officeDocument/2006/relationships/slideMaster" Target="slideMasters/slideMaster44.xml"/><Relationship Id="rId449" Type="http://schemas.openxmlformats.org/officeDocument/2006/relationships/font" Target="fonts/font241.fntdata"/><Relationship Id="rId448" Type="http://schemas.openxmlformats.org/officeDocument/2006/relationships/font" Target="fonts/font240.fntdata"/><Relationship Id="rId447" Type="http://schemas.openxmlformats.org/officeDocument/2006/relationships/font" Target="fonts/font239.fntdata"/><Relationship Id="rId446" Type="http://schemas.openxmlformats.org/officeDocument/2006/relationships/font" Target="fonts/font238.fntdata"/><Relationship Id="rId445" Type="http://schemas.openxmlformats.org/officeDocument/2006/relationships/font" Target="fonts/font237.fntdata"/><Relationship Id="rId444" Type="http://schemas.openxmlformats.org/officeDocument/2006/relationships/font" Target="fonts/font236.fntdata"/><Relationship Id="rId443" Type="http://schemas.openxmlformats.org/officeDocument/2006/relationships/font" Target="fonts/font235.fntdata"/><Relationship Id="rId442" Type="http://schemas.openxmlformats.org/officeDocument/2006/relationships/font" Target="fonts/font234.fntdata"/><Relationship Id="rId441" Type="http://schemas.openxmlformats.org/officeDocument/2006/relationships/font" Target="fonts/font233.fntdata"/><Relationship Id="rId440" Type="http://schemas.openxmlformats.org/officeDocument/2006/relationships/font" Target="fonts/font232.fntdata"/><Relationship Id="rId44" Type="http://schemas.openxmlformats.org/officeDocument/2006/relationships/slideMaster" Target="slideMasters/slideMaster43.xml"/><Relationship Id="rId439" Type="http://schemas.openxmlformats.org/officeDocument/2006/relationships/font" Target="fonts/font231.fntdata"/><Relationship Id="rId438" Type="http://schemas.openxmlformats.org/officeDocument/2006/relationships/font" Target="fonts/font230.fntdata"/><Relationship Id="rId437" Type="http://schemas.openxmlformats.org/officeDocument/2006/relationships/font" Target="fonts/font229.fntdata"/><Relationship Id="rId436" Type="http://schemas.openxmlformats.org/officeDocument/2006/relationships/font" Target="fonts/font228.fntdata"/><Relationship Id="rId435" Type="http://schemas.openxmlformats.org/officeDocument/2006/relationships/font" Target="fonts/font227.fntdata"/><Relationship Id="rId434" Type="http://schemas.openxmlformats.org/officeDocument/2006/relationships/font" Target="fonts/font226.fntdata"/><Relationship Id="rId433" Type="http://schemas.openxmlformats.org/officeDocument/2006/relationships/font" Target="fonts/font225.fntdata"/><Relationship Id="rId432" Type="http://schemas.openxmlformats.org/officeDocument/2006/relationships/font" Target="fonts/font224.fntdata"/><Relationship Id="rId431" Type="http://schemas.openxmlformats.org/officeDocument/2006/relationships/font" Target="fonts/font223.fntdata"/><Relationship Id="rId430" Type="http://schemas.openxmlformats.org/officeDocument/2006/relationships/font" Target="fonts/font222.fntdata"/><Relationship Id="rId43" Type="http://schemas.openxmlformats.org/officeDocument/2006/relationships/slideMaster" Target="slideMasters/slideMaster42.xml"/><Relationship Id="rId429" Type="http://schemas.openxmlformats.org/officeDocument/2006/relationships/font" Target="fonts/font221.fntdata"/><Relationship Id="rId428" Type="http://schemas.openxmlformats.org/officeDocument/2006/relationships/font" Target="fonts/font220.fntdata"/><Relationship Id="rId427" Type="http://schemas.openxmlformats.org/officeDocument/2006/relationships/font" Target="fonts/font219.fntdata"/><Relationship Id="rId426" Type="http://schemas.openxmlformats.org/officeDocument/2006/relationships/font" Target="fonts/font218.fntdata"/><Relationship Id="rId425" Type="http://schemas.openxmlformats.org/officeDocument/2006/relationships/font" Target="fonts/font217.fntdata"/><Relationship Id="rId424" Type="http://schemas.openxmlformats.org/officeDocument/2006/relationships/font" Target="fonts/font216.fntdata"/><Relationship Id="rId423" Type="http://schemas.openxmlformats.org/officeDocument/2006/relationships/font" Target="fonts/font215.fntdata"/><Relationship Id="rId422" Type="http://schemas.openxmlformats.org/officeDocument/2006/relationships/font" Target="fonts/font214.fntdata"/><Relationship Id="rId421" Type="http://schemas.openxmlformats.org/officeDocument/2006/relationships/font" Target="fonts/font213.fntdata"/><Relationship Id="rId420" Type="http://schemas.openxmlformats.org/officeDocument/2006/relationships/font" Target="fonts/font212.fntdata"/><Relationship Id="rId42" Type="http://schemas.openxmlformats.org/officeDocument/2006/relationships/slideMaster" Target="slideMasters/slideMaster41.xml"/><Relationship Id="rId419" Type="http://schemas.openxmlformats.org/officeDocument/2006/relationships/font" Target="fonts/font211.fntdata"/><Relationship Id="rId418" Type="http://schemas.openxmlformats.org/officeDocument/2006/relationships/font" Target="fonts/font210.fntdata"/><Relationship Id="rId417" Type="http://schemas.openxmlformats.org/officeDocument/2006/relationships/font" Target="fonts/font209.fntdata"/><Relationship Id="rId416" Type="http://schemas.openxmlformats.org/officeDocument/2006/relationships/font" Target="fonts/font208.fntdata"/><Relationship Id="rId415" Type="http://schemas.openxmlformats.org/officeDocument/2006/relationships/font" Target="fonts/font207.fntdata"/><Relationship Id="rId414" Type="http://schemas.openxmlformats.org/officeDocument/2006/relationships/font" Target="fonts/font206.fntdata"/><Relationship Id="rId413" Type="http://schemas.openxmlformats.org/officeDocument/2006/relationships/font" Target="fonts/font205.fntdata"/><Relationship Id="rId412" Type="http://schemas.openxmlformats.org/officeDocument/2006/relationships/font" Target="fonts/font204.fntdata"/><Relationship Id="rId411" Type="http://schemas.openxmlformats.org/officeDocument/2006/relationships/font" Target="fonts/font203.fntdata"/><Relationship Id="rId410" Type="http://schemas.openxmlformats.org/officeDocument/2006/relationships/font" Target="fonts/font202.fntdata"/><Relationship Id="rId41" Type="http://schemas.openxmlformats.org/officeDocument/2006/relationships/slideMaster" Target="slideMasters/slideMaster40.xml"/><Relationship Id="rId409" Type="http://schemas.openxmlformats.org/officeDocument/2006/relationships/font" Target="fonts/font201.fntdata"/><Relationship Id="rId408" Type="http://schemas.openxmlformats.org/officeDocument/2006/relationships/font" Target="fonts/font200.fntdata"/><Relationship Id="rId407" Type="http://schemas.openxmlformats.org/officeDocument/2006/relationships/font" Target="fonts/font199.fntdata"/><Relationship Id="rId406" Type="http://schemas.openxmlformats.org/officeDocument/2006/relationships/font" Target="fonts/font198.fntdata"/><Relationship Id="rId405" Type="http://schemas.openxmlformats.org/officeDocument/2006/relationships/font" Target="fonts/font197.fntdata"/><Relationship Id="rId404" Type="http://schemas.openxmlformats.org/officeDocument/2006/relationships/font" Target="fonts/font196.fntdata"/><Relationship Id="rId403" Type="http://schemas.openxmlformats.org/officeDocument/2006/relationships/font" Target="fonts/font195.fntdata"/><Relationship Id="rId402" Type="http://schemas.openxmlformats.org/officeDocument/2006/relationships/font" Target="fonts/font194.fntdata"/><Relationship Id="rId401" Type="http://schemas.openxmlformats.org/officeDocument/2006/relationships/font" Target="fonts/font193.fntdata"/><Relationship Id="rId400" Type="http://schemas.openxmlformats.org/officeDocument/2006/relationships/font" Target="fonts/font192.fntdata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9" Type="http://schemas.openxmlformats.org/officeDocument/2006/relationships/font" Target="fonts/font191.fntdata"/><Relationship Id="rId398" Type="http://schemas.openxmlformats.org/officeDocument/2006/relationships/font" Target="fonts/font190.fntdata"/><Relationship Id="rId397" Type="http://schemas.openxmlformats.org/officeDocument/2006/relationships/font" Target="fonts/font189.fntdata"/><Relationship Id="rId396" Type="http://schemas.openxmlformats.org/officeDocument/2006/relationships/font" Target="fonts/font188.fntdata"/><Relationship Id="rId395" Type="http://schemas.openxmlformats.org/officeDocument/2006/relationships/font" Target="fonts/font187.fntdata"/><Relationship Id="rId394" Type="http://schemas.openxmlformats.org/officeDocument/2006/relationships/font" Target="fonts/font186.fntdata"/><Relationship Id="rId393" Type="http://schemas.openxmlformats.org/officeDocument/2006/relationships/font" Target="fonts/font185.fntdata"/><Relationship Id="rId392" Type="http://schemas.openxmlformats.org/officeDocument/2006/relationships/font" Target="fonts/font184.fntdata"/><Relationship Id="rId391" Type="http://schemas.openxmlformats.org/officeDocument/2006/relationships/font" Target="fonts/font183.fntdata"/><Relationship Id="rId390" Type="http://schemas.openxmlformats.org/officeDocument/2006/relationships/font" Target="fonts/font182.fntdata"/><Relationship Id="rId39" Type="http://schemas.openxmlformats.org/officeDocument/2006/relationships/slideMaster" Target="slideMasters/slideMaster38.xml"/><Relationship Id="rId389" Type="http://schemas.openxmlformats.org/officeDocument/2006/relationships/font" Target="fonts/font181.fntdata"/><Relationship Id="rId388" Type="http://schemas.openxmlformats.org/officeDocument/2006/relationships/font" Target="fonts/font180.fntdata"/><Relationship Id="rId387" Type="http://schemas.openxmlformats.org/officeDocument/2006/relationships/font" Target="fonts/font179.fntdata"/><Relationship Id="rId386" Type="http://schemas.openxmlformats.org/officeDocument/2006/relationships/font" Target="fonts/font178.fntdata"/><Relationship Id="rId385" Type="http://schemas.openxmlformats.org/officeDocument/2006/relationships/font" Target="fonts/font177.fntdata"/><Relationship Id="rId384" Type="http://schemas.openxmlformats.org/officeDocument/2006/relationships/font" Target="fonts/font176.fntdata"/><Relationship Id="rId383" Type="http://schemas.openxmlformats.org/officeDocument/2006/relationships/font" Target="fonts/font175.fntdata"/><Relationship Id="rId382" Type="http://schemas.openxmlformats.org/officeDocument/2006/relationships/font" Target="fonts/font174.fntdata"/><Relationship Id="rId381" Type="http://schemas.openxmlformats.org/officeDocument/2006/relationships/font" Target="fonts/font173.fntdata"/><Relationship Id="rId380" Type="http://schemas.openxmlformats.org/officeDocument/2006/relationships/font" Target="fonts/font172.fntdata"/><Relationship Id="rId38" Type="http://schemas.openxmlformats.org/officeDocument/2006/relationships/slideMaster" Target="slideMasters/slideMaster37.xml"/><Relationship Id="rId379" Type="http://schemas.openxmlformats.org/officeDocument/2006/relationships/font" Target="fonts/font171.fntdata"/><Relationship Id="rId378" Type="http://schemas.openxmlformats.org/officeDocument/2006/relationships/font" Target="fonts/font170.fntdata"/><Relationship Id="rId377" Type="http://schemas.openxmlformats.org/officeDocument/2006/relationships/font" Target="fonts/font169.fntdata"/><Relationship Id="rId376" Type="http://schemas.openxmlformats.org/officeDocument/2006/relationships/font" Target="fonts/font168.fntdata"/><Relationship Id="rId375" Type="http://schemas.openxmlformats.org/officeDocument/2006/relationships/font" Target="fonts/font167.fntdata"/><Relationship Id="rId374" Type="http://schemas.openxmlformats.org/officeDocument/2006/relationships/font" Target="fonts/font166.fntdata"/><Relationship Id="rId373" Type="http://schemas.openxmlformats.org/officeDocument/2006/relationships/font" Target="fonts/font165.fntdata"/><Relationship Id="rId372" Type="http://schemas.openxmlformats.org/officeDocument/2006/relationships/font" Target="fonts/font164.fntdata"/><Relationship Id="rId371" Type="http://schemas.openxmlformats.org/officeDocument/2006/relationships/font" Target="fonts/font163.fntdata"/><Relationship Id="rId370" Type="http://schemas.openxmlformats.org/officeDocument/2006/relationships/font" Target="fonts/font162.fntdata"/><Relationship Id="rId37" Type="http://schemas.openxmlformats.org/officeDocument/2006/relationships/slideMaster" Target="slideMasters/slideMaster36.xml"/><Relationship Id="rId369" Type="http://schemas.openxmlformats.org/officeDocument/2006/relationships/font" Target="fonts/font161.fntdata"/><Relationship Id="rId368" Type="http://schemas.openxmlformats.org/officeDocument/2006/relationships/font" Target="fonts/font160.fntdata"/><Relationship Id="rId367" Type="http://schemas.openxmlformats.org/officeDocument/2006/relationships/font" Target="fonts/font159.fntdata"/><Relationship Id="rId366" Type="http://schemas.openxmlformats.org/officeDocument/2006/relationships/font" Target="fonts/font158.fntdata"/><Relationship Id="rId365" Type="http://schemas.openxmlformats.org/officeDocument/2006/relationships/font" Target="fonts/font157.fntdata"/><Relationship Id="rId364" Type="http://schemas.openxmlformats.org/officeDocument/2006/relationships/font" Target="fonts/font156.fntdata"/><Relationship Id="rId363" Type="http://schemas.openxmlformats.org/officeDocument/2006/relationships/font" Target="fonts/font155.fntdata"/><Relationship Id="rId362" Type="http://schemas.openxmlformats.org/officeDocument/2006/relationships/font" Target="fonts/font154.fntdata"/><Relationship Id="rId361" Type="http://schemas.openxmlformats.org/officeDocument/2006/relationships/font" Target="fonts/font153.fntdata"/><Relationship Id="rId360" Type="http://schemas.openxmlformats.org/officeDocument/2006/relationships/font" Target="fonts/font152.fntdata"/><Relationship Id="rId36" Type="http://schemas.openxmlformats.org/officeDocument/2006/relationships/slideMaster" Target="slideMasters/slideMaster35.xml"/><Relationship Id="rId359" Type="http://schemas.openxmlformats.org/officeDocument/2006/relationships/font" Target="fonts/font151.fntdata"/><Relationship Id="rId358" Type="http://schemas.openxmlformats.org/officeDocument/2006/relationships/font" Target="fonts/font150.fntdata"/><Relationship Id="rId357" Type="http://schemas.openxmlformats.org/officeDocument/2006/relationships/font" Target="fonts/font149.fntdata"/><Relationship Id="rId356" Type="http://schemas.openxmlformats.org/officeDocument/2006/relationships/font" Target="fonts/font148.fntdata"/><Relationship Id="rId355" Type="http://schemas.openxmlformats.org/officeDocument/2006/relationships/font" Target="fonts/font147.fntdata"/><Relationship Id="rId354" Type="http://schemas.openxmlformats.org/officeDocument/2006/relationships/font" Target="fonts/font146.fntdata"/><Relationship Id="rId353" Type="http://schemas.openxmlformats.org/officeDocument/2006/relationships/font" Target="fonts/font145.fntdata"/><Relationship Id="rId352" Type="http://schemas.openxmlformats.org/officeDocument/2006/relationships/font" Target="fonts/font144.fntdata"/><Relationship Id="rId351" Type="http://schemas.openxmlformats.org/officeDocument/2006/relationships/font" Target="fonts/font143.fntdata"/><Relationship Id="rId350" Type="http://schemas.openxmlformats.org/officeDocument/2006/relationships/font" Target="fonts/font142.fntdata"/><Relationship Id="rId35" Type="http://schemas.openxmlformats.org/officeDocument/2006/relationships/slideMaster" Target="slideMasters/slideMaster34.xml"/><Relationship Id="rId349" Type="http://schemas.openxmlformats.org/officeDocument/2006/relationships/font" Target="fonts/font141.fntdata"/><Relationship Id="rId348" Type="http://schemas.openxmlformats.org/officeDocument/2006/relationships/font" Target="fonts/font140.fntdata"/><Relationship Id="rId347" Type="http://schemas.openxmlformats.org/officeDocument/2006/relationships/font" Target="fonts/font139.fntdata"/><Relationship Id="rId346" Type="http://schemas.openxmlformats.org/officeDocument/2006/relationships/font" Target="fonts/font138.fntdata"/><Relationship Id="rId345" Type="http://schemas.openxmlformats.org/officeDocument/2006/relationships/font" Target="fonts/font137.fntdata"/><Relationship Id="rId344" Type="http://schemas.openxmlformats.org/officeDocument/2006/relationships/font" Target="fonts/font136.fntdata"/><Relationship Id="rId343" Type="http://schemas.openxmlformats.org/officeDocument/2006/relationships/font" Target="fonts/font135.fntdata"/><Relationship Id="rId342" Type="http://schemas.openxmlformats.org/officeDocument/2006/relationships/font" Target="fonts/font134.fntdata"/><Relationship Id="rId341" Type="http://schemas.openxmlformats.org/officeDocument/2006/relationships/font" Target="fonts/font133.fntdata"/><Relationship Id="rId340" Type="http://schemas.openxmlformats.org/officeDocument/2006/relationships/font" Target="fonts/font132.fntdata"/><Relationship Id="rId34" Type="http://schemas.openxmlformats.org/officeDocument/2006/relationships/slideMaster" Target="slideMasters/slideMaster33.xml"/><Relationship Id="rId339" Type="http://schemas.openxmlformats.org/officeDocument/2006/relationships/font" Target="fonts/font131.fntdata"/><Relationship Id="rId338" Type="http://schemas.openxmlformats.org/officeDocument/2006/relationships/font" Target="fonts/font130.fntdata"/><Relationship Id="rId337" Type="http://schemas.openxmlformats.org/officeDocument/2006/relationships/font" Target="fonts/font129.fntdata"/><Relationship Id="rId336" Type="http://schemas.openxmlformats.org/officeDocument/2006/relationships/font" Target="fonts/font128.fntdata"/><Relationship Id="rId335" Type="http://schemas.openxmlformats.org/officeDocument/2006/relationships/font" Target="fonts/font127.fntdata"/><Relationship Id="rId334" Type="http://schemas.openxmlformats.org/officeDocument/2006/relationships/font" Target="fonts/font126.fntdata"/><Relationship Id="rId333" Type="http://schemas.openxmlformats.org/officeDocument/2006/relationships/font" Target="fonts/font125.fntdata"/><Relationship Id="rId332" Type="http://schemas.openxmlformats.org/officeDocument/2006/relationships/font" Target="fonts/font124.fntdata"/><Relationship Id="rId331" Type="http://schemas.openxmlformats.org/officeDocument/2006/relationships/font" Target="fonts/font123.fntdata"/><Relationship Id="rId330" Type="http://schemas.openxmlformats.org/officeDocument/2006/relationships/font" Target="fonts/font122.fntdata"/><Relationship Id="rId33" Type="http://schemas.openxmlformats.org/officeDocument/2006/relationships/slideMaster" Target="slideMasters/slideMaster32.xml"/><Relationship Id="rId329" Type="http://schemas.openxmlformats.org/officeDocument/2006/relationships/font" Target="fonts/font121.fntdata"/><Relationship Id="rId328" Type="http://schemas.openxmlformats.org/officeDocument/2006/relationships/font" Target="fonts/font120.fntdata"/><Relationship Id="rId327" Type="http://schemas.openxmlformats.org/officeDocument/2006/relationships/font" Target="fonts/font119.fntdata"/><Relationship Id="rId326" Type="http://schemas.openxmlformats.org/officeDocument/2006/relationships/font" Target="fonts/font118.fntdata"/><Relationship Id="rId325" Type="http://schemas.openxmlformats.org/officeDocument/2006/relationships/font" Target="fonts/font117.fntdata"/><Relationship Id="rId324" Type="http://schemas.openxmlformats.org/officeDocument/2006/relationships/font" Target="fonts/font116.fntdata"/><Relationship Id="rId323" Type="http://schemas.openxmlformats.org/officeDocument/2006/relationships/font" Target="fonts/font115.fntdata"/><Relationship Id="rId322" Type="http://schemas.openxmlformats.org/officeDocument/2006/relationships/font" Target="fonts/font114.fntdata"/><Relationship Id="rId321" Type="http://schemas.openxmlformats.org/officeDocument/2006/relationships/font" Target="fonts/font113.fntdata"/><Relationship Id="rId320" Type="http://schemas.openxmlformats.org/officeDocument/2006/relationships/font" Target="fonts/font112.fntdata"/><Relationship Id="rId32" Type="http://schemas.openxmlformats.org/officeDocument/2006/relationships/slideMaster" Target="slideMasters/slideMaster31.xml"/><Relationship Id="rId319" Type="http://schemas.openxmlformats.org/officeDocument/2006/relationships/font" Target="fonts/font111.fntdata"/><Relationship Id="rId318" Type="http://schemas.openxmlformats.org/officeDocument/2006/relationships/font" Target="fonts/font110.fntdata"/><Relationship Id="rId317" Type="http://schemas.openxmlformats.org/officeDocument/2006/relationships/font" Target="fonts/font109.fntdata"/><Relationship Id="rId316" Type="http://schemas.openxmlformats.org/officeDocument/2006/relationships/font" Target="fonts/font108.fntdata"/><Relationship Id="rId315" Type="http://schemas.openxmlformats.org/officeDocument/2006/relationships/font" Target="fonts/font107.fntdata"/><Relationship Id="rId314" Type="http://schemas.openxmlformats.org/officeDocument/2006/relationships/font" Target="fonts/font106.fntdata"/><Relationship Id="rId313" Type="http://schemas.openxmlformats.org/officeDocument/2006/relationships/font" Target="fonts/font105.fntdata"/><Relationship Id="rId312" Type="http://schemas.openxmlformats.org/officeDocument/2006/relationships/font" Target="fonts/font104.fntdata"/><Relationship Id="rId311" Type="http://schemas.openxmlformats.org/officeDocument/2006/relationships/font" Target="fonts/font103.fntdata"/><Relationship Id="rId310" Type="http://schemas.openxmlformats.org/officeDocument/2006/relationships/font" Target="fonts/font102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101.fntdata"/><Relationship Id="rId308" Type="http://schemas.openxmlformats.org/officeDocument/2006/relationships/font" Target="fonts/font100.fntdata"/><Relationship Id="rId307" Type="http://schemas.openxmlformats.org/officeDocument/2006/relationships/font" Target="fonts/font99.fntdata"/><Relationship Id="rId306" Type="http://schemas.openxmlformats.org/officeDocument/2006/relationships/font" Target="fonts/font98.fntdata"/><Relationship Id="rId305" Type="http://schemas.openxmlformats.org/officeDocument/2006/relationships/font" Target="fonts/font97.fntdata"/><Relationship Id="rId304" Type="http://schemas.openxmlformats.org/officeDocument/2006/relationships/font" Target="fonts/font96.fntdata"/><Relationship Id="rId303" Type="http://schemas.openxmlformats.org/officeDocument/2006/relationships/font" Target="fonts/font95.fntdata"/><Relationship Id="rId302" Type="http://schemas.openxmlformats.org/officeDocument/2006/relationships/font" Target="fonts/font94.fntdata"/><Relationship Id="rId301" Type="http://schemas.openxmlformats.org/officeDocument/2006/relationships/font" Target="fonts/font93.fntdata"/><Relationship Id="rId300" Type="http://schemas.openxmlformats.org/officeDocument/2006/relationships/font" Target="fonts/font92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91.fntdata"/><Relationship Id="rId298" Type="http://schemas.openxmlformats.org/officeDocument/2006/relationships/font" Target="fonts/font90.fntdata"/><Relationship Id="rId297" Type="http://schemas.openxmlformats.org/officeDocument/2006/relationships/font" Target="fonts/font89.fntdata"/><Relationship Id="rId296" Type="http://schemas.openxmlformats.org/officeDocument/2006/relationships/font" Target="fonts/font88.fntdata"/><Relationship Id="rId295" Type="http://schemas.openxmlformats.org/officeDocument/2006/relationships/font" Target="fonts/font87.fntdata"/><Relationship Id="rId294" Type="http://schemas.openxmlformats.org/officeDocument/2006/relationships/font" Target="fonts/font86.fntdata"/><Relationship Id="rId293" Type="http://schemas.openxmlformats.org/officeDocument/2006/relationships/font" Target="fonts/font85.fntdata"/><Relationship Id="rId292" Type="http://schemas.openxmlformats.org/officeDocument/2006/relationships/font" Target="fonts/font84.fntdata"/><Relationship Id="rId291" Type="http://schemas.openxmlformats.org/officeDocument/2006/relationships/font" Target="fonts/font83.fntdata"/><Relationship Id="rId290" Type="http://schemas.openxmlformats.org/officeDocument/2006/relationships/font" Target="fonts/font82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81.fntdata"/><Relationship Id="rId288" Type="http://schemas.openxmlformats.org/officeDocument/2006/relationships/font" Target="fonts/font80.fntdata"/><Relationship Id="rId287" Type="http://schemas.openxmlformats.org/officeDocument/2006/relationships/font" Target="fonts/font79.fntdata"/><Relationship Id="rId286" Type="http://schemas.openxmlformats.org/officeDocument/2006/relationships/font" Target="fonts/font78.fntdata"/><Relationship Id="rId285" Type="http://schemas.openxmlformats.org/officeDocument/2006/relationships/font" Target="fonts/font77.fntdata"/><Relationship Id="rId284" Type="http://schemas.openxmlformats.org/officeDocument/2006/relationships/font" Target="fonts/font76.fntdata"/><Relationship Id="rId283" Type="http://schemas.openxmlformats.org/officeDocument/2006/relationships/font" Target="fonts/font75.fntdata"/><Relationship Id="rId282" Type="http://schemas.openxmlformats.org/officeDocument/2006/relationships/font" Target="fonts/font74.fntdata"/><Relationship Id="rId281" Type="http://schemas.openxmlformats.org/officeDocument/2006/relationships/font" Target="fonts/font73.fntdata"/><Relationship Id="rId280" Type="http://schemas.openxmlformats.org/officeDocument/2006/relationships/font" Target="fonts/font72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71.fntdata"/><Relationship Id="rId278" Type="http://schemas.openxmlformats.org/officeDocument/2006/relationships/font" Target="fonts/font70.fntdata"/><Relationship Id="rId277" Type="http://schemas.openxmlformats.org/officeDocument/2006/relationships/font" Target="fonts/font69.fntdata"/><Relationship Id="rId276" Type="http://schemas.openxmlformats.org/officeDocument/2006/relationships/font" Target="fonts/font68.fntdata"/><Relationship Id="rId275" Type="http://schemas.openxmlformats.org/officeDocument/2006/relationships/font" Target="fonts/font67.fntdata"/><Relationship Id="rId274" Type="http://schemas.openxmlformats.org/officeDocument/2006/relationships/font" Target="fonts/font66.fntdata"/><Relationship Id="rId273" Type="http://schemas.openxmlformats.org/officeDocument/2006/relationships/font" Target="fonts/font65.fntdata"/><Relationship Id="rId272" Type="http://schemas.openxmlformats.org/officeDocument/2006/relationships/font" Target="fonts/font64.fntdata"/><Relationship Id="rId271" Type="http://schemas.openxmlformats.org/officeDocument/2006/relationships/font" Target="fonts/font63.fntdata"/><Relationship Id="rId270" Type="http://schemas.openxmlformats.org/officeDocument/2006/relationships/font" Target="fonts/font62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61.fntdata"/><Relationship Id="rId268" Type="http://schemas.openxmlformats.org/officeDocument/2006/relationships/font" Target="fonts/font60.fntdata"/><Relationship Id="rId267" Type="http://schemas.openxmlformats.org/officeDocument/2006/relationships/font" Target="fonts/font59.fntdata"/><Relationship Id="rId266" Type="http://schemas.openxmlformats.org/officeDocument/2006/relationships/font" Target="fonts/font58.fntdata"/><Relationship Id="rId265" Type="http://schemas.openxmlformats.org/officeDocument/2006/relationships/font" Target="fonts/font57.fntdata"/><Relationship Id="rId264" Type="http://schemas.openxmlformats.org/officeDocument/2006/relationships/font" Target="fonts/font56.fntdata"/><Relationship Id="rId263" Type="http://schemas.openxmlformats.org/officeDocument/2006/relationships/font" Target="fonts/font55.fntdata"/><Relationship Id="rId262" Type="http://schemas.openxmlformats.org/officeDocument/2006/relationships/font" Target="fonts/font54.fntdata"/><Relationship Id="rId261" Type="http://schemas.openxmlformats.org/officeDocument/2006/relationships/font" Target="fonts/font53.fntdata"/><Relationship Id="rId260" Type="http://schemas.openxmlformats.org/officeDocument/2006/relationships/font" Target="fonts/font52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51.fntdata"/><Relationship Id="rId258" Type="http://schemas.openxmlformats.org/officeDocument/2006/relationships/font" Target="fonts/font50.fntdata"/><Relationship Id="rId257" Type="http://schemas.openxmlformats.org/officeDocument/2006/relationships/font" Target="fonts/font49.fntdata"/><Relationship Id="rId256" Type="http://schemas.openxmlformats.org/officeDocument/2006/relationships/font" Target="fonts/font48.fntdata"/><Relationship Id="rId255" Type="http://schemas.openxmlformats.org/officeDocument/2006/relationships/font" Target="fonts/font47.fntdata"/><Relationship Id="rId254" Type="http://schemas.openxmlformats.org/officeDocument/2006/relationships/font" Target="fonts/font46.fntdata"/><Relationship Id="rId253" Type="http://schemas.openxmlformats.org/officeDocument/2006/relationships/font" Target="fonts/font45.fntdata"/><Relationship Id="rId252" Type="http://schemas.openxmlformats.org/officeDocument/2006/relationships/font" Target="fonts/font44.fntdata"/><Relationship Id="rId251" Type="http://schemas.openxmlformats.org/officeDocument/2006/relationships/font" Target="fonts/font43.fntdata"/><Relationship Id="rId250" Type="http://schemas.openxmlformats.org/officeDocument/2006/relationships/font" Target="fonts/font42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41.fntdata"/><Relationship Id="rId248" Type="http://schemas.openxmlformats.org/officeDocument/2006/relationships/font" Target="fonts/font40.fntdata"/><Relationship Id="rId247" Type="http://schemas.openxmlformats.org/officeDocument/2006/relationships/font" Target="fonts/font39.fntdata"/><Relationship Id="rId246" Type="http://schemas.openxmlformats.org/officeDocument/2006/relationships/font" Target="fonts/font38.fntdata"/><Relationship Id="rId245" Type="http://schemas.openxmlformats.org/officeDocument/2006/relationships/font" Target="fonts/font37.fntdata"/><Relationship Id="rId244" Type="http://schemas.openxmlformats.org/officeDocument/2006/relationships/font" Target="fonts/font36.fntdata"/><Relationship Id="rId243" Type="http://schemas.openxmlformats.org/officeDocument/2006/relationships/font" Target="fonts/font35.fntdata"/><Relationship Id="rId242" Type="http://schemas.openxmlformats.org/officeDocument/2006/relationships/font" Target="fonts/font34.fntdata"/><Relationship Id="rId241" Type="http://schemas.openxmlformats.org/officeDocument/2006/relationships/font" Target="fonts/font33.fntdata"/><Relationship Id="rId240" Type="http://schemas.openxmlformats.org/officeDocument/2006/relationships/font" Target="fonts/font32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31.fntdata"/><Relationship Id="rId238" Type="http://schemas.openxmlformats.org/officeDocument/2006/relationships/font" Target="fonts/font30.fntdata"/><Relationship Id="rId237" Type="http://schemas.openxmlformats.org/officeDocument/2006/relationships/font" Target="fonts/font29.fntdata"/><Relationship Id="rId236" Type="http://schemas.openxmlformats.org/officeDocument/2006/relationships/font" Target="fonts/font28.fntdata"/><Relationship Id="rId235" Type="http://schemas.openxmlformats.org/officeDocument/2006/relationships/font" Target="fonts/font27.fntdata"/><Relationship Id="rId234" Type="http://schemas.openxmlformats.org/officeDocument/2006/relationships/font" Target="fonts/font26.fntdata"/><Relationship Id="rId233" Type="http://schemas.openxmlformats.org/officeDocument/2006/relationships/font" Target="fonts/font25.fntdata"/><Relationship Id="rId232" Type="http://schemas.openxmlformats.org/officeDocument/2006/relationships/font" Target="fonts/font24.fntdata"/><Relationship Id="rId231" Type="http://schemas.openxmlformats.org/officeDocument/2006/relationships/font" Target="fonts/font23.fntdata"/><Relationship Id="rId230" Type="http://schemas.openxmlformats.org/officeDocument/2006/relationships/font" Target="fonts/font22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21.fntdata"/><Relationship Id="rId228" Type="http://schemas.openxmlformats.org/officeDocument/2006/relationships/font" Target="fonts/font20.fntdata"/><Relationship Id="rId227" Type="http://schemas.openxmlformats.org/officeDocument/2006/relationships/font" Target="fonts/font19.fntdata"/><Relationship Id="rId226" Type="http://schemas.openxmlformats.org/officeDocument/2006/relationships/font" Target="fonts/font18.fntdata"/><Relationship Id="rId225" Type="http://schemas.openxmlformats.org/officeDocument/2006/relationships/font" Target="fonts/font17.fntdata"/><Relationship Id="rId224" Type="http://schemas.openxmlformats.org/officeDocument/2006/relationships/font" Target="fonts/font16.fntdata"/><Relationship Id="rId223" Type="http://schemas.openxmlformats.org/officeDocument/2006/relationships/font" Target="fonts/font15.fntdata"/><Relationship Id="rId222" Type="http://schemas.openxmlformats.org/officeDocument/2006/relationships/font" Target="fonts/font14.fntdata"/><Relationship Id="rId221" Type="http://schemas.openxmlformats.org/officeDocument/2006/relationships/font" Target="fonts/font13.fntdata"/><Relationship Id="rId220" Type="http://schemas.openxmlformats.org/officeDocument/2006/relationships/font" Target="fonts/font12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11.fntdata"/><Relationship Id="rId218" Type="http://schemas.openxmlformats.org/officeDocument/2006/relationships/font" Target="fonts/font10.fntdata"/><Relationship Id="rId217" Type="http://schemas.openxmlformats.org/officeDocument/2006/relationships/font" Target="fonts/font9.fntdata"/><Relationship Id="rId216" Type="http://schemas.openxmlformats.org/officeDocument/2006/relationships/font" Target="fonts/font8.fntdata"/><Relationship Id="rId215" Type="http://schemas.openxmlformats.org/officeDocument/2006/relationships/font" Target="fonts/font7.fntdata"/><Relationship Id="rId214" Type="http://schemas.openxmlformats.org/officeDocument/2006/relationships/font" Target="fonts/font6.fntdata"/><Relationship Id="rId213" Type="http://schemas.openxmlformats.org/officeDocument/2006/relationships/font" Target="fonts/font5.fntdata"/><Relationship Id="rId212" Type="http://schemas.openxmlformats.org/officeDocument/2006/relationships/font" Target="fonts/font4.fntdata"/><Relationship Id="rId211" Type="http://schemas.openxmlformats.org/officeDocument/2006/relationships/font" Target="fonts/font3.fntdata"/><Relationship Id="rId210" Type="http://schemas.openxmlformats.org/officeDocument/2006/relationships/font" Target="fonts/font2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1.fntdata"/><Relationship Id="rId208" Type="http://schemas.openxmlformats.org/officeDocument/2006/relationships/tableStyles" Target="tableStyles.xml"/><Relationship Id="rId207" Type="http://schemas.openxmlformats.org/officeDocument/2006/relationships/viewProps" Target="viewProps.xml"/><Relationship Id="rId206" Type="http://schemas.openxmlformats.org/officeDocument/2006/relationships/presProps" Target="presProps.xml"/><Relationship Id="rId205" Type="http://schemas.openxmlformats.org/officeDocument/2006/relationships/slide" Target="slides/slide102.xml"/><Relationship Id="rId204" Type="http://schemas.openxmlformats.org/officeDocument/2006/relationships/slide" Target="slides/slide101.xml"/><Relationship Id="rId203" Type="http://schemas.openxmlformats.org/officeDocument/2006/relationships/slide" Target="slides/slide100.xml"/><Relationship Id="rId202" Type="http://schemas.openxmlformats.org/officeDocument/2006/relationships/slide" Target="slides/slide99.xml"/><Relationship Id="rId201" Type="http://schemas.openxmlformats.org/officeDocument/2006/relationships/slide" Target="slides/slide98.xml"/><Relationship Id="rId200" Type="http://schemas.openxmlformats.org/officeDocument/2006/relationships/slide" Target="slides/slide97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slide" Target="slides/slide96.xml"/><Relationship Id="rId198" Type="http://schemas.openxmlformats.org/officeDocument/2006/relationships/slide" Target="slides/slide95.xml"/><Relationship Id="rId197" Type="http://schemas.openxmlformats.org/officeDocument/2006/relationships/slide" Target="slides/slide94.xml"/><Relationship Id="rId196" Type="http://schemas.openxmlformats.org/officeDocument/2006/relationships/slide" Target="slides/slide93.xml"/><Relationship Id="rId195" Type="http://schemas.openxmlformats.org/officeDocument/2006/relationships/slide" Target="slides/slide92.xml"/><Relationship Id="rId194" Type="http://schemas.openxmlformats.org/officeDocument/2006/relationships/slide" Target="slides/slide91.xml"/><Relationship Id="rId193" Type="http://schemas.openxmlformats.org/officeDocument/2006/relationships/slide" Target="slides/slide90.xml"/><Relationship Id="rId192" Type="http://schemas.openxmlformats.org/officeDocument/2006/relationships/slide" Target="slides/slide89.xml"/><Relationship Id="rId191" Type="http://schemas.openxmlformats.org/officeDocument/2006/relationships/slide" Target="slides/slide88.xml"/><Relationship Id="rId190" Type="http://schemas.openxmlformats.org/officeDocument/2006/relationships/slide" Target="slides/slide87.xml"/><Relationship Id="rId19" Type="http://schemas.openxmlformats.org/officeDocument/2006/relationships/slideMaster" Target="slideMasters/slideMaster18.xml"/><Relationship Id="rId189" Type="http://schemas.openxmlformats.org/officeDocument/2006/relationships/slide" Target="slides/slide86.xml"/><Relationship Id="rId188" Type="http://schemas.openxmlformats.org/officeDocument/2006/relationships/slide" Target="slides/slide85.xml"/><Relationship Id="rId187" Type="http://schemas.openxmlformats.org/officeDocument/2006/relationships/slide" Target="slides/slide84.xml"/><Relationship Id="rId186" Type="http://schemas.openxmlformats.org/officeDocument/2006/relationships/slide" Target="slides/slide83.xml"/><Relationship Id="rId185" Type="http://schemas.openxmlformats.org/officeDocument/2006/relationships/slide" Target="slides/slide82.xml"/><Relationship Id="rId184" Type="http://schemas.openxmlformats.org/officeDocument/2006/relationships/slide" Target="slides/slide81.xml"/><Relationship Id="rId183" Type="http://schemas.openxmlformats.org/officeDocument/2006/relationships/slide" Target="slides/slide80.xml"/><Relationship Id="rId182" Type="http://schemas.openxmlformats.org/officeDocument/2006/relationships/slide" Target="slides/slide79.xml"/><Relationship Id="rId181" Type="http://schemas.openxmlformats.org/officeDocument/2006/relationships/slide" Target="slides/slide78.xml"/><Relationship Id="rId180" Type="http://schemas.openxmlformats.org/officeDocument/2006/relationships/slide" Target="slides/slide77.xml"/><Relationship Id="rId18" Type="http://schemas.openxmlformats.org/officeDocument/2006/relationships/slideMaster" Target="slideMasters/slideMaster17.xml"/><Relationship Id="rId179" Type="http://schemas.openxmlformats.org/officeDocument/2006/relationships/slide" Target="slides/slide76.xml"/><Relationship Id="rId178" Type="http://schemas.openxmlformats.org/officeDocument/2006/relationships/slide" Target="slides/slide75.xml"/><Relationship Id="rId177" Type="http://schemas.openxmlformats.org/officeDocument/2006/relationships/slide" Target="slides/slide74.xml"/><Relationship Id="rId176" Type="http://schemas.openxmlformats.org/officeDocument/2006/relationships/slide" Target="slides/slide73.xml"/><Relationship Id="rId175" Type="http://schemas.openxmlformats.org/officeDocument/2006/relationships/slide" Target="slides/slide72.xml"/><Relationship Id="rId174" Type="http://schemas.openxmlformats.org/officeDocument/2006/relationships/slide" Target="slides/slide71.xml"/><Relationship Id="rId173" Type="http://schemas.openxmlformats.org/officeDocument/2006/relationships/slide" Target="slides/slide70.xml"/><Relationship Id="rId172" Type="http://schemas.openxmlformats.org/officeDocument/2006/relationships/slide" Target="slides/slide69.xml"/><Relationship Id="rId171" Type="http://schemas.openxmlformats.org/officeDocument/2006/relationships/slide" Target="slides/slide68.xml"/><Relationship Id="rId170" Type="http://schemas.openxmlformats.org/officeDocument/2006/relationships/slide" Target="slides/slide67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66.xml"/><Relationship Id="rId168" Type="http://schemas.openxmlformats.org/officeDocument/2006/relationships/slide" Target="slides/slide65.xml"/><Relationship Id="rId167" Type="http://schemas.openxmlformats.org/officeDocument/2006/relationships/slide" Target="slides/slide64.xml"/><Relationship Id="rId166" Type="http://schemas.openxmlformats.org/officeDocument/2006/relationships/slide" Target="slides/slide63.xml"/><Relationship Id="rId165" Type="http://schemas.openxmlformats.org/officeDocument/2006/relationships/slide" Target="slides/slide62.xml"/><Relationship Id="rId164" Type="http://schemas.openxmlformats.org/officeDocument/2006/relationships/slide" Target="slides/slide61.xml"/><Relationship Id="rId163" Type="http://schemas.openxmlformats.org/officeDocument/2006/relationships/slide" Target="slides/slide60.xml"/><Relationship Id="rId162" Type="http://schemas.openxmlformats.org/officeDocument/2006/relationships/slide" Target="slides/slide59.xml"/><Relationship Id="rId161" Type="http://schemas.openxmlformats.org/officeDocument/2006/relationships/slide" Target="slides/slide58.xml"/><Relationship Id="rId160" Type="http://schemas.openxmlformats.org/officeDocument/2006/relationships/slide" Target="slides/slide57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56.xml"/><Relationship Id="rId158" Type="http://schemas.openxmlformats.org/officeDocument/2006/relationships/slide" Target="slides/slide55.xml"/><Relationship Id="rId157" Type="http://schemas.openxmlformats.org/officeDocument/2006/relationships/slide" Target="slides/slide54.xml"/><Relationship Id="rId156" Type="http://schemas.openxmlformats.org/officeDocument/2006/relationships/slide" Target="slides/slide53.xml"/><Relationship Id="rId155" Type="http://schemas.openxmlformats.org/officeDocument/2006/relationships/slide" Target="slides/slide52.xml"/><Relationship Id="rId154" Type="http://schemas.openxmlformats.org/officeDocument/2006/relationships/slide" Target="slides/slide51.xml"/><Relationship Id="rId153" Type="http://schemas.openxmlformats.org/officeDocument/2006/relationships/slide" Target="slides/slide50.xml"/><Relationship Id="rId152" Type="http://schemas.openxmlformats.org/officeDocument/2006/relationships/slide" Target="slides/slide49.xml"/><Relationship Id="rId151" Type="http://schemas.openxmlformats.org/officeDocument/2006/relationships/slide" Target="slides/slide48.xml"/><Relationship Id="rId150" Type="http://schemas.openxmlformats.org/officeDocument/2006/relationships/slide" Target="slides/slide47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46.xml"/><Relationship Id="rId148" Type="http://schemas.openxmlformats.org/officeDocument/2006/relationships/slide" Target="slides/slide45.xml"/><Relationship Id="rId147" Type="http://schemas.openxmlformats.org/officeDocument/2006/relationships/slide" Target="slides/slide44.xml"/><Relationship Id="rId146" Type="http://schemas.openxmlformats.org/officeDocument/2006/relationships/slide" Target="slides/slide43.xml"/><Relationship Id="rId145" Type="http://schemas.openxmlformats.org/officeDocument/2006/relationships/slide" Target="slides/slide42.xml"/><Relationship Id="rId144" Type="http://schemas.openxmlformats.org/officeDocument/2006/relationships/slide" Target="slides/slide41.xml"/><Relationship Id="rId143" Type="http://schemas.openxmlformats.org/officeDocument/2006/relationships/slide" Target="slides/slide40.xml"/><Relationship Id="rId142" Type="http://schemas.openxmlformats.org/officeDocument/2006/relationships/slide" Target="slides/slide39.xml"/><Relationship Id="rId141" Type="http://schemas.openxmlformats.org/officeDocument/2006/relationships/slide" Target="slides/slide38.xml"/><Relationship Id="rId140" Type="http://schemas.openxmlformats.org/officeDocument/2006/relationships/slide" Target="slides/slide37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36.xml"/><Relationship Id="rId138" Type="http://schemas.openxmlformats.org/officeDocument/2006/relationships/slide" Target="slides/slide35.xml"/><Relationship Id="rId137" Type="http://schemas.openxmlformats.org/officeDocument/2006/relationships/slide" Target="slides/slide34.xml"/><Relationship Id="rId136" Type="http://schemas.openxmlformats.org/officeDocument/2006/relationships/slide" Target="slides/slide33.xml"/><Relationship Id="rId135" Type="http://schemas.openxmlformats.org/officeDocument/2006/relationships/slide" Target="slides/slide32.xml"/><Relationship Id="rId134" Type="http://schemas.openxmlformats.org/officeDocument/2006/relationships/slide" Target="slides/slide31.xml"/><Relationship Id="rId133" Type="http://schemas.openxmlformats.org/officeDocument/2006/relationships/slide" Target="slides/slide30.xml"/><Relationship Id="rId132" Type="http://schemas.openxmlformats.org/officeDocument/2006/relationships/slide" Target="slides/slide29.xml"/><Relationship Id="rId131" Type="http://schemas.openxmlformats.org/officeDocument/2006/relationships/slide" Target="slides/slide28.xml"/><Relationship Id="rId130" Type="http://schemas.openxmlformats.org/officeDocument/2006/relationships/slide" Target="slides/slide2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26.xml"/><Relationship Id="rId128" Type="http://schemas.openxmlformats.org/officeDocument/2006/relationships/slide" Target="slides/slide25.xml"/><Relationship Id="rId127" Type="http://schemas.openxmlformats.org/officeDocument/2006/relationships/slide" Target="slides/slide24.xml"/><Relationship Id="rId126" Type="http://schemas.openxmlformats.org/officeDocument/2006/relationships/slide" Target="slides/slide23.xml"/><Relationship Id="rId125" Type="http://schemas.openxmlformats.org/officeDocument/2006/relationships/slide" Target="slides/slide22.xml"/><Relationship Id="rId124" Type="http://schemas.openxmlformats.org/officeDocument/2006/relationships/slide" Target="slides/slide21.xml"/><Relationship Id="rId123" Type="http://schemas.openxmlformats.org/officeDocument/2006/relationships/slide" Target="slides/slide20.xml"/><Relationship Id="rId122" Type="http://schemas.openxmlformats.org/officeDocument/2006/relationships/slide" Target="slides/slide19.xml"/><Relationship Id="rId121" Type="http://schemas.openxmlformats.org/officeDocument/2006/relationships/slide" Target="slides/slide18.xml"/><Relationship Id="rId120" Type="http://schemas.openxmlformats.org/officeDocument/2006/relationships/slide" Target="slides/slide17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16.xml"/><Relationship Id="rId118" Type="http://schemas.openxmlformats.org/officeDocument/2006/relationships/slide" Target="slides/slide15.xml"/><Relationship Id="rId117" Type="http://schemas.openxmlformats.org/officeDocument/2006/relationships/slide" Target="slides/slide14.xml"/><Relationship Id="rId116" Type="http://schemas.openxmlformats.org/officeDocument/2006/relationships/slide" Target="slides/slide13.xml"/><Relationship Id="rId115" Type="http://schemas.openxmlformats.org/officeDocument/2006/relationships/slide" Target="slides/slide12.xml"/><Relationship Id="rId114" Type="http://schemas.openxmlformats.org/officeDocument/2006/relationships/slide" Target="slides/slide11.xml"/><Relationship Id="rId113" Type="http://schemas.openxmlformats.org/officeDocument/2006/relationships/slide" Target="slides/slide10.xml"/><Relationship Id="rId112" Type="http://schemas.openxmlformats.org/officeDocument/2006/relationships/slide" Target="slides/slide9.xml"/><Relationship Id="rId111" Type="http://schemas.openxmlformats.org/officeDocument/2006/relationships/slide" Target="slides/slide8.xml"/><Relationship Id="rId110" Type="http://schemas.openxmlformats.org/officeDocument/2006/relationships/slide" Target="slides/slide7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.xml"/><Relationship Id="rId108" Type="http://schemas.openxmlformats.org/officeDocument/2006/relationships/slide" Target="slides/slide5.xml"/><Relationship Id="rId107" Type="http://schemas.openxmlformats.org/officeDocument/2006/relationships/slide" Target="slides/slide4.xml"/><Relationship Id="rId106" Type="http://schemas.openxmlformats.org/officeDocument/2006/relationships/slide" Target="slides/slide3.xml"/><Relationship Id="rId105" Type="http://schemas.openxmlformats.org/officeDocument/2006/relationships/slide" Target="slides/slide2.xml"/><Relationship Id="rId104" Type="http://schemas.openxmlformats.org/officeDocument/2006/relationships/notesMaster" Target="notesMasters/notesMaster1.xml"/><Relationship Id="rId103" Type="http://schemas.openxmlformats.org/officeDocument/2006/relationships/slide" Target="slides/slide1.xml"/><Relationship Id="rId102" Type="http://schemas.openxmlformats.org/officeDocument/2006/relationships/slideMaster" Target="slideMasters/slideMaster101.xml"/><Relationship Id="rId101" Type="http://schemas.openxmlformats.org/officeDocument/2006/relationships/slideMaster" Target="slideMasters/slideMaster100.xml"/><Relationship Id="rId100" Type="http://schemas.openxmlformats.org/officeDocument/2006/relationships/slideMaster" Target="slideMasters/slideMaster9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3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4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5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6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7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8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9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50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1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2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3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4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5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6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7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8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9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60.xml"/></Relationships>
</file>

<file path=ppt/slideMasters/_rels/slideMaster60.xml.rels><?xml version="1.0" encoding="UTF-8" standalone="yes"?>
<Relationships xmlns="http://schemas.openxmlformats.org/package/2006/relationships"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61.xml"/></Relationships>
</file>

<file path=ppt/slideMasters/_rels/slideMaster61.xml.rels><?xml version="1.0" encoding="UTF-8" standalone="yes"?>
<Relationships xmlns="http://schemas.openxmlformats.org/package/2006/relationships"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62.xml"/></Relationships>
</file>

<file path=ppt/slideMasters/_rels/slideMaster62.xml.rels><?xml version="1.0" encoding="UTF-8" standalone="yes"?>
<Relationships xmlns="http://schemas.openxmlformats.org/package/2006/relationships"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63.xml"/></Relationships>
</file>

<file path=ppt/slideMasters/_rels/slideMaster63.xml.rels><?xml version="1.0" encoding="UTF-8" standalone="yes"?>
<Relationships xmlns="http://schemas.openxmlformats.org/package/2006/relationships"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64.xml"/></Relationships>
</file>

<file path=ppt/slideMasters/_rels/slideMaster64.xml.rels><?xml version="1.0" encoding="UTF-8" standalone="yes"?>
<Relationships xmlns="http://schemas.openxmlformats.org/package/2006/relationships"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65.xml"/></Relationships>
</file>

<file path=ppt/slideMasters/_rels/slideMaster65.xml.rels><?xml version="1.0" encoding="UTF-8" standalone="yes"?>
<Relationships xmlns="http://schemas.openxmlformats.org/package/2006/relationships"><Relationship Id="rId2" Type="http://schemas.openxmlformats.org/officeDocument/2006/relationships/theme" Target="../theme/theme65.xml"/><Relationship Id="rId1" Type="http://schemas.openxmlformats.org/officeDocument/2006/relationships/slideLayout" Target="../slideLayouts/slideLayout66.xml"/></Relationships>
</file>

<file path=ppt/slideMasters/_rels/slideMaster6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6.xml"/><Relationship Id="rId1" Type="http://schemas.openxmlformats.org/officeDocument/2006/relationships/slideLayout" Target="../slideLayouts/slideLayout67.xml"/></Relationships>
</file>

<file path=ppt/slideMasters/_rels/slideMaster67.xml.rels><?xml version="1.0" encoding="UTF-8" standalone="yes"?>
<Relationships xmlns="http://schemas.openxmlformats.org/package/2006/relationships"><Relationship Id="rId2" Type="http://schemas.openxmlformats.org/officeDocument/2006/relationships/theme" Target="../theme/theme67.xml"/><Relationship Id="rId1" Type="http://schemas.openxmlformats.org/officeDocument/2006/relationships/slideLayout" Target="../slideLayouts/slideLayout68.xml"/></Relationships>
</file>

<file path=ppt/slideMasters/_rels/slideMaster68.xml.rels><?xml version="1.0" encoding="UTF-8" standalone="yes"?>
<Relationships xmlns="http://schemas.openxmlformats.org/package/2006/relationships"><Relationship Id="rId2" Type="http://schemas.openxmlformats.org/officeDocument/2006/relationships/theme" Target="../theme/theme68.xml"/><Relationship Id="rId1" Type="http://schemas.openxmlformats.org/officeDocument/2006/relationships/slideLayout" Target="../slideLayouts/slideLayout69.xml"/></Relationships>
</file>

<file path=ppt/slideMasters/_rels/slideMaster69.xml.rels><?xml version="1.0" encoding="UTF-8" standalone="yes"?>
<Relationships xmlns="http://schemas.openxmlformats.org/package/2006/relationships"><Relationship Id="rId2" Type="http://schemas.openxmlformats.org/officeDocument/2006/relationships/theme" Target="../theme/theme69.xml"/><Relationship Id="rId1" Type="http://schemas.openxmlformats.org/officeDocument/2006/relationships/slideLayout" Target="../slideLayouts/slideLayout70.xml"/></Relationships>
</file>

<file path=ppt/slideMasters/_rels/slideMaster70.xml.rels><?xml version="1.0" encoding="UTF-8" standalone="yes"?>
<Relationships xmlns="http://schemas.openxmlformats.org/package/2006/relationships"><Relationship Id="rId2" Type="http://schemas.openxmlformats.org/officeDocument/2006/relationships/theme" Target="../theme/theme70.xml"/><Relationship Id="rId1" Type="http://schemas.openxmlformats.org/officeDocument/2006/relationships/slideLayout" Target="../slideLayouts/slideLayout71.xml"/></Relationships>
</file>

<file path=ppt/slideMasters/_rels/slideMaster71.xml.rels><?xml version="1.0" encoding="UTF-8" standalone="yes"?>
<Relationships xmlns="http://schemas.openxmlformats.org/package/2006/relationships"><Relationship Id="rId2" Type="http://schemas.openxmlformats.org/officeDocument/2006/relationships/theme" Target="../theme/theme71.xml"/><Relationship Id="rId1" Type="http://schemas.openxmlformats.org/officeDocument/2006/relationships/slideLayout" Target="../slideLayouts/slideLayout72.xml"/></Relationships>
</file>

<file path=ppt/slideMasters/_rels/slideMaster72.xml.rels><?xml version="1.0" encoding="UTF-8" standalone="yes"?>
<Relationships xmlns="http://schemas.openxmlformats.org/package/2006/relationships"><Relationship Id="rId2" Type="http://schemas.openxmlformats.org/officeDocument/2006/relationships/theme" Target="../theme/theme72.xml"/><Relationship Id="rId1" Type="http://schemas.openxmlformats.org/officeDocument/2006/relationships/slideLayout" Target="../slideLayouts/slideLayout73.xml"/></Relationships>
</file>

<file path=ppt/slideMasters/_rels/slideMaster73.xml.rels><?xml version="1.0" encoding="UTF-8" standalone="yes"?>
<Relationships xmlns="http://schemas.openxmlformats.org/package/2006/relationships"><Relationship Id="rId2" Type="http://schemas.openxmlformats.org/officeDocument/2006/relationships/theme" Target="../theme/theme73.xml"/><Relationship Id="rId1" Type="http://schemas.openxmlformats.org/officeDocument/2006/relationships/slideLayout" Target="../slideLayouts/slideLayout74.xml"/></Relationships>
</file>

<file path=ppt/slideMasters/_rels/slideMaster74.xml.rels><?xml version="1.0" encoding="UTF-8" standalone="yes"?>
<Relationships xmlns="http://schemas.openxmlformats.org/package/2006/relationships"><Relationship Id="rId2" Type="http://schemas.openxmlformats.org/officeDocument/2006/relationships/theme" Target="../theme/theme74.xml"/><Relationship Id="rId1" Type="http://schemas.openxmlformats.org/officeDocument/2006/relationships/slideLayout" Target="../slideLayouts/slideLayout75.xml"/></Relationships>
</file>

<file path=ppt/slideMasters/_rels/slideMaster75.xml.rels><?xml version="1.0" encoding="UTF-8" standalone="yes"?>
<Relationships xmlns="http://schemas.openxmlformats.org/package/2006/relationships"><Relationship Id="rId2" Type="http://schemas.openxmlformats.org/officeDocument/2006/relationships/theme" Target="../theme/theme75.xml"/><Relationship Id="rId1" Type="http://schemas.openxmlformats.org/officeDocument/2006/relationships/slideLayout" Target="../slideLayouts/slideLayout76.xml"/></Relationships>
</file>

<file path=ppt/slideMasters/_rels/slideMaster76.xml.rels><?xml version="1.0" encoding="UTF-8" standalone="yes"?>
<Relationships xmlns="http://schemas.openxmlformats.org/package/2006/relationships"><Relationship Id="rId2" Type="http://schemas.openxmlformats.org/officeDocument/2006/relationships/theme" Target="../theme/theme76.xml"/><Relationship Id="rId1" Type="http://schemas.openxmlformats.org/officeDocument/2006/relationships/slideLayout" Target="../slideLayouts/slideLayout77.xml"/></Relationships>
</file>

<file path=ppt/slideMasters/_rels/slideMaster7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7.xml"/><Relationship Id="rId1" Type="http://schemas.openxmlformats.org/officeDocument/2006/relationships/slideLayout" Target="../slideLayouts/slideLayout78.xml"/></Relationships>
</file>

<file path=ppt/slideMasters/_rels/slideMaster78.xml.rels><?xml version="1.0" encoding="UTF-8" standalone="yes"?>
<Relationships xmlns="http://schemas.openxmlformats.org/package/2006/relationships"><Relationship Id="rId2" Type="http://schemas.openxmlformats.org/officeDocument/2006/relationships/theme" Target="../theme/theme78.xml"/><Relationship Id="rId1" Type="http://schemas.openxmlformats.org/officeDocument/2006/relationships/slideLayout" Target="../slideLayouts/slideLayout79.xml"/></Relationships>
</file>

<file path=ppt/slideMasters/_rels/slideMaster79.xml.rels><?xml version="1.0" encoding="UTF-8" standalone="yes"?>
<Relationships xmlns="http://schemas.openxmlformats.org/package/2006/relationships"><Relationship Id="rId2" Type="http://schemas.openxmlformats.org/officeDocument/2006/relationships/theme" Target="../theme/theme79.xml"/><Relationship Id="rId1" Type="http://schemas.openxmlformats.org/officeDocument/2006/relationships/slideLayout" Target="../slideLayouts/slideLayout80.xml"/></Relationships>
</file>

<file path=ppt/slideMasters/_rels/slideMaster80.xml.rels><?xml version="1.0" encoding="UTF-8" standalone="yes"?>
<Relationships xmlns="http://schemas.openxmlformats.org/package/2006/relationships"><Relationship Id="rId2" Type="http://schemas.openxmlformats.org/officeDocument/2006/relationships/theme" Target="../theme/theme80.xml"/><Relationship Id="rId1" Type="http://schemas.openxmlformats.org/officeDocument/2006/relationships/slideLayout" Target="../slideLayouts/slideLayout81.xml"/></Relationships>
</file>

<file path=ppt/slideMasters/_rels/slideMaster81.xml.rels><?xml version="1.0" encoding="UTF-8" standalone="yes"?>
<Relationships xmlns="http://schemas.openxmlformats.org/package/2006/relationships"><Relationship Id="rId2" Type="http://schemas.openxmlformats.org/officeDocument/2006/relationships/theme" Target="../theme/theme81.xml"/><Relationship Id="rId1" Type="http://schemas.openxmlformats.org/officeDocument/2006/relationships/slideLayout" Target="../slideLayouts/slideLayout82.xml"/></Relationships>
</file>

<file path=ppt/slideMasters/_rels/slideMaster82.xml.rels><?xml version="1.0" encoding="UTF-8" standalone="yes"?>
<Relationships xmlns="http://schemas.openxmlformats.org/package/2006/relationships"><Relationship Id="rId2" Type="http://schemas.openxmlformats.org/officeDocument/2006/relationships/theme" Target="../theme/theme82.xml"/><Relationship Id="rId1" Type="http://schemas.openxmlformats.org/officeDocument/2006/relationships/slideLayout" Target="../slideLayouts/slideLayout83.xml"/></Relationships>
</file>

<file path=ppt/slideMasters/_rels/slideMaster83.xml.rels><?xml version="1.0" encoding="UTF-8" standalone="yes"?>
<Relationships xmlns="http://schemas.openxmlformats.org/package/2006/relationships"><Relationship Id="rId2" Type="http://schemas.openxmlformats.org/officeDocument/2006/relationships/theme" Target="../theme/theme83.xml"/><Relationship Id="rId1" Type="http://schemas.openxmlformats.org/officeDocument/2006/relationships/slideLayout" Target="../slideLayouts/slideLayout84.xml"/></Relationships>
</file>

<file path=ppt/slideMasters/_rels/slideMaster84.xml.rels><?xml version="1.0" encoding="UTF-8" standalone="yes"?>
<Relationships xmlns="http://schemas.openxmlformats.org/package/2006/relationships"><Relationship Id="rId2" Type="http://schemas.openxmlformats.org/officeDocument/2006/relationships/theme" Target="../theme/theme84.xml"/><Relationship Id="rId1" Type="http://schemas.openxmlformats.org/officeDocument/2006/relationships/slideLayout" Target="../slideLayouts/slideLayout85.xml"/></Relationships>
</file>

<file path=ppt/slideMasters/_rels/slideMaster85.xml.rels><?xml version="1.0" encoding="UTF-8" standalone="yes"?>
<Relationships xmlns="http://schemas.openxmlformats.org/package/2006/relationships"><Relationship Id="rId2" Type="http://schemas.openxmlformats.org/officeDocument/2006/relationships/theme" Target="../theme/theme85.xml"/><Relationship Id="rId1" Type="http://schemas.openxmlformats.org/officeDocument/2006/relationships/slideLayout" Target="../slideLayouts/slideLayout86.xml"/></Relationships>
</file>

<file path=ppt/slideMasters/_rels/slideMaster86.xml.rels><?xml version="1.0" encoding="UTF-8" standalone="yes"?>
<Relationships xmlns="http://schemas.openxmlformats.org/package/2006/relationships"><Relationship Id="rId2" Type="http://schemas.openxmlformats.org/officeDocument/2006/relationships/theme" Target="../theme/theme86.xml"/><Relationship Id="rId1" Type="http://schemas.openxmlformats.org/officeDocument/2006/relationships/slideLayout" Target="../slideLayouts/slideLayout87.xml"/></Relationships>
</file>

<file path=ppt/slideMasters/_rels/slideMaster87.xml.rels><?xml version="1.0" encoding="UTF-8" standalone="yes"?>
<Relationships xmlns="http://schemas.openxmlformats.org/package/2006/relationships"><Relationship Id="rId2" Type="http://schemas.openxmlformats.org/officeDocument/2006/relationships/theme" Target="../theme/theme87.xml"/><Relationship Id="rId1" Type="http://schemas.openxmlformats.org/officeDocument/2006/relationships/slideLayout" Target="../slideLayouts/slideLayout88.xml"/></Relationships>
</file>

<file path=ppt/slideMasters/_rels/slideMaster8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8.xml"/><Relationship Id="rId1" Type="http://schemas.openxmlformats.org/officeDocument/2006/relationships/slideLayout" Target="../slideLayouts/slideLayout89.xml"/></Relationships>
</file>

<file path=ppt/slideMasters/_rels/slideMaster89.xml.rels><?xml version="1.0" encoding="UTF-8" standalone="yes"?>
<Relationships xmlns="http://schemas.openxmlformats.org/package/2006/relationships"><Relationship Id="rId2" Type="http://schemas.openxmlformats.org/officeDocument/2006/relationships/theme" Target="../theme/theme89.xml"/><Relationship Id="rId1" Type="http://schemas.openxmlformats.org/officeDocument/2006/relationships/slideLayout" Target="../slideLayouts/slideLayout90.xml"/></Relationships>
</file>

<file path=ppt/slideMasters/_rels/slideMaster90.xml.rels><?xml version="1.0" encoding="UTF-8" standalone="yes"?>
<Relationships xmlns="http://schemas.openxmlformats.org/package/2006/relationships"><Relationship Id="rId2" Type="http://schemas.openxmlformats.org/officeDocument/2006/relationships/theme" Target="../theme/theme90.xml"/><Relationship Id="rId1" Type="http://schemas.openxmlformats.org/officeDocument/2006/relationships/slideLayout" Target="../slideLayouts/slideLayout91.xml"/></Relationships>
</file>

<file path=ppt/slideMasters/_rels/slideMaster91.xml.rels><?xml version="1.0" encoding="UTF-8" standalone="yes"?>
<Relationships xmlns="http://schemas.openxmlformats.org/package/2006/relationships"><Relationship Id="rId2" Type="http://schemas.openxmlformats.org/officeDocument/2006/relationships/theme" Target="../theme/theme91.xml"/><Relationship Id="rId1" Type="http://schemas.openxmlformats.org/officeDocument/2006/relationships/slideLayout" Target="../slideLayouts/slideLayout92.xml"/></Relationships>
</file>

<file path=ppt/slideMasters/_rels/slideMaster92.xml.rels><?xml version="1.0" encoding="UTF-8" standalone="yes"?>
<Relationships xmlns="http://schemas.openxmlformats.org/package/2006/relationships"><Relationship Id="rId2" Type="http://schemas.openxmlformats.org/officeDocument/2006/relationships/theme" Target="../theme/theme92.xml"/><Relationship Id="rId1" Type="http://schemas.openxmlformats.org/officeDocument/2006/relationships/slideLayout" Target="../slideLayouts/slideLayout93.xml"/></Relationships>
</file>

<file path=ppt/slideMasters/_rels/slideMaster93.xml.rels><?xml version="1.0" encoding="UTF-8" standalone="yes"?>
<Relationships xmlns="http://schemas.openxmlformats.org/package/2006/relationships"><Relationship Id="rId2" Type="http://schemas.openxmlformats.org/officeDocument/2006/relationships/theme" Target="../theme/theme93.xml"/><Relationship Id="rId1" Type="http://schemas.openxmlformats.org/officeDocument/2006/relationships/slideLayout" Target="../slideLayouts/slideLayout94.xml"/></Relationships>
</file>

<file path=ppt/slideMasters/_rels/slideMaster94.xml.rels><?xml version="1.0" encoding="UTF-8" standalone="yes"?>
<Relationships xmlns="http://schemas.openxmlformats.org/package/2006/relationships"><Relationship Id="rId2" Type="http://schemas.openxmlformats.org/officeDocument/2006/relationships/theme" Target="../theme/theme94.xml"/><Relationship Id="rId1" Type="http://schemas.openxmlformats.org/officeDocument/2006/relationships/slideLayout" Target="../slideLayouts/slideLayout95.xml"/></Relationships>
</file>

<file path=ppt/slideMasters/_rels/slideMaster95.xml.rels><?xml version="1.0" encoding="UTF-8" standalone="yes"?>
<Relationships xmlns="http://schemas.openxmlformats.org/package/2006/relationships"><Relationship Id="rId2" Type="http://schemas.openxmlformats.org/officeDocument/2006/relationships/theme" Target="../theme/theme95.xml"/><Relationship Id="rId1" Type="http://schemas.openxmlformats.org/officeDocument/2006/relationships/slideLayout" Target="../slideLayouts/slideLayout96.xml"/></Relationships>
</file>

<file path=ppt/slideMasters/_rels/slideMaster96.xml.rels><?xml version="1.0" encoding="UTF-8" standalone="yes"?>
<Relationships xmlns="http://schemas.openxmlformats.org/package/2006/relationships"><Relationship Id="rId2" Type="http://schemas.openxmlformats.org/officeDocument/2006/relationships/theme" Target="../theme/theme96.xml"/><Relationship Id="rId1" Type="http://schemas.openxmlformats.org/officeDocument/2006/relationships/slideLayout" Target="../slideLayouts/slideLayout97.xml"/></Relationships>
</file>

<file path=ppt/slideMasters/_rels/slideMaster97.xml.rels><?xml version="1.0" encoding="UTF-8" standalone="yes"?>
<Relationships xmlns="http://schemas.openxmlformats.org/package/2006/relationships"><Relationship Id="rId2" Type="http://schemas.openxmlformats.org/officeDocument/2006/relationships/theme" Target="../theme/theme97.xml"/><Relationship Id="rId1" Type="http://schemas.openxmlformats.org/officeDocument/2006/relationships/slideLayout" Target="../slideLayouts/slideLayout98.xml"/></Relationships>
</file>

<file path=ppt/slideMasters/_rels/slideMaster98.xml.rels><?xml version="1.0" encoding="UTF-8" standalone="yes"?>
<Relationships xmlns="http://schemas.openxmlformats.org/package/2006/relationships"><Relationship Id="rId2" Type="http://schemas.openxmlformats.org/officeDocument/2006/relationships/theme" Target="../theme/theme98.xml"/><Relationship Id="rId1" Type="http://schemas.openxmlformats.org/officeDocument/2006/relationships/slideLayout" Target="../slideLayouts/slideLayout99.xml"/></Relationships>
</file>

<file path=ppt/slideMasters/_rels/slideMaster9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9.xml"/><Relationship Id="rId1" Type="http://schemas.openxmlformats.org/officeDocument/2006/relationships/slideLayout" Target="../slideLayouts/slideLayout100.xml"/></Relationships>
</file>

<file path=ppt/slideMasters/_rels/slideMaster10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0.xml"/><Relationship Id="rId1" Type="http://schemas.openxmlformats.org/officeDocument/2006/relationships/slideLayout" Target="../slideLayouts/slideLayout101.xml"/></Relationships>
</file>

<file path=ppt/slideMasters/_rels/slideMaster10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1.xml"/><Relationship Id="rId1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445" y="302259"/>
            <a:ext cx="9620016" cy="1209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445" y="1737995"/>
            <a:ext cx="9620016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4228" y="7027545"/>
            <a:ext cx="3420449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445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6013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445" y="302259"/>
            <a:ext cx="9620016" cy="1209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445" y="1737995"/>
            <a:ext cx="9620016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4228" y="7027545"/>
            <a:ext cx="3420449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445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6013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445" y="302259"/>
            <a:ext cx="9620016" cy="1209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445" y="1737995"/>
            <a:ext cx="9620016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4228" y="7027545"/>
            <a:ext cx="3420449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445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6013" y="7027545"/>
            <a:ext cx="245844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23215">
        <a:defRPr>
          <a:latin typeface="+mn-lt"/>
          <a:ea typeface="+mn-ea"/>
          <a:cs typeface="+mn-cs"/>
        </a:defRPr>
      </a:lvl2pPr>
      <a:lvl3pPr marL="646430">
        <a:defRPr>
          <a:latin typeface="+mn-lt"/>
          <a:ea typeface="+mn-ea"/>
          <a:cs typeface="+mn-cs"/>
        </a:defRPr>
      </a:lvl3pPr>
      <a:lvl4pPr marL="969010">
        <a:defRPr>
          <a:latin typeface="+mn-lt"/>
          <a:ea typeface="+mn-ea"/>
          <a:cs typeface="+mn-cs"/>
        </a:defRPr>
      </a:lvl4pPr>
      <a:lvl5pPr marL="1292225">
        <a:defRPr>
          <a:latin typeface="+mn-lt"/>
          <a:ea typeface="+mn-ea"/>
          <a:cs typeface="+mn-cs"/>
        </a:defRPr>
      </a:lvl5pPr>
      <a:lvl6pPr marL="1615440">
        <a:defRPr>
          <a:latin typeface="+mn-lt"/>
          <a:ea typeface="+mn-ea"/>
          <a:cs typeface="+mn-cs"/>
        </a:defRPr>
      </a:lvl6pPr>
      <a:lvl7pPr marL="1938655">
        <a:defRPr>
          <a:latin typeface="+mn-lt"/>
          <a:ea typeface="+mn-ea"/>
          <a:cs typeface="+mn-cs"/>
        </a:defRPr>
      </a:lvl7pPr>
      <a:lvl8pPr marL="2261870">
        <a:defRPr>
          <a:latin typeface="+mn-lt"/>
          <a:ea typeface="+mn-ea"/>
          <a:cs typeface="+mn-cs"/>
        </a:defRPr>
      </a:lvl8pPr>
      <a:lvl9pPr marL="2584450">
        <a:defRPr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1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0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image" Target="../media/image2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2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28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2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29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30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31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32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33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2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image" Target="../media/image3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image" Target="../media/image2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image" Target="../media/image2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35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34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36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0.xml"/><Relationship Id="rId1" Type="http://schemas.openxmlformats.org/officeDocument/2006/relationships/image" Target="../media/image37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1.xml"/><Relationship Id="rId1" Type="http://schemas.openxmlformats.org/officeDocument/2006/relationships/image" Target="../media/image38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2.xml"/><Relationship Id="rId1" Type="http://schemas.openxmlformats.org/officeDocument/2006/relationships/image" Target="../media/image39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40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5.xml"/><Relationship Id="rId1" Type="http://schemas.openxmlformats.org/officeDocument/2006/relationships/image" Target="../media/image2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6.xml"/><Relationship Id="rId1" Type="http://schemas.openxmlformats.org/officeDocument/2006/relationships/image" Target="../media/image41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image" Target="../media/image42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8.xml"/><Relationship Id="rId1" Type="http://schemas.openxmlformats.org/officeDocument/2006/relationships/image" Target="../media/image2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9.xml"/><Relationship Id="rId1" Type="http://schemas.openxmlformats.org/officeDocument/2006/relationships/image" Target="../media/image43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44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1.xml"/><Relationship Id="rId1" Type="http://schemas.openxmlformats.org/officeDocument/2006/relationships/image" Target="../media/image45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2.xml"/><Relationship Id="rId1" Type="http://schemas.openxmlformats.org/officeDocument/2006/relationships/image" Target="../media/image2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3.xml"/><Relationship Id="rId1" Type="http://schemas.openxmlformats.org/officeDocument/2006/relationships/image" Target="../media/image2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2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image" Target="../media/image2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6.xml"/><Relationship Id="rId1" Type="http://schemas.openxmlformats.org/officeDocument/2006/relationships/image" Target="../media/image46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7.xml"/><Relationship Id="rId1" Type="http://schemas.openxmlformats.org/officeDocument/2006/relationships/image" Target="../media/image47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8.xml"/><Relationship Id="rId1" Type="http://schemas.openxmlformats.org/officeDocument/2006/relationships/image" Target="../media/image48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image" Target="../media/image49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50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1.xml"/><Relationship Id="rId1" Type="http://schemas.openxmlformats.org/officeDocument/2006/relationships/image" Target="../media/image51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2.xml"/><Relationship Id="rId1" Type="http://schemas.openxmlformats.org/officeDocument/2006/relationships/image" Target="../media/image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4.xml"/><Relationship Id="rId1" Type="http://schemas.openxmlformats.org/officeDocument/2006/relationships/image" Target="../media/image2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5.xml"/><Relationship Id="rId1" Type="http://schemas.openxmlformats.org/officeDocument/2006/relationships/image" Target="../media/image2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7.xml"/><Relationship Id="rId1" Type="http://schemas.openxmlformats.org/officeDocument/2006/relationships/image" Target="../media/image2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8.xml"/><Relationship Id="rId1" Type="http://schemas.openxmlformats.org/officeDocument/2006/relationships/image" Target="../media/image2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9.xml"/><Relationship Id="rId1" Type="http://schemas.openxmlformats.org/officeDocument/2006/relationships/image" Target="../media/image2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0.xml"/><Relationship Id="rId1" Type="http://schemas.openxmlformats.org/officeDocument/2006/relationships/image" Target="../media/image2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2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820545" y="2776855"/>
            <a:ext cx="7949565" cy="143383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VI, ch 19~23</a:t>
            </a:r>
            <a:endParaRPr lang="en-US" altLang="zh-CN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Decompositions &amp; Design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6250" y="4403090"/>
            <a:ext cx="7467600" cy="28536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82204" y="75391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58268" y="2554114"/>
            <a:ext cx="8542049" cy="1279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 smtClean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300</a:t>
            </a:r>
            <a:r>
              <a:rPr sz="2050" spc="1552" dirty="0" smtClean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19.</a:t>
            </a:r>
            <a:r>
              <a:rPr sz="2050" spc="38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Requirements-Level</a:t>
            </a:r>
            <a:r>
              <a:rPr sz="2050" spc="9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Decomposition</a:t>
            </a:r>
            <a:r>
              <a:rPr sz="2050" spc="9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sz="2050" spc="11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323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20.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Postmodern</a:t>
            </a:r>
            <a:r>
              <a:rPr sz="2050" spc="1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Structured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Analysis</a:t>
            </a:r>
            <a:r>
              <a:rPr sz="2050" spc="16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(PSA)</a:t>
            </a:r>
            <a:endParaRPr sz="2050" spc="1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332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 err="1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Statemate</a:t>
            </a:r>
            <a:endParaRPr sz="205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8268" y="4066282"/>
            <a:ext cx="7725167" cy="119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351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22.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The</a:t>
            </a:r>
            <a:r>
              <a:rPr sz="2050" spc="1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 err="1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Uniﬁed</a:t>
            </a:r>
            <a:r>
              <a:rPr sz="2050" spc="16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sz="2050" spc="1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Language</a:t>
            </a:r>
            <a:r>
              <a:rPr sz="2050" spc="1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(UML)</a:t>
            </a:r>
            <a:endParaRPr sz="2050" spc="12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381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23.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Not</a:t>
            </a:r>
            <a:r>
              <a:rPr sz="2050" spc="18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8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Yet</a:t>
            </a:r>
            <a:r>
              <a:rPr sz="2050" spc="21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Another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Method</a:t>
            </a:r>
            <a:endParaRPr sz="2050" spc="24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653" y="7228486"/>
            <a:ext cx="38074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FUIBT+CMR7" panose="02000500000000000000"/>
                <a:cs typeface="BFUIBT+CMR7" panose="02000500000000000000"/>
              </a:rPr>
              <a:t>3</a:t>
            </a:r>
            <a:endParaRPr sz="1450">
              <a:solidFill>
                <a:srgbClr val="000000"/>
              </a:solidFill>
              <a:latin typeface="BFUIBT+CMR7" panose="02000500000000000000"/>
              <a:cs typeface="BFUIBT+CMR7" panose="02000500000000000000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1458268" y="1473994"/>
            <a:ext cx="2969571" cy="949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80"/>
              </a:lnSpc>
              <a:spcBef>
                <a:spcPct val="0"/>
              </a:spcBef>
              <a:spcAft>
                <a:spcPct val="0"/>
              </a:spcAft>
            </a:pPr>
            <a:r>
              <a:rPr sz="3000" spc="-12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sz="3000" spc="37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sz="3000" spc="37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5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sz="3000" spc="-15" dirty="0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93621" y="1530905"/>
            <a:ext cx="8587430" cy="1224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UHRVTS+CMBX12~c" panose="02000500000000000000"/>
                <a:cs typeface="UHRVTS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HRVTS+CMBX12~c" panose="02000500000000000000"/>
                <a:cs typeface="UHRVTS+CMBX12~c" panose="02000500000000000000"/>
              </a:rPr>
              <a:t>19.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UHRVTS+CMBX12~c" panose="02000500000000000000"/>
                <a:cs typeface="UHRVTS+CMBX12~c" panose="02000500000000000000"/>
              </a:rPr>
              <a:t>Requirements-Level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HRVTS+CMBX12~c" panose="02000500000000000000"/>
                <a:cs typeface="UHRVTS+CMBX12~c" panose="02000500000000000000"/>
              </a:rPr>
              <a:t>Decomposition</a:t>
            </a:r>
            <a:endParaRPr sz="2500">
              <a:solidFill>
                <a:srgbClr val="000000"/>
              </a:solidFill>
              <a:latin typeface="UHRVTS+CMBX12~c" panose="02000500000000000000"/>
              <a:cs typeface="UHRVTS+CMBX12~c" panose="02000500000000000000"/>
            </a:endParaRPr>
          </a:p>
          <a:p>
            <a:pPr marL="2922905" marR="0">
              <a:lnSpc>
                <a:spcPts val="2480"/>
              </a:lnSpc>
              <a:spcBef>
                <a:spcPts val="925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UHRVTS+CMBX12~c" panose="02000500000000000000"/>
                <a:cs typeface="UHRVTS+CMBX12~c" panose="02000500000000000000"/>
              </a:rPr>
              <a:t>Guidelines</a:t>
            </a:r>
            <a:endParaRPr sz="2500" spc="-10">
              <a:solidFill>
                <a:srgbClr val="000000"/>
              </a:solidFill>
              <a:latin typeface="UHRVTS+CMBX12~c" panose="02000500000000000000"/>
              <a:cs typeface="UHRVT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463773"/>
            <a:ext cx="381607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SETNV+CMR10" panose="02000500000000000000"/>
                <a:cs typeface="DSETNV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SETNV+CMR10" panose="02000500000000000000"/>
                <a:cs typeface="DSETN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SETNV+CMR10" panose="02000500000000000000"/>
                <a:cs typeface="DSETNV+CMR10" panose="02000500000000000000"/>
              </a:rPr>
              <a:t>design,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SETNV+CMR10" panose="02000500000000000000"/>
                <a:cs typeface="DSETNV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DSETNV+CMR10" panose="02000500000000000000"/>
                <a:cs typeface="DSETNV+CMR10" panose="02000500000000000000"/>
              </a:rPr>
              <a:t>modeling.</a:t>
            </a:r>
            <a:endParaRPr sz="2050" spc="17">
              <a:solidFill>
                <a:srgbClr val="000000"/>
              </a:solidFill>
              <a:latin typeface="DSETNV+CMR10" panose="02000500000000000000"/>
              <a:cs typeface="DSETN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4856" y="2960242"/>
            <a:ext cx="2552998" cy="74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41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Composite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8999" y="3257254"/>
            <a:ext cx="193014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9002" y="3405760"/>
            <a:ext cx="1066467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8882" y="4102595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2318" y="4102596"/>
            <a:ext cx="2032662" cy="89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80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SuD</a:t>
            </a:r>
            <a:r>
              <a:rPr sz="1800" b="1" spc="2108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 </a:t>
            </a: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2174" y="4102595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0116" y="4251100"/>
            <a:ext cx="1181034" cy="89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3418" y="4251100"/>
            <a:ext cx="1181034" cy="89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10534" y="4696619"/>
            <a:ext cx="193014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8535" y="5244948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944" y="5244948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1363" y="5530536"/>
            <a:ext cx="3673287" cy="906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Subsystem 1</a:t>
            </a:r>
            <a:r>
              <a:rPr sz="1800" b="1" spc="1056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 </a:t>
            </a: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160718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413" y="5530536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24486" y="5530536"/>
            <a:ext cx="3680516" cy="906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 dirty="0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Subsystem n</a:t>
            </a:r>
            <a:r>
              <a:rPr sz="1800" b="1" spc="1007" dirty="0">
                <a:solidFill>
                  <a:srgbClr val="000000"/>
                </a:solidFill>
                <a:latin typeface="CEUALJ+Helvetica-Bold" panose="020B0704020202020204"/>
                <a:cs typeface="CEUALJ+Helvetica-Bold" panose="020B0704020202020204"/>
              </a:rPr>
              <a:t> </a:t>
            </a:r>
            <a:r>
              <a:rPr sz="1800" dirty="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Behavior</a:t>
            </a:r>
            <a:endParaRPr sz="1800" dirty="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  <a:p>
            <a:pPr marL="16135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 dirty="0">
                <a:solidFill>
                  <a:srgbClr val="000000"/>
                </a:solidFill>
                <a:latin typeface="FMQWCK+Helvetica" panose="020B0604020202020204"/>
                <a:cs typeface="FMQWCK+Helvetica" panose="020B0604020202020204"/>
              </a:rPr>
              <a:t>Communication</a:t>
            </a:r>
            <a:endParaRPr sz="1800" dirty="0">
              <a:solidFill>
                <a:srgbClr val="000000"/>
              </a:solidFill>
              <a:latin typeface="FMQWCK+Helvetica" panose="020B0604020202020204"/>
              <a:cs typeface="FMQWCK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WGQKW+CMR7" panose="02000500000000000000"/>
                <a:cs typeface="QWGQKW+CMR7" panose="02000500000000000000"/>
              </a:rPr>
              <a:t>301</a:t>
            </a:r>
            <a:endParaRPr sz="1450">
              <a:solidFill>
                <a:srgbClr val="000000"/>
              </a:solidFill>
              <a:latin typeface="QWGQKW+CMR7" panose="02000500000000000000"/>
              <a:cs typeface="QWGQKW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08629"/>
            <a:ext cx="638238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TLMKIU+CMBX12~c" panose="02000500000000000000"/>
                <a:cs typeface="TLMKIU+CMBX12~c" panose="02000500000000000000"/>
              </a:rPr>
              <a:t>Architecture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TLMKIU+CMBX12~c" panose="02000500000000000000"/>
                <a:cs typeface="TLMKIU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TLMKIU+CMBX12~c" panose="02000500000000000000"/>
                <a:cs typeface="TLMKIU+CMBX12~c" panose="02000500000000000000"/>
              </a:rPr>
              <a:t>architectural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TLMKIU+CMBX12~c" panose="02000500000000000000"/>
                <a:cs typeface="TLMKIU+CMBX12~c" panose="02000500000000000000"/>
              </a:rPr>
              <a:t>style</a:t>
            </a:r>
            <a:endParaRPr sz="2500" spc="-25">
              <a:solidFill>
                <a:srgbClr val="000000"/>
              </a:solidFill>
              <a:latin typeface="TLMKIU+CMBX12~c" panose="02000500000000000000"/>
              <a:cs typeface="TLMKI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172" y="2192501"/>
            <a:ext cx="8038894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LQTB+CMBX10" panose="02000500000000000000"/>
                <a:cs typeface="KLLQTB+CMBX10" panose="02000500000000000000"/>
              </a:rPr>
              <a:t>Architecture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=</a:t>
            </a:r>
            <a:r>
              <a:rPr sz="2050" spc="4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</a:t>
            </a:r>
            <a:r>
              <a:rPr sz="2050" spc="4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structure</a:t>
            </a:r>
            <a:r>
              <a:rPr sz="2050" spc="4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of</a:t>
            </a:r>
            <a:r>
              <a:rPr sz="2050" spc="4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elements</a:t>
            </a:r>
            <a:r>
              <a:rPr sz="2050" spc="4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and</a:t>
            </a:r>
            <a:r>
              <a:rPr sz="2050" spc="4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their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proper-</a:t>
            </a:r>
            <a:endParaRPr sz="2050" spc="18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ties,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interactions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between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elements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realize</a:t>
            </a:r>
            <a:endParaRPr sz="2050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system-level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698213"/>
            <a:ext cx="865567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VIDMA+CMSY10~25" panose="02000500000000000000"/>
                <a:cs typeface="WVID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architectures:</a:t>
            </a:r>
            <a:r>
              <a:rPr sz="2050" spc="3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e.g.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requirements-level,</a:t>
            </a:r>
            <a:endParaRPr sz="2050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6" y="4070071"/>
            <a:ext cx="640972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implementation-level,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execution-level,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code-level.</a:t>
            </a:r>
            <a:endParaRPr sz="2050" spc="10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91" y="4588233"/>
            <a:ext cx="811144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VIDMA+CMSY10~25" panose="02000500000000000000"/>
                <a:cs typeface="WVID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Elements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architecture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synergy.</a:t>
            </a:r>
            <a:r>
              <a:rPr sz="2050" spc="4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must</a:t>
            </a:r>
            <a:endParaRPr sz="2050" spc="-11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16" y="4960089"/>
            <a:ext cx="479780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jointly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5" y="5478251"/>
            <a:ext cx="728221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VIDMA+CMSY10~25" panose="02000500000000000000"/>
                <a:cs typeface="WVID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LLQTB+CMBX10" panose="02000500000000000000"/>
                <a:cs typeface="KLLQTB+CMBX10" panose="02000500000000000000"/>
              </a:rPr>
              <a:t>architectural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LLQTB+CMBX10" panose="02000500000000000000"/>
                <a:cs typeface="KLLQTB+CMBX10" panose="02000500000000000000"/>
              </a:rPr>
              <a:t>style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constraints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an</a:t>
            </a:r>
            <a:endParaRPr sz="2050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5" y="5850109"/>
            <a:ext cx="183328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EBFFW+CMR10" panose="02000500000000000000"/>
                <a:cs typeface="OEBFFW+CMR10" panose="02000500000000000000"/>
              </a:rPr>
              <a:t>architecture.</a:t>
            </a:r>
            <a:endParaRPr sz="2050">
              <a:solidFill>
                <a:srgbClr val="000000"/>
              </a:solidFill>
              <a:latin typeface="OEBFFW+CMR10" panose="02000500000000000000"/>
              <a:cs typeface="OEBFFW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CQIVU+CMR7" panose="02000500000000000000"/>
                <a:cs typeface="OCQIVU+CMR7" panose="02000500000000000000"/>
              </a:rPr>
              <a:t>302</a:t>
            </a:r>
            <a:endParaRPr sz="1450">
              <a:solidFill>
                <a:srgbClr val="000000"/>
              </a:solidFill>
              <a:latin typeface="OCQIVU+CMR7" panose="02000500000000000000"/>
              <a:cs typeface="OCQIVU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95041"/>
            <a:ext cx="881968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Basic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style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choice:</a:t>
            </a:r>
            <a:r>
              <a:rPr sz="2500" spc="6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Decomposition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versus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MCFJVI+CMBX12~c" panose="02000500000000000000"/>
                <a:cs typeface="MCFJVI+CMBX12~c" panose="02000500000000000000"/>
              </a:rPr>
              <a:t>layering</a:t>
            </a:r>
            <a:endParaRPr sz="2500" spc="-29">
              <a:solidFill>
                <a:srgbClr val="000000"/>
              </a:solidFill>
              <a:latin typeface="MCFJVI+CMBX12~c" panose="02000500000000000000"/>
              <a:cs typeface="MCFJV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2590" y="1808720"/>
            <a:ext cx="499930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S1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1517" y="1808720"/>
            <a:ext cx="499930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S2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0398" y="1864026"/>
            <a:ext cx="441297" cy="112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marR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S1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  <a:p>
            <a:pPr marL="0" marR="0">
              <a:lnSpc>
                <a:spcPts val="1400"/>
              </a:lnSpc>
              <a:spcBef>
                <a:spcPts val="41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C1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8274" y="1864026"/>
            <a:ext cx="441297" cy="112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marR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S2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  <a:p>
            <a:pPr marL="0" marR="0">
              <a:lnSpc>
                <a:spcPts val="1400"/>
              </a:lnSpc>
              <a:spcBef>
                <a:spcPts val="41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C2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2343" y="1952330"/>
            <a:ext cx="1094795" cy="945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Higher layer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  <a:p>
            <a:pPr marL="17780" marR="0">
              <a:lnSpc>
                <a:spcPts val="1400"/>
              </a:lnSpc>
              <a:spcBef>
                <a:spcPts val="277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UTPFKC+Helvetica" panose="020B0604020202020204"/>
                <a:cs typeface="UTPFKC+Helvetica" panose="020B0604020202020204"/>
              </a:rPr>
              <a:t>Lower layer</a:t>
            </a:r>
            <a:endParaRPr sz="1250">
              <a:solidFill>
                <a:srgbClr val="000000"/>
              </a:solidFill>
              <a:latin typeface="UTPFKC+Helvetica" panose="020B0604020202020204"/>
              <a:cs typeface="UTPFK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2734" y="2215148"/>
            <a:ext cx="510020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C1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3984" y="2215148"/>
            <a:ext cx="510020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C2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1455" y="2215148"/>
            <a:ext cx="550653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C1’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2706" y="2215148"/>
            <a:ext cx="550653" cy="48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ULMNC+Helvetica" panose="020B0604020202020204"/>
                <a:cs typeface="GULMNC+Helvetica" panose="020B0604020202020204"/>
              </a:rPr>
              <a:t>C2’</a:t>
            </a:r>
            <a:endParaRPr sz="1450">
              <a:solidFill>
                <a:srgbClr val="000000"/>
              </a:solidFill>
              <a:latin typeface="GULMNC+Helvetica" panose="020B0604020202020204"/>
              <a:cs typeface="GULMNC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1553" y="3039845"/>
            <a:ext cx="3776613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5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</a:t>
            </a:r>
            <a:r>
              <a:rPr sz="2050" spc="4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deliver</a:t>
            </a:r>
            <a:r>
              <a:rPr sz="2050" spc="4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services</a:t>
            </a:r>
            <a:r>
              <a:rPr sz="2050" spc="4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to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S1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4601" y="3501617"/>
            <a:ext cx="377661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5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</a:t>
            </a:r>
            <a:r>
              <a:rPr sz="2050" spc="4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deliver</a:t>
            </a:r>
            <a:r>
              <a:rPr sz="2050" spc="4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services</a:t>
            </a:r>
            <a:r>
              <a:rPr sz="2050" spc="4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to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S1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S2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1543" y="3873475"/>
            <a:ext cx="3776149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C1’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C2’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deliver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services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to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S2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4591" y="4335249"/>
            <a:ext cx="3774975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8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</a:t>
            </a:r>
            <a:r>
              <a:rPr sz="2050" spc="7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are</a:t>
            </a:r>
            <a:r>
              <a:rPr sz="2050" spc="7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not</a:t>
            </a:r>
            <a:r>
              <a:rPr sz="2050" spc="7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encapsu-</a:t>
            </a:r>
            <a:endParaRPr sz="2050">
              <a:solidFill>
                <a:srgbClr val="000000"/>
              </a:solidFill>
              <a:latin typeface="IOGCEF+CMTI10" panose="02000500000000000000"/>
              <a:cs typeface="IOGCEF+CMTI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lated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S1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S2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1548" y="4707105"/>
            <a:ext cx="3560880" cy="1358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S1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encapsulates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S2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OGCEF+CMTI10" panose="02000500000000000000"/>
                <a:cs typeface="IOGCEF+CMTI10" panose="02000500000000000000"/>
              </a:rPr>
              <a:t>encapsulates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C1’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WOBH+CMSS10" panose="02000500000000000000"/>
                <a:cs typeface="NMWOBH+CMSS10" panose="02000500000000000000"/>
              </a:rPr>
              <a:t>C2’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45" y="5793718"/>
            <a:ext cx="8161264" cy="14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Layering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mixed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various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levels.</a:t>
            </a:r>
            <a:endParaRPr sz="205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LIHEB+CMSY10~25" panose="02000500000000000000"/>
                <a:cs typeface="KLIH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Layering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strict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QDEBCT+CMR10" panose="02000500000000000000"/>
                <a:cs typeface="QDEBCT+CMR10" panose="02000500000000000000"/>
              </a:rPr>
              <a:t>loose.</a:t>
            </a:r>
            <a:endParaRPr sz="2050" spc="20">
              <a:solidFill>
                <a:srgbClr val="000000"/>
              </a:solidFill>
              <a:latin typeface="QDEBCT+CMR10" panose="02000500000000000000"/>
              <a:cs typeface="QDEBCT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GPOLR+CMR7" panose="02000500000000000000"/>
                <a:cs typeface="IGPOLR+CMR7" panose="02000500000000000000"/>
              </a:rPr>
              <a:t>303</a:t>
            </a:r>
            <a:endParaRPr sz="1450">
              <a:solidFill>
                <a:srgbClr val="000000"/>
              </a:solidFill>
              <a:latin typeface="IGPOLR+CMR7" panose="02000500000000000000"/>
              <a:cs typeface="IGPOLR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85541"/>
            <a:ext cx="51831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GFGIIW+CMBX12~c" panose="02000500000000000000"/>
                <a:cs typeface="GFGIIW+CMBX12~c" panose="02000500000000000000"/>
              </a:rPr>
              <a:t>Examples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FGIIW+CMBX12~c" panose="02000500000000000000"/>
                <a:cs typeface="GFGIIW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2">
                <a:solidFill>
                  <a:srgbClr val="000000"/>
                </a:solidFill>
                <a:latin typeface="GFGIIW+CMBX12~c" panose="02000500000000000000"/>
                <a:cs typeface="GFGIIW+CMBX12~c" panose="02000500000000000000"/>
              </a:rPr>
              <a:t>layered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GFGIIW+CMBX12~c" panose="02000500000000000000"/>
                <a:cs typeface="GFGIIW+CMBX12~c" panose="02000500000000000000"/>
              </a:rPr>
              <a:t>contexts</a:t>
            </a:r>
            <a:endParaRPr sz="2500" spc="-23">
              <a:solidFill>
                <a:srgbClr val="000000"/>
              </a:solidFill>
              <a:latin typeface="GFGIIW+CMBX12~c" panose="02000500000000000000"/>
              <a:cs typeface="GFGII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5637" y="2562985"/>
            <a:ext cx="1776483" cy="89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Application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  <a:p>
            <a:pPr marL="0" marR="0">
              <a:lnSpc>
                <a:spcPts val="1635"/>
              </a:lnSpc>
              <a:spcBef>
                <a:spcPts val="167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Presentation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5576" y="3268664"/>
            <a:ext cx="1598255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Presentation</a:t>
            </a:r>
            <a:r>
              <a:rPr sz="1300" spc="346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102" y="3390358"/>
            <a:ext cx="1393553" cy="484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Session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6658" y="3628666"/>
            <a:ext cx="1436091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Application</a:t>
            </a:r>
            <a:r>
              <a:rPr sz="1300" spc="-10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9898" y="3804045"/>
            <a:ext cx="1527960" cy="484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Transport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9838" y="3857414"/>
            <a:ext cx="2126377" cy="1266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 marR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SODWFP+Helvetica" panose="020B0604020202020204"/>
                <a:cs typeface="SODWFP+Helvetica" panose="020B0604020202020204"/>
              </a:rPr>
              <a:t>User interface layer</a:t>
            </a:r>
            <a:endParaRPr sz="1400">
              <a:solidFill>
                <a:srgbClr val="000000"/>
              </a:solidFill>
              <a:latin typeface="SODWFP+Helvetica" panose="020B0604020202020204"/>
              <a:cs typeface="SODWFP+Helvetica" panose="020B0604020202020204"/>
            </a:endParaRPr>
          </a:p>
          <a:p>
            <a:pPr marL="0" marR="0">
              <a:lnSpc>
                <a:spcPts val="1580"/>
              </a:lnSpc>
              <a:spcBef>
                <a:spcPts val="151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SODWFP+Helvetica" panose="020B0604020202020204"/>
                <a:cs typeface="SODWFP+Helvetica" panose="020B0604020202020204"/>
              </a:rPr>
              <a:t>Business process layer</a:t>
            </a:r>
            <a:endParaRPr sz="1400">
              <a:solidFill>
                <a:srgbClr val="000000"/>
              </a:solidFill>
              <a:latin typeface="SODWFP+Helvetica" panose="020B0604020202020204"/>
              <a:cs typeface="SODWFP+Helvetica" panose="020B0604020202020204"/>
            </a:endParaRPr>
          </a:p>
          <a:p>
            <a:pPr marL="264795" marR="0">
              <a:lnSpc>
                <a:spcPts val="1580"/>
              </a:lnSpc>
              <a:spcBef>
                <a:spcPts val="156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SODWFP+Helvetica" panose="020B0604020202020204"/>
                <a:cs typeface="SODWFP+Helvetica" panose="020B0604020202020204"/>
              </a:rPr>
              <a:t>Application layer</a:t>
            </a:r>
            <a:endParaRPr sz="1400">
              <a:solidFill>
                <a:srgbClr val="000000"/>
              </a:solidFill>
              <a:latin typeface="SODWFP+Helvetica" panose="020B0604020202020204"/>
              <a:cs typeface="SODWFP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8756" y="3988669"/>
            <a:ext cx="1471894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3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Middleware</a:t>
            </a:r>
            <a:r>
              <a:rPr sz="1300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6864" y="4217731"/>
            <a:ext cx="1414031" cy="484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Network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5798" y="4348662"/>
            <a:ext cx="1237802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3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Network</a:t>
            </a:r>
            <a:r>
              <a:rPr sz="1300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6107" y="4631417"/>
            <a:ext cx="1455545" cy="484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Data link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8111" y="4708674"/>
            <a:ext cx="1915365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2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Operating</a:t>
            </a:r>
            <a:r>
              <a:rPr sz="1300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system</a:t>
            </a:r>
            <a:r>
              <a:rPr sz="1300" spc="-16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1651" y="5045104"/>
            <a:ext cx="1424456" cy="484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UEEB+Helvetica" panose="020B0604020202020204"/>
                <a:cs typeface="MKUEEB+Helvetica" panose="020B0604020202020204"/>
              </a:rPr>
              <a:t>Physical layer</a:t>
            </a:r>
            <a:endParaRPr sz="1450">
              <a:solidFill>
                <a:srgbClr val="000000"/>
              </a:solidFill>
              <a:latin typeface="MKUEEB+Helvetica" panose="020B0604020202020204"/>
              <a:cs typeface="MKUEEB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1265" y="5068676"/>
            <a:ext cx="1246874" cy="428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</a:pPr>
            <a:r>
              <a:rPr sz="1300" spc="-12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Physical</a:t>
            </a:r>
            <a:r>
              <a:rPr sz="1300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 </a:t>
            </a:r>
            <a:r>
              <a:rPr sz="1300" spc="-11">
                <a:solidFill>
                  <a:srgbClr val="000000"/>
                </a:solidFill>
                <a:latin typeface="AECWID+Helvetica" panose="020B0604020202020204"/>
                <a:cs typeface="AECWID+Helvetica" panose="020B0604020202020204"/>
              </a:rPr>
              <a:t>layer</a:t>
            </a:r>
            <a:endParaRPr sz="1300" spc="-11">
              <a:solidFill>
                <a:srgbClr val="000000"/>
              </a:solidFill>
              <a:latin typeface="AECWID+Helvetica" panose="020B0604020202020204"/>
              <a:cs typeface="AECWID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59599" y="5056405"/>
            <a:ext cx="1476183" cy="467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SODWFP+Helvetica" panose="020B0604020202020204"/>
                <a:cs typeface="SODWFP+Helvetica" panose="020B0604020202020204"/>
              </a:rPr>
              <a:t>Database layer</a:t>
            </a:r>
            <a:endParaRPr sz="1400">
              <a:solidFill>
                <a:srgbClr val="000000"/>
              </a:solidFill>
              <a:latin typeface="SODWFP+Helvetica" panose="020B0604020202020204"/>
              <a:cs typeface="SODWFP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6892" y="5828800"/>
            <a:ext cx="59479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CQHFPH+CMSS8" panose="02000500000000000000"/>
                <a:cs typeface="CQHFPH+CMSS8" panose="02000500000000000000"/>
              </a:rPr>
              <a:t>(a)</a:t>
            </a:r>
            <a:endParaRPr sz="1650">
              <a:solidFill>
                <a:srgbClr val="000000"/>
              </a:solidFill>
              <a:latin typeface="CQHFPH+CMSS8" panose="02000500000000000000"/>
              <a:cs typeface="CQHFPH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42661" y="5828800"/>
            <a:ext cx="6034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CQHFPH+CMSS8" panose="02000500000000000000"/>
                <a:cs typeface="CQHFPH+CMSS8" panose="02000500000000000000"/>
              </a:rPr>
              <a:t>(b)</a:t>
            </a:r>
            <a:endParaRPr sz="1650">
              <a:solidFill>
                <a:srgbClr val="000000"/>
              </a:solidFill>
              <a:latin typeface="CQHFPH+CMSS8" panose="02000500000000000000"/>
              <a:cs typeface="CQHFPH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72146" y="5828800"/>
            <a:ext cx="58681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CQHFPH+CMSS8" panose="02000500000000000000"/>
                <a:cs typeface="CQHFPH+CMSS8" panose="02000500000000000000"/>
              </a:rPr>
              <a:t>(c)</a:t>
            </a:r>
            <a:endParaRPr sz="1650">
              <a:solidFill>
                <a:srgbClr val="000000"/>
              </a:solidFill>
              <a:latin typeface="CQHFPH+CMSS8" panose="02000500000000000000"/>
              <a:cs typeface="CQHFPH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WOHMR+CMR7" panose="02000500000000000000"/>
                <a:cs typeface="BWOHMR+CMR7" panose="02000500000000000000"/>
              </a:rPr>
              <a:t>304</a:t>
            </a:r>
            <a:endParaRPr sz="1450">
              <a:solidFill>
                <a:srgbClr val="000000"/>
              </a:solidFill>
              <a:latin typeface="BWOHMR+CMR7" panose="02000500000000000000"/>
              <a:cs typeface="BWOHMR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88917"/>
            <a:ext cx="443001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4">
                <a:solidFill>
                  <a:srgbClr val="000000"/>
                </a:solidFill>
                <a:latin typeface="TTIPEM+CMBX12~c" panose="02000500000000000000"/>
                <a:cs typeface="TTIPEM+CMBX12~c" panose="02000500000000000000"/>
              </a:rPr>
              <a:t>Layered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TTIPEM+CMBX12~c" panose="02000500000000000000"/>
                <a:cs typeface="TTIPEM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TIPEM+CMBX12~c" panose="02000500000000000000"/>
                <a:cs typeface="TTIPEM+CMBX12~c" panose="02000500000000000000"/>
              </a:rPr>
              <a:t>diagram</a:t>
            </a:r>
            <a:endParaRPr sz="2500" spc="-10">
              <a:solidFill>
                <a:srgbClr val="000000"/>
              </a:solidFill>
              <a:latin typeface="TTIPEM+CMBX12~c" panose="02000500000000000000"/>
              <a:cs typeface="TTIPE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6146" y="3266740"/>
            <a:ext cx="73897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User</a:t>
            </a:r>
            <a:endParaRPr sz="1600" spc="11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4071" y="3266740"/>
            <a:ext cx="73897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User</a:t>
            </a:r>
            <a:endParaRPr sz="1600" spc="11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9552" y="4180708"/>
            <a:ext cx="1116318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Operator</a:t>
            </a:r>
            <a:endParaRPr sz="1600" spc="10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3215" y="4180708"/>
            <a:ext cx="70483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SuD</a:t>
            </a:r>
            <a:endParaRPr sz="1600" spc="12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9753" y="4180708"/>
            <a:ext cx="1447548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Peer</a:t>
            </a:r>
            <a:r>
              <a:rPr sz="1600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 system</a:t>
            </a:r>
            <a:endParaRPr sz="1600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4315" y="4980415"/>
            <a:ext cx="2536562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OWMCC+Helvetica" panose="020B0604020202020204"/>
                <a:cs typeface="TOWMCC+Helvetica" panose="020B0604020202020204"/>
              </a:rPr>
              <a:t>Implementation platform</a:t>
            </a:r>
            <a:endParaRPr sz="1600">
              <a:solidFill>
                <a:srgbClr val="000000"/>
              </a:solidFill>
              <a:latin typeface="TOWMCC+Helvetica" panose="020B0604020202020204"/>
              <a:cs typeface="TOWMC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RGCOH+CMR7" panose="02000500000000000000"/>
                <a:cs typeface="SRGCOH+CMR7" panose="02000500000000000000"/>
              </a:rPr>
              <a:t>305</a:t>
            </a:r>
            <a:endParaRPr sz="1450">
              <a:solidFill>
                <a:srgbClr val="000000"/>
              </a:solidFill>
              <a:latin typeface="SRGCOH+CMR7" panose="02000500000000000000"/>
              <a:cs typeface="SRGCOH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50105"/>
            <a:ext cx="3941191" cy="125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UTVKTK+CMBX12~c" panose="02000500000000000000"/>
                <a:cs typeface="UTVKTK+CMBX12~c" panose="02000500000000000000"/>
              </a:rPr>
              <a:t>Structuring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TVKTK+CMBX12~c" panose="02000500000000000000"/>
                <a:cs typeface="UTVKTK+CMBX12~c" panose="02000500000000000000"/>
              </a:rPr>
              <a:t>guidelines</a:t>
            </a:r>
            <a:endParaRPr sz="2500">
              <a:solidFill>
                <a:srgbClr val="000000"/>
              </a:solidFill>
              <a:latin typeface="UTVKTK+CMBX12~c" panose="02000500000000000000"/>
              <a:cs typeface="UTVKTK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FKMEM+CMSY10~25" panose="02000500000000000000"/>
                <a:cs typeface="OFKME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FKMEM+CMSY10~25" panose="02000500000000000000"/>
              <a:cs typeface="OFKMEM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250157"/>
            <a:ext cx="83153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Choose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context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reﬂects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problem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structure.</a:t>
            </a:r>
            <a:endParaRPr sz="2050">
              <a:solidFill>
                <a:srgbClr val="000000"/>
              </a:solidFill>
              <a:latin typeface="ABINME+CMR10" panose="02000500000000000000"/>
              <a:cs typeface="ABINM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7" y="3633299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FKMEM+CMSY10~25" panose="02000500000000000000"/>
                <a:cs typeface="OFKME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FKMEM+CMSY10~25" panose="02000500000000000000"/>
              <a:cs typeface="OFKMEM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8" y="3768319"/>
            <a:ext cx="673807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Choose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localizes</a:t>
            </a:r>
            <a:r>
              <a:rPr sz="20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changes.</a:t>
            </a:r>
            <a:endParaRPr sz="2050">
              <a:solidFill>
                <a:srgbClr val="000000"/>
              </a:solidFill>
              <a:latin typeface="ABINME+CMR10" panose="02000500000000000000"/>
              <a:cs typeface="ABINME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874" y="4213327"/>
            <a:ext cx="4469968" cy="1341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FKMEM+CMSY10~25" panose="02000500000000000000"/>
                <a:cs typeface="OFKME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Keep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related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data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together</a:t>
            </a:r>
            <a:endParaRPr sz="2050" spc="10">
              <a:solidFill>
                <a:srgbClr val="000000"/>
              </a:solidFill>
              <a:latin typeface="ABINME+CMR10" panose="02000500000000000000"/>
              <a:cs typeface="ABINME+CMR10" panose="02000500000000000000"/>
            </a:endParaRPr>
          </a:p>
          <a:p>
            <a:pPr marL="0" marR="0">
              <a:lnSpc>
                <a:spcPts val="350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FKMEM+CMSY10~25" panose="02000500000000000000"/>
                <a:cs typeface="OFKME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Keep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related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functions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INME+CMR10" panose="02000500000000000000"/>
                <a:cs typeface="ABINME+CMR10" panose="02000500000000000000"/>
              </a:rPr>
              <a:t>together</a:t>
            </a:r>
            <a:endParaRPr sz="2050" spc="10">
              <a:solidFill>
                <a:srgbClr val="000000"/>
              </a:solidFill>
              <a:latin typeface="ABINME+CMR10" panose="02000500000000000000"/>
              <a:cs typeface="ABINM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FCFAO+CMR7" panose="02000500000000000000"/>
                <a:cs typeface="CFCFAO+CMR7" panose="02000500000000000000"/>
              </a:rPr>
              <a:t>306</a:t>
            </a:r>
            <a:endParaRPr sz="1450">
              <a:solidFill>
                <a:srgbClr val="000000"/>
              </a:solidFill>
              <a:latin typeface="CFCFAO+CMR7" panose="02000500000000000000"/>
              <a:cs typeface="CFCFAO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61613"/>
            <a:ext cx="414002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WGTJJL+CMBX12~c" panose="02000500000000000000"/>
                <a:cs typeface="WGTJJL+CMBX12~c" panose="02000500000000000000"/>
              </a:rPr>
              <a:t>Architectural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WGTJJL+CMBX12~c" panose="02000500000000000000"/>
                <a:cs typeface="WGTJJL+CMBX12~c" panose="02000500000000000000"/>
              </a:rPr>
              <a:t>styles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WGTJJL+CMBX12~c" panose="02000500000000000000"/>
                <a:cs typeface="WGTJJL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WGTJJL+CMBX12~c" panose="02000500000000000000"/>
              <a:cs typeface="WGTJJ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334173"/>
            <a:ext cx="2453556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KBHIU+CMBX10" panose="02000500000000000000"/>
                <a:cs typeface="AKBHIU+CMBX10" panose="02000500000000000000"/>
              </a:rPr>
              <a:t>Data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7">
                <a:solidFill>
                  <a:srgbClr val="000000"/>
                </a:solidFill>
                <a:latin typeface="AKBHIU+CMBX10" panose="02000500000000000000"/>
                <a:cs typeface="AKBHIU+CMBX10" panose="02000500000000000000"/>
              </a:rPr>
              <a:t>ﬂow</a:t>
            </a:r>
            <a:r>
              <a:rPr sz="205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BHIU+CMBX10" panose="02000500000000000000"/>
                <a:cs typeface="AKBHIU+CMBX10" panose="02000500000000000000"/>
              </a:rPr>
              <a:t>style:</a:t>
            </a:r>
            <a:endParaRPr sz="2050">
              <a:solidFill>
                <a:srgbClr val="000000"/>
              </a:solidFill>
              <a:latin typeface="AKBHIU+CMBX10" panose="02000500000000000000"/>
              <a:cs typeface="AKBHIU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803369"/>
            <a:ext cx="738126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PKVLU+CMSY10~25" panose="02000500000000000000"/>
                <a:cs typeface="EPKVL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Pure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ﬂow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style: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ﬂows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network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of</a:t>
            </a:r>
            <a:endParaRPr sz="2050">
              <a:solidFill>
                <a:srgbClr val="000000"/>
              </a:solidFill>
              <a:latin typeface="GGQQEI+CMR10" panose="02000500000000000000"/>
              <a:cs typeface="GGQQEI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4175227"/>
            <a:ext cx="67012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transformations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(that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persistent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memory).</a:t>
            </a:r>
            <a:endParaRPr sz="2050">
              <a:solidFill>
                <a:srgbClr val="000000"/>
              </a:solidFill>
              <a:latin typeface="GGQQEI+CMR10" panose="02000500000000000000"/>
              <a:cs typeface="GGQQEI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58" y="4693390"/>
            <a:ext cx="7454931" cy="122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PKVLU+CMSY10~25" panose="02000500000000000000"/>
                <a:cs typeface="EPKVL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Many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variants:</a:t>
            </a:r>
            <a:r>
              <a:rPr sz="2050" spc="4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E.g.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batch,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pipe-and-ﬁlter.</a:t>
            </a:r>
            <a:endParaRPr sz="2050" spc="13">
              <a:solidFill>
                <a:srgbClr val="000000"/>
              </a:solidFill>
              <a:latin typeface="GGQQEI+CMR10" panose="02000500000000000000"/>
              <a:cs typeface="GGQQEI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applicable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reactive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systems,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because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need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a</a:t>
            </a:r>
            <a:endParaRPr sz="2050">
              <a:solidFill>
                <a:srgbClr val="000000"/>
              </a:solidFill>
              <a:latin typeface="GGQQEI+CMR10" panose="02000500000000000000"/>
              <a:cs typeface="GGQQEI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2" y="5583407"/>
            <a:ext cx="529150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(persistent)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their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GQQEI+CMR10" panose="02000500000000000000"/>
                <a:cs typeface="GGQQEI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GGQQEI+CMR10" panose="02000500000000000000"/>
              <a:cs typeface="GGQQEI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SWHPH+CMR7" panose="02000500000000000000"/>
                <a:cs typeface="KSWHPH+CMR7" panose="02000500000000000000"/>
              </a:rPr>
              <a:t>307</a:t>
            </a:r>
            <a:endParaRPr sz="1450">
              <a:solidFill>
                <a:srgbClr val="000000"/>
              </a:solidFill>
              <a:latin typeface="KSWHPH+CMR7" panose="02000500000000000000"/>
              <a:cs typeface="KSWHPH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78733"/>
            <a:ext cx="414002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OBRMPQ+CMBX12~c" panose="02000500000000000000"/>
                <a:cs typeface="OBRMPQ+CMBX12~c" panose="02000500000000000000"/>
              </a:rPr>
              <a:t>Architectural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OBRMPQ+CMBX12~c" panose="02000500000000000000"/>
                <a:cs typeface="OBRMPQ+CMBX12~c" panose="02000500000000000000"/>
              </a:rPr>
              <a:t>styles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OBRMPQ+CMBX12~c" panose="02000500000000000000"/>
                <a:cs typeface="OBRMPQ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OBRMPQ+CMBX12~c" panose="02000500000000000000"/>
              <a:cs typeface="OBRMP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151293"/>
            <a:ext cx="3092318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93">
                <a:solidFill>
                  <a:srgbClr val="000000"/>
                </a:solidFill>
                <a:latin typeface="IWRPMD+CMBX10" panose="02000500000000000000"/>
                <a:cs typeface="IWRPMD+CMBX10" panose="02000500000000000000"/>
              </a:rPr>
              <a:t>Vo</a:t>
            </a:r>
            <a:r>
              <a:rPr sz="2050" spc="-5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RPMD+CMBX10" panose="02000500000000000000"/>
                <a:cs typeface="IWRPMD+CMBX10" panose="02000500000000000000"/>
              </a:rPr>
              <a:t>n</a:t>
            </a:r>
            <a:r>
              <a:rPr sz="205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WRPMD+CMBX10" panose="02000500000000000000"/>
                <a:cs typeface="IWRPMD+CMBX10" panose="02000500000000000000"/>
              </a:rPr>
              <a:t>Neumann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WRPMD+CMBX10" panose="02000500000000000000"/>
                <a:cs typeface="IWRPMD+CMBX10" panose="02000500000000000000"/>
              </a:rPr>
              <a:t>style:</a:t>
            </a:r>
            <a:endParaRPr sz="2050">
              <a:solidFill>
                <a:srgbClr val="000000"/>
              </a:solidFill>
              <a:latin typeface="IWRPMD+CMBX10" panose="02000500000000000000"/>
              <a:cs typeface="IWRPMD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3640" y="3833594"/>
            <a:ext cx="1171421" cy="50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UJFKQM+Helvetica" panose="020B0604020202020204"/>
                <a:cs typeface="UJFKQM+Helvetica" panose="020B0604020202020204"/>
              </a:rPr>
              <a:t>Data store</a:t>
            </a:r>
            <a:endParaRPr sz="1500">
              <a:solidFill>
                <a:srgbClr val="000000"/>
              </a:solidFill>
              <a:latin typeface="UJFKQM+Helvetica" panose="020B0604020202020204"/>
              <a:cs typeface="UJFKQM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0" y="4484598"/>
            <a:ext cx="796269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PDHPH+CMSY10~25" panose="02000500000000000000"/>
                <a:cs typeface="IPDHP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classical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information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style:</a:t>
            </a:r>
            <a:endParaRPr sz="2050">
              <a:solidFill>
                <a:srgbClr val="000000"/>
              </a:solidFill>
              <a:latin typeface="ONPGJB+CMR10" panose="02000500000000000000"/>
              <a:cs typeface="ONPGJ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6" y="4856455"/>
            <a:ext cx="489165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Databases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application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programs.</a:t>
            </a:r>
            <a:endParaRPr sz="2050">
              <a:solidFill>
                <a:srgbClr val="000000"/>
              </a:solidFill>
              <a:latin typeface="ONPGJB+CMR10" panose="02000500000000000000"/>
              <a:cs typeface="ONPGJ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75" y="5374617"/>
            <a:ext cx="80473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PDHPH+CMSY10~25" panose="02000500000000000000"/>
                <a:cs typeface="IPDHP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Variant:</a:t>
            </a:r>
            <a:r>
              <a:rPr sz="2050" spc="4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OFDUIQ+CMTI10" panose="02000500000000000000"/>
                <a:cs typeface="OFDUIQ+CMTI10" panose="02000500000000000000"/>
              </a:rPr>
              <a:t>Blackboard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FDUIQ+CMTI10" panose="02000500000000000000"/>
                <a:cs typeface="OFDUIQ+CMTI10" panose="02000500000000000000"/>
              </a:rPr>
              <a:t>style:</a:t>
            </a:r>
            <a:r>
              <a:rPr sz="2050" spc="4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Intelligence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store(s).</a:t>
            </a:r>
            <a:endParaRPr sz="2050">
              <a:solidFill>
                <a:srgbClr val="000000"/>
              </a:solidFill>
              <a:latin typeface="ONPGJB+CMR10" panose="02000500000000000000"/>
              <a:cs typeface="ONPGJ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5" y="5746475"/>
            <a:ext cx="66723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announce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been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ONPGJB+CMR10" panose="02000500000000000000"/>
                <a:cs typeface="ONPGJB+CMR10" panose="02000500000000000000"/>
              </a:rPr>
              <a:t>updated.</a:t>
            </a:r>
            <a:endParaRPr sz="2050" spc="20">
              <a:solidFill>
                <a:srgbClr val="000000"/>
              </a:solidFill>
              <a:latin typeface="ONPGJB+CMR10" panose="02000500000000000000"/>
              <a:cs typeface="ONPGJB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SHPEG+CMR7" panose="02000500000000000000"/>
                <a:cs typeface="WSHPEG+CMR7" panose="02000500000000000000"/>
              </a:rPr>
              <a:t>308</a:t>
            </a:r>
            <a:endParaRPr sz="1450">
              <a:solidFill>
                <a:srgbClr val="000000"/>
              </a:solidFill>
              <a:latin typeface="WSHPEG+CMR7" panose="02000500000000000000"/>
              <a:cs typeface="WSHPEG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15409"/>
            <a:ext cx="4140026" cy="121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DOEQFL+CMBX12~c" panose="02000500000000000000"/>
                <a:cs typeface="DOEQFL+CMBX12~c" panose="02000500000000000000"/>
              </a:rPr>
              <a:t>Architectural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DOEQFL+CMBX12~c" panose="02000500000000000000"/>
                <a:cs typeface="DOEQFL+CMBX12~c" panose="02000500000000000000"/>
              </a:rPr>
              <a:t>styles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OEQFL+CMBX12~c" panose="02000500000000000000"/>
                <a:cs typeface="DOEQFL+CMBX12~c" panose="02000500000000000000"/>
              </a:rPr>
              <a:t>(3)</a:t>
            </a:r>
            <a:endParaRPr sz="2500" spc="-14">
              <a:solidFill>
                <a:srgbClr val="000000"/>
              </a:solidFill>
              <a:latin typeface="DOEQFL+CMBX12~c" panose="02000500000000000000"/>
              <a:cs typeface="DOEQFL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1345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MNSNOG+CMBX10" panose="02000500000000000000"/>
                <a:cs typeface="MNSNOG+CMBX10" panose="02000500000000000000"/>
              </a:rPr>
              <a:t>Object-oriented</a:t>
            </a:r>
            <a:r>
              <a:rPr sz="20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NSNOG+CMBX10" panose="02000500000000000000"/>
                <a:cs typeface="MNSNOG+CMBX10" panose="02000500000000000000"/>
              </a:rPr>
              <a:t>style.</a:t>
            </a:r>
            <a:endParaRPr sz="2050">
              <a:solidFill>
                <a:srgbClr val="000000"/>
              </a:solidFill>
              <a:latin typeface="MNSNOG+CMBX10" panose="02000500000000000000"/>
              <a:cs typeface="MNSNOG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3" y="3501618"/>
            <a:ext cx="509971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SLIU+CMSY10~25" panose="02000500000000000000"/>
                <a:cs typeface="NASLI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objects.</a:t>
            </a:r>
            <a:endParaRPr sz="2050" spc="27">
              <a:solidFill>
                <a:srgbClr val="000000"/>
              </a:solidFill>
              <a:latin typeface="SFVOLB+CMR10" panose="02000500000000000000"/>
              <a:cs typeface="SFVOLB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SLIU+CMSY10~25" panose="02000500000000000000"/>
                <a:cs typeface="NASLI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Usually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destination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addressing.</a:t>
            </a:r>
            <a:endParaRPr sz="2050">
              <a:solidFill>
                <a:srgbClr val="000000"/>
              </a:solidFill>
              <a:latin typeface="SFVOLB+CMR10" panose="02000500000000000000"/>
              <a:cs typeface="SFVOL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96" y="4537942"/>
            <a:ext cx="720896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SLIU+CMSY10~25" panose="02000500000000000000"/>
                <a:cs typeface="NASLI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Variant:</a:t>
            </a:r>
            <a:r>
              <a:rPr sz="2050" spc="4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ALCA+CMTI10" panose="02000500000000000000"/>
                <a:cs typeface="KEALCA+CMTI10" panose="02000500000000000000"/>
              </a:rPr>
              <a:t>publish-subscribe</a:t>
            </a:r>
            <a:r>
              <a:rPr sz="20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ALCA+CMTI10" panose="02000500000000000000"/>
                <a:cs typeface="KEALCA+CMTI10" panose="02000500000000000000"/>
              </a:rPr>
              <a:t>style:</a:t>
            </a:r>
            <a:r>
              <a:rPr sz="2050" spc="4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kind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dynamically</a:t>
            </a:r>
            <a:endParaRPr sz="2050">
              <a:solidFill>
                <a:srgbClr val="000000"/>
              </a:solidFill>
              <a:latin typeface="SFVOLB+CMR10" panose="02000500000000000000"/>
              <a:cs typeface="SFVOL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34" y="4909800"/>
            <a:ext cx="425252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conﬁgurable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channel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VOLB+CMR10" panose="02000500000000000000"/>
                <a:cs typeface="SFVOLB+CMR10" panose="02000500000000000000"/>
              </a:rPr>
              <a:t>addressing.</a:t>
            </a:r>
            <a:endParaRPr sz="2050">
              <a:solidFill>
                <a:srgbClr val="000000"/>
              </a:solidFill>
              <a:latin typeface="SFVOLB+CMR10" panose="02000500000000000000"/>
              <a:cs typeface="SFVOL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MTQWC+CMR7" panose="02000500000000000000"/>
                <a:cs typeface="DMTQWC+CMR7" panose="02000500000000000000"/>
              </a:rPr>
              <a:t>309</a:t>
            </a:r>
            <a:endParaRPr sz="1450">
              <a:solidFill>
                <a:srgbClr val="000000"/>
              </a:solidFill>
              <a:latin typeface="DMTQWC+CMR7" panose="02000500000000000000"/>
              <a:cs typeface="DMTQWC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5" y="1375457"/>
            <a:ext cx="8090867" cy="331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 dirty="0">
                <a:solidFill>
                  <a:srgbClr val="000000"/>
                </a:solidFill>
                <a:latin typeface="EGUJNK+CMBX12~c" panose="02000500000000000000"/>
                <a:cs typeface="EGUJNK+CMBX12~c" panose="02000500000000000000"/>
              </a:rPr>
              <a:t>Requirements-Level</a:t>
            </a:r>
            <a:r>
              <a:rPr sz="2500" spc="30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 dirty="0">
                <a:solidFill>
                  <a:srgbClr val="000000"/>
                </a:solidFill>
                <a:latin typeface="EGUJNK+CMBX12~c" panose="02000500000000000000"/>
                <a:cs typeface="EGUJNK+CMBX12~c" panose="02000500000000000000"/>
              </a:rPr>
              <a:t>Architecture</a:t>
            </a:r>
            <a:r>
              <a:rPr sz="2500" spc="31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 dirty="0" smtClean="0">
                <a:solidFill>
                  <a:srgbClr val="000000"/>
                </a:solidFill>
                <a:latin typeface="EGUJNK+CMBX12~c" panose="02000500000000000000"/>
                <a:cs typeface="EGUJNK+CMBX12~c" panose="02000500000000000000"/>
              </a:rPr>
              <a:t>Design</a:t>
            </a:r>
            <a:r>
              <a:rPr lang="en-US" sz="2500" spc="-10" dirty="0" smtClean="0">
                <a:solidFill>
                  <a:srgbClr val="000000"/>
                </a:solidFill>
                <a:latin typeface="EGUJNK+CMBX12~c" panose="02000500000000000000"/>
                <a:cs typeface="EGUJNK+CMBX12~c" panose="02000500000000000000"/>
              </a:rPr>
              <a:t>  </a:t>
            </a:r>
            <a:r>
              <a:rPr sz="2500" spc="-24" dirty="0" smtClean="0">
                <a:solidFill>
                  <a:srgbClr val="000000"/>
                </a:solidFill>
                <a:latin typeface="EGUJNK+CMBX12~c" panose="02000500000000000000"/>
                <a:cs typeface="EGUJNK+CMBX12~c" panose="02000500000000000000"/>
              </a:rPr>
              <a:t>Approach</a:t>
            </a:r>
            <a:endParaRPr sz="2500" spc="-24" dirty="0">
              <a:solidFill>
                <a:srgbClr val="000000"/>
              </a:solidFill>
              <a:latin typeface="EGUJNK+CMBX12~c" panose="02000500000000000000"/>
              <a:cs typeface="EGUJN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247366"/>
            <a:ext cx="856931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PINV+CMSY10~25" panose="02000500000000000000"/>
                <a:cs typeface="BWPIN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DWDV+CMBX10" panose="02000500000000000000"/>
                <a:cs typeface="SCDWDV+CMBX10" panose="02000500000000000000"/>
              </a:rPr>
              <a:t>Requirements-level</a:t>
            </a:r>
            <a:r>
              <a:rPr sz="2050" spc="2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SCDWDV+CMBX10" panose="02000500000000000000"/>
                <a:cs typeface="SCDWDV+CMBX10" panose="02000500000000000000"/>
              </a:rPr>
              <a:t>decomposition: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Deﬁned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terms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23" y="2619223"/>
            <a:ext cx="54595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requirements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models.</a:t>
            </a:r>
            <a:endParaRPr sz="2050" spc="19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3" y="3137386"/>
            <a:ext cx="849356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PINV+CMSY10~25" panose="02000500000000000000"/>
                <a:cs typeface="BWPIN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Also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called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“conceptual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architecture”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“logical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architecture”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20" y="3509241"/>
            <a:ext cx="375172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“essential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model”.</a:t>
            </a:r>
            <a:endParaRPr sz="2050" spc="19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91" y="4027403"/>
            <a:ext cx="8435192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PINV+CMSY10~25" panose="02000500000000000000"/>
                <a:cs typeface="BWPIN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Requirements-level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assumes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“perfect</a:t>
            </a:r>
            <a:endParaRPr sz="2050" spc="19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technology”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because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ignores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technology.</a:t>
            </a:r>
            <a:r>
              <a:rPr sz="2050" spc="4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restatement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requirements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terms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decomposition.</a:t>
            </a:r>
            <a:endParaRPr sz="2050" spc="14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97" y="5289281"/>
            <a:ext cx="7947698" cy="1454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WPINV+CMSY10~25" panose="02000500000000000000"/>
                <a:cs typeface="BWPIN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DWDV+CMBX10" panose="02000500000000000000"/>
                <a:cs typeface="SCDWDV+CMBX10" panose="02000500000000000000"/>
              </a:rPr>
              <a:t>Implementation</a:t>
            </a:r>
            <a:r>
              <a:rPr sz="205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SCDWDV+CMBX10" panose="02000500000000000000"/>
                <a:cs typeface="SCDWDV+CMBX10" panose="02000500000000000000"/>
              </a:rPr>
              <a:t>decomposition: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Mapping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of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requirements-level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implementation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TRDMA+CMR10" panose="02000500000000000000"/>
                <a:cs typeface="MTRDMA+CMR10" panose="02000500000000000000"/>
              </a:rPr>
              <a:t>platform.</a:t>
            </a:r>
            <a:endParaRPr sz="2050">
              <a:solidFill>
                <a:srgbClr val="000000"/>
              </a:solidFill>
              <a:latin typeface="MTRDMA+CMR10" panose="02000500000000000000"/>
              <a:cs typeface="MTRDM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RQUAC+CMR7" panose="02000500000000000000"/>
                <a:cs typeface="PRQUAC+CMR7" panose="02000500000000000000"/>
              </a:rPr>
              <a:t>310</a:t>
            </a:r>
            <a:endParaRPr sz="1450">
              <a:solidFill>
                <a:srgbClr val="000000"/>
              </a:solidFill>
              <a:latin typeface="PRQUAC+CMR7" panose="02000500000000000000"/>
              <a:cs typeface="PRQUAC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57753"/>
            <a:ext cx="477022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ETTOKI+CMBX12~c" panose="02000500000000000000"/>
                <a:cs typeface="ETTOKI+CMBX12~c" panose="02000500000000000000"/>
              </a:rPr>
              <a:t>Sources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TTOKI+CMBX12~c" panose="02000500000000000000"/>
                <a:cs typeface="ETTOKI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ETTOKI+CMBX12~c" panose="02000500000000000000"/>
                <a:cs typeface="ETTOKI+CMBX12~c" panose="02000500000000000000"/>
              </a:rPr>
              <a:t>design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ETTOKI+CMBX12~c" panose="02000500000000000000"/>
                <a:cs typeface="ETTOKI+CMBX12~c" panose="02000500000000000000"/>
              </a:rPr>
              <a:t>decisions</a:t>
            </a:r>
            <a:endParaRPr sz="2500" spc="-10">
              <a:solidFill>
                <a:srgbClr val="000000"/>
              </a:solidFill>
              <a:latin typeface="ETTOKI+CMBX12~c" panose="02000500000000000000"/>
              <a:cs typeface="ETTOK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8089" y="2312883"/>
            <a:ext cx="2977874" cy="849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BDLCK+Helvetica-Bold" panose="020B0704020202020204"/>
                <a:cs typeface="LBDLCK+Helvetica-Bold" panose="020B0704020202020204"/>
              </a:rPr>
              <a:t>Use environment model</a:t>
            </a:r>
            <a:endParaRPr sz="1800" b="1">
              <a:solidFill>
                <a:srgbClr val="000000"/>
              </a:solidFill>
              <a:latin typeface="LBDLCK+Helvetica-Bold" panose="020B0704020202020204"/>
              <a:cs typeface="LBDLCK+Helvetica-Bold" panose="020B0704020202020204"/>
            </a:endParaRPr>
          </a:p>
          <a:p>
            <a:pPr marL="60960" marR="0">
              <a:lnSpc>
                <a:spcPts val="198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Environment goals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648" y="2427098"/>
            <a:ext cx="3065437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BDLCK+Helvetica-Bold" panose="020B0704020202020204"/>
                <a:cs typeface="LBDLCK+Helvetica-Bold" panose="020B0704020202020204"/>
              </a:rPr>
              <a:t>Functional requirements</a:t>
            </a:r>
            <a:endParaRPr sz="1800" b="1">
              <a:solidFill>
                <a:srgbClr val="000000"/>
              </a:solidFill>
              <a:latin typeface="LBDLCK+Helvetica-Bold" panose="020B0704020202020204"/>
              <a:cs typeface="LBDLCK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4993" y="2861121"/>
            <a:ext cx="3328395" cy="119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Desired SuD functions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Desired SuD communication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Desired SuD</a:t>
            </a:r>
            <a:r>
              <a:rPr sz="1800" spc="5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9297" y="2861117"/>
            <a:ext cx="2934311" cy="14889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External communications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User behavior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Subject domain entities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Subject domain behavior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3317" y="4460134"/>
            <a:ext cx="2450310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BDLCK+Helvetica-Bold" panose="020B0704020202020204"/>
                <a:cs typeface="LBDLCK+Helvetica-Bold" panose="020B0704020202020204"/>
              </a:rPr>
              <a:t>Requirements-level</a:t>
            </a:r>
            <a:endParaRPr sz="1800" b="1">
              <a:solidFill>
                <a:srgbClr val="000000"/>
              </a:solidFill>
              <a:latin typeface="LBDLCK+Helvetica-Bold" panose="020B0704020202020204"/>
              <a:cs typeface="LBDLCK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938" y="4757095"/>
            <a:ext cx="1650579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LBDLCK+Helvetica-Bold" panose="020B0704020202020204"/>
                <a:cs typeface="LBDLCK+Helvetica-Bold" panose="020B0704020202020204"/>
              </a:rPr>
              <a:t>architecture</a:t>
            </a:r>
            <a:endParaRPr sz="1800" b="1">
              <a:solidFill>
                <a:srgbClr val="000000"/>
              </a:solidFill>
              <a:latin typeface="LBDLCK+Helvetica-Bold" panose="020B0704020202020204"/>
              <a:cs typeface="LBDLCK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6456" y="5179696"/>
            <a:ext cx="3328618" cy="119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Component functions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Component communications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OCDTI+Helvetica" panose="020B0604020202020204"/>
                <a:cs typeface="JOCDTI+Helvetica" panose="020B0604020202020204"/>
              </a:rPr>
              <a:t>Component behavior</a:t>
            </a:r>
            <a:endParaRPr sz="1800">
              <a:solidFill>
                <a:srgbClr val="000000"/>
              </a:solidFill>
              <a:latin typeface="JOCDTI+Helvetica" panose="020B0604020202020204"/>
              <a:cs typeface="JOCDTI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MCWKS+CMR7" panose="02000500000000000000"/>
                <a:cs typeface="CMCWKS+CMR7" panose="02000500000000000000"/>
              </a:rPr>
              <a:t>311</a:t>
            </a:r>
            <a:endParaRPr sz="1450">
              <a:solidFill>
                <a:srgbClr val="000000"/>
              </a:solidFill>
              <a:latin typeface="CMCWKS+CMR7" panose="02000500000000000000"/>
              <a:cs typeface="CMCWKS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95269"/>
            <a:ext cx="57661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ROCQTV+CMBX12~c" panose="02000500000000000000"/>
                <a:cs typeface="ROCQTV+CMBX12~c" panose="02000500000000000000"/>
              </a:rPr>
              <a:t>Classiﬁcation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ROCQTV+CMBX12~c" panose="02000500000000000000"/>
                <a:cs typeface="ROCQTV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ROCQTV+CMBX12~c" panose="02000500000000000000"/>
                <a:cs typeface="ROCQTV+CMBX12~c" panose="02000500000000000000"/>
              </a:rPr>
              <a:t>design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ROCQTV+CMBX12~c" panose="02000500000000000000"/>
                <a:cs typeface="ROCQTV+CMBX12~c" panose="02000500000000000000"/>
              </a:rPr>
              <a:t>decisions</a:t>
            </a:r>
            <a:endParaRPr sz="2500" spc="-10">
              <a:solidFill>
                <a:srgbClr val="000000"/>
              </a:solidFill>
              <a:latin typeface="ROCQTV+CMBX12~c" panose="02000500000000000000"/>
              <a:cs typeface="ROCQT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232125"/>
            <a:ext cx="893010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Design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decisions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requirements-level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made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in</a:t>
            </a:r>
            <a:endParaRPr sz="205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terms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of</a:t>
            </a:r>
            <a:endParaRPr sz="205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1" y="3122145"/>
            <a:ext cx="176693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TDHA+CMSY10~25" panose="02000500000000000000"/>
                <a:cs typeface="TFTD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Functions</a:t>
            </a:r>
            <a:endParaRPr sz="2050" spc="-1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0" y="3641830"/>
            <a:ext cx="354028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TDHA+CMSY10~25" panose="02000500000000000000"/>
                <a:cs typeface="TFTD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External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communication</a:t>
            </a:r>
            <a:endParaRPr sz="205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866" y="4086838"/>
            <a:ext cx="142296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–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Events</a:t>
            </a:r>
            <a:endParaRPr sz="2050" spc="-13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1864" y="4531847"/>
            <a:ext cx="15203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–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Devices</a:t>
            </a:r>
            <a:endParaRPr sz="2050" spc="13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1864" y="4976856"/>
            <a:ext cx="12752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–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Users</a:t>
            </a:r>
            <a:endParaRPr sz="205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77" y="5495018"/>
            <a:ext cx="3664475" cy="1414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TDHA+CMSY10~25" panose="02000500000000000000"/>
                <a:cs typeface="TFTD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External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behavior</a:t>
            </a:r>
            <a:endParaRPr sz="2050" spc="1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TDHA+CMSY10~25" panose="02000500000000000000"/>
                <a:cs typeface="TFTDH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Subject</a:t>
            </a:r>
            <a:r>
              <a:rPr sz="2050" spc="1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HUMJA+CMR10" panose="02000500000000000000"/>
                <a:cs typeface="IHUMJA+CMR10" panose="02000500000000000000"/>
              </a:rPr>
              <a:t>structure</a:t>
            </a:r>
            <a:endParaRPr sz="2050">
              <a:solidFill>
                <a:srgbClr val="000000"/>
              </a:solidFill>
              <a:latin typeface="IHUMJA+CMR10" panose="02000500000000000000"/>
              <a:cs typeface="IHUMJA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SULWC+CMR7" panose="02000500000000000000"/>
                <a:cs typeface="ASULWC+CMR7" panose="02000500000000000000"/>
              </a:rPr>
              <a:t>312</a:t>
            </a:r>
            <a:endParaRPr sz="1450">
              <a:solidFill>
                <a:srgbClr val="000000"/>
              </a:solidFill>
              <a:latin typeface="ASULWC+CMR7" panose="02000500000000000000"/>
              <a:cs typeface="ASULWC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823257"/>
            <a:ext cx="3120918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VQLTGE+CMBX12~c" panose="02000500000000000000"/>
                <a:cs typeface="VQLTGE+CMBX12~c" panose="02000500000000000000"/>
              </a:rPr>
              <a:t>Design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QLTGE+CMBX12~c" panose="02000500000000000000"/>
                <a:cs typeface="VQLTGE+CMBX12~c" panose="02000500000000000000"/>
              </a:rPr>
              <a:t>guidelines</a:t>
            </a:r>
            <a:endParaRPr sz="2500">
              <a:solidFill>
                <a:srgbClr val="000000"/>
              </a:solidFill>
              <a:latin typeface="VQLTGE+CMBX12~c" panose="02000500000000000000"/>
              <a:cs typeface="VQLTGE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VCASW+CMSY10~25" panose="02000500000000000000"/>
                <a:cs typeface="NVCAS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NVCASW+CMSY10~25" panose="02000500000000000000"/>
              <a:cs typeface="NVCASW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323310"/>
            <a:ext cx="790314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Using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TTRJT+CMBX10" panose="02000500000000000000"/>
                <a:cs typeface="QTTRJT+CMBX10" panose="02000500000000000000"/>
              </a:rPr>
              <a:t>functional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QTTRJT+CMBX10" panose="02000500000000000000"/>
                <a:cs typeface="QTTRJT+CMBX10" panose="02000500000000000000"/>
              </a:rPr>
              <a:t>decomposition,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function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is</a:t>
            </a:r>
            <a:endParaRPr sz="2050">
              <a:solidFill>
                <a:srgbClr val="000000"/>
              </a:solidFill>
              <a:latin typeface="LBPTLB+CMR10" panose="02000500000000000000"/>
              <a:cs typeface="LBPTL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7" y="3695167"/>
            <a:ext cx="46175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allocated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diﬀerent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LBPTLB+CMR10" panose="02000500000000000000"/>
              <a:cs typeface="LBPTL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166" y="4078309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VCASW+CMSY10~25" panose="02000500000000000000"/>
                <a:cs typeface="NVCAS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NVCASW+CMSY10~25" panose="02000500000000000000"/>
              <a:cs typeface="NVCASW+CMSY10~25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88" y="4213329"/>
            <a:ext cx="75614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Using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TTRJT+CMBX10" panose="02000500000000000000"/>
                <a:cs typeface="QTTRJT+CMBX10" panose="02000500000000000000"/>
              </a:rPr>
              <a:t>subject-oriented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QTTRJT+CMBX10" panose="02000500000000000000"/>
                <a:cs typeface="QTTRJT+CMBX10" panose="02000500000000000000"/>
              </a:rPr>
              <a:t>decomposition,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group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of</a:t>
            </a:r>
            <a:endParaRPr sz="2050">
              <a:solidFill>
                <a:srgbClr val="000000"/>
              </a:solidFill>
              <a:latin typeface="LBPTLB+CMR10" panose="02000500000000000000"/>
              <a:cs typeface="LBPTL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78" y="4585185"/>
            <a:ext cx="79705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1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corresponds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BPTLB+CMR10" panose="02000500000000000000"/>
                <a:cs typeface="LBPTLB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LBPTLB+CMR10" panose="02000500000000000000"/>
              <a:cs typeface="LBPTL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SQWFK+CMR7" panose="02000500000000000000"/>
                <a:cs typeface="ISQWFK+CMR7" panose="02000500000000000000"/>
              </a:rPr>
              <a:t>313</a:t>
            </a:r>
            <a:endParaRPr sz="1450">
              <a:solidFill>
                <a:srgbClr val="000000"/>
              </a:solidFill>
              <a:latin typeface="ISQWFK+CMR7" panose="02000500000000000000"/>
              <a:cs typeface="ISQWFK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9697"/>
            <a:ext cx="8354992" cy="1161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ETS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(1):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Pure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functional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architecture</a:t>
            </a:r>
            <a:endParaRPr sz="2500" spc="-18">
              <a:solidFill>
                <a:srgbClr val="000000"/>
              </a:solidFill>
              <a:latin typeface="PPTURE+CMBX12~c" panose="02000500000000000000"/>
              <a:cs typeface="PPTURE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3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—object-oriented</a:t>
            </a:r>
            <a:r>
              <a:rPr sz="250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PPTURE+CMBX12~c" panose="02000500000000000000"/>
                <a:cs typeface="PPTURE+CMBX12~c" panose="02000500000000000000"/>
              </a:rPr>
              <a:t>style</a:t>
            </a:r>
            <a:endParaRPr sz="2500" spc="-25">
              <a:solidFill>
                <a:srgbClr val="000000"/>
              </a:solidFill>
              <a:latin typeface="PPTURE+CMBX12~c" panose="02000500000000000000"/>
              <a:cs typeface="PPTUR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2038" y="2258023"/>
            <a:ext cx="787305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ETS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8479" y="2714995"/>
            <a:ext cx="1345920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Use ticket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4984" y="2714995"/>
            <a:ext cx="1511115" cy="1397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Show ticket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  <a:p>
            <a:pPr marL="95250" marR="0">
              <a:lnSpc>
                <a:spcPts val="2010"/>
              </a:lnSpc>
              <a:spcBef>
                <a:spcPts val="42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Sell ticket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277" y="3514701"/>
            <a:ext cx="1676311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Refund ticket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9353" y="3674632"/>
            <a:ext cx="1397086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Conductor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3835" y="3674632"/>
            <a:ext cx="1180871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Traveler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4156" y="4657129"/>
            <a:ext cx="1879510" cy="598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TUJAT+Helvetica" panose="020B0604020202020204"/>
                <a:cs typeface="FTUJAT+Helvetica" panose="020B0604020202020204"/>
              </a:rPr>
              <a:t>Clearing house</a:t>
            </a:r>
            <a:endParaRPr sz="1800">
              <a:solidFill>
                <a:srgbClr val="000000"/>
              </a:solidFill>
              <a:latin typeface="FTUJAT+Helvetica" panose="020B0604020202020204"/>
              <a:cs typeface="FTUJA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1" y="5379186"/>
            <a:ext cx="6857643" cy="193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MFURQ+CMSY10~25" panose="02000500000000000000"/>
                <a:cs typeface="PMFUR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encapsulated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functions!</a:t>
            </a:r>
            <a:endParaRPr sz="2050" spc="10">
              <a:solidFill>
                <a:srgbClr val="000000"/>
              </a:solidFill>
              <a:latin typeface="HKEHML+CMR10" panose="02000500000000000000"/>
              <a:cs typeface="HKEHM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MFURQ+CMSY10~25" panose="02000500000000000000"/>
                <a:cs typeface="PMFUR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Ineﬃcient.</a:t>
            </a:r>
            <a:endParaRPr sz="2050">
              <a:solidFill>
                <a:srgbClr val="000000"/>
              </a:solidFill>
              <a:latin typeface="HKEHML+CMR10" panose="02000500000000000000"/>
              <a:cs typeface="HKEHM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MFURQ+CMSY10~25" panose="02000500000000000000"/>
                <a:cs typeface="PMFUR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Does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adequately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problem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EHML+CMR10" panose="02000500000000000000"/>
                <a:cs typeface="HKEHML+CMR10" panose="02000500000000000000"/>
              </a:rPr>
              <a:t>structure.</a:t>
            </a:r>
            <a:endParaRPr sz="2050">
              <a:solidFill>
                <a:srgbClr val="000000"/>
              </a:solidFill>
              <a:latin typeface="HKEHML+CMR10" panose="02000500000000000000"/>
              <a:cs typeface="HKEHM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QIWFS+CMR7" panose="02000500000000000000"/>
                <a:cs typeface="MQIWFS+CMR7" panose="02000500000000000000"/>
              </a:rPr>
              <a:t>314</a:t>
            </a:r>
            <a:endParaRPr sz="1450">
              <a:solidFill>
                <a:srgbClr val="000000"/>
              </a:solidFill>
              <a:latin typeface="MQIWFS+CMR7" panose="02000500000000000000"/>
              <a:cs typeface="MQIWFS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5" y="1002077"/>
            <a:ext cx="7189822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ETS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(2):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Pure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subject-oriented</a:t>
            </a:r>
            <a:endParaRPr sz="2500">
              <a:solidFill>
                <a:srgbClr val="000000"/>
              </a:solidFill>
              <a:latin typeface="IRQDNU+CMBX12~c" panose="02000500000000000000"/>
              <a:cs typeface="IRQDNU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architecture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—object-oriented</a:t>
            </a:r>
            <a:r>
              <a:rPr sz="250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IRQDNU+CMBX12~c" panose="02000500000000000000"/>
                <a:cs typeface="IRQDNU+CMBX12~c" panose="02000500000000000000"/>
              </a:rPr>
              <a:t>style</a:t>
            </a:r>
            <a:endParaRPr sz="2500" spc="-25">
              <a:solidFill>
                <a:srgbClr val="000000"/>
              </a:solidFill>
              <a:latin typeface="IRQDNU+CMBX12~c" panose="02000500000000000000"/>
              <a:cs typeface="IRQDN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0742" y="2058871"/>
            <a:ext cx="787258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ETS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2203" y="2173107"/>
            <a:ext cx="2628248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Rail network surrogate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2946" y="2972725"/>
            <a:ext cx="1892141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Bank surrogate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3752" y="3772342"/>
            <a:ext cx="2196647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Ticket and stamps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3653" y="4503430"/>
            <a:ext cx="1396975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Conductor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9065" y="4503430"/>
            <a:ext cx="1180783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Traveler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2426" y="4800433"/>
            <a:ext cx="1879347" cy="59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WDPNW+Helvetica" panose="020B0604020202020204"/>
                <a:cs typeface="SWDPNW+Helvetica" panose="020B0604020202020204"/>
              </a:rPr>
              <a:t>Clearing house</a:t>
            </a:r>
            <a:endParaRPr sz="1800">
              <a:solidFill>
                <a:srgbClr val="000000"/>
              </a:solidFill>
              <a:latin typeface="SWDPNW+Helvetica" panose="020B0604020202020204"/>
              <a:cs typeface="SWDPNW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8" y="5479770"/>
            <a:ext cx="6857643" cy="1850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UQHKV+CMSY10~25" panose="02000500000000000000"/>
                <a:cs typeface="JUQHK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functions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encapsulated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data!</a:t>
            </a:r>
            <a:endParaRPr sz="2050">
              <a:solidFill>
                <a:srgbClr val="000000"/>
              </a:solidFill>
              <a:latin typeface="BWNTEN+CMR10" panose="02000500000000000000"/>
              <a:cs typeface="BWNTE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2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UQHKV+CMSY10~25" panose="02000500000000000000"/>
                <a:cs typeface="JUQHK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Ineﬃcient.</a:t>
            </a:r>
            <a:endParaRPr sz="2050">
              <a:solidFill>
                <a:srgbClr val="000000"/>
              </a:solidFill>
              <a:latin typeface="BWNTEN+CMR10" panose="02000500000000000000"/>
              <a:cs typeface="BWNTE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7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UQHKV+CMSY10~25" panose="02000500000000000000"/>
                <a:cs typeface="JUQHK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Does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adequately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problem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WNTEN+CMR10" panose="02000500000000000000"/>
                <a:cs typeface="BWNTEN+CMR10" panose="02000500000000000000"/>
              </a:rPr>
              <a:t>structure.</a:t>
            </a:r>
            <a:endParaRPr sz="2050">
              <a:solidFill>
                <a:srgbClr val="000000"/>
              </a:solidFill>
              <a:latin typeface="BWNTEN+CMR10" panose="02000500000000000000"/>
              <a:cs typeface="BWNTEN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JGKJC+CMR7" panose="02000500000000000000"/>
                <a:cs typeface="HJGKJC+CMR7" panose="02000500000000000000"/>
              </a:rPr>
              <a:t>315</a:t>
            </a:r>
            <a:endParaRPr sz="1450">
              <a:solidFill>
                <a:srgbClr val="000000"/>
              </a:solidFill>
              <a:latin typeface="HJGKJC+CMR7" panose="02000500000000000000"/>
              <a:cs typeface="HJGKJC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7967171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ETS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(3):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Mixed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architecture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71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—Von</a:t>
            </a:r>
            <a:endParaRPr sz="2500" spc="-71">
              <a:solidFill>
                <a:srgbClr val="000000"/>
              </a:solidFill>
              <a:latin typeface="GLBDNL+CMBX12~c" panose="02000500000000000000"/>
              <a:cs typeface="GLBDNL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Neumann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GLBDNL+CMBX12~c" panose="02000500000000000000"/>
                <a:cs typeface="GLBDNL+CMBX12~c" panose="02000500000000000000"/>
              </a:rPr>
              <a:t>style</a:t>
            </a:r>
            <a:endParaRPr sz="2500" spc="-25">
              <a:solidFill>
                <a:srgbClr val="000000"/>
              </a:solidFill>
              <a:latin typeface="GLBDNL+CMBX12~c" panose="02000500000000000000"/>
              <a:cs typeface="GLBDN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6326" y="2057560"/>
            <a:ext cx="3525471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ETS</a:t>
            </a:r>
            <a:r>
              <a:rPr sz="1800" spc="2344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Rail network database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8621" y="2057560"/>
            <a:ext cx="1866933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Bank database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0024" y="2720069"/>
            <a:ext cx="1396922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Conductor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889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interface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1051" y="2720069"/>
            <a:ext cx="876102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Use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2683" y="2720069"/>
            <a:ext cx="914363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Show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9467" y="2720069"/>
            <a:ext cx="1219113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Traveler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interface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5089" y="3588190"/>
            <a:ext cx="1396922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Conductor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09368" y="3588190"/>
            <a:ext cx="1180741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Traveler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4029" y="3633872"/>
            <a:ext cx="1079566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Refund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1016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8967" y="3633872"/>
            <a:ext cx="1511007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Tickets and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7113" y="3633872"/>
            <a:ext cx="876102" cy="89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Sell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4852" y="3930859"/>
            <a:ext cx="1079232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stamps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1966" y="4661912"/>
            <a:ext cx="1193680" cy="89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Clearing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  <a:p>
            <a:pPr marL="1143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NDKMB+Helvetica" panose="020B0604020202020204"/>
                <a:cs typeface="UNDKMB+Helvetica" panose="020B0604020202020204"/>
              </a:rPr>
              <a:t>house</a:t>
            </a:r>
            <a:endParaRPr sz="1800">
              <a:solidFill>
                <a:srgbClr val="000000"/>
              </a:solidFill>
              <a:latin typeface="UNDKMB+Helvetica" panose="020B0604020202020204"/>
              <a:cs typeface="UNDKMB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4268" y="5522441"/>
            <a:ext cx="195395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Criteria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used:</a:t>
            </a:r>
            <a:endParaRPr sz="2050" spc="12">
              <a:solidFill>
                <a:srgbClr val="000000"/>
              </a:solidFill>
              <a:latin typeface="GWSGKJ+CMR10" panose="02000500000000000000"/>
              <a:cs typeface="GWSGKJ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81" y="5996408"/>
            <a:ext cx="4452463" cy="137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CMGJS+CMSY10~25" panose="02000500000000000000"/>
                <a:cs typeface="KCMGJ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Functional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decomposition</a:t>
            </a:r>
            <a:endParaRPr sz="2050" spc="14">
              <a:solidFill>
                <a:srgbClr val="000000"/>
              </a:solidFill>
              <a:latin typeface="GWSGKJ+CMR10" panose="02000500000000000000"/>
              <a:cs typeface="GWSGKJ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CMGJS+CMSY10~25" panose="02000500000000000000"/>
                <a:cs typeface="KCMGJ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Subject-oriented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GWSGKJ+CMR10" panose="02000500000000000000"/>
                <a:cs typeface="GWSGKJ+CMR10" panose="02000500000000000000"/>
              </a:rPr>
              <a:t>decomposition</a:t>
            </a:r>
            <a:endParaRPr sz="2050" spc="14">
              <a:solidFill>
                <a:srgbClr val="000000"/>
              </a:solidFill>
              <a:latin typeface="GWSGKJ+CMR10" panose="02000500000000000000"/>
              <a:cs typeface="GWSGKJ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QOHEL+CMR7" panose="02000500000000000000"/>
                <a:cs typeface="QQOHEL+CMR7" panose="02000500000000000000"/>
              </a:rPr>
              <a:t>316</a:t>
            </a:r>
            <a:endParaRPr sz="1450">
              <a:solidFill>
                <a:srgbClr val="000000"/>
              </a:solidFill>
              <a:latin typeface="QQOHEL+CMR7" panose="02000500000000000000"/>
              <a:cs typeface="QQOHEL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4580" y="3676878"/>
            <a:ext cx="40533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OBQDR+CMSY10~25" panose="02000500000000000000"/>
                <a:cs typeface="KOBQD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LSMSS+CMR10" panose="02000500000000000000"/>
                <a:cs typeface="WLSMSS+CMR10" panose="02000500000000000000"/>
              </a:rPr>
              <a:t>User-oriented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LSMSS+CMR10" panose="02000500000000000000"/>
                <a:cs typeface="WLSMSS+CMR10" panose="02000500000000000000"/>
              </a:rPr>
              <a:t>decomposition</a:t>
            </a:r>
            <a:endParaRPr sz="2050" spc="14">
              <a:solidFill>
                <a:srgbClr val="000000"/>
              </a:solidFill>
              <a:latin typeface="WLSMSS+CMR10" panose="02000500000000000000"/>
              <a:cs typeface="WLSMSS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ANOWK+CMR7" panose="02000500000000000000"/>
                <a:cs typeface="HANOWK+CMR7" panose="02000500000000000000"/>
              </a:rPr>
              <a:t>317</a:t>
            </a:r>
            <a:endParaRPr sz="1450">
              <a:solidFill>
                <a:srgbClr val="000000"/>
              </a:solidFill>
              <a:latin typeface="HANOWK+CMR7" panose="02000500000000000000"/>
              <a:cs typeface="HANOWK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10865"/>
            <a:ext cx="7085622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WWJBWE+CMBX12~c" panose="02000500000000000000"/>
                <a:cs typeface="WWJBWE+CMBX12~c" panose="02000500000000000000"/>
              </a:rPr>
              <a:t>Communication-oriented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WWJBWE+CMBX12~c" panose="02000500000000000000"/>
                <a:cs typeface="WWJBWE+CMBX12~c" panose="02000500000000000000"/>
              </a:rPr>
              <a:t>decomposition</a:t>
            </a:r>
            <a:endParaRPr sz="2500">
              <a:solidFill>
                <a:srgbClr val="000000"/>
              </a:solidFill>
              <a:latin typeface="WWJBWE+CMBX12~c" panose="02000500000000000000"/>
              <a:cs typeface="WWJBWE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HAPJW+CMSY10~25" panose="02000500000000000000"/>
                <a:cs typeface="AHAPJ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AHAPJW+CMSY10~25" panose="02000500000000000000"/>
              <a:cs typeface="AHAPJW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710918"/>
            <a:ext cx="83160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Using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event-oriented</a:t>
            </a:r>
            <a:r>
              <a:rPr sz="205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decomposition,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handled</a:t>
            </a:r>
            <a:endParaRPr sz="2050" spc="11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7" y="2082773"/>
            <a:ext cx="338654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47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diﬀerent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187" y="246591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HAPJW+CMSY10~25" panose="02000500000000000000"/>
                <a:cs typeface="AHAPJ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AHAPJW+CMSY10~25" panose="02000500000000000000"/>
              <a:cs typeface="AHAPJW+CMSY10~25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8" y="2600934"/>
            <a:ext cx="74270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Using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device-oriented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decomposition,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device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is</a:t>
            </a:r>
            <a:endParaRPr sz="2050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8" y="2972792"/>
            <a:ext cx="45264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handled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6176" y="335593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HAPJW+CMSY10~25" panose="02000500000000000000"/>
                <a:cs typeface="AHAPJ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AHAPJW+CMSY10~25" panose="02000500000000000000"/>
              <a:cs typeface="AHAPJW+CMSY10~25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7" y="3490954"/>
            <a:ext cx="812678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Using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user-oriented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VBBVD+CMBX10" panose="02000500000000000000"/>
                <a:cs typeface="WVBBVD+CMBX10" panose="02000500000000000000"/>
              </a:rPr>
              <a:t>decomposition,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communications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with</a:t>
            </a:r>
            <a:endParaRPr sz="2050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8" y="3862812"/>
            <a:ext cx="63547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kind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user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handled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BCCNE+CMR10" panose="02000500000000000000"/>
                <a:cs typeface="BBCCNE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BBCCNE+CMR10" panose="02000500000000000000"/>
              <a:cs typeface="BBCCNE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5872" y="4431274"/>
            <a:ext cx="607771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2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SuD</a:t>
            </a:r>
            <a:endParaRPr sz="1400" spc="-12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4764" y="4801416"/>
            <a:ext cx="938997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Stimulus</a:t>
            </a:r>
            <a:endParaRPr sz="140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0389" y="4801416"/>
            <a:ext cx="715041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Event</a:t>
            </a:r>
            <a:endParaRPr sz="1400" spc="-11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4596" y="4801416"/>
            <a:ext cx="753993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Action</a:t>
            </a:r>
            <a:endParaRPr sz="140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47230" y="4801416"/>
            <a:ext cx="1056198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Response</a:t>
            </a:r>
            <a:endParaRPr sz="1400" spc="-11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2584" y="4918307"/>
            <a:ext cx="675921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Actor</a:t>
            </a:r>
            <a:endParaRPr sz="1400" spc="-1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8358" y="4918307"/>
            <a:ext cx="675921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Actor</a:t>
            </a:r>
            <a:endParaRPr sz="1400" spc="-1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22102" y="5054670"/>
            <a:ext cx="1124429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recognition</a:t>
            </a:r>
            <a:endParaRPr sz="140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5779" y="5054670"/>
            <a:ext cx="1124429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recognition</a:t>
            </a:r>
            <a:endParaRPr sz="140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0706" y="5054670"/>
            <a:ext cx="1221854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computation</a:t>
            </a:r>
            <a:endParaRPr sz="1400" spc="-1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64387" y="5054670"/>
            <a:ext cx="1221854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computation</a:t>
            </a:r>
            <a:endParaRPr sz="1400" spc="-1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9350" y="5989767"/>
            <a:ext cx="1640786" cy="462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40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Environment</a:t>
            </a:r>
            <a:r>
              <a:rPr sz="1400">
                <a:solidFill>
                  <a:srgbClr val="000000"/>
                </a:solidFill>
                <a:latin typeface="GLQRRN+Helvetica" panose="020B0604020202020204"/>
                <a:cs typeface="GLQRRN+Helvetica" panose="020B0604020202020204"/>
              </a:rPr>
              <a:t> data</a:t>
            </a:r>
            <a:endParaRPr sz="1400">
              <a:solidFill>
                <a:srgbClr val="000000"/>
              </a:solidFill>
              <a:latin typeface="GLQRRN+Helvetica" panose="020B0604020202020204"/>
              <a:cs typeface="GLQRRN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RPEKQ+CMR7" panose="02000500000000000000"/>
                <a:cs typeface="SRPEKQ+CMR7" panose="02000500000000000000"/>
              </a:rPr>
              <a:t>318</a:t>
            </a:r>
            <a:endParaRPr sz="1450">
              <a:solidFill>
                <a:srgbClr val="000000"/>
              </a:solidFill>
              <a:latin typeface="SRPEKQ+CMR7" panose="02000500000000000000"/>
              <a:cs typeface="SRPEKQ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082337"/>
            <a:ext cx="5859866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OGTWEO+CMBX12~c" panose="02000500000000000000"/>
                <a:cs typeface="OGTWEO+CMBX12~c" panose="02000500000000000000"/>
              </a:rPr>
              <a:t>Behavior-oriented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OGTWEO+CMBX12~c" panose="02000500000000000000"/>
                <a:cs typeface="OGTWEO+CMBX12~c" panose="02000500000000000000"/>
              </a:rPr>
              <a:t>decomposition</a:t>
            </a:r>
            <a:endParaRPr sz="2500">
              <a:solidFill>
                <a:srgbClr val="000000"/>
              </a:solidFill>
              <a:latin typeface="OGTWEO+CMBX12~c" panose="02000500000000000000"/>
              <a:cs typeface="OGTWEO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KINIP+CMSY10~25" panose="02000500000000000000"/>
                <a:cs typeface="GKINI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GKINIP+CMSY10~25" panose="02000500000000000000"/>
              <a:cs typeface="GKINIP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582389"/>
            <a:ext cx="817743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NSQL+CMBX10" panose="02000500000000000000"/>
                <a:cs typeface="WWNSQL+CMBX10" panose="02000500000000000000"/>
              </a:rPr>
              <a:t>behavior-oriented</a:t>
            </a:r>
            <a:r>
              <a:rPr sz="205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WNSQL+CMBX10" panose="02000500000000000000"/>
                <a:cs typeface="WWNSQL+CMBX10" panose="02000500000000000000"/>
              </a:rPr>
              <a:t>decomposition,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monitoring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assumed</a:t>
            </a:r>
            <a:endParaRPr sz="2050">
              <a:solidFill>
                <a:srgbClr val="000000"/>
              </a:solidFill>
              <a:latin typeface="AKHSJA+CMR10" panose="02000500000000000000"/>
              <a:cs typeface="AKHSJ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1" y="3954247"/>
            <a:ext cx="8098133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environment,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enforcing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in</a:t>
            </a:r>
            <a:endParaRPr sz="2050">
              <a:solidFill>
                <a:srgbClr val="000000"/>
              </a:solidFill>
              <a:latin typeface="AKHSJA+CMR10" panose="02000500000000000000"/>
              <a:cs typeface="AKHSJA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environment,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allocated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HSJA+CMR10" panose="02000500000000000000"/>
                <a:cs typeface="AKHSJA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AKHSJA+CMR10" panose="02000500000000000000"/>
              <a:cs typeface="AKHSJ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WGCNE+CMR7" panose="02000500000000000000"/>
                <a:cs typeface="EWGCNE+CMR7" panose="02000500000000000000"/>
              </a:rPr>
              <a:t>319</a:t>
            </a:r>
            <a:endParaRPr sz="1450">
              <a:solidFill>
                <a:srgbClr val="000000"/>
              </a:solidFill>
              <a:latin typeface="EWGCNE+CMR7" panose="02000500000000000000"/>
              <a:cs typeface="EWGCNE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5" y="1098089"/>
            <a:ext cx="8927978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Heating</a:t>
            </a:r>
            <a:r>
              <a:rPr sz="250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controller</a:t>
            </a:r>
            <a:r>
              <a:rPr sz="250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example</a:t>
            </a:r>
            <a:r>
              <a:rPr sz="250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(1):</a:t>
            </a:r>
            <a:r>
              <a:rPr sz="2500" spc="6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Mixing</a:t>
            </a:r>
            <a:r>
              <a:rPr sz="250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functional</a:t>
            </a:r>
            <a:endParaRPr sz="2500" spc="-12">
              <a:solidFill>
                <a:srgbClr val="000000"/>
              </a:solidFill>
              <a:latin typeface="HOLTQP+CMBX12~c" panose="02000500000000000000"/>
              <a:cs typeface="HOLTQP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subject-oriented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OLTQP+CMBX12~c" panose="02000500000000000000"/>
                <a:cs typeface="HOLTQP+CMBX12~c" panose="02000500000000000000"/>
              </a:rPr>
              <a:t>decomposition</a:t>
            </a:r>
            <a:endParaRPr sz="2500">
              <a:solidFill>
                <a:srgbClr val="000000"/>
              </a:solidFill>
              <a:latin typeface="HOLTQP+CMBX12~c" panose="02000500000000000000"/>
              <a:cs typeface="HOLTQ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714" y="2264031"/>
            <a:ext cx="816144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finished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4954" y="2264031"/>
            <a:ext cx="1659024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Heating controller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6863" y="2630540"/>
            <a:ext cx="77937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tank id,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1996" y="2758823"/>
            <a:ext cx="687530" cy="90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Enter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batch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50165" marR="0">
              <a:lnSpc>
                <a:spcPts val="1450"/>
              </a:lnSpc>
              <a:spcBef>
                <a:spcPts val="42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data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4783" y="2868779"/>
            <a:ext cx="84368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duration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1774" y="2850454"/>
            <a:ext cx="980923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switch on,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  <a:p>
            <a:pPr marL="2286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switch off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7001" y="2887106"/>
            <a:ext cx="852327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Monitor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4487" y="2997063"/>
            <a:ext cx="104502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Batchdata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44738" y="2997063"/>
            <a:ext cx="761058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Heater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3146" y="3125345"/>
            <a:ext cx="925888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end time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3668" y="3308607"/>
            <a:ext cx="73357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tank id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309" y="3326933"/>
            <a:ext cx="825277" cy="835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batch id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  <a:p>
            <a:pPr marL="238125" marR="0">
              <a:lnSpc>
                <a:spcPts val="1450"/>
              </a:lnSpc>
              <a:spcBef>
                <a:spcPts val="16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start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89827" y="3455215"/>
            <a:ext cx="55940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stop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9876" y="3675128"/>
            <a:ext cx="834132" cy="90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1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Start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heating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73025" marR="0">
              <a:lnSpc>
                <a:spcPts val="1450"/>
              </a:lnSpc>
              <a:spcBef>
                <a:spcPts val="42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batch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58122" y="3730107"/>
            <a:ext cx="115531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start heating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1793" y="3730107"/>
            <a:ext cx="61432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GVHTAB+Helvetica" panose="020B0604020202020204"/>
                <a:cs typeface="GVHTAB+Helvetica" panose="020B0604020202020204"/>
              </a:rPr>
              <a:t>temp</a:t>
            </a:r>
            <a:endParaRPr sz="1300">
              <a:solidFill>
                <a:srgbClr val="000000"/>
              </a:solidFill>
              <a:latin typeface="GVHTAB+Helvetica" panose="020B0604020202020204"/>
              <a:cs typeface="GVHTAB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2488" y="3803411"/>
            <a:ext cx="944196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Operator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3683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console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09779" y="3803411"/>
            <a:ext cx="63263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Tank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50809" y="3803411"/>
            <a:ext cx="948786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Thermo−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  <a:p>
            <a:pPr marL="12573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meter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2776" y="4041650"/>
            <a:ext cx="80658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CNRBKO+Helvetica-Bold" panose="020B0704020202020204"/>
                <a:cs typeface="CNRBKO+Helvetica-Bold" panose="020B0704020202020204"/>
              </a:rPr>
              <a:t>control</a:t>
            </a:r>
            <a:endParaRPr sz="1300" b="1">
              <a:solidFill>
                <a:srgbClr val="000000"/>
              </a:solidFill>
              <a:latin typeface="CNRBKO+Helvetica-Bold" panose="020B0704020202020204"/>
              <a:cs typeface="CNRBKO+Helvetica-Bold" panose="020B07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4268" y="4806162"/>
            <a:ext cx="226112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Guidelines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used:</a:t>
            </a:r>
            <a:endParaRPr sz="2050" spc="12">
              <a:solidFill>
                <a:srgbClr val="000000"/>
              </a:solidFill>
              <a:latin typeface="HHTKBW+CMR10" panose="02000500000000000000"/>
              <a:cs typeface="HHTKBW+CMR10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4577" y="5324324"/>
            <a:ext cx="2537206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NUCAD+CMSY10~25" panose="02000500000000000000"/>
                <a:cs typeface="NNUCA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Functional</a:t>
            </a:r>
            <a:endParaRPr sz="2050">
              <a:solidFill>
                <a:srgbClr val="000000"/>
              </a:solidFill>
              <a:latin typeface="HHTKBW+CMR10" panose="02000500000000000000"/>
              <a:cs typeface="HHTKB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NUCAD+CMSY10~25" panose="02000500000000000000"/>
                <a:cs typeface="NNUCA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Subject-oriented</a:t>
            </a:r>
            <a:endParaRPr sz="2050" spc="14">
              <a:solidFill>
                <a:srgbClr val="000000"/>
              </a:solidFill>
              <a:latin typeface="HHTKBW+CMR10" panose="02000500000000000000"/>
              <a:cs typeface="HHTKBW+CMR10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4263" y="6362170"/>
            <a:ext cx="80375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Diﬀerent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aspects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batch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left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scattered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TKBW+CMR10" panose="02000500000000000000"/>
                <a:cs typeface="HHTKBW+CMR10" panose="02000500000000000000"/>
              </a:rPr>
              <a:t>around.</a:t>
            </a:r>
            <a:endParaRPr sz="2050">
              <a:solidFill>
                <a:srgbClr val="000000"/>
              </a:solidFill>
              <a:latin typeface="HHTKBW+CMR10" panose="02000500000000000000"/>
              <a:cs typeface="HHTKBW+CMR10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ENJVC+CMR7" panose="02000500000000000000"/>
                <a:cs typeface="JENJVC+CMR7" panose="02000500000000000000"/>
              </a:rPr>
              <a:t>320</a:t>
            </a:r>
            <a:endParaRPr sz="1450">
              <a:solidFill>
                <a:srgbClr val="000000"/>
              </a:solidFill>
              <a:latin typeface="JENJVC+CMR7" panose="02000500000000000000"/>
              <a:cs typeface="JENJVC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5" y="1002077"/>
            <a:ext cx="7460298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controller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(2):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Including</a:t>
            </a:r>
            <a:endParaRPr sz="2500" spc="-10">
              <a:solidFill>
                <a:srgbClr val="000000"/>
              </a:solidFill>
              <a:latin typeface="CSBINO+CMBX12~c" panose="02000500000000000000"/>
              <a:cs typeface="CSBINO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5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behavior-oriented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SBINO+CMBX12~c" panose="02000500000000000000"/>
                <a:cs typeface="CSBINO+CMBX12~c" panose="02000500000000000000"/>
              </a:rPr>
              <a:t>decomposition</a:t>
            </a:r>
            <a:endParaRPr sz="2500">
              <a:solidFill>
                <a:srgbClr val="000000"/>
              </a:solidFill>
              <a:latin typeface="CSBINO+CMBX12~c" panose="02000500000000000000"/>
              <a:cs typeface="CSBIN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5658" y="2212663"/>
            <a:ext cx="749801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Create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12" y="2268429"/>
            <a:ext cx="1028976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batch data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8437" y="2324195"/>
            <a:ext cx="898723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duration,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3130" y="2454318"/>
            <a:ext cx="1140400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Recipe data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2085" y="2454323"/>
            <a:ext cx="656919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batch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5414" y="2565854"/>
            <a:ext cx="1744695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desired temperature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5658" y="2695981"/>
            <a:ext cx="749801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control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9384" y="2770333"/>
            <a:ext cx="1307683" cy="141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417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b</a:t>
            </a:r>
            <a:r>
              <a:rPr sz="1300" spc="14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 </a:t>
            </a: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finished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  <a:p>
            <a:pPr marL="0" marR="0">
              <a:lnSpc>
                <a:spcPts val="1470"/>
              </a:lnSpc>
              <a:spcBef>
                <a:spcPts val="233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start heating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  <a:p>
            <a:pPr marL="241935" marR="0">
              <a:lnSpc>
                <a:spcPts val="1470"/>
              </a:lnSpc>
              <a:spcBef>
                <a:spcPts val="243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currtemp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0724" y="3086347"/>
            <a:ext cx="1228574" cy="824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create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  <a:p>
            <a:pPr marL="4445" marR="0">
              <a:lnSpc>
                <a:spcPts val="1470"/>
              </a:lnSpc>
              <a:spcBef>
                <a:spcPts val="155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Batch control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14928" y="3197891"/>
            <a:ext cx="1679281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QKDEHB+Helvetica-Bold" panose="020B0704020202020204"/>
                <a:cs typeface="QKDEHB+Helvetica-Bold" panose="020B0704020202020204"/>
              </a:rPr>
              <a:t>Heating controller</a:t>
            </a:r>
            <a:endParaRPr sz="1300" b="1">
              <a:solidFill>
                <a:srgbClr val="000000"/>
              </a:solidFill>
              <a:latin typeface="QKDEHB+Helvetica-Bold" panose="020B0704020202020204"/>
              <a:cs typeface="QKDEHB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0865" y="3272250"/>
            <a:ext cx="907872" cy="676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Operator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  <a:p>
            <a:pPr marL="41910" marR="0">
              <a:lnSpc>
                <a:spcPts val="1470"/>
              </a:lnSpc>
              <a:spcBef>
                <a:spcPts val="43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console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92413" y="3755561"/>
            <a:ext cx="1121829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Heater data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68958" y="3941451"/>
            <a:ext cx="1251708" cy="99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 spc="1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Thermometer</a:t>
            </a:r>
            <a:endParaRPr sz="1300" spc="1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  <a:p>
            <a:pPr marL="250825" marR="0">
              <a:lnSpc>
                <a:spcPts val="1470"/>
              </a:lnSpc>
              <a:spcBef>
                <a:spcPts val="292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Heater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9144" y="3978623"/>
            <a:ext cx="573024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start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1536" y="3978623"/>
            <a:ext cx="563876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stop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28104" y="4257465"/>
            <a:ext cx="944990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switch on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1461" y="4499120"/>
            <a:ext cx="1623735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 spc="1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Thermometer</a:t>
            </a: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 data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36451" y="4499120"/>
            <a:ext cx="1168174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 spc="1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Tank</a:t>
            </a: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 control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28104" y="4777962"/>
            <a:ext cx="944938" cy="434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7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NRDOGE+Helvetica" panose="020B0604020202020204"/>
                <a:cs typeface="NRDOGE+Helvetica" panose="020B0604020202020204"/>
              </a:rPr>
              <a:t>switch off</a:t>
            </a:r>
            <a:endParaRPr sz="1300">
              <a:solidFill>
                <a:srgbClr val="000000"/>
              </a:solidFill>
              <a:latin typeface="NRDOGE+Helvetica" panose="020B0604020202020204"/>
              <a:cs typeface="NRDOGE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4268" y="5313653"/>
            <a:ext cx="226112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ULWDPV+CMR10" panose="02000500000000000000"/>
                <a:cs typeface="ULWDPV+CMR10" panose="02000500000000000000"/>
              </a:rPr>
              <a:t>Guidelines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LWDPV+CMR10" panose="02000500000000000000"/>
                <a:cs typeface="ULWDPV+CMR10" panose="02000500000000000000"/>
              </a:rPr>
              <a:t>used:</a:t>
            </a:r>
            <a:endParaRPr sz="2050" spc="12">
              <a:solidFill>
                <a:srgbClr val="000000"/>
              </a:solidFill>
              <a:latin typeface="ULWDPV+CMR10" panose="02000500000000000000"/>
              <a:cs typeface="ULWDPV+CMR10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4578" y="5787620"/>
            <a:ext cx="186717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QMJT+CMSY10~25" panose="02000500000000000000"/>
                <a:cs typeface="KRQMJ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LWDPV+CMR10" panose="02000500000000000000"/>
                <a:cs typeface="ULWDPV+CMR10" panose="02000500000000000000"/>
              </a:rPr>
              <a:t>Functional</a:t>
            </a:r>
            <a:endParaRPr sz="2050">
              <a:solidFill>
                <a:srgbClr val="000000"/>
              </a:solidFill>
              <a:latin typeface="ULWDPV+CMR10" panose="02000500000000000000"/>
              <a:cs typeface="ULWDPV+CMR10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4576" y="6193004"/>
            <a:ext cx="2683343" cy="1303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QMJT+CMSY10~25" panose="02000500000000000000"/>
                <a:cs typeface="KRQMJ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LWDPV+CMR10" panose="02000500000000000000"/>
                <a:cs typeface="ULWDPV+CMR10" panose="02000500000000000000"/>
              </a:rPr>
              <a:t>Subject-oriented</a:t>
            </a:r>
            <a:endParaRPr sz="2050" spc="14">
              <a:solidFill>
                <a:srgbClr val="000000"/>
              </a:solidFill>
              <a:latin typeface="ULWDPV+CMR10" panose="02000500000000000000"/>
              <a:cs typeface="ULWDPV+CMR10" panose="02000500000000000000"/>
            </a:endParaRPr>
          </a:p>
          <a:p>
            <a:pPr marL="0" marR="0">
              <a:lnSpc>
                <a:spcPts val="320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RQMJT+CMSY10~25" panose="02000500000000000000"/>
                <a:cs typeface="KRQMJ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LWDPV+CMR10" panose="02000500000000000000"/>
                <a:cs typeface="ULWDPV+CMR10" panose="02000500000000000000"/>
              </a:rPr>
              <a:t>Behavior-oriented</a:t>
            </a:r>
            <a:endParaRPr sz="2050">
              <a:solidFill>
                <a:srgbClr val="000000"/>
              </a:solidFill>
              <a:latin typeface="ULWDPV+CMR10" panose="02000500000000000000"/>
              <a:cs typeface="ULWDPV+CMR10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CTQKB+CMR7" panose="02000500000000000000"/>
                <a:cs typeface="OCTQKB+CMR7" panose="02000500000000000000"/>
              </a:rPr>
              <a:t>321</a:t>
            </a:r>
            <a:endParaRPr sz="1450">
              <a:solidFill>
                <a:srgbClr val="000000"/>
              </a:solidFill>
              <a:latin typeface="OCTQKB+CMR7" panose="02000500000000000000"/>
              <a:cs typeface="OCTQKB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52469"/>
            <a:ext cx="3313660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7">
                <a:solidFill>
                  <a:srgbClr val="000000"/>
                </a:solidFill>
                <a:latin typeface="GCSCFP+CMBX12~c" panose="02000500000000000000"/>
                <a:cs typeface="GCSCFP+CMBX12~c" panose="02000500000000000000"/>
              </a:rPr>
              <a:t>Evaluation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CSCFP+CMBX12~c" panose="02000500000000000000"/>
                <a:cs typeface="GCSCFP+CMBX12~c" panose="02000500000000000000"/>
              </a:rPr>
              <a:t>criteria</a:t>
            </a:r>
            <a:endParaRPr sz="2500">
              <a:solidFill>
                <a:srgbClr val="000000"/>
              </a:solidFill>
              <a:latin typeface="GCSCFP+CMBX12~c" panose="02000500000000000000"/>
              <a:cs typeface="GCSCFP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VBJET+CMSY10~25" panose="02000500000000000000"/>
                <a:cs typeface="LVBJE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VBJET+CMSY10~25" panose="02000500000000000000"/>
              <a:cs typeface="LVBJET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2352522"/>
            <a:ext cx="78138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Check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created,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data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created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is</a:t>
            </a:r>
            <a:endParaRPr sz="205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9" y="2724380"/>
            <a:ext cx="128247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deleted.</a:t>
            </a:r>
            <a:endParaRPr sz="2050" spc="12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188" y="3107522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VBJET+CMSY10~25" panose="02000500000000000000"/>
                <a:cs typeface="LVBJE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VBJET+CMSY10~25" panose="02000500000000000000"/>
              <a:cs typeface="LVBJET+CMSY10~25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9" y="3242541"/>
            <a:ext cx="260911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Execute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model.</a:t>
            </a:r>
            <a:endParaRPr sz="2050" spc="21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91" y="3625683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VBJET+CMSY10~25" panose="02000500000000000000"/>
                <a:cs typeface="LVBJE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VBJET+CMSY10~25" panose="02000500000000000000"/>
              <a:cs typeface="LVBJET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13" y="3760698"/>
            <a:ext cx="8211531" cy="710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correctness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argument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PRLLP+CMMI10" panose="02000500000000000000"/>
                <a:cs typeface="UPRLLP+CMMI10" panose="02000500000000000000"/>
              </a:rPr>
              <a:t>C</a:t>
            </a:r>
            <a:r>
              <a:rPr sz="2050" spc="1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...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PRLLP+CMMI10" panose="02000500000000000000"/>
                <a:cs typeface="UPRLLP+CMMI10" panose="02000500000000000000"/>
              </a:rPr>
              <a:t>C</a:t>
            </a:r>
            <a:r>
              <a:rPr sz="2050" spc="1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entail</a:t>
            </a:r>
            <a:endParaRPr sz="205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990" y="3916835"/>
            <a:ext cx="38074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MKBEB+CMR7" panose="02000500000000000000"/>
                <a:cs typeface="BMKBEB+CMR7" panose="02000500000000000000"/>
              </a:rPr>
              <a:t>1</a:t>
            </a:r>
            <a:endParaRPr sz="1450">
              <a:solidFill>
                <a:srgbClr val="000000"/>
              </a:solidFill>
              <a:latin typeface="BMKBEB+CMR7" panose="02000500000000000000"/>
              <a:cs typeface="BMKBEB+CMR7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2541" y="3916835"/>
            <a:ext cx="405909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NMIVO+CMMI7" panose="02000500000000000000"/>
                <a:cs typeface="DNMIVO+CMMI7" panose="02000500000000000000"/>
              </a:rPr>
              <a:t>n</a:t>
            </a:r>
            <a:endParaRPr sz="1450">
              <a:solidFill>
                <a:srgbClr val="000000"/>
              </a:solidFill>
              <a:latin typeface="DNMIVO+CMMI7" panose="02000500000000000000"/>
              <a:cs typeface="DNMIVO+CMMI7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5" y="4132556"/>
            <a:ext cx="639838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4">
                <a:solidFill>
                  <a:srgbClr val="000000"/>
                </a:solidFill>
                <a:latin typeface="UPRLLP+CMMI10" panose="02000500000000000000"/>
                <a:cs typeface="UPRLLP+CMMI10" panose="02000500000000000000"/>
              </a:rPr>
              <a:t>S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.</a:t>
            </a:r>
            <a:endParaRPr sz="205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6184" y="4515697"/>
            <a:ext cx="609117" cy="1735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VBJET+CMSY10~25" panose="02000500000000000000"/>
                <a:cs typeface="LVBJE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VBJET+CMSY10~25" panose="02000500000000000000"/>
              <a:cs typeface="LVBJET+CMSY10~25" panose="02000500000000000000"/>
            </a:endParaRPr>
          </a:p>
          <a:p>
            <a:pPr marL="0" marR="0">
              <a:lnSpc>
                <a:spcPts val="3585"/>
              </a:lnSpc>
              <a:spcBef>
                <a:spcPts val="34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VBJET+CMSY10~25" panose="02000500000000000000"/>
                <a:cs typeface="LVBJE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LVBJET+CMSY10~25" panose="02000500000000000000"/>
              <a:cs typeface="LVBJET+CMSY10~25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706" y="4650717"/>
            <a:ext cx="8364150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Check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quality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attributes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(eﬃciency,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5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safety,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reliability,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etc.)</a:t>
            </a:r>
            <a:endParaRPr sz="2050" spc="1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realized.</a:t>
            </a:r>
            <a:endParaRPr sz="205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705" y="5540737"/>
            <a:ext cx="71940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Build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throw-away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prototype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experiment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NVRJV+CMR10" panose="02000500000000000000"/>
                <a:cs typeface="PNVRJV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PNVRJV+CMR10" panose="02000500000000000000"/>
              <a:cs typeface="PNVRJV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MKBEB+CMR7" panose="02000500000000000000"/>
                <a:cs typeface="BMKBEB+CMR7" panose="02000500000000000000"/>
              </a:rPr>
              <a:t>322</a:t>
            </a:r>
            <a:endParaRPr sz="1450">
              <a:solidFill>
                <a:srgbClr val="000000"/>
              </a:solidFill>
              <a:latin typeface="BMKBEB+CMR7" panose="02000500000000000000"/>
              <a:cs typeface="BMKBEB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664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PIEPTN+CMBX12~c" panose="02000500000000000000"/>
                <a:cs typeface="PIEPTN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IEPTN+CMBX12~c" panose="02000500000000000000"/>
                <a:cs typeface="PIEPTN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PIEPTN+CMBX12~c" panose="02000500000000000000"/>
              <a:cs typeface="PIEPT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506701"/>
            <a:ext cx="697120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QTHL+CMSY10~25" panose="02000500000000000000"/>
                <a:cs typeface="UWQTH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Distinguish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requirements-level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from</a:t>
            </a:r>
            <a:endParaRPr sz="205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3" y="1878559"/>
            <a:ext cx="41247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implementation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decomposition.</a:t>
            </a:r>
            <a:endParaRPr sz="2050" spc="14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2" y="2396722"/>
            <a:ext cx="685337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QTHL+CMSY10~25" panose="02000500000000000000"/>
                <a:cs typeface="UWQTH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Basic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architectural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choice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layering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16" y="2768577"/>
            <a:ext cx="202668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encapsulation.</a:t>
            </a:r>
            <a:endParaRPr sz="2050" spc="1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7" y="3286739"/>
            <a:ext cx="819556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QTHL+CMSY10~25" panose="02000500000000000000"/>
                <a:cs typeface="UWQTH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Other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ma</a:t>
            </a:r>
            <a:r>
              <a:rPr sz="2050" spc="-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jor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architectural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styles: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ﬂow,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79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Vo</a:t>
            </a:r>
            <a:r>
              <a:rPr sz="2050" spc="-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n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Neumann,</a:t>
            </a:r>
            <a:endParaRPr sz="2050" spc="11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6" y="3658597"/>
            <a:ext cx="226023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Object-oriented.</a:t>
            </a:r>
            <a:endParaRPr sz="2050" spc="14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75" y="4176759"/>
            <a:ext cx="6251996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WQTHL+CMSY10~25" panose="02000500000000000000"/>
                <a:cs typeface="UWQTH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Requirements-level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guidelines:</a:t>
            </a:r>
            <a:endParaRPr sz="2050" spc="1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KKND+CMBX10" panose="02000500000000000000"/>
                <a:cs typeface="DNKKN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Functional,</a:t>
            </a:r>
            <a:endParaRPr sz="205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2051" y="5066776"/>
            <a:ext cx="263010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KKND+CMBX10" panose="02000500000000000000"/>
                <a:cs typeface="DNKKN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Subject-oriented,</a:t>
            </a:r>
            <a:endParaRPr sz="2050" spc="14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049" y="5511785"/>
            <a:ext cx="6564358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KKND+CMBX10" panose="02000500000000000000"/>
                <a:cs typeface="DNKKN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Communication-oriented: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events,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devices,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users</a:t>
            </a:r>
            <a:endParaRPr sz="205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KKND+CMBX10" panose="02000500000000000000"/>
                <a:cs typeface="DNKKN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Behavior-oriented</a:t>
            </a:r>
            <a:endParaRPr sz="205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12" y="6401802"/>
            <a:ext cx="81477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correspond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ma</a:t>
            </a:r>
            <a:r>
              <a:rPr sz="2050" spc="-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jor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aspects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&amp;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QNMD+CMR10" panose="02000500000000000000"/>
                <a:cs typeface="KIQNMD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KIQNMD+CMR10" panose="02000500000000000000"/>
              <a:cs typeface="KIQNMD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QPDQK+CMR7" panose="02000500000000000000"/>
                <a:cs typeface="FQPDQK+CMR7" panose="02000500000000000000"/>
              </a:rPr>
              <a:t>323</a:t>
            </a:r>
            <a:endParaRPr sz="1450">
              <a:solidFill>
                <a:srgbClr val="000000"/>
              </a:solidFill>
              <a:latin typeface="FQPDQK+CMR7" panose="02000500000000000000"/>
              <a:cs typeface="FQPDQK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94789" y="983789"/>
            <a:ext cx="8128621" cy="1216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20.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Postmodern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Structured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Analysis</a:t>
            </a:r>
            <a:endParaRPr sz="2500">
              <a:solidFill>
                <a:srgbClr val="000000"/>
              </a:solidFill>
              <a:latin typeface="MSDRNV+CMBX12~c" panose="02000500000000000000"/>
              <a:cs typeface="MSDRNV+CMBX12~c" panose="02000500000000000000"/>
            </a:endParaRPr>
          </a:p>
          <a:p>
            <a:pPr marL="3044825" marR="0">
              <a:lnSpc>
                <a:spcPts val="2480"/>
              </a:lnSpc>
              <a:spcBef>
                <a:spcPts val="815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MSDRNV+CMBX12~c" panose="02000500000000000000"/>
                <a:cs typeface="MSDRNV+CMBX12~c" panose="02000500000000000000"/>
              </a:rPr>
              <a:t>(PSA)</a:t>
            </a:r>
            <a:endParaRPr sz="2500" spc="-14">
              <a:solidFill>
                <a:srgbClr val="000000"/>
              </a:solidFill>
              <a:latin typeface="MSDRNV+CMBX12~c" panose="02000500000000000000"/>
              <a:cs typeface="MSDRN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878557"/>
            <a:ext cx="399676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History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structured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analysis;</a:t>
            </a:r>
            <a:endParaRPr sz="2050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8" y="2364715"/>
            <a:ext cx="8494579" cy="138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VFIB+CMSY10~25" panose="02000500000000000000"/>
                <a:cs typeface="SVVFI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Introduced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1970s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requirements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speciﬁcation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method.</a:t>
            </a:r>
            <a:endParaRPr sz="2050" spc="20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VFIB+CMSY10~25" panose="02000500000000000000"/>
                <a:cs typeface="SVVFI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Abstracts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structured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programming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requirements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level.</a:t>
            </a:r>
            <a:endParaRPr sz="2050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64" y="3338553"/>
            <a:ext cx="866806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VFIB+CMSY10~25" panose="02000500000000000000"/>
                <a:cs typeface="SVVFI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Idea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(1):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match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problem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structure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rather</a:t>
            </a:r>
            <a:endParaRPr sz="2050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89" y="3702791"/>
            <a:ext cx="570820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than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structure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implementation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platform.</a:t>
            </a:r>
            <a:endParaRPr sz="2050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58" y="4188949"/>
            <a:ext cx="540043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VFIB+CMSY10~25" panose="02000500000000000000"/>
                <a:cs typeface="SVVFI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Idea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(2):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should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BFOJHN+CMR10" panose="02000500000000000000"/>
                <a:cs typeface="BFOJHN+CMR10" panose="02000500000000000000"/>
              </a:rPr>
              <a:t>modular.</a:t>
            </a:r>
            <a:endParaRPr sz="2050" spc="16">
              <a:solidFill>
                <a:srgbClr val="000000"/>
              </a:solidFill>
              <a:latin typeface="BFOJHN+CMR10" panose="02000500000000000000"/>
              <a:cs typeface="BFOJH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9" y="4723292"/>
            <a:ext cx="8388347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14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Yourdon-style</a:t>
            </a:r>
            <a:r>
              <a:rPr sz="18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structured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analysis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claims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that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modularity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achieved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5" y="5055523"/>
            <a:ext cx="4179805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48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by</a:t>
            </a:r>
            <a:r>
              <a:rPr sz="18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functional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decomposition.</a:t>
            </a:r>
            <a:r>
              <a:rPr sz="18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But: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2705" y="5451765"/>
            <a:ext cx="7519555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WRPHR+CMBX9" panose="02000500000000000000"/>
                <a:cs typeface="EWRPHR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3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Functional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decomposition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not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modular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if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there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are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many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3984" y="5785523"/>
            <a:ext cx="3986091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interfaces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between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functions.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2712" y="6180238"/>
            <a:ext cx="7939353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WRPHR+CMBX9" panose="02000500000000000000"/>
                <a:cs typeface="EWRPHR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Chapter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19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(Requirements-Level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Architecture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Guidelines)</a:t>
            </a:r>
            <a:r>
              <a:rPr sz="18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lists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3981" y="6513997"/>
            <a:ext cx="459491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many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other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decomposition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AQMCJ+CMR9" panose="02000500000000000000"/>
                <a:cs typeface="TAQMCJ+CMR9" panose="02000500000000000000"/>
              </a:rPr>
              <a:t>guidelines.</a:t>
            </a:r>
            <a:endParaRPr sz="1850">
              <a:solidFill>
                <a:srgbClr val="000000"/>
              </a:solidFill>
              <a:latin typeface="TAQMCJ+CMR9" panose="02000500000000000000"/>
              <a:cs typeface="TAQMCJ+CMR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LLAAU+CMR7" panose="02000500000000000000"/>
                <a:cs typeface="OLLAAU+CMR7" panose="02000500000000000000"/>
              </a:rPr>
              <a:t>324</a:t>
            </a:r>
            <a:endParaRPr sz="1450">
              <a:solidFill>
                <a:srgbClr val="000000"/>
              </a:solidFill>
              <a:latin typeface="OLLAAU+CMR7" panose="02000500000000000000"/>
              <a:cs typeface="OLLAAU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83177"/>
            <a:ext cx="6921337" cy="2421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AMEUQA+CMBX12~c" panose="02000500000000000000"/>
                <a:cs typeface="AMEUQA+CMBX12~c" panose="02000500000000000000"/>
              </a:rPr>
              <a:t>Postmodern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AMEUQA+CMBX12~c" panose="02000500000000000000"/>
                <a:cs typeface="AMEUQA+CMBX12~c" panose="02000500000000000000"/>
              </a:rPr>
              <a:t>structured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MEUQA+CMBX12~c" panose="02000500000000000000"/>
                <a:cs typeface="AMEUQA+CMBX12~c" panose="02000500000000000000"/>
              </a:rPr>
              <a:t>analysis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MEUQA+CMBX12~c" panose="02000500000000000000"/>
                <a:cs typeface="AMEUQA+CMBX12~c" panose="02000500000000000000"/>
              </a:rPr>
              <a:t>(PSA)</a:t>
            </a:r>
            <a:endParaRPr sz="2500" spc="-14">
              <a:solidFill>
                <a:srgbClr val="000000"/>
              </a:solidFill>
              <a:latin typeface="AMEUQA+CMBX12~c" panose="02000500000000000000"/>
              <a:cs typeface="AMEUQA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Diﬀers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classical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structured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analysis:</a:t>
            </a:r>
            <a:endParaRPr sz="2050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EMFUW+CMSY10~25" panose="02000500000000000000"/>
                <a:cs typeface="LEMFU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subject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domain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only.</a:t>
            </a:r>
            <a:endParaRPr sz="2050" spc="-26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EMFUW+CMSY10~25" panose="02000500000000000000"/>
                <a:cs typeface="LEMFU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Extended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context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1" y="4205710"/>
            <a:ext cx="4429619" cy="1933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EMFUW+CMSY10~25" panose="02000500000000000000"/>
                <a:cs typeface="LEMFU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Event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ﬂows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contain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data.</a:t>
            </a:r>
            <a:endParaRPr sz="2050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EMFUW+CMSY10~25" panose="02000500000000000000"/>
                <a:cs typeface="LEMFU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statecharts.</a:t>
            </a:r>
            <a:endParaRPr sz="2050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EMFUW+CMSY10~25" panose="02000500000000000000"/>
                <a:cs typeface="LEMFU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STDs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local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RQSTR+CMR10" panose="02000500000000000000"/>
                <a:cs typeface="BRQSTR+CMR10" panose="02000500000000000000"/>
              </a:rPr>
              <a:t>variables.</a:t>
            </a:r>
            <a:endParaRPr sz="2050">
              <a:solidFill>
                <a:srgbClr val="000000"/>
              </a:solidFill>
              <a:latin typeface="BRQSTR+CMR10" panose="02000500000000000000"/>
              <a:cs typeface="BRQST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HBUWF+CMR7" panose="02000500000000000000"/>
                <a:cs typeface="LHBUWF+CMR7" panose="02000500000000000000"/>
              </a:rPr>
              <a:t>325</a:t>
            </a:r>
            <a:endParaRPr sz="1450">
              <a:solidFill>
                <a:srgbClr val="000000"/>
              </a:solidFill>
              <a:latin typeface="LHBUWF+CMR7" panose="02000500000000000000"/>
              <a:cs typeface="LHBUWF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0156" y="0"/>
            <a:ext cx="9496425" cy="746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94771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VISKTT+CMBX12~c" panose="02000500000000000000"/>
                <a:cs typeface="VISKTT+CMBX12~c" panose="02000500000000000000"/>
              </a:rPr>
              <a:t>Coherence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ISKTT+CMBX12~c" panose="02000500000000000000"/>
                <a:cs typeface="VISKTT+CMBX12~c" panose="02000500000000000000"/>
              </a:rPr>
              <a:t>rules</a:t>
            </a:r>
            <a:endParaRPr sz="2500">
              <a:solidFill>
                <a:srgbClr val="000000"/>
              </a:solidFill>
              <a:latin typeface="VISKTT+CMBX12~c" panose="02000500000000000000"/>
              <a:cs typeface="VISKT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480793"/>
            <a:ext cx="307425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VKEWC+CMSY10~25" panose="02000500000000000000"/>
                <a:cs typeface="VVKEW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Environment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models.</a:t>
            </a:r>
            <a:endParaRPr sz="2050" spc="-11">
              <a:solidFill>
                <a:srgbClr val="000000"/>
              </a:solidFill>
              <a:latin typeface="GBVWRS+CMTI10" panose="02000500000000000000"/>
              <a:cs typeface="GBVWRS+CMTI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53" y="1924277"/>
            <a:ext cx="7484437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paths</a:t>
            </a:r>
            <a:endParaRPr sz="2050" spc="1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1" y="2294610"/>
            <a:ext cx="452120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62" y="2738094"/>
            <a:ext cx="823462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Event-action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pairs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refer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involved.</a:t>
            </a:r>
            <a:endParaRPr sz="2050" spc="-12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97" y="3253207"/>
            <a:ext cx="382651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VKEWC+CMSY10~25" panose="02000500000000000000"/>
                <a:cs typeface="VVKEW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5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Requirement</a:t>
            </a:r>
            <a:r>
              <a:rPr sz="20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speciﬁcations.</a:t>
            </a:r>
            <a:endParaRPr sz="2050" spc="-19">
              <a:solidFill>
                <a:srgbClr val="000000"/>
              </a:solidFill>
              <a:latin typeface="GBVWRS+CMTI10" panose="02000500000000000000"/>
              <a:cs typeface="GBVWRS+CMTI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2070" y="3695169"/>
            <a:ext cx="7401998" cy="1153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Mission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statement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root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function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reﬁnement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tree.</a:t>
            </a:r>
            <a:endParaRPr sz="205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Service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descriptions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leaves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5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FRT.</a:t>
            </a:r>
            <a:endParaRPr sz="2050" spc="-35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2064" y="4580615"/>
            <a:ext cx="6833276" cy="1153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function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stimulus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list.</a:t>
            </a:r>
            <a:endParaRPr sz="205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pair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part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function.</a:t>
            </a:r>
            <a:endParaRPr sz="2050" spc="1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6" y="5539212"/>
            <a:ext cx="410022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VKEWC+CMSY10~25" panose="02000500000000000000"/>
                <a:cs typeface="VVKEW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Decomposition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GBVWRS+CMTI10" panose="02000500000000000000"/>
                <a:cs typeface="GBVWRS+CMTI10" panose="02000500000000000000"/>
              </a:rPr>
              <a:t>speciﬁcations.</a:t>
            </a:r>
            <a:endParaRPr sz="2050" spc="-19">
              <a:solidFill>
                <a:srgbClr val="000000"/>
              </a:solidFill>
              <a:latin typeface="GBVWRS+CMTI10" panose="02000500000000000000"/>
              <a:cs typeface="GBVWRS+CMTI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059" y="5981174"/>
            <a:ext cx="8089213" cy="1153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control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process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speciﬁed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description.</a:t>
            </a:r>
            <a:endParaRPr sz="2050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PKCG+CMBX10" panose="02000500000000000000"/>
                <a:cs typeface="JTPKCG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describes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process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GFVPPU+CMR10" panose="02000500000000000000"/>
                <a:cs typeface="GFVPPU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GFVPPU+CMR10" panose="02000500000000000000"/>
              <a:cs typeface="GFVPPU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BWQLW+CMR7" panose="02000500000000000000"/>
                <a:cs typeface="RBWQLW+CMR7" panose="02000500000000000000"/>
              </a:rPr>
              <a:t>327</a:t>
            </a:r>
            <a:endParaRPr sz="1450">
              <a:solidFill>
                <a:srgbClr val="000000"/>
              </a:solidFill>
              <a:latin typeface="RBWQLW+CMR7" panose="02000500000000000000"/>
              <a:cs typeface="RBWQLW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15537"/>
            <a:ext cx="8902169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Relation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an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STD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the</a:t>
            </a:r>
            <a:r>
              <a:rPr sz="250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control</a:t>
            </a:r>
            <a:r>
              <a:rPr sz="250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process</a:t>
            </a:r>
            <a:endParaRPr sz="2500">
              <a:solidFill>
                <a:srgbClr val="000000"/>
              </a:solidFill>
              <a:latin typeface="FPLIHB+CMBX12~c" panose="02000500000000000000"/>
              <a:cs typeface="FPLIHB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that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it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PLIHB+CMBX12~c" panose="02000500000000000000"/>
                <a:cs typeface="FPLIHB+CMBX12~c" panose="02000500000000000000"/>
              </a:rPr>
              <a:t>speciﬁes</a:t>
            </a:r>
            <a:endParaRPr sz="2500">
              <a:solidFill>
                <a:srgbClr val="000000"/>
              </a:solidFill>
              <a:latin typeface="FPLIHB+CMBX12~c" panose="02000500000000000000"/>
              <a:cs typeface="FPLIH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76492" y="3327018"/>
            <a:ext cx="407576" cy="5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BUIOW+Helvetica" panose="020B0604020202020204"/>
                <a:cs typeface="WBUIOW+Helvetica" panose="020B0604020202020204"/>
              </a:rPr>
              <a:t>y</a:t>
            </a:r>
            <a:endParaRPr sz="1600">
              <a:solidFill>
                <a:srgbClr val="000000"/>
              </a:solidFill>
              <a:latin typeface="WBUIOW+Helvetica" panose="020B0604020202020204"/>
              <a:cs typeface="WBUIO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9047" y="3372700"/>
            <a:ext cx="407576" cy="5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BUIOW+Helvetica" panose="020B0604020202020204"/>
                <a:cs typeface="WBUIOW+Helvetica" panose="020B0604020202020204"/>
              </a:rPr>
              <a:t>z</a:t>
            </a:r>
            <a:endParaRPr sz="1600">
              <a:solidFill>
                <a:srgbClr val="000000"/>
              </a:solidFill>
              <a:latin typeface="WBUIOW+Helvetica" panose="020B0604020202020204"/>
              <a:cs typeface="WBUIO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2386" y="3692448"/>
            <a:ext cx="658795" cy="5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BUIOW+Helvetica" panose="020B0604020202020204"/>
                <a:cs typeface="WBUIOW+Helvetica" panose="020B0604020202020204"/>
              </a:rPr>
              <a:t>e(x)</a:t>
            </a:r>
            <a:endParaRPr sz="1600">
              <a:solidFill>
                <a:srgbClr val="000000"/>
              </a:solidFill>
              <a:latin typeface="WBUIOW+Helvetica" panose="020B0604020202020204"/>
              <a:cs typeface="WBUIO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0502" y="3966372"/>
            <a:ext cx="2093109" cy="53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PAGEG+Helvetica" panose="020B0604020202020204"/>
                <a:cs typeface="LPAGEG+Helvetica" panose="020B0604020202020204"/>
              </a:rPr>
              <a:t>e(x) [g(y)] /</a:t>
            </a:r>
            <a:r>
              <a:rPr sz="1600" spc="461">
                <a:solidFill>
                  <a:srgbClr val="000000"/>
                </a:solidFill>
                <a:latin typeface="LPAGEG+Helvetica" panose="020B0604020202020204"/>
                <a:cs typeface="LPAGEG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LPAGEG+Helvetica" panose="020B0604020202020204"/>
                <a:cs typeface="LPAGEG+Helvetica" panose="020B0604020202020204"/>
              </a:rPr>
              <a:t>z:= </a:t>
            </a:r>
            <a:r>
              <a:rPr sz="1600" spc="10">
                <a:solidFill>
                  <a:srgbClr val="000000"/>
                </a:solidFill>
                <a:latin typeface="LPAGEG+Helvetica" panose="020B0604020202020204"/>
                <a:cs typeface="LPAGEG+Helvetica" panose="020B0604020202020204"/>
              </a:rPr>
              <a:t>1;</a:t>
            </a:r>
            <a:r>
              <a:rPr sz="1600">
                <a:solidFill>
                  <a:srgbClr val="000000"/>
                </a:solidFill>
                <a:latin typeface="LPAGEG+Helvetica" panose="020B0604020202020204"/>
                <a:cs typeface="LPAGEG+Helvetica" panose="020B0604020202020204"/>
              </a:rPr>
              <a:t> a</a:t>
            </a:r>
            <a:endParaRPr sz="1600">
              <a:solidFill>
                <a:srgbClr val="000000"/>
              </a:solidFill>
              <a:latin typeface="LPAGEG+Helvetica" panose="020B0604020202020204"/>
              <a:cs typeface="LPAGE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1810" y="3989348"/>
            <a:ext cx="419118" cy="5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BUIOW+Helvetica" panose="020B0604020202020204"/>
                <a:cs typeface="WBUIOW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WBUIOW+Helvetica" panose="020B0604020202020204"/>
              <a:cs typeface="WBUIO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2223" y="4149229"/>
            <a:ext cx="419118" cy="5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BUIOW+Helvetica" panose="020B0604020202020204"/>
                <a:cs typeface="WBUIOW+Helvetica" panose="020B0604020202020204"/>
              </a:rPr>
              <a:t>g</a:t>
            </a:r>
            <a:endParaRPr sz="1600">
              <a:solidFill>
                <a:srgbClr val="000000"/>
              </a:solidFill>
              <a:latin typeface="WBUIOW+Helvetica" panose="020B0604020202020204"/>
              <a:cs typeface="WBUIO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049" y="5098804"/>
            <a:ext cx="6034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ARSSF+CMSS8" panose="02000500000000000000"/>
                <a:cs typeface="EARSSF+CMSS8" panose="02000500000000000000"/>
              </a:rPr>
              <a:t>(d)</a:t>
            </a:r>
            <a:endParaRPr sz="1650">
              <a:solidFill>
                <a:srgbClr val="000000"/>
              </a:solidFill>
              <a:latin typeface="EARSSF+CMSS8" panose="02000500000000000000"/>
              <a:cs typeface="EARSSF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5534" y="5098804"/>
            <a:ext cx="586815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EARSSF+CMSS8" panose="02000500000000000000"/>
                <a:cs typeface="EARSSF+CMSS8" panose="02000500000000000000"/>
              </a:rPr>
              <a:t>(e)</a:t>
            </a:r>
            <a:endParaRPr sz="1650">
              <a:solidFill>
                <a:srgbClr val="000000"/>
              </a:solidFill>
              <a:latin typeface="EARSSF+CMSS8" panose="02000500000000000000"/>
              <a:cs typeface="EARSSF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WWWWN+CMR7" panose="02000500000000000000"/>
                <a:cs typeface="EWWWWN+CMR7" panose="02000500000000000000"/>
              </a:rPr>
              <a:t>328</a:t>
            </a:r>
            <a:endParaRPr sz="1450">
              <a:solidFill>
                <a:srgbClr val="000000"/>
              </a:solidFill>
              <a:latin typeface="EWWWWN+CMR7" panose="02000500000000000000"/>
              <a:cs typeface="EWWWWN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02889"/>
            <a:ext cx="443575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QOSGCA+CMBX12~c" panose="02000500000000000000"/>
                <a:cs typeface="QOSGCA+CMBX12~c" panose="02000500000000000000"/>
              </a:rPr>
              <a:t>Coherence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OSGCA+CMBX12~c" panose="02000500000000000000"/>
                <a:cs typeface="QOSGCA+CMBX12~c" panose="02000500000000000000"/>
              </a:rPr>
              <a:t>across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QOSGCA+CMBX12~c" panose="02000500000000000000"/>
                <a:cs typeface="QOSGCA+CMBX12~c" panose="02000500000000000000"/>
              </a:rPr>
              <a:t>models</a:t>
            </a:r>
            <a:endParaRPr sz="2500">
              <a:solidFill>
                <a:srgbClr val="000000"/>
              </a:solidFill>
              <a:latin typeface="QOSGCA+CMBX12~c" panose="02000500000000000000"/>
              <a:cs typeface="QOSGC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902941"/>
            <a:ext cx="44360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SLHVU+CMSY10~25" panose="02000500000000000000"/>
                <a:cs typeface="HSLHV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Environment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and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requirements.</a:t>
            </a:r>
            <a:endParaRPr sz="2050" spc="-20">
              <a:solidFill>
                <a:srgbClr val="000000"/>
              </a:solidFill>
              <a:latin typeface="WAKSMP+CMTI10" panose="02000500000000000000"/>
              <a:cs typeface="WAKSMP+CMTI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44" y="2347950"/>
            <a:ext cx="6155892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HBNJU+CMBX10" panose="02000500000000000000"/>
                <a:cs typeface="BHBNJU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Event</a:t>
            </a:r>
            <a:r>
              <a:rPr sz="2050" spc="29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stimulus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response</a:t>
            </a:r>
            <a:r>
              <a:rPr sz="2050" spc="29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action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...</a:t>
            </a:r>
            <a:endParaRPr sz="2050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2" y="2792958"/>
            <a:ext cx="7060461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HBNJU+CMBX10" panose="02000500000000000000"/>
                <a:cs typeface="BHBNJU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path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context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9" y="3312642"/>
            <a:ext cx="466064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SLHVU+CMSY10~25" panose="02000500000000000000"/>
                <a:cs typeface="HSLHV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Requirements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and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decomposition.</a:t>
            </a:r>
            <a:endParaRPr sz="2050" spc="-18">
              <a:solidFill>
                <a:srgbClr val="000000"/>
              </a:solidFill>
              <a:latin typeface="WAKSMP+CMTI10" panose="02000500000000000000"/>
              <a:cs typeface="WAKSMP+CMTI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55" y="3757651"/>
            <a:ext cx="7169448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HBNJU+CMBX10" panose="02000500000000000000"/>
                <a:cs typeface="BHBNJU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For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SR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pair,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path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9" y="4275813"/>
            <a:ext cx="461704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SLHVU+CMSY10~25" panose="02000500000000000000"/>
                <a:cs typeface="HSLHV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Decomposition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and</a:t>
            </a:r>
            <a:r>
              <a:rPr sz="2050" spc="2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WAKSMP+CMTI10" panose="02000500000000000000"/>
              <a:cs typeface="WAKSMP+CMTI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2038" y="4720822"/>
            <a:ext cx="5988523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HBNJU+CMBX10" panose="02000500000000000000"/>
                <a:cs typeface="BHBNJU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abstraction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9" y="5238983"/>
            <a:ext cx="195358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SLHVU+CMSY10~25" panose="02000500000000000000"/>
                <a:cs typeface="HSLHV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AKSMP+CMTI10" panose="02000500000000000000"/>
                <a:cs typeface="WAKSMP+CMTI10" panose="02000500000000000000"/>
              </a:rPr>
              <a:t>Dictionary.</a:t>
            </a:r>
            <a:endParaRPr sz="2050">
              <a:solidFill>
                <a:srgbClr val="000000"/>
              </a:solidFill>
              <a:latin typeface="WAKSMP+CMTI10" panose="02000500000000000000"/>
              <a:cs typeface="WAKSMP+CMTI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2042" y="5683992"/>
            <a:ext cx="8119513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HBNJU+CMBX10" panose="02000500000000000000"/>
                <a:cs typeface="BHBNJU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dictionary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deﬁnes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least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3993" y="6055850"/>
            <a:ext cx="383619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terms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SAVJ+CMR10" panose="02000500000000000000"/>
                <a:cs typeface="ENSAVJ+CMR10" panose="02000500000000000000"/>
              </a:rPr>
              <a:t>events.</a:t>
            </a:r>
            <a:endParaRPr sz="2050">
              <a:solidFill>
                <a:srgbClr val="000000"/>
              </a:solidFill>
              <a:latin typeface="ENSAVJ+CMR10" panose="02000500000000000000"/>
              <a:cs typeface="ENSAVJ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KFDAL+CMR7" panose="02000500000000000000"/>
                <a:cs typeface="KKFDAL+CMR7" panose="02000500000000000000"/>
              </a:rPr>
              <a:t>329</a:t>
            </a:r>
            <a:endParaRPr sz="1450">
              <a:solidFill>
                <a:srgbClr val="000000"/>
              </a:solidFill>
              <a:latin typeface="KKFDAL+CMR7" panose="02000500000000000000"/>
              <a:cs typeface="KKFDAL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8212750" cy="1458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8">
                <a:solidFill>
                  <a:srgbClr val="000000"/>
                </a:solidFill>
                <a:latin typeface="VBWQNN+CMBX12~c" panose="02000500000000000000"/>
                <a:cs typeface="VBWQNN+CMBX12~c" panose="02000500000000000000"/>
              </a:rPr>
              <a:t>Flyweight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BWQNN+CMBX12~c" panose="02000500000000000000"/>
                <a:cs typeface="VBWQNN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2">
                <a:solidFill>
                  <a:srgbClr val="000000"/>
                </a:solidFill>
                <a:latin typeface="VBWQNN+CMBX12~c" panose="02000500000000000000"/>
                <a:cs typeface="VBWQNN+CMBX12~c" panose="02000500000000000000"/>
              </a:rPr>
              <a:t>heavyweight</a:t>
            </a:r>
            <a:endParaRPr sz="2500" spc="-32">
              <a:solidFill>
                <a:srgbClr val="000000"/>
              </a:solidFill>
              <a:latin typeface="VBWQNN+CMBX12~c" panose="02000500000000000000"/>
              <a:cs typeface="VBWQNN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weight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professional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boxers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classiﬁed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following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scheme:</a:t>
            </a:r>
            <a:endParaRPr sz="2050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1777" y="2244319"/>
            <a:ext cx="143178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ﬂyweight</a:t>
            </a:r>
            <a:endParaRPr sz="2050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9653" y="2244319"/>
            <a:ext cx="1989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112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1768" y="2690852"/>
            <a:ext cx="4043854" cy="1341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3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bantamweight</a:t>
            </a:r>
            <a:r>
              <a:rPr sz="2050" spc="19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118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  <a:p>
            <a:pPr marL="0" marR="0">
              <a:lnSpc>
                <a:spcPts val="350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featherweight</a:t>
            </a:r>
            <a:r>
              <a:rPr sz="2050" spc="24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126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1775" y="3582394"/>
            <a:ext cx="167189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lightweight</a:t>
            </a:r>
            <a:endParaRPr sz="2050" spc="-15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9233" y="3582394"/>
            <a:ext cx="1989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135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1765" y="4027402"/>
            <a:ext cx="4044116" cy="1343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welterweight</a:t>
            </a:r>
            <a:r>
              <a:rPr sz="2050" spc="3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147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  <a:p>
            <a:pPr marL="0" marR="0">
              <a:lnSpc>
                <a:spcPts val="35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middleweight</a:t>
            </a:r>
            <a:r>
              <a:rPr sz="2050" spc="26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HHGN+CMSY10~25" panose="02000500000000000000"/>
                <a:cs typeface="GBHHGN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160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1772" y="4920469"/>
            <a:ext cx="18178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heavyweight</a:t>
            </a:r>
            <a:endParaRPr sz="2050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9354" y="4920469"/>
            <a:ext cx="198939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MRIHG+CMMI10" panose="02000500000000000000"/>
                <a:cs typeface="VMRIHG+CMMI10" panose="02000500000000000000"/>
              </a:rPr>
              <a:t>&gt;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160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55" y="5412722"/>
            <a:ext cx="6352001" cy="1217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learn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things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classiﬁcation:</a:t>
            </a:r>
            <a:endParaRPr sz="2050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  <a:p>
            <a:pPr marL="137160" marR="0">
              <a:lnSpc>
                <a:spcPts val="2520"/>
              </a:lnSpc>
              <a:spcBef>
                <a:spcPts val="14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1.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Lightweight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lightest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weight.</a:t>
            </a:r>
            <a:endParaRPr sz="2050" spc="-11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1407" y="6426185"/>
            <a:ext cx="62445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2.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Heavyweights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heavy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JQQVFH+CMR10" panose="02000500000000000000"/>
                <a:cs typeface="JQQVFH+CMR10" panose="02000500000000000000"/>
              </a:rPr>
              <a:t>want.</a:t>
            </a:r>
            <a:endParaRPr sz="2050" spc="-21">
              <a:solidFill>
                <a:srgbClr val="000000"/>
              </a:solidFill>
              <a:latin typeface="JQQVFH+CMR10" panose="02000500000000000000"/>
              <a:cs typeface="JQQVFH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NDNLH+CMR7" panose="02000500000000000000"/>
                <a:cs typeface="VNDNLH+CMR7" panose="02000500000000000000"/>
              </a:rPr>
              <a:t>330</a:t>
            </a:r>
            <a:endParaRPr sz="1450">
              <a:solidFill>
                <a:srgbClr val="000000"/>
              </a:solidFill>
              <a:latin typeface="VNDNLH+CMR7" panose="02000500000000000000"/>
              <a:cs typeface="VNDNLH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67253"/>
            <a:ext cx="893155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8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Flyweight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to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2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heavyweight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use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notations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in</a:t>
            </a:r>
            <a:r>
              <a:rPr sz="250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LTBUE+CMBX12~c" panose="02000500000000000000"/>
                <a:cs typeface="TLTBUE+CMBX12~c" panose="02000500000000000000"/>
              </a:rPr>
              <a:t>PSA</a:t>
            </a:r>
            <a:endParaRPr sz="2500" spc="-14">
              <a:solidFill>
                <a:srgbClr val="000000"/>
              </a:solidFill>
              <a:latin typeface="TLTBUE+CMBX12~c" panose="02000500000000000000"/>
              <a:cs typeface="TLTBU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1839884"/>
            <a:ext cx="1406465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Flyweight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7998" y="1839884"/>
            <a:ext cx="1871962" cy="1550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16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Featherweight</a:t>
            </a:r>
            <a:endParaRPr sz="1850" spc="-16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20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Context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diagr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635" marR="0">
              <a:lnSpc>
                <a:spcPts val="1860"/>
              </a:lnSpc>
              <a:spcBef>
                <a:spcPts val="175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ERD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4756" y="1839884"/>
            <a:ext cx="1821123" cy="1550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Middleweight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20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Context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diagr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75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ERD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9521" y="1839884"/>
            <a:ext cx="1823129" cy="1085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Heavyweight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635" marR="0">
              <a:lnSpc>
                <a:spcPts val="1860"/>
              </a:lnSpc>
              <a:spcBef>
                <a:spcPts val="20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Context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diagr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241" y="2336708"/>
            <a:ext cx="1822646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Context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diagr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1717" y="2801528"/>
            <a:ext cx="88145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ERD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2734" y="3223676"/>
            <a:ext cx="1104036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EA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list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241" y="3642776"/>
            <a:ext cx="1719547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Mission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stmt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7719" y="3642776"/>
            <a:ext cx="1739145" cy="143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Mission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stmt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15"/>
              </a:spcBef>
              <a:spcAft>
                <a:spcPct val="0"/>
              </a:spcAft>
            </a:pPr>
            <a:r>
              <a:rPr sz="1850" spc="-16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Function</a:t>
            </a:r>
            <a:r>
              <a:rPr sz="18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reft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Service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descs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94197" y="3642776"/>
            <a:ext cx="1737734" cy="143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Mission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stmt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15"/>
              </a:spcBef>
              <a:spcAft>
                <a:spcPct val="0"/>
              </a:spcAft>
            </a:pPr>
            <a:r>
              <a:rPr sz="1850" spc="-16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Function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reft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Service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descs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9139" y="3642776"/>
            <a:ext cx="1739386" cy="1851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Mission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stmt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15"/>
              </a:spcBef>
              <a:spcAft>
                <a:spcPct val="0"/>
              </a:spcAft>
            </a:pPr>
            <a:r>
              <a:rPr sz="1850" spc="-16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Function</a:t>
            </a:r>
            <a:r>
              <a:rPr sz="18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reft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1270" marR="0">
              <a:lnSpc>
                <a:spcPts val="1860"/>
              </a:lnSpc>
              <a:spcBef>
                <a:spcPts val="14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Service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descs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3810" marR="0">
              <a:lnSpc>
                <a:spcPts val="1860"/>
              </a:lnSpc>
              <a:spcBef>
                <a:spcPts val="14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SR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list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6585" y="5326796"/>
            <a:ext cx="882160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DFD</a:t>
            </a:r>
            <a:endParaRPr sz="1850" spc="1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2593" y="5326796"/>
            <a:ext cx="882161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DFD</a:t>
            </a:r>
            <a:endParaRPr sz="1850" spc="1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0942" y="5747420"/>
            <a:ext cx="1917962" cy="986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Behavior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descs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22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Dictionary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8913" y="6145184"/>
            <a:ext cx="147471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Dictionary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95683" y="6145184"/>
            <a:ext cx="147471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LPRWJV+CMR9" panose="02000500000000000000"/>
                <a:cs typeface="LPRWJV+CMR9" panose="02000500000000000000"/>
              </a:rPr>
              <a:t>Dictionary</a:t>
            </a:r>
            <a:endParaRPr sz="1850">
              <a:solidFill>
                <a:srgbClr val="000000"/>
              </a:solidFill>
              <a:latin typeface="LPRWJV+CMR9" panose="02000500000000000000"/>
              <a:cs typeface="LPRWJV+CMR9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SBUFT+CMR7" panose="02000500000000000000"/>
                <a:cs typeface="VSBUFT+CMR7" panose="02000500000000000000"/>
              </a:rPr>
              <a:t>331</a:t>
            </a:r>
            <a:endParaRPr sz="1450">
              <a:solidFill>
                <a:srgbClr val="000000"/>
              </a:solidFill>
              <a:latin typeface="VSBUFT+CMR7" panose="02000500000000000000"/>
              <a:cs typeface="VSBUFT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64177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PCJLIA+CMBX12~c" panose="02000500000000000000"/>
                <a:cs typeface="PCJLIA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CJLIA+CMBX12~c" panose="02000500000000000000"/>
                <a:cs typeface="PCJLIA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PCJLIA+CMBX12~c" panose="02000500000000000000"/>
              <a:cs typeface="PCJLI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064229"/>
            <a:ext cx="841198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LQAVI+CMSY10~25" panose="02000500000000000000"/>
                <a:cs typeface="WLQAV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PSA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extension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Yourdon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structured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analysis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uses</a:t>
            </a:r>
            <a:endParaRPr sz="2050" spc="11">
              <a:solidFill>
                <a:srgbClr val="000000"/>
              </a:solidFill>
              <a:latin typeface="JHQLWR+CMR10" panose="02000500000000000000"/>
              <a:cs typeface="JHQLW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9" y="3436087"/>
            <a:ext cx="77423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notations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8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book</a:t>
            </a:r>
            <a:r>
              <a:rPr sz="2050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except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JHQLWR+CMR10" panose="02000500000000000000"/>
              <a:cs typeface="JHQLWR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2" y="3954249"/>
            <a:ext cx="752578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LQAVI+CMSY10~25" panose="02000500000000000000"/>
                <a:cs typeface="WLQAV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PSA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used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weightiness.</a:t>
            </a:r>
            <a:endParaRPr sz="2050">
              <a:solidFill>
                <a:srgbClr val="000000"/>
              </a:solidFill>
              <a:latin typeface="JHQLWR+CMR10" panose="02000500000000000000"/>
              <a:cs typeface="JHQLW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91" y="4472412"/>
            <a:ext cx="839235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LQAVI+CMSY10~25" panose="02000500000000000000"/>
                <a:cs typeface="WLQAV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PSA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used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guidelines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of</a:t>
            </a:r>
            <a:endParaRPr sz="2050">
              <a:solidFill>
                <a:srgbClr val="000000"/>
              </a:solidFill>
              <a:latin typeface="JHQLWR+CMR10" panose="02000500000000000000"/>
              <a:cs typeface="JHQLWR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9" y="4844266"/>
            <a:ext cx="16648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chapter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HQLWR+CMR10" panose="02000500000000000000"/>
                <a:cs typeface="JHQLWR+CMR10" panose="02000500000000000000"/>
              </a:rPr>
              <a:t>19.</a:t>
            </a:r>
            <a:endParaRPr sz="2050">
              <a:solidFill>
                <a:srgbClr val="000000"/>
              </a:solidFill>
              <a:latin typeface="JHQLWR+CMR10" panose="02000500000000000000"/>
              <a:cs typeface="JHQLWR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URUNV+CMR7" panose="02000500000000000000"/>
                <a:cs typeface="IURUNV+CMR7" panose="02000500000000000000"/>
              </a:rPr>
              <a:t>332</a:t>
            </a:r>
            <a:endParaRPr sz="1450">
              <a:solidFill>
                <a:srgbClr val="000000"/>
              </a:solidFill>
              <a:latin typeface="IURUNV+CMR7" panose="02000500000000000000"/>
              <a:cs typeface="IURUNV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47389" y="1197149"/>
            <a:ext cx="409605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IAJMWM+CMBX12~c" panose="02000500000000000000"/>
                <a:cs typeface="IAJMWM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IAJMWM+CMBX12~c" panose="02000500000000000000"/>
                <a:cs typeface="IAJMWM+CMBX12~c" panose="02000500000000000000"/>
              </a:rPr>
              <a:t>21.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AJMWM+CMBX12~c" panose="02000500000000000000"/>
                <a:cs typeface="IAJMWM+CMBX12~c" panose="02000500000000000000"/>
              </a:rPr>
              <a:t>Statemate</a:t>
            </a:r>
            <a:endParaRPr sz="2500" spc="-13">
              <a:solidFill>
                <a:srgbClr val="000000"/>
              </a:solidFill>
              <a:latin typeface="IAJMWM+CMBX12~c" panose="02000500000000000000"/>
              <a:cs typeface="IAJMW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698725"/>
            <a:ext cx="730345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MMVG+CMSY10~25" panose="02000500000000000000"/>
                <a:cs typeface="LNMM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Developed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1980s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based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idea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higraph: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5" y="2069059"/>
            <a:ext cx="338086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Hierarchical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hypergraphs.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51" y="2514067"/>
            <a:ext cx="2068272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BDCR+CMBX10" panose="02000500000000000000"/>
                <a:cs typeface="EJBDC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Hyperedges.</a:t>
            </a:r>
            <a:endParaRPr sz="2050" spc="16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50" y="2959076"/>
            <a:ext cx="6544941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BDCR+CMBX10" panose="02000500000000000000"/>
                <a:cs typeface="EJBDC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Nodes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contain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nodes,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3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Venn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72" y="3478760"/>
            <a:ext cx="6342128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MMVG+CMSY10~25" panose="02000500000000000000"/>
                <a:cs typeface="LNMM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charts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hierarchical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MMVG+CMSY10~25" panose="02000500000000000000"/>
                <a:cs typeface="LNMM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Control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activities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speciﬁed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statecharts.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8" y="4515084"/>
            <a:ext cx="817562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MMVG+CMSY10~25" panose="02000500000000000000"/>
                <a:cs typeface="LNMM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precisely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deﬁned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execution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semantics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activity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2" y="4886942"/>
            <a:ext cx="300629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charts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statecharts.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0" y="5405104"/>
            <a:ext cx="847215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MMVG+CMSY10~25" panose="02000500000000000000"/>
                <a:cs typeface="LNMMV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Module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charts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computational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resources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(not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treated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95" y="5776961"/>
            <a:ext cx="104813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here).</a:t>
            </a:r>
            <a:endParaRPr sz="2050" spc="1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53" y="6295121"/>
            <a:ext cx="864551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combination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other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PSA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RISDL+CMR10" panose="02000500000000000000"/>
                <a:cs typeface="VRISDL+CMR10" panose="02000500000000000000"/>
              </a:rPr>
              <a:t>notations.</a:t>
            </a:r>
            <a:endParaRPr sz="2050">
              <a:solidFill>
                <a:srgbClr val="000000"/>
              </a:solidFill>
              <a:latin typeface="VRISDL+CMR10" panose="02000500000000000000"/>
              <a:cs typeface="VRISDL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JMKFU+CMR7" panose="02000500000000000000"/>
                <a:cs typeface="GJMKFU+CMR7" panose="02000500000000000000"/>
              </a:rPr>
              <a:t>333</a:t>
            </a:r>
            <a:endParaRPr sz="1450">
              <a:solidFill>
                <a:srgbClr val="000000"/>
              </a:solidFill>
              <a:latin typeface="GJMKFU+CMR7" panose="02000500000000000000"/>
              <a:cs typeface="GJMKFU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51657"/>
            <a:ext cx="265241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KKCJCI+CMBX12~c" panose="02000500000000000000"/>
                <a:cs typeface="KKCJCI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1">
                <a:solidFill>
                  <a:srgbClr val="000000"/>
                </a:solidFill>
                <a:latin typeface="KKCJCI+CMBX12~c" panose="02000500000000000000"/>
                <a:cs typeface="KKCJCI+CMBX12~c" panose="02000500000000000000"/>
              </a:rPr>
              <a:t>chart</a:t>
            </a:r>
            <a:endParaRPr sz="2500" spc="-31">
              <a:solidFill>
                <a:srgbClr val="000000"/>
              </a:solidFill>
              <a:latin typeface="KKCJCI+CMBX12~c" panose="02000500000000000000"/>
              <a:cs typeface="KKCJC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290037"/>
            <a:ext cx="391860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ANFNO+CMR10" panose="02000500000000000000"/>
                <a:cs typeface="OANFNO+CMR10" panose="02000500000000000000"/>
              </a:rPr>
              <a:t>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ANFNO+CMR10" panose="02000500000000000000"/>
                <a:cs typeface="OANFNO+CMR10" panose="02000500000000000000"/>
              </a:rPr>
              <a:t>analogon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ANFNO+CMR10" panose="02000500000000000000"/>
                <a:cs typeface="OANFN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ANFNO+CMR10" panose="02000500000000000000"/>
                <a:cs typeface="OANFNO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OANFNO+CMR10" panose="02000500000000000000"/>
              <a:cs typeface="OANFN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8246" y="3093484"/>
            <a:ext cx="1401370" cy="83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switch on(i),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28575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switch off(i)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7137" y="3207695"/>
            <a:ext cx="2403938" cy="740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finished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163322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Tank</a:t>
            </a:r>
            <a:endParaRPr sz="1600" spc="11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5929" y="3550341"/>
            <a:ext cx="2383933" cy="1676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520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Heater(i)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251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currtemp(i)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656590" marR="0">
              <a:lnSpc>
                <a:spcPts val="1810"/>
              </a:lnSpc>
              <a:spcBef>
                <a:spcPts val="287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Thermometer(i)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7111" y="3710241"/>
            <a:ext cx="2275215" cy="717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3185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control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0" marR="0">
              <a:lnSpc>
                <a:spcPts val="144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start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0088" y="4189951"/>
            <a:ext cx="2030092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duration,</a:t>
            </a:r>
            <a:r>
              <a:rPr sz="1600" spc="903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dtemp(i)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4860" y="4327010"/>
            <a:ext cx="1116108" cy="83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Operator</a:t>
            </a:r>
            <a:endParaRPr sz="1600" spc="1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  <a:p>
            <a:pPr marL="51435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console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7543" y="4578279"/>
            <a:ext cx="1287745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Batch data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8353" y="5035149"/>
            <a:ext cx="1812545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SNASPF+Helvetica-Bold" panose="020B0704020202020204"/>
                <a:cs typeface="SNASPF+Helvetica-Bold" panose="020B0704020202020204"/>
              </a:rPr>
              <a:t>Heating</a:t>
            </a:r>
            <a:r>
              <a:rPr sz="1600" b="1">
                <a:solidFill>
                  <a:srgbClr val="000000"/>
                </a:solidFill>
                <a:latin typeface="SNASPF+Helvetica-Bold" panose="020B0704020202020204"/>
                <a:cs typeface="SNASPF+Helvetica-Bold" panose="020B0704020202020204"/>
              </a:rPr>
              <a:t> </a:t>
            </a:r>
            <a:r>
              <a:rPr sz="1600" b="1" spc="10">
                <a:solidFill>
                  <a:srgbClr val="000000"/>
                </a:solidFill>
                <a:latin typeface="SNASPF+Helvetica-Bold" panose="020B0704020202020204"/>
                <a:cs typeface="SNASPF+Helvetica-Bold" panose="020B0704020202020204"/>
              </a:rPr>
              <a:t>control</a:t>
            </a:r>
            <a:endParaRPr sz="1600" b="1" spc="10">
              <a:solidFill>
                <a:srgbClr val="000000"/>
              </a:solidFill>
              <a:latin typeface="SNASPF+Helvetica-Bold" panose="020B0704020202020204"/>
              <a:cs typeface="SNASPF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3327" y="5469159"/>
            <a:ext cx="796182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Enter</a:t>
            </a:r>
            <a:endParaRPr sz="1600" spc="1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5165" y="5606217"/>
            <a:ext cx="1047545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Recipes</a:t>
            </a:r>
            <a:endParaRPr sz="1600" spc="1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8956" y="5766118"/>
            <a:ext cx="1264925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batch data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623" y="5880334"/>
            <a:ext cx="1264925" cy="534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TDLML+Helvetica" panose="020B0604020202020204"/>
                <a:cs typeface="ATDLML+Helvetica" panose="020B0604020202020204"/>
              </a:rPr>
              <a:t>batch data</a:t>
            </a:r>
            <a:endParaRPr sz="1600">
              <a:solidFill>
                <a:srgbClr val="000000"/>
              </a:solidFill>
              <a:latin typeface="ATDLML+Helvetica" panose="020B0604020202020204"/>
              <a:cs typeface="ATDLML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RPPPM+CMR7" panose="02000500000000000000"/>
                <a:cs typeface="BRPPPM+CMR7" panose="02000500000000000000"/>
              </a:rPr>
              <a:t>334</a:t>
            </a:r>
            <a:endParaRPr sz="1450">
              <a:solidFill>
                <a:srgbClr val="000000"/>
              </a:solidFill>
              <a:latin typeface="BRPPPM+CMR7" panose="02000500000000000000"/>
              <a:cs typeface="BRPPPM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29025"/>
            <a:ext cx="603124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1">
                <a:solidFill>
                  <a:srgbClr val="000000"/>
                </a:solidFill>
                <a:latin typeface="NFNLIJ+CMBX12~c" panose="02000500000000000000"/>
                <a:cs typeface="NFNLIJ+CMBX12~c" panose="02000500000000000000"/>
              </a:rPr>
              <a:t>Statechart</a:t>
            </a:r>
            <a:r>
              <a:rPr sz="2500" spc="3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FNLIJ+CMBX12~c" panose="02000500000000000000"/>
                <a:cs typeface="NFNLIJ+CMBX12~c" panose="02000500000000000000"/>
              </a:rPr>
              <a:t>for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NFNLIJ+CMBX12~c" panose="02000500000000000000"/>
                <a:cs typeface="NFNLIJ+CMBX12~c" panose="02000500000000000000"/>
              </a:rPr>
              <a:t>the</a:t>
            </a:r>
            <a:r>
              <a:rPr sz="250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NFNLIJ+CMBX12~c" panose="02000500000000000000"/>
                <a:cs typeface="NFNLIJ+CMBX12~c" panose="02000500000000000000"/>
              </a:rPr>
              <a:t>control</a:t>
            </a:r>
            <a:r>
              <a:rPr sz="250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NFNLIJ+CMBX12~c" panose="02000500000000000000"/>
                <a:cs typeface="NFNLIJ+CMBX12~c" panose="02000500000000000000"/>
              </a:rPr>
              <a:t>activity</a:t>
            </a:r>
            <a:endParaRPr sz="2500" spc="-19">
              <a:solidFill>
                <a:srgbClr val="000000"/>
              </a:solidFill>
              <a:latin typeface="NFNLIJ+CMBX12~c" panose="02000500000000000000"/>
              <a:cs typeface="NFNLIJ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4725" y="2834513"/>
            <a:ext cx="4614493" cy="64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SFIMF+Helvetica" panose="020B0604020202020204"/>
                <a:cs typeface="SSFIMF+Helvetica" panose="020B0604020202020204"/>
              </a:rPr>
              <a:t>dtemp, currtemp: Rational</a:t>
            </a:r>
            <a:endParaRPr sz="1250">
              <a:solidFill>
                <a:srgbClr val="000000"/>
              </a:solidFill>
              <a:latin typeface="SSFIMF+Helvetica" panose="020B0604020202020204"/>
              <a:cs typeface="SSFIMF+Helvetica" panose="020B0604020202020204"/>
            </a:endParaRPr>
          </a:p>
          <a:p>
            <a:pPr marL="2632710" marR="0">
              <a:lnSpc>
                <a:spcPts val="83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Not</a:t>
            </a:r>
            <a:r>
              <a:rPr sz="1250" b="1" spc="347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 </a:t>
            </a: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heating batch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  <a:p>
            <a:pPr marL="0" marR="0">
              <a:lnSpc>
                <a:spcPts val="97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SFIMF+Helvetica" panose="020B0604020202020204"/>
                <a:cs typeface="SSFIMF+Helvetica" panose="020B0604020202020204"/>
              </a:rPr>
              <a:t>i: tank</a:t>
            </a:r>
            <a:endParaRPr sz="1250">
              <a:solidFill>
                <a:srgbClr val="000000"/>
              </a:solidFill>
              <a:latin typeface="SSFIMF+Helvetica" panose="020B0604020202020204"/>
              <a:cs typeface="SSFIM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7816" y="3397072"/>
            <a:ext cx="545832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SFIMF+Helvetica" panose="020B0604020202020204"/>
                <a:cs typeface="SSFIMF+Helvetica" panose="020B0604020202020204"/>
              </a:rPr>
              <a:t>start</a:t>
            </a:r>
            <a:endParaRPr sz="1250">
              <a:solidFill>
                <a:srgbClr val="000000"/>
              </a:solidFill>
              <a:latin typeface="SSFIMF+Helvetica" panose="020B0604020202020204"/>
              <a:cs typeface="SSFIM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9526" y="3502546"/>
            <a:ext cx="2649533" cy="64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SFIMF+Helvetica" panose="020B0604020202020204"/>
                <a:cs typeface="SSFIMF+Helvetica" panose="020B0604020202020204"/>
              </a:rPr>
              <a:t>tm!(en(heating batch), duration) /</a:t>
            </a:r>
            <a:endParaRPr sz="1250">
              <a:solidFill>
                <a:srgbClr val="000000"/>
              </a:solidFill>
              <a:latin typeface="SSFIMF+Helvetica" panose="020B0604020202020204"/>
              <a:cs typeface="SSFIMF+Helvetica" panose="020B0604020202020204"/>
            </a:endParaRPr>
          </a:p>
          <a:p>
            <a:pPr marL="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SFIMF+Helvetica" panose="020B0604020202020204"/>
                <a:cs typeface="SSFIMF+Helvetica" panose="020B0604020202020204"/>
              </a:rPr>
              <a:t>finished</a:t>
            </a:r>
            <a:endParaRPr sz="1250">
              <a:solidFill>
                <a:srgbClr val="000000"/>
              </a:solidFill>
              <a:latin typeface="SSFIMF+Helvetica" panose="020B0604020202020204"/>
              <a:cs typeface="SSFIM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6252" y="3731082"/>
            <a:ext cx="1284236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Heating batch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5308" y="4170578"/>
            <a:ext cx="1565554" cy="748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5745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 control 1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  <a:p>
            <a:pPr marL="0" marR="0">
              <a:lnSpc>
                <a:spcPts val="1390"/>
              </a:lnSpc>
              <a:spcBef>
                <a:spcPts val="124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Not heating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3473" y="4170578"/>
            <a:ext cx="1319568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 control 2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0749" y="4504588"/>
            <a:ext cx="1108298" cy="64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Not heating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  <a:p>
            <a:pPr marL="175895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tank(2)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1088" y="4733124"/>
            <a:ext cx="756814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tank(1)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8351" y="5049558"/>
            <a:ext cx="906379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Ready(1)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1689" y="5049558"/>
            <a:ext cx="906379" cy="41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Ready(2)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0316" y="5383581"/>
            <a:ext cx="818308" cy="64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Heating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  <a:p>
            <a:pPr marL="3048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tank(1)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5757" y="5383581"/>
            <a:ext cx="818308" cy="64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Heating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  <a:p>
            <a:pPr marL="3048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CTMOKG+Helvetica-Bold" panose="020B0704020202020204"/>
                <a:cs typeface="CTMOKG+Helvetica-Bold" panose="020B0704020202020204"/>
              </a:rPr>
              <a:t>tank(2)</a:t>
            </a:r>
            <a:endParaRPr sz="1250" b="1">
              <a:solidFill>
                <a:srgbClr val="000000"/>
              </a:solidFill>
              <a:latin typeface="CTMOKG+Helvetica-Bold" panose="020B0704020202020204"/>
              <a:cs typeface="CTMOKG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FINCP+CMR7" panose="02000500000000000000"/>
                <a:cs typeface="WFINCP+CMR7" panose="02000500000000000000"/>
              </a:rPr>
              <a:t>335</a:t>
            </a:r>
            <a:endParaRPr sz="1450">
              <a:solidFill>
                <a:srgbClr val="000000"/>
              </a:solidFill>
              <a:latin typeface="WFINCP+CMR7" panose="02000500000000000000"/>
              <a:cs typeface="WFINCP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18713"/>
            <a:ext cx="276271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TBUNHP+CMBX12~c" panose="02000500000000000000"/>
                <a:cs typeface="TBUNHP+CMBX12~c" panose="02000500000000000000"/>
              </a:rPr>
              <a:t>Substatecharts</a:t>
            </a:r>
            <a:endParaRPr sz="2500" spc="-18">
              <a:solidFill>
                <a:srgbClr val="000000"/>
              </a:solidFill>
              <a:latin typeface="TBUNHP+CMBX12~c" panose="02000500000000000000"/>
              <a:cs typeface="TBUNH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1984" y="2399389"/>
            <a:ext cx="2544521" cy="75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dtemp. currtemp: Rational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i: tank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0410" y="2803287"/>
            <a:ext cx="926954" cy="500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stop(i)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93614" y="3245653"/>
            <a:ext cx="2311099" cy="75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start(t, dtemp)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[currtemp &gt;= dtemp-5]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9244" y="3668792"/>
            <a:ext cx="1974047" cy="500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 b="1" spc="10">
                <a:solidFill>
                  <a:srgbClr val="000000"/>
                </a:solidFill>
                <a:latin typeface="LLNUDR+Helvetica-Bold" panose="020B0704020202020204"/>
                <a:cs typeface="LLNUDR+Helvetica-Bold" panose="020B0704020202020204"/>
              </a:rPr>
              <a:t>Not</a:t>
            </a:r>
            <a:r>
              <a:rPr sz="1500" b="1">
                <a:solidFill>
                  <a:srgbClr val="000000"/>
                </a:solidFill>
                <a:latin typeface="LLNUDR+Helvetica-Bold" panose="020B0704020202020204"/>
                <a:cs typeface="LLNUDR+Helvetica-Bold" panose="020B0704020202020204"/>
              </a:rPr>
              <a:t> heating tank(i)</a:t>
            </a:r>
            <a:endParaRPr sz="1500" b="1">
              <a:solidFill>
                <a:srgbClr val="000000"/>
              </a:solidFill>
              <a:latin typeface="LLNUDR+Helvetica-Bold" panose="020B0704020202020204"/>
              <a:cs typeface="LLNUDR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7287" y="4226550"/>
            <a:ext cx="2366652" cy="75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015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after(60 secs)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[currtemp &gt;= dtemp+5]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9229" y="4226550"/>
            <a:ext cx="2183079" cy="75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after(60 secs)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[currtemp &lt;</a:t>
            </a:r>
            <a:r>
              <a:rPr sz="1500" spc="13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 </a:t>
            </a: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dtemp-5]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1184" y="4438120"/>
            <a:ext cx="1044562" cy="500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 b="1">
                <a:solidFill>
                  <a:srgbClr val="000000"/>
                </a:solidFill>
                <a:latin typeface="LLNUDR+Helvetica-Bold" panose="020B0704020202020204"/>
                <a:cs typeface="LLNUDR+Helvetica-Bold" panose="020B0704020202020204"/>
              </a:rPr>
              <a:t>Ready(i)</a:t>
            </a:r>
            <a:endParaRPr sz="1500" b="1">
              <a:solidFill>
                <a:srgbClr val="000000"/>
              </a:solidFill>
              <a:latin typeface="LLNUDR+Helvetica-Bold" panose="020B0704020202020204"/>
              <a:cs typeface="LLNUDR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5507" y="4957422"/>
            <a:ext cx="1621501" cy="500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 b="1">
                <a:solidFill>
                  <a:srgbClr val="000000"/>
                </a:solidFill>
                <a:latin typeface="LLNUDR+Helvetica-Bold" panose="020B0704020202020204"/>
                <a:cs typeface="LLNUDR+Helvetica-Bold" panose="020B0704020202020204"/>
              </a:rPr>
              <a:t>Heating tank(i)</a:t>
            </a:r>
            <a:endParaRPr sz="1500" b="1">
              <a:solidFill>
                <a:srgbClr val="000000"/>
              </a:solidFill>
              <a:latin typeface="LLNUDR+Helvetica-Bold" panose="020B0704020202020204"/>
              <a:cs typeface="LLNUDR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9776" y="5111283"/>
            <a:ext cx="2183079" cy="75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885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start(t, dtemp)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[currtemp &lt;</a:t>
            </a:r>
            <a:r>
              <a:rPr sz="1500" spc="13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 </a:t>
            </a: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dtemp-5]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8267" y="5284380"/>
            <a:ext cx="1856916" cy="750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enter / switch on(i)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  <a:p>
            <a:pPr marL="0" marR="0">
              <a:lnSpc>
                <a:spcPts val="1690"/>
              </a:lnSpc>
              <a:spcBef>
                <a:spcPts val="27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exit / switch off(i)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6737" y="5890225"/>
            <a:ext cx="926955" cy="500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SKRGVL+Helvetica" panose="020B0604020202020204"/>
                <a:cs typeface="SKRGVL+Helvetica" panose="020B0604020202020204"/>
              </a:rPr>
              <a:t>stop(i) /</a:t>
            </a:r>
            <a:endParaRPr sz="1500">
              <a:solidFill>
                <a:srgbClr val="000000"/>
              </a:solidFill>
              <a:latin typeface="SKRGVL+Helvetica" panose="020B0604020202020204"/>
              <a:cs typeface="SKRGVL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MLHGM+CMR7" panose="02000500000000000000"/>
                <a:cs typeface="EMLHGM+CMR7" panose="02000500000000000000"/>
              </a:rPr>
              <a:t>336</a:t>
            </a:r>
            <a:endParaRPr sz="1450">
              <a:solidFill>
                <a:srgbClr val="000000"/>
              </a:solidFill>
              <a:latin typeface="EMLHGM+CMR7" panose="02000500000000000000"/>
              <a:cs typeface="EMLHGM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303121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67">
                <a:solidFill>
                  <a:srgbClr val="000000"/>
                </a:solidFill>
                <a:latin typeface="MQUEQI+CMBX12~c" panose="02000500000000000000"/>
                <a:cs typeface="MQUEQI+CMBX12~c" panose="02000500000000000000"/>
              </a:rPr>
              <a:t>Temp</a:t>
            </a:r>
            <a:r>
              <a:rPr sz="2500" spc="-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QUEQI+CMBX12~c" panose="02000500000000000000"/>
                <a:cs typeface="MQUEQI+CMBX12~c" panose="02000500000000000000"/>
              </a:rPr>
              <a:t>oral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MQUEQI+CMBX12~c" panose="02000500000000000000"/>
                <a:cs typeface="MQUEQI+CMBX12~c" panose="02000500000000000000"/>
              </a:rPr>
              <a:t>events</a:t>
            </a:r>
            <a:endParaRPr sz="2500" spc="-40">
              <a:solidFill>
                <a:srgbClr val="000000"/>
              </a:solidFill>
              <a:latin typeface="MQUEQI+CMBX12~c" panose="02000500000000000000"/>
              <a:cs typeface="MQUEQ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24345"/>
            <a:ext cx="159343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IISGJ+CMBX10" panose="02000500000000000000"/>
                <a:cs typeface="BIISGJ+CMBX10" panose="02000500000000000000"/>
              </a:rPr>
              <a:t>Timeout:</a:t>
            </a:r>
            <a:endParaRPr sz="2050" spc="10">
              <a:solidFill>
                <a:srgbClr val="000000"/>
              </a:solidFill>
              <a:latin typeface="BIISGJ+CMBX10" panose="02000500000000000000"/>
              <a:cs typeface="BIISGJ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1892273"/>
            <a:ext cx="8158736" cy="1431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CLGO+CMSY10~25" panose="02000500000000000000"/>
                <a:cs typeface="PFCLG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For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natural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timeout(e,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1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abbreviated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tm!(e,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occurs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units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after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most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recent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occurrence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73" y="3087093"/>
            <a:ext cx="89310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An</a:t>
            </a:r>
            <a:r>
              <a:rPr sz="20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after(n)</a:t>
            </a:r>
            <a:r>
              <a:rPr sz="2050" spc="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event</a:t>
            </a:r>
            <a:r>
              <a:rPr sz="2050" spc="1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that</a:t>
            </a:r>
            <a:r>
              <a:rPr sz="2050" spc="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leaves</a:t>
            </a:r>
            <a:r>
              <a:rPr sz="2050" spc="1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state</a:t>
            </a:r>
            <a:r>
              <a:rPr sz="2050" spc="1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</a:t>
            </a:r>
            <a:r>
              <a:rPr sz="2050" spc="1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can</a:t>
            </a:r>
            <a:r>
              <a:rPr sz="20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be</a:t>
            </a:r>
            <a:r>
              <a:rPr sz="2050" spc="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deﬁned</a:t>
            </a:r>
            <a:r>
              <a:rPr sz="2050" spc="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as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tm!(en(S),</a:t>
            </a:r>
            <a:r>
              <a:rPr sz="2050" spc="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600" y="3561059"/>
            <a:ext cx="8260559" cy="107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CLGO+CMSY10~25" panose="02000500000000000000"/>
                <a:cs typeface="PFCLG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When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statechart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enters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state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generates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25"/>
              </a:spcBef>
              <a:spcAft>
                <a:spcPct val="0"/>
              </a:spcAft>
            </a:pPr>
            <a:r>
              <a:rPr sz="2050" spc="-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en(s)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79" y="4396213"/>
            <a:ext cx="6491742" cy="118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CLGO+CMSY10~25" panose="02000500000000000000"/>
                <a:cs typeface="PFCLG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When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exits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generates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ex(S)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  <a:p>
            <a:pPr marL="0" marR="0">
              <a:lnSpc>
                <a:spcPts val="2470"/>
              </a:lnSpc>
              <a:spcBef>
                <a:spcPts val="12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IISGJ+CMBX10" panose="02000500000000000000"/>
                <a:cs typeface="BIISGJ+CMBX10" panose="02000500000000000000"/>
              </a:rPr>
              <a:t>Scheduled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IISGJ+CMBX10" panose="02000500000000000000"/>
                <a:cs typeface="BIISGJ+CMBX10" panose="02000500000000000000"/>
              </a:rPr>
              <a:t>action:</a:t>
            </a:r>
            <a:endParaRPr sz="2050">
              <a:solidFill>
                <a:srgbClr val="000000"/>
              </a:solidFill>
              <a:latin typeface="BIISGJ+CMBX10" panose="02000500000000000000"/>
              <a:cs typeface="BIISGJ+CMBX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9" y="5344145"/>
            <a:ext cx="8580900" cy="1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CLGO+CMSY10~25" panose="02000500000000000000"/>
                <a:cs typeface="PFCLG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For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action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natural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action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schedule(a,</a:t>
            </a:r>
            <a:endParaRPr sz="2050" spc="10">
              <a:solidFill>
                <a:srgbClr val="000000"/>
              </a:solidFill>
              <a:latin typeface="GQJRSO+CMSS10" panose="02000500000000000000"/>
              <a:cs typeface="GQJRSO+CMSS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abbreviated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sc!(a,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schedules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action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a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occur</a:t>
            </a:r>
            <a:endParaRPr sz="2050" spc="27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exactly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time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units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later.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44" y="6540488"/>
            <a:ext cx="61027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when(n)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/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now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expressed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sc!(a,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RSO+CMSS10" panose="02000500000000000000"/>
                <a:cs typeface="GQJRSO+CMSS10" panose="02000500000000000000"/>
              </a:rPr>
              <a:t>n)</a:t>
            </a:r>
            <a:r>
              <a:rPr sz="2050">
                <a:solidFill>
                  <a:srgbClr val="000000"/>
                </a:solidFill>
                <a:latin typeface="BOVBWQ+CMR10" panose="02000500000000000000"/>
                <a:cs typeface="BOVBWQ+CMR10" panose="02000500000000000000"/>
              </a:rPr>
              <a:t>.</a:t>
            </a:r>
            <a:endParaRPr sz="2050">
              <a:solidFill>
                <a:srgbClr val="000000"/>
              </a:solidFill>
              <a:latin typeface="BOVBWQ+CMR10" panose="02000500000000000000"/>
              <a:cs typeface="BOVBWQ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UUHSM+CMR7" panose="02000500000000000000"/>
                <a:cs typeface="IUUHSM+CMR7" panose="02000500000000000000"/>
              </a:rPr>
              <a:t>337</a:t>
            </a:r>
            <a:endParaRPr sz="1450">
              <a:solidFill>
                <a:srgbClr val="000000"/>
              </a:solidFill>
              <a:latin typeface="IUUHSM+CMR7" panose="02000500000000000000"/>
              <a:cs typeface="IUUHSM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08501"/>
            <a:ext cx="274122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JDLKAB+CMBX12~c" panose="02000500000000000000"/>
                <a:cs typeface="JDLKAB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DLKAB+CMBX12~c" panose="02000500000000000000"/>
                <a:cs typeface="JDLKAB+CMBX12~c" panose="02000500000000000000"/>
              </a:rPr>
              <a:t>states</a:t>
            </a:r>
            <a:endParaRPr sz="2500" spc="-11">
              <a:solidFill>
                <a:srgbClr val="000000"/>
              </a:solidFill>
              <a:latin typeface="JDLKAB+CMBX12~c" panose="02000500000000000000"/>
              <a:cs typeface="JDLKA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1048" y="3052857"/>
            <a:ext cx="1207447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Active(A)</a:t>
            </a:r>
            <a:endParaRPr sz="1600" b="1" spc="10">
              <a:solidFill>
                <a:srgbClr val="000000"/>
              </a:solidFill>
              <a:latin typeface="TPBHGC+Helvetica-Bold" panose="020B0704020202020204"/>
              <a:cs typeface="TPBHGC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2314" y="3555509"/>
            <a:ext cx="1515967" cy="1562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sp!(A) /</a:t>
            </a:r>
            <a:r>
              <a:rPr sz="1600" spc="11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sp(A)</a:t>
            </a:r>
            <a:endParaRPr sz="1600" spc="10">
              <a:solidFill>
                <a:srgbClr val="000000"/>
              </a:solidFill>
              <a:latin typeface="ICWORI+Helvetica" panose="020B0604020202020204"/>
              <a:cs typeface="ICWORI+Helvetica" panose="020B0604020202020204"/>
            </a:endParaRPr>
          </a:p>
          <a:p>
            <a:pPr marL="80010" marR="0">
              <a:lnSpc>
                <a:spcPts val="1810"/>
              </a:lnSpc>
              <a:spcBef>
                <a:spcPts val="6285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st!(A) /</a:t>
            </a:r>
            <a:r>
              <a:rPr sz="1600" spc="11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st(A)</a:t>
            </a:r>
            <a:endParaRPr sz="1600">
              <a:solidFill>
                <a:srgbClr val="000000"/>
              </a:solidFill>
              <a:latin typeface="ICWORI+Helvetica" panose="020B0604020202020204"/>
              <a:cs typeface="ICWOR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2274" y="3738287"/>
            <a:ext cx="1789661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Not</a:t>
            </a:r>
            <a:r>
              <a:rPr sz="1600" b="1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 </a:t>
            </a:r>
            <a:r>
              <a:rPr sz="1600" b="1" spc="11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hanging(A)</a:t>
            </a:r>
            <a:endParaRPr sz="1600" b="1" spc="11">
              <a:solidFill>
                <a:srgbClr val="000000"/>
              </a:solidFill>
              <a:latin typeface="TPBHGC+Helvetica-Bold" panose="020B0704020202020204"/>
              <a:cs typeface="TPBHGC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1732" y="4081009"/>
            <a:ext cx="1572926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Not</a:t>
            </a:r>
            <a:r>
              <a:rPr sz="1600" b="1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 active(A)</a:t>
            </a:r>
            <a:endParaRPr sz="1600" b="1">
              <a:solidFill>
                <a:srgbClr val="000000"/>
              </a:solidFill>
              <a:latin typeface="TPBHGC+Helvetica-Bold" panose="020B0704020202020204"/>
              <a:cs typeface="TPBHGC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6726" y="4355190"/>
            <a:ext cx="1515967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sd!(A) /</a:t>
            </a:r>
            <a:r>
              <a:rPr sz="1600" spc="11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sd(A)</a:t>
            </a:r>
            <a:endParaRPr sz="1600" spc="10">
              <a:solidFill>
                <a:srgbClr val="000000"/>
              </a:solidFill>
              <a:latin typeface="ICWORI+Helvetica" panose="020B0604020202020204"/>
              <a:cs typeface="ICWOR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4519" y="4400885"/>
            <a:ext cx="1424256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rs!(A) /</a:t>
            </a:r>
            <a:r>
              <a:rPr sz="1600" spc="11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ICWORI+Helvetica" panose="020B0604020202020204"/>
                <a:cs typeface="ICWORI+Helvetica" panose="020B0604020202020204"/>
              </a:rPr>
              <a:t>rs(A)</a:t>
            </a:r>
            <a:endParaRPr sz="1600">
              <a:solidFill>
                <a:srgbClr val="000000"/>
              </a:solidFill>
              <a:latin typeface="ICWORI+Helvetica" panose="020B0604020202020204"/>
              <a:cs typeface="ICWOR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0729" y="4994927"/>
            <a:ext cx="1412740" cy="53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PBHGC+Helvetica-Bold" panose="020B0704020202020204"/>
                <a:cs typeface="TPBHGC+Helvetica-Bold" panose="020B0704020202020204"/>
              </a:rPr>
              <a:t>Hanging(A)</a:t>
            </a:r>
            <a:endParaRPr sz="1600" b="1" spc="11">
              <a:solidFill>
                <a:srgbClr val="000000"/>
              </a:solidFill>
              <a:latin typeface="TPBHGC+Helvetica-Bold" panose="020B0704020202020204"/>
              <a:cs typeface="TPBHGC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RACUG+CMR7" panose="02000500000000000000"/>
                <a:cs typeface="FRACUG+CMR7" panose="02000500000000000000"/>
              </a:rPr>
              <a:t>338</a:t>
            </a:r>
            <a:endParaRPr sz="1450">
              <a:solidFill>
                <a:srgbClr val="000000"/>
              </a:solidFill>
              <a:latin typeface="FRACUG+CMR7" panose="02000500000000000000"/>
              <a:cs typeface="FRACUG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35249"/>
            <a:ext cx="436124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PRHKIR+CMBX12~c" panose="02000500000000000000"/>
                <a:cs typeface="PRHKIR+CMBX12~c" panose="02000500000000000000"/>
              </a:rPr>
              <a:t>Changing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PRHKIR+CMBX12~c" panose="02000500000000000000"/>
                <a:cs typeface="PRHKIR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RHKIR+CMBX12~c" panose="02000500000000000000"/>
                <a:cs typeface="PRHKIR+CMBX12~c" panose="02000500000000000000"/>
              </a:rPr>
              <a:t>status</a:t>
            </a:r>
            <a:endParaRPr sz="2500" spc="-12">
              <a:solidFill>
                <a:srgbClr val="000000"/>
              </a:solidFill>
              <a:latin typeface="PRHKIR+CMBX12~c" panose="02000500000000000000"/>
              <a:cs typeface="PRHKI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701773"/>
            <a:ext cx="731038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Actions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will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cause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change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state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activity: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117825"/>
            <a:ext cx="1113478" cy="221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sp!(A)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st!(A)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sd!(A)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rs!(A)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3603" y="2117825"/>
            <a:ext cx="127355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stop(A)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3717" y="2619222"/>
            <a:ext cx="133180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start(A)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3603" y="3120617"/>
            <a:ext cx="1707334" cy="121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suspend(A)</a:t>
            </a:r>
            <a:endParaRPr sz="2050" spc="17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resume(A)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4147793"/>
            <a:ext cx="650197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3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Events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when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activity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changes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state: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4565370"/>
            <a:ext cx="1040527" cy="221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sp(A)</a:t>
            </a:r>
            <a:endParaRPr sz="2050" spc="1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6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3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sd(A)</a:t>
            </a:r>
            <a:endParaRPr sz="2050" spc="1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rs(A)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3806" y="4565370"/>
            <a:ext cx="1690802" cy="1210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stopped(A)</a:t>
            </a:r>
            <a:endParaRPr sz="2050" spc="17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6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started(A)</a:t>
            </a:r>
            <a:endParaRPr sz="205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3806" y="5566637"/>
            <a:ext cx="1970798" cy="121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suspended(A)</a:t>
            </a:r>
            <a:endParaRPr sz="2050" spc="17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48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IJSQJ+CMR10" panose="02000500000000000000"/>
                <a:cs typeface="SIJSQJ+CMR10" panose="02000500000000000000"/>
              </a:rPr>
              <a:t>resumed(A)</a:t>
            </a:r>
            <a:endParaRPr sz="2050" spc="10">
              <a:solidFill>
                <a:srgbClr val="000000"/>
              </a:solidFill>
              <a:latin typeface="SIJSQJ+CMR10" panose="02000500000000000000"/>
              <a:cs typeface="SIJSQJ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NBBSL+CMR7" panose="02000500000000000000"/>
                <a:cs typeface="ONBBSL+CMR7" panose="02000500000000000000"/>
              </a:rPr>
              <a:t>339</a:t>
            </a:r>
            <a:endParaRPr sz="1450">
              <a:solidFill>
                <a:srgbClr val="000000"/>
              </a:solidFill>
              <a:latin typeface="ONBBSL+CMR7" panose="02000500000000000000"/>
              <a:cs typeface="ONBBSL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03217"/>
            <a:ext cx="8084075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Interface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between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control</a:t>
            </a:r>
            <a:r>
              <a:rPr sz="2500" spc="3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activity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sibling</a:t>
            </a:r>
            <a:endParaRPr sz="2500">
              <a:solidFill>
                <a:srgbClr val="000000"/>
              </a:solidFill>
              <a:latin typeface="TMGSFV+CMBX12~c" panose="02000500000000000000"/>
              <a:cs typeface="TMGSFV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MGSFV+CMBX12~c" panose="02000500000000000000"/>
                <a:cs typeface="TMGSFV+CMBX12~c" panose="02000500000000000000"/>
              </a:rPr>
              <a:t>activities</a:t>
            </a:r>
            <a:endParaRPr sz="2500">
              <a:solidFill>
                <a:srgbClr val="000000"/>
              </a:solidFill>
              <a:latin typeface="TMGSFV+CMBX12~c" panose="02000500000000000000"/>
              <a:cs typeface="TMGSF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6238" y="3686410"/>
            <a:ext cx="2517979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CQCE+Helvetica" panose="020B0604020202020204"/>
                <a:cs typeface="RECQCE+Helvetica" panose="020B0604020202020204"/>
              </a:rPr>
              <a:t>st!(A), sp!(A), sd!(A), rs!(A)</a:t>
            </a:r>
            <a:endParaRPr sz="1450">
              <a:solidFill>
                <a:srgbClr val="000000"/>
              </a:solidFill>
              <a:latin typeface="RECQCE+Helvetica" panose="020B0604020202020204"/>
              <a:cs typeface="RECQC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9776" y="3686410"/>
            <a:ext cx="2281394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CQCE+Helvetica" panose="020B0604020202020204"/>
                <a:cs typeface="RECQCE+Helvetica" panose="020B0604020202020204"/>
              </a:rPr>
              <a:t>st(A), sp(A), sd(A), rs(A)</a:t>
            </a:r>
            <a:endParaRPr sz="1450">
              <a:solidFill>
                <a:srgbClr val="000000"/>
              </a:solidFill>
              <a:latin typeface="RECQCE+Helvetica" panose="020B0604020202020204"/>
              <a:cs typeface="RECQC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823" y="3768642"/>
            <a:ext cx="872616" cy="750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CQCE+Helvetica" panose="020B0604020202020204"/>
                <a:cs typeface="RECQCE+Helvetica" panose="020B0604020202020204"/>
              </a:rPr>
              <a:t>Control</a:t>
            </a:r>
            <a:endParaRPr sz="1450">
              <a:solidFill>
                <a:srgbClr val="000000"/>
              </a:solidFill>
              <a:latin typeface="RECQCE+Helvetica" panose="020B0604020202020204"/>
              <a:cs typeface="RECQCE+Helvetica" panose="020B0604020202020204"/>
            </a:endParaRPr>
          </a:p>
          <a:p>
            <a:pPr marL="15240" marR="0">
              <a:lnSpc>
                <a:spcPts val="1625"/>
              </a:lnSpc>
              <a:spcBef>
                <a:spcPts val="47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CQCE+Helvetica" panose="020B0604020202020204"/>
                <a:cs typeface="RECQCE+Helvetica" panose="020B0604020202020204"/>
              </a:rPr>
              <a:t>activity</a:t>
            </a:r>
            <a:endParaRPr sz="1450">
              <a:solidFill>
                <a:srgbClr val="000000"/>
              </a:solidFill>
              <a:latin typeface="RECQCE+Helvetica" panose="020B0604020202020204"/>
              <a:cs typeface="RECQC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366" y="3891972"/>
            <a:ext cx="399622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CQCE+Helvetica" panose="020B0604020202020204"/>
                <a:cs typeface="RECQCE+Helvetica" panose="020B0604020202020204"/>
              </a:rPr>
              <a:t>A</a:t>
            </a:r>
            <a:endParaRPr sz="1450">
              <a:solidFill>
                <a:srgbClr val="000000"/>
              </a:solidFill>
              <a:latin typeface="RECQCE+Helvetica" panose="020B0604020202020204"/>
              <a:cs typeface="RECQC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51" y="4618710"/>
            <a:ext cx="8689738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interface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present,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shown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activity</a:t>
            </a:r>
            <a:endParaRPr sz="2050">
              <a:solidFill>
                <a:srgbClr val="000000"/>
              </a:solidFill>
              <a:latin typeface="SHWVOP+CMR10" panose="02000500000000000000"/>
              <a:cs typeface="SHWVO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HWVOP+CMR10" panose="02000500000000000000"/>
                <a:cs typeface="SHWVOP+CMR10" panose="02000500000000000000"/>
              </a:rPr>
              <a:t>chart.</a:t>
            </a:r>
            <a:endParaRPr sz="2050">
              <a:solidFill>
                <a:srgbClr val="000000"/>
              </a:solidFill>
              <a:latin typeface="SHWVOP+CMR10" panose="02000500000000000000"/>
              <a:cs typeface="SHWVOP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VCUDP+CMR7" panose="02000500000000000000"/>
                <a:cs typeface="BVCUDP+CMR7" panose="02000500000000000000"/>
              </a:rPr>
              <a:t>340</a:t>
            </a:r>
            <a:endParaRPr sz="1450">
              <a:solidFill>
                <a:srgbClr val="000000"/>
              </a:solidFill>
              <a:latin typeface="BVCUDP+CMR7" panose="02000500000000000000"/>
              <a:cs typeface="BVCUDP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84373"/>
            <a:ext cx="890089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9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Hierarchy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activity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charts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VRESB+CMBX12~c" panose="02000500000000000000"/>
                <a:cs typeface="AVRESB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AVRESB+CMBX12~c" panose="02000500000000000000"/>
              <a:cs typeface="AVRES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4665" y="1576932"/>
            <a:ext cx="3835982" cy="87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  <a:p>
            <a:pPr marL="247269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KTSAPO+Helvetica" panose="020B0604020202020204"/>
                <a:cs typeface="KTSAPO+Helvetica" panose="020B0604020202020204"/>
              </a:rPr>
              <a:t>e2/</a:t>
            </a:r>
            <a:endParaRPr sz="1600" spc="10">
              <a:solidFill>
                <a:srgbClr val="000000"/>
              </a:solidFill>
              <a:latin typeface="KTSAPO+Helvetica" panose="020B0604020202020204"/>
              <a:cs typeface="KTSAPO+Helvetica" panose="020B0604020202020204"/>
            </a:endParaRPr>
          </a:p>
          <a:p>
            <a:pPr marL="105664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KTSAPO+Helvetica" panose="020B0604020202020204"/>
                <a:cs typeface="KTSAPO+Helvetica" panose="020B0604020202020204"/>
              </a:rPr>
              <a:t>e1/</a:t>
            </a:r>
            <a:endParaRPr sz="1600" spc="10">
              <a:solidFill>
                <a:srgbClr val="000000"/>
              </a:solidFill>
              <a:latin typeface="KTSAPO+Helvetica" panose="020B0604020202020204"/>
              <a:cs typeface="KTSAPO+Helvetica" panose="020B0604020202020204"/>
            </a:endParaRPr>
          </a:p>
          <a:p>
            <a:pPr marL="3084195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4423" y="2033840"/>
            <a:ext cx="670639" cy="53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S11</a:t>
            </a:r>
            <a:endParaRPr sz="1600" b="1" spc="11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0923" y="2033840"/>
            <a:ext cx="670639" cy="53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S12</a:t>
            </a:r>
            <a:endParaRPr sz="1600" b="1" spc="11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48" y="2861537"/>
            <a:ext cx="8466755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Moving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activity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another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statechart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leads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equivalent</a:t>
            </a:r>
            <a:endParaRPr sz="2050" spc="-10">
              <a:solidFill>
                <a:srgbClr val="000000"/>
              </a:solidFill>
              <a:latin typeface="GLGNKT+CMR10" panose="02000500000000000000"/>
              <a:cs typeface="GLGNK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25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(having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step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LGNKT+CMR10" panose="02000500000000000000"/>
                <a:cs typeface="GLGNKT+CMR10" panose="02000500000000000000"/>
              </a:rPr>
              <a:t>semantics):</a:t>
            </a:r>
            <a:endParaRPr sz="2050">
              <a:solidFill>
                <a:srgbClr val="000000"/>
              </a:solidFill>
              <a:latin typeface="GLGNKT+CMR10" panose="02000500000000000000"/>
              <a:cs typeface="GLGNK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0835" y="3751364"/>
            <a:ext cx="441938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8347" y="4208272"/>
            <a:ext cx="876245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topSC</a:t>
            </a:r>
            <a:endParaRPr sz="1600" spc="1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31969" y="4208270"/>
            <a:ext cx="441938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8791" y="4208272"/>
            <a:ext cx="1047619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innerSC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3369" y="5578982"/>
            <a:ext cx="556289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5582" y="5693219"/>
            <a:ext cx="647719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e2</a:t>
            </a: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6597" y="5693219"/>
            <a:ext cx="647719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e1</a:t>
            </a: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1001" y="5921667"/>
            <a:ext cx="556289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8365" y="5921667"/>
            <a:ext cx="670637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S11</a:t>
            </a:r>
            <a:endParaRPr sz="1600" b="1" spc="11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44853" y="5921667"/>
            <a:ext cx="670637" cy="534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PFSKAN+Helvetica-Bold" panose="020B0704020202020204"/>
                <a:cs typeface="PFSKAN+Helvetica-Bold" panose="020B0704020202020204"/>
              </a:rPr>
              <a:t>S12</a:t>
            </a:r>
            <a:endParaRPr sz="1600" b="1" spc="11">
              <a:solidFill>
                <a:srgbClr val="000000"/>
              </a:solidFill>
              <a:latin typeface="PFSKAN+Helvetica-Bold" panose="020B0704020202020204"/>
              <a:cs typeface="PFSKAN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0810" y="6013044"/>
            <a:ext cx="1618841" cy="83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enter /</a:t>
            </a:r>
            <a:r>
              <a:rPr sz="1600" spc="11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start(B)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exit /</a:t>
            </a:r>
            <a:r>
              <a:rPr sz="1600" spc="11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AVHGWH+Helvetica" panose="020B0604020202020204"/>
                <a:cs typeface="AVHGWH+Helvetica" panose="020B0604020202020204"/>
              </a:rPr>
              <a:t>stop(B)</a:t>
            </a:r>
            <a:endParaRPr sz="1600">
              <a:solidFill>
                <a:srgbClr val="000000"/>
              </a:solidFill>
              <a:latin typeface="AVHGWH+Helvetica" panose="020B0604020202020204"/>
              <a:cs typeface="AVHGWH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VQQOK+CMR7" panose="02000500000000000000"/>
                <a:cs typeface="CVQQOK+CMR7" panose="02000500000000000000"/>
              </a:rPr>
              <a:t>341</a:t>
            </a:r>
            <a:endParaRPr sz="1450">
              <a:solidFill>
                <a:srgbClr val="000000"/>
              </a:solidFill>
              <a:latin typeface="CVQQOK+CMR7" panose="02000500000000000000"/>
              <a:cs typeface="CVQQOK+CMR7" panose="0200050000000000000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55289"/>
            <a:ext cx="890089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9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Hierarchy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activity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charts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SMUDO+CMBX12~c" panose="02000500000000000000"/>
                <a:cs typeface="NSMUDO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NSMUDO+CMBX12~c" panose="02000500000000000000"/>
              <a:cs typeface="NSMUD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21813"/>
            <a:ext cx="720381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done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7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too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there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outward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transition:</a:t>
            </a:r>
            <a:endParaRPr sz="2050">
              <a:solidFill>
                <a:srgbClr val="000000"/>
              </a:solidFill>
              <a:latin typeface="FWMESL+CMR10" panose="02000500000000000000"/>
              <a:cs typeface="FWMES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9032" y="2499436"/>
            <a:ext cx="647649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e4</a:t>
            </a:r>
            <a:r>
              <a:rPr sz="160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PBAUSQ+Helvetica" panose="020B0604020202020204"/>
              <a:cs typeface="PBAUS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8086" y="2819209"/>
            <a:ext cx="556238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GHCFEP+Helvetica-Bold" panose="020B0704020202020204"/>
                <a:cs typeface="GHCFEP+Helvetica-Bold" panose="020B0704020202020204"/>
              </a:rPr>
              <a:t>S1</a:t>
            </a:r>
            <a:endParaRPr sz="1600" b="1" spc="12">
              <a:solidFill>
                <a:srgbClr val="000000"/>
              </a:solidFill>
              <a:latin typeface="GHCFEP+Helvetica-Bold" panose="020B0704020202020204"/>
              <a:cs typeface="GHCFEP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5860" y="2933407"/>
            <a:ext cx="2784565" cy="762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8463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e2</a:t>
            </a:r>
            <a:r>
              <a:rPr sz="160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PBAUSQ+Helvetica" panose="020B0604020202020204"/>
              <a:cs typeface="PBAUSQ+Helvetica" panose="020B0604020202020204"/>
            </a:endParaRPr>
          </a:p>
          <a:p>
            <a:pPr marL="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e1</a:t>
            </a:r>
            <a:r>
              <a:rPr sz="1600">
                <a:solidFill>
                  <a:srgbClr val="000000"/>
                </a:solidFill>
                <a:latin typeface="PBAUSQ+Helvetica" panose="020B0604020202020204"/>
                <a:cs typeface="PBAUSQ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PBAUSQ+Helvetica" panose="020B0604020202020204"/>
              <a:cs typeface="PBAUSQ+Helvetica" panose="020B0604020202020204"/>
            </a:endParaRPr>
          </a:p>
          <a:p>
            <a:pPr marL="2169795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GHCFEP+Helvetica-Bold" panose="020B0704020202020204"/>
                <a:cs typeface="GHCFEP+Helvetica-Bold" panose="020B0704020202020204"/>
              </a:rPr>
              <a:t>S2</a:t>
            </a:r>
            <a:endParaRPr sz="1600" b="1" spc="12">
              <a:solidFill>
                <a:srgbClr val="000000"/>
              </a:solidFill>
              <a:latin typeface="GHCFEP+Helvetica-Bold" panose="020B0704020202020204"/>
              <a:cs typeface="GHCFEP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7756" y="3276015"/>
            <a:ext cx="67056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GHCFEP+Helvetica-Bold" panose="020B0704020202020204"/>
                <a:cs typeface="GHCFEP+Helvetica-Bold" panose="020B0704020202020204"/>
              </a:rPr>
              <a:t>S11</a:t>
            </a:r>
            <a:endParaRPr sz="1600" b="1" spc="11">
              <a:solidFill>
                <a:srgbClr val="000000"/>
              </a:solidFill>
              <a:latin typeface="GHCFEP+Helvetica-Bold" panose="020B0704020202020204"/>
              <a:cs typeface="GHCFEP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3989" y="3276015"/>
            <a:ext cx="67056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GHCFEP+Helvetica-Bold" panose="020B0704020202020204"/>
                <a:cs typeface="GHCFEP+Helvetica-Bold" panose="020B0704020202020204"/>
              </a:rPr>
              <a:t>S12</a:t>
            </a:r>
            <a:endParaRPr sz="1600" b="1" spc="11">
              <a:solidFill>
                <a:srgbClr val="000000"/>
              </a:solidFill>
              <a:latin typeface="GHCFEP+Helvetica-Bold" panose="020B0704020202020204"/>
              <a:cs typeface="GHCFEP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4102074"/>
            <a:ext cx="84017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replaced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equivalent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(same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step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MESL+CMR10" panose="02000500000000000000"/>
                <a:cs typeface="FWMESL+CMR10" panose="02000500000000000000"/>
              </a:rPr>
              <a:t>semantics):</a:t>
            </a:r>
            <a:endParaRPr sz="2050">
              <a:solidFill>
                <a:srgbClr val="000000"/>
              </a:solidFill>
              <a:latin typeface="FWMESL+CMR10" panose="02000500000000000000"/>
              <a:cs typeface="FWMES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5898" y="4753638"/>
            <a:ext cx="495831" cy="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BPEKM+Helvetica" panose="020B0604020202020204"/>
                <a:cs typeface="VBPEKM+Helvetica" panose="020B0604020202020204"/>
              </a:rPr>
              <a:t>A</a:t>
            </a:r>
            <a:endParaRPr sz="1800">
              <a:solidFill>
                <a:srgbClr val="000000"/>
              </a:solidFill>
              <a:latin typeface="VBPEKM+Helvetica" panose="020B0604020202020204"/>
              <a:cs typeface="VBPEKM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2327" y="5008399"/>
            <a:ext cx="495831" cy="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BPEKM+Helvetica" panose="020B0604020202020204"/>
                <a:cs typeface="VBPEKM+Helvetica" panose="020B0604020202020204"/>
              </a:rPr>
              <a:t>X</a:t>
            </a:r>
            <a:endParaRPr sz="1800">
              <a:solidFill>
                <a:srgbClr val="000000"/>
              </a:solidFill>
              <a:latin typeface="VBPEKM+Helvetica" panose="020B0604020202020204"/>
              <a:cs typeface="VBPEKM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1521" y="5263161"/>
            <a:ext cx="788932" cy="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BPEKM+Helvetica" panose="020B0604020202020204"/>
                <a:cs typeface="VBPEKM+Helvetica" panose="020B0604020202020204"/>
              </a:rPr>
              <a:t>SC1</a:t>
            </a:r>
            <a:endParaRPr sz="1800">
              <a:solidFill>
                <a:srgbClr val="000000"/>
              </a:solidFill>
              <a:latin typeface="VBPEKM+Helvetica" panose="020B0604020202020204"/>
              <a:cs typeface="VBPEKM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9233" y="5263161"/>
            <a:ext cx="495831" cy="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BPEKM+Helvetica" panose="020B0604020202020204"/>
                <a:cs typeface="VBPEKM+Helvetica" panose="020B0604020202020204"/>
              </a:rPr>
              <a:t>B</a:t>
            </a:r>
            <a:endParaRPr sz="1800">
              <a:solidFill>
                <a:srgbClr val="000000"/>
              </a:solidFill>
              <a:latin typeface="VBPEKM+Helvetica" panose="020B0604020202020204"/>
              <a:cs typeface="VBPEKM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4392" y="5263161"/>
            <a:ext cx="788932" cy="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5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BPEKM+Helvetica" panose="020B0604020202020204"/>
                <a:cs typeface="VBPEKM+Helvetica" panose="020B0604020202020204"/>
              </a:rPr>
              <a:t>SC2</a:t>
            </a:r>
            <a:endParaRPr sz="1800">
              <a:solidFill>
                <a:srgbClr val="000000"/>
              </a:solidFill>
              <a:latin typeface="VBPEKM+Helvetica" panose="020B0604020202020204"/>
              <a:cs typeface="VBPEKM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TBSGR+CMR7" panose="02000500000000000000"/>
                <a:cs typeface="NTBSGR+CMR7" panose="02000500000000000000"/>
              </a:rPr>
              <a:t>342</a:t>
            </a:r>
            <a:endParaRPr sz="1450">
              <a:solidFill>
                <a:srgbClr val="000000"/>
              </a:solidFill>
              <a:latin typeface="NTBSGR+CMR7" panose="02000500000000000000"/>
              <a:cs typeface="NTBSGR+CMR7" panose="0200050000000000000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890089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9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Hierarchy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activity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charts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KAHTS+CMBX12~c" panose="02000500000000000000"/>
                <a:cs typeface="FKAHTS+CMBX12~c" panose="02000500000000000000"/>
              </a:rPr>
              <a:t>(3)</a:t>
            </a:r>
            <a:endParaRPr sz="2500" spc="-14">
              <a:solidFill>
                <a:srgbClr val="000000"/>
              </a:solidFill>
              <a:latin typeface="FKAHTS+CMBX12~c" panose="02000500000000000000"/>
              <a:cs typeface="FKAHT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35073"/>
            <a:ext cx="726148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When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inward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does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work:</a:t>
            </a:r>
            <a:endParaRPr sz="2050">
              <a:solidFill>
                <a:srgbClr val="000000"/>
              </a:solidFill>
              <a:latin typeface="OUMHUK+CMR10" panose="02000500000000000000"/>
              <a:cs typeface="OUMHU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8912" y="1902078"/>
            <a:ext cx="647649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e4</a:t>
            </a:r>
            <a:r>
              <a:rPr sz="160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FFBKNA+Helvetica" panose="020B0604020202020204"/>
              <a:cs typeface="FFBKNA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8086" y="2290381"/>
            <a:ext cx="556238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</a:t>
            </a:r>
            <a:endParaRPr sz="1600" b="1" spc="12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5860" y="2404579"/>
            <a:ext cx="2784565" cy="762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8463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e2</a:t>
            </a:r>
            <a:r>
              <a:rPr sz="160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FFBKNA+Helvetica" panose="020B0604020202020204"/>
              <a:cs typeface="FFBKNA+Helvetica" panose="020B0604020202020204"/>
            </a:endParaRPr>
          </a:p>
          <a:p>
            <a:pPr marL="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e1</a:t>
            </a:r>
            <a:r>
              <a:rPr sz="1600">
                <a:solidFill>
                  <a:srgbClr val="000000"/>
                </a:solidFill>
                <a:latin typeface="FFBKNA+Helvetica" panose="020B0604020202020204"/>
                <a:cs typeface="FFBKNA+Helvetica" panose="020B0604020202020204"/>
              </a:rPr>
              <a:t> /</a:t>
            </a:r>
            <a:endParaRPr sz="1600">
              <a:solidFill>
                <a:srgbClr val="000000"/>
              </a:solidFill>
              <a:latin typeface="FFBKNA+Helvetica" panose="020B0604020202020204"/>
              <a:cs typeface="FFBKNA+Helvetica" panose="020B0604020202020204"/>
            </a:endParaRPr>
          </a:p>
          <a:p>
            <a:pPr marL="2169795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2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S2</a:t>
            </a:r>
            <a:endParaRPr sz="1600" b="1" spc="12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7756" y="2747187"/>
            <a:ext cx="67056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S11</a:t>
            </a:r>
            <a:endParaRPr sz="1600" b="1" spc="1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3989" y="2747187"/>
            <a:ext cx="670563" cy="53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S12</a:t>
            </a:r>
            <a:endParaRPr sz="1600" b="1" spc="1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2" y="3541241"/>
            <a:ext cx="7910669" cy="107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equivalent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(diﬀerent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step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superstep</a:t>
            </a:r>
            <a:endParaRPr sz="2050" spc="17">
              <a:solidFill>
                <a:srgbClr val="000000"/>
              </a:solidFill>
              <a:latin typeface="OUMHUK+CMR10" panose="02000500000000000000"/>
              <a:cs typeface="OUMHUK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HUK+CMR10" panose="02000500000000000000"/>
                <a:cs typeface="OUMHUK+CMR10" panose="02000500000000000000"/>
              </a:rPr>
              <a:t>semantics):</a:t>
            </a:r>
            <a:endParaRPr sz="2050">
              <a:solidFill>
                <a:srgbClr val="000000"/>
              </a:solidFill>
              <a:latin typeface="OUMHUK+CMR10" panose="02000500000000000000"/>
              <a:cs typeface="OUMHU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4434" y="4390561"/>
            <a:ext cx="495258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A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8473" y="4618983"/>
            <a:ext cx="1162840" cy="712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e1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  <a:p>
            <a:pPr marL="667385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B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64279" y="4847405"/>
            <a:ext cx="977763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topSC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39193" y="4847405"/>
            <a:ext cx="1168155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innerSC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9781" y="5715425"/>
            <a:ext cx="1041461" cy="1032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e2 /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41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e4 / e1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28798" y="5761119"/>
            <a:ext cx="622299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</a:t>
            </a:r>
            <a:endParaRPr sz="1800" b="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77964" y="5761119"/>
            <a:ext cx="723876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e1 /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48539" y="5989542"/>
            <a:ext cx="749337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S11</a:t>
            </a:r>
            <a:endParaRPr sz="1800" b="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4887" y="5989542"/>
            <a:ext cx="749337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S12</a:t>
            </a:r>
            <a:endParaRPr sz="1800" b="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8847" y="6103753"/>
            <a:ext cx="622299" cy="598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HJLVOK+Helvetica-Bold" panose="020B0704020202020204"/>
                <a:cs typeface="HJLVOK+Helvetica-Bold" panose="020B0704020202020204"/>
              </a:rPr>
              <a:t>S2</a:t>
            </a:r>
            <a:endParaRPr sz="1800" b="1">
              <a:solidFill>
                <a:srgbClr val="000000"/>
              </a:solidFill>
              <a:latin typeface="HJLVOK+Helvetica-Bold" panose="020B0704020202020204"/>
              <a:cs typeface="HJLVOK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4725" y="6195129"/>
            <a:ext cx="1802772" cy="895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enter / start(B)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THLWF+Helvetica" panose="020B0604020202020204"/>
                <a:cs typeface="ITHLWF+Helvetica" panose="020B0604020202020204"/>
              </a:rPr>
              <a:t>exit / stop(B)</a:t>
            </a:r>
            <a:endParaRPr sz="1800">
              <a:solidFill>
                <a:srgbClr val="000000"/>
              </a:solidFill>
              <a:latin typeface="ITHLWF+Helvetica" panose="020B0604020202020204"/>
              <a:cs typeface="ITHLWF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BNUOH+CMR7" panose="02000500000000000000"/>
                <a:cs typeface="LBNUOH+CMR7" panose="02000500000000000000"/>
              </a:rPr>
              <a:t>343</a:t>
            </a:r>
            <a:endParaRPr sz="1450">
              <a:solidFill>
                <a:srgbClr val="000000"/>
              </a:solidFill>
              <a:latin typeface="LBNUOH+CMR7" panose="02000500000000000000"/>
              <a:cs typeface="LBNUOH+CMR7" panose="0200050000000000000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38269"/>
            <a:ext cx="864651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Parallelism</a:t>
            </a:r>
            <a:r>
              <a:rPr sz="250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in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charts</a:t>
            </a:r>
            <a:r>
              <a:rPr sz="250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JUHSMN+CMBX12~c" panose="02000500000000000000"/>
                <a:cs typeface="JUHSMN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JUHSMN+CMBX12~c" panose="02000500000000000000"/>
              <a:cs typeface="JUHSM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1944" y="3395828"/>
            <a:ext cx="556254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S1</a:t>
            </a:r>
            <a:endParaRPr sz="1600" b="1" spc="13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5099" y="3395828"/>
            <a:ext cx="556253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S2</a:t>
            </a:r>
            <a:endParaRPr sz="1600" b="1" spc="13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466" y="3395828"/>
            <a:ext cx="556254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S3</a:t>
            </a:r>
            <a:endParaRPr sz="1600" b="1" spc="13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1412" y="3395828"/>
            <a:ext cx="556254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3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S4</a:t>
            </a:r>
            <a:endParaRPr sz="1600" b="1" spc="13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5316" y="3624250"/>
            <a:ext cx="670585" cy="1448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S11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5385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S12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2694" y="3624250"/>
            <a:ext cx="670585" cy="1448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S21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5385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S22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5847" y="3624250"/>
            <a:ext cx="670585" cy="1448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S31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5385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S32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9002" y="3624250"/>
            <a:ext cx="670585" cy="1448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S41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  <a:p>
            <a:pPr marL="0" marR="0">
              <a:lnSpc>
                <a:spcPts val="1810"/>
              </a:lnSpc>
              <a:spcBef>
                <a:spcPts val="5385"/>
              </a:spcBef>
              <a:spcAft>
                <a:spcPct val="0"/>
              </a:spcAft>
            </a:pPr>
            <a:r>
              <a:rPr sz="1600" b="1" spc="11">
                <a:solidFill>
                  <a:srgbClr val="000000"/>
                </a:solidFill>
                <a:latin typeface="TQDFEN+Helvetica-Bold" panose="020B0704020202020204"/>
                <a:cs typeface="TQDFEN+Helvetica-Bold" panose="020B0704020202020204"/>
              </a:rPr>
              <a:t>S42</a:t>
            </a:r>
            <a:endParaRPr sz="1600" b="1" spc="11">
              <a:solidFill>
                <a:srgbClr val="000000"/>
              </a:solidFill>
              <a:latin typeface="TQDFEN+Helvetica-Bold" panose="020B0704020202020204"/>
              <a:cs typeface="TQDFEN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5522" y="4081082"/>
            <a:ext cx="590585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LGLHC+Helvetica" panose="020B0604020202020204"/>
                <a:cs typeface="JLGLHC+Helvetica" panose="020B0604020202020204"/>
              </a:rPr>
              <a:t>b/d</a:t>
            </a:r>
            <a:endParaRPr sz="1600">
              <a:solidFill>
                <a:srgbClr val="000000"/>
              </a:solidFill>
              <a:latin typeface="JLGLHC+Helvetica" panose="020B0604020202020204"/>
              <a:cs typeface="JLGLHC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2888" y="4081082"/>
            <a:ext cx="590585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LGLHC+Helvetica" panose="020B0604020202020204"/>
                <a:cs typeface="JLGLHC+Helvetica" panose="020B0604020202020204"/>
              </a:rPr>
              <a:t>a/b</a:t>
            </a:r>
            <a:endParaRPr sz="1600">
              <a:solidFill>
                <a:srgbClr val="000000"/>
              </a:solidFill>
              <a:latin typeface="JLGLHC+Helvetica" panose="020B0604020202020204"/>
              <a:cs typeface="JLGLHC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71794" y="4081082"/>
            <a:ext cx="579042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LGLHC+Helvetica" panose="020B0604020202020204"/>
                <a:cs typeface="JLGLHC+Helvetica" panose="020B0604020202020204"/>
              </a:rPr>
              <a:t>b/c</a:t>
            </a:r>
            <a:endParaRPr sz="1600">
              <a:solidFill>
                <a:srgbClr val="000000"/>
              </a:solidFill>
              <a:latin typeface="JLGLHC+Helvetica" panose="020B0604020202020204"/>
              <a:cs typeface="JLGLHC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4949" y="4081082"/>
            <a:ext cx="579074" cy="53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JLGLHC+Helvetica" panose="020B0604020202020204"/>
                <a:cs typeface="JLGLHC+Helvetica" panose="020B0604020202020204"/>
              </a:rPr>
              <a:t>c/e</a:t>
            </a:r>
            <a:endParaRPr sz="1600">
              <a:solidFill>
                <a:srgbClr val="000000"/>
              </a:solidFill>
              <a:latin typeface="JLGLHC+Helvetica" panose="020B0604020202020204"/>
              <a:cs typeface="JLGLHC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BVROU+CMR7" panose="02000500000000000000"/>
                <a:cs typeface="MBVROU+CMR7" panose="02000500000000000000"/>
              </a:rPr>
              <a:t>344</a:t>
            </a:r>
            <a:endParaRPr sz="1450">
              <a:solidFill>
                <a:srgbClr val="000000"/>
              </a:solidFill>
              <a:latin typeface="MBVROU+CMR7" panose="02000500000000000000"/>
              <a:cs typeface="MBVROU+CMR7" panose="0200050000000000000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89173"/>
            <a:ext cx="864651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Parallelism</a:t>
            </a:r>
            <a:r>
              <a:rPr sz="250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in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charts</a:t>
            </a:r>
            <a:r>
              <a:rPr sz="250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LWHFFW+CMBX12~c" panose="02000500000000000000"/>
                <a:cs typeface="LWHFFW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LWHFFW+CMBX12~c" panose="02000500000000000000"/>
              <a:cs typeface="LWHFF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9730" y="2301127"/>
            <a:ext cx="441937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A</a:t>
            </a:r>
            <a:endParaRPr sz="1600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9473" y="2643804"/>
            <a:ext cx="55628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A1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2860" y="2643804"/>
            <a:ext cx="55628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A2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6238" y="2643804"/>
            <a:ext cx="55628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A3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842" y="2643804"/>
            <a:ext cx="55628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A4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0633" y="2758035"/>
            <a:ext cx="419147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4015" y="2758035"/>
            <a:ext cx="419147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b</a:t>
            </a:r>
            <a:endParaRPr sz="1600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1680" y="2758035"/>
            <a:ext cx="407602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c</a:t>
            </a:r>
            <a:endParaRPr sz="1600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2573" y="3100707"/>
            <a:ext cx="70476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SC1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955" y="3100707"/>
            <a:ext cx="70476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SC2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9325" y="3100707"/>
            <a:ext cx="70476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SC3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6931" y="3100707"/>
            <a:ext cx="704766" cy="53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APGQBG+Helvetica" panose="020B0604020202020204"/>
                <a:cs typeface="APGQBG+Helvetica" panose="020B0604020202020204"/>
              </a:rPr>
              <a:t>SC4</a:t>
            </a:r>
            <a:endParaRPr sz="1600" spc="13">
              <a:solidFill>
                <a:srgbClr val="000000"/>
              </a:solidFill>
              <a:latin typeface="APGQBG+Helvetica" panose="020B0604020202020204"/>
              <a:cs typeface="APGQBG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7491" y="4583188"/>
            <a:ext cx="670038" cy="1446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SGMQGS+Helvetica-Bold" panose="020B0704020202020204"/>
                <a:cs typeface="SGMQGS+Helvetica-Bold" panose="020B0704020202020204"/>
              </a:rPr>
              <a:t>S11</a:t>
            </a:r>
            <a:endParaRPr sz="1600" b="1" spc="10">
              <a:solidFill>
                <a:srgbClr val="000000"/>
              </a:solidFill>
              <a:latin typeface="SGMQGS+Helvetica-Bold" panose="020B0704020202020204"/>
              <a:cs typeface="SGMQGS+Helvetica-Bold" panose="020B0704020202020204"/>
            </a:endParaRPr>
          </a:p>
          <a:p>
            <a:pPr marL="0" marR="0">
              <a:lnSpc>
                <a:spcPts val="1805"/>
              </a:lnSpc>
              <a:spcBef>
                <a:spcPts val="5375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SGMQGS+Helvetica-Bold" panose="020B0704020202020204"/>
                <a:cs typeface="SGMQGS+Helvetica-Bold" panose="020B0704020202020204"/>
              </a:rPr>
              <a:t>S12</a:t>
            </a:r>
            <a:endParaRPr sz="1600" b="1" spc="10">
              <a:solidFill>
                <a:srgbClr val="000000"/>
              </a:solidFill>
              <a:latin typeface="SGMQGS+Helvetica-Bold" panose="020B0704020202020204"/>
              <a:cs typeface="SGMQGS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2575" y="4583188"/>
            <a:ext cx="670038" cy="1446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SGMQGS+Helvetica-Bold" panose="020B0704020202020204"/>
                <a:cs typeface="SGMQGS+Helvetica-Bold" panose="020B0704020202020204"/>
              </a:rPr>
              <a:t>S21</a:t>
            </a:r>
            <a:endParaRPr sz="1600" b="1" spc="10">
              <a:solidFill>
                <a:srgbClr val="000000"/>
              </a:solidFill>
              <a:latin typeface="SGMQGS+Helvetica-Bold" panose="020B0704020202020204"/>
              <a:cs typeface="SGMQGS+Helvetica-Bold" panose="020B0704020202020204"/>
            </a:endParaRPr>
          </a:p>
          <a:p>
            <a:pPr marL="0" marR="0">
              <a:lnSpc>
                <a:spcPts val="1805"/>
              </a:lnSpc>
              <a:spcBef>
                <a:spcPts val="5375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SGMQGS+Helvetica-Bold" panose="020B0704020202020204"/>
                <a:cs typeface="SGMQGS+Helvetica-Bold" panose="020B0704020202020204"/>
              </a:rPr>
              <a:t>S22</a:t>
            </a:r>
            <a:endParaRPr sz="1600" b="1" spc="10">
              <a:solidFill>
                <a:srgbClr val="000000"/>
              </a:solidFill>
              <a:latin typeface="SGMQGS+Helvetica-Bold" panose="020B0704020202020204"/>
              <a:cs typeface="SGMQGS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6135" y="4583188"/>
            <a:ext cx="670038" cy="1446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PGAORH+Helvetica-Bold" panose="020B0704020202020204"/>
                <a:cs typeface="PGAORH+Helvetica-Bold" panose="020B0704020202020204"/>
              </a:rPr>
              <a:t>S31</a:t>
            </a:r>
            <a:endParaRPr sz="1600" b="1" spc="10">
              <a:solidFill>
                <a:srgbClr val="000000"/>
              </a:solidFill>
              <a:latin typeface="PGAORH+Helvetica-Bold" panose="020B0704020202020204"/>
              <a:cs typeface="PGAORH+Helvetica-Bold" panose="020B0704020202020204"/>
            </a:endParaRPr>
          </a:p>
          <a:p>
            <a:pPr marL="0" marR="0">
              <a:lnSpc>
                <a:spcPts val="1805"/>
              </a:lnSpc>
              <a:spcBef>
                <a:spcPts val="5375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PGAORH+Helvetica-Bold" panose="020B0704020202020204"/>
                <a:cs typeface="PGAORH+Helvetica-Bold" panose="020B0704020202020204"/>
              </a:rPr>
              <a:t>S32</a:t>
            </a:r>
            <a:endParaRPr sz="1600" b="1" spc="10">
              <a:solidFill>
                <a:srgbClr val="000000"/>
              </a:solidFill>
              <a:latin typeface="PGAORH+Helvetica-Bold" panose="020B0704020202020204"/>
              <a:cs typeface="PGAORH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21219" y="4583188"/>
            <a:ext cx="670038" cy="1446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LKLKRE+Helvetica-Bold" panose="020B0704020202020204"/>
                <a:cs typeface="LKLKRE+Helvetica-Bold" panose="020B0704020202020204"/>
              </a:rPr>
              <a:t>S41</a:t>
            </a:r>
            <a:endParaRPr sz="1600" b="1" spc="10">
              <a:solidFill>
                <a:srgbClr val="000000"/>
              </a:solidFill>
              <a:latin typeface="LKLKRE+Helvetica-Bold" panose="020B0704020202020204"/>
              <a:cs typeface="LKLKRE+Helvetica-Bold" panose="020B0704020202020204"/>
            </a:endParaRPr>
          </a:p>
          <a:p>
            <a:pPr marL="0" marR="0">
              <a:lnSpc>
                <a:spcPts val="1805"/>
              </a:lnSpc>
              <a:spcBef>
                <a:spcPts val="5375"/>
              </a:spcBef>
              <a:spcAft>
                <a:spcPct val="0"/>
              </a:spcAft>
            </a:pPr>
            <a:r>
              <a:rPr sz="1600" b="1" spc="10">
                <a:solidFill>
                  <a:srgbClr val="000000"/>
                </a:solidFill>
                <a:latin typeface="LKLKRE+Helvetica-Bold" panose="020B0704020202020204"/>
                <a:cs typeface="LKLKRE+Helvetica-Bold" panose="020B0704020202020204"/>
              </a:rPr>
              <a:t>S42</a:t>
            </a:r>
            <a:endParaRPr sz="1600" b="1" spc="10">
              <a:solidFill>
                <a:srgbClr val="000000"/>
              </a:solidFill>
              <a:latin typeface="LKLKRE+Helvetica-Bold" panose="020B0704020202020204"/>
              <a:cs typeface="LKLKRE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8104" y="5039347"/>
            <a:ext cx="590158" cy="534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FQLPV+Helvetica" panose="020B0604020202020204"/>
                <a:cs typeface="FFQLPV+Helvetica" panose="020B0604020202020204"/>
              </a:rPr>
              <a:t>b/d</a:t>
            </a:r>
            <a:endParaRPr sz="1600">
              <a:solidFill>
                <a:srgbClr val="000000"/>
              </a:solidFill>
              <a:latin typeface="FFQLPV+Helvetica" panose="020B0604020202020204"/>
              <a:cs typeface="FFQLPV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3188" y="5039347"/>
            <a:ext cx="590158" cy="534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UGJDU+Helvetica" panose="020B0604020202020204"/>
                <a:cs typeface="FUGJDU+Helvetica" panose="020B0604020202020204"/>
              </a:rPr>
              <a:t>a/b</a:t>
            </a:r>
            <a:endParaRPr sz="1600">
              <a:solidFill>
                <a:srgbClr val="000000"/>
              </a:solidFill>
              <a:latin typeface="FUGJDU+Helvetica" panose="020B0604020202020204"/>
              <a:cs typeface="FUGJDU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32501" y="5039347"/>
            <a:ext cx="578632" cy="534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NNVAA+Helvetica" panose="020B0604020202020204"/>
                <a:cs typeface="PNNVAA+Helvetica" panose="020B0604020202020204"/>
              </a:rPr>
              <a:t>b/c</a:t>
            </a:r>
            <a:endParaRPr sz="1600">
              <a:solidFill>
                <a:srgbClr val="000000"/>
              </a:solidFill>
              <a:latin typeface="PNNVAA+Helvetica" panose="020B0604020202020204"/>
              <a:cs typeface="PNNVAA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7586" y="5039347"/>
            <a:ext cx="578663" cy="534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OLHMOH+Helvetica" panose="020B0604020202020204"/>
                <a:cs typeface="OLHMOH+Helvetica" panose="020B0604020202020204"/>
              </a:rPr>
              <a:t>c/e</a:t>
            </a:r>
            <a:endParaRPr sz="1600">
              <a:solidFill>
                <a:srgbClr val="000000"/>
              </a:solidFill>
              <a:latin typeface="OLHMOH+Helvetica" panose="020B0604020202020204"/>
              <a:cs typeface="OLHMOH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GQDTR+CMR7" panose="02000500000000000000"/>
                <a:cs typeface="GGQDTR+CMR7" panose="02000500000000000000"/>
              </a:rPr>
              <a:t>345</a:t>
            </a:r>
            <a:endParaRPr sz="1450">
              <a:solidFill>
                <a:srgbClr val="000000"/>
              </a:solidFill>
              <a:latin typeface="GGQDTR+CMR7" panose="02000500000000000000"/>
              <a:cs typeface="GGQDTR+CMR7" panose="0200050000000000000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63621"/>
            <a:ext cx="702108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VLUUQT+CMBX12~c" panose="02000500000000000000"/>
                <a:cs typeface="VLUUQT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VLUUQT+CMBX12~c" panose="02000500000000000000"/>
                <a:cs typeface="VLUUQT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LUUQT+CMBX12~c" panose="02000500000000000000"/>
                <a:cs typeface="VLUUQT+CMBX12~c" panose="02000500000000000000"/>
              </a:rPr>
              <a:t>(1):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VLUUQT+CMBX12~c" panose="02000500000000000000"/>
                <a:cs typeface="VLUUQT+CMBX12~c" panose="02000500000000000000"/>
              </a:rPr>
              <a:t>Choices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LUUQT+CMBX12~c" panose="02000500000000000000"/>
                <a:cs typeface="VLUUQT+CMBX12~c" panose="02000500000000000000"/>
              </a:rPr>
              <a:t>made</a:t>
            </a:r>
            <a:endParaRPr sz="2500" spc="-14">
              <a:solidFill>
                <a:srgbClr val="000000"/>
              </a:solidFill>
              <a:latin typeface="VLUUQT+CMBX12~c" panose="02000500000000000000"/>
              <a:cs typeface="VLUUQ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663673"/>
            <a:ext cx="604463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Channel</a:t>
            </a:r>
            <a:r>
              <a:rPr sz="20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capacity.</a:t>
            </a:r>
            <a:r>
              <a:rPr sz="2050" spc="4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Flows</a:t>
            </a:r>
            <a:r>
              <a:rPr sz="205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capacity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one.</a:t>
            </a:r>
            <a:endParaRPr sz="2050" spc="11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9" y="2183357"/>
            <a:ext cx="823900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Time-continuous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ﬂows.</a:t>
            </a:r>
            <a:r>
              <a:rPr sz="2050" spc="4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ﬂows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time-continuous.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They</a:t>
            </a:r>
            <a:endParaRPr sz="2050" spc="11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4" y="2553691"/>
            <a:ext cx="291628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behave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data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stores.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7" y="3073375"/>
            <a:ext cx="8514978" cy="1970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Input</a:t>
            </a:r>
            <a:r>
              <a:rPr sz="2050" spc="2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buﬀer.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activity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input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buﬀer,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set.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Priority.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conﬂicts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reaction,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priority.</a:t>
            </a:r>
            <a:r>
              <a:rPr sz="2050" spc="4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transitions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in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conﬂict,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highest-level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priority.</a:t>
            </a:r>
            <a:endParaRPr sz="2050" spc="-19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1" y="4853412"/>
            <a:ext cx="820898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Step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semantics.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step,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responds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events</a:t>
            </a:r>
            <a:endParaRPr sz="2050" spc="-12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692" y="5223746"/>
            <a:ext cx="65527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occurred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since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start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previous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step.</a:t>
            </a:r>
            <a:endParaRPr sz="2050" spc="1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58" y="5743430"/>
            <a:ext cx="7004543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Perfect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technology.</a:t>
            </a:r>
            <a:r>
              <a:rPr sz="2050" spc="4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Steps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MLNRF+CMSY10~25" panose="02000500000000000000"/>
                <a:cs typeface="LMLNR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USUPHW+CMTI10" panose="02000500000000000000"/>
                <a:cs typeface="USUPHW+CMTI10" panose="02000500000000000000"/>
              </a:rPr>
              <a:t>Breadth-ﬁrst.</a:t>
            </a:r>
            <a:r>
              <a:rPr sz="2050" spc="4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Activities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executed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GUHR+CMR10" panose="02000500000000000000"/>
                <a:cs typeface="WWGUHR+CMR10" panose="02000500000000000000"/>
              </a:rPr>
              <a:t>breadth-ﬁrst.</a:t>
            </a:r>
            <a:endParaRPr sz="2050">
              <a:solidFill>
                <a:srgbClr val="000000"/>
              </a:solidFill>
              <a:latin typeface="WWGUHR+CMR10" panose="02000500000000000000"/>
              <a:cs typeface="WWGUHR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TKFAW+CMR7" panose="02000500000000000000"/>
                <a:cs typeface="ITKFAW+CMR7" panose="02000500000000000000"/>
              </a:rPr>
              <a:t>346</a:t>
            </a:r>
            <a:endParaRPr sz="1450">
              <a:solidFill>
                <a:srgbClr val="000000"/>
              </a:solidFill>
              <a:latin typeface="ITKFAW+CMR7" panose="02000500000000000000"/>
              <a:cs typeface="ITKFAW+CMR7" panose="0200050000000000000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00197"/>
            <a:ext cx="734477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KEQQJV+CMBX12~c" panose="02000500000000000000"/>
                <a:cs typeface="KEQQJV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KEQQJV+CMBX12~c" panose="02000500000000000000"/>
                <a:cs typeface="KEQQJV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EQQJV+CMBX12~c" panose="02000500000000000000"/>
                <a:cs typeface="KEQQJV+CMBX12~c" panose="02000500000000000000"/>
              </a:rPr>
              <a:t>(2):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EQQJV+CMBX12~c" panose="02000500000000000000"/>
                <a:cs typeface="KEQQJV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EQQJV+CMBX12~c" panose="02000500000000000000"/>
                <a:cs typeface="KEQQJV+CMBX12~c" panose="02000500000000000000"/>
              </a:rPr>
              <a:t>state</a:t>
            </a:r>
            <a:endParaRPr sz="2500" spc="-11">
              <a:solidFill>
                <a:srgbClr val="000000"/>
              </a:solidFill>
              <a:latin typeface="KEQQJV+CMBX12~c" panose="02000500000000000000"/>
              <a:cs typeface="KEQQJ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701773"/>
            <a:ext cx="8656203" cy="160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LIUTP+CMSY10~25" panose="02000500000000000000"/>
                <a:cs typeface="BLIUT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status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system,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consists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following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items: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current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conﬁguration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statecharts;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values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variables;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40" y="3036799"/>
            <a:ext cx="481983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truth-values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conditions;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0" y="3481807"/>
            <a:ext cx="5184728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activation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activity;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25" y="3926816"/>
            <a:ext cx="8199961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list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internal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previous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step;</a:t>
            </a:r>
            <a:endParaRPr sz="2050" spc="1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list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outstanding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timeout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events;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45" y="4816833"/>
            <a:ext cx="553223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BWTHL+CMBX10" panose="02000500000000000000"/>
                <a:cs typeface="FBWTH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list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outstanding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scheduled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actions.</a:t>
            </a:r>
            <a:endParaRPr sz="205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2" y="5334995"/>
            <a:ext cx="689259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LIUTP+CMSY10~25" panose="02000500000000000000"/>
                <a:cs typeface="BLIUT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currently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indicated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clock;</a:t>
            </a:r>
            <a:endParaRPr sz="2050" spc="1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70" y="5853157"/>
            <a:ext cx="868101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LIUTP+CMSY10~25" panose="02000500000000000000"/>
                <a:cs typeface="BLIUT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list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occurred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since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beginning</a:t>
            </a:r>
            <a:endParaRPr sz="2050" spc="18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694" y="6225012"/>
            <a:ext cx="27258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previous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LLBWL+CMR10" panose="02000500000000000000"/>
                <a:cs typeface="OLLBWL+CMR10" panose="02000500000000000000"/>
              </a:rPr>
              <a:t>step.</a:t>
            </a:r>
            <a:endParaRPr sz="2050" spc="10">
              <a:solidFill>
                <a:srgbClr val="000000"/>
              </a:solidFill>
              <a:latin typeface="OLLBWL+CMR10" panose="02000500000000000000"/>
              <a:cs typeface="OLLBW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FQVQH+CMR7" panose="02000500000000000000"/>
                <a:cs typeface="TFQVQH+CMR7" panose="02000500000000000000"/>
              </a:rPr>
              <a:t>347</a:t>
            </a:r>
            <a:endParaRPr sz="1450">
              <a:solidFill>
                <a:srgbClr val="000000"/>
              </a:solidFill>
              <a:latin typeface="TFQVQH+CMR7" panose="02000500000000000000"/>
              <a:cs typeface="TFQVQH+CMR7" panose="0200050000000000000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7215855" cy="1100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WHKFUK+CMBX12~c" panose="02000500000000000000"/>
                <a:cs typeface="WHKFUK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WHKFUK+CMBX12~c" panose="02000500000000000000"/>
                <a:cs typeface="WHKFUK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WHKFUK+CMBX12~c" panose="02000500000000000000"/>
                <a:cs typeface="WHKFUK+CMBX12~c" panose="02000500000000000000"/>
              </a:rPr>
              <a:t>(3):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WHKFUK+CMBX12~c" panose="02000500000000000000"/>
                <a:cs typeface="WHKFUK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WHKFUK+CMBX12~c" panose="02000500000000000000"/>
                <a:cs typeface="WHKFUK+CMBX12~c" panose="02000500000000000000"/>
              </a:rPr>
              <a:t>step</a:t>
            </a:r>
            <a:endParaRPr sz="2500" spc="-10">
              <a:solidFill>
                <a:srgbClr val="000000"/>
              </a:solidFill>
              <a:latin typeface="WHKFUK+CMBX12~c" panose="02000500000000000000"/>
              <a:cs typeface="WHKFUK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3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Time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PNBWF+CMR10" panose="02000500000000000000"/>
                <a:cs typeface="APNBWF+CMR10" panose="02000500000000000000"/>
              </a:rPr>
              <a:t>step.</a:t>
            </a:r>
            <a:endParaRPr sz="2050" spc="10">
              <a:solidFill>
                <a:srgbClr val="000000"/>
              </a:solidFill>
              <a:latin typeface="APNBWF+CMR10" panose="02000500000000000000"/>
              <a:cs typeface="APNBWF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668" y="1888652"/>
            <a:ext cx="864337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1.</a:t>
            </a:r>
            <a:r>
              <a:rPr sz="1850" spc="5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Construct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set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48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be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responded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to.</a:t>
            </a:r>
            <a:r>
              <a:rPr sz="1850" spc="3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First,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set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:=</a:t>
            </a:r>
            <a:r>
              <a:rPr sz="1850" spc="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0.</a:t>
            </a:r>
            <a:endParaRPr sz="1850" spc="11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2033" y="2286417"/>
            <a:ext cx="809971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(a)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Collect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all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external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generated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8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by</a:t>
            </a:r>
            <a:r>
              <a:rPr sz="18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environment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since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5" y="2621698"/>
            <a:ext cx="4618390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previous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step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and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add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them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2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.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9845" y="3020986"/>
            <a:ext cx="848753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(b)</a:t>
            </a:r>
            <a:r>
              <a:rPr sz="1850" spc="5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Collect</a:t>
            </a:r>
            <a:r>
              <a:rPr sz="18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all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generated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previous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step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and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add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them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4013" y="3354743"/>
            <a:ext cx="611524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2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.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5768" y="3754032"/>
            <a:ext cx="8419539" cy="923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(c)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Collect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all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generated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8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by</a:t>
            </a:r>
            <a:r>
              <a:rPr sz="1850" spc="2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2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,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and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add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them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  <a:p>
            <a:pPr marL="427990" marR="0">
              <a:lnSpc>
                <a:spcPts val="1860"/>
              </a:lnSpc>
              <a:spcBef>
                <a:spcPts val="73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AIVQSD+CMMI9" panose="02000500000000000000"/>
                <a:cs typeface="AIVQSD+CMMI9" panose="02000500000000000000"/>
              </a:rPr>
              <a:t>E</a:t>
            </a:r>
            <a:r>
              <a:rPr sz="18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(recursively).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9867" y="4487077"/>
            <a:ext cx="7969670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(d)</a:t>
            </a:r>
            <a:r>
              <a:rPr sz="1850" spc="5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Execute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all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scheduled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actions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whose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time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due</a:t>
            </a:r>
            <a:r>
              <a:rPr sz="18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(T,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T+1].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5780" y="4884004"/>
            <a:ext cx="8212378" cy="12859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(e)</a:t>
            </a:r>
            <a:r>
              <a:rPr sz="1850" spc="5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Process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list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timeout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events.</a:t>
            </a:r>
            <a:r>
              <a:rPr sz="1850" spc="3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74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Fo</a:t>
            </a:r>
            <a:r>
              <a:rPr sz="1850" spc="-4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r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each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tm(e,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n)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list,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  <a:p>
            <a:pPr marL="437515" marR="0">
              <a:lnSpc>
                <a:spcPts val="283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KDVKUG+CMSY9" panose="02000500000000000000"/>
                <a:cs typeface="KDVKUG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if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KDVKUG+CMSY9" panose="02000500000000000000"/>
                <a:cs typeface="KDVKUG+CMSY9" panose="02000500000000000000"/>
              </a:rPr>
              <a:t>∈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compute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and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record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time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at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which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tm(e,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n)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  <a:p>
            <a:pPr marL="690245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 spc="48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be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generated;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3152" y="5908693"/>
            <a:ext cx="7576767" cy="1265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KDVKUG+CMSY9" panose="02000500000000000000"/>
                <a:cs typeface="KDVKUG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else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if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time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for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tm(e,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OUOCI+CMSS9" panose="02000500000000000000"/>
                <a:cs typeface="DOUOCI+CMSS9" panose="02000500000000000000"/>
              </a:rPr>
              <a:t>n)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9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occur</a:t>
            </a:r>
            <a:r>
              <a:rPr sz="18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falls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8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interval</a:t>
            </a:r>
            <a:r>
              <a:rPr sz="18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(T,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  <a:p>
            <a:pPr marL="252730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T+1],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then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generate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and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deactivate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timeout</a:t>
            </a:r>
            <a:endParaRPr sz="1850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  <a:p>
            <a:pPr marL="252730" marR="0">
              <a:lnSpc>
                <a:spcPts val="1860"/>
              </a:lnSpc>
              <a:spcBef>
                <a:spcPts val="730"/>
              </a:spcBef>
              <a:spcAft>
                <a:spcPct val="0"/>
              </a:spcAft>
            </a:pPr>
            <a:r>
              <a:rPr sz="1850" spc="-15">
                <a:solidFill>
                  <a:srgbClr val="000000"/>
                </a:solidFill>
                <a:latin typeface="GLKKRP+CMR9" panose="02000500000000000000"/>
                <a:cs typeface="GLKKRP+CMR9" panose="02000500000000000000"/>
              </a:rPr>
              <a:t>event.</a:t>
            </a:r>
            <a:endParaRPr sz="1850" spc="-15">
              <a:solidFill>
                <a:srgbClr val="000000"/>
              </a:solidFill>
              <a:latin typeface="GLKKRP+CMR9" panose="02000500000000000000"/>
              <a:cs typeface="GLKKRP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HVHO+CMR7" panose="02000500000000000000"/>
                <a:cs typeface="LRHVHO+CMR7" panose="02000500000000000000"/>
              </a:rPr>
              <a:t>348</a:t>
            </a:r>
            <a:endParaRPr sz="1450">
              <a:solidFill>
                <a:srgbClr val="000000"/>
              </a:solidFill>
              <a:latin typeface="LRHVHO+CMR7" panose="02000500000000000000"/>
              <a:cs typeface="LRHVHO+CMR7" panose="0200050000000000000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96668" y="1026068"/>
            <a:ext cx="7970488" cy="928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2.</a:t>
            </a:r>
            <a:r>
              <a:rPr sz="1850" spc="5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Construct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from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E</a:t>
            </a:r>
            <a:r>
              <a:rPr sz="18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maximal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step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S</a:t>
            </a:r>
            <a:r>
              <a:rPr sz="18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48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be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executed.</a:t>
            </a:r>
            <a:r>
              <a:rPr sz="18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First,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set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320040" marR="0">
              <a:lnSpc>
                <a:spcPts val="1860"/>
              </a:lnSpc>
              <a:spcBef>
                <a:spcPts val="76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S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:=</a:t>
            </a:r>
            <a:r>
              <a:rPr sz="18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0.</a:t>
            </a:r>
            <a:r>
              <a:rPr sz="1850" spc="3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Then: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2040" y="1780449"/>
            <a:ext cx="8334141" cy="1611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(a)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Compute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set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2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En</a:t>
            </a:r>
            <a:r>
              <a:rPr sz="1850" spc="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enabled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transitions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and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state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reactions,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441960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i.e.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those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whose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triggering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event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2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occurred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and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whose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guard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is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441960" marR="0">
              <a:lnSpc>
                <a:spcPts val="1860"/>
              </a:lnSpc>
              <a:spcBef>
                <a:spcPts val="81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true.</a:t>
            </a:r>
            <a:r>
              <a:rPr sz="18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2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Remove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from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2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En</a:t>
            </a:r>
            <a:r>
              <a:rPr sz="1850" spc="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those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transitions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or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reactions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that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are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in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441960" marR="0">
              <a:lnSpc>
                <a:spcPts val="1860"/>
              </a:lnSpc>
              <a:spcBef>
                <a:spcPts val="83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conﬂict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with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transition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higher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priority</a:t>
            </a:r>
            <a:r>
              <a:rPr sz="18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6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En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9819" y="3216060"/>
            <a:ext cx="8316935" cy="1269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(b)</a:t>
            </a:r>
            <a:r>
              <a:rPr sz="1850" spc="5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Compute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from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2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En</a:t>
            </a:r>
            <a:r>
              <a:rPr sz="1850" spc="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maximal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nonconﬂicting</a:t>
            </a:r>
            <a:r>
              <a:rPr sz="18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sets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S</a:t>
            </a:r>
            <a:r>
              <a:rPr sz="18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transitions.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454025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Add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each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set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state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reactions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that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do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not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conﬂict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with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it.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454025" marR="0">
              <a:lnSpc>
                <a:spcPts val="1860"/>
              </a:lnSpc>
              <a:spcBef>
                <a:spcPts val="81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Each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resulting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set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called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BGUTU+CMTI9" panose="02000500000000000000"/>
                <a:cs typeface="EBGUTU+CMTI9" panose="02000500000000000000"/>
              </a:rPr>
              <a:t>step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5712" y="4311817"/>
            <a:ext cx="4260111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(c)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Select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step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S</a:t>
            </a:r>
            <a:r>
              <a:rPr sz="18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48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be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executed.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6630" y="4799498"/>
            <a:ext cx="1826858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3.</a:t>
            </a:r>
            <a:r>
              <a:rPr sz="1850" spc="5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Execute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0">
                <a:solidFill>
                  <a:srgbClr val="000000"/>
                </a:solidFill>
                <a:latin typeface="JFIDTH+CMMI9" panose="02000500000000000000"/>
                <a:cs typeface="JFIDTH+CMMI9" panose="02000500000000000000"/>
              </a:rPr>
              <a:t>S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9777" y="5214026"/>
            <a:ext cx="8487423" cy="183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(a)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Add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scheduled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actions</a:t>
            </a:r>
            <a:r>
              <a:rPr sz="18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in</a:t>
            </a:r>
            <a:r>
              <a:rPr sz="18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step</a:t>
            </a:r>
            <a:r>
              <a:rPr sz="18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to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list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of</a:t>
            </a:r>
            <a:r>
              <a:rPr sz="18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scheduled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actions.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34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(b)</a:t>
            </a:r>
            <a:r>
              <a:rPr sz="1850" spc="5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Perform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all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other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actions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step.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26035" marR="0">
              <a:lnSpc>
                <a:spcPts val="1860"/>
              </a:lnSpc>
              <a:spcBef>
                <a:spcPts val="140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(c)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Update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information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on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history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states.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35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(d)</a:t>
            </a:r>
            <a:r>
              <a:rPr sz="1850" spc="5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Update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current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HNTSGW+CMR9" panose="02000500000000000000"/>
                <a:cs typeface="HNTSGW+CMR9" panose="02000500000000000000"/>
              </a:rPr>
              <a:t>conﬁguration.</a:t>
            </a:r>
            <a:endParaRPr sz="1850">
              <a:solidFill>
                <a:srgbClr val="000000"/>
              </a:solidFill>
              <a:latin typeface="HNTSGW+CMR9" panose="02000500000000000000"/>
              <a:cs typeface="HNTSGW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MHKJS+CMR7" panose="02000500000000000000"/>
                <a:cs typeface="OMHKJS+CMR7" panose="02000500000000000000"/>
              </a:rPr>
              <a:t>349</a:t>
            </a:r>
            <a:endParaRPr sz="1450">
              <a:solidFill>
                <a:srgbClr val="000000"/>
              </a:solidFill>
              <a:latin typeface="OMHKJS+CMR7" panose="02000500000000000000"/>
              <a:cs typeface="OMHKJS+CMR7" panose="0200050000000000000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13913"/>
            <a:ext cx="8829650" cy="1943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QDGPWA+CMBX12~c" panose="02000500000000000000"/>
                <a:cs typeface="QDGPWA+CMBX12~c" panose="02000500000000000000"/>
              </a:rPr>
              <a:t>Execution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QDGPWA+CMBX12~c" panose="02000500000000000000"/>
                <a:cs typeface="QDGPWA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QDGPWA+CMBX12~c" panose="02000500000000000000"/>
                <a:cs typeface="QDGPWA+CMBX12~c" panose="02000500000000000000"/>
              </a:rPr>
              <a:t>(4):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QDGPWA+CMBX12~c" panose="02000500000000000000"/>
                <a:cs typeface="QDGPWA+CMBX12~c" panose="02000500000000000000"/>
              </a:rPr>
              <a:t>Superstep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DGPWA+CMBX12~c" panose="02000500000000000000"/>
                <a:cs typeface="QDGPWA+CMBX12~c" panose="02000500000000000000"/>
              </a:rPr>
              <a:t>execution</a:t>
            </a:r>
            <a:endParaRPr sz="2500" spc="-11">
              <a:solidFill>
                <a:srgbClr val="000000"/>
              </a:solidFill>
              <a:latin typeface="QDGPWA+CMBX12~c" panose="02000500000000000000"/>
              <a:cs typeface="QDGPWA+CMBX12~c" panose="02000500000000000000"/>
            </a:endParaRPr>
          </a:p>
          <a:p>
            <a:pPr marL="13716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1.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Construct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responded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step.</a:t>
            </a:r>
            <a:endParaRPr sz="2050" spc="1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13716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2.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Repeat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following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until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=</a:t>
            </a:r>
            <a:r>
              <a:rPr sz="2050" spc="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SNIH+CMSY10~25" panose="02000500000000000000"/>
                <a:cs typeface="JASNIH+CMSY10~25" panose="02000500000000000000"/>
              </a:rPr>
              <a:t>∅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:</a:t>
            </a:r>
            <a:endParaRPr sz="205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7674" y="2677136"/>
            <a:ext cx="8488904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2.1</a:t>
            </a:r>
            <a:r>
              <a:rPr sz="2050" spc="5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Construct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maximal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step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S</a:t>
            </a:r>
            <a:r>
              <a:rPr sz="205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executed</a:t>
            </a:r>
            <a:endParaRPr sz="2050" spc="12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46609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step.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(There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internal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beginning</a:t>
            </a:r>
            <a:endParaRPr sz="2050" spc="18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46609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superstep.)</a:t>
            </a:r>
            <a:endParaRPr sz="2050" spc="16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667" y="3865861"/>
            <a:ext cx="65716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2.2</a:t>
            </a:r>
            <a:r>
              <a:rPr sz="2050" spc="5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Execute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S</a:t>
            </a:r>
            <a:r>
              <a:rPr sz="205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step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execution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7664" y="4310870"/>
            <a:ext cx="8223418" cy="1268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2.3</a:t>
            </a:r>
            <a:r>
              <a:rPr sz="2050" spc="5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Reconstruct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responded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First,</a:t>
            </a:r>
            <a:endParaRPr sz="205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466090" marR="0">
              <a:lnSpc>
                <a:spcPts val="293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:=</a:t>
            </a:r>
            <a:r>
              <a:rPr sz="2050" spc="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SNIH+CMSY10~25" panose="02000500000000000000"/>
                <a:cs typeface="JASNIH+CMSY10~25" panose="02000500000000000000"/>
              </a:rPr>
              <a:t>∅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Then:</a:t>
            </a:r>
            <a:endParaRPr sz="2050" spc="12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801" y="5082015"/>
            <a:ext cx="7618950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(a)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Collect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internal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ﬂows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add</a:t>
            </a:r>
            <a:endParaRPr sz="2050" spc="1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46609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them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.</a:t>
            </a:r>
            <a:endParaRPr sz="205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6085" y="5825731"/>
            <a:ext cx="772827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(b)</a:t>
            </a:r>
            <a:r>
              <a:rPr sz="2050" spc="5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Generate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derived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events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add</a:t>
            </a:r>
            <a:endParaRPr sz="2050" spc="1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  <a:p>
            <a:pPr marL="48006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HSKM+CMMI10" panose="02000500000000000000"/>
                <a:cs typeface="FEHSKM+CMMI10" panose="02000500000000000000"/>
              </a:rPr>
              <a:t>E</a:t>
            </a:r>
            <a:r>
              <a:rPr sz="20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OCUO+CMR10" panose="02000500000000000000"/>
                <a:cs typeface="NPOCUO+CMR10" panose="02000500000000000000"/>
              </a:rPr>
              <a:t>(recursively).</a:t>
            </a:r>
            <a:endParaRPr sz="2050">
              <a:solidFill>
                <a:srgbClr val="000000"/>
              </a:solidFill>
              <a:latin typeface="NPOCUO+CMR10" panose="02000500000000000000"/>
              <a:cs typeface="NPOCUO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FTONK+CMR7" panose="02000500000000000000"/>
                <a:cs typeface="NFTONK+CMR7" panose="02000500000000000000"/>
              </a:rPr>
              <a:t>350</a:t>
            </a:r>
            <a:endParaRPr sz="1450">
              <a:solidFill>
                <a:srgbClr val="000000"/>
              </a:solidFill>
              <a:latin typeface="NFTONK+CMR7" panose="02000500000000000000"/>
              <a:cs typeface="NFTONK+CMR7" panose="0200050000000000000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64177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MMLCQK+CMBX12~c" panose="02000500000000000000"/>
                <a:cs typeface="MMLCQK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MMLCQK+CMBX12~c" panose="02000500000000000000"/>
                <a:cs typeface="MMLCQK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MMLCQK+CMBX12~c" panose="02000500000000000000"/>
              <a:cs typeface="MMLCQ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3" y="3064229"/>
            <a:ext cx="8672771" cy="24904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DETO+CMSY10~25" panose="02000500000000000000"/>
                <a:cs typeface="JTDET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charts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syntactic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variant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OBSJUT+CMR10" panose="02000500000000000000"/>
              <a:cs typeface="OBSJUT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DETO+CMSY10~25" panose="02000500000000000000"/>
                <a:cs typeface="JTDET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Statecharts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execution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semantics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STM.</a:t>
            </a:r>
            <a:endParaRPr sz="2050" spc="13">
              <a:solidFill>
                <a:srgbClr val="000000"/>
              </a:solidFill>
              <a:latin typeface="OBSJUT+CMR10" panose="02000500000000000000"/>
              <a:cs typeface="OBSJUT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TDETO+CMSY10~25" panose="02000500000000000000"/>
                <a:cs typeface="JTDET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presence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hierarchy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parallelism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statecharts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well</a:t>
            </a:r>
            <a:endParaRPr sz="2050" spc="-11">
              <a:solidFill>
                <a:srgbClr val="000000"/>
              </a:solidFill>
              <a:latin typeface="OBSJUT+CMR10" panose="02000500000000000000"/>
              <a:cs typeface="OBSJU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charts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increases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speciﬁcation</a:t>
            </a:r>
            <a:endParaRPr sz="2050" spc="15">
              <a:solidFill>
                <a:srgbClr val="000000"/>
              </a:solidFill>
              <a:latin typeface="OBSJUT+CMR10" panose="02000500000000000000"/>
              <a:cs typeface="OBSJUT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options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author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OBSJUT+CMR10" panose="02000500000000000000"/>
                <a:cs typeface="OBSJUT+CMR10" panose="02000500000000000000"/>
              </a:rPr>
              <a:t>speciﬁcation.</a:t>
            </a:r>
            <a:endParaRPr sz="2050" spc="15">
              <a:solidFill>
                <a:srgbClr val="000000"/>
              </a:solidFill>
              <a:latin typeface="OBSJUT+CMR10" panose="02000500000000000000"/>
              <a:cs typeface="OBSJU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FMEWF+CMR7" panose="02000500000000000000"/>
                <a:cs typeface="FFMEWF+CMR7" panose="02000500000000000000"/>
              </a:rPr>
              <a:t>351</a:t>
            </a:r>
            <a:endParaRPr sz="1450">
              <a:solidFill>
                <a:srgbClr val="000000"/>
              </a:solidFill>
              <a:latin typeface="FFMEWF+CMR7" panose="02000500000000000000"/>
              <a:cs typeface="FFMEWF+CMR7" panose="0200050000000000000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32889" y="1853993"/>
            <a:ext cx="8037737" cy="1224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22.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The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Uniﬁed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Modeling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Language</a:t>
            </a:r>
            <a:endParaRPr sz="2500" spc="-13">
              <a:solidFill>
                <a:srgbClr val="000000"/>
              </a:solidFill>
              <a:latin typeface="RMHOIN+CMBX12~c" panose="02000500000000000000"/>
              <a:cs typeface="RMHOIN+CMBX12~c" panose="02000500000000000000"/>
            </a:endParaRPr>
          </a:p>
          <a:p>
            <a:pPr marL="2948940" marR="0">
              <a:lnSpc>
                <a:spcPts val="2480"/>
              </a:lnSpc>
              <a:spcBef>
                <a:spcPts val="925"/>
              </a:spcBef>
              <a:spcAft>
                <a:spcPct val="0"/>
              </a:spcAft>
            </a:pPr>
            <a:r>
              <a:rPr sz="2500" spc="-16">
                <a:solidFill>
                  <a:srgbClr val="000000"/>
                </a:solidFill>
                <a:latin typeface="RMHOIN+CMBX12~c" panose="02000500000000000000"/>
                <a:cs typeface="RMHOIN+CMBX12~c" panose="02000500000000000000"/>
              </a:rPr>
              <a:t>(UML)</a:t>
            </a:r>
            <a:endParaRPr sz="2500" spc="-16">
              <a:solidFill>
                <a:srgbClr val="000000"/>
              </a:solidFill>
              <a:latin typeface="RMHOIN+CMBX12~c" panose="02000500000000000000"/>
              <a:cs typeface="RMHOI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788385"/>
            <a:ext cx="860618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MORC+CMSY10~25" panose="02000500000000000000"/>
                <a:cs typeface="ETMOR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Attempted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uniﬁcation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notations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object-oriented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software</a:t>
            </a:r>
            <a:endParaRPr sz="2050" spc="-11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7" y="3160243"/>
            <a:ext cx="118013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design.</a:t>
            </a:r>
            <a:endParaRPr sz="2050" spc="10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8" y="3678405"/>
            <a:ext cx="5785050" cy="19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MORC+CMSY10~25" panose="02000500000000000000"/>
                <a:cs typeface="ETMOR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Industrial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standard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deﬁned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OMG.</a:t>
            </a:r>
            <a:endParaRPr sz="2050" spc="15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MORC+CMSY10~25" panose="02000500000000000000"/>
                <a:cs typeface="ETMOR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Standard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still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being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updated.</a:t>
            </a:r>
            <a:endParaRPr sz="2050" spc="20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MORC+CMSY10~25" panose="02000500000000000000"/>
                <a:cs typeface="ETMOR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Diﬀerent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9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books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present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versions!</a:t>
            </a:r>
            <a:endParaRPr sz="2050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7" y="5232889"/>
            <a:ext cx="857008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MORC+CMSY10~25" panose="02000500000000000000"/>
                <a:cs typeface="ETMOR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treat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light-weight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version,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expected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consistent</a:t>
            </a:r>
            <a:endParaRPr sz="2050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14" y="5604747"/>
            <a:ext cx="27470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future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OJMJD+CMR10" panose="02000500000000000000"/>
                <a:cs typeface="ROJMJD+CMR10" panose="02000500000000000000"/>
              </a:rPr>
              <a:t>versions.</a:t>
            </a:r>
            <a:endParaRPr sz="2050">
              <a:solidFill>
                <a:srgbClr val="000000"/>
              </a:solidFill>
              <a:latin typeface="ROJMJD+CMR10" panose="02000500000000000000"/>
              <a:cs typeface="ROJMJD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WIFES+CMR7" panose="02000500000000000000"/>
                <a:cs typeface="JWIFES+CMR7" panose="02000500000000000000"/>
              </a:rPr>
              <a:t>352</a:t>
            </a:r>
            <a:endParaRPr sz="1450">
              <a:solidFill>
                <a:srgbClr val="000000"/>
              </a:solidFill>
              <a:latin typeface="JWIFES+CMR7" panose="02000500000000000000"/>
              <a:cs typeface="JWIFES+CMR7" panose="0200050000000000000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1588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WWVRJE+CMBX12~c" panose="02000500000000000000"/>
                <a:cs typeface="WWVRJE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WWVRJE+CMBX12~c" panose="02000500000000000000"/>
                <a:cs typeface="WWVRJE+CMBX12~c" panose="02000500000000000000"/>
              </a:rPr>
              <a:t>UML</a:t>
            </a:r>
            <a:r>
              <a:rPr sz="250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WWVRJE+CMBX12~c" panose="02000500000000000000"/>
                <a:cs typeface="WWVRJE+CMBX12~c" panose="02000500000000000000"/>
              </a:rPr>
              <a:t>contains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8">
                <a:solidFill>
                  <a:srgbClr val="000000"/>
                </a:solidFill>
                <a:latin typeface="WWVRJE+CMBX12~c" panose="02000500000000000000"/>
                <a:cs typeface="WWVRJE+CMBX12~c" panose="02000500000000000000"/>
              </a:rPr>
              <a:t>eight</a:t>
            </a:r>
            <a:r>
              <a:rPr sz="2500" spc="3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WWVRJE+CMBX12~c" panose="02000500000000000000"/>
                <a:cs typeface="WWVRJE+CMBX12~c" panose="02000500000000000000"/>
              </a:rPr>
              <a:t>notations</a:t>
            </a:r>
            <a:endParaRPr sz="2500" spc="-12">
              <a:solidFill>
                <a:srgbClr val="000000"/>
              </a:solidFill>
              <a:latin typeface="WWVRJE+CMBX12~c" panose="02000500000000000000"/>
              <a:cs typeface="WWVRJ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27454"/>
            <a:ext cx="8779909" cy="14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UML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notations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diﬀerent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methods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diﬀerent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ways.</a:t>
            </a:r>
            <a:endParaRPr sz="2050" spc="-22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00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will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them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follows.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(Notations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brackets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not</a:t>
            </a:r>
            <a:endParaRPr sz="2050" spc="1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0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us.)</a:t>
            </a:r>
            <a:endParaRPr sz="205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2643608"/>
            <a:ext cx="7154648" cy="138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Activity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diagrams.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User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workﬂow.</a:t>
            </a:r>
            <a:endParaRPr sz="2050" spc="-1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(Use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case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diagrams.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functions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context.)</a:t>
            </a:r>
            <a:endParaRPr sz="205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8" y="3617446"/>
            <a:ext cx="814515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Static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structure</a:t>
            </a:r>
            <a:r>
              <a:rPr sz="2050" spc="2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diagrams.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Decomposition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into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software</a:t>
            </a:r>
            <a:endParaRPr sz="2050" spc="-11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30" y="3981684"/>
            <a:ext cx="127619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7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objects.</a:t>
            </a:r>
            <a:endParaRPr sz="2050" spc="27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601" y="4467842"/>
            <a:ext cx="458203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Statecharts.</a:t>
            </a:r>
            <a:r>
              <a:rPr sz="2050" spc="4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7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Object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life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cycles.</a:t>
            </a:r>
            <a:endParaRPr sz="2050" spc="11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600" y="4955522"/>
            <a:ext cx="8674982" cy="2358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Sequence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diagrams.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Message-passing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Collaboration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CADHB+CMBX10" panose="02000500000000000000"/>
                <a:cs typeface="CCADHB+CMBX10" panose="02000500000000000000"/>
              </a:rPr>
              <a:t>diagrams.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Message-passing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(Component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diagrams.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Dependencies</a:t>
            </a:r>
            <a:r>
              <a:rPr sz="20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between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executables.)</a:t>
            </a:r>
            <a:endParaRPr sz="2050" spc="1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UFVKK+CMSY10~25" panose="02000500000000000000"/>
                <a:cs typeface="AUFV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(Deployment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diagrams.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Network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computing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ODRPM+CMR10" panose="02000500000000000000"/>
                <a:cs typeface="HODRPM+CMR10" panose="02000500000000000000"/>
              </a:rPr>
              <a:t>resources.)</a:t>
            </a:r>
            <a:endParaRPr sz="2050">
              <a:solidFill>
                <a:srgbClr val="000000"/>
              </a:solidFill>
              <a:latin typeface="HODRPM+CMR10" panose="02000500000000000000"/>
              <a:cs typeface="HODR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BUBBD+CMR7" panose="02000500000000000000"/>
                <a:cs typeface="QBUBBD+CMR7" panose="02000500000000000000"/>
              </a:rPr>
              <a:t>353</a:t>
            </a:r>
            <a:endParaRPr sz="1450">
              <a:solidFill>
                <a:srgbClr val="000000"/>
              </a:solidFill>
              <a:latin typeface="QBUBBD+CMR7" panose="02000500000000000000"/>
              <a:cs typeface="QBUBBD+CMR7" panose="0200050000000000000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77565"/>
            <a:ext cx="324947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KPJWJE+CMBX12~c" panose="02000500000000000000"/>
                <a:cs typeface="KPJWJE+CMBX12~c" panose="02000500000000000000"/>
              </a:rPr>
              <a:t>Activity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PJWJE+CMBX12~c" panose="02000500000000000000"/>
                <a:cs typeface="KPJWJE+CMBX12~c" panose="02000500000000000000"/>
              </a:rPr>
              <a:t>diagrams</a:t>
            </a:r>
            <a:endParaRPr sz="2500" spc="-11">
              <a:solidFill>
                <a:srgbClr val="000000"/>
              </a:solidFill>
              <a:latin typeface="KPJWJE+CMBX12~c" panose="02000500000000000000"/>
              <a:cs typeface="KPJWJ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574" y="2419491"/>
            <a:ext cx="3002008" cy="762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87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event</a:t>
            </a:r>
            <a:r>
              <a:rPr sz="1600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 [guard] /</a:t>
            </a:r>
            <a:r>
              <a:rPr sz="1600" spc="11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activity</a:t>
            </a:r>
            <a:endParaRPr sz="1600">
              <a:solidFill>
                <a:srgbClr val="000000"/>
              </a:solidFill>
              <a:latin typeface="FFAABJ+Helvetica" panose="020B0604020202020204"/>
              <a:cs typeface="FFAABJ+Helvetica" panose="020B0604020202020204"/>
            </a:endParaRPr>
          </a:p>
          <a:p>
            <a:pPr marL="0" marR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S1</a:t>
            </a:r>
            <a:endParaRPr sz="1600" spc="13">
              <a:solidFill>
                <a:srgbClr val="000000"/>
              </a:solidFill>
              <a:latin typeface="FFAABJ+Helvetica" panose="020B0604020202020204"/>
              <a:cs typeface="FFAABJ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228" y="2647926"/>
            <a:ext cx="556270" cy="534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FFAABJ+Helvetica" panose="020B0604020202020204"/>
                <a:cs typeface="FFAABJ+Helvetica" panose="020B0604020202020204"/>
              </a:rPr>
              <a:t>S2</a:t>
            </a:r>
            <a:endParaRPr sz="1600" spc="13">
              <a:solidFill>
                <a:srgbClr val="000000"/>
              </a:solidFill>
              <a:latin typeface="FFAABJ+Helvetica" panose="020B0604020202020204"/>
              <a:cs typeface="FFAAB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0" y="3327881"/>
            <a:ext cx="621913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UJLE+CMSY10~25" panose="02000500000000000000"/>
                <a:cs typeface="DNUJL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statechart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instantaneous.</a:t>
            </a:r>
            <a:endParaRPr sz="2050">
              <a:solidFill>
                <a:srgbClr val="000000"/>
              </a:solidFill>
              <a:latin typeface="NNTKNH+CMR10" panose="02000500000000000000"/>
              <a:cs typeface="NNTKNH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2" y="3846041"/>
            <a:ext cx="869069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UJLE+CMSY10~25" panose="02000500000000000000"/>
                <a:cs typeface="DNUJL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If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1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want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represent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that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action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takes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time,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turn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it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</a:t>
            </a:r>
            <a:endParaRPr sz="2050">
              <a:solidFill>
                <a:srgbClr val="000000"/>
              </a:solidFill>
              <a:latin typeface="NNTKNH+CMR10" panose="02000500000000000000"/>
              <a:cs typeface="NNTKNH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3" y="4223935"/>
            <a:ext cx="220550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PGNUH+CMBX10" panose="02000500000000000000"/>
                <a:cs typeface="DPGNUH+CMBX10" panose="02000500000000000000"/>
              </a:rPr>
              <a:t>activity</a:t>
            </a:r>
            <a:r>
              <a:rPr sz="205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PGNUH+CMBX10" panose="02000500000000000000"/>
                <a:cs typeface="DPGNUH+CMBX10" panose="02000500000000000000"/>
              </a:rPr>
              <a:t>state:</a:t>
            </a:r>
            <a:endParaRPr sz="2050">
              <a:solidFill>
                <a:srgbClr val="000000"/>
              </a:solidFill>
              <a:latin typeface="DPGNUH+CMBX10" panose="02000500000000000000"/>
              <a:cs typeface="DPGNUH+CMBX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116" y="4891513"/>
            <a:ext cx="2575059" cy="62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event</a:t>
            </a:r>
            <a:r>
              <a:rPr sz="1600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 [guard]</a:t>
            </a:r>
            <a:endParaRPr sz="1600">
              <a:solidFill>
                <a:srgbClr val="000000"/>
              </a:solidFill>
              <a:latin typeface="UMBOKK+Helvetica" panose="020B0604020202020204"/>
              <a:cs typeface="UMBOKK+Helvetica" panose="020B0604020202020204"/>
            </a:endParaRPr>
          </a:p>
          <a:p>
            <a:pPr marL="1610995" marR="0">
              <a:lnSpc>
                <a:spcPts val="72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activity</a:t>
            </a:r>
            <a:endParaRPr sz="1600">
              <a:solidFill>
                <a:srgbClr val="000000"/>
              </a:solidFill>
              <a:latin typeface="UMBOKK+Helvetica" panose="020B0604020202020204"/>
              <a:cs typeface="UMBOKK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9752" y="5119961"/>
            <a:ext cx="556280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S1</a:t>
            </a:r>
            <a:endParaRPr sz="1600" spc="13">
              <a:solidFill>
                <a:srgbClr val="000000"/>
              </a:solidFill>
              <a:latin typeface="UMBOKK+Helvetica" panose="020B0604020202020204"/>
              <a:cs typeface="UMBOKK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7522" y="5119961"/>
            <a:ext cx="556280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S2</a:t>
            </a:r>
            <a:endParaRPr sz="1600" spc="13">
              <a:solidFill>
                <a:srgbClr val="000000"/>
              </a:solidFill>
              <a:latin typeface="UMBOKK+Helvetica" panose="020B0604020202020204"/>
              <a:cs typeface="UMBOKK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1270" y="5279867"/>
            <a:ext cx="750572" cy="53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UMBOKK+Helvetica" panose="020B0604020202020204"/>
                <a:cs typeface="UMBOKK+Helvetica" panose="020B0604020202020204"/>
              </a:rPr>
              <a:t>state</a:t>
            </a:r>
            <a:endParaRPr sz="1600">
              <a:solidFill>
                <a:srgbClr val="000000"/>
              </a:solidFill>
              <a:latin typeface="UMBOKK+Helvetica" panose="020B0604020202020204"/>
              <a:cs typeface="UMBOKK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5981166"/>
            <a:ext cx="485263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NUJLE+CMSY10~25" panose="02000500000000000000"/>
                <a:cs typeface="DNUJL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Transitions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still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TKNH+CMR10" panose="02000500000000000000"/>
                <a:cs typeface="NNTKNH+CMR10" panose="02000500000000000000"/>
              </a:rPr>
              <a:t>instantaneous.</a:t>
            </a:r>
            <a:endParaRPr sz="2050">
              <a:solidFill>
                <a:srgbClr val="000000"/>
              </a:solidFill>
              <a:latin typeface="NNTKNH+CMR10" panose="02000500000000000000"/>
              <a:cs typeface="NNTKNH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HODUN+CMR7" panose="02000500000000000000"/>
                <a:cs typeface="JHODUN+CMR7" panose="02000500000000000000"/>
              </a:rPr>
              <a:t>354</a:t>
            </a:r>
            <a:endParaRPr sz="1450">
              <a:solidFill>
                <a:srgbClr val="000000"/>
              </a:solidFill>
              <a:latin typeface="JHODUN+CMR7" panose="02000500000000000000"/>
              <a:cs typeface="JHODUN+CMR7" panose="0200050000000000000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70401"/>
            <a:ext cx="197988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55">
                <a:solidFill>
                  <a:srgbClr val="000000"/>
                </a:solidFill>
                <a:latin typeface="PSOCWR+CMBX12~c" panose="02000500000000000000"/>
                <a:cs typeface="PSOCWR+CMBX12~c" panose="02000500000000000000"/>
              </a:rPr>
              <a:t>Workﬂow</a:t>
            </a:r>
            <a:endParaRPr sz="2500" spc="-55">
              <a:solidFill>
                <a:srgbClr val="000000"/>
              </a:solidFill>
              <a:latin typeface="PSOCWR+CMBX12~c" panose="02000500000000000000"/>
              <a:cs typeface="PSOCW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4" y="2942310"/>
            <a:ext cx="7974314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DUUR+CMSY10~25" panose="02000500000000000000"/>
                <a:cs typeface="KQDUU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will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use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represent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user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workﬂows.</a:t>
            </a:r>
            <a:endParaRPr sz="2050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DUUR+CMSY10~25" panose="02000500000000000000"/>
                <a:cs typeface="KQDUU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individual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workﬂow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handles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case.</a:t>
            </a:r>
            <a:endParaRPr sz="2050" spc="10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5" y="3980156"/>
            <a:ext cx="785040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DUUR+CMSY10~25" panose="02000500000000000000"/>
                <a:cs typeface="KQDUU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individual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workﬂow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local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variables: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2" y="4350489"/>
            <a:ext cx="800061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workﬂow,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case,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list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events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responded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to.</a:t>
            </a:r>
            <a:endParaRPr sz="2050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50" y="4870173"/>
            <a:ext cx="645911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DUUR+CMSY10~25" panose="02000500000000000000"/>
                <a:cs typeface="KQDUU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variables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usually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stored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database.</a:t>
            </a:r>
            <a:endParaRPr sz="2050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DUUR+CMSY10~25" panose="02000500000000000000"/>
                <a:cs typeface="KQDUU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Guards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conditions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RFHTJ+CMR10" panose="02000500000000000000"/>
                <a:cs typeface="IRFHTJ+CMR10" panose="02000500000000000000"/>
              </a:rPr>
              <a:t>variables.</a:t>
            </a:r>
            <a:endParaRPr sz="2050">
              <a:solidFill>
                <a:srgbClr val="000000"/>
              </a:solidFill>
              <a:latin typeface="IRFHTJ+CMR10" panose="02000500000000000000"/>
              <a:cs typeface="IRFHTJ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JJMEC+CMR7" panose="02000500000000000000"/>
                <a:cs typeface="GJJMEC+CMR7" panose="02000500000000000000"/>
              </a:rPr>
              <a:t>355</a:t>
            </a:r>
            <a:endParaRPr sz="1450">
              <a:solidFill>
                <a:srgbClr val="000000"/>
              </a:solidFill>
              <a:latin typeface="GJJMEC+CMR7" panose="02000500000000000000"/>
              <a:cs typeface="GJJMEC+CMR7" panose="0200050000000000000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32301"/>
            <a:ext cx="403249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JNBBVO+CMBX12~c" panose="02000500000000000000"/>
                <a:cs typeface="JNBBVO+CMBX12~c" panose="02000500000000000000"/>
              </a:rPr>
              <a:t>Representing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NBBVO+CMBX12~c" panose="02000500000000000000"/>
                <a:cs typeface="JNBBVO+CMBX12~c" panose="02000500000000000000"/>
              </a:rPr>
              <a:t>sequence</a:t>
            </a:r>
            <a:endParaRPr sz="2500" spc="-11">
              <a:solidFill>
                <a:srgbClr val="000000"/>
              </a:solidFill>
              <a:latin typeface="JNBBVO+CMBX12~c" panose="02000500000000000000"/>
              <a:cs typeface="JNBBV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9074" y="3398743"/>
            <a:ext cx="787267" cy="59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e [g]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5175" y="3512987"/>
            <a:ext cx="1231200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activity 1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597" y="3512987"/>
            <a:ext cx="1231200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activity 2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5058" y="3627114"/>
            <a:ext cx="1256638" cy="59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Activity 1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7945" y="3627114"/>
            <a:ext cx="799637" cy="59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Wait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2219" y="3627114"/>
            <a:ext cx="1256638" cy="59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AQOKJ+Helvetica" panose="020B0604020202020204"/>
                <a:cs typeface="FAQOKJ+Helvetica" panose="020B0604020202020204"/>
              </a:rPr>
              <a:t>Activity 2</a:t>
            </a:r>
            <a:endParaRPr sz="1800">
              <a:solidFill>
                <a:srgbClr val="000000"/>
              </a:solidFill>
              <a:latin typeface="FAQOKJ+Helvetica" panose="020B0604020202020204"/>
              <a:cs typeface="FAQOKJ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395" y="4505968"/>
            <a:ext cx="280945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(k)</a:t>
            </a:r>
            <a:r>
              <a:rPr sz="1650" spc="1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When</a:t>
            </a:r>
            <a:r>
              <a:rPr sz="16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activity</a:t>
            </a:r>
            <a:r>
              <a:rPr sz="16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1</a:t>
            </a:r>
            <a:r>
              <a:rPr sz="16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termi-</a:t>
            </a:r>
            <a:endParaRPr sz="1650">
              <a:solidFill>
                <a:srgbClr val="000000"/>
              </a:solidFill>
              <a:latin typeface="BKHORT+CMSS8" panose="02000500000000000000"/>
              <a:cs typeface="BKHORT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nates,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activity</a:t>
            </a:r>
            <a:r>
              <a:rPr sz="16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2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starts.</a:t>
            </a:r>
            <a:endParaRPr sz="1650">
              <a:solidFill>
                <a:srgbClr val="000000"/>
              </a:solidFill>
              <a:latin typeface="BKHORT+CMSS8" panose="02000500000000000000"/>
              <a:cs typeface="BKHORT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7445" y="4505968"/>
            <a:ext cx="4489781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(l)</a:t>
            </a:r>
            <a:r>
              <a:rPr sz="1650" spc="2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When</a:t>
            </a:r>
            <a:r>
              <a:rPr sz="16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activity</a:t>
            </a:r>
            <a:r>
              <a:rPr sz="1650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1</a:t>
            </a:r>
            <a:r>
              <a:rPr sz="1650" spc="2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terminates,</a:t>
            </a:r>
            <a:r>
              <a:rPr sz="16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the</a:t>
            </a:r>
            <a:r>
              <a:rPr sz="16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2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work-</a:t>
            </a:r>
            <a:endParaRPr sz="1650" spc="-22">
              <a:solidFill>
                <a:srgbClr val="000000"/>
              </a:solidFill>
              <a:latin typeface="BKHORT+CMSS8" panose="02000500000000000000"/>
              <a:cs typeface="BKHORT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26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ﬂow</a:t>
            </a:r>
            <a:r>
              <a:rPr sz="1650" spc="3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1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waits</a:t>
            </a:r>
            <a:r>
              <a:rPr sz="1650" spc="3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3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for</a:t>
            </a:r>
            <a:r>
              <a:rPr sz="1650" spc="3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e</a:t>
            </a:r>
            <a:r>
              <a:rPr sz="165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to</a:t>
            </a:r>
            <a:r>
              <a:rPr sz="165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3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occur</a:t>
            </a:r>
            <a:r>
              <a:rPr sz="165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when</a:t>
            </a:r>
            <a:r>
              <a:rPr sz="165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g</a:t>
            </a:r>
            <a:r>
              <a:rPr sz="1650" spc="3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is</a:t>
            </a:r>
            <a:r>
              <a:rPr sz="165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true,</a:t>
            </a:r>
            <a:endParaRPr sz="1650">
              <a:solidFill>
                <a:srgbClr val="000000"/>
              </a:solidFill>
              <a:latin typeface="BKHORT+CMSS8" panose="02000500000000000000"/>
              <a:cs typeface="BKHORT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before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starting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activity</a:t>
            </a:r>
            <a:r>
              <a:rPr sz="16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BKHORT+CMSS8" panose="02000500000000000000"/>
                <a:cs typeface="BKHORT+CMSS8" panose="02000500000000000000"/>
              </a:rPr>
              <a:t>2.</a:t>
            </a:r>
            <a:endParaRPr sz="1650">
              <a:solidFill>
                <a:srgbClr val="000000"/>
              </a:solidFill>
              <a:latin typeface="BKHORT+CMSS8" panose="02000500000000000000"/>
              <a:cs typeface="BKHORT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KFEIU+CMR7" panose="02000500000000000000"/>
                <a:cs typeface="GKFEIU+CMR7" panose="02000500000000000000"/>
              </a:rPr>
              <a:t>356</a:t>
            </a:r>
            <a:endParaRPr sz="1450">
              <a:solidFill>
                <a:srgbClr val="000000"/>
              </a:solidFill>
              <a:latin typeface="GKFEIU+CMR7" panose="02000500000000000000"/>
              <a:cs typeface="GKFEIU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95853"/>
            <a:ext cx="355890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NGVDJR+CMBX12~c" panose="02000500000000000000"/>
                <a:cs typeface="NGVDJR+CMBX12~c" panose="02000500000000000000"/>
              </a:rPr>
              <a:t>Representing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NGVDJR+CMBX12~c" panose="02000500000000000000"/>
                <a:cs typeface="NGVDJR+CMBX12~c" panose="02000500000000000000"/>
              </a:rPr>
              <a:t>choice</a:t>
            </a:r>
            <a:endParaRPr sz="2500" spc="-27">
              <a:solidFill>
                <a:srgbClr val="000000"/>
              </a:solidFill>
              <a:latin typeface="NGVDJR+CMBX12~c" panose="02000500000000000000"/>
              <a:cs typeface="NGVDJ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1482" y="2782540"/>
            <a:ext cx="580995" cy="582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ODFMGA+Helvetica" panose="020B0604020202020204"/>
                <a:cs typeface="ODFMGA+Helvetica" panose="020B0604020202020204"/>
              </a:rPr>
              <a:t>[g]</a:t>
            </a:r>
            <a:endParaRPr sz="1750">
              <a:solidFill>
                <a:srgbClr val="000000"/>
              </a:solidFill>
              <a:latin typeface="ODFMGA+Helvetica" panose="020B0604020202020204"/>
              <a:cs typeface="ODFMGA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7019" y="3002030"/>
            <a:ext cx="1213276" cy="1800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HEPCKC+Helvetica" panose="020B0604020202020204"/>
                <a:cs typeface="HEPCKC+Helvetica" panose="020B0604020202020204"/>
              </a:rPr>
              <a:t>Activity1</a:t>
            </a:r>
            <a:endParaRPr sz="1750">
              <a:solidFill>
                <a:srgbClr val="000000"/>
              </a:solidFill>
              <a:latin typeface="HEPCKC+Helvetica" panose="020B0604020202020204"/>
              <a:cs typeface="HEPCKC+Helvetica" panose="020B0604020202020204"/>
            </a:endParaRPr>
          </a:p>
          <a:p>
            <a:pPr marL="0" marR="0">
              <a:lnSpc>
                <a:spcPts val="1935"/>
              </a:lnSpc>
              <a:spcBef>
                <a:spcPts val="7735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HEPCKC+Helvetica" panose="020B0604020202020204"/>
                <a:cs typeface="HEPCKC+Helvetica" panose="020B0604020202020204"/>
              </a:rPr>
              <a:t>Activity 2</a:t>
            </a:r>
            <a:endParaRPr sz="1750">
              <a:solidFill>
                <a:srgbClr val="000000"/>
              </a:solidFill>
              <a:latin typeface="HEPCKC+Helvetica" panose="020B0604020202020204"/>
              <a:cs typeface="HEPCK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1440" y="3030000"/>
            <a:ext cx="704823" cy="1819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ODFMGA+Helvetica" panose="020B0604020202020204"/>
                <a:cs typeface="ODFMGA+Helvetica" panose="020B0604020202020204"/>
              </a:rPr>
              <a:t>......</a:t>
            </a:r>
            <a:endParaRPr sz="1750">
              <a:solidFill>
                <a:srgbClr val="000000"/>
              </a:solidFill>
              <a:latin typeface="ODFMGA+Helvetica" panose="020B0604020202020204"/>
              <a:cs typeface="ODFMGA+Helvetica" panose="020B0604020202020204"/>
            </a:endParaRPr>
          </a:p>
          <a:p>
            <a:pPr marL="0" marR="0">
              <a:lnSpc>
                <a:spcPts val="1960"/>
              </a:lnSpc>
              <a:spcBef>
                <a:spcPts val="7735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ODFMGA+Helvetica" panose="020B0604020202020204"/>
                <a:cs typeface="ODFMGA+Helvetica" panose="020B0604020202020204"/>
              </a:rPr>
              <a:t>......</a:t>
            </a:r>
            <a:endParaRPr sz="1750">
              <a:solidFill>
                <a:srgbClr val="000000"/>
              </a:solidFill>
              <a:latin typeface="ODFMGA+Helvetica" panose="020B0604020202020204"/>
              <a:cs typeface="ODFMGA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5723" y="3612900"/>
            <a:ext cx="700151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HEPCKC+Helvetica" panose="020B0604020202020204"/>
                <a:cs typeface="HEPCKC+Helvetica" panose="020B0604020202020204"/>
              </a:rPr>
              <a:t>......</a:t>
            </a:r>
            <a:endParaRPr sz="1750">
              <a:solidFill>
                <a:srgbClr val="000000"/>
              </a:solidFill>
              <a:latin typeface="HEPCKC+Helvetica" panose="020B0604020202020204"/>
              <a:cs typeface="HEPCK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4997" y="3648654"/>
            <a:ext cx="1038708" cy="582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ODFMGA+Helvetica" panose="020B0604020202020204"/>
                <a:cs typeface="ODFMGA+Helvetica" panose="020B0604020202020204"/>
              </a:rPr>
              <a:t>Activity</a:t>
            </a:r>
            <a:endParaRPr sz="1750">
              <a:solidFill>
                <a:srgbClr val="000000"/>
              </a:solidFill>
              <a:latin typeface="ODFMGA+Helvetica" panose="020B0604020202020204"/>
              <a:cs typeface="ODFMG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5745" y="4019838"/>
            <a:ext cx="952481" cy="582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ODFMGA+Helvetica" panose="020B0604020202020204"/>
                <a:cs typeface="ODFMGA+Helvetica" panose="020B0604020202020204"/>
              </a:rPr>
              <a:t>[not g]</a:t>
            </a:r>
            <a:endParaRPr sz="1750">
              <a:solidFill>
                <a:srgbClr val="000000"/>
              </a:solidFill>
              <a:latin typeface="ODFMGA+Helvetica" panose="020B0604020202020204"/>
              <a:cs typeface="ODFMG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3009" y="5135380"/>
            <a:ext cx="1502838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LRDKKU+CMSS8" panose="02000500000000000000"/>
                <a:cs typeface="LRDKKU+CMSS8" panose="02000500000000000000"/>
              </a:rPr>
              <a:t>(m)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LRDKKU+CMSS8" panose="02000500000000000000"/>
                <a:cs typeface="LRDKKU+CMSS8" panose="02000500000000000000"/>
              </a:rPr>
              <a:t>Or-split.</a:t>
            </a:r>
            <a:endParaRPr sz="1650">
              <a:solidFill>
                <a:srgbClr val="000000"/>
              </a:solidFill>
              <a:latin typeface="LRDKKU+CMSS8" panose="02000500000000000000"/>
              <a:cs typeface="LRDKKU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6389" y="5135380"/>
            <a:ext cx="139304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LRDKKU+CMSS8" panose="02000500000000000000"/>
                <a:cs typeface="LRDKKU+CMSS8" panose="02000500000000000000"/>
              </a:rPr>
              <a:t>(n)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LRDKKU+CMSS8" panose="02000500000000000000"/>
                <a:cs typeface="LRDKKU+CMSS8" panose="02000500000000000000"/>
              </a:rPr>
              <a:t>Or-join.</a:t>
            </a:r>
            <a:endParaRPr sz="1650">
              <a:solidFill>
                <a:srgbClr val="000000"/>
              </a:solidFill>
              <a:latin typeface="LRDKKU+CMSS8" panose="02000500000000000000"/>
              <a:cs typeface="LRDKKU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8" y="5997929"/>
            <a:ext cx="58909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Guards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tested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workﬂow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OQWCS+CMR10" panose="02000500000000000000"/>
                <a:cs typeface="TOQWCS+CMR10" panose="02000500000000000000"/>
              </a:rPr>
              <a:t>variables.</a:t>
            </a:r>
            <a:endParaRPr sz="2050">
              <a:solidFill>
                <a:srgbClr val="000000"/>
              </a:solidFill>
              <a:latin typeface="TOQWCS+CMR10" panose="02000500000000000000"/>
              <a:cs typeface="TOQWCS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QQCIR+CMR7" panose="02000500000000000000"/>
                <a:cs typeface="EQQCIR+CMR7" panose="02000500000000000000"/>
              </a:rPr>
              <a:t>357</a:t>
            </a:r>
            <a:endParaRPr sz="1450">
              <a:solidFill>
                <a:srgbClr val="000000"/>
              </a:solidFill>
              <a:latin typeface="EQQCIR+CMR7" panose="02000500000000000000"/>
              <a:cs typeface="EQQCIR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95141"/>
            <a:ext cx="43949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DPDVEF+CMBX12~c" panose="02000500000000000000"/>
                <a:cs typeface="DPDVEF+CMBX12~c" panose="02000500000000000000"/>
              </a:rPr>
              <a:t>Representing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PDVEF+CMBX12~c" panose="02000500000000000000"/>
                <a:cs typeface="DPDVEF+CMBX12~c" panose="02000500000000000000"/>
              </a:rPr>
              <a:t>parallelism</a:t>
            </a:r>
            <a:endParaRPr sz="2500">
              <a:solidFill>
                <a:srgbClr val="000000"/>
              </a:solidFill>
              <a:latin typeface="DPDVEF+CMBX12~c" panose="02000500000000000000"/>
              <a:cs typeface="DPDVE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2369" y="3147376"/>
            <a:ext cx="533448" cy="1237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t1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02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t2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5245" y="3147376"/>
            <a:ext cx="723889" cy="1169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4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3936" y="3147550"/>
            <a:ext cx="723825" cy="1169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4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5847" y="3147550"/>
            <a:ext cx="624780" cy="1237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t3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02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t4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3559" y="3490027"/>
            <a:ext cx="723888" cy="598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100" y="3490144"/>
            <a:ext cx="723825" cy="598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FBMIK+Helvetica" panose="020B0604020202020204"/>
                <a:cs typeface="JFBMIK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FBMIK+Helvetica" panose="020B0604020202020204"/>
              <a:cs typeface="JFBMIK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397" y="4643128"/>
            <a:ext cx="2370253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(o)</a:t>
            </a:r>
            <a:r>
              <a:rPr sz="1650" spc="4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And-split.</a:t>
            </a:r>
            <a:r>
              <a:rPr sz="1650" spc="4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t1</a:t>
            </a:r>
            <a:r>
              <a:rPr sz="1650" spc="4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and</a:t>
            </a:r>
            <a:endParaRPr sz="1650">
              <a:solidFill>
                <a:srgbClr val="000000"/>
              </a:solidFill>
              <a:latin typeface="KCLHSD+CMSS8" panose="02000500000000000000"/>
              <a:cs typeface="KCLHSD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t2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are</a:t>
            </a:r>
            <a:r>
              <a:rPr sz="16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executed</a:t>
            </a:r>
            <a:r>
              <a:rPr sz="16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simul-</a:t>
            </a:r>
            <a:endParaRPr sz="1650">
              <a:solidFill>
                <a:srgbClr val="000000"/>
              </a:solidFill>
              <a:latin typeface="KCLHSD+CMSS8" panose="02000500000000000000"/>
              <a:cs typeface="KCLHSD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 spc="-15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taneously.</a:t>
            </a:r>
            <a:endParaRPr sz="1650" spc="-15">
              <a:solidFill>
                <a:srgbClr val="000000"/>
              </a:solidFill>
              <a:latin typeface="KCLHSD+CMSS8" panose="02000500000000000000"/>
              <a:cs typeface="KCLHSD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1893" y="4643128"/>
            <a:ext cx="3306451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(p)</a:t>
            </a:r>
            <a:r>
              <a:rPr sz="16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And-join.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t3</a:t>
            </a:r>
            <a:r>
              <a:rPr sz="16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and</a:t>
            </a:r>
            <a:r>
              <a:rPr sz="16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t4</a:t>
            </a:r>
            <a:r>
              <a:rPr sz="16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24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are</a:t>
            </a:r>
            <a:r>
              <a:rPr sz="16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ex-</a:t>
            </a:r>
            <a:endParaRPr sz="1650">
              <a:solidFill>
                <a:srgbClr val="000000"/>
              </a:solidFill>
              <a:latin typeface="KCLHSD+CMSS8" panose="02000500000000000000"/>
              <a:cs typeface="KCLHSD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ecuted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CLHSD+CMSS8" panose="02000500000000000000"/>
                <a:cs typeface="KCLHSD+CMSS8" panose="02000500000000000000"/>
              </a:rPr>
              <a:t>simultaneously.</a:t>
            </a:r>
            <a:endParaRPr sz="1650">
              <a:solidFill>
                <a:srgbClr val="000000"/>
              </a:solidFill>
              <a:latin typeface="KCLHSD+CMSS8" panose="02000500000000000000"/>
              <a:cs typeface="KCLHSD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WMSBE+CMR7" panose="02000500000000000000"/>
                <a:cs typeface="OWMSBE+CMR7" panose="02000500000000000000"/>
              </a:rPr>
              <a:t>358</a:t>
            </a:r>
            <a:endParaRPr sz="1450">
              <a:solidFill>
                <a:srgbClr val="000000"/>
              </a:solidFill>
              <a:latin typeface="OWMSBE+CMR7" panose="02000500000000000000"/>
              <a:cs typeface="OWMSBE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3025974" y="596874"/>
            <a:ext cx="4494160" cy="5915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37701" y="796786"/>
            <a:ext cx="4452751" cy="559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765" spc="-39">
                <a:solidFill>
                  <a:srgbClr val="000000"/>
                </a:solidFill>
                <a:latin typeface="RHKBQD+CMBX12~c" panose="02000500000000000000"/>
                <a:cs typeface="RHKBQD+CMBX12~c" panose="02000500000000000000"/>
              </a:rPr>
              <a:t>Workﬂow</a:t>
            </a:r>
            <a:r>
              <a:rPr sz="1765" spc="2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10">
                <a:solidFill>
                  <a:srgbClr val="000000"/>
                </a:solidFill>
                <a:latin typeface="RHKBQD+CMBX12~c" panose="02000500000000000000"/>
                <a:cs typeface="RHKBQD+CMBX12~c" panose="02000500000000000000"/>
              </a:rPr>
              <a:t>of</a:t>
            </a:r>
            <a:r>
              <a:rPr sz="1765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11">
                <a:solidFill>
                  <a:srgbClr val="000000"/>
                </a:solidFill>
                <a:latin typeface="RHKBQD+CMBX12~c" panose="02000500000000000000"/>
                <a:cs typeface="RHKBQD+CMBX12~c" panose="02000500000000000000"/>
              </a:rPr>
              <a:t>the</a:t>
            </a:r>
            <a:r>
              <a:rPr sz="1765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8">
                <a:solidFill>
                  <a:srgbClr val="000000"/>
                </a:solidFill>
                <a:latin typeface="RHKBQD+CMBX12~c" panose="02000500000000000000"/>
                <a:cs typeface="RHKBQD+CMBX12~c" panose="02000500000000000000"/>
              </a:rPr>
              <a:t>course</a:t>
            </a:r>
            <a:r>
              <a:rPr sz="1765" spc="2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>
                <a:solidFill>
                  <a:srgbClr val="000000"/>
                </a:solidFill>
                <a:latin typeface="RHKBQD+CMBX12~c" panose="02000500000000000000"/>
                <a:cs typeface="RHKBQD+CMBX12~c" panose="02000500000000000000"/>
              </a:rPr>
              <a:t>coordinator</a:t>
            </a:r>
            <a:endParaRPr sz="1765">
              <a:solidFill>
                <a:srgbClr val="000000"/>
              </a:solidFill>
              <a:latin typeface="RHKBQD+CMBX12~c" panose="02000500000000000000"/>
              <a:cs typeface="RHKBQ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3817" y="1255555"/>
            <a:ext cx="588712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Download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9136" y="1390803"/>
            <a:ext cx="724135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list of joiners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0534" y="1723716"/>
            <a:ext cx="781345" cy="381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List of</a:t>
            </a:r>
            <a:r>
              <a:rPr sz="740" b="1" spc="205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 </a:t>
            </a: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joiners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  <a:p>
            <a:pPr marL="46990" marR="0">
              <a:lnSpc>
                <a:spcPts val="825"/>
              </a:lnSpc>
              <a:spcBef>
                <a:spcPts val="24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downloaded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1328" y="2035831"/>
            <a:ext cx="1167017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decide to allocate rooms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2316" y="2306330"/>
            <a:ext cx="81776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Allocate rooms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1858" y="2712074"/>
            <a:ext cx="458686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Rooms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17570" y="2847323"/>
            <a:ext cx="547245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allocated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2700" y="3044991"/>
            <a:ext cx="1185000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decide to allocate joiners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1879" y="3294679"/>
            <a:ext cx="83864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Allocate joiners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13778" y="3866882"/>
            <a:ext cx="1229627" cy="454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1855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Wait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  <a:p>
            <a:pPr marL="0" marR="0">
              <a:lnSpc>
                <a:spcPts val="825"/>
              </a:lnSpc>
              <a:spcBef>
                <a:spcPts val="780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decide to print badges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59387" y="3866882"/>
            <a:ext cx="1085925" cy="474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676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Wait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  <a:p>
            <a:pPr marL="0" marR="0">
              <a:lnSpc>
                <a:spcPts val="825"/>
              </a:lnSpc>
              <a:spcBef>
                <a:spcPts val="945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decide to print lists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91495" y="4272626"/>
            <a:ext cx="568048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Print lists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00619" y="4335053"/>
            <a:ext cx="70849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Print badges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3836" y="4407875"/>
            <a:ext cx="96336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 i="1">
                <a:solidFill>
                  <a:srgbClr val="000000"/>
                </a:solidFill>
                <a:latin typeface="UAHIPH+Helvetica-BoldOblique" panose="020B0704020202090204"/>
                <a:cs typeface="UAHIPH+Helvetica-BoldOblique" panose="020B0704020202090204"/>
              </a:rPr>
              <a:t>of group members</a:t>
            </a:r>
            <a:endParaRPr sz="740" b="1" i="1">
              <a:solidFill>
                <a:srgbClr val="000000"/>
              </a:solidFill>
              <a:latin typeface="UAHIPH+Helvetica-BoldOblique" panose="020B0704020202090204"/>
              <a:cs typeface="UAHIPH+Helvetica-BoldOblique" panose="020B07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85359" y="4751198"/>
            <a:ext cx="339008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Wait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81781" y="4907256"/>
            <a:ext cx="339008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Wait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30229" y="4907256"/>
            <a:ext cx="339008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Wait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18975" y="4948870"/>
            <a:ext cx="1609641" cy="693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decide to give badges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  <a:p>
            <a:pPr marL="59690" marR="0">
              <a:lnSpc>
                <a:spcPts val="825"/>
              </a:lnSpc>
              <a:spcBef>
                <a:spcPts val="240"/>
              </a:spcBef>
              <a:spcAft>
                <a:spcPct val="0"/>
              </a:spcAft>
            </a:pPr>
            <a:r>
              <a:rPr sz="740">
                <a:solidFill>
                  <a:srgbClr val="000000"/>
                </a:solidFill>
                <a:latin typeface="BUUJMC+Helvetica" panose="020B0604020202020204"/>
                <a:cs typeface="BUUJMC+Helvetica" panose="020B0604020202020204"/>
              </a:rPr>
              <a:t>to registration desk</a:t>
            </a:r>
            <a:endParaRPr sz="740">
              <a:solidFill>
                <a:srgbClr val="000000"/>
              </a:solidFill>
              <a:latin typeface="BUUJMC+Helvetica" panose="020B0604020202020204"/>
              <a:cs typeface="BUUJMC+Helvetica" panose="020B0604020202020204"/>
            </a:endParaRPr>
          </a:p>
          <a:p>
            <a:pPr marL="687070" marR="0">
              <a:lnSpc>
                <a:spcPts val="825"/>
              </a:lnSpc>
              <a:spcBef>
                <a:spcPts val="535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Give badges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  <a:p>
            <a:pPr marL="530860" marR="0">
              <a:lnSpc>
                <a:spcPts val="825"/>
              </a:lnSpc>
              <a:spcBef>
                <a:spcPts val="275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to registration desk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2418" y="5260984"/>
            <a:ext cx="55774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Give lists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0866" y="5260984"/>
            <a:ext cx="55774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Give lists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46153" y="5396232"/>
            <a:ext cx="1010279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to registration desk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68852" y="5396232"/>
            <a:ext cx="661776" cy="24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25"/>
              </a:lnSpc>
              <a:spcBef>
                <a:spcPct val="0"/>
              </a:spcBef>
              <a:spcAft>
                <a:spcPct val="0"/>
              </a:spcAft>
            </a:pPr>
            <a:r>
              <a:rPr sz="740" b="1">
                <a:solidFill>
                  <a:srgbClr val="000000"/>
                </a:solidFill>
                <a:latin typeface="HHKIDQ+Helvetica-Bold" panose="020B0704020202020204"/>
                <a:cs typeface="HHKIDQ+Helvetica-Bold" panose="020B0704020202020204"/>
              </a:rPr>
              <a:t>to speakers</a:t>
            </a:r>
            <a:endParaRPr sz="740" b="1">
              <a:solidFill>
                <a:srgbClr val="000000"/>
              </a:solidFill>
              <a:latin typeface="HHKIDQ+Helvetica-Bold" panose="020B0704020202020204"/>
              <a:cs typeface="HHKIDQ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37701" y="6148208"/>
            <a:ext cx="4081798" cy="50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Activities</a:t>
            </a:r>
            <a:r>
              <a:rPr sz="14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in</a:t>
            </a:r>
            <a:r>
              <a:rPr sz="14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italics</a:t>
            </a:r>
            <a:r>
              <a:rPr sz="14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to</a:t>
            </a:r>
            <a:r>
              <a:rPr sz="14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52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be</a:t>
            </a:r>
            <a:r>
              <a:rPr sz="1450" spc="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12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supported</a:t>
            </a:r>
            <a:r>
              <a:rPr sz="1450" spc="1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-33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by</a:t>
            </a:r>
            <a:r>
              <a:rPr sz="14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IGBFBM+CMR10" panose="02000500000000000000"/>
                <a:cs typeface="IGBFBM+CMR10" panose="02000500000000000000"/>
              </a:rPr>
              <a:t>TIS.</a:t>
            </a:r>
            <a:endParaRPr sz="1450">
              <a:solidFill>
                <a:srgbClr val="000000"/>
              </a:solidFill>
              <a:latin typeface="IGBFBM+CMR10" panose="02000500000000000000"/>
              <a:cs typeface="IGBFBM+CMR10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1"/>
          <p:cNvSpPr/>
          <p:nvPr/>
        </p:nvSpPr>
        <p:spPr>
          <a:xfrm>
            <a:off x="3025974" y="596874"/>
            <a:ext cx="4494160" cy="5915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37701" y="796786"/>
            <a:ext cx="4234454" cy="559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765" spc="-39">
                <a:solidFill>
                  <a:srgbClr val="000000"/>
                </a:solidFill>
                <a:latin typeface="BFIAII+CMBX12~c" panose="02000500000000000000"/>
                <a:cs typeface="BFIAII+CMBX12~c" panose="02000500000000000000"/>
              </a:rPr>
              <a:t>Workﬂow</a:t>
            </a:r>
            <a:r>
              <a:rPr sz="1765" spc="2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8">
                <a:solidFill>
                  <a:srgbClr val="000000"/>
                </a:solidFill>
                <a:latin typeface="BFIAII+CMBX12~c" panose="02000500000000000000"/>
                <a:cs typeface="BFIAII+CMBX12~c" panose="02000500000000000000"/>
              </a:rPr>
              <a:t>at</a:t>
            </a:r>
            <a:r>
              <a:rPr sz="1765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11">
                <a:solidFill>
                  <a:srgbClr val="000000"/>
                </a:solidFill>
                <a:latin typeface="BFIAII+CMBX12~c" panose="02000500000000000000"/>
                <a:cs typeface="BFIAII+CMBX12~c" panose="02000500000000000000"/>
              </a:rPr>
              <a:t>the</a:t>
            </a:r>
            <a:r>
              <a:rPr sz="1765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>
                <a:solidFill>
                  <a:srgbClr val="000000"/>
                </a:solidFill>
                <a:latin typeface="BFIAII+CMBX12~c" panose="02000500000000000000"/>
                <a:cs typeface="BFIAII+CMBX12~c" panose="02000500000000000000"/>
              </a:rPr>
              <a:t>registration</a:t>
            </a:r>
            <a:r>
              <a:rPr sz="1765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65" spc="-7">
                <a:solidFill>
                  <a:srgbClr val="000000"/>
                </a:solidFill>
                <a:latin typeface="BFIAII+CMBX12~c" panose="02000500000000000000"/>
                <a:cs typeface="BFIAII+CMBX12~c" panose="02000500000000000000"/>
              </a:rPr>
              <a:t>desk</a:t>
            </a:r>
            <a:endParaRPr sz="1765" spc="-7">
              <a:solidFill>
                <a:srgbClr val="000000"/>
              </a:solidFill>
              <a:latin typeface="BFIAII+CMBX12~c" panose="02000500000000000000"/>
              <a:cs typeface="BFIAI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7519" y="1827316"/>
            <a:ext cx="522864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Ready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to</a:t>
            </a:r>
            <a:endParaRPr sz="705" b="1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5844" y="1827316"/>
            <a:ext cx="522864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Ready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to</a:t>
            </a:r>
            <a:endParaRPr sz="705" b="1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9472" y="1960118"/>
            <a:ext cx="798988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receive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10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badges</a:t>
            </a:r>
            <a:endParaRPr sz="705" b="1" spc="10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6751" y="1960118"/>
            <a:ext cx="661078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receive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lists</a:t>
            </a:r>
            <a:endParaRPr sz="705" b="1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9282" y="2133776"/>
            <a:ext cx="814134" cy="54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receive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0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badges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/</a:t>
            </a:r>
            <a:endParaRPr sz="705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245110" marR="0">
              <a:lnSpc>
                <a:spcPts val="810"/>
              </a:lnSpc>
              <a:spcBef>
                <a:spcPts val="595"/>
              </a:spcBef>
              <a:spcAft>
                <a:spcPct val="0"/>
              </a:spcAft>
            </a:pPr>
            <a:r>
              <a:rPr sz="705" b="1" spc="9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Receiving</a:t>
            </a:r>
            <a:endParaRPr sz="705" b="1" spc="9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7499" y="2143999"/>
            <a:ext cx="704243" cy="533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receive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43180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lists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/</a:t>
            </a:r>
            <a:endParaRPr sz="705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135255" marR="0">
              <a:lnSpc>
                <a:spcPts val="810"/>
              </a:lnSpc>
              <a:spcBef>
                <a:spcPts val="480"/>
              </a:spcBef>
              <a:spcAft>
                <a:spcPct val="0"/>
              </a:spcAft>
            </a:pPr>
            <a:r>
              <a:rPr sz="705" b="1" spc="9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Receiving</a:t>
            </a:r>
            <a:endParaRPr sz="705" b="1" spc="9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0712" y="2573048"/>
            <a:ext cx="456512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0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badges</a:t>
            </a:r>
            <a:endParaRPr sz="705" b="1" spc="10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7990" y="2573048"/>
            <a:ext cx="318602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lists</a:t>
            </a:r>
            <a:endParaRPr sz="705" b="1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6287" y="2961240"/>
            <a:ext cx="865340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Badges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received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43358" y="2961240"/>
            <a:ext cx="747841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Lists</a:t>
            </a:r>
            <a:r>
              <a:rPr sz="705" b="1" spc="7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received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1414" y="3247274"/>
            <a:ext cx="747748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[Lists</a:t>
            </a:r>
            <a:r>
              <a:rPr sz="705" spc="7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received]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45479" y="3257487"/>
            <a:ext cx="870488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[Badges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received]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5526" y="3645677"/>
            <a:ext cx="885688" cy="370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Ready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to</a:t>
            </a:r>
            <a:r>
              <a:rPr sz="705" b="1" spc="10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register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  <a:p>
            <a:pPr marL="120015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b="1" spc="9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unexpected</a:t>
            </a:r>
            <a:endParaRPr sz="705" b="1" spc="9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3946" y="3676326"/>
            <a:ext cx="1239887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[registration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period</a:t>
            </a:r>
            <a:r>
              <a:rPr sz="705" spc="7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closed]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1272" y="3727399"/>
            <a:ext cx="706759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Waiting</a:t>
            </a:r>
            <a:r>
              <a:rPr sz="705" b="1" spc="20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a</a:t>
            </a:r>
            <a:r>
              <a:rPr sz="705" b="1" spc="14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bit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53276" y="3911282"/>
            <a:ext cx="655746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participants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5488" y="4023655"/>
            <a:ext cx="661049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decide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to</a:t>
            </a: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put</a:t>
            </a:r>
            <a:endParaRPr sz="705" spc="9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2775" y="4136025"/>
            <a:ext cx="824639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10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E10: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unexpected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15488" y="4156457"/>
            <a:ext cx="615108" cy="370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badges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and</a:t>
            </a:r>
            <a:endParaRPr sz="705" spc="9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0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material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82775" y="4268827"/>
            <a:ext cx="911217" cy="50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participant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7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arrives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/</a:t>
            </a:r>
            <a:endParaRPr sz="705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0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enter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7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participation</a:t>
            </a:r>
            <a:endParaRPr sz="705" spc="7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  <a:p>
            <a:pPr marL="0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request</a:t>
            </a:r>
            <a:endParaRPr sz="705" spc="8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5488" y="4422059"/>
            <a:ext cx="512842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spc="9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on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 spc="7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table</a:t>
            </a:r>
            <a:r>
              <a:rPr sz="705" spc="8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 </a:t>
            </a:r>
            <a:r>
              <a:rPr sz="705">
                <a:solidFill>
                  <a:srgbClr val="000000"/>
                </a:solidFill>
                <a:latin typeface="NWOKJI+Helvetica" panose="020B0604020202020204"/>
                <a:cs typeface="NWOKJI+Helvetica" panose="020B0604020202020204"/>
              </a:rPr>
              <a:t>/</a:t>
            </a:r>
            <a:endParaRPr sz="705">
              <a:solidFill>
                <a:srgbClr val="000000"/>
              </a:solidFill>
              <a:latin typeface="NWOKJI+Helvetica" panose="020B0604020202020204"/>
              <a:cs typeface="NWOKJI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45305" y="4718306"/>
            <a:ext cx="798712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Putting</a:t>
            </a:r>
            <a:r>
              <a:rPr sz="705" b="1" spc="7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10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badges</a:t>
            </a:r>
            <a:endParaRPr sz="705" b="1" spc="10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8171" y="4789814"/>
            <a:ext cx="640375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i="1" spc="8">
                <a:solidFill>
                  <a:srgbClr val="000000"/>
                </a:solidFill>
                <a:latin typeface="EQLOIO+Helvetica-BoldOblique" panose="020B0704020202090204"/>
                <a:cs typeface="EQLOIO+Helvetica-BoldOblique" panose="020B0704020202090204"/>
              </a:rPr>
              <a:t>Registering</a:t>
            </a:r>
            <a:endParaRPr sz="705" b="1" i="1" spc="8">
              <a:solidFill>
                <a:srgbClr val="000000"/>
              </a:solidFill>
              <a:latin typeface="EQLOIO+Helvetica-BoldOblique" panose="020B0704020202090204"/>
              <a:cs typeface="EQLOIO+Helvetica-BoldOblique" panose="020B070402020209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9316" y="4851109"/>
            <a:ext cx="676219" cy="370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10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and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material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  <a:p>
            <a:pPr marL="81915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b="1" spc="1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on</a:t>
            </a:r>
            <a:r>
              <a:rPr sz="705" b="1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table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56092" y="4953269"/>
            <a:ext cx="824547" cy="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i="1" spc="8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Exit</a:t>
            </a:r>
            <a:r>
              <a:rPr sz="705" i="1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 /</a:t>
            </a:r>
            <a:r>
              <a:rPr sz="705" i="1" spc="10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 </a:t>
            </a:r>
            <a:r>
              <a:rPr sz="705" i="1" spc="7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print</a:t>
            </a:r>
            <a:r>
              <a:rPr sz="705" i="1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 </a:t>
            </a:r>
            <a:r>
              <a:rPr sz="705" i="1" spc="9">
                <a:solidFill>
                  <a:srgbClr val="000000"/>
                </a:solidFill>
                <a:latin typeface="AAKNBD+Helvetica-Oblique" panose="020B0604020202090204"/>
                <a:cs typeface="AAKNBD+Helvetica-Oblique" panose="020B0604020202090204"/>
              </a:rPr>
              <a:t>badge</a:t>
            </a:r>
            <a:endParaRPr sz="705" i="1" spc="9">
              <a:solidFill>
                <a:srgbClr val="000000"/>
              </a:solidFill>
              <a:latin typeface="AAKNBD+Helvetica-Oblique" panose="020B0604020202090204"/>
              <a:cs typeface="AAKNBD+Helvetica-Oblique" panose="020B060402020209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94476" y="5300597"/>
            <a:ext cx="747777" cy="370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10"/>
              </a:lnSpc>
              <a:spcBef>
                <a:spcPct val="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Giving</a:t>
            </a:r>
            <a:r>
              <a:rPr sz="705" b="1" spc="7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 </a:t>
            </a:r>
            <a:r>
              <a:rPr sz="705" b="1" spc="9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course</a:t>
            </a:r>
            <a:endParaRPr sz="705" b="1" spc="9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  <a:p>
            <a:pPr marL="130175" marR="0">
              <a:lnSpc>
                <a:spcPts val="810"/>
              </a:lnSpc>
              <a:spcBef>
                <a:spcPts val="270"/>
              </a:spcBef>
              <a:spcAft>
                <a:spcPct val="0"/>
              </a:spcAft>
            </a:pPr>
            <a:r>
              <a:rPr sz="705" b="1" spc="8">
                <a:solidFill>
                  <a:srgbClr val="000000"/>
                </a:solidFill>
                <a:latin typeface="BDKOWV+Helvetica-Bold" panose="020B0704020202020204"/>
                <a:cs typeface="BDKOWV+Helvetica-Bold" panose="020B0704020202020204"/>
              </a:rPr>
              <a:t>material</a:t>
            </a:r>
            <a:endParaRPr sz="705" b="1" spc="8">
              <a:solidFill>
                <a:srgbClr val="000000"/>
              </a:solidFill>
              <a:latin typeface="BDKOWV+Helvetica-Bold" panose="020B0704020202020204"/>
              <a:cs typeface="BDKOWV+Helvetica-Bold" panose="020B07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37701" y="5812205"/>
            <a:ext cx="2801807" cy="764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More</a:t>
            </a:r>
            <a:r>
              <a:rPr sz="14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7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examples</a:t>
            </a:r>
            <a:r>
              <a:rPr sz="1450" spc="1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in</a:t>
            </a:r>
            <a:r>
              <a:rPr sz="14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14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appendix</a:t>
            </a:r>
            <a:r>
              <a:rPr sz="1450" spc="1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H</a:t>
            </a:r>
            <a:endParaRPr sz="1450">
              <a:solidFill>
                <a:srgbClr val="000000"/>
              </a:solidFill>
              <a:latin typeface="HWOQJV+CMR10" panose="02000500000000000000"/>
              <a:cs typeface="HWOQJV+CMR10" panose="02000500000000000000"/>
            </a:endParaRPr>
          </a:p>
          <a:p>
            <a:pPr marL="0" marR="0">
              <a:lnSpc>
                <a:spcPts val="1780"/>
              </a:lnSpc>
              <a:spcBef>
                <a:spcPts val="29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WOQJV+CMR10" panose="02000500000000000000"/>
                <a:cs typeface="HWOQJV+CMR10" panose="02000500000000000000"/>
              </a:rPr>
              <a:t>(www.mkp.com/dmrs)</a:t>
            </a:r>
            <a:endParaRPr sz="1450">
              <a:solidFill>
                <a:srgbClr val="000000"/>
              </a:solidFill>
              <a:latin typeface="HWOQJV+CMR10" panose="02000500000000000000"/>
              <a:cs typeface="HWOQJV+CMR10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04285"/>
            <a:ext cx="606622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JDGUOA+CMBX12~c" panose="02000500000000000000"/>
                <a:cs typeface="JDGUOA+CMBX12~c" panose="02000500000000000000"/>
              </a:rPr>
              <a:t>Static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JDGUOA+CMBX12~c" panose="02000500000000000000"/>
                <a:cs typeface="JDGUOA+CMBX12~c" panose="02000500000000000000"/>
              </a:rPr>
              <a:t>Structure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JDGUOA+CMBX12~c" panose="02000500000000000000"/>
                <a:cs typeface="JDGUOA+CMBX12~c" panose="02000500000000000000"/>
              </a:rPr>
              <a:t>Diagrams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JDGUOA+CMBX12~c" panose="02000500000000000000"/>
                <a:cs typeface="JDGUOA+CMBX12~c" panose="02000500000000000000"/>
              </a:rPr>
              <a:t>(SSDs)</a:t>
            </a:r>
            <a:endParaRPr sz="2500" spc="-14">
              <a:solidFill>
                <a:srgbClr val="000000"/>
              </a:solidFill>
              <a:latin typeface="JDGUOA+CMBX12~c" panose="02000500000000000000"/>
              <a:cs typeface="JDGUO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05861"/>
            <a:ext cx="8162278" cy="1970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FOBLU+CMSY10~25" panose="02000500000000000000"/>
                <a:cs typeface="IFOBL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Also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known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LCAHT+CMTI10" panose="02000500000000000000"/>
                <a:cs typeface="ELCAHT+CMTI10" panose="02000500000000000000"/>
              </a:rPr>
              <a:t>class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LCAHT+CMTI10" panose="02000500000000000000"/>
                <a:cs typeface="ELCAHT+CMTI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ELCAHT+CMTI10" panose="02000500000000000000"/>
              <a:cs typeface="ELCAHT+CMTI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FOBLU+CMSY10~25" panose="02000500000000000000"/>
                <a:cs typeface="IFOBL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ob</a:t>
            </a:r>
            <a:r>
              <a:rPr sz="2050" spc="-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ject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ﬁxed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identity,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local</a:t>
            </a:r>
            <a:endParaRPr sz="2050" spc="23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interface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oﬀers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its</a:t>
            </a:r>
            <a:endParaRPr sz="2050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94" y="4185896"/>
            <a:ext cx="494131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FOBLU+CMSY10~25" panose="02000500000000000000"/>
                <a:cs typeface="IFOBL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ob</a:t>
            </a:r>
            <a:r>
              <a:rPr sz="2050" spc="-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ject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class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72" y="4630905"/>
            <a:ext cx="750163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Class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intension:</a:t>
            </a:r>
            <a:r>
              <a:rPr sz="205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properties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shared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instances.</a:t>
            </a:r>
            <a:endParaRPr sz="2050" spc="10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65" y="5075914"/>
            <a:ext cx="4752483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Extension: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possible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instances.</a:t>
            </a:r>
            <a:endParaRPr sz="2050" spc="10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68" y="5520922"/>
            <a:ext cx="598281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OJSL+CMBX10" panose="02000500000000000000"/>
                <a:cs typeface="TFOJS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Extent:</a:t>
            </a:r>
            <a:r>
              <a:rPr sz="2050" spc="4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Set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currently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existing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ACMTW+CMR10" panose="02000500000000000000"/>
                <a:cs typeface="JACMTW+CMR10" panose="02000500000000000000"/>
              </a:rPr>
              <a:t>instances.</a:t>
            </a:r>
            <a:endParaRPr sz="2050" spc="10">
              <a:solidFill>
                <a:srgbClr val="000000"/>
              </a:solidFill>
              <a:latin typeface="JACMTW+CMR10" panose="02000500000000000000"/>
              <a:cs typeface="JACMT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EGMGA+CMR7" panose="02000500000000000000"/>
                <a:cs typeface="TEGMGA+CMR7" panose="02000500000000000000"/>
              </a:rPr>
              <a:t>361</a:t>
            </a:r>
            <a:endParaRPr sz="1450">
              <a:solidFill>
                <a:srgbClr val="000000"/>
              </a:solidFill>
              <a:latin typeface="TEGMGA+CMR7" panose="02000500000000000000"/>
              <a:cs typeface="TEGMGA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58123" y="1364054"/>
            <a:ext cx="1574393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b="1" spc="-10">
                <a:solidFill>
                  <a:srgbClr val="000000"/>
                </a:solidFill>
                <a:latin typeface="BMPEOU+Helvetica-Bold" panose="020B0704020202020204"/>
                <a:cs typeface="BMPEOU+Helvetica-Bold" panose="020B0704020202020204"/>
              </a:rPr>
              <a:t>Heating</a:t>
            </a:r>
            <a:r>
              <a:rPr sz="1250" b="1">
                <a:solidFill>
                  <a:srgbClr val="000000"/>
                </a:solidFill>
                <a:latin typeface="BMPEOU+Helvetica-Bold" panose="020B0704020202020204"/>
                <a:cs typeface="BMPEOU+Helvetica-Bold" panose="020B0704020202020204"/>
              </a:rPr>
              <a:t> </a:t>
            </a:r>
            <a:r>
              <a:rPr sz="1250" b="1" spc="-10">
                <a:solidFill>
                  <a:srgbClr val="000000"/>
                </a:solidFill>
                <a:latin typeface="BMPEOU+Helvetica-Bold" panose="020B0704020202020204"/>
                <a:cs typeface="BMPEOU+Helvetica-Bold" panose="020B0704020202020204"/>
              </a:rPr>
              <a:t>controller</a:t>
            </a:r>
            <a:endParaRPr sz="1250" b="1" spc="-10">
              <a:solidFill>
                <a:srgbClr val="000000"/>
              </a:solidFill>
              <a:latin typeface="BMPEOU+Helvetica-Bold" panose="020B0704020202020204"/>
              <a:cs typeface="BMPEOU+Helvetica-Bold" panose="020B07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598" y="1346693"/>
            <a:ext cx="1644197" cy="724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Create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batch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902335" marR="0">
              <a:lnSpc>
                <a:spcPts val="1375"/>
              </a:lnSpc>
              <a:spcBef>
                <a:spcPts val="103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2943" y="2283648"/>
            <a:ext cx="1149489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Batch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2994" y="2387750"/>
            <a:ext cx="72421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Recipe</a:t>
            </a:r>
            <a:endParaRPr sz="1250" spc="-11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6373" y="2682720"/>
            <a:ext cx="758981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3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amount</a:t>
            </a:r>
            <a:endParaRPr sz="1250" spc="-13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0815" y="2682720"/>
            <a:ext cx="776290" cy="742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batchID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364490" marR="0">
              <a:lnSpc>
                <a:spcPts val="1375"/>
              </a:lnSpc>
              <a:spcBef>
                <a:spcPts val="122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5187" y="2786822"/>
            <a:ext cx="628748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3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name</a:t>
            </a:r>
            <a:endParaRPr sz="1250" spc="-13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5120" y="2908285"/>
            <a:ext cx="637444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Batch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5187" y="3012383"/>
            <a:ext cx="1635450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desired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temperature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duration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3619" y="3012387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3079" y="3012387"/>
            <a:ext cx="298895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*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0901" y="3012387"/>
            <a:ext cx="498620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66373" y="3133850"/>
            <a:ext cx="1774560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&lt;&lt;signal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receptions&gt;&gt;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start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heating(b: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Batch)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3733" y="3741127"/>
            <a:ext cx="1314136" cy="811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8195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13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Allocation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815340" marR="0">
              <a:lnSpc>
                <a:spcPts val="1375"/>
              </a:lnSpc>
              <a:spcBef>
                <a:spcPts val="21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1..2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9029" y="4452516"/>
            <a:ext cx="109733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Tank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76222" y="4556618"/>
            <a:ext cx="1175301" cy="11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Thermometer</a:t>
            </a:r>
            <a:endParaRPr sz="1250" spc="-12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295275" marR="0">
              <a:lnSpc>
                <a:spcPts val="1375"/>
              </a:lnSpc>
              <a:spcBef>
                <a:spcPts val="404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Tank</a:t>
            </a:r>
            <a:endParaRPr sz="1250" spc="-12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66192" y="4660732"/>
            <a:ext cx="498619" cy="180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995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404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86995" marR="0">
              <a:lnSpc>
                <a:spcPts val="1375"/>
              </a:lnSpc>
              <a:spcBef>
                <a:spcPts val="409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55268" y="4660732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1070" y="4851588"/>
            <a:ext cx="741520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volume</a:t>
            </a:r>
            <a:endParaRPr sz="1250" spc="-11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82166" y="5025096"/>
            <a:ext cx="698068" cy="742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tankID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373380" marR="0">
              <a:lnSpc>
                <a:spcPts val="1375"/>
              </a:lnSpc>
              <a:spcBef>
                <a:spcPts val="122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1070" y="5077149"/>
            <a:ext cx="1418702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date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last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cleaned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destemp</a:t>
            </a:r>
            <a:endParaRPr sz="1250" spc="-11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01070" y="5753834"/>
            <a:ext cx="1774560" cy="863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&lt;&lt;signal</a:t>
            </a: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receptions&gt;&gt;</a:t>
            </a:r>
            <a:endParaRPr sz="1250" spc="-1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start(desired </a:t>
            </a:r>
            <a:r>
              <a:rPr sz="1250" spc="-11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temp)</a:t>
            </a:r>
            <a:endParaRPr sz="1250" spc="-11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40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stop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10462" y="5944703"/>
            <a:ext cx="706827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Heater</a:t>
            </a:r>
            <a:endParaRPr sz="1250" spc="-11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55268" y="6048805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SGJFIF+Helvetica" panose="020B0604020202020204"/>
                <a:cs typeface="SGJFIF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SGJFIF+Helvetica" panose="020B0604020202020204"/>
              <a:cs typeface="SGJFIF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UJBJV+CMR7" panose="02000500000000000000"/>
                <a:cs typeface="NUJBJV+CMR7" panose="02000500000000000000"/>
              </a:rPr>
              <a:t>362</a:t>
            </a:r>
            <a:endParaRPr sz="1450">
              <a:solidFill>
                <a:srgbClr val="000000"/>
              </a:solidFill>
              <a:latin typeface="NUJBJV+CMR7" panose="02000500000000000000"/>
              <a:cs typeface="NUJBJV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85413"/>
            <a:ext cx="348591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RWJBCV+CMBX12~c" panose="02000500000000000000"/>
                <a:cs typeface="RWJBCV+CMBX12~c" panose="02000500000000000000"/>
              </a:rPr>
              <a:t>Meaning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RWJBCV+CMBX12~c" panose="02000500000000000000"/>
                <a:cs typeface="RWJBCV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RWJBCV+CMBX12~c" panose="02000500000000000000"/>
                <a:cs typeface="RWJBCV+CMBX12~c" panose="02000500000000000000"/>
              </a:rPr>
              <a:t>an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RWJBCV+CMBX12~c" panose="02000500000000000000"/>
                <a:cs typeface="RWJBCV+CMBX12~c" panose="02000500000000000000"/>
              </a:rPr>
              <a:t>SSD</a:t>
            </a:r>
            <a:endParaRPr sz="2500" spc="-15">
              <a:solidFill>
                <a:srgbClr val="000000"/>
              </a:solidFill>
              <a:latin typeface="RWJBCV+CMBX12~c" panose="02000500000000000000"/>
              <a:cs typeface="RWJBC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3" y="2286989"/>
            <a:ext cx="7894654" cy="2451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SEOPT+CMSY10~25" panose="02000500000000000000"/>
                <a:cs typeface="JSEOP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Which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classes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objects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exist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system,</a:t>
            </a:r>
            <a:endParaRPr sz="2050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SEOPT+CMSY10~25" panose="02000500000000000000"/>
                <a:cs typeface="JSEOP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how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them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exist.</a:t>
            </a:r>
            <a:endParaRPr sz="2050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SEOPT+CMSY10~25" panose="02000500000000000000"/>
                <a:cs typeface="JSEOP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Attributes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local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variables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object.</a:t>
            </a:r>
            <a:endParaRPr sz="2050" spc="31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SEOPT+CMSY10~25" panose="02000500000000000000"/>
                <a:cs typeface="JSEOP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Associations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access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paths!</a:t>
            </a:r>
            <a:endParaRPr sz="2050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3" y="4359638"/>
            <a:ext cx="652053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SEOPT+CMSY10~25" panose="02000500000000000000"/>
                <a:cs typeface="JSEOP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operations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signal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receptions.</a:t>
            </a:r>
            <a:endParaRPr sz="2050" spc="10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30" y="4804647"/>
            <a:ext cx="6810121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TBUFL+CMBX10" panose="02000500000000000000"/>
                <a:cs typeface="RTBUF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RTBUFL+CMBX10" panose="02000500000000000000"/>
                <a:cs typeface="RTBUFL+CMBX10" panose="02000500000000000000"/>
              </a:rPr>
              <a:t>Operation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computation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performed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object.</a:t>
            </a:r>
            <a:endParaRPr sz="2050" spc="31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34" y="5249656"/>
            <a:ext cx="739950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TBUFL+CMBX10" panose="02000500000000000000"/>
                <a:cs typeface="RTBUF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BUFL+CMBX10" panose="02000500000000000000"/>
                <a:cs typeface="RTBUFL+CMBX10" panose="02000500000000000000"/>
              </a:rPr>
              <a:t>Signal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named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sent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a</a:t>
            </a:r>
            <a:endParaRPr sz="2050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963" y="5621513"/>
            <a:ext cx="260403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message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UVQWHP+CMR10" panose="02000500000000000000"/>
                <a:cs typeface="UVQWHP+CMR10" panose="02000500000000000000"/>
              </a:rPr>
              <a:t>objects.</a:t>
            </a:r>
            <a:endParaRPr sz="2050" spc="27">
              <a:solidFill>
                <a:srgbClr val="000000"/>
              </a:solidFill>
              <a:latin typeface="UVQWHP+CMR10" panose="02000500000000000000"/>
              <a:cs typeface="UVQWHP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WIJJN+CMR7" panose="02000500000000000000"/>
                <a:cs typeface="MWIJJN+CMR7" panose="02000500000000000000"/>
              </a:rPr>
              <a:t>363</a:t>
            </a:r>
            <a:endParaRPr sz="1450">
              <a:solidFill>
                <a:srgbClr val="000000"/>
              </a:solidFill>
              <a:latin typeface="MWIJJN+CMR7" panose="02000500000000000000"/>
              <a:cs typeface="MWIJJN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945994" cy="1192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7">
                <a:solidFill>
                  <a:srgbClr val="000000"/>
                </a:solidFill>
                <a:latin typeface="NNBHNA+CMBX12~c" panose="02000500000000000000"/>
                <a:cs typeface="NNBHNA+CMBX12~c" panose="02000500000000000000"/>
              </a:rPr>
              <a:t>ERDs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NNBHNA+CMBX12~c" panose="02000500000000000000"/>
                <a:cs typeface="NNBHNA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NNBHNA+CMBX12~c" panose="02000500000000000000"/>
                <a:cs typeface="NNBHNA+CMBX12~c" panose="02000500000000000000"/>
              </a:rPr>
              <a:t>SSDs</a:t>
            </a:r>
            <a:endParaRPr sz="2500" spc="-17">
              <a:solidFill>
                <a:srgbClr val="000000"/>
              </a:solidFill>
              <a:latin typeface="NNBHNA+CMBX12~c" panose="02000500000000000000"/>
              <a:cs typeface="NNBHNA+CMBX12~c" panose="02000500000000000000"/>
            </a:endParaRPr>
          </a:p>
          <a:p>
            <a:pPr marL="1237615" marR="0">
              <a:lnSpc>
                <a:spcPts val="2520"/>
              </a:lnSpc>
              <a:spcBef>
                <a:spcPts val="108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ERD</a:t>
            </a:r>
            <a:endParaRPr sz="2050" spc="12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6069" y="1422881"/>
            <a:ext cx="88307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SSD</a:t>
            </a:r>
            <a:endParaRPr sz="2050" spc="13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1742" y="1880081"/>
            <a:ext cx="1643086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entity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entity</a:t>
            </a:r>
            <a:endParaRPr sz="2050" spc="-14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5574" y="1880081"/>
            <a:ext cx="9185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class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5929" y="2325089"/>
            <a:ext cx="10998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5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object</a:t>
            </a:r>
            <a:endParaRPr sz="2050" spc="35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1751" y="2771623"/>
            <a:ext cx="1734089" cy="1156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relationship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tuple</a:t>
            </a:r>
            <a:endParaRPr sz="2050" spc="1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4901" y="2771622"/>
            <a:ext cx="1639631" cy="1156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association</a:t>
            </a:r>
            <a:endParaRPr sz="2050" spc="13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  <a:p>
            <a:pPr marL="1270" marR="0">
              <a:lnSpc>
                <a:spcPts val="2520"/>
              </a:lnSpc>
              <a:spcBef>
                <a:spcPts val="9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link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1743" y="3663162"/>
            <a:ext cx="23891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entity</a:t>
            </a:r>
            <a:endParaRPr sz="2050" spc="-14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4355" y="3663161"/>
            <a:ext cx="24348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object</a:t>
            </a:r>
            <a:endParaRPr sz="2050" spc="35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1767" y="4109693"/>
            <a:ext cx="5479965" cy="71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</a:t>
            </a:r>
            <a:r>
              <a:rPr sz="2050" spc="19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class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1760" y="4554702"/>
            <a:ext cx="268644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property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4482" y="4554702"/>
            <a:ext cx="27806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multiplicity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property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68" y="5016476"/>
            <a:ext cx="34548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ma</a:t>
            </a:r>
            <a:r>
              <a:rPr sz="2050" spc="-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jor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diﬀerences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are: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69" y="5490442"/>
            <a:ext cx="7165648" cy="1844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PWSMJ+CMSY10~25" panose="02000500000000000000"/>
                <a:cs typeface="WPWSM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represent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structure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PWSMJ+CMSY10~25" panose="02000500000000000000"/>
                <a:cs typeface="WPWSM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SSD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objects.</a:t>
            </a:r>
            <a:endParaRPr sz="2050" spc="27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PWSMJ+CMSY10~25" panose="02000500000000000000"/>
                <a:cs typeface="WPWSM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2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Objects</a:t>
            </a:r>
            <a:r>
              <a:rPr sz="2050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oﬀer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HTAKG+CMR10" panose="02000500000000000000"/>
                <a:cs typeface="FHTAKG+CMR10" panose="02000500000000000000"/>
              </a:rPr>
              <a:t>services.</a:t>
            </a:r>
            <a:endParaRPr sz="2050">
              <a:solidFill>
                <a:srgbClr val="000000"/>
              </a:solidFill>
              <a:latin typeface="FHTAKG+CMR10" panose="02000500000000000000"/>
              <a:cs typeface="FHTAKG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AFTFC+CMR7" panose="02000500000000000000"/>
                <a:cs typeface="HAFTFC+CMR7" panose="02000500000000000000"/>
              </a:rPr>
              <a:t>364</a:t>
            </a:r>
            <a:endParaRPr sz="1450">
              <a:solidFill>
                <a:srgbClr val="000000"/>
              </a:solidFill>
              <a:latin typeface="HAFTFC+CMR7" panose="02000500000000000000"/>
              <a:cs typeface="HAFTFC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72499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VFHFSW+CMBX12~c" panose="02000500000000000000"/>
                <a:cs typeface="VFHFSW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VFHFSW+CMBX12~c" panose="02000500000000000000"/>
              <a:cs typeface="VFHFS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3223" y="1870236"/>
            <a:ext cx="1369763" cy="71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Thermometer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641985" marR="0">
              <a:lnSpc>
                <a:spcPts val="1600"/>
              </a:lnSpc>
              <a:spcBef>
                <a:spcPts val="26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1504" y="2471530"/>
            <a:ext cx="377562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6181" y="2489754"/>
            <a:ext cx="843413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Recipe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2425" y="2617301"/>
            <a:ext cx="742168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Batch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6001" y="2799507"/>
            <a:ext cx="904269" cy="716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Heating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141605" marR="0">
              <a:lnSpc>
                <a:spcPts val="1600"/>
              </a:lnSpc>
              <a:spcBef>
                <a:spcPts val="26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tank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5720" y="2781285"/>
            <a:ext cx="1454800" cy="844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31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Allocation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0" marR="0">
              <a:lnSpc>
                <a:spcPts val="1600"/>
              </a:lnSpc>
              <a:spcBef>
                <a:spcPts val="126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1..2</a:t>
            </a:r>
            <a:r>
              <a:rPr sz="1450" spc="4088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 </a:t>
            </a: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0..1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6195" y="2899723"/>
            <a:ext cx="732021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name</a:t>
            </a:r>
            <a:endParaRPr sz="1450" spc="-1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8285" y="3027269"/>
            <a:ext cx="904180" cy="716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batchID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8890" marR="0">
              <a:lnSpc>
                <a:spcPts val="1600"/>
              </a:lnSpc>
              <a:spcBef>
                <a:spcPts val="260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amount</a:t>
            </a:r>
            <a:endParaRPr sz="1450" spc="-1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31233" y="3145709"/>
            <a:ext cx="347134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*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80442" y="3136598"/>
            <a:ext cx="2216167" cy="716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</a:t>
            </a:r>
            <a:r>
              <a:rPr sz="1450" spc="1126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 </a:t>
            </a: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desired temperature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305435" marR="0">
              <a:lnSpc>
                <a:spcPts val="1600"/>
              </a:lnSpc>
              <a:spcBef>
                <a:spcPts val="19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duration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5055" y="3455475"/>
            <a:ext cx="377562" cy="844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  <a:p>
            <a:pPr marL="0" marR="0">
              <a:lnSpc>
                <a:spcPts val="1600"/>
              </a:lnSpc>
              <a:spcBef>
                <a:spcPts val="126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6540" y="4238976"/>
            <a:ext cx="823127" cy="47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PBKT+Helvetica" panose="020B0604020202020204"/>
                <a:cs typeface="APPBKT+Helvetica" panose="020B0604020202020204"/>
              </a:rPr>
              <a:t>Heater</a:t>
            </a:r>
            <a:endParaRPr sz="1450">
              <a:solidFill>
                <a:srgbClr val="000000"/>
              </a:solidFill>
              <a:latin typeface="APPBKT+Helvetica" panose="020B0604020202020204"/>
              <a:cs typeface="APPBK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268" y="4693386"/>
            <a:ext cx="586349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Guidelines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controller:</a:t>
            </a:r>
            <a:endParaRPr sz="2050">
              <a:solidFill>
                <a:srgbClr val="000000"/>
              </a:solidFill>
              <a:latin typeface="WUKLHU+CMR10" panose="02000500000000000000"/>
              <a:cs typeface="WUKLHU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4589" y="5168874"/>
            <a:ext cx="3685126" cy="1709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JFQD+CMSY10~25" panose="02000500000000000000"/>
                <a:cs typeface="NFJFQ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Subject-orientation</a:t>
            </a:r>
            <a:endParaRPr sz="2050" spc="12">
              <a:solidFill>
                <a:srgbClr val="000000"/>
              </a:solidFill>
              <a:latin typeface="WUKLHU+CMR10" panose="02000500000000000000"/>
              <a:cs typeface="WUKLHU+CMR10" panose="02000500000000000000"/>
            </a:endParaRPr>
          </a:p>
          <a:p>
            <a:pPr marL="0" marR="0">
              <a:lnSpc>
                <a:spcPts val="319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JFQD+CMSY10~25" panose="02000500000000000000"/>
                <a:cs typeface="NFJFQ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Functional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decomposition</a:t>
            </a:r>
            <a:endParaRPr sz="2050" spc="14">
              <a:solidFill>
                <a:srgbClr val="000000"/>
              </a:solidFill>
              <a:latin typeface="WUKLHU+CMR10" panose="02000500000000000000"/>
              <a:cs typeface="WUKLHU+CMR10" panose="02000500000000000000"/>
            </a:endParaRPr>
          </a:p>
          <a:p>
            <a:pPr marL="0" marR="0">
              <a:lnSpc>
                <a:spcPts val="320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JFQD+CMSY10~25" panose="02000500000000000000"/>
                <a:cs typeface="NFJFQ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Device-orientation</a:t>
            </a:r>
            <a:endParaRPr sz="2050">
              <a:solidFill>
                <a:srgbClr val="000000"/>
              </a:solidFill>
              <a:latin typeface="WUKLHU+CMR10" panose="02000500000000000000"/>
              <a:cs typeface="WUKLHU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4275" y="6456654"/>
            <a:ext cx="40876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How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guidelines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UKLHU+CMR10" panose="02000500000000000000"/>
                <a:cs typeface="WUKLHU+CMR10" panose="02000500000000000000"/>
              </a:rPr>
              <a:t>used?</a:t>
            </a:r>
            <a:endParaRPr sz="2050" spc="12">
              <a:solidFill>
                <a:srgbClr val="000000"/>
              </a:solidFill>
              <a:latin typeface="WUKLHU+CMR10" panose="02000500000000000000"/>
              <a:cs typeface="WUKLHU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MGHIF+CMR7" panose="02000500000000000000"/>
                <a:cs typeface="DMGHIF+CMR7" panose="02000500000000000000"/>
              </a:rPr>
              <a:t>365</a:t>
            </a:r>
            <a:endParaRPr sz="1450">
              <a:solidFill>
                <a:srgbClr val="000000"/>
              </a:solidFill>
              <a:latin typeface="DMGHIF+CMR7" panose="02000500000000000000"/>
              <a:cs typeface="DMGHIF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58123" y="1364054"/>
            <a:ext cx="1574393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b="1" spc="-10">
                <a:solidFill>
                  <a:srgbClr val="000000"/>
                </a:solidFill>
                <a:latin typeface="WESOUN+Helvetica-Bold" panose="020B0704020202020204"/>
                <a:cs typeface="WESOUN+Helvetica-Bold" panose="020B0704020202020204"/>
              </a:rPr>
              <a:t>Heating</a:t>
            </a:r>
            <a:r>
              <a:rPr sz="1250" b="1">
                <a:solidFill>
                  <a:srgbClr val="000000"/>
                </a:solidFill>
                <a:latin typeface="WESOUN+Helvetica-Bold" panose="020B0704020202020204"/>
                <a:cs typeface="WESOUN+Helvetica-Bold" panose="020B0704020202020204"/>
              </a:rPr>
              <a:t> </a:t>
            </a:r>
            <a:r>
              <a:rPr sz="1250" b="1" spc="-10">
                <a:solidFill>
                  <a:srgbClr val="000000"/>
                </a:solidFill>
                <a:latin typeface="WESOUN+Helvetica-Bold" panose="020B0704020202020204"/>
                <a:cs typeface="WESOUN+Helvetica-Bold" panose="020B0704020202020204"/>
              </a:rPr>
              <a:t>controller</a:t>
            </a:r>
            <a:endParaRPr sz="1250" b="1" spc="-10">
              <a:solidFill>
                <a:srgbClr val="000000"/>
              </a:solidFill>
              <a:latin typeface="WESOUN+Helvetica-Bold" panose="020B0704020202020204"/>
              <a:cs typeface="WESOUN+Helvetica-Bold" panose="020B07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598" y="1346693"/>
            <a:ext cx="1644197" cy="724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Create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batch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902335" marR="0">
              <a:lnSpc>
                <a:spcPts val="1375"/>
              </a:lnSpc>
              <a:spcBef>
                <a:spcPts val="103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2943" y="2283648"/>
            <a:ext cx="1149489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Batch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2994" y="2387750"/>
            <a:ext cx="72421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Recipe</a:t>
            </a:r>
            <a:endParaRPr sz="1250" spc="-11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6373" y="2682720"/>
            <a:ext cx="758981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3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amount</a:t>
            </a:r>
            <a:endParaRPr sz="1250" spc="-13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0815" y="2682720"/>
            <a:ext cx="776290" cy="742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batchID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364490" marR="0">
              <a:lnSpc>
                <a:spcPts val="1375"/>
              </a:lnSpc>
              <a:spcBef>
                <a:spcPts val="122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5187" y="2786822"/>
            <a:ext cx="628748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3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name</a:t>
            </a:r>
            <a:endParaRPr sz="1250" spc="-13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5120" y="2908285"/>
            <a:ext cx="637444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Batch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5187" y="3012383"/>
            <a:ext cx="1635450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desired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temperature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duration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3619" y="3012387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3079" y="3012387"/>
            <a:ext cx="298895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*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0901" y="3012387"/>
            <a:ext cx="498620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66373" y="3133850"/>
            <a:ext cx="1774560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&lt;&lt;signal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receptions&gt;&gt;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start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heating(b: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Batch)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3733" y="3741127"/>
            <a:ext cx="1314136" cy="811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8195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13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Allocation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815340" marR="0">
              <a:lnSpc>
                <a:spcPts val="1375"/>
              </a:lnSpc>
              <a:spcBef>
                <a:spcPts val="21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1..2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9029" y="4452516"/>
            <a:ext cx="109733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Tank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control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76222" y="4556618"/>
            <a:ext cx="1175301" cy="11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Thermometer</a:t>
            </a:r>
            <a:endParaRPr sz="1250" spc="-12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295275" marR="0">
              <a:lnSpc>
                <a:spcPts val="1375"/>
              </a:lnSpc>
              <a:spcBef>
                <a:spcPts val="4040"/>
              </a:spcBef>
              <a:spcAft>
                <a:spcPct val="0"/>
              </a:spcAft>
            </a:pPr>
            <a:r>
              <a:rPr sz="1250" spc="-12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Tank</a:t>
            </a:r>
            <a:endParaRPr sz="1250" spc="-12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66192" y="4660732"/>
            <a:ext cx="498619" cy="180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995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404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0..1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86995" marR="0">
              <a:lnSpc>
                <a:spcPts val="1375"/>
              </a:lnSpc>
              <a:spcBef>
                <a:spcPts val="409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55268" y="4660732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1070" y="4851588"/>
            <a:ext cx="741520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volume</a:t>
            </a:r>
            <a:endParaRPr sz="1250" spc="-11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82166" y="5025096"/>
            <a:ext cx="698068" cy="742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tankID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373380" marR="0">
              <a:lnSpc>
                <a:spcPts val="1375"/>
              </a:lnSpc>
              <a:spcBef>
                <a:spcPts val="122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1070" y="5077149"/>
            <a:ext cx="1418702" cy="638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date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last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cleaned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destemp</a:t>
            </a:r>
            <a:endParaRPr sz="1250" spc="-11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01070" y="5753834"/>
            <a:ext cx="1774560" cy="863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&lt;&lt;signal</a:t>
            </a: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 </a:t>
            </a:r>
            <a:r>
              <a:rPr sz="1250" spc="-1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receptions&gt;&gt;</a:t>
            </a:r>
            <a:endParaRPr sz="1250" spc="-1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35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start(desired </a:t>
            </a:r>
            <a:r>
              <a:rPr sz="1250" spc="-11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temp)</a:t>
            </a:r>
            <a:endParaRPr sz="1250" spc="-11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  <a:p>
            <a:pPr marL="0" marR="0">
              <a:lnSpc>
                <a:spcPts val="1375"/>
              </a:lnSpc>
              <a:spcBef>
                <a:spcPts val="40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stop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10462" y="5944703"/>
            <a:ext cx="706827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 spc="-11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Heater</a:t>
            </a:r>
            <a:endParaRPr sz="1250" spc="-11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55268" y="6048805"/>
            <a:ext cx="324972" cy="412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CUAPN+Helvetica" panose="020B0604020202020204"/>
                <a:cs typeface="QCUAPN+Helvetica" panose="020B0604020202020204"/>
              </a:rPr>
              <a:t>1</a:t>
            </a:r>
            <a:endParaRPr sz="1250">
              <a:solidFill>
                <a:srgbClr val="000000"/>
              </a:solidFill>
              <a:latin typeface="QCUAPN+Helvetica" panose="020B0604020202020204"/>
              <a:cs typeface="QCUAPN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NQPHM+CMR7" panose="02000500000000000000"/>
                <a:cs typeface="TNQPHM+CMR7" panose="02000500000000000000"/>
              </a:rPr>
              <a:t>366</a:t>
            </a:r>
            <a:endParaRPr sz="1450">
              <a:solidFill>
                <a:srgbClr val="000000"/>
              </a:solidFill>
              <a:latin typeface="TNQPHM+CMR7" panose="02000500000000000000"/>
              <a:cs typeface="TNQPHM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13913"/>
            <a:ext cx="4919948" cy="1647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Statecharts</a:t>
            </a:r>
            <a:r>
              <a:rPr sz="2500" spc="3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UML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NTAVTS+CMBX12~c" panose="02000500000000000000"/>
              <a:cs typeface="NTAVTS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210"/>
              </a:spcBef>
              <a:spcAft>
                <a:spcPct val="0"/>
              </a:spcAft>
            </a:pPr>
            <a:r>
              <a:rPr sz="2500" spc="-66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Tank</a:t>
            </a:r>
            <a:r>
              <a:rPr sz="2500" spc="3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NTAVTS+CMBX12~c" panose="02000500000000000000"/>
                <a:cs typeface="NTAVTS+CMBX12~c" panose="02000500000000000000"/>
              </a:rPr>
              <a:t>control</a:t>
            </a:r>
            <a:endParaRPr sz="2500" spc="-26">
              <a:solidFill>
                <a:srgbClr val="000000"/>
              </a:solidFill>
              <a:latin typeface="NTAVTS+CMBX12~c" panose="02000500000000000000"/>
              <a:cs typeface="NTAVT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5070" y="2725541"/>
            <a:ext cx="2192388" cy="672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dtemp. currtemp: Rational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  <a:p>
            <a:pPr marL="0" marR="0">
              <a:lnSpc>
                <a:spcPts val="1455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i: tank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0771" y="3056973"/>
            <a:ext cx="800119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stop(i) /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8235" y="3719837"/>
            <a:ext cx="3172252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start(t, dtemp) [currtemp &gt;= dtemp−5]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9433" y="3940791"/>
            <a:ext cx="1315525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RGRIIS+Helvetica-Bold" panose="020B0704020202020204"/>
                <a:cs typeface="RGRIIS+Helvetica-Bold" panose="020B0704020202020204"/>
              </a:rPr>
              <a:t>Not heating(i)</a:t>
            </a:r>
            <a:endParaRPr sz="1300" b="1">
              <a:solidFill>
                <a:srgbClr val="000000"/>
              </a:solidFill>
              <a:latin typeface="RGRIIS+Helvetica-Bold" panose="020B0704020202020204"/>
              <a:cs typeface="RGRIIS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8442" y="4548410"/>
            <a:ext cx="1260673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after(60 secs)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8458" y="4548410"/>
            <a:ext cx="1260673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after(60 secs)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9788" y="4677302"/>
            <a:ext cx="901451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RGRIIS+Helvetica-Bold" panose="020B0704020202020204"/>
                <a:cs typeface="RGRIIS+Helvetica-Bold" panose="020B0704020202020204"/>
              </a:rPr>
              <a:t>Ready(i)</a:t>
            </a:r>
            <a:endParaRPr sz="1300" b="1">
              <a:solidFill>
                <a:srgbClr val="000000"/>
              </a:solidFill>
              <a:latin typeface="RGRIIS+Helvetica-Bold" panose="020B0704020202020204"/>
              <a:cs typeface="RGRIIS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8304" y="4787778"/>
            <a:ext cx="2039134" cy="67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[currtemp &gt;= dtemp+5] /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  <a:p>
            <a:pPr marL="935355" marR="0">
              <a:lnSpc>
                <a:spcPts val="1455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switch off(i)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8458" y="4787778"/>
            <a:ext cx="1927808" cy="672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[currtemp &lt; dtemp−5] /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  <a:p>
            <a:pPr marL="0" marR="0">
              <a:lnSpc>
                <a:spcPts val="1455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switch on(i)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2131" y="5321751"/>
            <a:ext cx="3166916" cy="67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start(t, dtemp) [currtemp &lt; dtemp−5] /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  <a:p>
            <a:pPr marL="958215" marR="0">
              <a:lnSpc>
                <a:spcPts val="1455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switch on(i)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41313" y="5690013"/>
            <a:ext cx="1011767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RGRIIS+Helvetica-Bold" panose="020B0704020202020204"/>
                <a:cs typeface="RGRIIS+Helvetica-Bold" panose="020B0704020202020204"/>
              </a:rPr>
              <a:t>Heating(i)</a:t>
            </a:r>
            <a:endParaRPr sz="1300" b="1">
              <a:solidFill>
                <a:srgbClr val="000000"/>
              </a:solidFill>
              <a:latin typeface="RGRIIS+Helvetica-Bold" panose="020B0704020202020204"/>
              <a:cs typeface="RGRIIS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43031" y="6021445"/>
            <a:ext cx="1684077" cy="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5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HCEQKP+Helvetica" panose="020B0604020202020204"/>
                <a:cs typeface="HCEQKP+Helvetica" panose="020B0604020202020204"/>
              </a:rPr>
              <a:t>stop(i) / switch off(i)</a:t>
            </a:r>
            <a:endParaRPr sz="1300">
              <a:solidFill>
                <a:srgbClr val="000000"/>
              </a:solidFill>
              <a:latin typeface="HCEQKP+Helvetica" panose="020B0604020202020204"/>
              <a:cs typeface="HCEQKP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FEPTL+CMR7" panose="02000500000000000000"/>
                <a:cs typeface="PFEPTL+CMR7" panose="02000500000000000000"/>
              </a:rPr>
              <a:t>367</a:t>
            </a:r>
            <a:endParaRPr sz="1450">
              <a:solidFill>
                <a:srgbClr val="000000"/>
              </a:solidFill>
              <a:latin typeface="PFEPTL+CMR7" panose="02000500000000000000"/>
              <a:cs typeface="PFEPTL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5125"/>
            <a:ext cx="4919948" cy="1590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CCLURS+CMBX12~c" panose="02000500000000000000"/>
                <a:cs typeface="CCLURS+CMBX12~c" panose="02000500000000000000"/>
              </a:rPr>
              <a:t>Statecharts</a:t>
            </a:r>
            <a:r>
              <a:rPr sz="2500" spc="3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CLURS+CMBX12~c" panose="02000500000000000000"/>
                <a:cs typeface="CCLURS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CCLURS+CMBX12~c" panose="02000500000000000000"/>
                <a:cs typeface="CCLURS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CCLURS+CMBX12~c" panose="02000500000000000000"/>
                <a:cs typeface="CCLURS+CMBX12~c" panose="02000500000000000000"/>
              </a:rPr>
              <a:t>UML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CLURS+CMBX12~c" panose="02000500000000000000"/>
                <a:cs typeface="CCLURS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CCLURS+CMBX12~c" panose="02000500000000000000"/>
              <a:cs typeface="CCLURS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4210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CPSQOL+CMBX10" panose="02000500000000000000"/>
                <a:cs typeface="CPSQOL+CMBX10" panose="02000500000000000000"/>
              </a:rPr>
              <a:t>Batch</a:t>
            </a:r>
            <a:r>
              <a:rPr sz="205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PSQOL+CMBX10" panose="02000500000000000000"/>
                <a:cs typeface="CPSQOL+CMBX10" panose="02000500000000000000"/>
              </a:rPr>
              <a:t>control</a:t>
            </a:r>
            <a:endParaRPr sz="2050">
              <a:solidFill>
                <a:srgbClr val="000000"/>
              </a:solidFill>
              <a:latin typeface="CPSQOL+CMBX10" panose="02000500000000000000"/>
              <a:cs typeface="CPSQOL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7296" y="2815832"/>
            <a:ext cx="1433693" cy="44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b: Batch control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9502" y="2834641"/>
            <a:ext cx="1602964" cy="690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after(b. duration) /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  <a:p>
            <a:pPr marL="0" marR="0">
              <a:lnSpc>
                <a:spcPts val="1490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stop tanks(b),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57384" y="3098039"/>
            <a:ext cx="1490022" cy="69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start heating(b) /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  <a:p>
            <a:pPr marL="0" marR="0">
              <a:lnSpc>
                <a:spcPts val="1490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start tanks(b)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9502" y="3323808"/>
            <a:ext cx="1546466" cy="44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send ‘‘b</a:t>
            </a:r>
            <a:r>
              <a:rPr sz="1350" spc="-1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 </a:t>
            </a: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finished’’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6675" y="3474327"/>
            <a:ext cx="953585" cy="44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Ready(b)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1727" y="3474327"/>
            <a:ext cx="1047757" cy="44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Heating(b)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7927" y="3474327"/>
            <a:ext cx="1047757" cy="44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PNSGCV+Helvetica" panose="020B0604020202020204"/>
                <a:cs typeface="PNSGCV+Helvetica" panose="020B0604020202020204"/>
              </a:rPr>
              <a:t>Finishedb)</a:t>
            </a:r>
            <a:endParaRPr sz="1350">
              <a:solidFill>
                <a:srgbClr val="000000"/>
              </a:solidFill>
              <a:latin typeface="PNSGCV+Helvetica" panose="020B0604020202020204"/>
              <a:cs typeface="PNSGCV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9" y="4211914"/>
            <a:ext cx="1463619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Dictionary:</a:t>
            </a:r>
            <a:endParaRPr sz="1850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3725" y="4688775"/>
            <a:ext cx="3049018" cy="762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MSRQD+CMSY9" panose="02000500000000000000"/>
                <a:cs typeface="JMSRQD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start</a:t>
            </a:r>
            <a:r>
              <a:rPr sz="185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tanks(b:</a:t>
            </a:r>
            <a:r>
              <a:rPr sz="1850" spc="4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Batch).</a:t>
            </a:r>
            <a:endParaRPr sz="1850">
              <a:solidFill>
                <a:srgbClr val="000000"/>
              </a:solidFill>
              <a:latin typeface="CMNTBB+CMSSBX10~2a4" panose="02000500000000000000"/>
              <a:cs typeface="CMNTBB+CMSSBX10~2a4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2720" y="5103455"/>
            <a:ext cx="252602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HWQMW+CMBX9" panose="02000500000000000000"/>
                <a:cs typeface="HHWQMW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1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For</a:t>
            </a:r>
            <a:r>
              <a:rPr sz="18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all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tanks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b</a:t>
            </a:r>
            <a:endParaRPr sz="1850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7609" y="4929254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AUHRDQ+CMSSBX10~2b1" panose="02000500000000000000"/>
                <a:cs typeface="AUHRDQ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AUHRDQ+CMSSBX10~2b1" panose="02000500000000000000"/>
              <a:cs typeface="AUHRDQ+CMSSBX10~2b1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5911" y="5103454"/>
            <a:ext cx="414975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heating</a:t>
            </a:r>
            <a:r>
              <a:rPr sz="18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tank,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send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start(t,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b</a:t>
            </a:r>
            <a:r>
              <a:rPr sz="1850" spc="6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4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recipe</a:t>
            </a:r>
            <a:endParaRPr sz="1850" spc="14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0976" y="4929254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AUHRDQ+CMSSBX10~2b1" panose="02000500000000000000"/>
                <a:cs typeface="AUHRDQ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AUHRDQ+CMSSBX10~2b1" panose="02000500000000000000"/>
              <a:cs typeface="AUHRDQ+CMSSBX10~2b1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3992" y="5270630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AUHRDQ+CMSSBX10~2b1" panose="02000500000000000000"/>
                <a:cs typeface="AUHRDQ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AUHRDQ+CMSSBX10~2b1" panose="02000500000000000000"/>
              <a:cs typeface="AUHRDQ+CMSSBX10~2b1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22296" y="5444830"/>
            <a:ext cx="253373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desired</a:t>
            </a:r>
            <a:r>
              <a:rPr sz="18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temperature).</a:t>
            </a:r>
            <a:endParaRPr sz="1850" spc="10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3723" y="5921691"/>
            <a:ext cx="3005365" cy="1005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MSRQD+CMSY9" panose="02000500000000000000"/>
                <a:cs typeface="JMSRQD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stop</a:t>
            </a:r>
            <a:r>
              <a:rPr sz="18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tanks(b:</a:t>
            </a:r>
            <a:r>
              <a:rPr sz="1850" spc="4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CMNTBB+CMSSBX10~2a4" panose="02000500000000000000"/>
                <a:cs typeface="CMNTBB+CMSSBX10~2a4" panose="02000500000000000000"/>
              </a:rPr>
              <a:t>Batch).</a:t>
            </a:r>
            <a:endParaRPr sz="1850">
              <a:solidFill>
                <a:srgbClr val="000000"/>
              </a:solidFill>
              <a:latin typeface="CMNTBB+CMSSBX10~2a4" panose="02000500000000000000"/>
              <a:cs typeface="CMNTBB+CMSSBX10~2a4" panose="02000500000000000000"/>
            </a:endParaRPr>
          </a:p>
          <a:p>
            <a:pPr marL="349250" marR="0">
              <a:lnSpc>
                <a:spcPts val="1880"/>
              </a:lnSpc>
              <a:spcBef>
                <a:spcPts val="14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HHWQMW+CMBX9" panose="02000500000000000000"/>
                <a:cs typeface="HHWQMW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1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For</a:t>
            </a:r>
            <a:r>
              <a:rPr sz="18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all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tanks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b</a:t>
            </a:r>
            <a:endParaRPr sz="1850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7609" y="6162170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AUHRDQ+CMSSBX10~2b1" panose="02000500000000000000"/>
                <a:cs typeface="AUHRDQ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AUHRDQ+CMSSBX10~2b1" panose="02000500000000000000"/>
              <a:cs typeface="AUHRDQ+CMSSBX10~2b1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5911" y="6336370"/>
            <a:ext cx="313896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heating</a:t>
            </a:r>
            <a:r>
              <a:rPr sz="18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tank,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send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FCBAS+CMSS9" panose="02000500000000000000"/>
                <a:cs typeface="VFCBAS+CMSS9" panose="02000500000000000000"/>
              </a:rPr>
              <a:t>stop(t).</a:t>
            </a:r>
            <a:endParaRPr sz="1850">
              <a:solidFill>
                <a:srgbClr val="000000"/>
              </a:solidFill>
              <a:latin typeface="VFCBAS+CMSS9" panose="02000500000000000000"/>
              <a:cs typeface="VFCBAS+CMSS9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EAINH+CMR7" panose="02000500000000000000"/>
                <a:cs typeface="JEAINH+CMR7" panose="02000500000000000000"/>
              </a:rPr>
              <a:t>368</a:t>
            </a:r>
            <a:endParaRPr sz="1450">
              <a:solidFill>
                <a:srgbClr val="000000"/>
              </a:solidFill>
              <a:latin typeface="JEAINH+CMR7" panose="02000500000000000000"/>
              <a:cs typeface="JEAINH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8929697" cy="185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Coherence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SSD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HJEMAQ+CMBX12~c" panose="02000500000000000000"/>
                <a:cs typeface="HJEMAQ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HJEMAQ+CMBX12~c" panose="02000500000000000000"/>
              <a:cs typeface="HJEMAQ+CMBX12~c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1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MPQM+CMSY10~25" panose="02000500000000000000"/>
                <a:cs typeface="TDMPQ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Attributes,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identiﬁers,</a:t>
            </a:r>
            <a:r>
              <a:rPr sz="2050" spc="1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interface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data</a:t>
            </a:r>
            <a:r>
              <a:rPr sz="2050" spc="1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declared</a:t>
            </a:r>
            <a:r>
              <a:rPr sz="20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as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local</a:t>
            </a:r>
            <a:r>
              <a:rPr sz="2050" spc="1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variables.</a:t>
            </a:r>
            <a:endParaRPr sz="2050">
              <a:solidFill>
                <a:srgbClr val="000000"/>
              </a:solidFill>
              <a:latin typeface="ENNGUD+CMR10" panose="02000500000000000000"/>
              <a:cs typeface="ENNGUD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17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MPQM+CMSY10~25" panose="02000500000000000000"/>
                <a:cs typeface="TDMPQ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Signals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trigger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transitions.</a:t>
            </a:r>
            <a:endParaRPr sz="2050">
              <a:solidFill>
                <a:srgbClr val="000000"/>
              </a:solidFill>
              <a:latin typeface="ENNGUD+CMR10" panose="02000500000000000000"/>
              <a:cs typeface="ENNGUD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2411958"/>
            <a:ext cx="7225266" cy="137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MPQM+CMSY10~25" panose="02000500000000000000"/>
                <a:cs typeface="TDMPQ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Actions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operation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calls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signal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sending.</a:t>
            </a:r>
            <a:endParaRPr sz="2050" spc="10">
              <a:solidFill>
                <a:srgbClr val="000000"/>
              </a:solidFill>
              <a:latin typeface="ENNGUD+CMR10" panose="02000500000000000000"/>
              <a:cs typeface="ENNGUD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1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MPQM+CMSY10~25" panose="02000500000000000000"/>
                <a:cs typeface="TDMPQ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Illustrate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coherence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architecture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NNGUD+CMR10" panose="02000500000000000000"/>
                <a:cs typeface="ENNGUD+CMR10" panose="02000500000000000000"/>
              </a:rPr>
              <a:t>diagram:</a:t>
            </a:r>
            <a:endParaRPr sz="2050">
              <a:solidFill>
                <a:srgbClr val="000000"/>
              </a:solidFill>
              <a:latin typeface="ENNGUD+CMR10" panose="02000500000000000000"/>
              <a:cs typeface="ENNGU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6329" y="3411885"/>
            <a:ext cx="1144828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batch data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4073" y="3618539"/>
            <a:ext cx="1950912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Create batch control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0523" y="3701204"/>
            <a:ext cx="958249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 b="1">
                <a:solidFill>
                  <a:srgbClr val="000000"/>
                </a:solidFill>
                <a:latin typeface="LMRGON+Helvetica-Bold" panose="020B0704020202020204"/>
                <a:cs typeface="LMRGON+Helvetica-Bold" panose="020B0704020202020204"/>
              </a:rPr>
              <a:t>Heating</a:t>
            </a:r>
            <a:endParaRPr sz="1450" b="1">
              <a:solidFill>
                <a:srgbClr val="000000"/>
              </a:solidFill>
              <a:latin typeface="LMRGON+Helvetica-Bold" panose="020B0704020202020204"/>
              <a:cs typeface="LMRGON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5283" y="3907858"/>
            <a:ext cx="1072291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b</a:t>
            </a:r>
            <a:r>
              <a:rPr sz="1450" spc="12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 </a:t>
            </a: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finished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2643" y="3969857"/>
            <a:ext cx="1134041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 b="1">
                <a:solidFill>
                  <a:srgbClr val="000000"/>
                </a:solidFill>
                <a:latin typeface="LMRGON+Helvetica-Bold" panose="020B0704020202020204"/>
                <a:cs typeface="LMRGON+Helvetica-Bold" panose="020B0704020202020204"/>
              </a:rPr>
              <a:t>controller</a:t>
            </a:r>
            <a:endParaRPr sz="1450" b="1">
              <a:solidFill>
                <a:srgbClr val="000000"/>
              </a:solidFill>
              <a:latin typeface="LMRGON+Helvetica-Bold" panose="020B0704020202020204"/>
              <a:cs typeface="LMRGON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8993" y="4155851"/>
            <a:ext cx="793147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create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5479" y="4445157"/>
            <a:ext cx="948350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duration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1542" y="4465833"/>
            <a:ext cx="1299757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start heating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20926" y="4527821"/>
            <a:ext cx="1010196" cy="752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Operator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  <a:p>
            <a:pPr marL="46355" marR="0">
              <a:lnSpc>
                <a:spcPts val="1635"/>
              </a:lnSpc>
              <a:spcBef>
                <a:spcPts val="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console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2136" y="4651824"/>
            <a:ext cx="855174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Recipe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8688" y="4651824"/>
            <a:ext cx="1361695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Batch control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4371" y="5168460"/>
            <a:ext cx="1134037" cy="1703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currtemp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  <a:p>
            <a:pPr marL="0" marR="0">
              <a:lnSpc>
                <a:spcPts val="1635"/>
              </a:lnSpc>
              <a:spcBef>
                <a:spcPts val="31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switch on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  <a:p>
            <a:pPr marL="0" marR="0">
              <a:lnSpc>
                <a:spcPts val="1635"/>
              </a:lnSpc>
              <a:spcBef>
                <a:spcPts val="324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switch off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20174" y="5354451"/>
            <a:ext cx="1279010" cy="752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desired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  <a:p>
            <a:pPr marL="0" marR="0">
              <a:lnSpc>
                <a:spcPts val="1635"/>
              </a:lnSpc>
              <a:spcBef>
                <a:spcPts val="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temperature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9234" y="5375114"/>
            <a:ext cx="637944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start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8969" y="5375114"/>
            <a:ext cx="627774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stop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9829" y="5375114"/>
            <a:ext cx="1392439" cy="1207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Thermometer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  <a:p>
            <a:pPr marL="278765" marR="0">
              <a:lnSpc>
                <a:spcPts val="1635"/>
              </a:lnSpc>
              <a:spcBef>
                <a:spcPts val="406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Heater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9752" y="6098405"/>
            <a:ext cx="1299574" cy="48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TMENV+Helvetica" panose="020B0604020202020204"/>
                <a:cs typeface="QTMENV+Helvetica" panose="020B0604020202020204"/>
              </a:rPr>
              <a:t>Tank control</a:t>
            </a:r>
            <a:endParaRPr sz="1450">
              <a:solidFill>
                <a:srgbClr val="000000"/>
              </a:solidFill>
              <a:latin typeface="QTMENV+Helvetica" panose="020B0604020202020204"/>
              <a:cs typeface="QTMENV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CEWQT+CMR7" panose="02000500000000000000"/>
                <a:cs typeface="WCEWQT+CMR7" panose="02000500000000000000"/>
              </a:rPr>
              <a:t>369</a:t>
            </a:r>
            <a:endParaRPr sz="1450">
              <a:solidFill>
                <a:srgbClr val="000000"/>
              </a:solidFill>
              <a:latin typeface="WCEWQT+CMR7" panose="02000500000000000000"/>
              <a:cs typeface="WCEWQT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56001"/>
            <a:ext cx="785801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Coherence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SSD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statecharts</a:t>
            </a:r>
            <a:r>
              <a:rPr sz="250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OTSIA+CMBX12~c" panose="02000500000000000000"/>
                <a:cs typeface="FOTSIA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FOTSIA+CMBX12~c" panose="02000500000000000000"/>
              <a:cs typeface="FOTSI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5927" y="1766762"/>
            <a:ext cx="248224" cy="300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0"/>
              </a:lnSpc>
              <a:spcBef>
                <a:spcPct val="0"/>
              </a:spcBef>
              <a:spcAft>
                <a:spcPct val="0"/>
              </a:spcAft>
            </a:pPr>
            <a:r>
              <a:rPr sz="900">
                <a:solidFill>
                  <a:srgbClr val="000000"/>
                </a:solidFill>
                <a:latin typeface="KHVWHF+Helvetica" panose="020B0604020202020204"/>
                <a:cs typeface="KHVWHF+Helvetica" panose="020B0604020202020204"/>
              </a:rPr>
              <a:t>B</a:t>
            </a:r>
            <a:endParaRPr sz="900">
              <a:solidFill>
                <a:srgbClr val="000000"/>
              </a:solidFill>
              <a:latin typeface="KHVWHF+Helvetica" panose="020B0604020202020204"/>
              <a:cs typeface="KHVWH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092" y="1881862"/>
            <a:ext cx="248224" cy="300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0"/>
              </a:lnSpc>
              <a:spcBef>
                <a:spcPct val="0"/>
              </a:spcBef>
              <a:spcAft>
                <a:spcPct val="0"/>
              </a:spcAft>
            </a:pPr>
            <a:r>
              <a:rPr sz="900">
                <a:solidFill>
                  <a:srgbClr val="000000"/>
                </a:solidFill>
                <a:latin typeface="KHVWHF+Helvetica" panose="020B0604020202020204"/>
                <a:cs typeface="KHVWHF+Helvetica" panose="020B0604020202020204"/>
              </a:rPr>
              <a:t>A</a:t>
            </a:r>
            <a:endParaRPr sz="900">
              <a:solidFill>
                <a:srgbClr val="000000"/>
              </a:solidFill>
              <a:latin typeface="KHVWHF+Helvetica" panose="020B0604020202020204"/>
              <a:cs typeface="KHVWH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3202" y="2303921"/>
            <a:ext cx="1236744" cy="466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0"/>
              </a:lnSpc>
              <a:spcBef>
                <a:spcPct val="0"/>
              </a:spcBef>
              <a:spcAft>
                <a:spcPct val="0"/>
              </a:spcAft>
            </a:pPr>
            <a:r>
              <a:rPr sz="900">
                <a:solidFill>
                  <a:srgbClr val="000000"/>
                </a:solidFill>
                <a:latin typeface="KHVWHF+Helvetica" panose="020B0604020202020204"/>
                <a:cs typeface="KHVWHF+Helvetica" panose="020B0604020202020204"/>
              </a:rPr>
              <a:t>&lt;&lt;signal receptions&gt;</a:t>
            </a:r>
            <a:endParaRPr sz="900">
              <a:solidFill>
                <a:srgbClr val="000000"/>
              </a:solidFill>
              <a:latin typeface="KHVWHF+Helvetica" panose="020B0604020202020204"/>
              <a:cs typeface="KHVWHF+Helvetica" panose="020B0604020202020204"/>
            </a:endParaRPr>
          </a:p>
          <a:p>
            <a:pPr marL="0" marR="0">
              <a:lnSpc>
                <a:spcPts val="1010"/>
              </a:lnSpc>
              <a:spcBef>
                <a:spcPts val="295"/>
              </a:spcBef>
              <a:spcAft>
                <a:spcPct val="0"/>
              </a:spcAft>
            </a:pPr>
            <a:r>
              <a:rPr sz="900">
                <a:solidFill>
                  <a:srgbClr val="000000"/>
                </a:solidFill>
                <a:latin typeface="KHVWHF+Helvetica" panose="020B0604020202020204"/>
                <a:cs typeface="KHVWHF+Helvetica" panose="020B0604020202020204"/>
              </a:rPr>
              <a:t>s ( params )</a:t>
            </a:r>
            <a:endParaRPr sz="900">
              <a:solidFill>
                <a:srgbClr val="000000"/>
              </a:solidFill>
              <a:latin typeface="KHVWHF+Helvetica" panose="020B0604020202020204"/>
              <a:cs typeface="KHVWH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473" y="3724535"/>
            <a:ext cx="1026538" cy="518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s(...) /</a:t>
            </a:r>
            <a:r>
              <a:rPr sz="1550" spc="12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...</a:t>
            </a:r>
            <a:endParaRPr sz="1550">
              <a:solidFill>
                <a:srgbClr val="000000"/>
              </a:solidFill>
              <a:latin typeface="NARWTQ+Helvetica" panose="020B0604020202020204"/>
              <a:cs typeface="NARWT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1217" y="3844169"/>
            <a:ext cx="1514238" cy="518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... /</a:t>
            </a:r>
            <a:r>
              <a:rPr sz="1550" spc="12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send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s(...)</a:t>
            </a:r>
            <a:endParaRPr sz="1550">
              <a:solidFill>
                <a:srgbClr val="000000"/>
              </a:solidFill>
              <a:latin typeface="NARWTQ+Helvetica" panose="020B0604020202020204"/>
              <a:cs typeface="NARWT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1652" y="4960642"/>
            <a:ext cx="7797021" cy="677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8625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Statechart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of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instances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of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</a:t>
            </a:r>
            <a:r>
              <a:rPr sz="1550" spc="13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B.</a:t>
            </a:r>
            <a:endParaRPr sz="1550" spc="13">
              <a:solidFill>
                <a:srgbClr val="000000"/>
              </a:solidFill>
              <a:latin typeface="NARWTQ+Helvetica" panose="020B0604020202020204"/>
              <a:cs typeface="NARWTQ+Helvetica" panose="020B0604020202020204"/>
            </a:endParaRPr>
          </a:p>
          <a:p>
            <a:pPr marL="0" marR="0">
              <a:lnSpc>
                <a:spcPts val="1255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Statechart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of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instances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of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</a:t>
            </a:r>
            <a:r>
              <a:rPr sz="1550" spc="13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A.</a:t>
            </a:r>
            <a:endParaRPr sz="1550" spc="13">
              <a:solidFill>
                <a:srgbClr val="000000"/>
              </a:solidFill>
              <a:latin typeface="NARWTQ+Helvetica" panose="020B0604020202020204"/>
              <a:cs typeface="NARWT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1640" y="5299575"/>
            <a:ext cx="3733525" cy="518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5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Transitions </a:t>
            </a:r>
            <a:r>
              <a:rPr sz="1550" spc="1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can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be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triggered </a:t>
            </a:r>
            <a:r>
              <a:rPr sz="1550" spc="11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by</a:t>
            </a:r>
            <a:r>
              <a:rPr sz="1550">
                <a:solidFill>
                  <a:srgbClr val="000000"/>
                </a:solidFill>
                <a:latin typeface="NARWTQ+Helvetica" panose="020B0604020202020204"/>
                <a:cs typeface="NARWTQ+Helvetica" panose="020B0604020202020204"/>
              </a:rPr>
              <a:t> s(...).</a:t>
            </a:r>
            <a:endParaRPr sz="1550">
              <a:solidFill>
                <a:srgbClr val="000000"/>
              </a:solidFill>
              <a:latin typeface="NARWTQ+Helvetica" panose="020B0604020202020204"/>
              <a:cs typeface="NARWTQ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62" y="5982690"/>
            <a:ext cx="8879314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Instances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OTKDD+CMSS10" panose="02000500000000000000"/>
                <a:cs typeface="KOTKDD+CMSS10" panose="02000500000000000000"/>
              </a:rPr>
              <a:t>A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send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instances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OTKDD+CMSS10" panose="02000500000000000000"/>
                <a:cs typeface="KOTKDD+CMSS10" panose="02000500000000000000"/>
              </a:rPr>
              <a:t>B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because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is</a:t>
            </a:r>
            <a:endParaRPr sz="2050">
              <a:solidFill>
                <a:srgbClr val="000000"/>
              </a:solidFill>
              <a:latin typeface="GBKSEO+CMR10" panose="02000500000000000000"/>
              <a:cs typeface="GBKSEO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OTKDD+CMSS10" panose="02000500000000000000"/>
                <a:cs typeface="KOTKDD+CMSS10" panose="02000500000000000000"/>
              </a:rPr>
              <a:t>A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OTKDD+CMSS10" panose="02000500000000000000"/>
                <a:cs typeface="KOTKDD+CMSS10" panose="02000500000000000000"/>
              </a:rPr>
              <a:t>B</a:t>
            </a:r>
            <a:r>
              <a:rPr sz="2050">
                <a:solidFill>
                  <a:srgbClr val="000000"/>
                </a:solidFill>
                <a:latin typeface="GBKSEO+CMR10" panose="02000500000000000000"/>
                <a:cs typeface="GBKSEO+CMR10" panose="02000500000000000000"/>
              </a:rPr>
              <a:t>.</a:t>
            </a:r>
            <a:endParaRPr sz="2050">
              <a:solidFill>
                <a:srgbClr val="000000"/>
              </a:solidFill>
              <a:latin typeface="GBKSEO+CMR10" panose="02000500000000000000"/>
              <a:cs typeface="GBKSEO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DMROU+CMR7" panose="02000500000000000000"/>
                <a:cs typeface="LDMROU+CMR7" panose="02000500000000000000"/>
              </a:rPr>
              <a:t>370</a:t>
            </a:r>
            <a:endParaRPr sz="1450">
              <a:solidFill>
                <a:srgbClr val="000000"/>
              </a:solidFill>
              <a:latin typeface="LDMROU+CMR7" panose="02000500000000000000"/>
              <a:cs typeface="LDMROU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46977"/>
            <a:ext cx="669945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Coherence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between</a:t>
            </a:r>
            <a:r>
              <a:rPr sz="205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SSD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and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statecharts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ONOP+CMBX10" panose="02000500000000000000"/>
                <a:cs typeface="DGONOP+CMBX10" panose="02000500000000000000"/>
              </a:rPr>
              <a:t>(3)</a:t>
            </a:r>
            <a:endParaRPr sz="2050">
              <a:solidFill>
                <a:srgbClr val="000000"/>
              </a:solidFill>
              <a:latin typeface="DGONOP+CMBX10" panose="02000500000000000000"/>
              <a:cs typeface="DGONOP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6707" y="1808562"/>
            <a:ext cx="343406" cy="414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WRIRKU+Helvetica" panose="020B0604020202020204"/>
                <a:cs typeface="WRIRKU+Helvetica" panose="020B0604020202020204"/>
              </a:rPr>
              <a:t>B</a:t>
            </a:r>
            <a:endParaRPr sz="1250">
              <a:solidFill>
                <a:srgbClr val="000000"/>
              </a:solidFill>
              <a:latin typeface="WRIRKU+Helvetica" panose="020B0604020202020204"/>
              <a:cs typeface="WRIRK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0547" y="1896256"/>
            <a:ext cx="343406" cy="414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WRIRKU+Helvetica" panose="020B0604020202020204"/>
                <a:cs typeface="WRIRKU+Helvetica" panose="020B0604020202020204"/>
              </a:rPr>
              <a:t>A</a:t>
            </a:r>
            <a:endParaRPr sz="1250">
              <a:solidFill>
                <a:srgbClr val="000000"/>
              </a:solidFill>
              <a:latin typeface="WRIRKU+Helvetica" panose="020B0604020202020204"/>
              <a:cs typeface="WRIRK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5042" y="2545175"/>
            <a:ext cx="1343970" cy="642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WRIRKU+Helvetica" panose="020B0604020202020204"/>
                <a:cs typeface="WRIRKU+Helvetica" panose="020B0604020202020204"/>
              </a:rPr>
              <a:t>&lt;&lt;operations&gt;&gt;</a:t>
            </a:r>
            <a:endParaRPr sz="1250">
              <a:solidFill>
                <a:srgbClr val="000000"/>
              </a:solidFill>
              <a:latin typeface="WRIRKU+Helvetica" panose="020B0604020202020204"/>
              <a:cs typeface="WRIRKU+Helvetica" panose="020B0604020202020204"/>
            </a:endParaRPr>
          </a:p>
          <a:p>
            <a:pPr marL="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WRIRKU+Helvetica" panose="020B0604020202020204"/>
                <a:cs typeface="WRIRKU+Helvetica" panose="020B0604020202020204"/>
              </a:rPr>
              <a:t>o(params) : v</a:t>
            </a:r>
            <a:endParaRPr sz="1250">
              <a:solidFill>
                <a:srgbClr val="000000"/>
              </a:solidFill>
              <a:latin typeface="WRIRKU+Helvetica" panose="020B0604020202020204"/>
              <a:cs typeface="WRIRK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7544" y="4099260"/>
            <a:ext cx="1552206" cy="580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HSNKLU+Helvetica" panose="020B0604020202020204"/>
                <a:cs typeface="HSNKLU+Helvetica" panose="020B0604020202020204"/>
              </a:rPr>
              <a:t>... / call o(...)</a:t>
            </a:r>
            <a:endParaRPr sz="1750">
              <a:solidFill>
                <a:srgbClr val="000000"/>
              </a:solidFill>
              <a:latin typeface="HSNKLU+Helvetica" panose="020B0604020202020204"/>
              <a:cs typeface="HSNKL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9144" y="5517019"/>
            <a:ext cx="3186159" cy="580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HSNKLU+Helvetica" panose="020B0604020202020204"/>
                <a:cs typeface="HSNKLU+Helvetica" panose="020B0604020202020204"/>
              </a:rPr>
              <a:t>Statechart of instances of A.</a:t>
            </a:r>
            <a:endParaRPr sz="1750">
              <a:solidFill>
                <a:srgbClr val="000000"/>
              </a:solidFill>
              <a:latin typeface="HSNKLU+Helvetica" panose="020B0604020202020204"/>
              <a:cs typeface="HSNKL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6260056"/>
            <a:ext cx="62633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Operation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OHQEJ+CMSS10" panose="02000500000000000000"/>
                <a:cs typeface="SOHQEJ+CMSS10" panose="02000500000000000000"/>
              </a:rPr>
              <a:t>o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deﬁned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instances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SOHQEJ+CMSS10" panose="02000500000000000000"/>
                <a:cs typeface="SOHQEJ+CMSS10" panose="02000500000000000000"/>
              </a:rPr>
              <a:t>B</a:t>
            </a:r>
            <a:r>
              <a:rPr sz="2050">
                <a:solidFill>
                  <a:srgbClr val="000000"/>
                </a:solidFill>
                <a:latin typeface="LOSTWF+CMR10" panose="02000500000000000000"/>
                <a:cs typeface="LOSTWF+CMR10" panose="02000500000000000000"/>
              </a:rPr>
              <a:t>.</a:t>
            </a:r>
            <a:endParaRPr sz="2050">
              <a:solidFill>
                <a:srgbClr val="000000"/>
              </a:solidFill>
              <a:latin typeface="LOSTWF+CMR10" panose="02000500000000000000"/>
              <a:cs typeface="LOSTWF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AQHWJ+CMR7" panose="02000500000000000000"/>
                <a:cs typeface="UAQHWJ+CMR7" panose="02000500000000000000"/>
              </a:rPr>
              <a:t>371</a:t>
            </a:r>
            <a:endParaRPr sz="1450">
              <a:solidFill>
                <a:srgbClr val="000000"/>
              </a:solidFill>
              <a:latin typeface="UAQHWJ+CMR7" panose="02000500000000000000"/>
              <a:cs typeface="UAQHWJ+CMR7" panose="0200050000000000000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45917"/>
            <a:ext cx="358682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51">
                <a:solidFill>
                  <a:srgbClr val="000000"/>
                </a:solidFill>
                <a:latin typeface="SEWNMV+CMBX12~c" panose="02000500000000000000"/>
                <a:cs typeface="SEWNMV+CMBX12~c" panose="02000500000000000000"/>
              </a:rPr>
              <a:t>How</a:t>
            </a:r>
            <a:r>
              <a:rPr sz="250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EWNMV+CMBX12~c" panose="02000500000000000000"/>
                <a:cs typeface="SEWNMV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SEWNMV+CMBX12~c" panose="02000500000000000000"/>
                <a:cs typeface="SEWNMV+CMBX12~c" panose="02000500000000000000"/>
              </a:rPr>
              <a:t>ﬁnd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SEWNMV+CMBX12~c" panose="02000500000000000000"/>
                <a:cs typeface="SEWNMV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SEWNMV+CMBX12~c" panose="02000500000000000000"/>
                <a:cs typeface="SEWNMV+CMBX12~c" panose="02000500000000000000"/>
              </a:rPr>
              <a:t>SSD</a:t>
            </a:r>
            <a:endParaRPr sz="2500" spc="-15">
              <a:solidFill>
                <a:srgbClr val="000000"/>
              </a:solidFill>
              <a:latin typeface="SEWNMV+CMBX12~c" panose="02000500000000000000"/>
              <a:cs typeface="SEWNM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712441"/>
            <a:ext cx="21576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Considerations: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2230603"/>
            <a:ext cx="799023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JOWHT+CMSY10~25" panose="02000500000000000000"/>
                <a:cs typeface="CJOWH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channels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9" y="2602461"/>
            <a:ext cx="26666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among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0" y="3120621"/>
            <a:ext cx="863808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JOWHT+CMSY10~25" panose="02000500000000000000"/>
                <a:cs typeface="CJOWH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SSD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properties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access</a:t>
            </a:r>
            <a:endParaRPr sz="2050" spc="11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82" y="3492479"/>
            <a:ext cx="293894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between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classes.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53" y="4010641"/>
            <a:ext cx="838908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JOWHT+CMSY10~25" panose="02000500000000000000"/>
                <a:cs typeface="CJOWH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SSD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each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object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do</a:t>
            </a:r>
            <a:endParaRPr sz="2050" spc="13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86" y="4382499"/>
            <a:ext cx="118617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job.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57" y="4900661"/>
            <a:ext cx="827270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JOWHT+CMSY10~25" panose="02000500000000000000"/>
                <a:cs typeface="CJOWH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paths,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need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ﬁnd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out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job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each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75" y="5272516"/>
            <a:ext cx="171033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5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ﬁrst.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46" y="5790678"/>
            <a:ext cx="81098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JOWHT+CMSY10~25" panose="02000500000000000000"/>
                <a:cs typeface="CJOWH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job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object,</a:t>
            </a:r>
            <a:r>
              <a:rPr sz="2050" spc="1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draw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communication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64" y="6162536"/>
            <a:ext cx="193715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CBRRL+CMR10" panose="02000500000000000000"/>
                <a:cs typeface="QCBRRL+CMR10" panose="02000500000000000000"/>
              </a:rPr>
              <a:t>ﬁrst.</a:t>
            </a:r>
            <a:endParaRPr sz="2050">
              <a:solidFill>
                <a:srgbClr val="000000"/>
              </a:solidFill>
              <a:latin typeface="QCBRRL+CMR10" panose="02000500000000000000"/>
              <a:cs typeface="QCBRRL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UHOVB+CMR7" panose="02000500000000000000"/>
                <a:cs typeface="AUHOVB+CMR7" panose="02000500000000000000"/>
              </a:rPr>
              <a:t>372</a:t>
            </a:r>
            <a:endParaRPr sz="1450">
              <a:solidFill>
                <a:srgbClr val="000000"/>
              </a:solidFill>
              <a:latin typeface="AUHOVB+CMR7" panose="02000500000000000000"/>
              <a:cs typeface="AUHOVB+CMR7" panose="0200050000000000000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38881"/>
            <a:ext cx="5315883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IMEEAT+CMBX12~c" panose="02000500000000000000"/>
                <a:cs typeface="IMEEAT+CMBX12~c" panose="02000500000000000000"/>
              </a:rPr>
              <a:t>Guidelines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MEEAT+CMBX12~c" panose="02000500000000000000"/>
                <a:cs typeface="IMEEAT+CMBX12~c" panose="02000500000000000000"/>
              </a:rPr>
              <a:t>for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MEEAT+CMBX12~c" panose="02000500000000000000"/>
                <a:cs typeface="IMEEAT+CMBX12~c" panose="02000500000000000000"/>
              </a:rPr>
              <a:t>ﬁnding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MEEAT+CMBX12~c" panose="02000500000000000000"/>
                <a:cs typeface="IMEEAT+CMBX12~c" panose="02000500000000000000"/>
              </a:rPr>
              <a:t>an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IMEEAT+CMBX12~c" panose="02000500000000000000"/>
                <a:cs typeface="IMEEAT+CMBX12~c" panose="02000500000000000000"/>
              </a:rPr>
              <a:t>SSD</a:t>
            </a:r>
            <a:endParaRPr sz="2500" spc="-15">
              <a:solidFill>
                <a:srgbClr val="000000"/>
              </a:solidFill>
              <a:latin typeface="IMEEAT+CMBX12~c" panose="02000500000000000000"/>
              <a:cs typeface="IMEEAT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GWFP+CMSY10~25" panose="02000500000000000000"/>
                <a:cs typeface="KEGWF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KEGWFP+CMSY10~25" panose="02000500000000000000"/>
              <a:cs typeface="KEGWFP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838933"/>
            <a:ext cx="483370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Consider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pair.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94" y="222207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GWFP+CMSY10~25" panose="02000500000000000000"/>
                <a:cs typeface="KEGWF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KEGWFP+CMSY10~25" panose="02000500000000000000"/>
              <a:cs typeface="KEGWFP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4" y="2357095"/>
            <a:ext cx="75199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Draw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stimulus-response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20" y="2728953"/>
            <a:ext cx="12914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process.</a:t>
            </a:r>
            <a:endParaRPr sz="2050" spc="17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62" y="3173961"/>
            <a:ext cx="815792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IOUPL+CMBX10" panose="02000500000000000000"/>
                <a:cs typeface="TIOU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guidelines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components.</a:t>
            </a:r>
            <a:r>
              <a:rPr sz="20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See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section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4009" y="3545819"/>
            <a:ext cx="92952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19.4.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6204" y="3928961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GWFP+CMSY10~25" panose="02000500000000000000"/>
                <a:cs typeface="KEGWF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KEGWFP+CMSY10~25" panose="02000500000000000000"/>
              <a:cs typeface="KEGWFP+CMSY10~25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25" y="4063981"/>
            <a:ext cx="801973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Draw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SSD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classes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each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26" y="4435839"/>
            <a:ext cx="56699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2083" y="4880847"/>
            <a:ext cx="815962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IOUPL+CMBX10" panose="02000500000000000000"/>
                <a:cs typeface="TIOU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Deﬁnition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operations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tell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where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ﬁnd</a:t>
            </a:r>
            <a:endParaRPr sz="2050" spc="13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4034" y="5252705"/>
            <a:ext cx="133863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data.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2093" y="5697714"/>
            <a:ext cx="8151934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IOUPL+CMBX10" panose="02000500000000000000"/>
                <a:cs typeface="TIOUPL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inspiration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multiplicity</a:t>
            </a:r>
            <a:endParaRPr sz="2050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4026" y="6069572"/>
            <a:ext cx="16112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FJROPT+CMR10" panose="02000500000000000000"/>
                <a:cs typeface="FJROPT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FJROPT+CMR10" panose="02000500000000000000"/>
              <a:cs typeface="FJROPT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UMOGP+CMR7" panose="02000500000000000000"/>
                <a:cs typeface="OUMOGP+CMR7" panose="02000500000000000000"/>
              </a:rPr>
              <a:t>373</a:t>
            </a:r>
            <a:endParaRPr sz="1450">
              <a:solidFill>
                <a:srgbClr val="000000"/>
              </a:solidFill>
              <a:latin typeface="OUMOGP+CMR7" panose="02000500000000000000"/>
              <a:cs typeface="OUMOGP+CMR7" panose="02000500000000000000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46982" y="1705789"/>
            <a:ext cx="1270075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Elevator control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1689" y="1767712"/>
            <a:ext cx="55020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Cage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0749" y="1968935"/>
            <a:ext cx="852079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surrogate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7831" y="2123719"/>
            <a:ext cx="851879" cy="1030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arrive(a)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123825" marR="0">
              <a:lnSpc>
                <a:spcPts val="1225"/>
              </a:lnSpc>
              <a:spcBef>
                <a:spcPts val="4065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arrive(a)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9150" y="2402331"/>
            <a:ext cx="728144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arrive(a)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1391" y="2402331"/>
            <a:ext cx="681889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number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8313" y="2464256"/>
            <a:ext cx="666380" cy="566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Arrival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sensor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1750" y="2464256"/>
            <a:ext cx="790022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Location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7927" y="2464256"/>
            <a:ext cx="797868" cy="566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Location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indicator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3023" y="2665478"/>
            <a:ext cx="867477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indication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7888" y="2851213"/>
            <a:ext cx="1231348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start motor(b, c),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3374" y="2882175"/>
            <a:ext cx="1060998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start up(m),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start down(m)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189865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stop(m)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4926" y="3052436"/>
            <a:ext cx="937377" cy="56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continue(c),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50165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reverse(c)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5444" y="3129825"/>
            <a:ext cx="147116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Arrive</a:t>
            </a:r>
            <a:r>
              <a:rPr sz="1100" b="1" spc="1217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 </a:t>
            </a: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arrive(b, c)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26905" y="3207219"/>
            <a:ext cx="619788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Motor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action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905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comp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0326" y="3331048"/>
            <a:ext cx="782404" cy="566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stimulus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8161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rec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7563" y="3362007"/>
            <a:ext cx="898469" cy="566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Movement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08585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control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18639" y="3408438"/>
            <a:ext cx="596429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Motor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0040" y="3950195"/>
            <a:ext cx="558023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doors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9498" y="3965673"/>
            <a:ext cx="534576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Door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7130" y="3934713"/>
            <a:ext cx="1107642" cy="56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open doors(c),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1143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close doors(c)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09713" y="3996626"/>
            <a:ext cx="728416" cy="56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open(d),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1143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close(d)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40328" y="4058538"/>
            <a:ext cx="782404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Door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stimulus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8161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rec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0996" y="4120458"/>
            <a:ext cx="263762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*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27096" y="4104982"/>
            <a:ext cx="782493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closed(d)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26904" y="4135932"/>
            <a:ext cx="619788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545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Door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action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905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comp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71853" y="4166895"/>
            <a:ext cx="759298" cy="566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Elevator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8128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doors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1728" y="4151416"/>
            <a:ext cx="77467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closed(c)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15944" y="4166896"/>
            <a:ext cx="68164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control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06362" y="4197853"/>
            <a:ext cx="263762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*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37219" y="4244289"/>
            <a:ext cx="759298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Elevator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18576" y="4445512"/>
            <a:ext cx="596567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doors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92170" y="4569340"/>
            <a:ext cx="929190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Allocation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and button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23825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control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63932" y="4801514"/>
            <a:ext cx="736102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direction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53572" y="4863427"/>
            <a:ext cx="50381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pass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210194" y="4863427"/>
            <a:ext cx="813306" cy="56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Direction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762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indicator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40329" y="4987264"/>
            <a:ext cx="782404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585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Entry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stimulus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18161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rec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72931" y="5018214"/>
            <a:ext cx="755298" cy="98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pass(e)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  <a:p>
            <a:pPr marL="73660" marR="0">
              <a:lnSpc>
                <a:spcPts val="1225"/>
              </a:lnSpc>
              <a:spcBef>
                <a:spcPts val="370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push(b)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45261" y="5064649"/>
            <a:ext cx="720457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doors(c)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68678" y="5095608"/>
            <a:ext cx="565641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Entry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8319" y="5296829"/>
            <a:ext cx="666380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sensor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50121" y="5374229"/>
            <a:ext cx="813306" cy="767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Direction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762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indicator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6604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control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41002" y="5668309"/>
            <a:ext cx="790046" cy="61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650" b="1" spc="-185" baseline="33000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*</a:t>
            </a: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Request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8890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button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17945" y="5652833"/>
            <a:ext cx="1525728" cy="36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UNTBWH+Helvetica" panose="020B0604020202020204"/>
                <a:cs typeface="UNTBWH+Helvetica" panose="020B0604020202020204"/>
              </a:rPr>
              <a:t>light on(b), light off(b)</a:t>
            </a:r>
            <a:endParaRPr sz="1100">
              <a:solidFill>
                <a:srgbClr val="000000"/>
              </a:solidFill>
              <a:latin typeface="UNTBWH+Helvetica" panose="020B0604020202020204"/>
              <a:cs typeface="UNTBWH+Helvetica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06356" y="5668309"/>
            <a:ext cx="790045" cy="61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5"/>
              </a:lnSpc>
              <a:spcBef>
                <a:spcPct val="0"/>
              </a:spcBef>
              <a:spcAft>
                <a:spcPct val="0"/>
              </a:spcAft>
            </a:pPr>
            <a:r>
              <a:rPr sz="1650" b="1" spc="-185" baseline="33000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*</a:t>
            </a: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Request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  <a:p>
            <a:pPr marL="88900" marR="0">
              <a:lnSpc>
                <a:spcPts val="1225"/>
              </a:lnSpc>
              <a:spcBef>
                <a:spcPts val="360"/>
              </a:spcBef>
              <a:spcAft>
                <a:spcPct val="0"/>
              </a:spcAft>
            </a:pPr>
            <a:r>
              <a:rPr sz="1100" b="1">
                <a:solidFill>
                  <a:srgbClr val="000000"/>
                </a:solidFill>
                <a:latin typeface="KWVSAV+Helvetica-Bold" panose="020B0704020202020204"/>
                <a:cs typeface="KWVSAV+Helvetica-Bold" panose="020B0704020202020204"/>
              </a:rPr>
              <a:t>button</a:t>
            </a:r>
            <a:endParaRPr sz="1100" b="1">
              <a:solidFill>
                <a:srgbClr val="000000"/>
              </a:solidFill>
              <a:latin typeface="KWVSAV+Helvetica-Bold" panose="020B0704020202020204"/>
              <a:cs typeface="KWVSAV+Helvetica-Bold" panose="020B07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QSNNA+CMR7" panose="02000500000000000000"/>
                <a:cs typeface="LQSNNA+CMR7" panose="02000500000000000000"/>
              </a:rPr>
              <a:t>374</a:t>
            </a:r>
            <a:endParaRPr sz="1450">
              <a:solidFill>
                <a:srgbClr val="000000"/>
              </a:solidFill>
              <a:latin typeface="LQSNNA+CMR7" panose="02000500000000000000"/>
              <a:cs typeface="LQSNNA+CMR7" panose="02000500000000000000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5493"/>
            <a:ext cx="821941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information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does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cage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surrogate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need?</a:t>
            </a:r>
            <a:r>
              <a:rPr sz="2050" spc="3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job:</a:t>
            </a:r>
            <a:endParaRPr sz="2050">
              <a:solidFill>
                <a:srgbClr val="000000"/>
              </a:solidFill>
              <a:latin typeface="LDFJJE+CMR10" panose="02000500000000000000"/>
              <a:cs typeface="LDFJJE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21" y="1553252"/>
            <a:ext cx="2543042" cy="66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3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GRBF+CMSSBX10" panose="02000500000000000000"/>
                <a:cs typeface="KAGRBF+CMSSBX10" panose="02000500000000000000"/>
              </a:rPr>
              <a:t>c:</a:t>
            </a:r>
            <a:r>
              <a:rPr sz="2050" spc="4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AGRBF+CMSSBX10" panose="02000500000000000000"/>
                <a:cs typeface="KAGRBF+CMSSBX10" panose="02000500000000000000"/>
              </a:rPr>
              <a:t>Cage</a:t>
            </a:r>
            <a:r>
              <a:rPr sz="20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AGRBF+CMSSBX10" panose="02000500000000000000"/>
                <a:cs typeface="KAGRBF+CMSSBX10" panose="02000500000000000000"/>
              </a:rPr>
              <a:t>surrogate</a:t>
            </a:r>
            <a:endParaRPr sz="2050">
              <a:solidFill>
                <a:srgbClr val="000000"/>
              </a:solidFill>
              <a:latin typeface="KAGRBF+CMSSBX10" panose="02000500000000000000"/>
              <a:cs typeface="KAGRBF+CMSS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008" y="2003769"/>
            <a:ext cx="7244674" cy="655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arrive(a)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/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update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ﬂoor(c,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a),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where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update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ﬂoor(c,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a)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=</a:t>
            </a:r>
            <a:endParaRPr sz="2050">
              <a:solidFill>
                <a:srgbClr val="000000"/>
              </a:solidFill>
              <a:latin typeface="FEIDKW+CMSS10" panose="02000500000000000000"/>
              <a:cs typeface="FEIDKW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79" y="2375627"/>
            <a:ext cx="507037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c</a:t>
            </a:r>
            <a:endParaRPr sz="2050">
              <a:solidFill>
                <a:srgbClr val="000000"/>
              </a:solidFill>
              <a:latin typeface="FEIDKW+CMSS10" panose="02000500000000000000"/>
              <a:cs typeface="FEIDKW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2814" y="22211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RANHRB+CMSSBX10~2b1" panose="02000500000000000000"/>
                <a:cs typeface="RANHRB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RANHRB+CMSSBX10~2b1" panose="02000500000000000000"/>
              <a:cs typeface="RANHRB+CMSSBX10~2b1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1117" y="2375625"/>
            <a:ext cx="3042561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current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ﬂoor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:=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a</a:t>
            </a:r>
            <a:r>
              <a:rPr sz="2050" spc="6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IDKW+CMSS10" panose="02000500000000000000"/>
                <a:cs typeface="FEIDKW+CMSS10" panose="02000500000000000000"/>
              </a:rPr>
              <a:t>ﬂoor.</a:t>
            </a:r>
            <a:endParaRPr sz="2050">
              <a:solidFill>
                <a:srgbClr val="000000"/>
              </a:solidFill>
              <a:latin typeface="FEIDKW+CMSS10" panose="02000500000000000000"/>
              <a:cs typeface="FEIDKW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4064" y="22211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RANHRB+CMSSBX10~2b1" panose="02000500000000000000"/>
                <a:cs typeface="RANHRB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RANHRB+CMSSBX10~2b1" panose="02000500000000000000"/>
              <a:cs typeface="RANHRB+CMSSBX10~2b1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59" y="2838677"/>
            <a:ext cx="44428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DFJJE+CMR10" panose="02000500000000000000"/>
                <a:cs typeface="LDFJJE+CMR10" panose="02000500000000000000"/>
              </a:rPr>
              <a:t>needed:</a:t>
            </a:r>
            <a:endParaRPr sz="2050" spc="13">
              <a:solidFill>
                <a:srgbClr val="000000"/>
              </a:solidFill>
              <a:latin typeface="LDFJJE+CMR10" panose="02000500000000000000"/>
              <a:cs typeface="LDFJJ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2484" y="3598697"/>
            <a:ext cx="1983999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Elevator controller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46164" y="3764462"/>
            <a:ext cx="959215" cy="81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current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120650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floor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3380" y="3950945"/>
            <a:ext cx="1189693" cy="1084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235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10</a:t>
            </a:r>
            <a:endParaRPr sz="1650" spc="-11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201295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Floor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0" marR="0">
              <a:lnSpc>
                <a:spcPts val="1820"/>
              </a:lnSpc>
              <a:spcBef>
                <a:spcPts val="35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surrogate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9050" y="4033825"/>
            <a:ext cx="809580" cy="815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795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10</a:t>
            </a:r>
            <a:endParaRPr sz="1650" spc="-11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0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Floor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4960" y="4054551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2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86088" y="4323920"/>
            <a:ext cx="1742426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Cage</a:t>
            </a: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 surrogate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7906" y="4365364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7995" y="4386084"/>
            <a:ext cx="450288" cy="2244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20955" marR="0">
              <a:lnSpc>
                <a:spcPts val="1820"/>
              </a:lnSpc>
              <a:spcBef>
                <a:spcPts val="1155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6020" y="4427524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97260" y="4696892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2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4432" y="4966261"/>
            <a:ext cx="1074454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Elevator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33000" y="5038776"/>
            <a:ext cx="2353029" cy="1353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&lt;&lt;signal</a:t>
            </a: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 receptions&gt;&gt;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0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arrive(a)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0" marR="0">
              <a:lnSpc>
                <a:spcPts val="1820"/>
              </a:lnSpc>
              <a:spcBef>
                <a:spcPts val="35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&lt;&lt;operations&gt;&gt;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10160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update floor(c, </a:t>
            </a:r>
            <a:r>
              <a:rPr sz="1650" spc="-11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a)</a:t>
            </a:r>
            <a:endParaRPr sz="1650" spc="-11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40714" y="5194192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462" y="5214912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9837" y="5235629"/>
            <a:ext cx="763644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cage</a:t>
            </a:r>
            <a:endParaRPr sz="1650" spc="-1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64867" y="5525719"/>
            <a:ext cx="942090" cy="1084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751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20</a:t>
            </a:r>
            <a:endParaRPr sz="1650" spc="-11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17145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Arrival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0" marR="0">
              <a:lnSpc>
                <a:spcPts val="1820"/>
              </a:lnSpc>
              <a:spcBef>
                <a:spcPts val="350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sensor</a:t>
            </a:r>
            <a:endParaRPr sz="1650" spc="-1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92603" y="5567159"/>
            <a:ext cx="544802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20</a:t>
            </a:r>
            <a:endParaRPr sz="1650" spc="-11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13758" y="5836528"/>
            <a:ext cx="1580774" cy="815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Arrival </a:t>
            </a:r>
            <a:r>
              <a:rPr sz="1650" spc="-1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sensor</a:t>
            </a:r>
            <a:endParaRPr sz="1650" spc="-1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  <a:p>
            <a:pPr marL="224155" marR="0">
              <a:lnSpc>
                <a:spcPts val="1820"/>
              </a:lnSpc>
              <a:spcBef>
                <a:spcPts val="30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surrogate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71334" y="6085179"/>
            <a:ext cx="429563" cy="54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FPAIPN+Helvetica" panose="020B0604020202020204"/>
                <a:cs typeface="FPAIPN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FPAIPN+Helvetica" panose="020B0604020202020204"/>
              <a:cs typeface="FPAIPN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MNVMW+CMR7" panose="02000500000000000000"/>
                <a:cs typeface="OMNVMW+CMR7" panose="02000500000000000000"/>
              </a:rPr>
              <a:t>375</a:t>
            </a:r>
            <a:endParaRPr sz="1450">
              <a:solidFill>
                <a:srgbClr val="000000"/>
              </a:solidFill>
              <a:latin typeface="OMNVMW+CMR7" panose="02000500000000000000"/>
              <a:cs typeface="OMNVMW+CMR7" panose="0200050000000000000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79241"/>
            <a:ext cx="53141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job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location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REKQ+CMR10" panose="02000500000000000000"/>
                <a:cs typeface="FWREKQ+CMR10" panose="02000500000000000000"/>
              </a:rPr>
              <a:t>indicator:</a:t>
            </a:r>
            <a:endParaRPr sz="2050">
              <a:solidFill>
                <a:srgbClr val="000000"/>
              </a:solidFill>
              <a:latin typeface="FWREKQ+CMR10" panose="02000500000000000000"/>
              <a:cs typeface="FWREKQ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347000"/>
            <a:ext cx="2759896" cy="66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3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WFHFWI+CMSSBX10" panose="02000500000000000000"/>
                <a:cs typeface="WFHFWI+CMSSBX10" panose="02000500000000000000"/>
              </a:rPr>
              <a:t>Location</a:t>
            </a:r>
            <a:r>
              <a:rPr sz="2050" spc="2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FHFWI+CMSSBX10" panose="02000500000000000000"/>
                <a:cs typeface="WFHFWI+CMSSBX10" panose="02000500000000000000"/>
              </a:rPr>
              <a:t>indication:</a:t>
            </a:r>
            <a:endParaRPr sz="2050">
              <a:solidFill>
                <a:srgbClr val="000000"/>
              </a:solidFill>
              <a:latin typeface="WFHFWI+CMSSBX10" panose="02000500000000000000"/>
              <a:cs typeface="WFHFWI+CMSS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1864" y="3793320"/>
            <a:ext cx="2375864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GKMJM+CMSY10~25" panose="02000500000000000000"/>
                <a:cs typeface="EGKMJ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When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arrive(a),</a:t>
            </a:r>
            <a:endParaRPr sz="2050">
              <a:solidFill>
                <a:srgbClr val="000000"/>
              </a:solidFill>
              <a:latin typeface="OENUVF+CMSS10" panose="02000500000000000000"/>
              <a:cs typeface="OENUVF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865" y="4238329"/>
            <a:ext cx="2463959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GKMJM+CMSY10~25" panose="02000500000000000000"/>
                <a:cs typeface="EGKMJ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do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set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number(a</a:t>
            </a:r>
            <a:endParaRPr sz="2050" spc="19">
              <a:solidFill>
                <a:srgbClr val="000000"/>
              </a:solidFill>
              <a:latin typeface="OENUVF+CMSS10" panose="02000500000000000000"/>
              <a:cs typeface="OENUVF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7350" y="40880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TBWNVD+CMSSBX10~2b1" panose="02000500000000000000"/>
                <a:cs typeface="TBWNVD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TBWNVD+CMSSBX10~2b1" panose="02000500000000000000"/>
              <a:cs typeface="TBWNVD+CMSSBX10~2b1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5652" y="4242525"/>
            <a:ext cx="881765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cage</a:t>
            </a:r>
            <a:endParaRPr sz="2050" spc="10">
              <a:solidFill>
                <a:srgbClr val="000000"/>
              </a:solidFill>
              <a:latin typeface="OENUVF+CMSS10" panose="02000500000000000000"/>
              <a:cs typeface="OENUVF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9200" y="40880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TBWNVD+CMSSBX10~2b1" panose="02000500000000000000"/>
                <a:cs typeface="TBWNVD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TBWNVD+CMSSBX10~2b1" panose="02000500000000000000"/>
              <a:cs typeface="TBWNVD+CMSSBX10~2b1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7503" y="4242525"/>
            <a:ext cx="3244010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location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indicator,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a</a:t>
            </a:r>
            <a:r>
              <a:rPr sz="2050" spc="6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cage</a:t>
            </a:r>
            <a:endParaRPr sz="2050" spc="10">
              <a:solidFill>
                <a:srgbClr val="000000"/>
              </a:solidFill>
              <a:latin typeface="OENUVF+CMSS10" panose="02000500000000000000"/>
              <a:cs typeface="OENUVF+CMSS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58838" y="40880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TBWNVD+CMSSBX10~2b1" panose="02000500000000000000"/>
                <a:cs typeface="TBWNVD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TBWNVD+CMSSBX10~2b1" panose="02000500000000000000"/>
              <a:cs typeface="TBWNVD+CMSSBX10~2b1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3992" y="4459862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TBWNVD+CMSSBX10~2b1" panose="02000500000000000000"/>
                <a:cs typeface="TBWNVD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TBWNVD+CMSSBX10~2b1" panose="02000500000000000000"/>
              <a:cs typeface="TBWNVD+CMSSBX10~2b1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2296" y="4614381"/>
            <a:ext cx="2898719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current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ﬂoor</a:t>
            </a:r>
            <a:r>
              <a:rPr sz="2050" spc="5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OENUVF+CMSS10" panose="02000500000000000000"/>
                <a:cs typeface="OENUVF+CMSS10" panose="02000500000000000000"/>
              </a:rPr>
              <a:t>number).</a:t>
            </a:r>
            <a:endParaRPr sz="2050" spc="19">
              <a:solidFill>
                <a:srgbClr val="000000"/>
              </a:solidFill>
              <a:latin typeface="OENUVF+CMSS10" panose="02000500000000000000"/>
              <a:cs typeface="OENUVF+CMSS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7914" y="4459862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TBWNVD+CMSSBX10~2b1" panose="02000500000000000000"/>
                <a:cs typeface="TBWNVD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TBWNVD+CMSSBX10~2b1" panose="02000500000000000000"/>
              <a:cs typeface="TBWNVD+CMSSBX10~2b1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RALJK+CMR7" panose="02000500000000000000"/>
                <a:cs typeface="WRALJK+CMR7" panose="02000500000000000000"/>
              </a:rPr>
              <a:t>376</a:t>
            </a:r>
            <a:endParaRPr sz="1450">
              <a:solidFill>
                <a:srgbClr val="000000"/>
              </a:solidFill>
              <a:latin typeface="WRALJK+CMR7" panose="02000500000000000000"/>
              <a:cs typeface="WRALJK+CMR7" panose="02000500000000000000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02129"/>
            <a:ext cx="84122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gets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EUWHE+CMR10" panose="02000500000000000000"/>
                <a:cs typeface="MEUWHE+CMR10" panose="02000500000000000000"/>
              </a:rPr>
              <a:t>information:</a:t>
            </a:r>
            <a:endParaRPr sz="2050">
              <a:solidFill>
                <a:srgbClr val="000000"/>
              </a:solidFill>
              <a:latin typeface="MEUWHE+CMR10" panose="02000500000000000000"/>
              <a:cs typeface="MEUWHE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5661" y="2303517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2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10528" y="2448170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2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5596" y="2572169"/>
            <a:ext cx="2025878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Location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indication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3972" y="2716822"/>
            <a:ext cx="1095640" cy="81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Location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0" marR="0">
              <a:lnSpc>
                <a:spcPts val="1815"/>
              </a:lnSpc>
              <a:spcBef>
                <a:spcPts val="295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indicator</a:t>
            </a:r>
            <a:endParaRPr sz="1650" spc="-1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2240" y="2882154"/>
            <a:ext cx="19795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Elevator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controller</a:t>
            </a:r>
            <a:endParaRPr sz="1650" spc="-1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3157" y="3192136"/>
            <a:ext cx="842568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r>
              <a:rPr sz="1650" spc="1878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1753" y="3285125"/>
            <a:ext cx="2347606" cy="81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&lt;&lt;signal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receptions&gt;&gt;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0" marR="0">
              <a:lnSpc>
                <a:spcPts val="1815"/>
              </a:lnSpc>
              <a:spcBef>
                <a:spcPts val="295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arrive(a)</a:t>
            </a:r>
            <a:endParaRPr sz="1650" spc="-1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9237" y="3326464"/>
            <a:ext cx="1015016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4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number</a:t>
            </a:r>
            <a:endParaRPr sz="1650" spc="-14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9909" y="3915427"/>
            <a:ext cx="697909" cy="731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0" marR="0">
              <a:lnSpc>
                <a:spcPts val="14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0567" y="4101411"/>
            <a:ext cx="957500" cy="81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current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120650" marR="0">
              <a:lnSpc>
                <a:spcPts val="1815"/>
              </a:lnSpc>
              <a:spcBef>
                <a:spcPts val="29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floor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0651" y="4184082"/>
            <a:ext cx="544189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3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10</a:t>
            </a:r>
            <a:endParaRPr sz="1650" spc="-13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4589" y="4390736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2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4311" y="4452734"/>
            <a:ext cx="1715482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Floor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surrogate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9226" y="4659389"/>
            <a:ext cx="173862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4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Cage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surrogate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25353" y="4742044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6252" y="4773044"/>
            <a:ext cx="1015016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4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number</a:t>
            </a:r>
            <a:endParaRPr sz="1650" spc="-14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84459" y="5114027"/>
            <a:ext cx="969144" cy="1082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4815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3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20</a:t>
            </a:r>
            <a:endParaRPr sz="1650" spc="-13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17145" marR="0">
              <a:lnSpc>
                <a:spcPts val="1815"/>
              </a:lnSpc>
              <a:spcBef>
                <a:spcPts val="295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Arrival</a:t>
            </a:r>
            <a:endParaRPr sz="1650" spc="-1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  <a:p>
            <a:pPr marL="0" marR="0">
              <a:lnSpc>
                <a:spcPts val="1815"/>
              </a:lnSpc>
              <a:spcBef>
                <a:spcPts val="295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sensor</a:t>
            </a:r>
            <a:endParaRPr sz="1650" spc="-12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57134" y="5320681"/>
            <a:ext cx="544189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3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20</a:t>
            </a:r>
            <a:endParaRPr sz="1650" spc="-13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85912" y="5589334"/>
            <a:ext cx="2588563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Arrival</a:t>
            </a: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2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sensor</a:t>
            </a:r>
            <a:r>
              <a:rPr sz="1650" spc="45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 </a:t>
            </a:r>
            <a:r>
              <a:rPr sz="1650" spc="-11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surrogate</a:t>
            </a:r>
            <a:endParaRPr sz="1650" spc="-11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1819" y="5672001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58458" y="5672001"/>
            <a:ext cx="429257" cy="545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ULMCVQ+Helvetica" panose="020B0604020202020204"/>
                <a:cs typeface="ULMCVQ+Helvetica" panose="020B0604020202020204"/>
              </a:rPr>
              <a:t>1</a:t>
            </a:r>
            <a:endParaRPr sz="1650">
              <a:solidFill>
                <a:srgbClr val="000000"/>
              </a:solidFill>
              <a:latin typeface="ULMCVQ+Helvetica" panose="020B0604020202020204"/>
              <a:cs typeface="ULMCVQ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GSTEE+CMR7" panose="02000500000000000000"/>
                <a:cs typeface="CGSTEE+CMR7" panose="02000500000000000000"/>
              </a:rPr>
              <a:t>377</a:t>
            </a:r>
            <a:endParaRPr sz="1450">
              <a:solidFill>
                <a:srgbClr val="000000"/>
              </a:solidFill>
              <a:latin typeface="CGSTEE+CMR7" panose="02000500000000000000"/>
              <a:cs typeface="CGSTEE+CMR7" panose="0200050000000000000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3" y="1073705"/>
            <a:ext cx="7833691" cy="1161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Sequence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diagrams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can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57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be</a:t>
            </a:r>
            <a:r>
              <a:rPr sz="250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used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to</a:t>
            </a:r>
            <a:r>
              <a:rPr sz="250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illustrate</a:t>
            </a:r>
            <a:endParaRPr sz="2500">
              <a:solidFill>
                <a:srgbClr val="000000"/>
              </a:solidFill>
              <a:latin typeface="JLQPNU+CMBX12~c" panose="02000500000000000000"/>
              <a:cs typeface="JLQPNU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35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LQPNU+CMBX12~c" panose="02000500000000000000"/>
                <a:cs typeface="JLQPNU+CMBX12~c" panose="02000500000000000000"/>
              </a:rPr>
              <a:t>scenarios</a:t>
            </a:r>
            <a:endParaRPr sz="2500" spc="-10">
              <a:solidFill>
                <a:srgbClr val="000000"/>
              </a:solidFill>
              <a:latin typeface="JLQPNU+CMBX12~c" panose="02000500000000000000"/>
              <a:cs typeface="JLQPN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0929" y="2199061"/>
            <a:ext cx="891982" cy="642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op: Ope−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  <a:p>
            <a:pPr marL="164465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rator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5253" y="2497244"/>
            <a:ext cx="817341" cy="642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b: Batch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  <a:p>
            <a:pPr marL="52705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control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8823" y="2497244"/>
            <a:ext cx="2705851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tk1: Tank</a:t>
            </a:r>
            <a:r>
              <a:rPr sz="1250" spc="756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tk2: Tank</a:t>
            </a:r>
            <a:r>
              <a:rPr sz="1250" spc="1152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th1: Ther−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2494" y="2497244"/>
            <a:ext cx="962072" cy="642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th2: Ther−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  <a:p>
            <a:pPr marL="5080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mometer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8357" y="2602477"/>
            <a:ext cx="86975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r: Recipe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12939" y="2602477"/>
            <a:ext cx="1856175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h1: Heater</a:t>
            </a:r>
            <a:r>
              <a:rPr sz="1250" spc="756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h2: Heater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5856" y="2655106"/>
            <a:ext cx="782236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console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6593" y="2725260"/>
            <a:ext cx="71193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control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5885" y="2725260"/>
            <a:ext cx="71193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control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28385" y="2725260"/>
            <a:ext cx="860936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mometer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2545" y="3076060"/>
            <a:ext cx="756029" cy="642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1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start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  <a:p>
            <a:pPr marL="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heating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5947" y="3216382"/>
            <a:ext cx="45757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get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60485" y="3444404"/>
            <a:ext cx="80859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duration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8178" y="3742581"/>
            <a:ext cx="80859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duration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98976" y="4075842"/>
            <a:ext cx="54513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start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3513" y="4268780"/>
            <a:ext cx="54513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start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4004" y="4426641"/>
            <a:ext cx="45757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get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58282" y="4654664"/>
            <a:ext cx="108924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temperature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1171" y="4900224"/>
            <a:ext cx="45757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get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40667" y="4952853"/>
            <a:ext cx="108924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temperature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5372" y="5128246"/>
            <a:ext cx="1089254" cy="660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temperature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  <a:p>
            <a:pPr marL="0" marR="0">
              <a:lnSpc>
                <a:spcPts val="1390"/>
              </a:lnSpc>
              <a:spcBef>
                <a:spcPts val="54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temperature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90992" y="5514129"/>
            <a:ext cx="89611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switch on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96442" y="5864929"/>
            <a:ext cx="89611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QKFQSA+Helvetica" panose="020B0604020202020204"/>
                <a:cs typeface="QKFQSA+Helvetica" panose="020B0604020202020204"/>
              </a:rPr>
              <a:t>switch on</a:t>
            </a:r>
            <a:endParaRPr sz="1250">
              <a:solidFill>
                <a:srgbClr val="000000"/>
              </a:solidFill>
              <a:latin typeface="QKFQSA+Helvetica" panose="020B0604020202020204"/>
              <a:cs typeface="QKFQSA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HUMKF+CMR7" panose="02000500000000000000"/>
                <a:cs typeface="AHUMKF+CMR7" panose="02000500000000000000"/>
              </a:rPr>
              <a:t>378</a:t>
            </a:r>
            <a:endParaRPr sz="1450">
              <a:solidFill>
                <a:srgbClr val="000000"/>
              </a:solidFill>
              <a:latin typeface="AHUMKF+CMR7" panose="02000500000000000000"/>
              <a:cs typeface="AHUMKF+CMR7" panose="02000500000000000000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1" y="2201465"/>
            <a:ext cx="8627554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Collaboration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diagrams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can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57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be</a:t>
            </a:r>
            <a:r>
              <a:rPr sz="250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used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illustrate</a:t>
            </a:r>
            <a:endParaRPr sz="2500">
              <a:solidFill>
                <a:srgbClr val="000000"/>
              </a:solidFill>
              <a:latin typeface="DLRPGI+CMBX12~c" panose="02000500000000000000"/>
              <a:cs typeface="DLRPGI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scenarios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22">
                <a:solidFill>
                  <a:srgbClr val="000000"/>
                </a:solidFill>
                <a:latin typeface="DLRPGI+CMBX12~c" panose="02000500000000000000"/>
                <a:cs typeface="DLRPGI+CMBX12~c" panose="02000500000000000000"/>
              </a:rPr>
              <a:t>too</a:t>
            </a:r>
            <a:endParaRPr sz="2500" spc="22">
              <a:solidFill>
                <a:srgbClr val="000000"/>
              </a:solidFill>
              <a:latin typeface="DLRPGI+CMBX12~c" panose="02000500000000000000"/>
              <a:cs typeface="DLRPG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2465" y="3566105"/>
            <a:ext cx="1073075" cy="450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2: duration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7521" y="3566105"/>
            <a:ext cx="1504873" cy="1812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1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1: start heating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0" marR="0">
              <a:lnSpc>
                <a:spcPts val="1520"/>
              </a:lnSpc>
              <a:spcBef>
                <a:spcPts val="377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5: temperature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100965" marR="0">
              <a:lnSpc>
                <a:spcPts val="1520"/>
              </a:lnSpc>
              <a:spcBef>
                <a:spcPts val="392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8:</a:t>
            </a:r>
            <a:r>
              <a:rPr sz="1350" spc="379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 </a:t>
            </a: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switch on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2392" y="3642851"/>
            <a:ext cx="1226556" cy="699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op: Operator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187325" marR="0">
              <a:lnSpc>
                <a:spcPts val="1520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console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5587" y="3757964"/>
            <a:ext cx="1629398" cy="1793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0995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r: Recipe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0" marR="0">
              <a:lnSpc>
                <a:spcPts val="1520"/>
              </a:lnSpc>
              <a:spcBef>
                <a:spcPts val="377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th2: Thermometer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283210" marR="0">
              <a:lnSpc>
                <a:spcPts val="1520"/>
              </a:lnSpc>
              <a:spcBef>
                <a:spcPts val="377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h2: Heater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5639" y="3757964"/>
            <a:ext cx="1456927" cy="450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b: Batch control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7954" y="4160872"/>
            <a:ext cx="785003" cy="450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3: start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1103" y="4199238"/>
            <a:ext cx="785003" cy="450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4: start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54896" y="4237618"/>
            <a:ext cx="1380085" cy="1121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6: temperature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182245" marR="0">
              <a:lnSpc>
                <a:spcPts val="1520"/>
              </a:lnSpc>
              <a:spcBef>
                <a:spcPts val="377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7: switch on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0970" y="4429464"/>
            <a:ext cx="1629399" cy="1121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th1: Thermometer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283210" marR="0">
              <a:lnSpc>
                <a:spcPts val="1520"/>
              </a:lnSpc>
              <a:spcBef>
                <a:spcPts val="377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h1: Heater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0752" y="4985864"/>
            <a:ext cx="967373" cy="699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tk2: Tank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95885" marR="0">
              <a:lnSpc>
                <a:spcPts val="1520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control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01893" y="4985864"/>
            <a:ext cx="967373" cy="699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0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tk1: Tank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  <a:p>
            <a:pPr marL="95885" marR="0">
              <a:lnSpc>
                <a:spcPts val="1520"/>
              </a:lnSpc>
              <a:spcBef>
                <a:spcPts val="49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CMBWUM+Helvetica" panose="020B0604020202020204"/>
                <a:cs typeface="CMBWUM+Helvetica" panose="020B0604020202020204"/>
              </a:rPr>
              <a:t>control</a:t>
            </a:r>
            <a:endParaRPr sz="1350">
              <a:solidFill>
                <a:srgbClr val="000000"/>
              </a:solidFill>
              <a:latin typeface="CMBWUM+Helvetica" panose="020B0604020202020204"/>
              <a:cs typeface="CMBWUM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HBWUS+CMR7" panose="02000500000000000000"/>
                <a:cs typeface="VHBWUS+CMR7" panose="02000500000000000000"/>
              </a:rPr>
              <a:t>379</a:t>
            </a:r>
            <a:endParaRPr sz="1450">
              <a:solidFill>
                <a:srgbClr val="000000"/>
              </a:solidFill>
              <a:latin typeface="VHBWUS+CMR7" panose="02000500000000000000"/>
              <a:cs typeface="VHBWUS+CMR7" panose="02000500000000000000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92321"/>
            <a:ext cx="7699307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Possible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uses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sequence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collaboration</a:t>
            </a:r>
            <a:endParaRPr sz="2500">
              <a:solidFill>
                <a:srgbClr val="000000"/>
              </a:solidFill>
              <a:latin typeface="NQMHWL+CMBX12~c" panose="02000500000000000000"/>
              <a:cs typeface="NQMHWL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NQMHWL+CMBX12~c" panose="02000500000000000000"/>
                <a:cs typeface="NQMHWL+CMBX12~c" panose="02000500000000000000"/>
              </a:rPr>
              <a:t>diagrams</a:t>
            </a:r>
            <a:endParaRPr sz="2500" spc="-11">
              <a:solidFill>
                <a:srgbClr val="000000"/>
              </a:solidFill>
              <a:latin typeface="NQMHWL+CMBX12~c" panose="02000500000000000000"/>
              <a:cs typeface="NQMHW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064229"/>
            <a:ext cx="775913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BITC+CMSY10~25" panose="02000500000000000000"/>
                <a:cs typeface="MOBIT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illustration: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execute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this</a:t>
            </a:r>
            <a:endParaRPr sz="2050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9" y="3436087"/>
            <a:ext cx="13842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0" y="3954249"/>
            <a:ext cx="868839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BITC+CMSY10~25" panose="02000500000000000000"/>
                <a:cs typeface="MOBIT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As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speciﬁcation:</a:t>
            </a:r>
            <a:r>
              <a:rPr sz="2050" spc="3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All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executions</a:t>
            </a:r>
            <a:r>
              <a:rPr sz="20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of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system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must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contain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this</a:t>
            </a:r>
            <a:endParaRPr sz="2050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9" y="4326105"/>
            <a:ext cx="13842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scenario.</a:t>
            </a:r>
            <a:endParaRPr sz="2050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0" y="4844266"/>
            <a:ext cx="856142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BITC+CMSY10~25" panose="02000500000000000000"/>
                <a:cs typeface="MOBIT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specify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patterns: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roles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objects</a:t>
            </a:r>
            <a:endParaRPr sz="2050" spc="31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11" y="5216124"/>
            <a:ext cx="254913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SCIPIO+CMR10" panose="02000500000000000000"/>
                <a:cs typeface="SCIPIO+CMR10" panose="02000500000000000000"/>
              </a:rPr>
              <a:t>play.</a:t>
            </a:r>
            <a:endParaRPr sz="2050" spc="-38">
              <a:solidFill>
                <a:srgbClr val="000000"/>
              </a:solidFill>
              <a:latin typeface="SCIPIO+CMR10" panose="02000500000000000000"/>
              <a:cs typeface="SCIPIO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VNLMI+CMR7" panose="02000500000000000000"/>
                <a:cs typeface="WVNLMI+CMR7" panose="02000500000000000000"/>
              </a:rPr>
              <a:t>380</a:t>
            </a:r>
            <a:endParaRPr sz="1450">
              <a:solidFill>
                <a:srgbClr val="000000"/>
              </a:solidFill>
              <a:latin typeface="WVNLMI+CMR7" panose="02000500000000000000"/>
              <a:cs typeface="WVNLMI+CMR7" panose="02000500000000000000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0100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DHQARL+CMBX12~c" panose="02000500000000000000"/>
                <a:cs typeface="DHQARL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DHQARL+CMBX12~c" panose="02000500000000000000"/>
                <a:cs typeface="DHQARL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DHQARL+CMBX12~c" panose="02000500000000000000"/>
              <a:cs typeface="DHQAR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6" y="2101061"/>
            <a:ext cx="8645831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Activity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specify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user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workﬂow.</a:t>
            </a:r>
            <a:endParaRPr sz="2050" spc="-10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Class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represent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into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objects.</a:t>
            </a:r>
            <a:endParaRPr sz="2050" spc="27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Statecharts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used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object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life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cycles.</a:t>
            </a:r>
            <a:endParaRPr sz="2050" spc="11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0" y="3655548"/>
            <a:ext cx="869095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Use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architecture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diagrams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to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keep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track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of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relationship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between</a:t>
            </a:r>
            <a:endParaRPr sz="2050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3" y="4027403"/>
            <a:ext cx="290556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SSDs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statecharts.</a:t>
            </a:r>
            <a:endParaRPr sz="2050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2" y="4545565"/>
            <a:ext cx="65708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Find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SSD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identifying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in</a:t>
            </a:r>
            <a:endParaRPr sz="2050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13" y="4917423"/>
            <a:ext cx="38580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processing.</a:t>
            </a:r>
            <a:endParaRPr sz="2050" spc="15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7" y="5435585"/>
            <a:ext cx="809283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HIVGJ+CMSY10~25" panose="02000500000000000000"/>
                <a:cs typeface="EHIVG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Illustrate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executions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means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sequence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collaboration</a:t>
            </a:r>
            <a:endParaRPr sz="2050" spc="12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17" y="5807443"/>
            <a:ext cx="14997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OIFSA+CMR10" panose="02000500000000000000"/>
                <a:cs typeface="GOIFSA+CMR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GOIFSA+CMR10" panose="02000500000000000000"/>
              <a:cs typeface="GOIFSA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RSWDM+CMR7" panose="02000500000000000000"/>
                <a:cs typeface="CRSWDM+CMR7" panose="02000500000000000000"/>
              </a:rPr>
              <a:t>381</a:t>
            </a:r>
            <a:endParaRPr sz="1450">
              <a:solidFill>
                <a:srgbClr val="000000"/>
              </a:solidFill>
              <a:latin typeface="CRSWDM+CMR7" panose="02000500000000000000"/>
              <a:cs typeface="CRSWDM+CMR7" panose="0200050000000000000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41905" y="983789"/>
            <a:ext cx="68658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23.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Not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4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Yet</a:t>
            </a:r>
            <a:r>
              <a:rPr sz="2500" spc="3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Another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KVFUF+CMBX12~c" panose="02000500000000000000"/>
                <a:cs typeface="UKVFUF+CMBX12~c" panose="02000500000000000000"/>
              </a:rPr>
              <a:t>Method</a:t>
            </a:r>
            <a:endParaRPr sz="2500">
              <a:solidFill>
                <a:srgbClr val="000000"/>
              </a:solidFill>
              <a:latin typeface="UKVFUF+CMBX12~c" panose="02000500000000000000"/>
              <a:cs typeface="UKVFU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47265"/>
            <a:ext cx="8212750" cy="1073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weight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professional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boxers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classiﬁed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following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scheme:</a:t>
            </a:r>
            <a:endParaRPr sz="2050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1777" y="2326616"/>
            <a:ext cx="143178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ﬂyweight</a:t>
            </a:r>
            <a:endParaRPr sz="2050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9653" y="2326616"/>
            <a:ext cx="1989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112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1768" y="2771624"/>
            <a:ext cx="4043854" cy="1343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3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bantamweight</a:t>
            </a:r>
            <a:r>
              <a:rPr sz="2050" spc="19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118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  <a:p>
            <a:pPr marL="0" marR="0">
              <a:lnSpc>
                <a:spcPts val="35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featherweight</a:t>
            </a:r>
            <a:r>
              <a:rPr sz="2050" spc="24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126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1775" y="3663166"/>
            <a:ext cx="167189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lightweight</a:t>
            </a:r>
            <a:endParaRPr sz="2050" spc="-15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9233" y="3663166"/>
            <a:ext cx="1989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135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1765" y="4109699"/>
            <a:ext cx="4044116" cy="1343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welterweight</a:t>
            </a:r>
            <a:r>
              <a:rPr sz="2050" spc="3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147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  <a:p>
            <a:pPr marL="0" marR="0">
              <a:lnSpc>
                <a:spcPts val="35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middleweight</a:t>
            </a:r>
            <a:r>
              <a:rPr sz="2050" spc="26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TBIT+CMSY10~25" panose="02000500000000000000"/>
                <a:cs typeface="UDTBIT+CMSY10~25" panose="02000500000000000000"/>
              </a:rPr>
              <a:t>≤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160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1772" y="5001241"/>
            <a:ext cx="18178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heavyweight</a:t>
            </a:r>
            <a:endParaRPr sz="2050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9354" y="5001241"/>
            <a:ext cx="198939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CVEJH+CMMI10" panose="02000500000000000000"/>
                <a:cs typeface="HCVEJH+CMMI10" panose="02000500000000000000"/>
              </a:rPr>
              <a:t>&gt;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160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pounds</a:t>
            </a:r>
            <a:endParaRPr sz="2050" spc="24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55" y="5470634"/>
            <a:ext cx="6352001" cy="1190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learn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things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classiﬁcation:</a:t>
            </a:r>
            <a:endParaRPr sz="2050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  <a:p>
            <a:pPr marL="137160" marR="0">
              <a:lnSpc>
                <a:spcPts val="2520"/>
              </a:lnSpc>
              <a:spcBef>
                <a:spcPts val="12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1.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Lightweight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lightest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weight.</a:t>
            </a:r>
            <a:endParaRPr sz="2050" spc="-11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1407" y="6432280"/>
            <a:ext cx="62445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2.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Heavyweights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heavy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NIUFRQ+CMR10" panose="02000500000000000000"/>
                <a:cs typeface="NIUFRQ+CMR10" panose="02000500000000000000"/>
              </a:rPr>
              <a:t>want.</a:t>
            </a:r>
            <a:endParaRPr sz="2050" spc="-21">
              <a:solidFill>
                <a:srgbClr val="000000"/>
              </a:solidFill>
              <a:latin typeface="NIUFRQ+CMR10" panose="02000500000000000000"/>
              <a:cs typeface="NIUFRQ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NHWOT+CMR7" panose="02000500000000000000"/>
                <a:cs typeface="KNHWOT+CMR7" panose="02000500000000000000"/>
              </a:rPr>
              <a:t>382</a:t>
            </a:r>
            <a:endParaRPr sz="1450">
              <a:solidFill>
                <a:srgbClr val="000000"/>
              </a:solidFill>
              <a:latin typeface="KNHWOT+CMR7" panose="02000500000000000000"/>
              <a:cs typeface="KNHWOT+CMR7" panose="02000500000000000000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63085" y="3641825"/>
            <a:ext cx="21259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WREQGF+CMR10" panose="02000500000000000000"/>
                <a:cs typeface="WREQGF+CMR10" panose="02000500000000000000"/>
              </a:rPr>
              <a:t>Keep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REQGF+CMR10" panose="02000500000000000000"/>
                <a:cs typeface="WREQGF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REQGF+CMR10" panose="02000500000000000000"/>
                <a:cs typeface="WREQGF+CMR10" panose="02000500000000000000"/>
              </a:rPr>
              <a:t>simple.</a:t>
            </a:r>
            <a:endParaRPr sz="2050">
              <a:solidFill>
                <a:srgbClr val="000000"/>
              </a:solidFill>
              <a:latin typeface="WREQGF+CMR10" panose="02000500000000000000"/>
              <a:cs typeface="WREQGF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HOR+CMR7" panose="02000500000000000000"/>
                <a:cs typeface="BEIHOR+CMR7" panose="02000500000000000000"/>
              </a:rPr>
              <a:t>383</a:t>
            </a:r>
            <a:endParaRPr sz="1450">
              <a:solidFill>
                <a:srgbClr val="000000"/>
              </a:solidFill>
              <a:latin typeface="BEIHOR+CMR7" panose="02000500000000000000"/>
              <a:cs typeface="BEIHOR+CMR7" panose="0200050000000000000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43445"/>
            <a:ext cx="339307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LKWS+CMBX10" panose="02000500000000000000"/>
                <a:cs typeface="EJLKWS+CMBX10" panose="02000500000000000000"/>
              </a:rPr>
              <a:t>Problem-solving</a:t>
            </a:r>
            <a:r>
              <a:rPr sz="20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JLKWS+CMBX10" panose="02000500000000000000"/>
                <a:cs typeface="EJLKWS+CMBX10" panose="02000500000000000000"/>
              </a:rPr>
              <a:t>levels</a:t>
            </a:r>
            <a:endParaRPr sz="2050">
              <a:solidFill>
                <a:srgbClr val="000000"/>
              </a:solidFill>
              <a:latin typeface="EJLKWS+CMBX10" panose="02000500000000000000"/>
              <a:cs typeface="EJLKWS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8899" y="2612922"/>
            <a:ext cx="993168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4000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4000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2029" y="2612909"/>
            <a:ext cx="1132517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4454" y="2612922"/>
            <a:ext cx="993168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9969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495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7414" y="2612909"/>
            <a:ext cx="1251935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54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5938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solution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100" y="2738236"/>
            <a:ext cx="993168" cy="69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4000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6504" y="2738245"/>
            <a:ext cx="1142046" cy="69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Decompo-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  <a:p>
            <a:pPr marL="1987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sition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8830" y="3687139"/>
            <a:ext cx="973236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2984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2984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2030" y="3687139"/>
            <a:ext cx="1132517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74398" y="3687139"/>
            <a:ext cx="973236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8953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4000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37605" y="3687139"/>
            <a:ext cx="2184931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requirements</a:t>
            </a:r>
            <a:r>
              <a:rPr sz="1400" spc="1568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 </a:t>
            </a: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Refine-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  <a:p>
            <a:pPr marL="2984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6046" y="3812475"/>
            <a:ext cx="973236" cy="699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2984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20302" y="4134744"/>
            <a:ext cx="694451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ment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2030" y="4618135"/>
            <a:ext cx="1132517" cy="1397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3492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2241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5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79" y="4743461"/>
            <a:ext cx="1062843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892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4943" y="4743461"/>
            <a:ext cx="1421182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decomposition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25400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0512" y="4743461"/>
            <a:ext cx="1421182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decomposition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31369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61946" y="4743461"/>
            <a:ext cx="1062843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  <a:p>
            <a:pPr marL="1892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86024" y="5065743"/>
            <a:ext cx="1142046" cy="699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Decompo-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  <a:p>
            <a:pPr marL="1987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NMJWSS+Helvetica-Bold" panose="020B0704020202020204"/>
                <a:cs typeface="NMJWSS+Helvetica-Bold" panose="020B0704020202020204"/>
              </a:rPr>
              <a:t>sition</a:t>
            </a:r>
            <a:endParaRPr sz="1400" b="1">
              <a:solidFill>
                <a:srgbClr val="000000"/>
              </a:solidFill>
              <a:latin typeface="NMJWSS+Helvetica-Bold" panose="020B0704020202020204"/>
              <a:cs typeface="NMJWSS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5938" y="5441711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8730" y="5441711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14234" y="5441711"/>
            <a:ext cx="893596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67414" y="5441711"/>
            <a:ext cx="1251935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VVPMEB+Helvetica" panose="020B0604020202020204"/>
                <a:cs typeface="VVPMEB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VVPMEB+Helvetica" panose="020B0604020202020204"/>
              <a:cs typeface="VVPMEB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DVAVW+CMR7" panose="02000500000000000000"/>
                <a:cs typeface="WDVAVW+CMR7" panose="02000500000000000000"/>
              </a:rPr>
              <a:t>384</a:t>
            </a:r>
            <a:endParaRPr sz="1450">
              <a:solidFill>
                <a:srgbClr val="000000"/>
              </a:solidFill>
              <a:latin typeface="WDVAVW+CMR7" panose="02000500000000000000"/>
              <a:cs typeface="WDVAVW+CMR7" panose="02000500000000000000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46373"/>
            <a:ext cx="384193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LIDDMN+CMBX12~c" panose="02000500000000000000"/>
                <a:cs typeface="LIDDMN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LIDDMN+CMBX12~c" panose="02000500000000000000"/>
                <a:cs typeface="LIDDMN+CMBX12~c" panose="02000500000000000000"/>
              </a:rPr>
              <a:t>system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LIDDMN+CMBX12~c" panose="02000500000000000000"/>
                <a:cs typeface="LIDDMN+CMBX12~c" panose="02000500000000000000"/>
              </a:rPr>
              <a:t>hierarchy</a:t>
            </a:r>
            <a:endParaRPr sz="2500" spc="-29">
              <a:solidFill>
                <a:srgbClr val="000000"/>
              </a:solidFill>
              <a:latin typeface="LIDDMN+CMBX12~c" panose="02000500000000000000"/>
              <a:cs typeface="LIDDM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8999" y="2644786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4856" y="2793280"/>
            <a:ext cx="1434939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Composite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1841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system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116" y="3787139"/>
            <a:ext cx="2197622" cy="74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5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External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8592" y="3787131"/>
            <a:ext cx="2724268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68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SuD</a:t>
            </a:r>
            <a:r>
              <a:rPr sz="1800" spc="2158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 </a:t>
            </a: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78168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174" y="3787139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3418" y="3935645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External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entity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8882" y="4084150"/>
            <a:ext cx="1244622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6108" y="4232657"/>
            <a:ext cx="88897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entity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8882" y="4381162"/>
            <a:ext cx="193014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5826" y="4929483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2176" y="4929483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Services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7327" y="5215081"/>
            <a:ext cx="3490812" cy="906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Subsystem 1</a:t>
            </a:r>
            <a:r>
              <a:rPr sz="1800" spc="506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 </a:t>
            </a: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410" y="5215071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......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3683" y="5215081"/>
            <a:ext cx="3490806" cy="906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Subsystem n</a:t>
            </a:r>
            <a:r>
              <a:rPr sz="1800" spc="506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 </a:t>
            </a: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Behavior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SLDBG+Helvetica" panose="02000500000000000000"/>
                <a:cs typeface="JSLDBG+Helvetica" panose="02000500000000000000"/>
              </a:rPr>
              <a:t>Communication</a:t>
            </a:r>
            <a:endParaRPr sz="1800">
              <a:solidFill>
                <a:srgbClr val="000000"/>
              </a:solidFill>
              <a:latin typeface="JSLDBG+Helvetica" panose="02000500000000000000"/>
              <a:cs typeface="JSLDBG+Helvetica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UFGOI+CMR7" panose="02000500000000000000"/>
                <a:cs typeface="BUFGOI+CMR7" panose="02000500000000000000"/>
              </a:rPr>
              <a:t>385</a:t>
            </a:r>
            <a:endParaRPr sz="1450">
              <a:solidFill>
                <a:srgbClr val="000000"/>
              </a:solidFill>
              <a:latin typeface="BUFGOI+CMR7" panose="02000500000000000000"/>
              <a:cs typeface="BUFGOI+CMR7" panose="02000500000000000000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453425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3">
                <a:solidFill>
                  <a:srgbClr val="000000"/>
                </a:solidFill>
                <a:latin typeface="UKUUWV+CMBX12~c" panose="02000500000000000000"/>
                <a:cs typeface="UKUUWV+CMBX12~c" panose="02000500000000000000"/>
              </a:rPr>
              <a:t>Software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KUUWV+CMBX12~c" panose="02000500000000000000"/>
                <a:cs typeface="UKUUWV+CMBX12~c" panose="02000500000000000000"/>
              </a:rPr>
              <a:t>design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UKUUWV+CMBX12~c" panose="02000500000000000000"/>
                <a:cs typeface="UKUUWV+CMBX12~c" panose="02000500000000000000"/>
              </a:rPr>
              <a:t>approach</a:t>
            </a:r>
            <a:endParaRPr sz="2500" spc="-23">
              <a:solidFill>
                <a:srgbClr val="000000"/>
              </a:solidFill>
              <a:latin typeface="UKUUWV+CMBX12~c" panose="02000500000000000000"/>
              <a:cs typeface="UKUUW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8089" y="1822154"/>
            <a:ext cx="2977874" cy="849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GAACM+Helvetica-Bold" panose="020B0704020202020204"/>
                <a:cs typeface="BGAACM+Helvetica-Bold" panose="020B0704020202020204"/>
              </a:rPr>
              <a:t>Use environment model</a:t>
            </a:r>
            <a:endParaRPr sz="1800" b="1">
              <a:solidFill>
                <a:srgbClr val="000000"/>
              </a:solidFill>
              <a:latin typeface="BGAACM+Helvetica-Bold" panose="020B0704020202020204"/>
              <a:cs typeface="BGAACM+Helvetica-Bold" panose="020B0704020202020204"/>
            </a:endParaRPr>
          </a:p>
          <a:p>
            <a:pPr marL="60960" marR="0">
              <a:lnSpc>
                <a:spcPts val="198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Environment goals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648" y="1936370"/>
            <a:ext cx="3065437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GAACM+Helvetica-Bold" panose="020B0704020202020204"/>
                <a:cs typeface="BGAACM+Helvetica-Bold" panose="020B0704020202020204"/>
              </a:rPr>
              <a:t>Functional requirements</a:t>
            </a:r>
            <a:endParaRPr sz="1800" b="1">
              <a:solidFill>
                <a:srgbClr val="000000"/>
              </a:solidFill>
              <a:latin typeface="BGAACM+Helvetica-Bold" panose="020B0704020202020204"/>
              <a:cs typeface="BGAACM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4993" y="2370393"/>
            <a:ext cx="3328395" cy="119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Desired SuD functions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Desired SuD communication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Desired SuD</a:t>
            </a:r>
            <a:r>
              <a:rPr sz="1800" spc="5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9297" y="2370389"/>
            <a:ext cx="2934311" cy="1488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External communications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User behavior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Subject domain entities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Subject domain behavior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3317" y="3969406"/>
            <a:ext cx="2450310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GAACM+Helvetica-Bold" panose="020B0704020202020204"/>
                <a:cs typeface="BGAACM+Helvetica-Bold" panose="020B0704020202020204"/>
              </a:rPr>
              <a:t>Requirements-level</a:t>
            </a:r>
            <a:endParaRPr sz="1800" b="1">
              <a:solidFill>
                <a:srgbClr val="000000"/>
              </a:solidFill>
              <a:latin typeface="BGAACM+Helvetica-Bold" panose="020B0704020202020204"/>
              <a:cs typeface="BGAACM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938" y="4266366"/>
            <a:ext cx="1650579" cy="59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BGAACM+Helvetica-Bold" panose="020B0704020202020204"/>
                <a:cs typeface="BGAACM+Helvetica-Bold" panose="020B0704020202020204"/>
              </a:rPr>
              <a:t>architecture</a:t>
            </a:r>
            <a:endParaRPr sz="1800" b="1">
              <a:solidFill>
                <a:srgbClr val="000000"/>
              </a:solidFill>
              <a:latin typeface="BGAACM+Helvetica-Bold" panose="020B0704020202020204"/>
              <a:cs typeface="BGAACM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6456" y="4688968"/>
            <a:ext cx="3328618" cy="119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Component functions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Component communications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CHROM+Helvetica" panose="020B0604020202020204"/>
                <a:cs typeface="OCHROM+Helvetica" panose="020B0604020202020204"/>
              </a:rPr>
              <a:t>Component behavior</a:t>
            </a:r>
            <a:endParaRPr sz="1800">
              <a:solidFill>
                <a:srgbClr val="000000"/>
              </a:solidFill>
              <a:latin typeface="OCHROM+Helvetica" panose="020B0604020202020204"/>
              <a:cs typeface="OCHRO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6023837"/>
            <a:ext cx="486037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FMJEB+CMSY10~25" panose="02000500000000000000"/>
                <a:cs typeface="RFMJ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Requirements-level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decomposition.</a:t>
            </a:r>
            <a:endParaRPr sz="2050" spc="14">
              <a:solidFill>
                <a:srgbClr val="000000"/>
              </a:solidFill>
              <a:latin typeface="PINGMH+CMR10" panose="02000500000000000000"/>
              <a:cs typeface="PINGMH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91" y="6433795"/>
            <a:ext cx="758194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FMJEB+CMSY10~25" panose="02000500000000000000"/>
                <a:cs typeface="RFMJ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Independent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changes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implementation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NGMH+CMR10" panose="02000500000000000000"/>
                <a:cs typeface="PINGMH+CMR10" panose="02000500000000000000"/>
              </a:rPr>
              <a:t>platform.</a:t>
            </a:r>
            <a:endParaRPr sz="2050">
              <a:solidFill>
                <a:srgbClr val="000000"/>
              </a:solidFill>
              <a:latin typeface="PINGMH+CMR10" panose="02000500000000000000"/>
              <a:cs typeface="PINGMH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ESGKC+CMR7" panose="02000500000000000000"/>
                <a:cs typeface="IESGKC+CMR7" panose="02000500000000000000"/>
              </a:rPr>
              <a:t>386</a:t>
            </a:r>
            <a:endParaRPr sz="1450">
              <a:solidFill>
                <a:srgbClr val="000000"/>
              </a:solidFill>
              <a:latin typeface="IESGKC+CMR7" panose="02000500000000000000"/>
              <a:cs typeface="IESGKC+CMR7" panose="02000500000000000000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3025974" y="596874"/>
            <a:ext cx="4494160" cy="59156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37701" y="1228722"/>
            <a:ext cx="3217547" cy="497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BENTN+CMBX10" panose="02000500000000000000"/>
                <a:cs typeface="ABENTN+CMBX10" panose="02000500000000000000"/>
              </a:rPr>
              <a:t>Notations</a:t>
            </a:r>
            <a:r>
              <a:rPr sz="14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ABENTN+CMBX10" panose="02000500000000000000"/>
                <a:cs typeface="ABENTN+CMBX10" panose="02000500000000000000"/>
              </a:rPr>
              <a:t>treated</a:t>
            </a:r>
            <a:r>
              <a:rPr sz="14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ABENTN+CMBX10" panose="02000500000000000000"/>
                <a:cs typeface="ABENTN+CMBX10" panose="02000500000000000000"/>
              </a:rPr>
              <a:t>in</a:t>
            </a:r>
            <a:r>
              <a:rPr sz="14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>
                <a:solidFill>
                  <a:srgbClr val="000000"/>
                </a:solidFill>
                <a:latin typeface="ABENTN+CMBX10" panose="02000500000000000000"/>
                <a:cs typeface="ABENTN+CMBX10" panose="02000500000000000000"/>
              </a:rPr>
              <a:t>the</a:t>
            </a:r>
            <a:r>
              <a:rPr sz="14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40">
                <a:solidFill>
                  <a:srgbClr val="000000"/>
                </a:solidFill>
                <a:latin typeface="ABENTN+CMBX10" panose="02000500000000000000"/>
                <a:cs typeface="ABENTN+CMBX10" panose="02000500000000000000"/>
              </a:rPr>
              <a:t>book</a:t>
            </a:r>
            <a:endParaRPr sz="1450" spc="40">
              <a:solidFill>
                <a:srgbClr val="000000"/>
              </a:solidFill>
              <a:latin typeface="ABENTN+CMBX10" panose="02000500000000000000"/>
              <a:cs typeface="ABENTN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8350" y="1575041"/>
            <a:ext cx="598477" cy="578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Com-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 spc="-16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mu-</a:t>
            </a:r>
            <a:endParaRPr sz="1165" spc="-16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8357" y="1575041"/>
            <a:ext cx="465112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De-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9412" y="1782889"/>
            <a:ext cx="622509" cy="578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 spc="-21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Func-</a:t>
            </a:r>
            <a:endParaRPr sz="1165" spc="-21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tions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9419" y="1783966"/>
            <a:ext cx="622509" cy="578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Beha-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vior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8358" y="1782889"/>
            <a:ext cx="554714" cy="786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com-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 spc="9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posi-</a:t>
            </a:r>
            <a:endParaRPr sz="1165" spc="9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tion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8350" y="1990738"/>
            <a:ext cx="554714" cy="578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nica-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tion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8626" y="2495821"/>
            <a:ext cx="1195935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Mission</a:t>
            </a:r>
            <a:r>
              <a:rPr sz="1165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 spc="-7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stmnt</a:t>
            </a:r>
            <a:endParaRPr sz="1165" spc="-7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8604" y="2495821"/>
            <a:ext cx="340862" cy="711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635" marR="0">
              <a:lnSpc>
                <a:spcPts val="1170"/>
              </a:lnSpc>
              <a:spcBef>
                <a:spcPts val="1485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48624" y="2733824"/>
            <a:ext cx="1441370" cy="578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 spc="-18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Funct.</a:t>
            </a:r>
            <a:r>
              <a:rPr sz="1165" spc="1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reﬁnmnt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5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tree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8626" y="3202292"/>
            <a:ext cx="1154293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Service</a:t>
            </a:r>
            <a:r>
              <a:rPr sz="1165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descr.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9412" y="3201215"/>
            <a:ext cx="340055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8626" y="3499525"/>
            <a:ext cx="1309594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State</a:t>
            </a:r>
            <a:r>
              <a:rPr sz="1165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trans.</a:t>
            </a:r>
            <a:r>
              <a:rPr sz="1165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list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7947" y="3498449"/>
            <a:ext cx="341526" cy="631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85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8626" y="3759067"/>
            <a:ext cx="1438805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State</a:t>
            </a:r>
            <a:r>
              <a:rPr sz="1165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trans.</a:t>
            </a:r>
            <a:r>
              <a:rPr sz="1165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table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48623" y="3998147"/>
            <a:ext cx="1442023" cy="578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State</a:t>
            </a:r>
            <a:r>
              <a:rPr sz="1165" spc="4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trans.</a:t>
            </a:r>
            <a:r>
              <a:rPr sz="1165" spc="1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di-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435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agr.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59419" y="4115533"/>
            <a:ext cx="340055" cy="749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178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8626" y="4480614"/>
            <a:ext cx="1393238" cy="370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Activity</a:t>
            </a:r>
            <a:r>
              <a:rPr sz="1165" spc="1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diagram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48626" y="4791848"/>
            <a:ext cx="1335230" cy="64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Data</a:t>
            </a:r>
            <a:r>
              <a:rPr sz="1165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 spc="-18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ﬂow</a:t>
            </a:r>
            <a:r>
              <a:rPr sz="1165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diagr.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960"/>
              </a:spcBef>
              <a:spcAft>
                <a:spcPct val="0"/>
              </a:spcAft>
            </a:pPr>
            <a:r>
              <a:rPr sz="1165" spc="-8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Arch.</a:t>
            </a:r>
            <a:r>
              <a:rPr sz="1165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diagram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88350" y="4805849"/>
            <a:ext cx="340055" cy="64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96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48626" y="5392779"/>
            <a:ext cx="566285" cy="630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ERD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84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SSD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8205" y="5392779"/>
            <a:ext cx="340189" cy="630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  <a:p>
            <a:pPr marL="0" marR="0">
              <a:lnSpc>
                <a:spcPts val="1170"/>
              </a:lnSpc>
              <a:spcBef>
                <a:spcPts val="840"/>
              </a:spcBef>
              <a:spcAft>
                <a:spcPct val="0"/>
              </a:spcAft>
            </a:pPr>
            <a:r>
              <a:rPr sz="1165">
                <a:solidFill>
                  <a:srgbClr val="000000"/>
                </a:solidFill>
                <a:latin typeface="EMNUVF+CMR8" panose="02000500000000000000"/>
                <a:cs typeface="EMNUVF+CMR8" panose="02000500000000000000"/>
              </a:rPr>
              <a:t>X</a:t>
            </a:r>
            <a:endParaRPr sz="1165">
              <a:solidFill>
                <a:srgbClr val="000000"/>
              </a:solidFill>
              <a:latin typeface="EMNUVF+CMR8" panose="02000500000000000000"/>
              <a:cs typeface="EMNUVF+CMR8" panose="02000500000000000000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44285"/>
            <a:ext cx="3113161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MSHUBQ+CMBX10" panose="02000500000000000000"/>
                <a:cs typeface="MSHUBQ+CMBX10" panose="02000500000000000000"/>
              </a:rPr>
              <a:t>Our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SHUBQ+CMBX10" panose="02000500000000000000"/>
                <a:cs typeface="MSHUBQ+CMBX10" panose="02000500000000000000"/>
              </a:rPr>
              <a:t>use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SHUBQ+CMBX10" panose="02000500000000000000"/>
                <a:cs typeface="MSHUBQ+CMBX10" panose="02000500000000000000"/>
              </a:rPr>
              <a:t>of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SHUBQ+CMBX10" panose="02000500000000000000"/>
                <a:cs typeface="MSHUBQ+CMBX10" panose="02000500000000000000"/>
              </a:rPr>
              <a:t>notations</a:t>
            </a:r>
            <a:endParaRPr sz="2050">
              <a:solidFill>
                <a:srgbClr val="000000"/>
              </a:solidFill>
              <a:latin typeface="MSHUBQ+CMBX10" panose="02000500000000000000"/>
              <a:cs typeface="MSHUBQ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0433" y="1583729"/>
            <a:ext cx="2684200" cy="104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Context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diagram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2865"/>
              </a:lnSpc>
              <a:spcBef>
                <a:spcPts val="2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16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Subject</a:t>
            </a:r>
            <a:r>
              <a:rPr sz="16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domain</a:t>
            </a:r>
            <a:r>
              <a:rPr sz="16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ERD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0430" y="2316775"/>
            <a:ext cx="5380021" cy="141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Activity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diagram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user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6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workﬂow</a:t>
            </a:r>
            <a:endParaRPr sz="1650" spc="-16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2865"/>
              </a:lnSpc>
              <a:spcBef>
                <a:spcPts val="2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STT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or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STD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desired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25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subj.</a:t>
            </a:r>
            <a:r>
              <a:rPr sz="1650" spc="3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dom.</a:t>
            </a:r>
            <a:r>
              <a:rPr sz="16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behavior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STT</a:t>
            </a:r>
            <a:r>
              <a:rPr sz="16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or</a:t>
            </a:r>
            <a:r>
              <a:rPr sz="16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STD</a:t>
            </a:r>
            <a:r>
              <a:rPr sz="1650" spc="1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assumed</a:t>
            </a:r>
            <a:r>
              <a:rPr sz="1650" spc="1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25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subj.</a:t>
            </a:r>
            <a:r>
              <a:rPr sz="165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dom.</a:t>
            </a:r>
            <a:r>
              <a:rPr sz="1650" spc="3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behavior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1241" y="2344197"/>
            <a:ext cx="2678621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Use</a:t>
            </a:r>
            <a:r>
              <a:rPr sz="16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environment</a:t>
            </a:r>
            <a:r>
              <a:rPr sz="1650" spc="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SuD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80433" y="3750857"/>
            <a:ext cx="2331552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Mission</a:t>
            </a:r>
            <a:r>
              <a:rPr sz="16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statement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0433" y="4118142"/>
            <a:ext cx="3037824" cy="1044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9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Function</a:t>
            </a:r>
            <a:r>
              <a:rPr sz="16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reﬁnement</a:t>
            </a:r>
            <a:r>
              <a:rPr sz="16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tree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Service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descriptions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241" y="4182142"/>
            <a:ext cx="2679004" cy="81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7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Functional</a:t>
            </a:r>
            <a:r>
              <a:rPr sz="1650" spc="4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speciﬁcation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SuD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0437" y="4851188"/>
            <a:ext cx="3704673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Stimulus-response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descriptions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0433" y="5553750"/>
            <a:ext cx="2669388" cy="67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Architecture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diagram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5927122"/>
            <a:ext cx="2514026" cy="5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Decomposition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SuD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0424" y="5921034"/>
            <a:ext cx="4362037" cy="1044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STT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or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STD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of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component</a:t>
            </a:r>
            <a:r>
              <a:rPr sz="16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behavior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  <a:p>
            <a:pPr marL="0" marR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HJAHI+CMSY8" panose="02000500000000000000"/>
                <a:cs typeface="BHJAHI+CMSY8" panose="02000500000000000000"/>
              </a:rPr>
              <a:t>•</a:t>
            </a:r>
            <a:r>
              <a:rPr sz="165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Static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structure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KJNPGN+CMR8" panose="02000500000000000000"/>
                <a:cs typeface="KJNPGN+CMR8" panose="02000500000000000000"/>
              </a:rPr>
              <a:t>diagram</a:t>
            </a:r>
            <a:endParaRPr sz="1650">
              <a:solidFill>
                <a:srgbClr val="000000"/>
              </a:solidFill>
              <a:latin typeface="KJNPGN+CMR8" panose="02000500000000000000"/>
              <a:cs typeface="KJNPGN+CMR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WWPUC+CMR7" panose="02000500000000000000"/>
                <a:cs typeface="UWWPUC+CMR7" panose="02000500000000000000"/>
              </a:rPr>
              <a:t>388</a:t>
            </a:r>
            <a:endParaRPr sz="1450">
              <a:solidFill>
                <a:srgbClr val="000000"/>
              </a:solidFill>
              <a:latin typeface="UWWPUC+CMR7" panose="02000500000000000000"/>
              <a:cs typeface="UWWPUC+CMR7" panose="0200050000000000000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36665"/>
            <a:ext cx="4273552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QENFWT+CMBX10" panose="02000500000000000000"/>
                <a:cs typeface="QENFWT+CMBX10" panose="02000500000000000000"/>
              </a:rPr>
              <a:t>Ordering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ENFWT+CMBX10" panose="02000500000000000000"/>
                <a:cs typeface="QENFWT+CMBX10" panose="02000500000000000000"/>
              </a:rPr>
              <a:t>of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ENFWT+CMBX10" panose="02000500000000000000"/>
                <a:cs typeface="QENFWT+CMBX10" panose="02000500000000000000"/>
              </a:rPr>
              <a:t>design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ENFWT+CMBX10" panose="02000500000000000000"/>
                <a:cs typeface="QENFWT+CMBX10" panose="02000500000000000000"/>
              </a:rPr>
              <a:t>decisions</a:t>
            </a:r>
            <a:endParaRPr sz="2050">
              <a:solidFill>
                <a:srgbClr val="000000"/>
              </a:solidFill>
              <a:latin typeface="QENFWT+CMBX10" panose="02000500000000000000"/>
              <a:cs typeface="QENFWT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9923" y="1399408"/>
            <a:ext cx="1141925" cy="893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225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3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Refinement</a:t>
            </a:r>
            <a:endParaRPr sz="1200" spc="-13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0" marR="0">
              <a:lnSpc>
                <a:spcPts val="1315"/>
              </a:lnSpc>
              <a:spcBef>
                <a:spcPts val="2605"/>
              </a:spcBef>
              <a:spcAft>
                <a:spcPct val="0"/>
              </a:spcAft>
            </a:pPr>
            <a:r>
              <a:rPr sz="1200" spc="-1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Dictionary</a:t>
            </a:r>
            <a:endParaRPr sz="1200" spc="-1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693" y="2345786"/>
            <a:ext cx="842948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Workflow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3045" y="2345786"/>
            <a:ext cx="727010" cy="61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Subject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4445" marR="0">
              <a:lnSpc>
                <a:spcPts val="1315"/>
              </a:lnSpc>
              <a:spcBef>
                <a:spcPts val="385"/>
              </a:spcBef>
              <a:spcAft>
                <a:spcPct val="0"/>
              </a:spcAft>
            </a:pPr>
            <a:r>
              <a:rPr sz="1200" spc="-13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domain</a:t>
            </a:r>
            <a:endParaRPr sz="1200" spc="-13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3798" y="2462003"/>
            <a:ext cx="768453" cy="6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Context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0" marR="0">
              <a:lnSpc>
                <a:spcPts val="1315"/>
              </a:lnSpc>
              <a:spcBef>
                <a:spcPts val="385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diagram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857" y="2462003"/>
            <a:ext cx="727010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Subject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1517" y="2561627"/>
            <a:ext cx="685275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activity</a:t>
            </a:r>
            <a:endParaRPr sz="120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0286" y="2561622"/>
            <a:ext cx="1615294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b="1" spc="-14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Usage</a:t>
            </a:r>
            <a:r>
              <a:rPr sz="1200" b="1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 </a:t>
            </a:r>
            <a:r>
              <a:rPr sz="1200" b="1" spc="-13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environment</a:t>
            </a:r>
            <a:endParaRPr sz="1200" b="1" spc="-13">
              <a:solidFill>
                <a:srgbClr val="000000"/>
              </a:solidFill>
              <a:latin typeface="DTOEVN+Helvetica-Bold" panose="020B0704020202020204"/>
              <a:cs typeface="DTOEVN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2549" y="2677843"/>
            <a:ext cx="1075584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3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domain</a:t>
            </a:r>
            <a:r>
              <a:rPr sz="120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 </a:t>
            </a:r>
            <a:r>
              <a:rPr sz="1200" spc="-16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ERD</a:t>
            </a:r>
            <a:endParaRPr sz="1200" spc="-16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9975" y="2777469"/>
            <a:ext cx="768453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diagram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6170" y="2777469"/>
            <a:ext cx="1000695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4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STDs/STTs</a:t>
            </a:r>
            <a:endParaRPr sz="1200" spc="-14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6897" y="3175934"/>
            <a:ext cx="934589" cy="827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Function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0" marR="0">
              <a:lnSpc>
                <a:spcPts val="1315"/>
              </a:lnSpc>
              <a:spcBef>
                <a:spcPts val="385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refinement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224155" marR="0">
              <a:lnSpc>
                <a:spcPts val="1315"/>
              </a:lnSpc>
              <a:spcBef>
                <a:spcPts val="38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tree</a:t>
            </a:r>
            <a:endParaRPr sz="120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0454" y="3292164"/>
            <a:ext cx="735109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Mission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5592" y="3508004"/>
            <a:ext cx="884756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statement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54203" y="3723842"/>
            <a:ext cx="527480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b="1" spc="-15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SuD</a:t>
            </a:r>
            <a:endParaRPr sz="1200" b="1" spc="-15">
              <a:solidFill>
                <a:srgbClr val="000000"/>
              </a:solidFill>
              <a:latin typeface="DTOEVN+Helvetica-Bold" panose="020B0704020202020204"/>
              <a:cs typeface="DTOEVN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20745" y="4122312"/>
            <a:ext cx="726864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Service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15140" y="4122312"/>
            <a:ext cx="888842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Stimulus−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1317" y="4338152"/>
            <a:ext cx="1025939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descriptions</a:t>
            </a:r>
            <a:endParaRPr sz="1200" spc="-1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25857" y="4338152"/>
            <a:ext cx="1067315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response</a:t>
            </a:r>
            <a:r>
              <a:rPr sz="120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 list</a:t>
            </a:r>
            <a:endParaRPr sz="120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25832" y="4952473"/>
            <a:ext cx="2048095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Architecture</a:t>
            </a:r>
            <a:r>
              <a:rPr sz="1200" spc="1328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 </a:t>
            </a:r>
            <a:r>
              <a:rPr sz="1200" spc="-14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Component</a:t>
            </a:r>
            <a:endParaRPr sz="1200" spc="-14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63191" y="5052092"/>
            <a:ext cx="535849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6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SSD</a:t>
            </a:r>
            <a:endParaRPr sz="1200" spc="-16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54564" y="5168313"/>
            <a:ext cx="768453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1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diagram</a:t>
            </a:r>
            <a:endParaRPr sz="1200" spc="-11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34566" y="5168313"/>
            <a:ext cx="1000695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4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STDs/STTs</a:t>
            </a:r>
            <a:endParaRPr sz="1200" spc="-14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9526" y="5533586"/>
            <a:ext cx="1341265" cy="6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spc="-12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Lower−level</a:t>
            </a:r>
            <a:endParaRPr sz="1200" spc="-12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  <a:p>
            <a:pPr marL="0" marR="0">
              <a:lnSpc>
                <a:spcPts val="1315"/>
              </a:lnSpc>
              <a:spcBef>
                <a:spcPts val="385"/>
              </a:spcBef>
              <a:spcAft>
                <a:spcPct val="0"/>
              </a:spcAft>
            </a:pPr>
            <a:r>
              <a:rPr sz="1200" spc="-1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service</a:t>
            </a:r>
            <a:r>
              <a:rPr sz="120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 </a:t>
            </a:r>
            <a:r>
              <a:rPr sz="1200" spc="-10">
                <a:solidFill>
                  <a:srgbClr val="000000"/>
                </a:solidFill>
                <a:latin typeface="CLHMBL+Helvetica" panose="020B0604020202020204"/>
                <a:cs typeface="CLHMBL+Helvetica" panose="020B0604020202020204"/>
              </a:rPr>
              <a:t>provision</a:t>
            </a:r>
            <a:endParaRPr sz="1200" spc="-10">
              <a:solidFill>
                <a:srgbClr val="000000"/>
              </a:solidFill>
              <a:latin typeface="CLHMBL+Helvetica" panose="020B0604020202020204"/>
              <a:cs typeface="CLHMBL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9258" y="5633205"/>
            <a:ext cx="1457371" cy="395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ct val="0"/>
              </a:spcBef>
              <a:spcAft>
                <a:spcPct val="0"/>
              </a:spcAft>
            </a:pPr>
            <a:r>
              <a:rPr sz="1200" b="1" spc="-15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SuD</a:t>
            </a:r>
            <a:r>
              <a:rPr sz="1200" b="1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 </a:t>
            </a:r>
            <a:r>
              <a:rPr sz="1200" b="1" spc="-14">
                <a:solidFill>
                  <a:srgbClr val="000000"/>
                </a:solidFill>
                <a:latin typeface="DTOEVN+Helvetica-Bold" panose="020B0704020202020204"/>
                <a:cs typeface="DTOEVN+Helvetica-Bold" panose="020B0704020202020204"/>
              </a:rPr>
              <a:t>components</a:t>
            </a:r>
            <a:endParaRPr sz="1200" b="1" spc="-14">
              <a:solidFill>
                <a:srgbClr val="000000"/>
              </a:solidFill>
              <a:latin typeface="DTOEVN+Helvetica-Bold" panose="020B0704020202020204"/>
              <a:cs typeface="DTOEVN+Helvetica-Bold" panose="020B07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44262" y="6214337"/>
            <a:ext cx="8930737" cy="107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Often,</a:t>
            </a:r>
            <a:r>
              <a:rPr sz="2050" spc="1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in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order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to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make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a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lower-level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design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model,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the</a:t>
            </a:r>
            <a:r>
              <a:rPr sz="20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designer</a:t>
            </a:r>
            <a:r>
              <a:rPr sz="20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has</a:t>
            </a:r>
            <a:endParaRPr sz="2050" spc="10">
              <a:solidFill>
                <a:srgbClr val="000000"/>
              </a:solidFill>
              <a:latin typeface="ITKHQB+CMR10" panose="02000500000000000000"/>
              <a:cs typeface="ITKHQB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ﬁrst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make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reﬁned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higher-level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TKHQB+CMR10" panose="02000500000000000000"/>
                <a:cs typeface="ITKHQB+CMR10" panose="02000500000000000000"/>
              </a:rPr>
              <a:t>description.</a:t>
            </a:r>
            <a:endParaRPr sz="2050">
              <a:solidFill>
                <a:srgbClr val="000000"/>
              </a:solidFill>
              <a:latin typeface="ITKHQB+CMR10" panose="02000500000000000000"/>
              <a:cs typeface="ITKHQB+CMR10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EFOKN+CMR7" panose="02000500000000000000"/>
                <a:cs typeface="MEFOKN+CMR7" panose="02000500000000000000"/>
              </a:rPr>
              <a:t>389</a:t>
            </a:r>
            <a:endParaRPr sz="1450">
              <a:solidFill>
                <a:srgbClr val="000000"/>
              </a:solidFill>
              <a:latin typeface="MEFOKN+CMR7" panose="02000500000000000000"/>
              <a:cs typeface="MEFOKN+CMR7" panose="02000500000000000000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4539" y="2639034"/>
            <a:ext cx="7869776" cy="297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RNVQE+CMSY10~25" panose="02000500000000000000"/>
                <a:cs typeface="TRNVQ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Problem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bounding.</a:t>
            </a:r>
            <a:r>
              <a:rPr sz="2050" spc="4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modeling.</a:t>
            </a:r>
            <a:endParaRPr sz="2050" spc="17">
              <a:solidFill>
                <a:srgbClr val="000000"/>
              </a:solidFill>
              <a:latin typeface="KQEJKO+CMR10" panose="02000500000000000000"/>
              <a:cs typeface="KQEJKO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RNVQE+CMSY10~25" panose="02000500000000000000"/>
                <a:cs typeface="TRNVQ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Service</a:t>
            </a:r>
            <a:r>
              <a:rPr sz="20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description.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design.</a:t>
            </a:r>
            <a:endParaRPr sz="2050" spc="10">
              <a:solidFill>
                <a:srgbClr val="000000"/>
              </a:solidFill>
              <a:latin typeface="KQEJKO+CMR10" panose="02000500000000000000"/>
              <a:cs typeface="KQEJKO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RNVQE+CMSY10~25" panose="02000500000000000000"/>
                <a:cs typeface="TRNVQ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Deﬁning</a:t>
            </a:r>
            <a:r>
              <a:rPr sz="20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key</a:t>
            </a:r>
            <a:r>
              <a:rPr sz="2050" spc="2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terms.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Environment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modeling.</a:t>
            </a:r>
            <a:endParaRPr sz="2050" spc="17">
              <a:solidFill>
                <a:srgbClr val="000000"/>
              </a:solidFill>
              <a:latin typeface="KQEJKO+CMR10" panose="02000500000000000000"/>
              <a:cs typeface="KQEJKO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RNVQE+CMSY10~25" panose="02000500000000000000"/>
                <a:cs typeface="TRNVQ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Identifying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desired</a:t>
            </a:r>
            <a:r>
              <a:rPr sz="2050" spc="2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and</a:t>
            </a:r>
            <a:r>
              <a:rPr sz="2050" spc="2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assumed</a:t>
            </a:r>
            <a:r>
              <a:rPr sz="20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behavior.</a:t>
            </a:r>
            <a:r>
              <a:rPr sz="2050" spc="4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design.</a:t>
            </a:r>
            <a:endParaRPr sz="2050" spc="10">
              <a:solidFill>
                <a:srgbClr val="000000"/>
              </a:solidFill>
              <a:latin typeface="KQEJKO+CMR10" panose="02000500000000000000"/>
              <a:cs typeface="KQEJKO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RNVQE+CMSY10~25" panose="02000500000000000000"/>
                <a:cs typeface="TRNVQ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GJOVRL+CMTI10" panose="02000500000000000000"/>
                <a:cs typeface="GJOVRL+CMTI10" panose="02000500000000000000"/>
              </a:rPr>
              <a:t>Decomposition.</a:t>
            </a:r>
            <a:r>
              <a:rPr sz="2050" spc="4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EJKO+CMR10" panose="02000500000000000000"/>
                <a:cs typeface="KQEJKO+CMR10" panose="02000500000000000000"/>
              </a:rPr>
              <a:t>design.</a:t>
            </a:r>
            <a:endParaRPr sz="2050" spc="10">
              <a:solidFill>
                <a:srgbClr val="000000"/>
              </a:solidFill>
              <a:latin typeface="KQEJKO+CMR10" panose="02000500000000000000"/>
              <a:cs typeface="KQEJKO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OULNK+CMR7" panose="02000500000000000000"/>
                <a:cs typeface="NOULNK+CMR7" panose="02000500000000000000"/>
              </a:rPr>
              <a:t>390</a:t>
            </a:r>
            <a:endParaRPr sz="1450">
              <a:solidFill>
                <a:srgbClr val="000000"/>
              </a:solidFill>
              <a:latin typeface="NOULNK+CMR7" panose="02000500000000000000"/>
              <a:cs typeface="NOULNK+CMR7" panose="02000500000000000000"/>
            </a:endParaRP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22337"/>
            <a:ext cx="349990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CNOLR+CMBX10" panose="02000500000000000000"/>
                <a:cs typeface="GCNOLR+CMBX10" panose="02000500000000000000"/>
              </a:rPr>
              <a:t>Engineering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CNOLR+CMBX10" panose="02000500000000000000"/>
                <a:cs typeface="GCNOLR+CMBX10" panose="02000500000000000000"/>
              </a:rPr>
              <a:t>arguments</a:t>
            </a:r>
            <a:endParaRPr sz="2050">
              <a:solidFill>
                <a:srgbClr val="000000"/>
              </a:solidFill>
              <a:latin typeface="GCNOLR+CMBX10" panose="02000500000000000000"/>
              <a:cs typeface="GCNOLR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9" y="2634464"/>
            <a:ext cx="700127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UCEEC+CMSY10~25" panose="02000500000000000000"/>
                <a:cs typeface="FUCEE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Engineers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predict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product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properties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product</a:t>
            </a:r>
            <a:endParaRPr sz="2050" spc="20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1" y="3006319"/>
            <a:ext cx="18744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speciﬁcation.</a:t>
            </a:r>
            <a:endParaRPr sz="2050" spc="15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3" y="3524481"/>
            <a:ext cx="839182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UCEEC+CMSY10~25" panose="02000500000000000000"/>
                <a:cs typeface="FUCEE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Tinkerers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ﬁddle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around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product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discover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how</a:t>
            </a:r>
            <a:r>
              <a:rPr sz="20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it</a:t>
            </a:r>
            <a:endParaRPr sz="2050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8" y="3896339"/>
            <a:ext cx="136041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behaves.</a:t>
            </a:r>
            <a:endParaRPr sz="2050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5" y="4414501"/>
            <a:ext cx="460148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34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Feed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forward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versus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feedback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loop.</a:t>
            </a:r>
            <a:endParaRPr sz="2050" spc="23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77" y="4899134"/>
            <a:ext cx="770057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UCEEC+CMSY10~25" panose="02000500000000000000"/>
                <a:cs typeface="FUCEEC+CMSY10~25" panose="02000500000000000000"/>
              </a:rPr>
              <a:t>⇒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product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descriptions,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among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others,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produce</a:t>
            </a:r>
            <a:endParaRPr sz="2050" spc="20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79" y="5270992"/>
            <a:ext cx="875675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engineering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arguments.</a:t>
            </a:r>
            <a:r>
              <a:rPr sz="2050" spc="4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Ranges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very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informal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very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QCVGC+CMR10" panose="02000500000000000000"/>
                <a:cs typeface="KQCVGC+CMR10" panose="02000500000000000000"/>
              </a:rPr>
              <a:t>formal.</a:t>
            </a:r>
            <a:endParaRPr sz="2050">
              <a:solidFill>
                <a:srgbClr val="000000"/>
              </a:solidFill>
              <a:latin typeface="KQCVGC+CMR10" panose="02000500000000000000"/>
              <a:cs typeface="KQCVG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IKJFJ+CMR7" panose="02000500000000000000"/>
                <a:cs typeface="JIKJFJ+CMR7" panose="02000500000000000000"/>
              </a:rPr>
              <a:t>391</a:t>
            </a:r>
            <a:endParaRPr sz="1450">
              <a:solidFill>
                <a:srgbClr val="000000"/>
              </a:solidFill>
              <a:latin typeface="JIKJFJ+CMR7" panose="02000500000000000000"/>
              <a:cs typeface="JIKJFJ+CMR7" panose="02000500000000000000"/>
            </a:endParaRP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19745"/>
            <a:ext cx="4498881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DJOPC+CMBX10" panose="02000500000000000000"/>
                <a:cs typeface="PDJOPC+CMBX10" panose="02000500000000000000"/>
              </a:rPr>
              <a:t>Using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JOPC+CMBX10" panose="02000500000000000000"/>
                <a:cs typeface="PDJOPC+CMBX10" panose="02000500000000000000"/>
              </a:rPr>
              <a:t>engineering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JOPC+CMBX10" panose="02000500000000000000"/>
                <a:cs typeface="PDJOPC+CMBX10" panose="02000500000000000000"/>
              </a:rPr>
              <a:t>knowledge:</a:t>
            </a:r>
            <a:endParaRPr sz="2050">
              <a:solidFill>
                <a:srgbClr val="000000"/>
              </a:solidFill>
              <a:latin typeface="PDJOPC+CMBX10" panose="02000500000000000000"/>
              <a:cs typeface="PDJOPC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3231872"/>
            <a:ext cx="7498338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EAKJ+CMSY10~25" panose="02000500000000000000"/>
                <a:cs typeface="EJEAK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Products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kind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decomposition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usually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have</a:t>
            </a:r>
            <a:endParaRPr sz="2050" spc="-30">
              <a:solidFill>
                <a:srgbClr val="000000"/>
              </a:solidFill>
              <a:latin typeface="TFGNNP+CMR10" panose="02000500000000000000"/>
              <a:cs typeface="TFGNNP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NBCTGR+CMMI10" panose="02000500000000000000"/>
                <a:cs typeface="NBCTGR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;</a:t>
            </a:r>
            <a:endParaRPr sz="2050">
              <a:solidFill>
                <a:srgbClr val="000000"/>
              </a:solidFill>
              <a:latin typeface="TFGNNP+CMR10" panose="02000500000000000000"/>
              <a:cs typeface="TFGNN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9" y="4121892"/>
            <a:ext cx="7654671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EAKJ+CMSY10~25" panose="02000500000000000000"/>
                <a:cs typeface="EJEAK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Since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product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will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kind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decomposition,</a:t>
            </a:r>
            <a:endParaRPr sz="2050" spc="14">
              <a:solidFill>
                <a:srgbClr val="000000"/>
              </a:solidFill>
              <a:latin typeface="TFGNNP+CMR10" panose="02000500000000000000"/>
              <a:cs typeface="TFGNN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JEAKJ+CMSY10~25" panose="02000500000000000000"/>
                <a:cs typeface="EJEAK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will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probably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properties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NBCTGR+CMMI10" panose="02000500000000000000"/>
                <a:cs typeface="NBCTGR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TFGNNP+CMR10" panose="02000500000000000000"/>
                <a:cs typeface="TFGNNP+CMR10" panose="02000500000000000000"/>
              </a:rPr>
              <a:t>.</a:t>
            </a:r>
            <a:endParaRPr sz="2050">
              <a:solidFill>
                <a:srgbClr val="000000"/>
              </a:solidFill>
              <a:latin typeface="TFGNNP+CMR10" panose="02000500000000000000"/>
              <a:cs typeface="TFGNN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ATTAS+CMR7" panose="02000500000000000000"/>
                <a:cs typeface="HATTAS+CMR7" panose="02000500000000000000"/>
              </a:rPr>
              <a:t>392</a:t>
            </a:r>
            <a:endParaRPr sz="1450">
              <a:solidFill>
                <a:srgbClr val="000000"/>
              </a:solidFill>
              <a:latin typeface="HATTAS+CMR7" panose="02000500000000000000"/>
              <a:cs typeface="HATTAS+CMR7" panose="02000500000000000000"/>
            </a:endParaRP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905673"/>
            <a:ext cx="471466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KMPGN+CMBX10" panose="02000500000000000000"/>
                <a:cs typeface="RKMPGN+CMBX10" panose="02000500000000000000"/>
              </a:rPr>
              <a:t>Using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RKMPGN+CMBX10" panose="02000500000000000000"/>
                <a:cs typeface="RKMPGN+CMBX10" panose="02000500000000000000"/>
              </a:rPr>
              <a:t>throw-away</a:t>
            </a:r>
            <a:r>
              <a:rPr sz="2050" spc="3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KMPGN+CMBX10" panose="02000500000000000000"/>
                <a:cs typeface="RKMPGN+CMBX10" panose="02000500000000000000"/>
              </a:rPr>
              <a:t>prototyping:</a:t>
            </a:r>
            <a:endParaRPr sz="2050">
              <a:solidFill>
                <a:srgbClr val="000000"/>
              </a:solidFill>
              <a:latin typeface="RKMPGN+CMBX10" panose="02000500000000000000"/>
              <a:cs typeface="RKMPGN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3417797"/>
            <a:ext cx="6834590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OBVUC+CMSY10~25" panose="02000500000000000000"/>
                <a:cs typeface="GOBVU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Since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prototype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properties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EDSIPO+CMMI10" panose="02000500000000000000"/>
                <a:cs typeface="EDSIPO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,</a:t>
            </a:r>
            <a:endParaRPr sz="2050">
              <a:solidFill>
                <a:srgbClr val="000000"/>
              </a:solidFill>
              <a:latin typeface="MVKKAA+CMR10" panose="02000500000000000000"/>
              <a:cs typeface="MVKKAA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OBVUC+CMSY10~25" panose="02000500000000000000"/>
                <a:cs typeface="GOBVU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And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prototype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similar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ﬁnal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product,</a:t>
            </a:r>
            <a:endParaRPr sz="2050" spc="19">
              <a:solidFill>
                <a:srgbClr val="000000"/>
              </a:solidFill>
              <a:latin typeface="MVKKAA+CMR10" panose="02000500000000000000"/>
              <a:cs typeface="MVKKAA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OBVUC+CMSY10~25" panose="02000500000000000000"/>
                <a:cs typeface="GOBVU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ﬁnal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product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probably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properties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EDSIPO+CMMI10" panose="02000500000000000000"/>
                <a:cs typeface="EDSIPO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MVKKAA+CMR10" panose="02000500000000000000"/>
                <a:cs typeface="MVKKAA+CMR10" panose="02000500000000000000"/>
              </a:rPr>
              <a:t>.</a:t>
            </a:r>
            <a:endParaRPr sz="2050">
              <a:solidFill>
                <a:srgbClr val="000000"/>
              </a:solidFill>
              <a:latin typeface="MVKKAA+CMR10" panose="02000500000000000000"/>
              <a:cs typeface="MVKKA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QNRBV+CMR7" panose="02000500000000000000"/>
                <a:cs typeface="BQNRBV+CMR7" panose="02000500000000000000"/>
              </a:rPr>
              <a:t>393</a:t>
            </a:r>
            <a:endParaRPr sz="1450">
              <a:solidFill>
                <a:srgbClr val="000000"/>
              </a:solidFill>
              <a:latin typeface="BQNRBV+CMR7" panose="02000500000000000000"/>
              <a:cs typeface="BQNRBV+CMR7" panose="0200050000000000000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905673"/>
            <a:ext cx="355929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OJTJO+CMBX10" panose="02000500000000000000"/>
                <a:cs typeface="SOJTJO+CMBX10" panose="02000500000000000000"/>
              </a:rPr>
              <a:t>Using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SOJTJO+CMBX10" panose="02000500000000000000"/>
                <a:cs typeface="SOJTJO+CMBX10" panose="02000500000000000000"/>
              </a:rPr>
              <a:t>model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OJTJO+CMBX10" panose="02000500000000000000"/>
                <a:cs typeface="SOJTJO+CMBX10" panose="02000500000000000000"/>
              </a:rPr>
              <a:t>execution:</a:t>
            </a:r>
            <a:endParaRPr sz="2050" spc="10">
              <a:solidFill>
                <a:srgbClr val="000000"/>
              </a:solidFill>
              <a:latin typeface="SOJTJO+CMBX10" panose="02000500000000000000"/>
              <a:cs typeface="SOJTJO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4" y="3417797"/>
            <a:ext cx="6207110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IKFV+CMSY10~25" panose="02000500000000000000"/>
                <a:cs typeface="LQIK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Since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execution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AWDDBS+CMMI10" panose="02000500000000000000"/>
                <a:cs typeface="AWDDBS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,</a:t>
            </a:r>
            <a:endParaRPr sz="2050">
              <a:solidFill>
                <a:srgbClr val="000000"/>
              </a:solidFill>
              <a:latin typeface="NCVMIQ+CMR10" panose="02000500000000000000"/>
              <a:cs typeface="NCVMI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IKFV+CMSY10~25" panose="02000500000000000000"/>
                <a:cs typeface="LQIK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implements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model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exactly,</a:t>
            </a:r>
            <a:endParaRPr sz="2050" spc="-12">
              <a:solidFill>
                <a:srgbClr val="000000"/>
              </a:solidFill>
              <a:latin typeface="NCVMIQ+CMR10" panose="02000500000000000000"/>
              <a:cs typeface="NCVMI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QIKFV+CMSY10~25" panose="02000500000000000000"/>
                <a:cs typeface="LQIK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Then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will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properties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AWDDBS+CMMI10" panose="02000500000000000000"/>
                <a:cs typeface="AWDDBS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NCVMIQ+CMR10" panose="02000500000000000000"/>
                <a:cs typeface="NCVMIQ+CMR10" panose="02000500000000000000"/>
              </a:rPr>
              <a:t>.</a:t>
            </a:r>
            <a:endParaRPr sz="2050">
              <a:solidFill>
                <a:srgbClr val="000000"/>
              </a:solidFill>
              <a:latin typeface="NCVMIQ+CMR10" panose="02000500000000000000"/>
              <a:cs typeface="NCVMI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KGWLI+CMR7" panose="02000500000000000000"/>
                <a:cs typeface="MKGWLI+CMR7" panose="02000500000000000000"/>
              </a:rPr>
              <a:t>394</a:t>
            </a:r>
            <a:endParaRPr sz="1450">
              <a:solidFill>
                <a:srgbClr val="000000"/>
              </a:solidFill>
              <a:latin typeface="MKGWLI+CMR7" panose="02000500000000000000"/>
              <a:cs typeface="MKGWLI+CMR7" panose="02000500000000000000"/>
            </a:endParaRP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905673"/>
            <a:ext cx="3398240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EWIKD+CMBX10" panose="02000500000000000000"/>
                <a:cs typeface="JEWIKD+CMBX10" panose="02000500000000000000"/>
              </a:rPr>
              <a:t>Using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JEWIKD+CMBX10" panose="02000500000000000000"/>
                <a:cs typeface="JEWIKD+CMBX10" panose="02000500000000000000"/>
              </a:rPr>
              <a:t>model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EWIKD+CMBX10" panose="02000500000000000000"/>
                <a:cs typeface="JEWIKD+CMBX10" panose="02000500000000000000"/>
              </a:rPr>
              <a:t>checking:</a:t>
            </a:r>
            <a:endParaRPr sz="2050">
              <a:solidFill>
                <a:srgbClr val="000000"/>
              </a:solidFill>
              <a:latin typeface="JEWIKD+CMBX10" panose="02000500000000000000"/>
              <a:cs typeface="JEWIKD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649" y="3417797"/>
            <a:ext cx="6853580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AGKME+CMSY10~25" panose="02000500000000000000"/>
                <a:cs typeface="SAGK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Since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graph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TKVIFQ+CMMI10" panose="02000500000000000000"/>
                <a:cs typeface="TKVIFQ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,</a:t>
            </a:r>
            <a:endParaRPr sz="2050">
              <a:solidFill>
                <a:srgbClr val="000000"/>
              </a:solidFill>
              <a:latin typeface="CWPDTQ+CMR10" panose="02000500000000000000"/>
              <a:cs typeface="CWPDT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AGKME+CMSY10~25" panose="02000500000000000000"/>
                <a:cs typeface="SAGK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implements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graph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correctly,</a:t>
            </a:r>
            <a:endParaRPr sz="2050">
              <a:solidFill>
                <a:srgbClr val="000000"/>
              </a:solidFill>
              <a:latin typeface="CWPDTQ+CMR10" panose="02000500000000000000"/>
              <a:cs typeface="CWPDT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AGKME+CMSY10~25" panose="02000500000000000000"/>
                <a:cs typeface="SAGKM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will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TKVIFQ+CMMI10" panose="02000500000000000000"/>
                <a:cs typeface="TKVIFQ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CWPDTQ+CMR10" panose="02000500000000000000"/>
                <a:cs typeface="CWPDTQ+CMR10" panose="02000500000000000000"/>
              </a:rPr>
              <a:t>.</a:t>
            </a:r>
            <a:endParaRPr sz="2050">
              <a:solidFill>
                <a:srgbClr val="000000"/>
              </a:solidFill>
              <a:latin typeface="CWPDTQ+CMR10" panose="02000500000000000000"/>
              <a:cs typeface="CWPDT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WNUED+CMR7" panose="02000500000000000000"/>
                <a:cs typeface="RWNUED+CMR7" panose="02000500000000000000"/>
              </a:rPr>
              <a:t>395</a:t>
            </a:r>
            <a:endParaRPr sz="1450">
              <a:solidFill>
                <a:srgbClr val="000000"/>
              </a:solidFill>
              <a:latin typeface="RWNUED+CMR7" panose="02000500000000000000"/>
              <a:cs typeface="RWNUED+CMR7" panose="02000500000000000000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905673"/>
            <a:ext cx="358887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JJKUA+CMBX10" panose="02000500000000000000"/>
                <a:cs typeface="DJJKUA+CMBX10" panose="02000500000000000000"/>
              </a:rPr>
              <a:t>Using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JJKUA+CMBX10" panose="02000500000000000000"/>
                <a:cs typeface="DJJKUA+CMBX10" panose="02000500000000000000"/>
              </a:rPr>
              <a:t>theorem-proving:</a:t>
            </a:r>
            <a:endParaRPr sz="2050">
              <a:solidFill>
                <a:srgbClr val="000000"/>
              </a:solidFill>
              <a:latin typeface="DJJKUA+CMBX10" panose="02000500000000000000"/>
              <a:cs typeface="DJJKUA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3417797"/>
            <a:ext cx="8627831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TJFO+CMSY10~25" panose="02000500000000000000"/>
                <a:cs typeface="VLTJF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Since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decomposition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been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proved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KEIETS+CMMI10" panose="02000500000000000000"/>
                <a:cs typeface="KEIETS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,</a:t>
            </a:r>
            <a:endParaRPr sz="2050">
              <a:solidFill>
                <a:srgbClr val="000000"/>
              </a:solidFill>
              <a:latin typeface="LADIUE+CMR10" panose="02000500000000000000"/>
              <a:cs typeface="LADIUE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TJFO+CMSY10~25" panose="02000500000000000000"/>
                <a:cs typeface="VLTJF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correctly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implements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decomposition,</a:t>
            </a:r>
            <a:endParaRPr sz="2050" spc="14">
              <a:solidFill>
                <a:srgbClr val="000000"/>
              </a:solidFill>
              <a:latin typeface="LADIUE+CMR10" panose="02000500000000000000"/>
              <a:cs typeface="LADIUE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TJFO+CMSY10~25" panose="02000500000000000000"/>
                <a:cs typeface="VLTJF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will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3">
                <a:solidFill>
                  <a:srgbClr val="000000"/>
                </a:solidFill>
                <a:latin typeface="KEIETS+CMMI10" panose="02000500000000000000"/>
                <a:cs typeface="KEIETS+CMMI10" panose="02000500000000000000"/>
              </a:rPr>
              <a:t>P</a:t>
            </a:r>
            <a:r>
              <a:rPr sz="2050">
                <a:solidFill>
                  <a:srgbClr val="000000"/>
                </a:solidFill>
                <a:latin typeface="LADIUE+CMR10" panose="02000500000000000000"/>
                <a:cs typeface="LADIUE+CMR10" panose="02000500000000000000"/>
              </a:rPr>
              <a:t>.</a:t>
            </a:r>
            <a:endParaRPr sz="2050">
              <a:solidFill>
                <a:srgbClr val="000000"/>
              </a:solidFill>
              <a:latin typeface="LADIUE+CMR10" panose="02000500000000000000"/>
              <a:cs typeface="LADIU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ALFNF+CMR7" panose="02000500000000000000"/>
                <a:cs typeface="WALFNF+CMR7" panose="02000500000000000000"/>
              </a:rPr>
              <a:t>396</a:t>
            </a:r>
            <a:endParaRPr sz="1450">
              <a:solidFill>
                <a:srgbClr val="000000"/>
              </a:solidFill>
              <a:latin typeface="WALFNF+CMR7" panose="02000500000000000000"/>
              <a:cs typeface="WALFNF+CMR7" panose="0200050000000000000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41465"/>
            <a:ext cx="397934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2">
                <a:solidFill>
                  <a:srgbClr val="000000"/>
                </a:solidFill>
                <a:latin typeface="NEJMUK+CMBX10" panose="02000500000000000000"/>
                <a:cs typeface="NEJMUK+CMBX10" panose="02000500000000000000"/>
              </a:rPr>
              <a:t>Formality</a:t>
            </a:r>
            <a:r>
              <a:rPr sz="205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JMUK+CMBX10" panose="02000500000000000000"/>
                <a:cs typeface="NEJMUK+CMBX10" panose="02000500000000000000"/>
              </a:rPr>
              <a:t>versus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JMUK+CMBX10" panose="02000500000000000000"/>
                <a:cs typeface="NEJMUK+CMBX10" panose="02000500000000000000"/>
              </a:rPr>
              <a:t>precision</a:t>
            </a:r>
            <a:endParaRPr sz="2050">
              <a:solidFill>
                <a:srgbClr val="000000"/>
              </a:solidFill>
              <a:latin typeface="NEJMUK+CMBX10" panose="02000500000000000000"/>
              <a:cs typeface="NEJMUK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753591"/>
            <a:ext cx="820326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EJDC+CMSY10~25" panose="02000500000000000000"/>
                <a:cs typeface="NIEJD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description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JMUK+CMBX10" panose="02000500000000000000"/>
                <a:cs typeface="NEJMUK+CMBX10" panose="02000500000000000000"/>
              </a:rPr>
              <a:t>precise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expresses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brieﬂy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possible</a:t>
            </a:r>
            <a:endParaRPr sz="2050" spc="17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2" y="2125447"/>
            <a:ext cx="236961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what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intended.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3" y="2643609"/>
            <a:ext cx="698605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EJDC+CMSY10~25" panose="02000500000000000000"/>
                <a:cs typeface="NIEJD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EJMUK+CMBX10" panose="02000500000000000000"/>
                <a:cs typeface="NEJMUK+CMBX10" panose="02000500000000000000"/>
              </a:rPr>
              <a:t>formal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uses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language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formal,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6" y="3015467"/>
            <a:ext cx="76569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meaning-preserving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manipulation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rules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been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deﬁned.</a:t>
            </a:r>
            <a:endParaRPr sz="2050" spc="13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55" y="3584537"/>
            <a:ext cx="652940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EJDC+CMSY10~25" panose="02000500000000000000"/>
                <a:cs typeface="NIEJDC+CMSY10~25" panose="02000500000000000000"/>
              </a:rPr>
              <a:t>⇒</a:t>
            </a:r>
            <a:endParaRPr sz="2050">
              <a:solidFill>
                <a:srgbClr val="000000"/>
              </a:solidFill>
              <a:latin typeface="NIEJDC+CMSY10~25" panose="02000500000000000000"/>
              <a:cs typeface="NIEJDC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6" y="4051788"/>
            <a:ext cx="811269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EJDC+CMSY10~25" panose="02000500000000000000"/>
                <a:cs typeface="NIEJD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Formal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descriptions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very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imprecise: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Statechart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with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82" y="4423646"/>
            <a:ext cx="450961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superﬂuous</a:t>
            </a:r>
            <a:r>
              <a:rPr sz="20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transitions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states.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1" y="4941809"/>
            <a:ext cx="709631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IEJDC+CMSY10~25" panose="02000500000000000000"/>
                <a:cs typeface="NIEJD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Precise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descriptions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very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informal: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Function</a:t>
            </a:r>
            <a:endParaRPr sz="2050" spc="-13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80" y="5313666"/>
            <a:ext cx="182409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descriptions.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38" y="5831828"/>
            <a:ext cx="8174936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attempt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precise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priority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over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attempt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be</a:t>
            </a:r>
            <a:endParaRPr sz="2050" spc="73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QUJWT+CMR10" panose="02000500000000000000"/>
                <a:cs typeface="OQUJWT+CMR10" panose="02000500000000000000"/>
              </a:rPr>
              <a:t>formal.</a:t>
            </a:r>
            <a:endParaRPr sz="2050">
              <a:solidFill>
                <a:srgbClr val="000000"/>
              </a:solidFill>
              <a:latin typeface="OQUJWT+CMR10" panose="02000500000000000000"/>
              <a:cs typeface="OQUJWT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PMLBT+CMR7" panose="02000500000000000000"/>
                <a:cs typeface="NPMLBT+CMR7" panose="02000500000000000000"/>
              </a:rPr>
              <a:t>397</a:t>
            </a:r>
            <a:endParaRPr sz="1450">
              <a:solidFill>
                <a:srgbClr val="000000"/>
              </a:solidFill>
              <a:latin typeface="NPMLBT+CMR7" panose="02000500000000000000"/>
              <a:cs typeface="NPMLBT+CMR7" panose="02000500000000000000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30629"/>
            <a:ext cx="892877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C.J.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Smith,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OVTRS+CMTI10" panose="02000500000000000000"/>
                <a:cs typeface="WOVTRS+CMTI10" panose="02000500000000000000"/>
              </a:rPr>
              <a:t>Synonyms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VTRS+CMTI10" panose="02000500000000000000"/>
                <a:cs typeface="WOVTRS+CMTI10" panose="02000500000000000000"/>
              </a:rPr>
              <a:t>Discriminated.</a:t>
            </a:r>
            <a:r>
              <a:rPr sz="2050" spc="4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G.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Bell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Sons,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Ltd.,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1926.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95" y="1412213"/>
            <a:ext cx="8220138" cy="1798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EUPUF+CMSY10~25" panose="02000500000000000000"/>
                <a:cs typeface="IEUPU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KFHNI+CMCSC10" panose="02000500000000000000"/>
                <a:cs typeface="EKFHNI+CMCSC10" panose="02000500000000000000"/>
              </a:rPr>
              <a:t>Precise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denotes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quality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exact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limitation,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as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3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distinguished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vague,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loose,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doubtful,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inaccurate;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...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idea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precision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casting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aside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useless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superﬂuous.</a:t>
            </a:r>
            <a:endParaRPr sz="2050" spc="16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615" y="2981936"/>
            <a:ext cx="8532192" cy="1798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EUPUF+CMSY10~25" panose="02000500000000000000"/>
                <a:cs typeface="IEUPU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KFHNI+CMCSC10" panose="02000500000000000000"/>
                <a:cs typeface="EKFHNI+CMCSC10" panose="02000500000000000000"/>
              </a:rPr>
              <a:t>Exactness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kind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truth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consists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conformity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3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standard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measure,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or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has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internal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correspondence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requirement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...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exact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amount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required.”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6" y="4551658"/>
            <a:ext cx="8376488" cy="1435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EUPUF+CMSY10~25" panose="02000500000000000000"/>
                <a:cs typeface="IEUPU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KFHNI+CMCSC10" panose="02000500000000000000"/>
                <a:cs typeface="EKFHNI+CMCSC10" panose="02000500000000000000"/>
              </a:rPr>
              <a:t>Accuracy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,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contrast,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refers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attention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spent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3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thing,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exactness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expected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Accuracy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designed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whereas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exactness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coincidental.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0" y="5758668"/>
            <a:ext cx="8054672" cy="1435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EUPUF+CMSY10~25" panose="02000500000000000000"/>
                <a:cs typeface="IEUPU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KFHNI+CMCSC10" panose="02000500000000000000"/>
                <a:cs typeface="EKFHNI+CMCSC10" panose="02000500000000000000"/>
              </a:rPr>
              <a:t>Correctness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,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ﬁnally,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applies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conformable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3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moral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standard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well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truth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generally,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“correct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QJJL+CMR10" panose="02000500000000000000"/>
                <a:cs typeface="FIQJJL+CMR10" panose="02000500000000000000"/>
              </a:rPr>
              <a:t>behavior”.</a:t>
            </a:r>
            <a:endParaRPr sz="2050">
              <a:solidFill>
                <a:srgbClr val="000000"/>
              </a:solidFill>
              <a:latin typeface="FIQJJL+CMR10" panose="02000500000000000000"/>
              <a:cs typeface="FIQJJ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DLRGJ+CMR7" panose="02000500000000000000"/>
                <a:cs typeface="QDLRGJ+CMR7" panose="02000500000000000000"/>
              </a:rPr>
              <a:t>398</a:t>
            </a:r>
            <a:endParaRPr sz="1450">
              <a:solidFill>
                <a:srgbClr val="000000"/>
              </a:solidFill>
              <a:latin typeface="QDLRGJ+CMR7" panose="02000500000000000000"/>
              <a:cs typeface="QDLRGJ+CMR7" panose="02000500000000000000"/>
            </a:endParaRP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045941"/>
            <a:ext cx="892877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C.J.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Smith,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HLADE+CMTI10" panose="02000500000000000000"/>
                <a:cs typeface="HHLADE+CMTI10" panose="02000500000000000000"/>
              </a:rPr>
              <a:t>Synonyms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LADE+CMTI10" panose="02000500000000000000"/>
                <a:cs typeface="HHLADE+CMTI10" panose="02000500000000000000"/>
              </a:rPr>
              <a:t>Discriminated.</a:t>
            </a:r>
            <a:r>
              <a:rPr sz="2050" spc="4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G.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Bell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and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Sons,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Ltd.,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1926.</a:t>
            </a:r>
            <a:endParaRPr sz="2050">
              <a:solidFill>
                <a:srgbClr val="000000"/>
              </a:solidFill>
              <a:latin typeface="GFSBSN+CMR10" panose="02000500000000000000"/>
              <a:cs typeface="GFSBSN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16" y="3564103"/>
            <a:ext cx="7845921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“It</a:t>
            </a:r>
            <a:r>
              <a:rPr sz="20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is</a:t>
            </a:r>
            <a:r>
              <a:rPr sz="2050" spc="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most</a:t>
            </a:r>
            <a:r>
              <a:rPr sz="2050" spc="1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desirable</a:t>
            </a:r>
            <a:r>
              <a:rPr sz="20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that</a:t>
            </a:r>
            <a:r>
              <a:rPr sz="2050" spc="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men</a:t>
            </a:r>
            <a:r>
              <a:rPr sz="2050" spc="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should</a:t>
            </a:r>
            <a:r>
              <a:rPr sz="2050" spc="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be</a:t>
            </a:r>
            <a:r>
              <a:rPr sz="2050" spc="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exact</a:t>
            </a:r>
            <a:r>
              <a:rPr sz="2050" spc="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in</a:t>
            </a:r>
            <a:r>
              <a:rPr sz="2050" spc="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duties</a:t>
            </a:r>
            <a:r>
              <a:rPr sz="2050" spc="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GFSBSN+CMR10" panose="02000500000000000000"/>
              <a:cs typeface="GFSBSN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obligations,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accurate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statements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representations,</a:t>
            </a:r>
            <a:endParaRPr sz="2050">
              <a:solidFill>
                <a:srgbClr val="000000"/>
              </a:solidFill>
              <a:latin typeface="GFSBSN+CMR10" panose="02000500000000000000"/>
              <a:cs typeface="GFSBSN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correct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conduct,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precise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FSBSN+CMR10" panose="02000500000000000000"/>
                <a:cs typeface="GFSBSN+CMR10" panose="02000500000000000000"/>
              </a:rPr>
              <a:t>words.”</a:t>
            </a:r>
            <a:endParaRPr sz="2050">
              <a:solidFill>
                <a:srgbClr val="000000"/>
              </a:solidFill>
              <a:latin typeface="GFSBSN+CMR10" panose="02000500000000000000"/>
              <a:cs typeface="GFSBS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KJPCH+CMR7" panose="02000500000000000000"/>
                <a:cs typeface="GKJPCH+CMR7" panose="02000500000000000000"/>
              </a:rPr>
              <a:t>399</a:t>
            </a:r>
            <a:endParaRPr sz="1450">
              <a:solidFill>
                <a:srgbClr val="000000"/>
              </a:solidFill>
              <a:latin typeface="GKJPCH+CMR7" panose="02000500000000000000"/>
              <a:cs typeface="GKJPCH+CMR7" panose="02000500000000000000"/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37705"/>
            <a:ext cx="3129113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MDFGDI+CMBX10" panose="02000500000000000000"/>
                <a:cs typeface="MDFGDI+CMBX10" panose="02000500000000000000"/>
              </a:rPr>
              <a:t>Omit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DFGDI+CMBX10" panose="02000500000000000000"/>
                <a:cs typeface="MDFGDI+CMBX10" panose="02000500000000000000"/>
              </a:rPr>
              <a:t>needless</a:t>
            </a:r>
            <a:r>
              <a:rPr sz="20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DFGDI+CMBX10" panose="02000500000000000000"/>
                <a:cs typeface="MDFGDI+CMBX10" panose="02000500000000000000"/>
              </a:rPr>
              <a:t>words</a:t>
            </a:r>
            <a:endParaRPr sz="2050">
              <a:solidFill>
                <a:srgbClr val="000000"/>
              </a:solidFill>
              <a:latin typeface="MDFGDI+CMBX10" panose="02000500000000000000"/>
              <a:cs typeface="MDFGDI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116303"/>
            <a:ext cx="802812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W.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Strunk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Jr.</a:t>
            </a:r>
            <a:r>
              <a:rPr sz="2050" spc="4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&amp;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E.B.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White,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JDVDK+CMTI10" panose="02000500000000000000"/>
                <a:cs typeface="IJDVDK+CMTI10" panose="02000500000000000000"/>
              </a:rPr>
              <a:t>The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JDVDK+CMTI10" panose="02000500000000000000"/>
                <a:cs typeface="IJDVDK+CMTI10" panose="02000500000000000000"/>
              </a:rPr>
              <a:t>Elements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JDVDK+CMTI10" panose="02000500000000000000"/>
                <a:cs typeface="IJDVDK+CMTI10" panose="02000500000000000000"/>
              </a:rPr>
              <a:t>of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JDVDK+CMTI10" panose="02000500000000000000"/>
                <a:cs typeface="IJDVDK+CMTI10" panose="02000500000000000000"/>
              </a:rPr>
              <a:t>Style.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Fourth</a:t>
            </a:r>
            <a:endParaRPr sz="2050" spc="-22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edition.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Allyn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Bacon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2000.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2" y="2972794"/>
            <a:ext cx="126783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Rule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17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573" y="3490956"/>
            <a:ext cx="7709743" cy="29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Vigorous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writing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concise.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sentence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contain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no</a:t>
            </a:r>
            <a:endParaRPr sz="2050" spc="13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unnecessary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words,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paragraph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unnecessary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sentences,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reason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drawing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no</a:t>
            </a:r>
            <a:endParaRPr sz="2050" spc="13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unnecessary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lines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machine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unnecessary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parts.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requires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writer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make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sentences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short,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avoid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detail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treat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8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subjects</a:t>
            </a:r>
            <a:r>
              <a:rPr sz="20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only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outline,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but</a:t>
            </a:r>
            <a:endParaRPr sz="2050" spc="13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every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word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CKPCD+CMR10" panose="02000500000000000000"/>
                <a:cs typeface="PCKPCD+CMR10" panose="02000500000000000000"/>
              </a:rPr>
              <a:t>tell.</a:t>
            </a:r>
            <a:endParaRPr sz="2050">
              <a:solidFill>
                <a:srgbClr val="000000"/>
              </a:solidFill>
              <a:latin typeface="PCKPCD+CMR10" panose="02000500000000000000"/>
              <a:cs typeface="PCKPCD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NIDIA+CMR7" panose="02000500000000000000"/>
                <a:cs typeface="MNIDIA+CMR7" panose="02000500000000000000"/>
              </a:rPr>
              <a:t>400</a:t>
            </a:r>
            <a:endParaRPr sz="1450">
              <a:solidFill>
                <a:srgbClr val="000000"/>
              </a:solidFill>
              <a:latin typeface="MNIDIA+CMR7" panose="02000500000000000000"/>
              <a:cs typeface="MNIDIA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32996</Words>
  <Application>WPS 演示</Application>
  <PresentationFormat>自定义</PresentationFormat>
  <Paragraphs>2992</Paragraphs>
  <Slides>102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496</vt:i4>
      </vt:variant>
      <vt:variant>
        <vt:lpstr>主题</vt:lpstr>
      </vt:variant>
      <vt:variant>
        <vt:i4>101</vt:i4>
      </vt:variant>
      <vt:variant>
        <vt:lpstr>幻灯片标题</vt:lpstr>
      </vt:variant>
      <vt:variant>
        <vt:i4>102</vt:i4>
      </vt:variant>
    </vt:vector>
  </HeadingPairs>
  <TitlesOfParts>
    <vt:vector size="699" baseType="lpstr">
      <vt:lpstr>Arial</vt:lpstr>
      <vt:lpstr>宋体</vt:lpstr>
      <vt:lpstr>Wingdings</vt:lpstr>
      <vt:lpstr>LFEVQI+CMBX12</vt:lpstr>
      <vt:lpstr>Times New Roman</vt:lpstr>
      <vt:lpstr>CGDCWJ+CMBX12~c</vt:lpstr>
      <vt:lpstr>AKCTOU+CMSY10</vt:lpstr>
      <vt:lpstr>NVKCUG+CMR7</vt:lpstr>
      <vt:lpstr>PITSQT+CMR10</vt:lpstr>
      <vt:lpstr>BFUIBT+CMR7</vt:lpstr>
      <vt:lpstr>NOQEBU+CMBX12</vt:lpstr>
      <vt:lpstr>UHRVTS+CMBX12~c</vt:lpstr>
      <vt:lpstr>DSETNV+CMR10</vt:lpstr>
      <vt:lpstr>FMQWCK+Helvetica</vt:lpstr>
      <vt:lpstr>CEUALJ+Helvetica-Bold</vt:lpstr>
      <vt:lpstr>QWGQKW+CMR7</vt:lpstr>
      <vt:lpstr>TLMKIU+CMBX12~c</vt:lpstr>
      <vt:lpstr>KLLQTB+CMBX10</vt:lpstr>
      <vt:lpstr>OEBFFW+CMR10</vt:lpstr>
      <vt:lpstr>WVIDMA+CMSY10~25</vt:lpstr>
      <vt:lpstr>OCQIVU+CMR7</vt:lpstr>
      <vt:lpstr>MCFJVI+CMBX12~c</vt:lpstr>
      <vt:lpstr>GULMNC+Helvetica</vt:lpstr>
      <vt:lpstr>UTPFKC+Helvetica</vt:lpstr>
      <vt:lpstr>KLIHEB+CMSY10~25</vt:lpstr>
      <vt:lpstr>NMWOBH+CMSS10</vt:lpstr>
      <vt:lpstr>QDEBCT+CMR10</vt:lpstr>
      <vt:lpstr>IOGCEF+CMTI10</vt:lpstr>
      <vt:lpstr>IGPOLR+CMR7</vt:lpstr>
      <vt:lpstr>GFGIIW+CMBX12~c</vt:lpstr>
      <vt:lpstr>MKUEEB+Helvetica</vt:lpstr>
      <vt:lpstr>AECWID+Helvetica</vt:lpstr>
      <vt:lpstr>SODWFP+Helvetica</vt:lpstr>
      <vt:lpstr>CQHFPH+CMSS8</vt:lpstr>
      <vt:lpstr>BWOHMR+CMR7</vt:lpstr>
      <vt:lpstr>TTIPEM+CMBX12~c</vt:lpstr>
      <vt:lpstr>TOWMCC+Helvetica</vt:lpstr>
      <vt:lpstr>SRGCOH+CMR7</vt:lpstr>
      <vt:lpstr>UTVKTK+CMBX12~c</vt:lpstr>
      <vt:lpstr>OFKMEM+CMSY10~25</vt:lpstr>
      <vt:lpstr>ABINME+CMR10</vt:lpstr>
      <vt:lpstr>CFCFAO+CMR7</vt:lpstr>
      <vt:lpstr>WGTJJL+CMBX12~c</vt:lpstr>
      <vt:lpstr>AKBHIU+CMBX10</vt:lpstr>
      <vt:lpstr>EPKVLU+CMSY10~25</vt:lpstr>
      <vt:lpstr>GGQQEI+CMR10</vt:lpstr>
      <vt:lpstr>KSWHPH+CMR7</vt:lpstr>
      <vt:lpstr>OBRMPQ+CMBX12~c</vt:lpstr>
      <vt:lpstr>IWRPMD+CMBX10</vt:lpstr>
      <vt:lpstr>UJFKQM+Helvetica</vt:lpstr>
      <vt:lpstr>IPDHPH+CMSY10~25</vt:lpstr>
      <vt:lpstr>ONPGJB+CMR10</vt:lpstr>
      <vt:lpstr>OFDUIQ+CMTI10</vt:lpstr>
      <vt:lpstr>WSHPEG+CMR7</vt:lpstr>
      <vt:lpstr>微软雅黑</vt:lpstr>
      <vt:lpstr>Arial Unicode MS</vt:lpstr>
      <vt:lpstr>Calibri</vt:lpstr>
      <vt:lpstr>DOEQFL+CMBX12~c</vt:lpstr>
      <vt:lpstr>MNSNOG+CMBX10</vt:lpstr>
      <vt:lpstr>NASLIU+CMSY10~25</vt:lpstr>
      <vt:lpstr>SFVOLB+CMR10</vt:lpstr>
      <vt:lpstr>KEALCA+CMTI10</vt:lpstr>
      <vt:lpstr>DMTQWC+CMR7</vt:lpstr>
      <vt:lpstr>EGUJNK+CMBX12~c</vt:lpstr>
      <vt:lpstr>BWPINV+CMSY10~25</vt:lpstr>
      <vt:lpstr>SCDWDV+CMBX10</vt:lpstr>
      <vt:lpstr>MTRDMA+CMR10</vt:lpstr>
      <vt:lpstr>PRQUAC+CMR7</vt:lpstr>
      <vt:lpstr>ETTOKI+CMBX12~c</vt:lpstr>
      <vt:lpstr>LBDLCK+Helvetica-Bold</vt:lpstr>
      <vt:lpstr>JOCDTI+Helvetica</vt:lpstr>
      <vt:lpstr>CMCWKS+CMR7</vt:lpstr>
      <vt:lpstr>ROCQTV+CMBX12~c</vt:lpstr>
      <vt:lpstr>IHUMJA+CMR10</vt:lpstr>
      <vt:lpstr>TFTDHA+CMSY10~25</vt:lpstr>
      <vt:lpstr>ASULWC+CMR7</vt:lpstr>
      <vt:lpstr>VQLTGE+CMBX12~c</vt:lpstr>
      <vt:lpstr>NVCASW+CMSY10~25</vt:lpstr>
      <vt:lpstr>LBPTLB+CMR10</vt:lpstr>
      <vt:lpstr>QTTRJT+CMBX10</vt:lpstr>
      <vt:lpstr>ISQWFK+CMR7</vt:lpstr>
      <vt:lpstr>PPTURE+CMBX12~c</vt:lpstr>
      <vt:lpstr>FTUJAT+Helvetica</vt:lpstr>
      <vt:lpstr>PMFURQ+CMSY10~25</vt:lpstr>
      <vt:lpstr>HKEHML+CMR10</vt:lpstr>
      <vt:lpstr>MQIWFS+CMR7</vt:lpstr>
      <vt:lpstr>IRQDNU+CMBX12~c</vt:lpstr>
      <vt:lpstr>SWDPNW+Helvetica</vt:lpstr>
      <vt:lpstr>JUQHKV+CMSY10~25</vt:lpstr>
      <vt:lpstr>BWNTEN+CMR10</vt:lpstr>
      <vt:lpstr>HJGKJC+CMR7</vt:lpstr>
      <vt:lpstr>GLBDNL+CMBX12~c</vt:lpstr>
      <vt:lpstr>UNDKMB+Helvetica</vt:lpstr>
      <vt:lpstr>GWSGKJ+CMR10</vt:lpstr>
      <vt:lpstr>KCMGJS+CMSY10~25</vt:lpstr>
      <vt:lpstr>QQOHEL+CMR7</vt:lpstr>
      <vt:lpstr>KOBQDR+CMSY10~25</vt:lpstr>
      <vt:lpstr>WLSMSS+CMR10</vt:lpstr>
      <vt:lpstr>HANOWK+CMR7</vt:lpstr>
      <vt:lpstr>WWJBWE+CMBX12~c</vt:lpstr>
      <vt:lpstr>AHAPJW+CMSY10~25</vt:lpstr>
      <vt:lpstr>BBCCNE+CMR10</vt:lpstr>
      <vt:lpstr>WVBBVD+CMBX10</vt:lpstr>
      <vt:lpstr>GLQRRN+Helvetica</vt:lpstr>
      <vt:lpstr>SRPEKQ+CMR7</vt:lpstr>
      <vt:lpstr>OGTWEO+CMBX12~c</vt:lpstr>
      <vt:lpstr>GKINIP+CMSY10~25</vt:lpstr>
      <vt:lpstr>AKHSJA+CMR10</vt:lpstr>
      <vt:lpstr>WWNSQL+CMBX10</vt:lpstr>
      <vt:lpstr>EWGCNE+CMR7</vt:lpstr>
      <vt:lpstr>HOLTQP+CMBX12~c</vt:lpstr>
      <vt:lpstr>GVHTAB+Helvetica</vt:lpstr>
      <vt:lpstr>CNRBKO+Helvetica-Bold</vt:lpstr>
      <vt:lpstr>HHTKBW+CMR10</vt:lpstr>
      <vt:lpstr>NNUCAD+CMSY10~25</vt:lpstr>
      <vt:lpstr>JENJVC+CMR7</vt:lpstr>
      <vt:lpstr>CSBINO+CMBX12~c</vt:lpstr>
      <vt:lpstr>NRDOGE+Helvetica</vt:lpstr>
      <vt:lpstr>QKDEHB+Helvetica-Bold</vt:lpstr>
      <vt:lpstr>ULWDPV+CMR10</vt:lpstr>
      <vt:lpstr>KRQMJT+CMSY10~25</vt:lpstr>
      <vt:lpstr>OCTQKB+CMR7</vt:lpstr>
      <vt:lpstr>GCSCFP+CMBX12~c</vt:lpstr>
      <vt:lpstr>LVBJET+CMSY10~25</vt:lpstr>
      <vt:lpstr>PNVRJV+CMR10</vt:lpstr>
      <vt:lpstr>UPRLLP+CMMI10</vt:lpstr>
      <vt:lpstr>BMKBEB+CMR7</vt:lpstr>
      <vt:lpstr>DNMIVO+CMMI7</vt:lpstr>
      <vt:lpstr>PIEPTN+CMBX12~c</vt:lpstr>
      <vt:lpstr>UWQTHL+CMSY10~25</vt:lpstr>
      <vt:lpstr>KIQNMD+CMR10</vt:lpstr>
      <vt:lpstr>DNKKND+CMBX10</vt:lpstr>
      <vt:lpstr>FQPDQK+CMR7</vt:lpstr>
      <vt:lpstr>MSDRNV+CMBX12~c</vt:lpstr>
      <vt:lpstr>BFOJHN+CMR10</vt:lpstr>
      <vt:lpstr>SVVFIB+CMSY10~25</vt:lpstr>
      <vt:lpstr>TAQMCJ+CMR9</vt:lpstr>
      <vt:lpstr>EWRPHR+CMBX9</vt:lpstr>
      <vt:lpstr>OLLAAU+CMR7</vt:lpstr>
      <vt:lpstr>AMEUQA+CMBX12~c</vt:lpstr>
      <vt:lpstr>BRQSTR+CMR10</vt:lpstr>
      <vt:lpstr>LEMFUW+CMSY10~25</vt:lpstr>
      <vt:lpstr>LHBUWF+CMR7</vt:lpstr>
      <vt:lpstr>VISKTT+CMBX12~c</vt:lpstr>
      <vt:lpstr>VVKEWC+CMSY10~25</vt:lpstr>
      <vt:lpstr>GBVWRS+CMTI10</vt:lpstr>
      <vt:lpstr>JTPKCG+CMBX10</vt:lpstr>
      <vt:lpstr>GFVPPU+CMR10</vt:lpstr>
      <vt:lpstr>RBWQLW+CMR7</vt:lpstr>
      <vt:lpstr>FPLIHB+CMBX12~c</vt:lpstr>
      <vt:lpstr>WBUIOW+Helvetica</vt:lpstr>
      <vt:lpstr>LPAGEG+Helvetica</vt:lpstr>
      <vt:lpstr>EARSSF+CMSS8</vt:lpstr>
      <vt:lpstr>EWWWWN+CMR7</vt:lpstr>
      <vt:lpstr>QOSGCA+CMBX12~c</vt:lpstr>
      <vt:lpstr>HSLHVU+CMSY10~25</vt:lpstr>
      <vt:lpstr>WAKSMP+CMTI10</vt:lpstr>
      <vt:lpstr>BHBNJU+CMBX10</vt:lpstr>
      <vt:lpstr>ENSAVJ+CMR10</vt:lpstr>
      <vt:lpstr>KKFDAL+CMR7</vt:lpstr>
      <vt:lpstr>VBWQNN+CMBX12~c</vt:lpstr>
      <vt:lpstr>JQQVFH+CMR10</vt:lpstr>
      <vt:lpstr>GBHHGN+CMSY10~25</vt:lpstr>
      <vt:lpstr>VMRIHG+CMMI10</vt:lpstr>
      <vt:lpstr>VNDNLH+CMR7</vt:lpstr>
      <vt:lpstr>TLTBUE+CMBX12~c</vt:lpstr>
      <vt:lpstr>LPRWJV+CMR9</vt:lpstr>
      <vt:lpstr>VSBUFT+CMR7</vt:lpstr>
      <vt:lpstr>PCJLIA+CMBX12~c</vt:lpstr>
      <vt:lpstr>WLQAVI+CMSY10~25</vt:lpstr>
      <vt:lpstr>JHQLWR+CMR10</vt:lpstr>
      <vt:lpstr>IURUNV+CMR7</vt:lpstr>
      <vt:lpstr>IAJMWM+CMBX12~c</vt:lpstr>
      <vt:lpstr>LNMMVG+CMSY10~25</vt:lpstr>
      <vt:lpstr>VRISDL+CMR10</vt:lpstr>
      <vt:lpstr>EJBDCR+CMBX10</vt:lpstr>
      <vt:lpstr>GJMKFU+CMR7</vt:lpstr>
      <vt:lpstr>KKCJCI+CMBX12~c</vt:lpstr>
      <vt:lpstr>OANFNO+CMR10</vt:lpstr>
      <vt:lpstr>ATDLML+Helvetica</vt:lpstr>
      <vt:lpstr>SNASPF+Helvetica-Bold</vt:lpstr>
      <vt:lpstr>BRPPPM+CMR7</vt:lpstr>
      <vt:lpstr>NFNLIJ+CMBX12~c</vt:lpstr>
      <vt:lpstr>SSFIMF+Helvetica</vt:lpstr>
      <vt:lpstr>CTMOKG+Helvetica-Bold</vt:lpstr>
      <vt:lpstr>WFINCP+CMR7</vt:lpstr>
      <vt:lpstr>TBUNHP+CMBX12~c</vt:lpstr>
      <vt:lpstr>SKRGVL+Helvetica</vt:lpstr>
      <vt:lpstr>LLNUDR+Helvetica-Bold</vt:lpstr>
      <vt:lpstr>EMLHGM+CMR7</vt:lpstr>
      <vt:lpstr>MQUEQI+CMBX12~c</vt:lpstr>
      <vt:lpstr>BIISGJ+CMBX10</vt:lpstr>
      <vt:lpstr>PFCLGO+CMSY10~25</vt:lpstr>
      <vt:lpstr>BOVBWQ+CMR10</vt:lpstr>
      <vt:lpstr>GQJRSO+CMSS10</vt:lpstr>
      <vt:lpstr>IUUHSM+CMR7</vt:lpstr>
      <vt:lpstr>JDLKAB+CMBX12~c</vt:lpstr>
      <vt:lpstr>TPBHGC+Helvetica-Bold</vt:lpstr>
      <vt:lpstr>ICWORI+Helvetica</vt:lpstr>
      <vt:lpstr>FRACUG+CMR7</vt:lpstr>
      <vt:lpstr>PRHKIR+CMBX12~c</vt:lpstr>
      <vt:lpstr>SIJSQJ+CMR10</vt:lpstr>
      <vt:lpstr>ONBBSL+CMR7</vt:lpstr>
      <vt:lpstr>TMGSFV+CMBX12~c</vt:lpstr>
      <vt:lpstr>RECQCE+Helvetica</vt:lpstr>
      <vt:lpstr>SHWVOP+CMR10</vt:lpstr>
      <vt:lpstr>BVCUDP+CMR7</vt:lpstr>
      <vt:lpstr>AVRESB+CMBX12~c</vt:lpstr>
      <vt:lpstr>PFSKAN+Helvetica-Bold</vt:lpstr>
      <vt:lpstr>KTSAPO+Helvetica</vt:lpstr>
      <vt:lpstr>GLGNKT+CMR10</vt:lpstr>
      <vt:lpstr>AVHGWH+Helvetica</vt:lpstr>
      <vt:lpstr>CVQQOK+CMR7</vt:lpstr>
      <vt:lpstr>NSMUDO+CMBX12~c</vt:lpstr>
      <vt:lpstr>FWMESL+CMR10</vt:lpstr>
      <vt:lpstr>PBAUSQ+Helvetica</vt:lpstr>
      <vt:lpstr>GHCFEP+Helvetica-Bold</vt:lpstr>
      <vt:lpstr>VBPEKM+Helvetica</vt:lpstr>
      <vt:lpstr>NTBSGR+CMR7</vt:lpstr>
      <vt:lpstr>FKAHTS+CMBX12~c</vt:lpstr>
      <vt:lpstr>OUMHUK+CMR10</vt:lpstr>
      <vt:lpstr>FFBKNA+Helvetica</vt:lpstr>
      <vt:lpstr>HJLVOK+Helvetica-Bold</vt:lpstr>
      <vt:lpstr>ITHLWF+Helvetica</vt:lpstr>
      <vt:lpstr>LBNUOH+CMR7</vt:lpstr>
      <vt:lpstr>JUHSMN+CMBX12~c</vt:lpstr>
      <vt:lpstr>TQDFEN+Helvetica-Bold</vt:lpstr>
      <vt:lpstr>JLGLHC+Helvetica</vt:lpstr>
      <vt:lpstr>MBVROU+CMR7</vt:lpstr>
      <vt:lpstr>LWHFFW+CMBX12~c</vt:lpstr>
      <vt:lpstr>APGQBG+Helvetica</vt:lpstr>
      <vt:lpstr>SGMQGS+Helvetica-Bold</vt:lpstr>
      <vt:lpstr>PGAORH+Helvetica-Bold</vt:lpstr>
      <vt:lpstr>LKLKRE+Helvetica-Bold</vt:lpstr>
      <vt:lpstr>FFQLPV+Helvetica</vt:lpstr>
      <vt:lpstr>FUGJDU+Helvetica</vt:lpstr>
      <vt:lpstr>PNNVAA+Helvetica</vt:lpstr>
      <vt:lpstr>OLHMOH+Helvetica</vt:lpstr>
      <vt:lpstr>GGQDTR+CMR7</vt:lpstr>
      <vt:lpstr>VLUUQT+CMBX12~c</vt:lpstr>
      <vt:lpstr>LMLNRF+CMSY10~25</vt:lpstr>
      <vt:lpstr>USUPHW+CMTI10</vt:lpstr>
      <vt:lpstr>WWGUHR+CMR10</vt:lpstr>
      <vt:lpstr>ITKFAW+CMR7</vt:lpstr>
      <vt:lpstr>KEQQJV+CMBX12~c</vt:lpstr>
      <vt:lpstr>BLIUTP+CMSY10~25</vt:lpstr>
      <vt:lpstr>OLLBWL+CMR10</vt:lpstr>
      <vt:lpstr>FBWTHL+CMBX10</vt:lpstr>
      <vt:lpstr>TFQVQH+CMR7</vt:lpstr>
      <vt:lpstr>WHKFUK+CMBX12~c</vt:lpstr>
      <vt:lpstr>APNBWF+CMR10</vt:lpstr>
      <vt:lpstr>GLKKRP+CMR9</vt:lpstr>
      <vt:lpstr>AIVQSD+CMMI9</vt:lpstr>
      <vt:lpstr>DOUOCI+CMSS9</vt:lpstr>
      <vt:lpstr>KDVKUG+CMSY9</vt:lpstr>
      <vt:lpstr>LRHVHO+CMR7</vt:lpstr>
      <vt:lpstr>HNTSGW+CMR9</vt:lpstr>
      <vt:lpstr>JFIDTH+CMMI9</vt:lpstr>
      <vt:lpstr>EBGUTU+CMTI9</vt:lpstr>
      <vt:lpstr>OMHKJS+CMR7</vt:lpstr>
      <vt:lpstr>QDGPWA+CMBX12~c</vt:lpstr>
      <vt:lpstr>NPOCUO+CMR10</vt:lpstr>
      <vt:lpstr>FEHSKM+CMMI10</vt:lpstr>
      <vt:lpstr>JASNIH+CMSY10~25</vt:lpstr>
      <vt:lpstr>NFTONK+CMR7</vt:lpstr>
      <vt:lpstr>MMLCQK+CMBX12~c</vt:lpstr>
      <vt:lpstr>JTDETO+CMSY10~25</vt:lpstr>
      <vt:lpstr>OBSJUT+CMR10</vt:lpstr>
      <vt:lpstr>FFMEWF+CMR7</vt:lpstr>
      <vt:lpstr>RMHOIN+CMBX12~c</vt:lpstr>
      <vt:lpstr>ETMORC+CMSY10~25</vt:lpstr>
      <vt:lpstr>ROJMJD+CMR10</vt:lpstr>
      <vt:lpstr>JWIFES+CMR7</vt:lpstr>
      <vt:lpstr>WWVRJE+CMBX12~c</vt:lpstr>
      <vt:lpstr>HODRPM+CMR10</vt:lpstr>
      <vt:lpstr>AUFVKK+CMSY10~25</vt:lpstr>
      <vt:lpstr>CCADHB+CMBX10</vt:lpstr>
      <vt:lpstr>QBUBBD+CMR7</vt:lpstr>
      <vt:lpstr>KPJWJE+CMBX12~c</vt:lpstr>
      <vt:lpstr>FFAABJ+Helvetica</vt:lpstr>
      <vt:lpstr>DNUJLE+CMSY10~25</vt:lpstr>
      <vt:lpstr>NNTKNH+CMR10</vt:lpstr>
      <vt:lpstr>DPGNUH+CMBX10</vt:lpstr>
      <vt:lpstr>UMBOKK+Helvetica</vt:lpstr>
      <vt:lpstr>JHODUN+CMR7</vt:lpstr>
      <vt:lpstr>PSOCWR+CMBX12~c</vt:lpstr>
      <vt:lpstr>KQDUUR+CMSY10~25</vt:lpstr>
      <vt:lpstr>IRFHTJ+CMR10</vt:lpstr>
      <vt:lpstr>GJJMEC+CMR7</vt:lpstr>
      <vt:lpstr>JNBBVO+CMBX12~c</vt:lpstr>
      <vt:lpstr>FAQOKJ+Helvetica</vt:lpstr>
      <vt:lpstr>BKHORT+CMSS8</vt:lpstr>
      <vt:lpstr>GKFEIU+CMR7</vt:lpstr>
      <vt:lpstr>NGVDJR+CMBX12~c</vt:lpstr>
      <vt:lpstr>ODFMGA+Helvetica</vt:lpstr>
      <vt:lpstr>HEPCKC+Helvetica</vt:lpstr>
      <vt:lpstr>LRDKKU+CMSS8</vt:lpstr>
      <vt:lpstr>TOQWCS+CMR10</vt:lpstr>
      <vt:lpstr>EQQCIR+CMR7</vt:lpstr>
      <vt:lpstr>DPDVEF+CMBX12~c</vt:lpstr>
      <vt:lpstr>JFBMIK+Helvetica</vt:lpstr>
      <vt:lpstr>KCLHSD+CMSS8</vt:lpstr>
      <vt:lpstr>OWMSBE+CMR7</vt:lpstr>
      <vt:lpstr>RHKBQD+CMBX12~c</vt:lpstr>
      <vt:lpstr>UAHIPH+Helvetica-BoldOblique</vt:lpstr>
      <vt:lpstr>HHKIDQ+Helvetica-Bold</vt:lpstr>
      <vt:lpstr>BUUJMC+Helvetica</vt:lpstr>
      <vt:lpstr>IGBFBM+CMR10</vt:lpstr>
      <vt:lpstr>BFIAII+CMBX12~c</vt:lpstr>
      <vt:lpstr>BDKOWV+Helvetica-Bold</vt:lpstr>
      <vt:lpstr>NWOKJI+Helvetica</vt:lpstr>
      <vt:lpstr>EQLOIO+Helvetica-BoldOblique</vt:lpstr>
      <vt:lpstr>AAKNBD+Helvetica-Oblique</vt:lpstr>
      <vt:lpstr>HWOQJV+CMR10</vt:lpstr>
      <vt:lpstr>JDGUOA+CMBX12~c</vt:lpstr>
      <vt:lpstr>IFOBLU+CMSY10~25</vt:lpstr>
      <vt:lpstr>JACMTW+CMR10</vt:lpstr>
      <vt:lpstr>ELCAHT+CMTI10</vt:lpstr>
      <vt:lpstr>TFOJSL+CMBX10</vt:lpstr>
      <vt:lpstr>TEGMGA+CMR7</vt:lpstr>
      <vt:lpstr>BMPEOU+Helvetica-Bold</vt:lpstr>
      <vt:lpstr>SGJFIF+Helvetica</vt:lpstr>
      <vt:lpstr>NUJBJV+CMR7</vt:lpstr>
      <vt:lpstr>RWJBCV+CMBX12~c</vt:lpstr>
      <vt:lpstr>JSEOPT+CMSY10~25</vt:lpstr>
      <vt:lpstr>UVQWHP+CMR10</vt:lpstr>
      <vt:lpstr>RTBUFL+CMBX10</vt:lpstr>
      <vt:lpstr>MWIJJN+CMR7</vt:lpstr>
      <vt:lpstr>NNBHNA+CMBX12~c</vt:lpstr>
      <vt:lpstr>FHTAKG+CMR10</vt:lpstr>
      <vt:lpstr>WPWSMJ+CMSY10~25</vt:lpstr>
      <vt:lpstr>HAFTFC+CMR7</vt:lpstr>
      <vt:lpstr>VFHFSW+CMBX12~c</vt:lpstr>
      <vt:lpstr>APPBKT+Helvetica</vt:lpstr>
      <vt:lpstr>WUKLHU+CMR10</vt:lpstr>
      <vt:lpstr>NFJFQD+CMSY10~25</vt:lpstr>
      <vt:lpstr>DMGHIF+CMR7</vt:lpstr>
      <vt:lpstr>WESOUN+Helvetica-Bold</vt:lpstr>
      <vt:lpstr>QCUAPN+Helvetica</vt:lpstr>
      <vt:lpstr>TNQPHM+CMR7</vt:lpstr>
      <vt:lpstr>NTAVTS+CMBX12~c</vt:lpstr>
      <vt:lpstr>HCEQKP+Helvetica</vt:lpstr>
      <vt:lpstr>RGRIIS+Helvetica-Bold</vt:lpstr>
      <vt:lpstr>PFEPTL+CMR7</vt:lpstr>
      <vt:lpstr>CCLURS+CMBX12~c</vt:lpstr>
      <vt:lpstr>CPSQOL+CMBX10</vt:lpstr>
      <vt:lpstr>PNSGCV+Helvetica</vt:lpstr>
      <vt:lpstr>VFCBAS+CMSS9</vt:lpstr>
      <vt:lpstr>JMSRQD+CMSY9</vt:lpstr>
      <vt:lpstr>CMNTBB+CMSSBX10~2a4</vt:lpstr>
      <vt:lpstr>HHWQMW+CMBX9</vt:lpstr>
      <vt:lpstr>AUHRDQ+CMSSBX10~2b1</vt:lpstr>
      <vt:lpstr>JEAINH+CMR7</vt:lpstr>
      <vt:lpstr>HJEMAQ+CMBX12~c</vt:lpstr>
      <vt:lpstr>TDMPQM+CMSY10~25</vt:lpstr>
      <vt:lpstr>ENNGUD+CMR10</vt:lpstr>
      <vt:lpstr>QTMENV+Helvetica</vt:lpstr>
      <vt:lpstr>LMRGON+Helvetica-Bold</vt:lpstr>
      <vt:lpstr>WCEWQT+CMR7</vt:lpstr>
      <vt:lpstr>FOTSIA+CMBX12~c</vt:lpstr>
      <vt:lpstr>KHVWHF+Helvetica</vt:lpstr>
      <vt:lpstr>NARWTQ+Helvetica</vt:lpstr>
      <vt:lpstr>GBKSEO+CMR10</vt:lpstr>
      <vt:lpstr>KOTKDD+CMSS10</vt:lpstr>
      <vt:lpstr>LDMROU+CMR7</vt:lpstr>
      <vt:lpstr>DGONOP+CMBX10</vt:lpstr>
      <vt:lpstr>WRIRKU+Helvetica</vt:lpstr>
      <vt:lpstr>HSNKLU+Helvetica</vt:lpstr>
      <vt:lpstr>LOSTWF+CMR10</vt:lpstr>
      <vt:lpstr>SOHQEJ+CMSS10</vt:lpstr>
      <vt:lpstr>UAQHWJ+CMR7</vt:lpstr>
      <vt:lpstr>SEWNMV+CMBX12~c</vt:lpstr>
      <vt:lpstr>QCBRRL+CMR10</vt:lpstr>
      <vt:lpstr>CJOWHT+CMSY10~25</vt:lpstr>
      <vt:lpstr>AUHOVB+CMR7</vt:lpstr>
      <vt:lpstr>IMEEAT+CMBX12~c</vt:lpstr>
      <vt:lpstr>KEGWFP+CMSY10~25</vt:lpstr>
      <vt:lpstr>FJROPT+CMR10</vt:lpstr>
      <vt:lpstr>TIOUPL+CMBX10</vt:lpstr>
      <vt:lpstr>OUMOGP+CMR7</vt:lpstr>
      <vt:lpstr>KWVSAV+Helvetica-Bold</vt:lpstr>
      <vt:lpstr>UNTBWH+Helvetica</vt:lpstr>
      <vt:lpstr>LQSNNA+CMR7</vt:lpstr>
      <vt:lpstr>LDFJJE+CMR10</vt:lpstr>
      <vt:lpstr>KAGRBF+CMSSBX10</vt:lpstr>
      <vt:lpstr>FEIDKW+CMSS10</vt:lpstr>
      <vt:lpstr>RANHRB+CMSSBX10~2b1</vt:lpstr>
      <vt:lpstr>FPAIPN+Helvetica</vt:lpstr>
      <vt:lpstr>OMNVMW+CMR7</vt:lpstr>
      <vt:lpstr>FWREKQ+CMR10</vt:lpstr>
      <vt:lpstr>WFHFWI+CMSSBX10</vt:lpstr>
      <vt:lpstr>EGKMJM+CMSY10~25</vt:lpstr>
      <vt:lpstr>OENUVF+CMSS10</vt:lpstr>
      <vt:lpstr>TBWNVD+CMSSBX10~2b1</vt:lpstr>
      <vt:lpstr>WRALJK+CMR7</vt:lpstr>
      <vt:lpstr>MEUWHE+CMR10</vt:lpstr>
      <vt:lpstr>ULMCVQ+Helvetica</vt:lpstr>
      <vt:lpstr>CGSTEE+CMR7</vt:lpstr>
      <vt:lpstr>JLQPNU+CMBX12~c</vt:lpstr>
      <vt:lpstr>QKFQSA+Helvetica</vt:lpstr>
      <vt:lpstr>AHUMKF+CMR7</vt:lpstr>
      <vt:lpstr>DLRPGI+CMBX12~c</vt:lpstr>
      <vt:lpstr>CMBWUM+Helvetica</vt:lpstr>
      <vt:lpstr>VHBWUS+CMR7</vt:lpstr>
      <vt:lpstr>NQMHWL+CMBX12~c</vt:lpstr>
      <vt:lpstr>MOBITC+CMSY10~25</vt:lpstr>
      <vt:lpstr>SCIPIO+CMR10</vt:lpstr>
      <vt:lpstr>WVNLMI+CMR7</vt:lpstr>
      <vt:lpstr>DHQARL+CMBX12~c</vt:lpstr>
      <vt:lpstr>EHIVGJ+CMSY10~25</vt:lpstr>
      <vt:lpstr>GOIFSA+CMR10</vt:lpstr>
      <vt:lpstr>CRSWDM+CMR7</vt:lpstr>
      <vt:lpstr>UKVFUF+CMBX12~c</vt:lpstr>
      <vt:lpstr>NIUFRQ+CMR10</vt:lpstr>
      <vt:lpstr>UDTBIT+CMSY10~25</vt:lpstr>
      <vt:lpstr>HCVEJH+CMMI10</vt:lpstr>
      <vt:lpstr>KNHWOT+CMR7</vt:lpstr>
      <vt:lpstr>WREQGF+CMR10</vt:lpstr>
      <vt:lpstr>BEIHOR+CMR7</vt:lpstr>
      <vt:lpstr>EJLKWS+CMBX10</vt:lpstr>
      <vt:lpstr>VVPMEB+Helvetica</vt:lpstr>
      <vt:lpstr>NMJWSS+Helvetica-Bold</vt:lpstr>
      <vt:lpstr>WDVAVW+CMR7</vt:lpstr>
      <vt:lpstr>LIDDMN+CMBX12~c</vt:lpstr>
      <vt:lpstr>JSLDBG+Helvetica</vt:lpstr>
      <vt:lpstr>BUFGOI+CMR7</vt:lpstr>
      <vt:lpstr>UKUUWV+CMBX12~c</vt:lpstr>
      <vt:lpstr>BGAACM+Helvetica-Bold</vt:lpstr>
      <vt:lpstr>OCHROM+Helvetica</vt:lpstr>
      <vt:lpstr>RFMJEB+CMSY10~25</vt:lpstr>
      <vt:lpstr>PINGMH+CMR10</vt:lpstr>
      <vt:lpstr>IESGKC+CMR7</vt:lpstr>
      <vt:lpstr>ABENTN+CMBX10</vt:lpstr>
      <vt:lpstr>EMNUVF+CMR8</vt:lpstr>
      <vt:lpstr>MSHUBQ+CMBX10</vt:lpstr>
      <vt:lpstr>BHJAHI+CMSY8</vt:lpstr>
      <vt:lpstr>KJNPGN+CMR8</vt:lpstr>
      <vt:lpstr>UWWPUC+CMR7</vt:lpstr>
      <vt:lpstr>QENFWT+CMBX10</vt:lpstr>
      <vt:lpstr>CLHMBL+Helvetica</vt:lpstr>
      <vt:lpstr>DTOEVN+Helvetica-Bold</vt:lpstr>
      <vt:lpstr>ITKHQB+CMR10</vt:lpstr>
      <vt:lpstr>MEFOKN+CMR7</vt:lpstr>
      <vt:lpstr>TRNVQE+CMSY10~25</vt:lpstr>
      <vt:lpstr>GJOVRL+CMTI10</vt:lpstr>
      <vt:lpstr>KQEJKO+CMR10</vt:lpstr>
      <vt:lpstr>NOULNK+CMR7</vt:lpstr>
      <vt:lpstr>GCNOLR+CMBX10</vt:lpstr>
      <vt:lpstr>FUCEEC+CMSY10~25</vt:lpstr>
      <vt:lpstr>KQCVGC+CMR10</vt:lpstr>
      <vt:lpstr>JIKJFJ+CMR7</vt:lpstr>
      <vt:lpstr>PDJOPC+CMBX10</vt:lpstr>
      <vt:lpstr>EJEAKJ+CMSY10~25</vt:lpstr>
      <vt:lpstr>TFGNNP+CMR10</vt:lpstr>
      <vt:lpstr>NBCTGR+CMMI10</vt:lpstr>
      <vt:lpstr>HATTAS+CMR7</vt:lpstr>
      <vt:lpstr>RKMPGN+CMBX10</vt:lpstr>
      <vt:lpstr>GOBVUC+CMSY10~25</vt:lpstr>
      <vt:lpstr>MVKKAA+CMR10</vt:lpstr>
      <vt:lpstr>EDSIPO+CMMI10</vt:lpstr>
      <vt:lpstr>BQNRBV+CMR7</vt:lpstr>
      <vt:lpstr>SOJTJO+CMBX10</vt:lpstr>
      <vt:lpstr>LQIKFV+CMSY10~25</vt:lpstr>
      <vt:lpstr>NCVMIQ+CMR10</vt:lpstr>
      <vt:lpstr>AWDDBS+CMMI10</vt:lpstr>
      <vt:lpstr>MKGWLI+CMR7</vt:lpstr>
      <vt:lpstr>JEWIKD+CMBX10</vt:lpstr>
      <vt:lpstr>SAGKME+CMSY10~25</vt:lpstr>
      <vt:lpstr>CWPDTQ+CMR10</vt:lpstr>
      <vt:lpstr>TKVIFQ+CMMI10</vt:lpstr>
      <vt:lpstr>RWNUED+CMR7</vt:lpstr>
      <vt:lpstr>DJJKUA+CMBX10</vt:lpstr>
      <vt:lpstr>VLTJFO+CMSY10~25</vt:lpstr>
      <vt:lpstr>LADIUE+CMR10</vt:lpstr>
      <vt:lpstr>KEIETS+CMMI10</vt:lpstr>
      <vt:lpstr>WALFNF+CMR7</vt:lpstr>
      <vt:lpstr>NEJMUK+CMBX10</vt:lpstr>
      <vt:lpstr>NIEJDC+CMSY10~25</vt:lpstr>
      <vt:lpstr>OQUJWT+CMR10</vt:lpstr>
      <vt:lpstr>NPMLBT+CMR7</vt:lpstr>
      <vt:lpstr>FIQJJL+CMR10</vt:lpstr>
      <vt:lpstr>WOVTRS+CMTI10</vt:lpstr>
      <vt:lpstr>IEUPUF+CMSY10~25</vt:lpstr>
      <vt:lpstr>EKFHNI+CMCSC10</vt:lpstr>
      <vt:lpstr>QDLRGJ+CMR7</vt:lpstr>
      <vt:lpstr>GFSBSN+CMR10</vt:lpstr>
      <vt:lpstr>HHLADE+CMTI10</vt:lpstr>
      <vt:lpstr>GKJPCH+CMR7</vt:lpstr>
      <vt:lpstr>MDFGDI+CMBX10</vt:lpstr>
      <vt:lpstr>PCKPCD+CMR10</vt:lpstr>
      <vt:lpstr>IJDVDK+CMTI10</vt:lpstr>
      <vt:lpstr>MNIDIA+CMR7</vt:lpstr>
      <vt:lpstr>Times New Roman</vt:lpstr>
      <vt:lpstr>Comic Sans MS</vt:lpstr>
      <vt:lpstr>Verdana</vt:lpstr>
      <vt:lpstr>黑体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7</cp:revision>
  <dcterms:created xsi:type="dcterms:W3CDTF">2026-06-03T03:30:11Z</dcterms:created>
  <dcterms:modified xsi:type="dcterms:W3CDTF">2026-06-03T03:33:00Z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6B2BC941B73C46E082DD7F9CD4E242ED_12</vt:lpwstr>
  </property>
  <property fmtid="{D5CDD505-2E9C-101B-9397-08002B2CF9AE}" pid="3" name="KSOProductBuildVer">
    <vt:lpwstr>2052-12.1.0.23542</vt:lpwstr>
  </property>
</Properties>
</file>